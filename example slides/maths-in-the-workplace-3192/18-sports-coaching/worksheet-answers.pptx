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DAC484-50E8-46FC-BC84-90F47DD6648F}">
  <a:tblStyle styleId="{5FDAC484-50E8-46FC-BC84-90F47DD66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d0376ef9c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d0376ef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686330"/>
            <a:ext cx="6594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Jacob goes skateboarding and his watch records his b.p.m.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at least three sentences to describe Jacob’s skating session. Use words like ‘moderate intensity’ and ‘high intensity’.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262616"/>
            <a:ext cx="64128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Recording and using data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2762" y="2600830"/>
            <a:ext cx="852986" cy="105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750" y="2585000"/>
            <a:ext cx="2975539" cy="231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 txBox="1"/>
          <p:nvPr/>
        </p:nvSpPr>
        <p:spPr>
          <a:xfrm>
            <a:off x="6473816" y="4721471"/>
            <a:ext cx="618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 rot="-5400000">
            <a:off x="3049435" y="2712661"/>
            <a:ext cx="490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67775" y="5044925"/>
            <a:ext cx="662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 “Jacob spent the first 20 minutes skating at a moderate intensity. He then had a period of rest. He finished with a period of high intensity where his heart rate was at its max”.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469975" y="5862475"/>
            <a:ext cx="29757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Rank these three moments with a numerical value from the trainers’ RPE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037" y="7123203"/>
            <a:ext cx="2687425" cy="20879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 txBox="1"/>
          <p:nvPr/>
        </p:nvSpPr>
        <p:spPr>
          <a:xfrm>
            <a:off x="2786168" y="9200995"/>
            <a:ext cx="6510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 rot="-5400000">
            <a:off x="305649" y="7263741"/>
            <a:ext cx="539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8" name="Google Shape;128;p12"/>
          <p:cNvGraphicFramePr/>
          <p:nvPr/>
        </p:nvGraphicFramePr>
        <p:xfrm>
          <a:off x="3600794" y="57958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{5FDAC484-50E8-46FC-BC84-90F47DD6648F}</a:tableStyleId>
              </a:tblPr>
              <a:tblGrid>
                <a:gridCol w="290700"/>
                <a:gridCol w="787450"/>
                <a:gridCol w="2413150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(Rate of perceived exertion)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12"/>
          <p:cNvSpPr/>
          <p:nvPr/>
        </p:nvSpPr>
        <p:spPr>
          <a:xfrm>
            <a:off x="1429095" y="7276532"/>
            <a:ext cx="4581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2858756" y="6884066"/>
            <a:ext cx="4581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2116531" y="8333690"/>
            <a:ext cx="405300" cy="26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1321203" y="7277493"/>
            <a:ext cx="651000" cy="26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to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2797384" y="6883285"/>
            <a:ext cx="651000" cy="26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or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2113812" y="8334306"/>
            <a:ext cx="405300" cy="26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13"/>
          <p:cNvGraphicFramePr/>
          <p:nvPr/>
        </p:nvGraphicFramePr>
        <p:xfrm>
          <a:off x="473725" y="1964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{5FDAC484-50E8-46FC-BC84-90F47DD6648F}</a:tableStyleId>
              </a:tblPr>
              <a:tblGrid>
                <a:gridCol w="679350"/>
                <a:gridCol w="1978300"/>
                <a:gridCol w="1978300"/>
                <a:gridCol w="1978300"/>
              </a:tblGrid>
              <a:tr h="16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 exercise min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starts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max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133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85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119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144.5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13"/>
          <p:cNvGraphicFramePr/>
          <p:nvPr/>
        </p:nvGraphicFramePr>
        <p:xfrm>
          <a:off x="476010" y="6608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{5FDAC484-50E8-46FC-BC84-90F47DD6648F}</a:tableStyleId>
              </a:tblPr>
              <a:tblGrid>
                <a:gridCol w="930000"/>
                <a:gridCol w="475700"/>
                <a:gridCol w="475700"/>
                <a:gridCol w="475700"/>
                <a:gridCol w="475700"/>
                <a:gridCol w="475700"/>
                <a:gridCol w="475700"/>
                <a:gridCol w="475700"/>
                <a:gridCol w="475700"/>
                <a:gridCol w="475700"/>
                <a:gridCol w="475700"/>
              </a:tblGrid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9390" y="7590750"/>
            <a:ext cx="2393919" cy="222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470197" y="720000"/>
            <a:ext cx="59295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Sporty Sofia is filling in a target heart rate chart for older members of her family to use whilst exercising.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70187" y="1160872"/>
            <a:ext cx="5687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Your maximum heart rate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minus 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470187" y="1410741"/>
            <a:ext cx="6621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Target heart rate for moderate exercise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50 − 70%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maximum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70187" y="1678387"/>
            <a:ext cx="6621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Target heart rate for high intensity exercise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70 − 85%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maximum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6005" y="728820"/>
            <a:ext cx="846075" cy="9385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468723" y="3299466"/>
            <a:ext cx="5839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68000" y="3528734"/>
            <a:ext cx="64128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Aisha is trying to improve her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 time. Here are her best times over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weeks of training.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863736" y="3842644"/>
            <a:ext cx="1215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Athletic 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" name="Google Shape;15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49465" y="4095418"/>
            <a:ext cx="514347" cy="971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 txBox="1"/>
          <p:nvPr/>
        </p:nvSpPr>
        <p:spPr>
          <a:xfrm>
            <a:off x="468000" y="4684981"/>
            <a:ext cx="5259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mean, mode and median of her times.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468000" y="5225471"/>
            <a:ext cx="6613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sentence explaining why these three averages alone do not inform you as to whether Aisha is improving.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" name="Google Shape;154;p13"/>
          <p:cNvGraphicFramePr/>
          <p:nvPr/>
        </p:nvGraphicFramePr>
        <p:xfrm>
          <a:off x="469885" y="39813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{5FDAC484-50E8-46FC-BC84-90F47DD6648F}</a:tableStyleId>
              </a:tblPr>
              <a:tblGrid>
                <a:gridCol w="882050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  <a:gridCol w="4511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3"/>
          <p:cNvSpPr txBox="1"/>
          <p:nvPr/>
        </p:nvSpPr>
        <p:spPr>
          <a:xfrm>
            <a:off x="713277" y="4972621"/>
            <a:ext cx="13479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Mode: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sec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2457034" y="4972626"/>
            <a:ext cx="1592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Median: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sec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4295942" y="4972630"/>
            <a:ext cx="1408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67.9 sec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475999" y="5641734"/>
            <a:ext cx="6613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“These averages are calculated over the whole ten weeks. They give us important information but show nothing about progress over time.”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468000" y="6179968"/>
            <a:ext cx="661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Populate the table of three-point moving averages (to the nearest whole number). The first one is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468000" y="7475810"/>
            <a:ext cx="36720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Graph Aisha’s three-point moving averages and write a comment as to whether she is improving.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6764006" y="9609852"/>
            <a:ext cx="30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 rot="-5400000">
            <a:off x="3903312" y="8349701"/>
            <a:ext cx="660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468000" y="8103010"/>
            <a:ext cx="3672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“Aisha’s three-point moving averages are trending downwards; she is improving.”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63177" y="8575385"/>
            <a:ext cx="36720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your three-point moving averages to make a prediction as to when Aisha might break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second barrier.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467999" y="9145910"/>
            <a:ext cx="36720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“Aisha’s three-point moving averages are improving by approximately half a second per week. If this trend continues she should break the 60 second barrier in another ten weeks.”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13"/>
          <p:cNvCxnSpPr/>
          <p:nvPr/>
        </p:nvCxnSpPr>
        <p:spPr>
          <a:xfrm>
            <a:off x="481576" y="99831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174" name="Google Shape;174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468000" y="720000"/>
            <a:ext cx="6624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data to plan training sessions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14"/>
          <p:cNvGraphicFramePr/>
          <p:nvPr/>
        </p:nvGraphicFramePr>
        <p:xfrm>
          <a:off x="467988" y="10350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{5FDAC484-50E8-46FC-BC84-90F47DD6648F}</a:tableStyleId>
              </a:tblPr>
              <a:tblGrid>
                <a:gridCol w="1485350"/>
                <a:gridCol w="792500"/>
                <a:gridCol w="792500"/>
                <a:gridCol w="1776825"/>
                <a:gridCol w="1776825"/>
              </a:tblGrid>
              <a:tr h="33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14"/>
          <p:cNvSpPr txBox="1"/>
          <p:nvPr/>
        </p:nvSpPr>
        <p:spPr>
          <a:xfrm>
            <a:off x="468000" y="2417325"/>
            <a:ext cx="66240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Sofia’s older brother is training for a heptathlon therefore he needs to develop muscle leanness. He is working on his bench press and has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kg.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for him 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1829170" y="3049889"/>
            <a:ext cx="1573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Starter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3597012" y="3049889"/>
            <a:ext cx="1861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Improver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5454346" y="3049889"/>
            <a:ext cx="1463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Expert plan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72777" y="3420888"/>
            <a:ext cx="996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Intensity: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472777" y="3723985"/>
            <a:ext cx="1150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Sets/Reps: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1830201" y="3410945"/>
            <a:ext cx="1616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 × 80 = 56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1830205" y="3714039"/>
            <a:ext cx="148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472777" y="4035994"/>
            <a:ext cx="1215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Rest periods: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830207" y="4026045"/>
            <a:ext cx="996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3599074" y="3410945"/>
            <a:ext cx="1616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× 80 = 60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3599078" y="3714039"/>
            <a:ext cx="148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3599079" y="4026045"/>
            <a:ext cx="996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5475265" y="3410945"/>
            <a:ext cx="1616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 × 80 = 60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5475269" y="3714039"/>
            <a:ext cx="148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5475270" y="4026045"/>
            <a:ext cx="996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472777" y="4347136"/>
            <a:ext cx="595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not the only solution. Your solution should start at the easier ends of the bounds and progress to greater difficulty.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468000" y="4836892"/>
            <a:ext cx="6624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Someone with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125 kg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deadlifting is doing reps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is their training goal?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3310997" y="5449682"/>
            <a:ext cx="26928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Intensity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67% kg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training for endurance.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6}{125}\times100=60.8\%&quot;&gt;&lt;mfrac&gt;&lt;mn&gt;76&lt;/mn&gt;&lt;mn&gt;125&lt;/mn&gt;&lt;/mfrac&gt;&lt;mo&gt;×&lt;/mo&gt;&lt;mn&gt;100&lt;/mn&gt;&lt;mo&gt;=&lt;/mo&gt;&lt;mn&gt;60.8&lt;/mn&gt;&lt;mi mathvariant=&quot;normal&quot;&gt;%&lt;/mi&gt;&lt;/math&gt;" id="197" name="Google Shape;197;p14" title="76 over 125 times 100 equals 60.8 percent sig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48" y="5349150"/>
            <a:ext cx="1828150" cy="476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 txBox="1"/>
          <p:nvPr/>
        </p:nvSpPr>
        <p:spPr>
          <a:xfrm>
            <a:off x="472425" y="5986692"/>
            <a:ext cx="6206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Someone tells you they did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repetitions across all of their sets. What could their training goal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480367" y="6587471"/>
            <a:ext cx="3989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 is training for endurance.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480367" y="6908681"/>
            <a:ext cx="3989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 is training for endurance.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480367" y="7229882"/>
            <a:ext cx="4479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 is training for muscle leanness.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14"/>
          <p:cNvSpPr txBox="1"/>
          <p:nvPr/>
        </p:nvSpPr>
        <p:spPr>
          <a:xfrm>
            <a:off x="480367" y="7551095"/>
            <a:ext cx="4479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reps is training for muscle leanness.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5175625" y="6320220"/>
            <a:ext cx="19164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× 5 = 30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the max reps for muscle strength so this can not be that.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468025" y="7872292"/>
            <a:ext cx="6615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Someone tells you they are intensely training for muscle leanness and are deadlifting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136 kg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is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476020" y="8397985"/>
            <a:ext cx="6615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Most intense level for muscle leanness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476020" y="8754583"/>
            <a:ext cx="3108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1RM × 0.85 = 136 kg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476020" y="9170613"/>
            <a:ext cx="3108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136 kg ÷ 0.85 = 160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