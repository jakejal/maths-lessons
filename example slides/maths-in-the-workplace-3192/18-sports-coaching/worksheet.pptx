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E6C1CF-64A5-457C-949E-0415A992A579}">
  <a:tblStyle styleId="{3BE6C1CF-64A5-457C-949E-0415A992A5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d012112d0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d012112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686330"/>
            <a:ext cx="6594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Jacob goes skateboarding and his watch records his b.p.m.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at least three sentences to describe Jacob’s skating session. Use words like ‘moderate intensity’ and ‘high intensity’.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262616"/>
            <a:ext cx="64128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Recording and using data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2762" y="2600830"/>
            <a:ext cx="852986" cy="105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750" y="2585000"/>
            <a:ext cx="2975539" cy="231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2"/>
          <p:cNvSpPr txBox="1"/>
          <p:nvPr/>
        </p:nvSpPr>
        <p:spPr>
          <a:xfrm>
            <a:off x="6473816" y="4721471"/>
            <a:ext cx="618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 rot="-5400000">
            <a:off x="3049435" y="2712661"/>
            <a:ext cx="490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469975" y="5862475"/>
            <a:ext cx="29757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Rank these three moments with a numerical value from the trainers’ RPE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037" y="7123203"/>
            <a:ext cx="2687425" cy="2087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2"/>
          <p:cNvSpPr txBox="1"/>
          <p:nvPr/>
        </p:nvSpPr>
        <p:spPr>
          <a:xfrm>
            <a:off x="2786168" y="9200995"/>
            <a:ext cx="6510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 rot="-5400000">
            <a:off x="305649" y="7263741"/>
            <a:ext cx="539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4" name="Google Shape;114;p12"/>
          <p:cNvGraphicFramePr/>
          <p:nvPr/>
        </p:nvGraphicFramePr>
        <p:xfrm>
          <a:off x="3600794" y="57958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{3BE6C1CF-64A5-457C-949E-0415A992A579}</a:tableStyleId>
              </a:tblPr>
              <a:tblGrid>
                <a:gridCol w="290700"/>
                <a:gridCol w="787450"/>
                <a:gridCol w="2413150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(Rate of perceived exertion)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" name="Google Shape;115;p12"/>
          <p:cNvSpPr/>
          <p:nvPr/>
        </p:nvSpPr>
        <p:spPr>
          <a:xfrm>
            <a:off x="1429095" y="7276532"/>
            <a:ext cx="4581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2858756" y="6884066"/>
            <a:ext cx="4581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2116531" y="8333690"/>
            <a:ext cx="4053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470197" y="720000"/>
            <a:ext cx="59295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Sporty Sofia is filling in a target heart rate chart for older members of her family to use whilst exercising.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70187" y="1160872"/>
            <a:ext cx="5687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Your maximum heart rate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minus 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70187" y="1410741"/>
            <a:ext cx="6621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Target heart rate for moderate exercise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50 − 70%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maximum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70187" y="1678387"/>
            <a:ext cx="6621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Target heart rate for high intensity exercise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70 − 85%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maximum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473725" y="1964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{3BE6C1CF-64A5-457C-949E-0415A992A579}</a:tableStyleId>
              </a:tblPr>
              <a:tblGrid>
                <a:gridCol w="679350"/>
                <a:gridCol w="1978325"/>
                <a:gridCol w="1978325"/>
                <a:gridCol w="1978325"/>
              </a:tblGrid>
              <a:tr h="24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 exercise min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starts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max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119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005" y="728820"/>
            <a:ext cx="846075" cy="938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468723" y="3299466"/>
            <a:ext cx="5839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68000" y="3528734"/>
            <a:ext cx="64128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Aisha is trying to improve her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 time. Here are her best times over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weeks of training.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5863736" y="3842644"/>
            <a:ext cx="1215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Athletic 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49465" y="4095418"/>
            <a:ext cx="514347" cy="9712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468000" y="4684981"/>
            <a:ext cx="5259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mean, mode and median of her times.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5225471"/>
            <a:ext cx="6613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sentence explaining why these three averages alone do not inform you as to whether Aisha is improving.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" name="Google Shape;135;p13"/>
          <p:cNvGraphicFramePr/>
          <p:nvPr/>
        </p:nvGraphicFramePr>
        <p:xfrm>
          <a:off x="469885" y="39813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{3BE6C1CF-64A5-457C-949E-0415A992A579}</a:tableStyleId>
              </a:tblPr>
              <a:tblGrid>
                <a:gridCol w="882050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Google Shape;136;p13"/>
          <p:cNvGraphicFramePr/>
          <p:nvPr/>
        </p:nvGraphicFramePr>
        <p:xfrm>
          <a:off x="476010" y="6608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{3BE6C1CF-64A5-457C-949E-0415A992A579}</a:tableStyleId>
              </a:tblPr>
              <a:tblGrid>
                <a:gridCol w="930025"/>
                <a:gridCol w="475725"/>
                <a:gridCol w="475725"/>
                <a:gridCol w="475725"/>
                <a:gridCol w="475725"/>
                <a:gridCol w="475725"/>
                <a:gridCol w="475725"/>
                <a:gridCol w="475725"/>
                <a:gridCol w="475725"/>
                <a:gridCol w="475725"/>
                <a:gridCol w="475725"/>
              </a:tblGrid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7" name="Google Shape;13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6839" y="7587818"/>
            <a:ext cx="2400778" cy="222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/>
          <p:nvPr/>
        </p:nvSpPr>
        <p:spPr>
          <a:xfrm>
            <a:off x="468000" y="6179968"/>
            <a:ext cx="661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Populate the table of three-point moving averages (to the nearest whole number). The first one is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68000" y="7475810"/>
            <a:ext cx="36720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Graph Aisha’s three-point moving averages and write a comment as to whether she is improving.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6764006" y="9609852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 rot="-5400000">
            <a:off x="3903312" y="8349701"/>
            <a:ext cx="660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63177" y="8575385"/>
            <a:ext cx="36720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your three-point moving averages to make a prediction as to when Aisha might break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second barrier.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3"/>
          <p:cNvCxnSpPr/>
          <p:nvPr/>
        </p:nvCxnSpPr>
        <p:spPr>
          <a:xfrm>
            <a:off x="4776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51" name="Google Shape;151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68000" y="720000"/>
            <a:ext cx="6624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Using data to plan training sessions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" name="Google Shape;154;p14"/>
          <p:cNvGraphicFramePr/>
          <p:nvPr/>
        </p:nvGraphicFramePr>
        <p:xfrm>
          <a:off x="467988" y="10350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{3BE6C1CF-64A5-457C-949E-0415A992A579}</a:tableStyleId>
              </a:tblPr>
              <a:tblGrid>
                <a:gridCol w="1485350"/>
                <a:gridCol w="792500"/>
                <a:gridCol w="792500"/>
                <a:gridCol w="1776825"/>
                <a:gridCol w="1776825"/>
              </a:tblGrid>
              <a:tr h="33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4"/>
          <p:cNvSpPr txBox="1"/>
          <p:nvPr/>
        </p:nvSpPr>
        <p:spPr>
          <a:xfrm>
            <a:off x="468000" y="2417325"/>
            <a:ext cx="66240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Sofia’s older brother is training for a heptathlon therefore he needs to develop muscle leanness. He is working on his bench press and has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kg.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for him 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1829170" y="3049889"/>
            <a:ext cx="1573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Starter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3597012" y="3049889"/>
            <a:ext cx="1861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Improver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5454346" y="3049889"/>
            <a:ext cx="1463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Expert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68000" y="4836892"/>
            <a:ext cx="6624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Someone with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125 kg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deadlifting is doing reps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is their training goal?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472425" y="5986692"/>
            <a:ext cx="6206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Someone tells you they did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repetitions across all of their sets. What could their training goal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468025" y="7872292"/>
            <a:ext cx="6615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Someone tells you they are intensely training for muscle leanness and are deadlifting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136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is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