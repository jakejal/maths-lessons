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d43ce355e9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d43ce355e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Emergency response worker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0" y="1702708"/>
            <a:ext cx="6624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A firefighter enters the building with their gauge reading like so. At what bar should they turn around and start exiting?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76001" y="1294025"/>
            <a:ext cx="6237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Uses of formulas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" name="Google Shape;10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08" y="2358325"/>
            <a:ext cx="1645904" cy="1438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107" name="Google Shape;107;p12" title="t equals one half b plus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6487" y="2544100"/>
            <a:ext cx="1104260" cy="41675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2"/>
          <p:cNvSpPr txBox="1"/>
          <p:nvPr/>
        </p:nvSpPr>
        <p:spPr>
          <a:xfrm>
            <a:off x="476000" y="3853350"/>
            <a:ext cx="66159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firefighter has an estimated turn-around pressure of 160 bar. How many bar of pressure did they have when they entered?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468000" y="6328250"/>
            <a:ext cx="6624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is the difference in turn-around pressures between entering with 240 bar and entering with 300 bar?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110" name="Google Shape;110;p12" title="t equals one half b plus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5683" y="6515075"/>
            <a:ext cx="1270083" cy="47934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2"/>
          <p:cNvSpPr txBox="1"/>
          <p:nvPr/>
        </p:nvSpPr>
        <p:spPr>
          <a:xfrm>
            <a:off x="472400" y="8293128"/>
            <a:ext cx="65559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Why do you think the formula includes + 30 instead of just being                 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t\ =\ \frac{1}{2}b&quot;&gt;&lt;mi&gt;t&lt;/mi&gt;&lt;mtext&gt;&lt;/mtext&gt;&lt;mo&gt;=&lt;/mo&gt;&lt;mtext&gt;&lt;/mtext&gt;&lt;mfrac&gt;&lt;mn&gt;1&lt;/mn&gt;&lt;mn&gt;2&lt;/mn&gt;&lt;/mfrac&gt;&lt;mi&gt;b&lt;/mi&gt;&lt;/math&gt;" id="112" name="Google Shape;112;p12" title="t equals one half b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7366" y="8227567"/>
            <a:ext cx="483300" cy="299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Emergency response worker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469450" y="720000"/>
            <a:ext cx="65886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You are a police officer investigating an accident. Use the formula to calculate the speed of this car on a dry concrete surface (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" name="Google Shape;11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5546" y="1380820"/>
            <a:ext cx="1004890" cy="475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3034" y="1380820"/>
            <a:ext cx="1004890" cy="4759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13"/>
          <p:cNvCxnSpPr/>
          <p:nvPr/>
        </p:nvCxnSpPr>
        <p:spPr>
          <a:xfrm>
            <a:off x="4021778" y="1884620"/>
            <a:ext cx="0" cy="334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3"/>
          <p:cNvCxnSpPr/>
          <p:nvPr/>
        </p:nvCxnSpPr>
        <p:spPr>
          <a:xfrm>
            <a:off x="6860081" y="1884620"/>
            <a:ext cx="0" cy="334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3"/>
          <p:cNvCxnSpPr/>
          <p:nvPr/>
        </p:nvCxnSpPr>
        <p:spPr>
          <a:xfrm>
            <a:off x="4042500" y="2046903"/>
            <a:ext cx="2796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" name="Google Shape;124;p13"/>
          <p:cNvSpPr/>
          <p:nvPr/>
        </p:nvSpPr>
        <p:spPr>
          <a:xfrm flipH="1" rot="10800000">
            <a:off x="4021917" y="1845169"/>
            <a:ext cx="2837978" cy="80606"/>
          </a:xfrm>
          <a:custGeom>
            <a:rect b="b" l="l" r="r" t="t"/>
            <a:pathLst>
              <a:path extrusionOk="0" h="4156" w="130302">
                <a:moveTo>
                  <a:pt x="0" y="3275"/>
                </a:moveTo>
                <a:cubicBezTo>
                  <a:pt x="3977" y="892"/>
                  <a:pt x="9671" y="1393"/>
                  <a:pt x="13907" y="3275"/>
                </a:cubicBezTo>
                <a:cubicBezTo>
                  <a:pt x="16148" y="4271"/>
                  <a:pt x="18415" y="-96"/>
                  <a:pt x="20765" y="608"/>
                </a:cubicBezTo>
                <a:cubicBezTo>
                  <a:pt x="24797" y="1817"/>
                  <a:pt x="28955" y="2703"/>
                  <a:pt x="33147" y="3085"/>
                </a:cubicBezTo>
                <a:cubicBezTo>
                  <a:pt x="42191" y="3909"/>
                  <a:pt x="51885" y="280"/>
                  <a:pt x="60389" y="3466"/>
                </a:cubicBezTo>
                <a:cubicBezTo>
                  <a:pt x="62368" y="4208"/>
                  <a:pt x="63630" y="-261"/>
                  <a:pt x="65723" y="37"/>
                </a:cubicBezTo>
                <a:cubicBezTo>
                  <a:pt x="66961" y="214"/>
                  <a:pt x="66028" y="3748"/>
                  <a:pt x="67247" y="3466"/>
                </a:cubicBezTo>
                <a:cubicBezTo>
                  <a:pt x="68998" y="3061"/>
                  <a:pt x="70065" y="998"/>
                  <a:pt x="71819" y="608"/>
                </a:cubicBezTo>
                <a:cubicBezTo>
                  <a:pt x="72713" y="409"/>
                  <a:pt x="72648" y="2298"/>
                  <a:pt x="73343" y="2894"/>
                </a:cubicBezTo>
                <a:cubicBezTo>
                  <a:pt x="74624" y="3992"/>
                  <a:pt x="76428" y="1367"/>
                  <a:pt x="78105" y="1180"/>
                </a:cubicBezTo>
                <a:cubicBezTo>
                  <a:pt x="79358" y="1040"/>
                  <a:pt x="79703" y="3656"/>
                  <a:pt x="80963" y="3656"/>
                </a:cubicBezTo>
                <a:cubicBezTo>
                  <a:pt x="82814" y="3656"/>
                  <a:pt x="84264" y="1376"/>
                  <a:pt x="86106" y="1561"/>
                </a:cubicBezTo>
                <a:cubicBezTo>
                  <a:pt x="88763" y="1827"/>
                  <a:pt x="91149" y="4739"/>
                  <a:pt x="93726" y="4037"/>
                </a:cubicBezTo>
                <a:cubicBezTo>
                  <a:pt x="98894" y="2629"/>
                  <a:pt x="104215" y="590"/>
                  <a:pt x="109538" y="1180"/>
                </a:cubicBezTo>
                <a:cubicBezTo>
                  <a:pt x="116436" y="1944"/>
                  <a:pt x="123568" y="4383"/>
                  <a:pt x="130302" y="27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5" name="Google Shape;125;p13"/>
          <p:cNvSpPr txBox="1"/>
          <p:nvPr/>
        </p:nvSpPr>
        <p:spPr>
          <a:xfrm>
            <a:off x="5048211" y="2042275"/>
            <a:ext cx="7062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197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26" name="Google Shape;126;p13" title="s equals the square root of 30 d 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75" y="1417199"/>
            <a:ext cx="935895" cy="2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 txBox="1"/>
          <p:nvPr/>
        </p:nvSpPr>
        <p:spPr>
          <a:xfrm>
            <a:off x="468000" y="2908725"/>
            <a:ext cx="66240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If a car were travelling 70 mph on a wet concrete surface (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how long would you expect the skid mark to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3229218" y="5934247"/>
            <a:ext cx="3233326" cy="723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 txBox="1"/>
          <p:nvPr/>
        </p:nvSpPr>
        <p:spPr>
          <a:xfrm>
            <a:off x="468000" y="5344700"/>
            <a:ext cx="66192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Lucas has used the formula incorrectly to calculate the speed of a car with a skid mark of 60 feet on a dry concrete surface (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). Explain his error to him and correct his work.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450" y="6318488"/>
            <a:ext cx="2073428" cy="1121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31" name="Google Shape;131;p13" title="s equals the square root of 30 d 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50" y="5953847"/>
            <a:ext cx="946399" cy="251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6293193" y="6174571"/>
            <a:ext cx="798807" cy="896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 txBox="1"/>
          <p:nvPr/>
        </p:nvSpPr>
        <p:spPr>
          <a:xfrm>
            <a:off x="3315752" y="5948202"/>
            <a:ext cx="29814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My calculator tells me their speed was 262.9 mph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468000" y="7553275"/>
            <a:ext cx="66240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A police officer investigating an accident in a 20 mph zone with a dry concrete surface (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declares, “The length of the marks were 20 feet to the nearest 10 feet”.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they cannot round like this when investigating this accident.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35" name="Google Shape;135;p13" title="s equals the square root of 30 d 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50" y="8491601"/>
            <a:ext cx="1031200" cy="2740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13"/>
          <p:cNvCxnSpPr/>
          <p:nvPr/>
        </p:nvCxnSpPr>
        <p:spPr>
          <a:xfrm>
            <a:off x="4723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Emergency response worker</a:t>
            </a:r>
            <a:endParaRPr/>
          </a:p>
        </p:txBody>
      </p:sp>
      <p:sp>
        <p:nvSpPr>
          <p:cNvPr id="144" name="Google Shape;144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475449" y="643800"/>
            <a:ext cx="6228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Uses of data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666" y="1592293"/>
            <a:ext cx="4855955" cy="267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 txBox="1"/>
          <p:nvPr/>
        </p:nvSpPr>
        <p:spPr>
          <a:xfrm>
            <a:off x="468000" y="1051586"/>
            <a:ext cx="64125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An ambulance station records their average response times to emergency calls one year. What patterns do you see in this data?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507754" y="4916100"/>
            <a:ext cx="65841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regional fire service records the reasons for house fires over a year and produces this chart. What advice would you give this fire service? Write at least three sentences.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0" name="Google Shape;15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351" y="5623966"/>
            <a:ext cx="5312612" cy="2463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