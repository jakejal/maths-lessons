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BFEDF-DFBC-4F38-9A11-9D15BDE90933}">
  <a:tblStyle styleId="{434BFEDF-DFBC-4F38-9A11-9D15BDE909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264150"/>
            <a:ext cx="6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 skills in event planning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34293"/>
            <a:ext cx="66240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cost of hiring a venue is £45 per hour.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of hiring a venue for the following time periods: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2 pm to 5 pm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£45 = £135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8:30 am to 4:30 pm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× £45 = £360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7:45 am to 6:00 pm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× £45 = £495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3341925"/>
            <a:ext cx="66240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make your event more comfortable for people you decide to use the ratio of 1 : 75 for the toilets to people.  The cost of hiring a toilet is £120.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of hiring toilets for the following numbers of people: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1500 people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1500 ÷ 75 = 20            20 × £120 = £2400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3200 people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3200 ÷ 75 = 42.666…    43 × £120 = £5160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400 people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 ÷ 75 = 5.333…       6 × £120 = £720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5193600"/>
            <a:ext cx="66240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Calculate the cost of trophies and medals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7 teams of 8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£12.50 + 16 × £5.50 + 40 × £1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£153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12 teams of 12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£12.50 + 24 × £5.50 + 120 × £1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£277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teams of 15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£12.50 + 30 × £5.50 + 120 × £1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£310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" name="Google Shape;121;p12"/>
          <p:cNvGraphicFramePr/>
          <p:nvPr/>
        </p:nvGraphicFramePr>
        <p:xfrm>
          <a:off x="3463850" y="555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{434BFEDF-DFBC-4F38-9A11-9D15BDE90933}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22" name="Google Shape;122;p12"/>
          <p:cNvSpPr txBox="1"/>
          <p:nvPr/>
        </p:nvSpPr>
        <p:spPr>
          <a:xfrm>
            <a:off x="468000" y="8146375"/>
            <a:ext cx="66240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Using your answers to the previous questions calculate the average ticket price if the profit needs to be at least £1000.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7:45 am to 6:00 pm with a 20% discount as it is a charity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teams of 15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attendees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income needs to be = £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(396 + 720 + 310)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£1000 = £2426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Average ticket price = £2426 ÷ 400 = £6.07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can now decide what tickets should cost more and which cost less.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3" name="Google Shape;123;p12"/>
          <p:cNvCxnSpPr/>
          <p:nvPr/>
        </p:nvCxnSpPr>
        <p:spPr>
          <a:xfrm>
            <a:off x="4680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sp>
        <p:nvSpPr>
          <p:cNvPr id="130" name="Google Shape;13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68000" y="779732"/>
            <a:ext cx="6245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Planning your own event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68000" y="100986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Plan your own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from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charity tournament making at least £500 for your favourite charity.  What should the cost per ticket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non-profit event, a child’s birthday party with a budget of £800.  How many children can be invited?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music concert in which you need to make a profit of 20%.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something of your own choice.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can use the internet to research costs of venues, catering, etc in your area. Or use the ones provided in this lesson.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3653225"/>
            <a:ext cx="6624000" cy="3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Planning an obstacle course birthday party for group of children.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Gold level package - £28.50 per child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Party bag with medal, wrist band and pencil - £6.99 per child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Pizza - 1 large pizza at £25.99 each (1 large per 2 children). 45% party discount and free delivery.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for two children = 85.2745 (unrounded value at this stage)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Budget = £800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800 ÷ 85.2745 = 9.381… so nine pairs of children can be invited.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 children can be invited to the party. Party cost total = £767.47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