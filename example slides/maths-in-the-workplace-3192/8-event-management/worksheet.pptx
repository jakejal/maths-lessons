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331B13-A2B7-4F9D-936B-8836F1917402}">
  <a:tblStyle styleId="{03331B13-A2B7-4F9D-936B-8836F191740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Event management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8000" y="1264150"/>
            <a:ext cx="62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Maths skills in event planning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68000" y="1634293"/>
            <a:ext cx="6624000" cy="1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cost of hiring a venue is £45 per hour.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cost of hiring a venue for the following time periods: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2 pm to 5 pm	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8:30 am to 4:30 pm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7:45 am to 6:00 pm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468000" y="3341925"/>
            <a:ext cx="66240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To make your event more comfortable for people you decide to use the ratio of 1 : 75 for the toilets to people.  The cost of hiring a toilet is £120.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cost of hiring toilets for the following numbers of people: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1500 people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3200 people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400 people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468000" y="5193600"/>
            <a:ext cx="66240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Calculate the cost of trophies and medals for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7 teams of 8 players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12 teams of 12 players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10 teams of 15 players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8" name="Google Shape;108;p12"/>
          <p:cNvGraphicFramePr/>
          <p:nvPr/>
        </p:nvGraphicFramePr>
        <p:xfrm>
          <a:off x="3463850" y="555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{03331B13-A2B7-4F9D-936B-8836F1917402}</a:tableStyleId>
              </a:tblPr>
              <a:tblGrid>
                <a:gridCol w="2004775"/>
                <a:gridCol w="138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Award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per item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Team trophy for 1</a:t>
                      </a:r>
                      <a:r>
                        <a:rPr baseline="30000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two teams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Trophy for winners and runners up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Participation medal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</a:tbl>
          </a:graphicData>
        </a:graphic>
      </p:graphicFrame>
      <p:sp>
        <p:nvSpPr>
          <p:cNvPr id="109" name="Google Shape;109;p12"/>
          <p:cNvSpPr txBox="1"/>
          <p:nvPr/>
        </p:nvSpPr>
        <p:spPr>
          <a:xfrm>
            <a:off x="468000" y="8146375"/>
            <a:ext cx="66240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Using your answers to the previous questions calculate the average ticket price if the profit needs to be at least £1000.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7:45 am to 6:00 pm with a 20% discount as it is a charity event.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teams of 15 players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400 attendees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0" name="Google Shape;110;p12"/>
          <p:cNvCxnSpPr/>
          <p:nvPr/>
        </p:nvCxnSpPr>
        <p:spPr>
          <a:xfrm>
            <a:off x="46800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Event management</a:t>
            </a:r>
            <a:endParaRPr/>
          </a:p>
        </p:txBody>
      </p:sp>
      <p:sp>
        <p:nvSpPr>
          <p:cNvPr id="117" name="Google Shape;117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468000" y="779732"/>
            <a:ext cx="6245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Planning your own event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468000" y="1009863"/>
            <a:ext cx="66240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Plan your own event.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Choose from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charity tournament making at least £500 for your favourite charity.  What should the cost per ticket be?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non-profit event, a child’s birthday party with a budget of £800.  How many children can be invited?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music concert in which you need to make a profit of 20%.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 something of your own choice.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can use the internet to research costs of venues, catering, etc in your area. Or use the ones provided in this lesson.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