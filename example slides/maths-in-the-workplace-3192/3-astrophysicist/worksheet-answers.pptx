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910A84-6C7C-4E3B-9ACC-D28EF2ED9B6A}">
  <a:tblStyle styleId="{55910A84-6C7C-4E3B-9ACC-D28EF2ED9B6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Astrophysicist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4024450"/>
            <a:ext cx="66240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a) The table below shows the approximate average distances from Earth to some of the other planets in our solar system. Write the distances in standard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4" name="Google Shape;174;p20"/>
          <p:cNvGraphicFramePr/>
          <p:nvPr/>
        </p:nvGraphicFramePr>
        <p:xfrm>
          <a:off x="468000" y="4598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{55910A84-6C7C-4E3B-9ACC-D28EF2ED9B6A}</a:tableStyleId>
              </a:tblPr>
              <a:tblGrid>
                <a:gridCol w="1656000"/>
                <a:gridCol w="1656000"/>
                <a:gridCol w="1656000"/>
                <a:gridCol w="1656000"/>
              </a:tblGrid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From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(km)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Standard form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91 691 000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9.1691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41 400 000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4.14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78 340 000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7.834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628 730 000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6.2873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Earth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1 275 000 000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1.275 × 10</a:t>
                      </a:r>
                      <a:r>
                        <a:rPr baseline="30000"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5" name="Google Shape;175;p20"/>
          <p:cNvSpPr txBox="1"/>
          <p:nvPr/>
        </p:nvSpPr>
        <p:spPr>
          <a:xfrm>
            <a:off x="468000" y="6964400"/>
            <a:ext cx="6624000" cy="12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b) In 2021, the fastest speed recorded by a spacecraft was 163 km/s. Using that speed and the formula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Distance = Speed × 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324650" y="7760325"/>
            <a:ext cx="2767500" cy="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how long it would take, in days, to travel from Earth to each planet.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your answer appropriately to the nearest day.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/>
          <p:nvPr/>
        </p:nvGraphicFramePr>
        <p:xfrm>
          <a:off x="468000" y="77603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{55910A84-6C7C-4E3B-9ACC-D28EF2ED9B6A}</a:tableStyleId>
              </a:tblPr>
              <a:tblGrid>
                <a:gridCol w="887325"/>
                <a:gridCol w="1431900"/>
                <a:gridCol w="1352775"/>
              </a:tblGrid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(km)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(days)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Mercury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91 691 000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Venus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41 400 000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Mars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78 340 000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Jupiter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628 730 000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45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Saturn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1 275 000 000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91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78" name="Google Shape;178;p20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0"/>
          <p:cNvSpPr txBox="1"/>
          <p:nvPr/>
        </p:nvSpPr>
        <p:spPr>
          <a:xfrm>
            <a:off x="467999" y="1309500"/>
            <a:ext cx="65412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Being an astrophysicist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8000" y="1744748"/>
            <a:ext cx="6624000" cy="22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Astrophysics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 branch of astronomy.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Astronomers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study the universe using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observational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techniques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assess and categorise various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celestial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bodies.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Astrophysicists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have a more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narrowed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focus. They study the physics of the universe such as how the celestial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bodies</a:t>
            </a:r>
            <a:r>
              <a:rPr lang="en-GB" sz="12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interact or other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physical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processes.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6" name="Google Shape;18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Astrophysicist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468000" y="1003264"/>
            <a:ext cx="6422700" cy="29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value (to 1 d.p.) of the unknown measurement in each case.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 = 19°,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19.3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 = 56°,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28.2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 = 19°,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162.6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 = 56°,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12.8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56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cm, 𝜃°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18.7°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19 cm,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56 cm, 𝜃° =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71.3°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68001" y="594581"/>
            <a:ext cx="6245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Determining terrain features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" name="Google Shape;191;p21"/>
          <p:cNvGrpSpPr/>
          <p:nvPr/>
        </p:nvGrpSpPr>
        <p:grpSpPr>
          <a:xfrm>
            <a:off x="4054917" y="1992226"/>
            <a:ext cx="2411926" cy="1163270"/>
            <a:chOff x="5127575" y="2160000"/>
            <a:chExt cx="3423600" cy="1651200"/>
          </a:xfrm>
        </p:grpSpPr>
        <p:sp>
          <p:nvSpPr>
            <p:cNvPr id="192" name="Google Shape;192;p21"/>
            <p:cNvSpPr/>
            <p:nvPr/>
          </p:nvSpPr>
          <p:spPr>
            <a:xfrm flipH="1">
              <a:off x="5127575" y="2160000"/>
              <a:ext cx="3423600" cy="1651200"/>
            </a:xfrm>
            <a:prstGeom prst="rtTriangle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8338352" y="3592728"/>
              <a:ext cx="209100" cy="2091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94" name="Google Shape;194;p21"/>
          <p:cNvCxnSpPr/>
          <p:nvPr/>
        </p:nvCxnSpPr>
        <p:spPr>
          <a:xfrm>
            <a:off x="6574755" y="1963482"/>
            <a:ext cx="0" cy="1204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" name="Google Shape;195;p21"/>
          <p:cNvCxnSpPr/>
          <p:nvPr/>
        </p:nvCxnSpPr>
        <p:spPr>
          <a:xfrm>
            <a:off x="4054926" y="3261908"/>
            <a:ext cx="2405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6" name="Google Shape;196;p21"/>
          <p:cNvSpPr txBox="1"/>
          <p:nvPr/>
        </p:nvSpPr>
        <p:spPr>
          <a:xfrm>
            <a:off x="5223952" y="3211271"/>
            <a:ext cx="198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6590386" y="2438939"/>
            <a:ext cx="198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i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5764627" y="1272683"/>
            <a:ext cx="1327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Not drawn accurately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1"/>
          <p:cNvCxnSpPr/>
          <p:nvPr/>
        </p:nvCxnSpPr>
        <p:spPr>
          <a:xfrm flipH="1" rot="5400000">
            <a:off x="4352979" y="3034469"/>
            <a:ext cx="153300" cy="88500"/>
          </a:xfrm>
          <a:prstGeom prst="curvedConnector3">
            <a:avLst>
              <a:gd fmla="val 97252" name="adj1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1"/>
          <p:cNvSpPr txBox="1"/>
          <p:nvPr/>
        </p:nvSpPr>
        <p:spPr>
          <a:xfrm>
            <a:off x="4558023" y="2889388"/>
            <a:ext cx="3132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𝜃°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368415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wall of a crater on Mars is 1.2 km tall. When the wall casts a shadow with length 557 m, what angle (to 1 d.p.) is the sun at?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Another crater on Mars has a wall which casts a shadow of length 21 m. This occurs when the sun is at an angle of 67°. What is the height (to 2 d.p.) of this wall?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tan^{-1}\left(\frac{1200}{557}\right)=65.1^{\circ}&quot;&gt;&lt;msup&gt;&lt;mi&gt;tan&lt;/mi&gt;&lt;mrow data-mjx-texclass=&quot;ORD&quot;&gt;&lt;mo&gt;−&lt;/mo&gt;&lt;mn&gt;1&lt;/mn&gt;&lt;/mrow&gt;&lt;/msup&gt;&lt;mo data-mjx-texclass=&quot;NONE&quot;&gt;⁡&lt;/mo&gt;&lt;mrow data-mjx-texclass=&quot;INNER&quot;&gt;&lt;mo data-mjx-texclass=&quot;OPEN&quot;&gt;(&lt;/mo&gt;&lt;mfrac&gt;&lt;mn&gt;1200&lt;/mn&gt;&lt;mn&gt;557&lt;/mn&gt;&lt;/mfrac&gt;&lt;mo data-mjx-texclass=&quot;CLOSE&quot;&gt;)&lt;/mo&gt;&lt;/mrow&gt;&lt;mo&gt;=&lt;/mo&gt;&lt;msup&gt;&lt;mn&gt;65.1&lt;/mn&gt;&lt;mrow data-mjx-texclass=&quot;ORD&quot;&gt;&lt;mo&gt;∘&lt;/mo&gt;&lt;/mrow&gt;&lt;/msup&gt;&lt;/math&gt;" id="202" name="Google Shape;202;p21" title="the inverse tangent of open paren 1200 over 557 close paren equals 65.1 degre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522" y="4223846"/>
            <a:ext cx="2022954" cy="54212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2253120" y="5351119"/>
            <a:ext cx="30537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 × tan(67) = 49.47 m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8000" y="5858648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largest crater on the near side of the Moon is called Clavius. The walls of this crater are 6.6 km high.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three pairs of values for the angle of the sun and the corresponding length of the shadow cast by the crater wall.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infinitely many pairs that will work here. To check if your values are correct, perform this calculation: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length of shadow × tan(angle of sun)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Your answer should round to 6.6 (if in km) or 6600 (if in m).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68000" y="8226225"/>
            <a:ext cx="6624000" cy="17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In order to calculate an estimate for the height of a crater wall, we have produced a model/sketch of the situation.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State an assumption that we have made that may affect the accuracy of our estimated value.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possible assumption: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We assumed that the surface of the planet was flat when it is actually curved.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