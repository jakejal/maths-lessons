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8AE480-C7F9-4227-B38C-B5339590EE41}">
  <a:tblStyle styleId="{238AE480-C7F9-4227-B38C-B5339590EE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Astrophysicist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4024450"/>
            <a:ext cx="66240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The table below shows the approximate average distances from Earth to some of the other planets in our solar system. Write the distances in standard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468000" y="45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{238AE480-C7F9-4227-B38C-B5339590EE41}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From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(km)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Standard form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91 691 000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41 400 000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78 340 000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628 730 000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1 275 000 000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468000" y="6964400"/>
            <a:ext cx="66240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b) In 2021, the fastest speed recorded by a spacecraft was 163 km/s. Using that speed and the formula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Distance = Speed × 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324650" y="7760325"/>
            <a:ext cx="2767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how long it would take, in days, to travel from Earth to each planet.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your answer appropriately to the nearest day.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468000" y="77603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{238AE480-C7F9-4227-B38C-B5339590EE41}</a:tableStyleId>
              </a:tblPr>
              <a:tblGrid>
                <a:gridCol w="887325"/>
                <a:gridCol w="1431900"/>
                <a:gridCol w="1352775"/>
              </a:tblGrid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(km)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(days)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91 691 000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41 400 000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78 340 000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628 730 000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1 275 000 000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6" name="Google Shape;166;p20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0"/>
          <p:cNvSpPr txBox="1"/>
          <p:nvPr/>
        </p:nvSpPr>
        <p:spPr>
          <a:xfrm>
            <a:off x="467999" y="1367700"/>
            <a:ext cx="65412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Being an astrophysicist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1802948"/>
            <a:ext cx="6624000" cy="22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/>
              <a:t>________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 branch of astronomy.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study the universe using </a:t>
            </a:r>
            <a:r>
              <a:rPr lang="en-GB" sz="1200">
                <a:solidFill>
                  <a:schemeClr val="dk1"/>
                </a:solidFill>
              </a:rPr>
              <a:t>_______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</a:rPr>
              <a:t>______</a:t>
            </a:r>
            <a:r>
              <a:rPr lang="en-GB" sz="1200"/>
              <a:t>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assess and categorise various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</a:rPr>
              <a:t>_______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bodies.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Astrophysicists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have a more </a:t>
            </a:r>
            <a:r>
              <a:rPr lang="en-GB" sz="1200">
                <a:solidFill>
                  <a:schemeClr val="dk1"/>
                </a:solidFill>
              </a:rPr>
              <a:t>_______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focus. They study the physics of the universe such as how the celestial </a:t>
            </a:r>
            <a:r>
              <a:rPr lang="en-GB" sz="1200">
                <a:solidFill>
                  <a:schemeClr val="dk1"/>
                </a:solidFill>
              </a:rPr>
              <a:t>_______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interact or other </a:t>
            </a:r>
            <a:r>
              <a:rPr lang="en-GB" sz="1200">
                <a:solidFill>
                  <a:schemeClr val="dk1"/>
                </a:solidFill>
              </a:rPr>
              <a:t>_______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processes.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687290" y="149761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Astrophysics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687290" y="173296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Astronomers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708290" y="219016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observational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121290" y="219016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techniques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031290" y="173296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celestial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555890" y="195481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narrowed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031290" y="149761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bodies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121290" y="1954815"/>
            <a:ext cx="19536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physical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2" name="Google Shape;18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Astrophysicist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1003264"/>
            <a:ext cx="6422700" cy="29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value (to 1 d.p.) of the unknown measurement in each case.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 = 19°,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 = 56°,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 = 19°,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 = 56°,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cm, 𝜃°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56 cm, 𝜃°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8001" y="594581"/>
            <a:ext cx="624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Determining terrain features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1"/>
          <p:cNvGrpSpPr/>
          <p:nvPr/>
        </p:nvGrpSpPr>
        <p:grpSpPr>
          <a:xfrm>
            <a:off x="4054917" y="1992226"/>
            <a:ext cx="2411926" cy="1163270"/>
            <a:chOff x="5127575" y="2160000"/>
            <a:chExt cx="3423600" cy="1651200"/>
          </a:xfrm>
        </p:grpSpPr>
        <p:sp>
          <p:nvSpPr>
            <p:cNvPr id="188" name="Google Shape;188;p21"/>
            <p:cNvSpPr/>
            <p:nvPr/>
          </p:nvSpPr>
          <p:spPr>
            <a:xfrm flipH="1">
              <a:off x="5127575" y="2160000"/>
              <a:ext cx="3423600" cy="16512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8338352" y="3592728"/>
              <a:ext cx="209100" cy="209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0" name="Google Shape;190;p21"/>
          <p:cNvCxnSpPr/>
          <p:nvPr/>
        </p:nvCxnSpPr>
        <p:spPr>
          <a:xfrm>
            <a:off x="6574755" y="1963482"/>
            <a:ext cx="0" cy="12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" name="Google Shape;191;p21"/>
          <p:cNvCxnSpPr/>
          <p:nvPr/>
        </p:nvCxnSpPr>
        <p:spPr>
          <a:xfrm>
            <a:off x="4054926" y="3261908"/>
            <a:ext cx="240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" name="Google Shape;192;p21"/>
          <p:cNvSpPr txBox="1"/>
          <p:nvPr/>
        </p:nvSpPr>
        <p:spPr>
          <a:xfrm>
            <a:off x="5223952" y="3211271"/>
            <a:ext cx="198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590386" y="2438939"/>
            <a:ext cx="198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764627" y="1272683"/>
            <a:ext cx="1327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drawn accurately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1"/>
          <p:cNvCxnSpPr/>
          <p:nvPr/>
        </p:nvCxnSpPr>
        <p:spPr>
          <a:xfrm flipH="1" rot="5400000">
            <a:off x="4352979" y="3034469"/>
            <a:ext cx="153300" cy="88500"/>
          </a:xfrm>
          <a:prstGeom prst="curvedConnector3">
            <a:avLst>
              <a:gd fmla="val 97252" name="adj1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1"/>
          <p:cNvSpPr txBox="1"/>
          <p:nvPr/>
        </p:nvSpPr>
        <p:spPr>
          <a:xfrm>
            <a:off x="4558023" y="2889388"/>
            <a:ext cx="313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368415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wall of a crater on Mars is 1.2 km tall. When the wall casts a shadow with length 557 m, what angle (to 1 d.p.) is the sun at?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Another crater on Mars has a wall which casts a shadow of length 21 m. This occurs when the sun is at an angle of 67°. What is the height (to 2 d.p.) of this wall?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5782448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largest crater on the near side of the Moon is called Clavius. The walls of this crater are 6.6 km high.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three pairs of values for the angle of the sun and the corresponding length of the shadow cast by the crater wall.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E.g. When the angle of the sun is 42°, the length of the shadow is recorded as 7300 m.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the angle of the sun is 87°, the length of the shadow is recorded as 346 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8226225"/>
            <a:ext cx="6624000" cy="1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In order to calculate an estimate for the height of a crater wall, we have produced a model/sketch of the situation.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State an assumption that we have made that may affect the accuracy of our estimated value.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