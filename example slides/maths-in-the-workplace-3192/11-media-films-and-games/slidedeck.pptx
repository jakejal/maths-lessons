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fd9a8871b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fd9a8871b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eff8fc23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eff8fc23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fd9a8871b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fd9a8871b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fd9a8871bd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fd9a8871bd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2fd9a8871bd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2fd9a8871bd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fd9a8871bd_0_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2fd9a8871bd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2fd9a8871bd_0_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2fd9a8871bd_0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fd9a8871bd_0_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fd9a8871bd_0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fd9a8871bd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2fd9a8871bd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2fd9a8871bd_0_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fd9a8871bd_0_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2fd9a8871bd_0_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2fd9a8871bd_0_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2fd9a8871bd_0_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2fd9a8871bd_0_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2fd9a8871bd_0_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2fd9a8871bd_0_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2fd9a8871bd_0_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2fd9a8871bd_0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2fd9a8871bd_0_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2fd9a8871bd_0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2fd9a8871bd_0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2fd9a8871bd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2fd9a8871bd_0_1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fd9a8871bd_0_1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2fd9a8871bd_0_1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2fd9a8871bd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2fd9a8871bd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2fd9a8871bd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2fd9a8871bd_0_1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2fd9a8871bd_0_1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fd9a8871bd_0_1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fd9a8871bd_0_1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2fd9a8871b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2fd9a8871b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2fd9a8871bd_0_1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2fd9a8871bd_0_1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fe0a5220e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2fe0a5220e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2fe0a5220e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2fe0a5220e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fe0a5220e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fe0a5220e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fe0a5220e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fe0a5220e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2fe0a5220e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2fe0a5220e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fe0a5220e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2fe0a5220e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2fe0a5220e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2fe0a5220e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2fe0a5220e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2fe0a5220e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2fe0a5220e5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2fe0a5220e5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2fe0a5220e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2fe0a5220e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2fe0a5220e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2fe0a5220e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2fe0a5220e5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2fe0a5220e5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2fe0a5220e5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2fe0a5220e5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2fe0a5220e5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fe0a5220e5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fe0a5220e5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fe0a5220e5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2fe0a5220e5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2fe0a5220e5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2fe0a5220e5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2fe0a5220e5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g2fe0a5220e5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5" name="Google Shape;1675;g2fe0a5220e5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2fe0a5220e5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g2fe0a5220e5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g2fe0a5220e5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3" name="Google Shape;1813;g2fe0a5220e5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9" name="Google Shape;186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5" name="Google Shape;1875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8.png"/><Relationship Id="rId5" Type="http://schemas.openxmlformats.org/officeDocument/2006/relationships/image" Target="../media/image1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3.png"/><Relationship Id="rId4" Type="http://schemas.openxmlformats.org/officeDocument/2006/relationships/image" Target="../media/image41.png"/><Relationship Id="rId5" Type="http://schemas.openxmlformats.org/officeDocument/2006/relationships/image" Target="../media/image35.png"/><Relationship Id="rId6" Type="http://schemas.openxmlformats.org/officeDocument/2006/relationships/image" Target="../media/image32.png"/><Relationship Id="rId7" Type="http://schemas.openxmlformats.org/officeDocument/2006/relationships/image" Target="../media/image4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80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3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80.png"/><Relationship Id="rId4" Type="http://schemas.openxmlformats.org/officeDocument/2006/relationships/image" Target="../media/image38.png"/><Relationship Id="rId9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image" Target="../media/image48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80.png"/><Relationship Id="rId4" Type="http://schemas.openxmlformats.org/officeDocument/2006/relationships/image" Target="../media/image47.png"/><Relationship Id="rId11" Type="http://schemas.openxmlformats.org/officeDocument/2006/relationships/image" Target="../media/image34.png"/><Relationship Id="rId10" Type="http://schemas.openxmlformats.org/officeDocument/2006/relationships/image" Target="../media/image53.png"/><Relationship Id="rId9" Type="http://schemas.openxmlformats.org/officeDocument/2006/relationships/image" Target="../media/image43.png"/><Relationship Id="rId5" Type="http://schemas.openxmlformats.org/officeDocument/2006/relationships/image" Target="../media/image38.png"/><Relationship Id="rId6" Type="http://schemas.openxmlformats.org/officeDocument/2006/relationships/image" Target="../media/image36.png"/><Relationship Id="rId7" Type="http://schemas.openxmlformats.org/officeDocument/2006/relationships/image" Target="../media/image48.png"/><Relationship Id="rId8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0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0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0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image" Target="../media/image49.png"/><Relationship Id="rId4" Type="http://schemas.openxmlformats.org/officeDocument/2006/relationships/image" Target="../media/image5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8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8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7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7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7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7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1" name="Google Shape;17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221" name="Google Shape;221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2" name="Google Shape;22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3" name="Google Shape;22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5" name="Google Shape;225;p2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7" name="Google Shape;227;p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8"/>
          <p:cNvCxnSpPr>
            <a:endCxn id="27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9" name="Google Shape;27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2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78" name="Google Shape;2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9"/>
          <p:cNvCxnSpPr>
            <a:endCxn id="29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3" name="Google Shape;29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6" name="Google Shape;296;p2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3" name="Google Shape;3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7" name="Google Shape;317;p3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3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3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0" name="Google Shape;32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6" name="Google Shape;336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8" name="Google Shape;3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43" name="Google Shape;343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0" name="Google Shape;35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8" name="Google Shape;358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0" name="Google Shape;360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61" name="Google Shape;36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3" name="Google Shape;363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64" name="Google Shape;36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3" name="Google Shape;373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4" name="Google Shape;37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7" name="Google Shape;37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6" name="Google Shape;386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7" name="Google Shape;397;p3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8" name="Google Shape;398;p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9" name="Google Shape;399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3" name="Google Shape;413;p3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7" name="Google Shape;4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6" name="Google Shape;4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4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4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4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3" name="Google Shape;463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9" name="Google Shape;46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2" name="Google Shape;472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3" name="Google Shape;473;p4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4" name="Google Shape;474;p4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5" name="Google Shape;475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76" name="Google Shape;47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79" name="Google Shape;47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82" name="Google Shape;48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8" name="Google Shape;48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4" name="Google Shape;494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5" name="Google Shape;49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7" name="Google Shape;497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98" name="Google Shape;49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0" name="Google Shape;500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01" name="Google Shape;501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7" name="Google Shape;5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0" name="Google Shape;510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4" name="Google Shape;51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7" name="Google Shape;51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0" name="Google Shape;520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4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4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4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3" name="Google Shape;53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6" name="Google Shape;53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9" name="Google Shape;53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5" name="Google Shape;5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1" name="Google Shape;551;p4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2" name="Google Shape;552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53" name="Google Shape;553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5" name="Google Shape;555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56" name="Google Shape;55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59" name="Google Shape;55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2" name="Google Shape;56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76" name="Google Shape;57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79" name="Google Shape;57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82" name="Google Shape;58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4" name="Google Shape;584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85" name="Google Shape;58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1" name="Google Shape;5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4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4" name="Google Shape;594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6" name="Google Shape;596;p4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7" name="Google Shape;597;p4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8" name="Google Shape;598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9" name="Google Shape;599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1" name="Google Shape;601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2" name="Google Shape;602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4" name="Google Shape;604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5" name="Google Shape;605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7" name="Google Shape;607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8" name="Google Shape;608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7" name="Google Shape;617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5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5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0" name="Google Shape;620;p5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1" name="Google Shape;621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2" name="Google Shape;62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4" name="Google Shape;624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5" name="Google Shape;62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7" name="Google Shape;627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8" name="Google Shape;628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1" name="Google Shape;631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7" name="Google Shape;6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3" name="Google Shape;643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44" name="Google Shape;644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6" name="Google Shape;646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47" name="Google Shape;647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9" name="Google Shape;649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50" name="Google Shape;65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56" name="Google Shape;6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9" name="Google Shape;659;p5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5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2" name="Google Shape;662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63" name="Google Shape;663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5" name="Google Shape;665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66" name="Google Shape;66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7" name="Google Shape;667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8" name="Google Shape;668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69" name="Google Shape;66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75" name="Google Shape;67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8" name="Google Shape;678;p5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5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5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1" name="Google Shape;68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4" name="Google Shape;68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85" name="Google Shape;68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7" name="Google Shape;68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8" name="Google Shape;68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4" name="Google Shape;6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7" name="Google Shape;697;p5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5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5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00" name="Google Shape;700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01" name="Google Shape;701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3" name="Google Shape;703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04" name="Google Shape;70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6" name="Google Shape;706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7" name="Google Shape;707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13" name="Google Shape;71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0" name="Google Shape;7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2" name="Google Shape;722;p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34" name="Google Shape;73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1" name="Google Shape;74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3" name="Google Shape;743;p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4" name="Google Shape;744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0" name="Google Shape;7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8" name="Google Shape;7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0" name="Google Shape;760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6" name="Google Shape;76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73" name="Google Shape;7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6" name="Google Shape;776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2" name="Google Shape;78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4" name="Google Shape;784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2" name="Google Shape;792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6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pic>
          <p:nvPicPr>
            <p:cNvPr id="795" name="Google Shape;795;p66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6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8" name="Google Shape;798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4" name="Google Shape;804;p6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6" name="Google Shape;806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theme" Target="../theme/theme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3.jpg"/><Relationship Id="rId4" Type="http://schemas.openxmlformats.org/officeDocument/2006/relationships/image" Target="../media/image7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4.png"/><Relationship Id="rId4" Type="http://schemas.openxmlformats.org/officeDocument/2006/relationships/image" Target="../media/image7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4.png"/><Relationship Id="rId4" Type="http://schemas.openxmlformats.org/officeDocument/2006/relationships/image" Target="../media/image7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4.png"/><Relationship Id="rId4" Type="http://schemas.openxmlformats.org/officeDocument/2006/relationships/image" Target="../media/image7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2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6.png"/><Relationship Id="rId4" Type="http://schemas.openxmlformats.org/officeDocument/2006/relationships/image" Target="../media/image72.png"/><Relationship Id="rId5" Type="http://schemas.openxmlformats.org/officeDocument/2006/relationships/image" Target="../media/image7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4.png"/><Relationship Id="rId4" Type="http://schemas.openxmlformats.org/officeDocument/2006/relationships/image" Target="../media/image7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4.png"/><Relationship Id="rId4" Type="http://schemas.openxmlformats.org/officeDocument/2006/relationships/image" Target="../media/image7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9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9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2.png"/><Relationship Id="rId4" Type="http://schemas.openxmlformats.org/officeDocument/2006/relationships/image" Target="../media/image79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2.png"/><Relationship Id="rId4" Type="http://schemas.openxmlformats.org/officeDocument/2006/relationships/image" Target="../media/image79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2.png"/><Relationship Id="rId4" Type="http://schemas.openxmlformats.org/officeDocument/2006/relationships/image" Target="../media/image79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2.png"/><Relationship Id="rId4" Type="http://schemas.openxmlformats.org/officeDocument/2006/relationships/image" Target="../media/image79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2.png"/><Relationship Id="rId4" Type="http://schemas.openxmlformats.org/officeDocument/2006/relationships/image" Target="../media/image79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2.png"/><Relationship Id="rId4" Type="http://schemas.openxmlformats.org/officeDocument/2006/relationships/image" Target="../media/image79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2.png"/><Relationship Id="rId4" Type="http://schemas.openxmlformats.org/officeDocument/2006/relationships/image" Target="../media/image79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 - films and games</a:t>
            </a:r>
            <a:endParaRPr/>
          </a:p>
        </p:txBody>
      </p:sp>
      <p:sp>
        <p:nvSpPr>
          <p:cNvPr id="837" name="Google Shape;837;p7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in the workplace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how maths is used in the media industry.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6"/>
          <p:cNvSpPr txBox="1"/>
          <p:nvPr>
            <p:ph idx="3" type="subTitle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Forced perspective</a:t>
            </a:r>
            <a:r>
              <a:rPr b="0" lang="en-GB"/>
              <a:t> is a technique that makes an object appear larger, smaller, farther or closer than it really is. 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sp>
        <p:nvSpPr>
          <p:cNvPr id="858" name="Google Shape;858;p7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sp>
        <p:nvSpPr>
          <p:cNvPr id="859" name="Google Shape;859;p7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 - films and games</a:t>
            </a:r>
            <a:endParaRPr/>
          </a:p>
        </p:txBody>
      </p:sp>
      <p:pic>
        <p:nvPicPr>
          <p:cNvPr id="860" name="Google Shape;86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267" y="205753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8"/>
          <p:cNvSpPr txBox="1"/>
          <p:nvPr>
            <p:ph idx="1" type="body"/>
          </p:nvPr>
        </p:nvSpPr>
        <p:spPr>
          <a:xfrm>
            <a:off x="324000" y="759300"/>
            <a:ext cx="8237700" cy="80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is a picture of some people enjoying a park. What do you notice?</a:t>
            </a:r>
            <a:endParaRPr/>
          </a:p>
        </p:txBody>
      </p:sp>
      <p:sp>
        <p:nvSpPr>
          <p:cNvPr id="866" name="Google Shape;866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pic>
        <p:nvPicPr>
          <p:cNvPr id="867" name="Google Shape;867;p78"/>
          <p:cNvPicPr preferRelativeResize="0"/>
          <p:nvPr/>
        </p:nvPicPr>
        <p:blipFill rotWithShape="1">
          <a:blip r:embed="rId3">
            <a:alphaModFix/>
          </a:blip>
          <a:srcRect b="8648" l="15384" r="9461" t="42816"/>
          <a:stretch/>
        </p:blipFill>
        <p:spPr>
          <a:xfrm>
            <a:off x="324000" y="1620000"/>
            <a:ext cx="7135201" cy="307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pic>
        <p:nvPicPr>
          <p:cNvPr id="873" name="Google Shape;873;p79"/>
          <p:cNvPicPr preferRelativeResize="0"/>
          <p:nvPr/>
        </p:nvPicPr>
        <p:blipFill rotWithShape="1">
          <a:blip r:embed="rId3">
            <a:alphaModFix/>
          </a:blip>
          <a:srcRect b="8648" l="15384" r="9461" t="42816"/>
          <a:stretch/>
        </p:blipFill>
        <p:spPr>
          <a:xfrm>
            <a:off x="324000" y="1620000"/>
            <a:ext cx="7135201" cy="307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4" name="Google Shape;874;p79"/>
          <p:cNvCxnSpPr/>
          <p:nvPr/>
        </p:nvCxnSpPr>
        <p:spPr>
          <a:xfrm>
            <a:off x="5844875" y="3612525"/>
            <a:ext cx="0" cy="8823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75" name="Google Shape;875;p79"/>
          <p:cNvCxnSpPr/>
          <p:nvPr/>
        </p:nvCxnSpPr>
        <p:spPr>
          <a:xfrm>
            <a:off x="3689475" y="3071084"/>
            <a:ext cx="0" cy="8823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76" name="Google Shape;876;p79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Lucas says: ‘The person sitting down </a:t>
            </a:r>
            <a:r>
              <a:rPr lang="en-GB">
                <a:solidFill>
                  <a:schemeClr val="accent4"/>
                </a:solidFill>
              </a:rPr>
              <a:t>must</a:t>
            </a:r>
            <a:r>
              <a:rPr lang="en-GB"/>
              <a:t> be taller than the person walking.’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pic>
        <p:nvPicPr>
          <p:cNvPr id="882" name="Google Shape;882;p80"/>
          <p:cNvPicPr preferRelativeResize="0"/>
          <p:nvPr/>
        </p:nvPicPr>
        <p:blipFill rotWithShape="1">
          <a:blip r:embed="rId3">
            <a:alphaModFix/>
          </a:blip>
          <a:srcRect b="8648" l="15384" r="9461" t="42816"/>
          <a:stretch/>
        </p:blipFill>
        <p:spPr>
          <a:xfrm>
            <a:off x="324000" y="1620000"/>
            <a:ext cx="7135201" cy="307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3" name="Google Shape;883;p80"/>
          <p:cNvCxnSpPr/>
          <p:nvPr/>
        </p:nvCxnSpPr>
        <p:spPr>
          <a:xfrm>
            <a:off x="5844875" y="3612525"/>
            <a:ext cx="0" cy="8823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84" name="Google Shape;884;p80"/>
          <p:cNvCxnSpPr/>
          <p:nvPr/>
        </p:nvCxnSpPr>
        <p:spPr>
          <a:xfrm>
            <a:off x="3689475" y="3071084"/>
            <a:ext cx="0" cy="8823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5" name="Google Shape;885;p80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is not necessarily true. The person walking is </a:t>
            </a:r>
            <a:r>
              <a:rPr lang="en-GB">
                <a:solidFill>
                  <a:schemeClr val="accent4"/>
                </a:solidFill>
              </a:rPr>
              <a:t>further away</a:t>
            </a:r>
            <a:r>
              <a:rPr lang="en-GB"/>
              <a:t> from the camera, so appears smaller.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8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 of these people is taller than the other.</a:t>
            </a:r>
            <a:endParaRPr/>
          </a:p>
        </p:txBody>
      </p:sp>
      <p:sp>
        <p:nvSpPr>
          <p:cNvPr id="891" name="Google Shape;891;p8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sp>
        <p:nvSpPr>
          <p:cNvPr id="892" name="Google Shape;892;p8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True - we can see this.</a:t>
            </a:r>
            <a:endParaRPr/>
          </a:p>
        </p:txBody>
      </p:sp>
      <p:sp>
        <p:nvSpPr>
          <p:cNvPr id="893" name="Google Shape;893;p8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False - they are the same height.</a:t>
            </a:r>
            <a:endParaRPr/>
          </a:p>
        </p:txBody>
      </p:sp>
      <p:sp>
        <p:nvSpPr>
          <p:cNvPr id="894" name="Google Shape;894;p8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Maybe - there is not enough information.</a:t>
            </a:r>
            <a:endParaRPr/>
          </a:p>
        </p:txBody>
      </p:sp>
      <p:pic>
        <p:nvPicPr>
          <p:cNvPr id="895" name="Google Shape;89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8023" y="1711510"/>
            <a:ext cx="2915176" cy="194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4308" y="37197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2"/>
          <p:cNvSpPr txBox="1"/>
          <p:nvPr>
            <p:ph idx="1" type="body"/>
          </p:nvPr>
        </p:nvSpPr>
        <p:spPr>
          <a:xfrm>
            <a:off x="324000" y="759300"/>
            <a:ext cx="8237700" cy="80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In order to ‘trick’ a person into seeing an object in a certain way, their perspective can be manipulated.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Forced perspective</a:t>
            </a:r>
            <a:r>
              <a:rPr lang="en-GB" sz="2000"/>
              <a:t> is a technique that makes an object appear larger, smaller, farther or closer than it really is.</a:t>
            </a:r>
            <a:endParaRPr/>
          </a:p>
        </p:txBody>
      </p:sp>
      <p:sp>
        <p:nvSpPr>
          <p:cNvPr id="902" name="Google Shape;90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83"/>
          <p:cNvSpPr txBox="1"/>
          <p:nvPr>
            <p:ph idx="1" type="body"/>
          </p:nvPr>
        </p:nvSpPr>
        <p:spPr>
          <a:xfrm>
            <a:off x="324000" y="759300"/>
            <a:ext cx="8237700" cy="80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Forced perspective</a:t>
            </a:r>
            <a:r>
              <a:rPr lang="en-GB" sz="2000"/>
              <a:t> is very useful in film making, as it is a much cheaper alternative to CGI.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Lord of the Rings films used </a:t>
            </a:r>
            <a:r>
              <a:rPr b="1" lang="en-GB" sz="2000"/>
              <a:t>forced perspective</a:t>
            </a:r>
            <a:r>
              <a:rPr lang="en-GB" sz="2000"/>
              <a:t> to make some certain actors seem much taller or shorter than the other actors.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first thing we need to know is how much taller or shorter we want a person to be.</a:t>
            </a:r>
            <a:endParaRPr sz="2000"/>
          </a:p>
        </p:txBody>
      </p:sp>
      <p:sp>
        <p:nvSpPr>
          <p:cNvPr id="908" name="Google Shape;908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84"/>
          <p:cNvSpPr txBox="1"/>
          <p:nvPr>
            <p:ph idx="1" type="body"/>
          </p:nvPr>
        </p:nvSpPr>
        <p:spPr>
          <a:xfrm>
            <a:off x="324000" y="759300"/>
            <a:ext cx="8496000" cy="80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Jacob and Sam are the same height. They want to record a video which makes it seem that Sam is two thirds of Jacob’s height.</a:t>
            </a:r>
            <a:endParaRPr sz="2000"/>
          </a:p>
        </p:txBody>
      </p:sp>
      <p:sp>
        <p:nvSpPr>
          <p:cNvPr id="914" name="Google Shape;914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pic>
        <p:nvPicPr>
          <p:cNvPr id="915" name="Google Shape;91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2650" y="1928638"/>
            <a:ext cx="523500" cy="193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314" y="1928637"/>
            <a:ext cx="588574" cy="1931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5"/>
          <p:cNvSpPr txBox="1"/>
          <p:nvPr>
            <p:ph idx="1" type="body"/>
          </p:nvPr>
        </p:nvSpPr>
        <p:spPr>
          <a:xfrm>
            <a:off x="324000" y="759300"/>
            <a:ext cx="8237700" cy="80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Jacob stands 2 m away </a:t>
            </a:r>
            <a:r>
              <a:rPr lang="en-GB" sz="2000"/>
              <a:t>from the camera.</a:t>
            </a:r>
            <a:endParaRPr sz="2000"/>
          </a:p>
        </p:txBody>
      </p:sp>
      <p:sp>
        <p:nvSpPr>
          <p:cNvPr id="922" name="Google Shape;922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pic>
        <p:nvPicPr>
          <p:cNvPr id="923" name="Google Shape;92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2650" y="1928638"/>
            <a:ext cx="523500" cy="193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146514" y="1928637"/>
            <a:ext cx="588574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5"/>
          <p:cNvSpPr/>
          <p:nvPr/>
        </p:nvSpPr>
        <p:spPr>
          <a:xfrm>
            <a:off x="324000" y="2790475"/>
            <a:ext cx="523500" cy="37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6" name="Google Shape;926;p85"/>
          <p:cNvCxnSpPr/>
          <p:nvPr/>
        </p:nvCxnSpPr>
        <p:spPr>
          <a:xfrm flipH="1" rot="10800000">
            <a:off x="847500" y="2804634"/>
            <a:ext cx="125400" cy="13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7" name="Google Shape;927;p85"/>
          <p:cNvCxnSpPr/>
          <p:nvPr/>
        </p:nvCxnSpPr>
        <p:spPr>
          <a:xfrm>
            <a:off x="847500" y="3033234"/>
            <a:ext cx="125400" cy="13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8" name="Google Shape;928;p85"/>
          <p:cNvCxnSpPr/>
          <p:nvPr/>
        </p:nvCxnSpPr>
        <p:spPr>
          <a:xfrm>
            <a:off x="972891" y="2813075"/>
            <a:ext cx="0" cy="36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85"/>
          <p:cNvCxnSpPr/>
          <p:nvPr/>
        </p:nvCxnSpPr>
        <p:spPr>
          <a:xfrm>
            <a:off x="972900" y="3982350"/>
            <a:ext cx="21948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30" name="Google Shape;930;p85"/>
          <p:cNvSpPr txBox="1"/>
          <p:nvPr/>
        </p:nvSpPr>
        <p:spPr>
          <a:xfrm>
            <a:off x="972900" y="3994800"/>
            <a:ext cx="2173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86"/>
          <p:cNvSpPr txBox="1"/>
          <p:nvPr>
            <p:ph idx="1" type="body"/>
          </p:nvPr>
        </p:nvSpPr>
        <p:spPr>
          <a:xfrm>
            <a:off x="324000" y="759300"/>
            <a:ext cx="8545800" cy="80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order for Sam to appear to be two thirds of Jacob’s height, Sam needs to stand here.</a:t>
            </a:r>
            <a:endParaRPr sz="2000"/>
          </a:p>
        </p:txBody>
      </p:sp>
      <p:sp>
        <p:nvSpPr>
          <p:cNvPr id="936" name="Google Shape;936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pic>
        <p:nvPicPr>
          <p:cNvPr id="937" name="Google Shape;93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1163" y="1925771"/>
            <a:ext cx="523500" cy="193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146514" y="1928637"/>
            <a:ext cx="588574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86"/>
          <p:cNvSpPr/>
          <p:nvPr/>
        </p:nvSpPr>
        <p:spPr>
          <a:xfrm>
            <a:off x="324000" y="2790475"/>
            <a:ext cx="523500" cy="37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0" name="Google Shape;940;p86"/>
          <p:cNvCxnSpPr/>
          <p:nvPr/>
        </p:nvCxnSpPr>
        <p:spPr>
          <a:xfrm flipH="1" rot="10800000">
            <a:off x="847500" y="2804634"/>
            <a:ext cx="125400" cy="13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1" name="Google Shape;941;p86"/>
          <p:cNvCxnSpPr/>
          <p:nvPr/>
        </p:nvCxnSpPr>
        <p:spPr>
          <a:xfrm>
            <a:off x="847500" y="3033234"/>
            <a:ext cx="125400" cy="13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2" name="Google Shape;942;p86"/>
          <p:cNvCxnSpPr/>
          <p:nvPr/>
        </p:nvCxnSpPr>
        <p:spPr>
          <a:xfrm>
            <a:off x="972891" y="2813075"/>
            <a:ext cx="0" cy="36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3" name="Google Shape;943;p86"/>
          <p:cNvCxnSpPr/>
          <p:nvPr/>
        </p:nvCxnSpPr>
        <p:spPr>
          <a:xfrm>
            <a:off x="972900" y="3982350"/>
            <a:ext cx="21948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44" name="Google Shape;944;p86"/>
          <p:cNvSpPr txBox="1"/>
          <p:nvPr/>
        </p:nvSpPr>
        <p:spPr>
          <a:xfrm>
            <a:off x="972900" y="3994800"/>
            <a:ext cx="2173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5" name="Google Shape;945;p86"/>
          <p:cNvGrpSpPr/>
          <p:nvPr/>
        </p:nvGrpSpPr>
        <p:grpSpPr>
          <a:xfrm>
            <a:off x="972900" y="4287150"/>
            <a:ext cx="3635100" cy="374550"/>
            <a:chOff x="972900" y="4287150"/>
            <a:chExt cx="3635100" cy="374550"/>
          </a:xfrm>
        </p:grpSpPr>
        <p:cxnSp>
          <p:nvCxnSpPr>
            <p:cNvPr id="946" name="Google Shape;946;p86"/>
            <p:cNvCxnSpPr/>
            <p:nvPr/>
          </p:nvCxnSpPr>
          <p:spPr>
            <a:xfrm>
              <a:off x="972900" y="4287150"/>
              <a:ext cx="36351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47" name="Google Shape;947;p86"/>
            <p:cNvSpPr txBox="1"/>
            <p:nvPr/>
          </p:nvSpPr>
          <p:spPr>
            <a:xfrm>
              <a:off x="972900" y="4299600"/>
              <a:ext cx="35997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m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48" name="Google Shape;948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1171" y="2526499"/>
            <a:ext cx="360700" cy="133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86"/>
          <p:cNvSpPr txBox="1"/>
          <p:nvPr/>
        </p:nvSpPr>
        <p:spPr>
          <a:xfrm>
            <a:off x="5905225" y="3982350"/>
            <a:ext cx="26565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 you notice about the distances?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0" name="Google Shape;950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2650" y="1928638"/>
            <a:ext cx="523500" cy="19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87"/>
          <p:cNvSpPr txBox="1"/>
          <p:nvPr>
            <p:ph idx="1" type="body"/>
          </p:nvPr>
        </p:nvSpPr>
        <p:spPr>
          <a:xfrm>
            <a:off x="324000" y="759300"/>
            <a:ext cx="8237700" cy="80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order for Sam to appear to be two thirds of Jacob’s height, Sam needs to stand here.</a:t>
            </a:r>
            <a:endParaRPr sz="2000"/>
          </a:p>
        </p:txBody>
      </p:sp>
      <p:sp>
        <p:nvSpPr>
          <p:cNvPr id="956" name="Google Shape;95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pic>
        <p:nvPicPr>
          <p:cNvPr id="957" name="Google Shape;957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146514" y="1928637"/>
            <a:ext cx="588574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7"/>
          <p:cNvSpPr/>
          <p:nvPr/>
        </p:nvSpPr>
        <p:spPr>
          <a:xfrm>
            <a:off x="324000" y="2790475"/>
            <a:ext cx="523500" cy="37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9" name="Google Shape;959;p87"/>
          <p:cNvCxnSpPr/>
          <p:nvPr/>
        </p:nvCxnSpPr>
        <p:spPr>
          <a:xfrm flipH="1" rot="10800000">
            <a:off x="847500" y="2804634"/>
            <a:ext cx="125400" cy="13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87"/>
          <p:cNvCxnSpPr/>
          <p:nvPr/>
        </p:nvCxnSpPr>
        <p:spPr>
          <a:xfrm>
            <a:off x="847500" y="3033234"/>
            <a:ext cx="125400" cy="13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87"/>
          <p:cNvCxnSpPr/>
          <p:nvPr/>
        </p:nvCxnSpPr>
        <p:spPr>
          <a:xfrm>
            <a:off x="972891" y="2813075"/>
            <a:ext cx="0" cy="36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87"/>
          <p:cNvCxnSpPr/>
          <p:nvPr/>
        </p:nvCxnSpPr>
        <p:spPr>
          <a:xfrm>
            <a:off x="972900" y="3982350"/>
            <a:ext cx="21948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63" name="Google Shape;963;p87"/>
          <p:cNvSpPr txBox="1"/>
          <p:nvPr/>
        </p:nvSpPr>
        <p:spPr>
          <a:xfrm>
            <a:off x="972900" y="3994800"/>
            <a:ext cx="2173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4" name="Google Shape;964;p87"/>
          <p:cNvGrpSpPr/>
          <p:nvPr/>
        </p:nvGrpSpPr>
        <p:grpSpPr>
          <a:xfrm>
            <a:off x="972900" y="4287150"/>
            <a:ext cx="3635100" cy="374550"/>
            <a:chOff x="972900" y="4287150"/>
            <a:chExt cx="3635100" cy="374550"/>
          </a:xfrm>
        </p:grpSpPr>
        <p:cxnSp>
          <p:nvCxnSpPr>
            <p:cNvPr id="965" name="Google Shape;965;p87"/>
            <p:cNvCxnSpPr/>
            <p:nvPr/>
          </p:nvCxnSpPr>
          <p:spPr>
            <a:xfrm>
              <a:off x="972900" y="4287150"/>
              <a:ext cx="36351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66" name="Google Shape;966;p87"/>
            <p:cNvSpPr txBox="1"/>
            <p:nvPr/>
          </p:nvSpPr>
          <p:spPr>
            <a:xfrm>
              <a:off x="972900" y="4299600"/>
              <a:ext cx="35997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 m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67" name="Google Shape;967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1171" y="2526499"/>
            <a:ext cx="360700" cy="133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\frac{3}{2}=3&quot;&gt;&lt;mn&gt;2&lt;/mn&gt;&lt;mo&gt;×&lt;/mo&gt;&lt;mfrac&gt;&lt;mn&gt;3&lt;/mn&gt;&lt;mn&gt;2&lt;/mn&gt;&lt;/mfrac&gt;&lt;mo&gt;=&lt;/mo&gt;&lt;mn&gt;3&lt;/mn&gt;&lt;/math&gt;" id="968" name="Google Shape;968;p87" title="2 times three halves equals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8146" y="2560738"/>
            <a:ext cx="1724025" cy="866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9" name="Google Shape;969;p87"/>
          <p:cNvGrpSpPr/>
          <p:nvPr/>
        </p:nvGrpSpPr>
        <p:grpSpPr>
          <a:xfrm>
            <a:off x="1796500" y="2752750"/>
            <a:ext cx="4672950" cy="1494225"/>
            <a:chOff x="1796500" y="2752750"/>
            <a:chExt cx="4672950" cy="1494225"/>
          </a:xfrm>
        </p:grpSpPr>
        <p:sp>
          <p:nvSpPr>
            <p:cNvPr id="970" name="Google Shape;970;p87"/>
            <p:cNvSpPr/>
            <p:nvPr/>
          </p:nvSpPr>
          <p:spPr>
            <a:xfrm>
              <a:off x="6108850" y="2752750"/>
              <a:ext cx="360600" cy="4872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1" name="Google Shape;971;p87"/>
            <p:cNvSpPr/>
            <p:nvPr/>
          </p:nvSpPr>
          <p:spPr>
            <a:xfrm>
              <a:off x="1796500" y="4028875"/>
              <a:ext cx="523500" cy="2181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2" name="Google Shape;972;p87"/>
          <p:cNvGrpSpPr/>
          <p:nvPr/>
        </p:nvGrpSpPr>
        <p:grpSpPr>
          <a:xfrm>
            <a:off x="4417475" y="780000"/>
            <a:ext cx="2813975" cy="2769675"/>
            <a:chOff x="3655475" y="1057075"/>
            <a:chExt cx="2813975" cy="2769675"/>
          </a:xfrm>
        </p:grpSpPr>
        <p:sp>
          <p:nvSpPr>
            <p:cNvPr id="973" name="Google Shape;973;p87"/>
            <p:cNvSpPr/>
            <p:nvPr/>
          </p:nvSpPr>
          <p:spPr>
            <a:xfrm>
              <a:off x="6108850" y="2752750"/>
              <a:ext cx="360600" cy="10740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4" name="Google Shape;974;p87"/>
            <p:cNvSpPr/>
            <p:nvPr/>
          </p:nvSpPr>
          <p:spPr>
            <a:xfrm>
              <a:off x="3655475" y="1057075"/>
              <a:ext cx="1276500" cy="2607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5" name="Google Shape;975;p87"/>
          <p:cNvGrpSpPr/>
          <p:nvPr/>
        </p:nvGrpSpPr>
        <p:grpSpPr>
          <a:xfrm>
            <a:off x="2504925" y="2752750"/>
            <a:ext cx="5541317" cy="1799025"/>
            <a:chOff x="1796500" y="2447950"/>
            <a:chExt cx="5541317" cy="1799025"/>
          </a:xfrm>
        </p:grpSpPr>
        <p:sp>
          <p:nvSpPr>
            <p:cNvPr id="976" name="Google Shape;976;p87"/>
            <p:cNvSpPr/>
            <p:nvPr/>
          </p:nvSpPr>
          <p:spPr>
            <a:xfrm>
              <a:off x="6977217" y="2447950"/>
              <a:ext cx="360600" cy="4872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7" name="Google Shape;977;p87"/>
            <p:cNvSpPr/>
            <p:nvPr/>
          </p:nvSpPr>
          <p:spPr>
            <a:xfrm>
              <a:off x="1796500" y="4028875"/>
              <a:ext cx="523500" cy="2181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78" name="Google Shape;978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6800" y="759300"/>
            <a:ext cx="8272098" cy="63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3\times\frac{2}{3}=2&quot;&gt;&lt;mn&gt;3&lt;/mn&gt;&lt;mo&gt;×&lt;/mo&gt;&lt;mfrac&gt;&lt;mn&gt;2&lt;/mn&gt;&lt;mn&gt;3&lt;/mn&gt;&lt;/mfrac&gt;&lt;mo&gt;=&lt;/mo&gt;&lt;mn&gt;2&lt;/mn&gt;&lt;/math&gt;" id="983" name="Google Shape;983;p88" title="3 times two thirds equal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9096" y="2558725"/>
            <a:ext cx="1762125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88"/>
          <p:cNvSpPr txBox="1"/>
          <p:nvPr>
            <p:ph idx="1" type="body"/>
          </p:nvPr>
        </p:nvSpPr>
        <p:spPr>
          <a:xfrm>
            <a:off x="324000" y="759300"/>
            <a:ext cx="8355300" cy="80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In order for Sam to appear to be two thirds of Jacob’s height, Jacob must stand at a distance from the camera which is two thirds of Sam’s distance from the camera.</a:t>
            </a:r>
            <a:endParaRPr sz="2000">
              <a:solidFill>
                <a:srgbClr val="282828"/>
              </a:solidFill>
            </a:endParaRPr>
          </a:p>
        </p:txBody>
      </p:sp>
      <p:sp>
        <p:nvSpPr>
          <p:cNvPr id="985" name="Google Shape;98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pic>
        <p:nvPicPr>
          <p:cNvPr id="986" name="Google Shape;986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146514" y="1928637"/>
            <a:ext cx="588574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88"/>
          <p:cNvSpPr/>
          <p:nvPr/>
        </p:nvSpPr>
        <p:spPr>
          <a:xfrm>
            <a:off x="324000" y="2790475"/>
            <a:ext cx="523500" cy="37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8" name="Google Shape;988;p88"/>
          <p:cNvCxnSpPr/>
          <p:nvPr/>
        </p:nvCxnSpPr>
        <p:spPr>
          <a:xfrm flipH="1" rot="10800000">
            <a:off x="847500" y="2804634"/>
            <a:ext cx="125400" cy="13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88"/>
          <p:cNvCxnSpPr/>
          <p:nvPr/>
        </p:nvCxnSpPr>
        <p:spPr>
          <a:xfrm>
            <a:off x="847500" y="3033234"/>
            <a:ext cx="125400" cy="13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88"/>
          <p:cNvCxnSpPr/>
          <p:nvPr/>
        </p:nvCxnSpPr>
        <p:spPr>
          <a:xfrm>
            <a:off x="972891" y="2813075"/>
            <a:ext cx="0" cy="36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88"/>
          <p:cNvCxnSpPr/>
          <p:nvPr/>
        </p:nvCxnSpPr>
        <p:spPr>
          <a:xfrm>
            <a:off x="972900" y="3982350"/>
            <a:ext cx="21948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92" name="Google Shape;992;p88"/>
          <p:cNvSpPr txBox="1"/>
          <p:nvPr/>
        </p:nvSpPr>
        <p:spPr>
          <a:xfrm>
            <a:off x="972900" y="3994800"/>
            <a:ext cx="2173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3" name="Google Shape;993;p88"/>
          <p:cNvGrpSpPr/>
          <p:nvPr/>
        </p:nvGrpSpPr>
        <p:grpSpPr>
          <a:xfrm>
            <a:off x="972900" y="4287150"/>
            <a:ext cx="3635100" cy="374550"/>
            <a:chOff x="972900" y="4287150"/>
            <a:chExt cx="3635100" cy="374550"/>
          </a:xfrm>
        </p:grpSpPr>
        <p:cxnSp>
          <p:nvCxnSpPr>
            <p:cNvPr id="994" name="Google Shape;994;p88"/>
            <p:cNvCxnSpPr/>
            <p:nvPr/>
          </p:nvCxnSpPr>
          <p:spPr>
            <a:xfrm>
              <a:off x="972900" y="4287150"/>
              <a:ext cx="36351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95" name="Google Shape;995;p88"/>
            <p:cNvSpPr txBox="1"/>
            <p:nvPr/>
          </p:nvSpPr>
          <p:spPr>
            <a:xfrm>
              <a:off x="972900" y="4299600"/>
              <a:ext cx="35997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 m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96" name="Google Shape;996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1171" y="2526499"/>
            <a:ext cx="360700" cy="133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9"/>
          <p:cNvSpPr txBox="1"/>
          <p:nvPr>
            <p:ph idx="1" type="body"/>
          </p:nvPr>
        </p:nvSpPr>
        <p:spPr>
          <a:xfrm>
            <a:off x="324000" y="759300"/>
            <a:ext cx="8496000" cy="15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Jacob and Sam are the same height. They want to record a video which makes it seem that Jacob is three quarters of Sam’s height.</a:t>
            </a:r>
            <a:endParaRPr sz="2000">
              <a:solidFill>
                <a:srgbClr val="282828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If Jacob stands 12 m away from the camera, how far away from the camera should Sam be?</a:t>
            </a:r>
            <a:endParaRPr sz="2000">
              <a:solidFill>
                <a:srgbClr val="282828"/>
              </a:solidFill>
            </a:endParaRPr>
          </a:p>
        </p:txBody>
      </p:sp>
      <p:sp>
        <p:nvSpPr>
          <p:cNvPr id="1002" name="Google Shape;100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pic>
        <p:nvPicPr>
          <p:cNvPr id="1003" name="Google Shape;100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2650" y="2462038"/>
            <a:ext cx="523500" cy="193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314" y="2462037"/>
            <a:ext cx="588574" cy="1931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90"/>
          <p:cNvSpPr txBox="1"/>
          <p:nvPr>
            <p:ph idx="1" type="body"/>
          </p:nvPr>
        </p:nvSpPr>
        <p:spPr>
          <a:xfrm>
            <a:off x="324000" y="759300"/>
            <a:ext cx="8496000" cy="15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Jacob and Sam are the same height. They want to record a video which makes it seem that Jacob is three quarters of Sam’s height.</a:t>
            </a:r>
            <a:endParaRPr sz="2000">
              <a:solidFill>
                <a:srgbClr val="282828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If Jacob stands 12 m away from the camera, how far away from the camera should Sam be?</a:t>
            </a:r>
            <a:endParaRPr sz="2000">
              <a:solidFill>
                <a:srgbClr val="282828"/>
              </a:solidFill>
            </a:endParaRPr>
          </a:p>
        </p:txBody>
      </p:sp>
      <p:sp>
        <p:nvSpPr>
          <p:cNvPr id="1010" name="Google Shape;101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pic>
        <p:nvPicPr>
          <p:cNvPr id="1011" name="Google Shape;1011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8021" y="2078171"/>
            <a:ext cx="523500" cy="193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575524" y="2452476"/>
            <a:ext cx="475399" cy="156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90"/>
          <p:cNvSpPr/>
          <p:nvPr/>
        </p:nvSpPr>
        <p:spPr>
          <a:xfrm>
            <a:off x="1390800" y="2942875"/>
            <a:ext cx="523500" cy="37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4" name="Google Shape;1014;p90"/>
          <p:cNvCxnSpPr/>
          <p:nvPr/>
        </p:nvCxnSpPr>
        <p:spPr>
          <a:xfrm flipH="1" rot="10800000">
            <a:off x="1914300" y="2957034"/>
            <a:ext cx="125400" cy="13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90"/>
          <p:cNvCxnSpPr/>
          <p:nvPr/>
        </p:nvCxnSpPr>
        <p:spPr>
          <a:xfrm>
            <a:off x="1914300" y="3185634"/>
            <a:ext cx="125400" cy="13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" name="Google Shape;1016;p90"/>
          <p:cNvCxnSpPr/>
          <p:nvPr/>
        </p:nvCxnSpPr>
        <p:spPr>
          <a:xfrm>
            <a:off x="2039691" y="2965475"/>
            <a:ext cx="0" cy="36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17" name="Google Shape;1017;p90"/>
          <p:cNvGrpSpPr/>
          <p:nvPr/>
        </p:nvGrpSpPr>
        <p:grpSpPr>
          <a:xfrm>
            <a:off x="2039700" y="4134750"/>
            <a:ext cx="3488400" cy="374550"/>
            <a:chOff x="2039700" y="4134750"/>
            <a:chExt cx="3488400" cy="374550"/>
          </a:xfrm>
        </p:grpSpPr>
        <p:cxnSp>
          <p:nvCxnSpPr>
            <p:cNvPr id="1018" name="Google Shape;1018;p90"/>
            <p:cNvCxnSpPr/>
            <p:nvPr/>
          </p:nvCxnSpPr>
          <p:spPr>
            <a:xfrm>
              <a:off x="2039700" y="4134750"/>
              <a:ext cx="34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19" name="Google Shape;1019;p90"/>
            <p:cNvSpPr txBox="1"/>
            <p:nvPr/>
          </p:nvSpPr>
          <p:spPr>
            <a:xfrm>
              <a:off x="2039700" y="4147200"/>
              <a:ext cx="34884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m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0" name="Google Shape;1020;p90"/>
          <p:cNvGrpSpPr/>
          <p:nvPr/>
        </p:nvGrpSpPr>
        <p:grpSpPr>
          <a:xfrm>
            <a:off x="2039688" y="4439550"/>
            <a:ext cx="4604581" cy="374550"/>
            <a:chOff x="972900" y="4287150"/>
            <a:chExt cx="3635100" cy="374550"/>
          </a:xfrm>
        </p:grpSpPr>
        <p:cxnSp>
          <p:nvCxnSpPr>
            <p:cNvPr id="1021" name="Google Shape;1021;p90"/>
            <p:cNvCxnSpPr/>
            <p:nvPr/>
          </p:nvCxnSpPr>
          <p:spPr>
            <a:xfrm>
              <a:off x="972900" y="4287150"/>
              <a:ext cx="36351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22" name="Google Shape;1022;p90"/>
            <p:cNvSpPr txBox="1"/>
            <p:nvPr/>
          </p:nvSpPr>
          <p:spPr>
            <a:xfrm>
              <a:off x="972900" y="4299600"/>
              <a:ext cx="35997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12</a:t>
              </a: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m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sp>
        <p:nvSpPr>
          <p:cNvPr id="1028" name="Google Shape;1028;p91"/>
          <p:cNvSpPr txBox="1"/>
          <p:nvPr>
            <p:ph idx="1" type="body"/>
          </p:nvPr>
        </p:nvSpPr>
        <p:spPr>
          <a:xfrm>
            <a:off x="324000" y="759300"/>
            <a:ext cx="8237700" cy="33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Investigation time.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You will need: 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two rulers (same size)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one tape measure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sp>
        <p:nvSpPr>
          <p:cNvPr id="1034" name="Google Shape;1034;p92"/>
          <p:cNvSpPr txBox="1"/>
          <p:nvPr>
            <p:ph idx="1" type="body"/>
          </p:nvPr>
        </p:nvSpPr>
        <p:spPr>
          <a:xfrm>
            <a:off x="324000" y="759300"/>
            <a:ext cx="8237700" cy="33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Place your ruler on the shorter edge on a table (you may need to prop it against some books). Place the other ruler further away in the same orientation. </a:t>
            </a:r>
            <a:endParaRPr sz="2000"/>
          </a:p>
        </p:txBody>
      </p:sp>
      <p:pic>
        <p:nvPicPr>
          <p:cNvPr id="1035" name="Google Shape;1035;p92"/>
          <p:cNvPicPr preferRelativeResize="0"/>
          <p:nvPr/>
        </p:nvPicPr>
        <p:blipFill rotWithShape="1">
          <a:blip r:embed="rId3">
            <a:alphaModFix/>
          </a:blip>
          <a:srcRect b="6039" l="0" r="0" t="21633"/>
          <a:stretch/>
        </p:blipFill>
        <p:spPr>
          <a:xfrm rot="-5400000">
            <a:off x="4386200" y="3572925"/>
            <a:ext cx="2134350" cy="2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92"/>
          <p:cNvPicPr preferRelativeResize="0"/>
          <p:nvPr/>
        </p:nvPicPr>
        <p:blipFill rotWithShape="1">
          <a:blip r:embed="rId3">
            <a:alphaModFix/>
          </a:blip>
          <a:srcRect b="6039" l="0" r="0" t="21633"/>
          <a:stretch/>
        </p:blipFill>
        <p:spPr>
          <a:xfrm rot="-5400000">
            <a:off x="2961650" y="3010263"/>
            <a:ext cx="3160000" cy="30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1" name="Google Shape;1041;p93"/>
          <p:cNvPicPr preferRelativeResize="0"/>
          <p:nvPr/>
        </p:nvPicPr>
        <p:blipFill rotWithShape="1">
          <a:blip r:embed="rId3">
            <a:alphaModFix/>
          </a:blip>
          <a:srcRect b="6039" l="0" r="0" t="21633"/>
          <a:stretch/>
        </p:blipFill>
        <p:spPr>
          <a:xfrm rot="-5400000">
            <a:off x="2961650" y="3010263"/>
            <a:ext cx="3160000" cy="30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sp>
        <p:nvSpPr>
          <p:cNvPr id="1043" name="Google Shape;1043;p93"/>
          <p:cNvSpPr txBox="1"/>
          <p:nvPr>
            <p:ph idx="1" type="body"/>
          </p:nvPr>
        </p:nvSpPr>
        <p:spPr>
          <a:xfrm>
            <a:off x="324000" y="759300"/>
            <a:ext cx="8237700" cy="33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Sit so that your eyes are </a:t>
            </a:r>
            <a:r>
              <a:rPr lang="en-GB" sz="2000"/>
              <a:t>level with top of the ‘smaller’ ruler. Use the ‘larger’ ruler to estimate how tall the ‘smaller’ ruler is.</a:t>
            </a:r>
            <a:endParaRPr sz="2000"/>
          </a:p>
        </p:txBody>
      </p:sp>
      <p:pic>
        <p:nvPicPr>
          <p:cNvPr id="1044" name="Google Shape;1044;p93"/>
          <p:cNvPicPr preferRelativeResize="0"/>
          <p:nvPr/>
        </p:nvPicPr>
        <p:blipFill rotWithShape="1">
          <a:blip r:embed="rId3">
            <a:alphaModFix/>
          </a:blip>
          <a:srcRect b="6039" l="0" r="0" t="21633"/>
          <a:stretch/>
        </p:blipFill>
        <p:spPr>
          <a:xfrm rot="-5400000">
            <a:off x="4386200" y="3572925"/>
            <a:ext cx="2134350" cy="207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5" name="Google Shape;1045;p93"/>
          <p:cNvCxnSpPr/>
          <p:nvPr/>
        </p:nvCxnSpPr>
        <p:spPr>
          <a:xfrm rot="10800000">
            <a:off x="4110150" y="2714266"/>
            <a:ext cx="1221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sp>
        <p:nvSpPr>
          <p:cNvPr id="1051" name="Google Shape;1051;p94"/>
          <p:cNvSpPr txBox="1"/>
          <p:nvPr>
            <p:ph idx="1" type="body"/>
          </p:nvPr>
        </p:nvSpPr>
        <p:spPr>
          <a:xfrm>
            <a:off x="324000" y="759300"/>
            <a:ext cx="8237700" cy="33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Now measure the distance between where you sat and each ruler using the tape measure.</a:t>
            </a:r>
            <a:endParaRPr sz="2000"/>
          </a:p>
        </p:txBody>
      </p:sp>
      <p:pic>
        <p:nvPicPr>
          <p:cNvPr id="1052" name="Google Shape;1052;p94"/>
          <p:cNvPicPr preferRelativeResize="0"/>
          <p:nvPr/>
        </p:nvPicPr>
        <p:blipFill rotWithShape="1">
          <a:blip r:embed="rId3">
            <a:alphaModFix/>
          </a:blip>
          <a:srcRect b="6039" l="0" r="0" t="21633"/>
          <a:stretch/>
        </p:blipFill>
        <p:spPr>
          <a:xfrm rot="-5400000">
            <a:off x="4386200" y="3572925"/>
            <a:ext cx="2134350" cy="2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94"/>
          <p:cNvPicPr preferRelativeResize="0"/>
          <p:nvPr/>
        </p:nvPicPr>
        <p:blipFill rotWithShape="1">
          <a:blip r:embed="rId3">
            <a:alphaModFix/>
          </a:blip>
          <a:srcRect b="6039" l="0" r="0" t="21633"/>
          <a:stretch/>
        </p:blipFill>
        <p:spPr>
          <a:xfrm rot="-5400000">
            <a:off x="2961650" y="3010263"/>
            <a:ext cx="3160000" cy="30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94"/>
          <p:cNvPicPr preferRelativeResize="0"/>
          <p:nvPr/>
        </p:nvPicPr>
        <p:blipFill rotWithShape="1">
          <a:blip r:embed="rId3">
            <a:alphaModFix/>
          </a:blip>
          <a:srcRect b="6039" l="0" r="0" t="21633"/>
          <a:stretch/>
        </p:blipFill>
        <p:spPr>
          <a:xfrm>
            <a:off x="2352832" y="4511637"/>
            <a:ext cx="3160000" cy="30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94"/>
          <p:cNvPicPr preferRelativeResize="0"/>
          <p:nvPr/>
        </p:nvPicPr>
        <p:blipFill rotWithShape="1">
          <a:blip r:embed="rId3">
            <a:alphaModFix/>
          </a:blip>
          <a:srcRect b="6039" l="0" r="0" t="21633"/>
          <a:stretch/>
        </p:blipFill>
        <p:spPr>
          <a:xfrm>
            <a:off x="2352832" y="4130637"/>
            <a:ext cx="3160000" cy="307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6" name="Google Shape;1056;p94"/>
          <p:cNvCxnSpPr/>
          <p:nvPr/>
        </p:nvCxnSpPr>
        <p:spPr>
          <a:xfrm>
            <a:off x="2473700" y="4424675"/>
            <a:ext cx="28884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7" name="Google Shape;1057;p94"/>
          <p:cNvCxnSpPr/>
          <p:nvPr/>
        </p:nvCxnSpPr>
        <p:spPr>
          <a:xfrm>
            <a:off x="2473700" y="4043675"/>
            <a:ext cx="1923300" cy="63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sp>
        <p:nvSpPr>
          <p:cNvPr id="1063" name="Google Shape;1063;p95"/>
          <p:cNvSpPr txBox="1"/>
          <p:nvPr>
            <p:ph idx="1" type="body"/>
          </p:nvPr>
        </p:nvSpPr>
        <p:spPr>
          <a:xfrm>
            <a:off x="324000" y="759300"/>
            <a:ext cx="8237700" cy="33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What is the relationship between the two distances and the </a:t>
            </a:r>
            <a:r>
              <a:rPr lang="en-GB" sz="2000"/>
              <a:t>perceived height of the ‘smaller’ ruler?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Repeat this investigation</a:t>
            </a:r>
            <a:br>
              <a:rPr lang="en-GB" sz="2000"/>
            </a:br>
            <a:r>
              <a:rPr lang="en-GB" sz="2000"/>
              <a:t>multiple times, placing the </a:t>
            </a:r>
            <a:br>
              <a:rPr lang="en-GB" sz="2000"/>
            </a:br>
            <a:r>
              <a:rPr lang="en-GB" sz="2000"/>
              <a:t>rulers at different points.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do you notice?</a:t>
            </a:r>
            <a:endParaRPr sz="2000"/>
          </a:p>
        </p:txBody>
      </p:sp>
      <p:pic>
        <p:nvPicPr>
          <p:cNvPr id="1064" name="Google Shape;1064;p95"/>
          <p:cNvPicPr preferRelativeResize="0"/>
          <p:nvPr/>
        </p:nvPicPr>
        <p:blipFill rotWithShape="1">
          <a:blip r:embed="rId3">
            <a:alphaModFix/>
          </a:blip>
          <a:srcRect b="6039" l="0" r="0" t="21633"/>
          <a:stretch/>
        </p:blipFill>
        <p:spPr>
          <a:xfrm rot="-5400000">
            <a:off x="4386200" y="3572925"/>
            <a:ext cx="2134350" cy="2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95"/>
          <p:cNvPicPr preferRelativeResize="0"/>
          <p:nvPr/>
        </p:nvPicPr>
        <p:blipFill rotWithShape="1">
          <a:blip r:embed="rId3">
            <a:alphaModFix/>
          </a:blip>
          <a:srcRect b="6039" l="0" r="0" t="21633"/>
          <a:stretch/>
        </p:blipFill>
        <p:spPr>
          <a:xfrm rot="-5400000">
            <a:off x="2961650" y="3010263"/>
            <a:ext cx="3160000" cy="30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sp>
        <p:nvSpPr>
          <p:cNvPr id="1071" name="Google Shape;1071;p96"/>
          <p:cNvSpPr txBox="1"/>
          <p:nvPr>
            <p:ph idx="1" type="body"/>
          </p:nvPr>
        </p:nvSpPr>
        <p:spPr>
          <a:xfrm>
            <a:off x="324000" y="759300"/>
            <a:ext cx="8237700" cy="7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What is the relationship between the two distances and the perceived height of the ‘smaller’ ruler?</a:t>
            </a:r>
            <a:endParaRPr sz="2000"/>
          </a:p>
        </p:txBody>
      </p:sp>
      <p:pic>
        <p:nvPicPr>
          <p:cNvPr id="1072" name="Google Shape;1072;p96"/>
          <p:cNvPicPr preferRelativeResize="0"/>
          <p:nvPr/>
        </p:nvPicPr>
        <p:blipFill rotWithShape="1">
          <a:blip r:embed="rId3">
            <a:alphaModFix/>
          </a:blip>
          <a:srcRect b="6039" l="0" r="0" t="21633"/>
          <a:stretch/>
        </p:blipFill>
        <p:spPr>
          <a:xfrm rot="-5400000">
            <a:off x="4386200" y="3572925"/>
            <a:ext cx="2134350" cy="2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96"/>
          <p:cNvPicPr preferRelativeResize="0"/>
          <p:nvPr/>
        </p:nvPicPr>
        <p:blipFill rotWithShape="1">
          <a:blip r:embed="rId3">
            <a:alphaModFix/>
          </a:blip>
          <a:srcRect b="6039" l="0" r="0" t="21633"/>
          <a:stretch/>
        </p:blipFill>
        <p:spPr>
          <a:xfrm rot="-5400000">
            <a:off x="2961650" y="3010263"/>
            <a:ext cx="3160000" cy="30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96"/>
          <p:cNvSpPr txBox="1"/>
          <p:nvPr/>
        </p:nvSpPr>
        <p:spPr>
          <a:xfrm>
            <a:off x="324000" y="1620000"/>
            <a:ext cx="37485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‘larger’ ruler was 10 cm away and the ‘smaller’ ruler was 15 cm away.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‘larger’ ruler was two thirds of the distance of the ‘smaller’ ruler.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‘smaller’ ruler was two thirds of the height of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‘larger’ ruler.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9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Films</a:t>
            </a:r>
            <a:endParaRPr/>
          </a:p>
        </p:txBody>
      </p:sp>
      <p:sp>
        <p:nvSpPr>
          <p:cNvPr id="1080" name="Google Shape;1080;p9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sp>
        <p:nvSpPr>
          <p:cNvPr id="1081" name="Google Shape;1081;p9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 - films and games</a:t>
            </a:r>
            <a:endParaRPr/>
          </a:p>
        </p:txBody>
      </p:sp>
      <p:pic>
        <p:nvPicPr>
          <p:cNvPr id="1082" name="Google Shape;108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267" y="298701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9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Animated </a:t>
            </a:r>
            <a:r>
              <a:rPr lang="en-GB"/>
              <a:t>films and computer games are created using maths.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E.g. Describe how the hero can get to point B.</a:t>
            </a:r>
            <a:endParaRPr/>
          </a:p>
        </p:txBody>
      </p:sp>
      <p:sp>
        <p:nvSpPr>
          <p:cNvPr id="1088" name="Google Shape;1088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pic>
        <p:nvPicPr>
          <p:cNvPr id="1089" name="Google Shape;108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700000"/>
            <a:ext cx="1457474" cy="188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98"/>
          <p:cNvSpPr txBox="1"/>
          <p:nvPr/>
        </p:nvSpPr>
        <p:spPr>
          <a:xfrm>
            <a:off x="5686500" y="3107225"/>
            <a:ext cx="1251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683" y="1854881"/>
            <a:ext cx="1457474" cy="188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9"/>
          <p:cNvSpPr txBox="1"/>
          <p:nvPr>
            <p:ph idx="1" type="body"/>
          </p:nvPr>
        </p:nvSpPr>
        <p:spPr>
          <a:xfrm>
            <a:off x="324000" y="759300"/>
            <a:ext cx="82377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She goes there.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7" name="Google Shape;1097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pic>
        <p:nvPicPr>
          <p:cNvPr id="1098" name="Google Shape;1098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700000"/>
            <a:ext cx="1457474" cy="188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99"/>
          <p:cNvSpPr txBox="1"/>
          <p:nvPr/>
        </p:nvSpPr>
        <p:spPr>
          <a:xfrm>
            <a:off x="5686500" y="3107225"/>
            <a:ext cx="1251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9"/>
          <p:cNvSpPr txBox="1"/>
          <p:nvPr/>
        </p:nvSpPr>
        <p:spPr>
          <a:xfrm>
            <a:off x="324000" y="1184100"/>
            <a:ext cx="8496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not a good answer as we have no idea of the path the hero took. Characters should move smoothly between points, not blink (unless that’s their superpower).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100"/>
          <p:cNvSpPr txBox="1"/>
          <p:nvPr>
            <p:ph idx="1" type="body"/>
          </p:nvPr>
        </p:nvSpPr>
        <p:spPr>
          <a:xfrm>
            <a:off x="324000" y="759300"/>
            <a:ext cx="82377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She moves to the right and then up.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6" name="Google Shape;1106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pic>
        <p:nvPicPr>
          <p:cNvPr id="1107" name="Google Shape;110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700000"/>
            <a:ext cx="1457474" cy="188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100"/>
          <p:cNvSpPr txBox="1"/>
          <p:nvPr/>
        </p:nvSpPr>
        <p:spPr>
          <a:xfrm>
            <a:off x="5686500" y="3107225"/>
            <a:ext cx="1251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100"/>
          <p:cNvSpPr txBox="1"/>
          <p:nvPr/>
        </p:nvSpPr>
        <p:spPr>
          <a:xfrm>
            <a:off x="324000" y="1184100"/>
            <a:ext cx="8496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better as we now have an idea of a path. However, with no distances, the hero might end up in the wrong place.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0" name="Google Shape;111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00" y="2700000"/>
            <a:ext cx="1457474" cy="188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800" y="2700000"/>
            <a:ext cx="1457474" cy="188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200" y="2700000"/>
            <a:ext cx="1457474" cy="188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600" y="2700000"/>
            <a:ext cx="1457474" cy="188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000" y="2700000"/>
            <a:ext cx="1457474" cy="188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400" y="2700000"/>
            <a:ext cx="1457474" cy="188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00" y="2700000"/>
            <a:ext cx="1457474" cy="188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3200" y="2700000"/>
            <a:ext cx="1457474" cy="188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600" y="2700000"/>
            <a:ext cx="1457474" cy="188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000" y="2700000"/>
            <a:ext cx="1457474" cy="188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883" y="2540681"/>
            <a:ext cx="1457474" cy="188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01"/>
          <p:cNvSpPr txBox="1"/>
          <p:nvPr>
            <p:ph idx="1" type="body"/>
          </p:nvPr>
        </p:nvSpPr>
        <p:spPr>
          <a:xfrm>
            <a:off x="324000" y="759300"/>
            <a:ext cx="82377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 placing the hero on a coordinate grid, the hero’s movement can be described in terms of its start and end position.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In other words, we are going to </a:t>
            </a:r>
            <a:r>
              <a:rPr lang="en-GB"/>
              <a:t>describe</a:t>
            </a:r>
            <a:r>
              <a:rPr lang="en-GB"/>
              <a:t> this movement as a </a:t>
            </a:r>
            <a:r>
              <a:rPr lang="en-GB">
                <a:solidFill>
                  <a:schemeClr val="accent5"/>
                </a:solidFill>
              </a:rPr>
              <a:t>translation</a:t>
            </a:r>
            <a:r>
              <a:rPr lang="en-GB"/>
              <a:t>.</a:t>
            </a:r>
            <a:endParaRPr/>
          </a:p>
        </p:txBody>
      </p:sp>
      <p:sp>
        <p:nvSpPr>
          <p:cNvPr id="1126" name="Google Shape;1126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02"/>
          <p:cNvSpPr txBox="1"/>
          <p:nvPr>
            <p:ph idx="1" type="body"/>
          </p:nvPr>
        </p:nvSpPr>
        <p:spPr>
          <a:xfrm>
            <a:off x="6123925" y="759300"/>
            <a:ext cx="2696100" cy="346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hero is placed on a grid with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axes drawn.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 </a:t>
            </a:r>
            <a:r>
              <a:rPr lang="en-GB" sz="2000"/>
              <a:t>corner of the image is marked.</a:t>
            </a:r>
            <a:endParaRPr sz="2000"/>
          </a:p>
        </p:txBody>
      </p:sp>
      <p:sp>
        <p:nvSpPr>
          <p:cNvPr id="1132" name="Google Shape;1132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09-2024/e42f5073-cda7-40ef-8382-6f10fbf9b798&quot; data-equatio-type=&quot;desmos&quot;&gt;&lt;mglyph src=&quot;https://equatio-api.texthelp.com/desmos/get/10-09-2024/e42f5073-cda7-40ef-8382-6f10fbf9b798&quot; alt=&quot;Equatio Desmos Graph&quot;/&gt;&lt;/math&gt;" id="1133" name="Google Shape;1133;p102" title="Equatio Desmos Graph"/>
          <p:cNvPicPr preferRelativeResize="0"/>
          <p:nvPr/>
        </p:nvPicPr>
        <p:blipFill rotWithShape="1">
          <a:blip r:embed="rId3">
            <a:alphaModFix/>
          </a:blip>
          <a:srcRect b="17729" l="0" r="0" t="0"/>
          <a:stretch/>
        </p:blipFill>
        <p:spPr>
          <a:xfrm>
            <a:off x="324000" y="810000"/>
            <a:ext cx="5615500" cy="346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750" y="2526550"/>
            <a:ext cx="786626" cy="10407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5" name="Google Shape;1135;p102"/>
          <p:cNvGrpSpPr/>
          <p:nvPr/>
        </p:nvGrpSpPr>
        <p:grpSpPr>
          <a:xfrm>
            <a:off x="1538525" y="3499450"/>
            <a:ext cx="150900" cy="173400"/>
            <a:chOff x="1538525" y="3499450"/>
            <a:chExt cx="150900" cy="173400"/>
          </a:xfrm>
        </p:grpSpPr>
        <p:cxnSp>
          <p:nvCxnSpPr>
            <p:cNvPr id="1136" name="Google Shape;1136;p102"/>
            <p:cNvCxnSpPr/>
            <p:nvPr/>
          </p:nvCxnSpPr>
          <p:spPr>
            <a:xfrm flipH="1" rot="10800000">
              <a:off x="1538525" y="3499450"/>
              <a:ext cx="150900" cy="173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7" name="Google Shape;1137;p102"/>
            <p:cNvCxnSpPr/>
            <p:nvPr/>
          </p:nvCxnSpPr>
          <p:spPr>
            <a:xfrm rot="10800000">
              <a:off x="1538525" y="3499450"/>
              <a:ext cx="150900" cy="173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103"/>
          <p:cNvSpPr txBox="1"/>
          <p:nvPr>
            <p:ph idx="1" type="body"/>
          </p:nvPr>
        </p:nvSpPr>
        <p:spPr>
          <a:xfrm>
            <a:off x="6123925" y="759300"/>
            <a:ext cx="2696100" cy="346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Now it is possible to describe the movement of the hero to any given point.</a:t>
            </a:r>
            <a:endParaRPr sz="2000"/>
          </a:p>
        </p:txBody>
      </p:sp>
      <p:sp>
        <p:nvSpPr>
          <p:cNvPr id="1143" name="Google Shape;1143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09-2024/e42f5073-cda7-40ef-8382-6f10fbf9b798&quot; data-equatio-type=&quot;desmos&quot;&gt;&lt;mglyph src=&quot;https://equatio-api.texthelp.com/desmos/get/10-09-2024/e42f5073-cda7-40ef-8382-6f10fbf9b798&quot; alt=&quot;Equatio Desmos Graph&quot;/&gt;&lt;/math&gt;" id="1144" name="Google Shape;1144;p103" title="Equatio Desmos Graph"/>
          <p:cNvPicPr preferRelativeResize="0"/>
          <p:nvPr/>
        </p:nvPicPr>
        <p:blipFill rotWithShape="1">
          <a:blip r:embed="rId3">
            <a:alphaModFix/>
          </a:blip>
          <a:srcRect b="17729" l="0" r="0" t="0"/>
          <a:stretch/>
        </p:blipFill>
        <p:spPr>
          <a:xfrm>
            <a:off x="324000" y="810000"/>
            <a:ext cx="5615500" cy="346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750" y="2526550"/>
            <a:ext cx="786626" cy="10407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6" name="Google Shape;1146;p103"/>
          <p:cNvGrpSpPr/>
          <p:nvPr/>
        </p:nvGrpSpPr>
        <p:grpSpPr>
          <a:xfrm>
            <a:off x="1538525" y="3499450"/>
            <a:ext cx="150900" cy="173400"/>
            <a:chOff x="1538525" y="3499450"/>
            <a:chExt cx="150900" cy="173400"/>
          </a:xfrm>
        </p:grpSpPr>
        <p:cxnSp>
          <p:nvCxnSpPr>
            <p:cNvPr id="1147" name="Google Shape;1147;p103"/>
            <p:cNvCxnSpPr/>
            <p:nvPr/>
          </p:nvCxnSpPr>
          <p:spPr>
            <a:xfrm flipH="1" rot="10800000">
              <a:off x="1538525" y="3499450"/>
              <a:ext cx="150900" cy="173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8" name="Google Shape;1148;p103"/>
            <p:cNvCxnSpPr/>
            <p:nvPr/>
          </p:nvCxnSpPr>
          <p:spPr>
            <a:xfrm rot="10800000">
              <a:off x="1538525" y="3499450"/>
              <a:ext cx="150900" cy="173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104"/>
          <p:cNvSpPr txBox="1"/>
          <p:nvPr>
            <p:ph idx="1" type="body"/>
          </p:nvPr>
        </p:nvSpPr>
        <p:spPr>
          <a:xfrm>
            <a:off x="6071150" y="759300"/>
            <a:ext cx="2490600" cy="40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Describe the </a:t>
            </a:r>
            <a:r>
              <a:rPr lang="en-GB" sz="2000"/>
              <a:t>movement</a:t>
            </a:r>
            <a:r>
              <a:rPr lang="en-GB" sz="2000"/>
              <a:t> of the hero from her starting point to point: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(8, 2)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 (4, 8)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 (9, 6)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d) (10, -1) </a:t>
            </a:r>
            <a:endParaRPr sz="2000"/>
          </a:p>
        </p:txBody>
      </p:sp>
      <p:sp>
        <p:nvSpPr>
          <p:cNvPr id="1154" name="Google Shape;1154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09-2024/e42f5073-cda7-40ef-8382-6f10fbf9b798&quot; data-equatio-type=&quot;desmos&quot;&gt;&lt;mglyph src=&quot;https://equatio-api.texthelp.com/desmos/get/10-09-2024/e42f5073-cda7-40ef-8382-6f10fbf9b798&quot; alt=&quot;Equatio Desmos Graph&quot;/&gt;&lt;/math&gt;" id="1155" name="Google Shape;1155;p104" title="Equatio Desmos Graph"/>
          <p:cNvPicPr preferRelativeResize="0"/>
          <p:nvPr/>
        </p:nvPicPr>
        <p:blipFill rotWithShape="1">
          <a:blip r:embed="rId3">
            <a:alphaModFix/>
          </a:blip>
          <a:srcRect b="17729" l="0" r="0" t="0"/>
          <a:stretch/>
        </p:blipFill>
        <p:spPr>
          <a:xfrm>
            <a:off x="324000" y="810000"/>
            <a:ext cx="5615500" cy="346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750" y="2526550"/>
            <a:ext cx="786626" cy="10407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7" name="Google Shape;1157;p104"/>
          <p:cNvGrpSpPr/>
          <p:nvPr/>
        </p:nvGrpSpPr>
        <p:grpSpPr>
          <a:xfrm>
            <a:off x="1538525" y="3499450"/>
            <a:ext cx="150900" cy="173400"/>
            <a:chOff x="1538525" y="3499450"/>
            <a:chExt cx="150900" cy="173400"/>
          </a:xfrm>
        </p:grpSpPr>
        <p:cxnSp>
          <p:nvCxnSpPr>
            <p:cNvPr id="1158" name="Google Shape;1158;p104"/>
            <p:cNvCxnSpPr/>
            <p:nvPr/>
          </p:nvCxnSpPr>
          <p:spPr>
            <a:xfrm flipH="1" rot="10800000">
              <a:off x="1538525" y="3499450"/>
              <a:ext cx="150900" cy="173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9" name="Google Shape;1159;p104"/>
            <p:cNvCxnSpPr/>
            <p:nvPr/>
          </p:nvCxnSpPr>
          <p:spPr>
            <a:xfrm rot="10800000">
              <a:off x="1538525" y="3499450"/>
              <a:ext cx="150900" cy="173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105"/>
          <p:cNvSpPr txBox="1"/>
          <p:nvPr>
            <p:ph idx="1" type="body"/>
          </p:nvPr>
        </p:nvSpPr>
        <p:spPr>
          <a:xfrm>
            <a:off x="6071150" y="759300"/>
            <a:ext cx="2490600" cy="40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Describe the movement of the hero from her starting point to point: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(8, 2)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of 4 units right.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5" name="Google Shape;1165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09-2024/e42f5073-cda7-40ef-8382-6f10fbf9b798&quot; data-equatio-type=&quot;desmos&quot;&gt;&lt;mglyph src=&quot;https://equatio-api.texthelp.com/desmos/get/10-09-2024/e42f5073-cda7-40ef-8382-6f10fbf9b798&quot; alt=&quot;Equatio Desmos Graph&quot;/&gt;&lt;/math&gt;" id="1166" name="Google Shape;1166;p105" title="Equatio Desmos Graph"/>
          <p:cNvPicPr preferRelativeResize="0"/>
          <p:nvPr/>
        </p:nvPicPr>
        <p:blipFill rotWithShape="1">
          <a:blip r:embed="rId3">
            <a:alphaModFix/>
          </a:blip>
          <a:srcRect b="17729" l="0" r="0" t="0"/>
          <a:stretch/>
        </p:blipFill>
        <p:spPr>
          <a:xfrm>
            <a:off x="324000" y="810000"/>
            <a:ext cx="5615500" cy="3465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7" name="Google Shape;1167;p105"/>
          <p:cNvGrpSpPr/>
          <p:nvPr/>
        </p:nvGrpSpPr>
        <p:grpSpPr>
          <a:xfrm>
            <a:off x="821750" y="2526550"/>
            <a:ext cx="867675" cy="1146300"/>
            <a:chOff x="821750" y="2526550"/>
            <a:chExt cx="867675" cy="1146300"/>
          </a:xfrm>
        </p:grpSpPr>
        <p:pic>
          <p:nvPicPr>
            <p:cNvPr id="1168" name="Google Shape;1168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750" y="2526550"/>
              <a:ext cx="786626" cy="10407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69" name="Google Shape;1169;p105"/>
            <p:cNvGrpSpPr/>
            <p:nvPr/>
          </p:nvGrpSpPr>
          <p:grpSpPr>
            <a:xfrm>
              <a:off x="1538525" y="3499450"/>
              <a:ext cx="150900" cy="173400"/>
              <a:chOff x="1538525" y="3499450"/>
              <a:chExt cx="150900" cy="173400"/>
            </a:xfrm>
          </p:grpSpPr>
          <p:cxnSp>
            <p:nvCxnSpPr>
              <p:cNvPr id="1170" name="Google Shape;1170;p105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1" name="Google Shape;1171;p105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172" name="Google Shape;1172;p105"/>
          <p:cNvGrpSpPr/>
          <p:nvPr/>
        </p:nvGrpSpPr>
        <p:grpSpPr>
          <a:xfrm>
            <a:off x="1873466" y="2526550"/>
            <a:ext cx="867675" cy="1146300"/>
            <a:chOff x="821750" y="2526550"/>
            <a:chExt cx="867675" cy="1146300"/>
          </a:xfrm>
        </p:grpSpPr>
        <p:pic>
          <p:nvPicPr>
            <p:cNvPr id="1173" name="Google Shape;117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750" y="2526550"/>
              <a:ext cx="786626" cy="10407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4" name="Google Shape;1174;p105"/>
            <p:cNvGrpSpPr/>
            <p:nvPr/>
          </p:nvGrpSpPr>
          <p:grpSpPr>
            <a:xfrm>
              <a:off x="1538525" y="3499450"/>
              <a:ext cx="150900" cy="173400"/>
              <a:chOff x="1538525" y="3499450"/>
              <a:chExt cx="150900" cy="173400"/>
            </a:xfrm>
          </p:grpSpPr>
          <p:cxnSp>
            <p:nvCxnSpPr>
              <p:cNvPr id="1175" name="Google Shape;1175;p105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6" name="Google Shape;1176;p105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cxnSp>
        <p:nvCxnSpPr>
          <p:cNvPr id="1177" name="Google Shape;1177;p105"/>
          <p:cNvCxnSpPr/>
          <p:nvPr/>
        </p:nvCxnSpPr>
        <p:spPr>
          <a:xfrm>
            <a:off x="1621475" y="3582358"/>
            <a:ext cx="10560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06"/>
          <p:cNvSpPr txBox="1"/>
          <p:nvPr>
            <p:ph idx="1" type="body"/>
          </p:nvPr>
        </p:nvSpPr>
        <p:spPr>
          <a:xfrm>
            <a:off x="6071150" y="759300"/>
            <a:ext cx="2490600" cy="40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Describe the movement of the hero from her starting point to point: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 (4, 8)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of 6 units up.</a:t>
            </a:r>
            <a:endParaRPr sz="2000"/>
          </a:p>
        </p:txBody>
      </p:sp>
      <p:sp>
        <p:nvSpPr>
          <p:cNvPr id="1183" name="Google Shape;1183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09-2024/e42f5073-cda7-40ef-8382-6f10fbf9b798&quot; data-equatio-type=&quot;desmos&quot;&gt;&lt;mglyph src=&quot;https://equatio-api.texthelp.com/desmos/get/10-09-2024/e42f5073-cda7-40ef-8382-6f10fbf9b798&quot; alt=&quot;Equatio Desmos Graph&quot;/&gt;&lt;/math&gt;" id="1184" name="Google Shape;1184;p106" title="Equatio Desmos Graph"/>
          <p:cNvPicPr preferRelativeResize="0"/>
          <p:nvPr/>
        </p:nvPicPr>
        <p:blipFill rotWithShape="1">
          <a:blip r:embed="rId3">
            <a:alphaModFix/>
          </a:blip>
          <a:srcRect b="17729" l="0" r="0" t="0"/>
          <a:stretch/>
        </p:blipFill>
        <p:spPr>
          <a:xfrm>
            <a:off x="324000" y="810000"/>
            <a:ext cx="5615500" cy="346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750" y="2526550"/>
            <a:ext cx="786626" cy="10407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6" name="Google Shape;1186;p106"/>
          <p:cNvGrpSpPr/>
          <p:nvPr/>
        </p:nvGrpSpPr>
        <p:grpSpPr>
          <a:xfrm>
            <a:off x="1538525" y="3499450"/>
            <a:ext cx="150900" cy="173400"/>
            <a:chOff x="1538525" y="3499450"/>
            <a:chExt cx="150900" cy="173400"/>
          </a:xfrm>
        </p:grpSpPr>
        <p:cxnSp>
          <p:nvCxnSpPr>
            <p:cNvPr id="1187" name="Google Shape;1187;p106"/>
            <p:cNvCxnSpPr/>
            <p:nvPr/>
          </p:nvCxnSpPr>
          <p:spPr>
            <a:xfrm flipH="1" rot="10800000">
              <a:off x="1538525" y="3499450"/>
              <a:ext cx="150900" cy="173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8" name="Google Shape;1188;p106"/>
            <p:cNvCxnSpPr/>
            <p:nvPr/>
          </p:nvCxnSpPr>
          <p:spPr>
            <a:xfrm rot="10800000">
              <a:off x="1538525" y="3499450"/>
              <a:ext cx="150900" cy="173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189" name="Google Shape;1189;p106"/>
          <p:cNvCxnSpPr/>
          <p:nvPr/>
        </p:nvCxnSpPr>
        <p:spPr>
          <a:xfrm rot="10800000">
            <a:off x="1613933" y="1991116"/>
            <a:ext cx="0" cy="1583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90" name="Google Shape;1190;p106"/>
          <p:cNvGrpSpPr/>
          <p:nvPr/>
        </p:nvGrpSpPr>
        <p:grpSpPr>
          <a:xfrm>
            <a:off x="821750" y="941434"/>
            <a:ext cx="867675" cy="1146300"/>
            <a:chOff x="821750" y="941434"/>
            <a:chExt cx="867675" cy="1146300"/>
          </a:xfrm>
        </p:grpSpPr>
        <p:pic>
          <p:nvPicPr>
            <p:cNvPr id="1191" name="Google Shape;1191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750" y="941434"/>
              <a:ext cx="786626" cy="10407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92" name="Google Shape;1192;p106"/>
            <p:cNvGrpSpPr/>
            <p:nvPr/>
          </p:nvGrpSpPr>
          <p:grpSpPr>
            <a:xfrm>
              <a:off x="1538525" y="1914334"/>
              <a:ext cx="150900" cy="173400"/>
              <a:chOff x="1538525" y="3499450"/>
              <a:chExt cx="150900" cy="173400"/>
            </a:xfrm>
          </p:grpSpPr>
          <p:cxnSp>
            <p:nvCxnSpPr>
              <p:cNvPr id="1193" name="Google Shape;1193;p106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4" name="Google Shape;1194;p106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07"/>
          <p:cNvSpPr txBox="1"/>
          <p:nvPr>
            <p:ph idx="1" type="body"/>
          </p:nvPr>
        </p:nvSpPr>
        <p:spPr>
          <a:xfrm>
            <a:off x="6071150" y="759300"/>
            <a:ext cx="2490600" cy="40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Describe the movement of the hero from her starting point to point: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 (9, 6)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of 5 units right and 4 units up.</a:t>
            </a:r>
            <a:endParaRPr sz="2000"/>
          </a:p>
        </p:txBody>
      </p:sp>
      <p:sp>
        <p:nvSpPr>
          <p:cNvPr id="1200" name="Google Shape;1200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09-2024/e42f5073-cda7-40ef-8382-6f10fbf9b798&quot; data-equatio-type=&quot;desmos&quot;&gt;&lt;mglyph src=&quot;https://equatio-api.texthelp.com/desmos/get/10-09-2024/e42f5073-cda7-40ef-8382-6f10fbf9b798&quot; alt=&quot;Equatio Desmos Graph&quot;/&gt;&lt;/math&gt;" id="1201" name="Google Shape;1201;p107" title="Equatio Desmos Graph"/>
          <p:cNvPicPr preferRelativeResize="0"/>
          <p:nvPr/>
        </p:nvPicPr>
        <p:blipFill rotWithShape="1">
          <a:blip r:embed="rId3">
            <a:alphaModFix/>
          </a:blip>
          <a:srcRect b="17729" l="0" r="0" t="0"/>
          <a:stretch/>
        </p:blipFill>
        <p:spPr>
          <a:xfrm>
            <a:off x="324000" y="810000"/>
            <a:ext cx="5615500" cy="3465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2" name="Google Shape;1202;p107"/>
          <p:cNvGrpSpPr/>
          <p:nvPr/>
        </p:nvGrpSpPr>
        <p:grpSpPr>
          <a:xfrm>
            <a:off x="821750" y="2526550"/>
            <a:ext cx="867675" cy="1146300"/>
            <a:chOff x="821750" y="2526550"/>
            <a:chExt cx="867675" cy="1146300"/>
          </a:xfrm>
        </p:grpSpPr>
        <p:pic>
          <p:nvPicPr>
            <p:cNvPr id="1203" name="Google Shape;1203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750" y="2526550"/>
              <a:ext cx="786626" cy="10407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04" name="Google Shape;1204;p107"/>
            <p:cNvGrpSpPr/>
            <p:nvPr/>
          </p:nvGrpSpPr>
          <p:grpSpPr>
            <a:xfrm>
              <a:off x="1538525" y="3499450"/>
              <a:ext cx="150900" cy="173400"/>
              <a:chOff x="1538525" y="3499450"/>
              <a:chExt cx="150900" cy="173400"/>
            </a:xfrm>
          </p:grpSpPr>
          <p:cxnSp>
            <p:nvCxnSpPr>
              <p:cNvPr id="1205" name="Google Shape;1205;p107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6" name="Google Shape;1206;p107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cxnSp>
        <p:nvCxnSpPr>
          <p:cNvPr id="1207" name="Google Shape;1207;p107"/>
          <p:cNvCxnSpPr/>
          <p:nvPr/>
        </p:nvCxnSpPr>
        <p:spPr>
          <a:xfrm>
            <a:off x="1621475" y="3582358"/>
            <a:ext cx="1319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8" name="Google Shape;1208;p107"/>
          <p:cNvCxnSpPr/>
          <p:nvPr/>
        </p:nvCxnSpPr>
        <p:spPr>
          <a:xfrm rot="10800000">
            <a:off x="2924417" y="2526616"/>
            <a:ext cx="0" cy="10482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209" name="Google Shape;1209;p107"/>
          <p:cNvGrpSpPr/>
          <p:nvPr/>
        </p:nvGrpSpPr>
        <p:grpSpPr>
          <a:xfrm>
            <a:off x="2139775" y="1467292"/>
            <a:ext cx="867675" cy="1146300"/>
            <a:chOff x="821750" y="2526550"/>
            <a:chExt cx="867675" cy="1146300"/>
          </a:xfrm>
        </p:grpSpPr>
        <p:pic>
          <p:nvPicPr>
            <p:cNvPr id="1210" name="Google Shape;1210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750" y="2526550"/>
              <a:ext cx="786626" cy="10407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11" name="Google Shape;1211;p107"/>
            <p:cNvGrpSpPr/>
            <p:nvPr/>
          </p:nvGrpSpPr>
          <p:grpSpPr>
            <a:xfrm>
              <a:off x="1538525" y="3499450"/>
              <a:ext cx="150900" cy="173400"/>
              <a:chOff x="1538525" y="3499450"/>
              <a:chExt cx="150900" cy="173400"/>
            </a:xfrm>
          </p:grpSpPr>
          <p:cxnSp>
            <p:nvCxnSpPr>
              <p:cNvPr id="1212" name="Google Shape;1212;p107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3" name="Google Shape;1213;p107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08"/>
          <p:cNvSpPr txBox="1"/>
          <p:nvPr>
            <p:ph idx="1" type="body"/>
          </p:nvPr>
        </p:nvSpPr>
        <p:spPr>
          <a:xfrm>
            <a:off x="6071150" y="759300"/>
            <a:ext cx="2490600" cy="36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Describe the movement of the hero from her starting point to point: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d) (10, -1)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Translation of 6 units right and 3 units down.</a:t>
            </a:r>
            <a:endParaRPr sz="2000"/>
          </a:p>
        </p:txBody>
      </p:sp>
      <p:sp>
        <p:nvSpPr>
          <p:cNvPr id="1219" name="Google Shape;1219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09-2024/e42f5073-cda7-40ef-8382-6f10fbf9b798&quot; data-equatio-type=&quot;desmos&quot;&gt;&lt;mglyph src=&quot;https://equatio-api.texthelp.com/desmos/get/10-09-2024/e42f5073-cda7-40ef-8382-6f10fbf9b798&quot; alt=&quot;Equatio Desmos Graph&quot;/&gt;&lt;/math&gt;" id="1220" name="Google Shape;1220;p108" title="Equatio Desmos Graph"/>
          <p:cNvPicPr preferRelativeResize="0"/>
          <p:nvPr/>
        </p:nvPicPr>
        <p:blipFill rotWithShape="1">
          <a:blip r:embed="rId3">
            <a:alphaModFix/>
          </a:blip>
          <a:srcRect b="12510" l="0" r="0" t="0"/>
          <a:stretch/>
        </p:blipFill>
        <p:spPr>
          <a:xfrm>
            <a:off x="324000" y="810000"/>
            <a:ext cx="5615500" cy="36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1" name="Google Shape;1221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750" y="2526550"/>
            <a:ext cx="786626" cy="10407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2" name="Google Shape;1222;p108"/>
          <p:cNvGrpSpPr/>
          <p:nvPr/>
        </p:nvGrpSpPr>
        <p:grpSpPr>
          <a:xfrm>
            <a:off x="1538525" y="3499450"/>
            <a:ext cx="150900" cy="173400"/>
            <a:chOff x="1538525" y="3499450"/>
            <a:chExt cx="150900" cy="173400"/>
          </a:xfrm>
        </p:grpSpPr>
        <p:cxnSp>
          <p:nvCxnSpPr>
            <p:cNvPr id="1223" name="Google Shape;1223;p108"/>
            <p:cNvCxnSpPr/>
            <p:nvPr/>
          </p:nvCxnSpPr>
          <p:spPr>
            <a:xfrm flipH="1" rot="10800000">
              <a:off x="1538525" y="3499450"/>
              <a:ext cx="150900" cy="173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4" name="Google Shape;1224;p108"/>
            <p:cNvCxnSpPr/>
            <p:nvPr/>
          </p:nvCxnSpPr>
          <p:spPr>
            <a:xfrm rot="10800000">
              <a:off x="1538525" y="3499450"/>
              <a:ext cx="150900" cy="173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25" name="Google Shape;1225;p108"/>
          <p:cNvGrpSpPr/>
          <p:nvPr/>
        </p:nvGrpSpPr>
        <p:grpSpPr>
          <a:xfrm>
            <a:off x="2406084" y="3318717"/>
            <a:ext cx="867675" cy="1146300"/>
            <a:chOff x="2406084" y="3318717"/>
            <a:chExt cx="867675" cy="1146300"/>
          </a:xfrm>
        </p:grpSpPr>
        <p:pic>
          <p:nvPicPr>
            <p:cNvPr id="1226" name="Google Shape;1226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06084" y="3318717"/>
              <a:ext cx="786626" cy="10407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27" name="Google Shape;1227;p108"/>
            <p:cNvGrpSpPr/>
            <p:nvPr/>
          </p:nvGrpSpPr>
          <p:grpSpPr>
            <a:xfrm>
              <a:off x="3122859" y="4291617"/>
              <a:ext cx="150900" cy="173400"/>
              <a:chOff x="1538525" y="3499450"/>
              <a:chExt cx="150900" cy="173400"/>
            </a:xfrm>
          </p:grpSpPr>
          <p:cxnSp>
            <p:nvCxnSpPr>
              <p:cNvPr id="1228" name="Google Shape;1228;p108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9" name="Google Shape;1229;p108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cxnSp>
        <p:nvCxnSpPr>
          <p:cNvPr id="1230" name="Google Shape;1230;p108"/>
          <p:cNvCxnSpPr/>
          <p:nvPr/>
        </p:nvCxnSpPr>
        <p:spPr>
          <a:xfrm>
            <a:off x="1621475" y="3582358"/>
            <a:ext cx="15762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1" name="Google Shape;1231;p108"/>
          <p:cNvCxnSpPr/>
          <p:nvPr/>
        </p:nvCxnSpPr>
        <p:spPr>
          <a:xfrm>
            <a:off x="3191508" y="3574816"/>
            <a:ext cx="9300" cy="807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Animators use transformations in order to manipulate the characters in animated films and games.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Translation moves a character.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Enlargement changes their size (as the character moves closer to the screen or farther away).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Rotation allows a character to turn.</a:t>
            </a:r>
            <a:endParaRPr/>
          </a:p>
        </p:txBody>
      </p:sp>
      <p:sp>
        <p:nvSpPr>
          <p:cNvPr id="1237" name="Google Shape;1237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11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sp>
        <p:nvSpPr>
          <p:cNvPr id="1243" name="Google Shape;1243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Objective - reach the goal in 3 turns.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You are player A.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Write down the translation required to get to the goal.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If you would move to the same space as the computer, you end your movement (unless you reach the goal). Movement is in one unit increments.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You must make it past the computer and to the goal in 3 turns or less.</a:t>
            </a:r>
            <a:endParaRPr sz="2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11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sp>
        <p:nvSpPr>
          <p:cNvPr id="1249" name="Google Shape;1249;p111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Example:     = Goal</a:t>
            </a:r>
            <a:endParaRPr sz="2000"/>
          </a:p>
        </p:txBody>
      </p:sp>
      <p:sp>
        <p:nvSpPr>
          <p:cNvPr id="1250" name="Google Shape;1250;p111"/>
          <p:cNvSpPr/>
          <p:nvPr/>
        </p:nvSpPr>
        <p:spPr>
          <a:xfrm>
            <a:off x="3056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111"/>
          <p:cNvSpPr/>
          <p:nvPr/>
        </p:nvSpPr>
        <p:spPr>
          <a:xfrm>
            <a:off x="3056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111"/>
          <p:cNvSpPr/>
          <p:nvPr/>
        </p:nvSpPr>
        <p:spPr>
          <a:xfrm>
            <a:off x="3056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111"/>
          <p:cNvSpPr/>
          <p:nvPr/>
        </p:nvSpPr>
        <p:spPr>
          <a:xfrm>
            <a:off x="3056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111"/>
          <p:cNvSpPr/>
          <p:nvPr/>
        </p:nvSpPr>
        <p:spPr>
          <a:xfrm>
            <a:off x="3056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111"/>
          <p:cNvSpPr/>
          <p:nvPr/>
        </p:nvSpPr>
        <p:spPr>
          <a:xfrm>
            <a:off x="3056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111"/>
          <p:cNvSpPr/>
          <p:nvPr/>
        </p:nvSpPr>
        <p:spPr>
          <a:xfrm>
            <a:off x="3437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111"/>
          <p:cNvSpPr/>
          <p:nvPr/>
        </p:nvSpPr>
        <p:spPr>
          <a:xfrm>
            <a:off x="3437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111"/>
          <p:cNvSpPr/>
          <p:nvPr/>
        </p:nvSpPr>
        <p:spPr>
          <a:xfrm>
            <a:off x="3437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111"/>
          <p:cNvSpPr/>
          <p:nvPr/>
        </p:nvSpPr>
        <p:spPr>
          <a:xfrm>
            <a:off x="3437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111"/>
          <p:cNvSpPr/>
          <p:nvPr/>
        </p:nvSpPr>
        <p:spPr>
          <a:xfrm>
            <a:off x="3437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111"/>
          <p:cNvSpPr/>
          <p:nvPr/>
        </p:nvSpPr>
        <p:spPr>
          <a:xfrm>
            <a:off x="3437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111"/>
          <p:cNvSpPr/>
          <p:nvPr/>
        </p:nvSpPr>
        <p:spPr>
          <a:xfrm>
            <a:off x="3818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111"/>
          <p:cNvSpPr/>
          <p:nvPr/>
        </p:nvSpPr>
        <p:spPr>
          <a:xfrm>
            <a:off x="3818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111"/>
          <p:cNvSpPr/>
          <p:nvPr/>
        </p:nvSpPr>
        <p:spPr>
          <a:xfrm>
            <a:off x="3818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111"/>
          <p:cNvSpPr/>
          <p:nvPr/>
        </p:nvSpPr>
        <p:spPr>
          <a:xfrm>
            <a:off x="3818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111"/>
          <p:cNvSpPr/>
          <p:nvPr/>
        </p:nvSpPr>
        <p:spPr>
          <a:xfrm>
            <a:off x="3818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111"/>
          <p:cNvSpPr/>
          <p:nvPr/>
        </p:nvSpPr>
        <p:spPr>
          <a:xfrm>
            <a:off x="3818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111"/>
          <p:cNvSpPr/>
          <p:nvPr/>
        </p:nvSpPr>
        <p:spPr>
          <a:xfrm>
            <a:off x="4199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111"/>
          <p:cNvSpPr/>
          <p:nvPr/>
        </p:nvSpPr>
        <p:spPr>
          <a:xfrm>
            <a:off x="4199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111"/>
          <p:cNvSpPr/>
          <p:nvPr/>
        </p:nvSpPr>
        <p:spPr>
          <a:xfrm>
            <a:off x="4199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111"/>
          <p:cNvSpPr/>
          <p:nvPr/>
        </p:nvSpPr>
        <p:spPr>
          <a:xfrm>
            <a:off x="4199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111"/>
          <p:cNvSpPr/>
          <p:nvPr/>
        </p:nvSpPr>
        <p:spPr>
          <a:xfrm>
            <a:off x="4199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111"/>
          <p:cNvSpPr/>
          <p:nvPr/>
        </p:nvSpPr>
        <p:spPr>
          <a:xfrm>
            <a:off x="4199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111"/>
          <p:cNvSpPr/>
          <p:nvPr/>
        </p:nvSpPr>
        <p:spPr>
          <a:xfrm>
            <a:off x="4580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111"/>
          <p:cNvSpPr/>
          <p:nvPr/>
        </p:nvSpPr>
        <p:spPr>
          <a:xfrm>
            <a:off x="4580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111"/>
          <p:cNvSpPr/>
          <p:nvPr/>
        </p:nvSpPr>
        <p:spPr>
          <a:xfrm>
            <a:off x="4580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111"/>
          <p:cNvSpPr/>
          <p:nvPr/>
        </p:nvSpPr>
        <p:spPr>
          <a:xfrm>
            <a:off x="4580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111"/>
          <p:cNvSpPr/>
          <p:nvPr/>
        </p:nvSpPr>
        <p:spPr>
          <a:xfrm>
            <a:off x="4580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111"/>
          <p:cNvSpPr/>
          <p:nvPr/>
        </p:nvSpPr>
        <p:spPr>
          <a:xfrm>
            <a:off x="4580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111"/>
          <p:cNvSpPr/>
          <p:nvPr/>
        </p:nvSpPr>
        <p:spPr>
          <a:xfrm>
            <a:off x="4961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111"/>
          <p:cNvSpPr/>
          <p:nvPr/>
        </p:nvSpPr>
        <p:spPr>
          <a:xfrm>
            <a:off x="4961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111"/>
          <p:cNvSpPr/>
          <p:nvPr/>
        </p:nvSpPr>
        <p:spPr>
          <a:xfrm>
            <a:off x="4961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111"/>
          <p:cNvSpPr/>
          <p:nvPr/>
        </p:nvSpPr>
        <p:spPr>
          <a:xfrm>
            <a:off x="4961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111"/>
          <p:cNvSpPr/>
          <p:nvPr/>
        </p:nvSpPr>
        <p:spPr>
          <a:xfrm>
            <a:off x="4961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111"/>
          <p:cNvSpPr/>
          <p:nvPr/>
        </p:nvSpPr>
        <p:spPr>
          <a:xfrm>
            <a:off x="4961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111"/>
          <p:cNvSpPr/>
          <p:nvPr/>
        </p:nvSpPr>
        <p:spPr>
          <a:xfrm>
            <a:off x="3056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111"/>
          <p:cNvSpPr/>
          <p:nvPr/>
        </p:nvSpPr>
        <p:spPr>
          <a:xfrm>
            <a:off x="3437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111"/>
          <p:cNvSpPr/>
          <p:nvPr/>
        </p:nvSpPr>
        <p:spPr>
          <a:xfrm>
            <a:off x="3818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111"/>
          <p:cNvSpPr/>
          <p:nvPr/>
        </p:nvSpPr>
        <p:spPr>
          <a:xfrm>
            <a:off x="4199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111"/>
          <p:cNvSpPr/>
          <p:nvPr/>
        </p:nvSpPr>
        <p:spPr>
          <a:xfrm>
            <a:off x="4580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111"/>
          <p:cNvSpPr/>
          <p:nvPr/>
        </p:nvSpPr>
        <p:spPr>
          <a:xfrm>
            <a:off x="4961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111"/>
          <p:cNvSpPr/>
          <p:nvPr/>
        </p:nvSpPr>
        <p:spPr>
          <a:xfrm>
            <a:off x="5342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111"/>
          <p:cNvSpPr/>
          <p:nvPr/>
        </p:nvSpPr>
        <p:spPr>
          <a:xfrm>
            <a:off x="5342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111"/>
          <p:cNvSpPr/>
          <p:nvPr/>
        </p:nvSpPr>
        <p:spPr>
          <a:xfrm>
            <a:off x="5342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111"/>
          <p:cNvSpPr/>
          <p:nvPr/>
        </p:nvSpPr>
        <p:spPr>
          <a:xfrm>
            <a:off x="5342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111"/>
          <p:cNvSpPr/>
          <p:nvPr/>
        </p:nvSpPr>
        <p:spPr>
          <a:xfrm>
            <a:off x="5342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111"/>
          <p:cNvSpPr/>
          <p:nvPr/>
        </p:nvSpPr>
        <p:spPr>
          <a:xfrm>
            <a:off x="5342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111"/>
          <p:cNvSpPr/>
          <p:nvPr/>
        </p:nvSpPr>
        <p:spPr>
          <a:xfrm>
            <a:off x="5342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111"/>
          <p:cNvSpPr/>
          <p:nvPr/>
        </p:nvSpPr>
        <p:spPr>
          <a:xfrm>
            <a:off x="4064234" y="3075529"/>
            <a:ext cx="136500" cy="1365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111"/>
          <p:cNvSpPr/>
          <p:nvPr/>
        </p:nvSpPr>
        <p:spPr>
          <a:xfrm>
            <a:off x="1616559" y="867370"/>
            <a:ext cx="136500" cy="1365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111"/>
          <p:cNvSpPr txBox="1"/>
          <p:nvPr/>
        </p:nvSpPr>
        <p:spPr>
          <a:xfrm>
            <a:off x="324000" y="1334900"/>
            <a:ext cx="1697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Player A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5 units down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2 units left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111"/>
          <p:cNvSpPr txBox="1"/>
          <p:nvPr/>
        </p:nvSpPr>
        <p:spPr>
          <a:xfrm>
            <a:off x="6223250" y="1334850"/>
            <a:ext cx="1697100" cy="1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Computer (B)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4 units left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3 units down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3" name="Google Shape;1303;p111"/>
          <p:cNvGrpSpPr/>
          <p:nvPr/>
        </p:nvGrpSpPr>
        <p:grpSpPr>
          <a:xfrm>
            <a:off x="4808609" y="870334"/>
            <a:ext cx="1158099" cy="1252050"/>
            <a:chOff x="4808609" y="870334"/>
            <a:chExt cx="1158099" cy="1252050"/>
          </a:xfrm>
        </p:grpSpPr>
        <p:grpSp>
          <p:nvGrpSpPr>
            <p:cNvPr id="1304" name="Google Shape;1304;p111"/>
            <p:cNvGrpSpPr/>
            <p:nvPr/>
          </p:nvGrpSpPr>
          <p:grpSpPr>
            <a:xfrm>
              <a:off x="4808609" y="870334"/>
              <a:ext cx="241200" cy="462657"/>
              <a:chOff x="4808609" y="870334"/>
              <a:chExt cx="241200" cy="462657"/>
            </a:xfrm>
          </p:grpSpPr>
          <p:grpSp>
            <p:nvGrpSpPr>
              <p:cNvPr id="1305" name="Google Shape;1305;p111"/>
              <p:cNvGrpSpPr/>
              <p:nvPr/>
            </p:nvGrpSpPr>
            <p:grpSpPr>
              <a:xfrm>
                <a:off x="4816050" y="1159592"/>
                <a:ext cx="150900" cy="173400"/>
                <a:chOff x="1538525" y="3499450"/>
                <a:chExt cx="150900" cy="173400"/>
              </a:xfrm>
            </p:grpSpPr>
            <p:cxnSp>
              <p:nvCxnSpPr>
                <p:cNvPr id="1306" name="Google Shape;1306;p111"/>
                <p:cNvCxnSpPr/>
                <p:nvPr/>
              </p:nvCxnSpPr>
              <p:spPr>
                <a:xfrm flipH="1"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07" name="Google Shape;1307;p111"/>
                <p:cNvCxnSpPr/>
                <p:nvPr/>
              </p:nvCxnSpPr>
              <p:spPr>
                <a:xfrm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308" name="Google Shape;1308;p111"/>
              <p:cNvSpPr txBox="1"/>
              <p:nvPr/>
            </p:nvSpPr>
            <p:spPr>
              <a:xfrm>
                <a:off x="4808609" y="870334"/>
                <a:ext cx="241200" cy="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09" name="Google Shape;1309;p111"/>
            <p:cNvGrpSpPr/>
            <p:nvPr/>
          </p:nvGrpSpPr>
          <p:grpSpPr>
            <a:xfrm>
              <a:off x="5578050" y="1852384"/>
              <a:ext cx="388658" cy="270000"/>
              <a:chOff x="5578050" y="1852384"/>
              <a:chExt cx="388658" cy="270000"/>
            </a:xfrm>
          </p:grpSpPr>
          <p:grpSp>
            <p:nvGrpSpPr>
              <p:cNvPr id="1310" name="Google Shape;1310;p111"/>
              <p:cNvGrpSpPr/>
              <p:nvPr/>
            </p:nvGrpSpPr>
            <p:grpSpPr>
              <a:xfrm>
                <a:off x="5578050" y="1921592"/>
                <a:ext cx="150900" cy="173400"/>
                <a:chOff x="1538525" y="3499450"/>
                <a:chExt cx="150900" cy="173400"/>
              </a:xfrm>
            </p:grpSpPr>
            <p:cxnSp>
              <p:nvCxnSpPr>
                <p:cNvPr id="1311" name="Google Shape;1311;p111"/>
                <p:cNvCxnSpPr/>
                <p:nvPr/>
              </p:nvCxnSpPr>
              <p:spPr>
                <a:xfrm flipH="1"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12" name="Google Shape;1312;p111"/>
                <p:cNvCxnSpPr/>
                <p:nvPr/>
              </p:nvCxnSpPr>
              <p:spPr>
                <a:xfrm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313" name="Google Shape;1313;p111"/>
              <p:cNvSpPr txBox="1"/>
              <p:nvPr/>
            </p:nvSpPr>
            <p:spPr>
              <a:xfrm>
                <a:off x="5758508" y="1852384"/>
                <a:ext cx="208200" cy="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20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314" name="Google Shape;1314;p111"/>
          <p:cNvSpPr/>
          <p:nvPr/>
        </p:nvSpPr>
        <p:spPr>
          <a:xfrm>
            <a:off x="324300" y="1960875"/>
            <a:ext cx="1599000" cy="64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15" name="Google Shape;1315;p111"/>
          <p:cNvGrpSpPr/>
          <p:nvPr/>
        </p:nvGrpSpPr>
        <p:grpSpPr>
          <a:xfrm>
            <a:off x="4808609" y="1251334"/>
            <a:ext cx="777099" cy="871050"/>
            <a:chOff x="4808609" y="1251334"/>
            <a:chExt cx="777099" cy="871050"/>
          </a:xfrm>
        </p:grpSpPr>
        <p:grpSp>
          <p:nvGrpSpPr>
            <p:cNvPr id="1316" name="Google Shape;1316;p111"/>
            <p:cNvGrpSpPr/>
            <p:nvPr/>
          </p:nvGrpSpPr>
          <p:grpSpPr>
            <a:xfrm>
              <a:off x="4808609" y="1251334"/>
              <a:ext cx="241200" cy="462657"/>
              <a:chOff x="4808609" y="870334"/>
              <a:chExt cx="241200" cy="462657"/>
            </a:xfrm>
          </p:grpSpPr>
          <p:grpSp>
            <p:nvGrpSpPr>
              <p:cNvPr id="1317" name="Google Shape;1317;p111"/>
              <p:cNvGrpSpPr/>
              <p:nvPr/>
            </p:nvGrpSpPr>
            <p:grpSpPr>
              <a:xfrm>
                <a:off x="4816050" y="1159592"/>
                <a:ext cx="150900" cy="173400"/>
                <a:chOff x="1538525" y="3499450"/>
                <a:chExt cx="150900" cy="173400"/>
              </a:xfrm>
            </p:grpSpPr>
            <p:cxnSp>
              <p:nvCxnSpPr>
                <p:cNvPr id="1318" name="Google Shape;1318;p111"/>
                <p:cNvCxnSpPr/>
                <p:nvPr/>
              </p:nvCxnSpPr>
              <p:spPr>
                <a:xfrm flipH="1"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19" name="Google Shape;1319;p111"/>
                <p:cNvCxnSpPr/>
                <p:nvPr/>
              </p:nvCxnSpPr>
              <p:spPr>
                <a:xfrm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320" name="Google Shape;1320;p111"/>
              <p:cNvSpPr txBox="1"/>
              <p:nvPr/>
            </p:nvSpPr>
            <p:spPr>
              <a:xfrm>
                <a:off x="4808609" y="870334"/>
                <a:ext cx="241200" cy="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21" name="Google Shape;1321;p111"/>
            <p:cNvGrpSpPr/>
            <p:nvPr/>
          </p:nvGrpSpPr>
          <p:grpSpPr>
            <a:xfrm>
              <a:off x="5197050" y="1852384"/>
              <a:ext cx="388658" cy="270000"/>
              <a:chOff x="5578050" y="1852384"/>
              <a:chExt cx="388658" cy="270000"/>
            </a:xfrm>
          </p:grpSpPr>
          <p:grpSp>
            <p:nvGrpSpPr>
              <p:cNvPr id="1322" name="Google Shape;1322;p111"/>
              <p:cNvGrpSpPr/>
              <p:nvPr/>
            </p:nvGrpSpPr>
            <p:grpSpPr>
              <a:xfrm>
                <a:off x="5578050" y="1921592"/>
                <a:ext cx="150900" cy="173400"/>
                <a:chOff x="1538525" y="3499450"/>
                <a:chExt cx="150900" cy="173400"/>
              </a:xfrm>
            </p:grpSpPr>
            <p:cxnSp>
              <p:nvCxnSpPr>
                <p:cNvPr id="1323" name="Google Shape;1323;p111"/>
                <p:cNvCxnSpPr/>
                <p:nvPr/>
              </p:nvCxnSpPr>
              <p:spPr>
                <a:xfrm flipH="1"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24" name="Google Shape;1324;p111"/>
                <p:cNvCxnSpPr/>
                <p:nvPr/>
              </p:nvCxnSpPr>
              <p:spPr>
                <a:xfrm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325" name="Google Shape;1325;p111"/>
              <p:cNvSpPr txBox="1"/>
              <p:nvPr/>
            </p:nvSpPr>
            <p:spPr>
              <a:xfrm>
                <a:off x="5758508" y="1852384"/>
                <a:ext cx="208200" cy="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20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26" name="Google Shape;1326;p111"/>
          <p:cNvGrpSpPr/>
          <p:nvPr/>
        </p:nvGrpSpPr>
        <p:grpSpPr>
          <a:xfrm>
            <a:off x="4808609" y="1632334"/>
            <a:ext cx="396099" cy="490050"/>
            <a:chOff x="4808609" y="1632334"/>
            <a:chExt cx="396099" cy="490050"/>
          </a:xfrm>
        </p:grpSpPr>
        <p:grpSp>
          <p:nvGrpSpPr>
            <p:cNvPr id="1327" name="Google Shape;1327;p111"/>
            <p:cNvGrpSpPr/>
            <p:nvPr/>
          </p:nvGrpSpPr>
          <p:grpSpPr>
            <a:xfrm>
              <a:off x="4808609" y="1632334"/>
              <a:ext cx="241200" cy="462657"/>
              <a:chOff x="4808609" y="870334"/>
              <a:chExt cx="241200" cy="462657"/>
            </a:xfrm>
          </p:grpSpPr>
          <p:grpSp>
            <p:nvGrpSpPr>
              <p:cNvPr id="1328" name="Google Shape;1328;p111"/>
              <p:cNvGrpSpPr/>
              <p:nvPr/>
            </p:nvGrpSpPr>
            <p:grpSpPr>
              <a:xfrm>
                <a:off x="4816050" y="1159592"/>
                <a:ext cx="150900" cy="173400"/>
                <a:chOff x="1538525" y="3499450"/>
                <a:chExt cx="150900" cy="173400"/>
              </a:xfrm>
            </p:grpSpPr>
            <p:cxnSp>
              <p:nvCxnSpPr>
                <p:cNvPr id="1329" name="Google Shape;1329;p111"/>
                <p:cNvCxnSpPr/>
                <p:nvPr/>
              </p:nvCxnSpPr>
              <p:spPr>
                <a:xfrm flipH="1"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30" name="Google Shape;1330;p111"/>
                <p:cNvCxnSpPr/>
                <p:nvPr/>
              </p:nvCxnSpPr>
              <p:spPr>
                <a:xfrm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331" name="Google Shape;1331;p111"/>
              <p:cNvSpPr txBox="1"/>
              <p:nvPr/>
            </p:nvSpPr>
            <p:spPr>
              <a:xfrm>
                <a:off x="4808609" y="870334"/>
                <a:ext cx="241200" cy="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32" name="Google Shape;1332;p111"/>
            <p:cNvGrpSpPr/>
            <p:nvPr/>
          </p:nvGrpSpPr>
          <p:grpSpPr>
            <a:xfrm>
              <a:off x="4816050" y="1852384"/>
              <a:ext cx="388658" cy="270000"/>
              <a:chOff x="5578050" y="1852384"/>
              <a:chExt cx="388658" cy="270000"/>
            </a:xfrm>
          </p:grpSpPr>
          <p:grpSp>
            <p:nvGrpSpPr>
              <p:cNvPr id="1333" name="Google Shape;1333;p111"/>
              <p:cNvGrpSpPr/>
              <p:nvPr/>
            </p:nvGrpSpPr>
            <p:grpSpPr>
              <a:xfrm>
                <a:off x="5578050" y="1921592"/>
                <a:ext cx="150900" cy="173400"/>
                <a:chOff x="1538525" y="3499450"/>
                <a:chExt cx="150900" cy="173400"/>
              </a:xfrm>
            </p:grpSpPr>
            <p:cxnSp>
              <p:nvCxnSpPr>
                <p:cNvPr id="1334" name="Google Shape;1334;p111"/>
                <p:cNvCxnSpPr/>
                <p:nvPr/>
              </p:nvCxnSpPr>
              <p:spPr>
                <a:xfrm flipH="1"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35" name="Google Shape;1335;p111"/>
                <p:cNvCxnSpPr/>
                <p:nvPr/>
              </p:nvCxnSpPr>
              <p:spPr>
                <a:xfrm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336" name="Google Shape;1336;p111"/>
              <p:cNvSpPr txBox="1"/>
              <p:nvPr/>
            </p:nvSpPr>
            <p:spPr>
              <a:xfrm>
                <a:off x="5758508" y="1852384"/>
                <a:ext cx="208200" cy="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20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337" name="Google Shape;1337;p111"/>
          <p:cNvSpPr txBox="1"/>
          <p:nvPr/>
        </p:nvSpPr>
        <p:spPr>
          <a:xfrm>
            <a:off x="324000" y="3945925"/>
            <a:ext cx="81078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Since they collided, movement stops. Player A must now come up with a new translation to reach the goal.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1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sp>
        <p:nvSpPr>
          <p:cNvPr id="1343" name="Google Shape;1343;p112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Example:     = Goal</a:t>
            </a:r>
            <a:endParaRPr sz="2000"/>
          </a:p>
        </p:txBody>
      </p:sp>
      <p:sp>
        <p:nvSpPr>
          <p:cNvPr id="1344" name="Google Shape;1344;p112"/>
          <p:cNvSpPr/>
          <p:nvPr/>
        </p:nvSpPr>
        <p:spPr>
          <a:xfrm>
            <a:off x="3056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112"/>
          <p:cNvSpPr/>
          <p:nvPr/>
        </p:nvSpPr>
        <p:spPr>
          <a:xfrm>
            <a:off x="3056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112"/>
          <p:cNvSpPr/>
          <p:nvPr/>
        </p:nvSpPr>
        <p:spPr>
          <a:xfrm>
            <a:off x="3056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112"/>
          <p:cNvSpPr/>
          <p:nvPr/>
        </p:nvSpPr>
        <p:spPr>
          <a:xfrm>
            <a:off x="3056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112"/>
          <p:cNvSpPr/>
          <p:nvPr/>
        </p:nvSpPr>
        <p:spPr>
          <a:xfrm>
            <a:off x="3056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112"/>
          <p:cNvSpPr/>
          <p:nvPr/>
        </p:nvSpPr>
        <p:spPr>
          <a:xfrm>
            <a:off x="3056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112"/>
          <p:cNvSpPr/>
          <p:nvPr/>
        </p:nvSpPr>
        <p:spPr>
          <a:xfrm>
            <a:off x="3437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112"/>
          <p:cNvSpPr/>
          <p:nvPr/>
        </p:nvSpPr>
        <p:spPr>
          <a:xfrm>
            <a:off x="3437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112"/>
          <p:cNvSpPr/>
          <p:nvPr/>
        </p:nvSpPr>
        <p:spPr>
          <a:xfrm>
            <a:off x="3437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112"/>
          <p:cNvSpPr/>
          <p:nvPr/>
        </p:nvSpPr>
        <p:spPr>
          <a:xfrm>
            <a:off x="3437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112"/>
          <p:cNvSpPr/>
          <p:nvPr/>
        </p:nvSpPr>
        <p:spPr>
          <a:xfrm>
            <a:off x="3437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112"/>
          <p:cNvSpPr/>
          <p:nvPr/>
        </p:nvSpPr>
        <p:spPr>
          <a:xfrm>
            <a:off x="3437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112"/>
          <p:cNvSpPr/>
          <p:nvPr/>
        </p:nvSpPr>
        <p:spPr>
          <a:xfrm>
            <a:off x="3818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112"/>
          <p:cNvSpPr/>
          <p:nvPr/>
        </p:nvSpPr>
        <p:spPr>
          <a:xfrm>
            <a:off x="3818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112"/>
          <p:cNvSpPr/>
          <p:nvPr/>
        </p:nvSpPr>
        <p:spPr>
          <a:xfrm>
            <a:off x="3818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112"/>
          <p:cNvSpPr/>
          <p:nvPr/>
        </p:nvSpPr>
        <p:spPr>
          <a:xfrm>
            <a:off x="3818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112"/>
          <p:cNvSpPr/>
          <p:nvPr/>
        </p:nvSpPr>
        <p:spPr>
          <a:xfrm>
            <a:off x="3818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112"/>
          <p:cNvSpPr/>
          <p:nvPr/>
        </p:nvSpPr>
        <p:spPr>
          <a:xfrm>
            <a:off x="3818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2" name="Google Shape;1362;p112"/>
          <p:cNvSpPr/>
          <p:nvPr/>
        </p:nvSpPr>
        <p:spPr>
          <a:xfrm>
            <a:off x="4199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112"/>
          <p:cNvSpPr/>
          <p:nvPr/>
        </p:nvSpPr>
        <p:spPr>
          <a:xfrm>
            <a:off x="4199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112"/>
          <p:cNvSpPr/>
          <p:nvPr/>
        </p:nvSpPr>
        <p:spPr>
          <a:xfrm>
            <a:off x="4199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112"/>
          <p:cNvSpPr/>
          <p:nvPr/>
        </p:nvSpPr>
        <p:spPr>
          <a:xfrm>
            <a:off x="4199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112"/>
          <p:cNvSpPr/>
          <p:nvPr/>
        </p:nvSpPr>
        <p:spPr>
          <a:xfrm>
            <a:off x="4199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112"/>
          <p:cNvSpPr/>
          <p:nvPr/>
        </p:nvSpPr>
        <p:spPr>
          <a:xfrm>
            <a:off x="4199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112"/>
          <p:cNvSpPr/>
          <p:nvPr/>
        </p:nvSpPr>
        <p:spPr>
          <a:xfrm>
            <a:off x="4580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112"/>
          <p:cNvSpPr/>
          <p:nvPr/>
        </p:nvSpPr>
        <p:spPr>
          <a:xfrm>
            <a:off x="4580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112"/>
          <p:cNvSpPr/>
          <p:nvPr/>
        </p:nvSpPr>
        <p:spPr>
          <a:xfrm>
            <a:off x="4580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12"/>
          <p:cNvSpPr/>
          <p:nvPr/>
        </p:nvSpPr>
        <p:spPr>
          <a:xfrm>
            <a:off x="4580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112"/>
          <p:cNvSpPr/>
          <p:nvPr/>
        </p:nvSpPr>
        <p:spPr>
          <a:xfrm>
            <a:off x="4580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112"/>
          <p:cNvSpPr/>
          <p:nvPr/>
        </p:nvSpPr>
        <p:spPr>
          <a:xfrm>
            <a:off x="4580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112"/>
          <p:cNvSpPr/>
          <p:nvPr/>
        </p:nvSpPr>
        <p:spPr>
          <a:xfrm>
            <a:off x="4961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12"/>
          <p:cNvSpPr/>
          <p:nvPr/>
        </p:nvSpPr>
        <p:spPr>
          <a:xfrm>
            <a:off x="4961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112"/>
          <p:cNvSpPr/>
          <p:nvPr/>
        </p:nvSpPr>
        <p:spPr>
          <a:xfrm>
            <a:off x="4961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112"/>
          <p:cNvSpPr/>
          <p:nvPr/>
        </p:nvSpPr>
        <p:spPr>
          <a:xfrm>
            <a:off x="4961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12"/>
          <p:cNvSpPr/>
          <p:nvPr/>
        </p:nvSpPr>
        <p:spPr>
          <a:xfrm>
            <a:off x="4961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112"/>
          <p:cNvSpPr/>
          <p:nvPr/>
        </p:nvSpPr>
        <p:spPr>
          <a:xfrm>
            <a:off x="4961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112"/>
          <p:cNvSpPr/>
          <p:nvPr/>
        </p:nvSpPr>
        <p:spPr>
          <a:xfrm>
            <a:off x="3056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112"/>
          <p:cNvSpPr/>
          <p:nvPr/>
        </p:nvSpPr>
        <p:spPr>
          <a:xfrm>
            <a:off x="3437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12"/>
          <p:cNvSpPr/>
          <p:nvPr/>
        </p:nvSpPr>
        <p:spPr>
          <a:xfrm>
            <a:off x="3818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112"/>
          <p:cNvSpPr/>
          <p:nvPr/>
        </p:nvSpPr>
        <p:spPr>
          <a:xfrm>
            <a:off x="4199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112"/>
          <p:cNvSpPr/>
          <p:nvPr/>
        </p:nvSpPr>
        <p:spPr>
          <a:xfrm>
            <a:off x="4580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12"/>
          <p:cNvSpPr/>
          <p:nvPr/>
        </p:nvSpPr>
        <p:spPr>
          <a:xfrm>
            <a:off x="4961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112"/>
          <p:cNvSpPr/>
          <p:nvPr/>
        </p:nvSpPr>
        <p:spPr>
          <a:xfrm>
            <a:off x="5342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112"/>
          <p:cNvSpPr/>
          <p:nvPr/>
        </p:nvSpPr>
        <p:spPr>
          <a:xfrm>
            <a:off x="5342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112"/>
          <p:cNvSpPr/>
          <p:nvPr/>
        </p:nvSpPr>
        <p:spPr>
          <a:xfrm>
            <a:off x="5342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12"/>
          <p:cNvSpPr/>
          <p:nvPr/>
        </p:nvSpPr>
        <p:spPr>
          <a:xfrm>
            <a:off x="5342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0" name="Google Shape;1390;p112"/>
          <p:cNvSpPr/>
          <p:nvPr/>
        </p:nvSpPr>
        <p:spPr>
          <a:xfrm>
            <a:off x="5342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12"/>
          <p:cNvSpPr/>
          <p:nvPr/>
        </p:nvSpPr>
        <p:spPr>
          <a:xfrm>
            <a:off x="5342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12"/>
          <p:cNvSpPr/>
          <p:nvPr/>
        </p:nvSpPr>
        <p:spPr>
          <a:xfrm>
            <a:off x="5342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112"/>
          <p:cNvSpPr/>
          <p:nvPr/>
        </p:nvSpPr>
        <p:spPr>
          <a:xfrm>
            <a:off x="4064234" y="3075529"/>
            <a:ext cx="136500" cy="1365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112"/>
          <p:cNvSpPr/>
          <p:nvPr/>
        </p:nvSpPr>
        <p:spPr>
          <a:xfrm>
            <a:off x="1616559" y="867370"/>
            <a:ext cx="136500" cy="1365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112"/>
          <p:cNvSpPr txBox="1"/>
          <p:nvPr/>
        </p:nvSpPr>
        <p:spPr>
          <a:xfrm>
            <a:off x="324000" y="1334900"/>
            <a:ext cx="1697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Player A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4 units down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2 units left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112"/>
          <p:cNvSpPr txBox="1"/>
          <p:nvPr/>
        </p:nvSpPr>
        <p:spPr>
          <a:xfrm>
            <a:off x="6223250" y="1334850"/>
            <a:ext cx="1697100" cy="1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Computer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(B)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4 units down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3 units left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112"/>
          <p:cNvSpPr/>
          <p:nvPr/>
        </p:nvSpPr>
        <p:spPr>
          <a:xfrm>
            <a:off x="324300" y="1960875"/>
            <a:ext cx="1599000" cy="64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98" name="Google Shape;1398;p112"/>
          <p:cNvGrpSpPr/>
          <p:nvPr/>
        </p:nvGrpSpPr>
        <p:grpSpPr>
          <a:xfrm>
            <a:off x="4808609" y="1251334"/>
            <a:ext cx="777099" cy="871050"/>
            <a:chOff x="4808609" y="1251334"/>
            <a:chExt cx="777099" cy="871050"/>
          </a:xfrm>
        </p:grpSpPr>
        <p:grpSp>
          <p:nvGrpSpPr>
            <p:cNvPr id="1399" name="Google Shape;1399;p112"/>
            <p:cNvGrpSpPr/>
            <p:nvPr/>
          </p:nvGrpSpPr>
          <p:grpSpPr>
            <a:xfrm>
              <a:off x="4808609" y="1251334"/>
              <a:ext cx="241200" cy="462657"/>
              <a:chOff x="4808609" y="870334"/>
              <a:chExt cx="241200" cy="462657"/>
            </a:xfrm>
          </p:grpSpPr>
          <p:grpSp>
            <p:nvGrpSpPr>
              <p:cNvPr id="1400" name="Google Shape;1400;p112"/>
              <p:cNvGrpSpPr/>
              <p:nvPr/>
            </p:nvGrpSpPr>
            <p:grpSpPr>
              <a:xfrm>
                <a:off x="4816050" y="1159592"/>
                <a:ext cx="150900" cy="173400"/>
                <a:chOff x="1538525" y="3499450"/>
                <a:chExt cx="150900" cy="173400"/>
              </a:xfrm>
            </p:grpSpPr>
            <p:cxnSp>
              <p:nvCxnSpPr>
                <p:cNvPr id="1401" name="Google Shape;1401;p112"/>
                <p:cNvCxnSpPr/>
                <p:nvPr/>
              </p:nvCxnSpPr>
              <p:spPr>
                <a:xfrm flipH="1"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02" name="Google Shape;1402;p112"/>
                <p:cNvCxnSpPr/>
                <p:nvPr/>
              </p:nvCxnSpPr>
              <p:spPr>
                <a:xfrm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03" name="Google Shape;1403;p112"/>
              <p:cNvSpPr txBox="1"/>
              <p:nvPr/>
            </p:nvSpPr>
            <p:spPr>
              <a:xfrm>
                <a:off x="4808609" y="870334"/>
                <a:ext cx="241200" cy="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04" name="Google Shape;1404;p112"/>
            <p:cNvGrpSpPr/>
            <p:nvPr/>
          </p:nvGrpSpPr>
          <p:grpSpPr>
            <a:xfrm>
              <a:off x="5197050" y="1852384"/>
              <a:ext cx="388658" cy="270000"/>
              <a:chOff x="5578050" y="1852384"/>
              <a:chExt cx="388658" cy="270000"/>
            </a:xfrm>
          </p:grpSpPr>
          <p:grpSp>
            <p:nvGrpSpPr>
              <p:cNvPr id="1405" name="Google Shape;1405;p112"/>
              <p:cNvGrpSpPr/>
              <p:nvPr/>
            </p:nvGrpSpPr>
            <p:grpSpPr>
              <a:xfrm>
                <a:off x="5578050" y="1921592"/>
                <a:ext cx="150900" cy="173400"/>
                <a:chOff x="1538525" y="3499450"/>
                <a:chExt cx="150900" cy="173400"/>
              </a:xfrm>
            </p:grpSpPr>
            <p:cxnSp>
              <p:nvCxnSpPr>
                <p:cNvPr id="1406" name="Google Shape;1406;p112"/>
                <p:cNvCxnSpPr/>
                <p:nvPr/>
              </p:nvCxnSpPr>
              <p:spPr>
                <a:xfrm flipH="1"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07" name="Google Shape;1407;p112"/>
                <p:cNvCxnSpPr/>
                <p:nvPr/>
              </p:nvCxnSpPr>
              <p:spPr>
                <a:xfrm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08" name="Google Shape;1408;p112"/>
              <p:cNvSpPr txBox="1"/>
              <p:nvPr/>
            </p:nvSpPr>
            <p:spPr>
              <a:xfrm>
                <a:off x="5758508" y="1852384"/>
                <a:ext cx="208200" cy="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20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409" name="Google Shape;1409;p112"/>
          <p:cNvSpPr txBox="1"/>
          <p:nvPr/>
        </p:nvSpPr>
        <p:spPr>
          <a:xfrm>
            <a:off x="324000" y="3945925"/>
            <a:ext cx="81078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Player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 has reached the goal and beaten the computer!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10" name="Google Shape;1410;p112"/>
          <p:cNvGrpSpPr/>
          <p:nvPr/>
        </p:nvGrpSpPr>
        <p:grpSpPr>
          <a:xfrm>
            <a:off x="4808609" y="1632334"/>
            <a:ext cx="777099" cy="871050"/>
            <a:chOff x="4808609" y="1632334"/>
            <a:chExt cx="777099" cy="871050"/>
          </a:xfrm>
        </p:grpSpPr>
        <p:grpSp>
          <p:nvGrpSpPr>
            <p:cNvPr id="1411" name="Google Shape;1411;p112"/>
            <p:cNvGrpSpPr/>
            <p:nvPr/>
          </p:nvGrpSpPr>
          <p:grpSpPr>
            <a:xfrm>
              <a:off x="4808609" y="1632334"/>
              <a:ext cx="241200" cy="462657"/>
              <a:chOff x="4808609" y="1632334"/>
              <a:chExt cx="241200" cy="462657"/>
            </a:xfrm>
          </p:grpSpPr>
          <p:grpSp>
            <p:nvGrpSpPr>
              <p:cNvPr id="1412" name="Google Shape;1412;p112"/>
              <p:cNvGrpSpPr/>
              <p:nvPr/>
            </p:nvGrpSpPr>
            <p:grpSpPr>
              <a:xfrm>
                <a:off x="4816050" y="1921592"/>
                <a:ext cx="150900" cy="173400"/>
                <a:chOff x="1538525" y="3499450"/>
                <a:chExt cx="150900" cy="173400"/>
              </a:xfrm>
            </p:grpSpPr>
            <p:cxnSp>
              <p:nvCxnSpPr>
                <p:cNvPr id="1413" name="Google Shape;1413;p112"/>
                <p:cNvCxnSpPr/>
                <p:nvPr/>
              </p:nvCxnSpPr>
              <p:spPr>
                <a:xfrm flipH="1"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14" name="Google Shape;1414;p112"/>
                <p:cNvCxnSpPr/>
                <p:nvPr/>
              </p:nvCxnSpPr>
              <p:spPr>
                <a:xfrm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15" name="Google Shape;1415;p112"/>
              <p:cNvSpPr txBox="1"/>
              <p:nvPr/>
            </p:nvSpPr>
            <p:spPr>
              <a:xfrm>
                <a:off x="4808609" y="1632334"/>
                <a:ext cx="241200" cy="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16" name="Google Shape;1416;p112"/>
            <p:cNvGrpSpPr/>
            <p:nvPr/>
          </p:nvGrpSpPr>
          <p:grpSpPr>
            <a:xfrm>
              <a:off x="5197050" y="2233384"/>
              <a:ext cx="388658" cy="270000"/>
              <a:chOff x="5197050" y="2233384"/>
              <a:chExt cx="388658" cy="270000"/>
            </a:xfrm>
          </p:grpSpPr>
          <p:grpSp>
            <p:nvGrpSpPr>
              <p:cNvPr id="1417" name="Google Shape;1417;p112"/>
              <p:cNvGrpSpPr/>
              <p:nvPr/>
            </p:nvGrpSpPr>
            <p:grpSpPr>
              <a:xfrm>
                <a:off x="5197050" y="2302592"/>
                <a:ext cx="150900" cy="173400"/>
                <a:chOff x="1538525" y="3499450"/>
                <a:chExt cx="150900" cy="173400"/>
              </a:xfrm>
            </p:grpSpPr>
            <p:cxnSp>
              <p:nvCxnSpPr>
                <p:cNvPr id="1418" name="Google Shape;1418;p112"/>
                <p:cNvCxnSpPr/>
                <p:nvPr/>
              </p:nvCxnSpPr>
              <p:spPr>
                <a:xfrm flipH="1"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19" name="Google Shape;1419;p112"/>
                <p:cNvCxnSpPr/>
                <p:nvPr/>
              </p:nvCxnSpPr>
              <p:spPr>
                <a:xfrm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20" name="Google Shape;1420;p112"/>
              <p:cNvSpPr txBox="1"/>
              <p:nvPr/>
            </p:nvSpPr>
            <p:spPr>
              <a:xfrm>
                <a:off x="5377508" y="2233384"/>
                <a:ext cx="208200" cy="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20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421" name="Google Shape;1421;p112"/>
          <p:cNvGrpSpPr/>
          <p:nvPr/>
        </p:nvGrpSpPr>
        <p:grpSpPr>
          <a:xfrm>
            <a:off x="4808609" y="2013334"/>
            <a:ext cx="777099" cy="871050"/>
            <a:chOff x="4808609" y="2013334"/>
            <a:chExt cx="777099" cy="871050"/>
          </a:xfrm>
        </p:grpSpPr>
        <p:grpSp>
          <p:nvGrpSpPr>
            <p:cNvPr id="1422" name="Google Shape;1422;p112"/>
            <p:cNvGrpSpPr/>
            <p:nvPr/>
          </p:nvGrpSpPr>
          <p:grpSpPr>
            <a:xfrm>
              <a:off x="4808609" y="2013334"/>
              <a:ext cx="241200" cy="462657"/>
              <a:chOff x="4808609" y="1632334"/>
              <a:chExt cx="241200" cy="462657"/>
            </a:xfrm>
          </p:grpSpPr>
          <p:grpSp>
            <p:nvGrpSpPr>
              <p:cNvPr id="1423" name="Google Shape;1423;p112"/>
              <p:cNvGrpSpPr/>
              <p:nvPr/>
            </p:nvGrpSpPr>
            <p:grpSpPr>
              <a:xfrm>
                <a:off x="4816050" y="1921592"/>
                <a:ext cx="150900" cy="173400"/>
                <a:chOff x="1538525" y="3499450"/>
                <a:chExt cx="150900" cy="173400"/>
              </a:xfrm>
            </p:grpSpPr>
            <p:cxnSp>
              <p:nvCxnSpPr>
                <p:cNvPr id="1424" name="Google Shape;1424;p112"/>
                <p:cNvCxnSpPr/>
                <p:nvPr/>
              </p:nvCxnSpPr>
              <p:spPr>
                <a:xfrm flipH="1"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25" name="Google Shape;1425;p112"/>
                <p:cNvCxnSpPr/>
                <p:nvPr/>
              </p:nvCxnSpPr>
              <p:spPr>
                <a:xfrm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26" name="Google Shape;1426;p112"/>
              <p:cNvSpPr txBox="1"/>
              <p:nvPr/>
            </p:nvSpPr>
            <p:spPr>
              <a:xfrm>
                <a:off x="4808609" y="1632334"/>
                <a:ext cx="241200" cy="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27" name="Google Shape;1427;p112"/>
            <p:cNvGrpSpPr/>
            <p:nvPr/>
          </p:nvGrpSpPr>
          <p:grpSpPr>
            <a:xfrm>
              <a:off x="5197050" y="2614384"/>
              <a:ext cx="388658" cy="270000"/>
              <a:chOff x="5197050" y="2233384"/>
              <a:chExt cx="388658" cy="270000"/>
            </a:xfrm>
          </p:grpSpPr>
          <p:grpSp>
            <p:nvGrpSpPr>
              <p:cNvPr id="1428" name="Google Shape;1428;p112"/>
              <p:cNvGrpSpPr/>
              <p:nvPr/>
            </p:nvGrpSpPr>
            <p:grpSpPr>
              <a:xfrm>
                <a:off x="5197050" y="2302592"/>
                <a:ext cx="150900" cy="173400"/>
                <a:chOff x="1538525" y="3499450"/>
                <a:chExt cx="150900" cy="173400"/>
              </a:xfrm>
            </p:grpSpPr>
            <p:cxnSp>
              <p:nvCxnSpPr>
                <p:cNvPr id="1429" name="Google Shape;1429;p112"/>
                <p:cNvCxnSpPr/>
                <p:nvPr/>
              </p:nvCxnSpPr>
              <p:spPr>
                <a:xfrm flipH="1"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30" name="Google Shape;1430;p112"/>
                <p:cNvCxnSpPr/>
                <p:nvPr/>
              </p:nvCxnSpPr>
              <p:spPr>
                <a:xfrm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31" name="Google Shape;1431;p112"/>
              <p:cNvSpPr txBox="1"/>
              <p:nvPr/>
            </p:nvSpPr>
            <p:spPr>
              <a:xfrm>
                <a:off x="5377508" y="2233384"/>
                <a:ext cx="208200" cy="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20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432" name="Google Shape;1432;p112"/>
          <p:cNvGrpSpPr/>
          <p:nvPr/>
        </p:nvGrpSpPr>
        <p:grpSpPr>
          <a:xfrm>
            <a:off x="4808609" y="2394334"/>
            <a:ext cx="777099" cy="871050"/>
            <a:chOff x="4808609" y="2394334"/>
            <a:chExt cx="777099" cy="871050"/>
          </a:xfrm>
        </p:grpSpPr>
        <p:grpSp>
          <p:nvGrpSpPr>
            <p:cNvPr id="1433" name="Google Shape;1433;p112"/>
            <p:cNvGrpSpPr/>
            <p:nvPr/>
          </p:nvGrpSpPr>
          <p:grpSpPr>
            <a:xfrm>
              <a:off x="4808609" y="2394334"/>
              <a:ext cx="241200" cy="462657"/>
              <a:chOff x="4808609" y="1632334"/>
              <a:chExt cx="241200" cy="462657"/>
            </a:xfrm>
          </p:grpSpPr>
          <p:grpSp>
            <p:nvGrpSpPr>
              <p:cNvPr id="1434" name="Google Shape;1434;p112"/>
              <p:cNvGrpSpPr/>
              <p:nvPr/>
            </p:nvGrpSpPr>
            <p:grpSpPr>
              <a:xfrm>
                <a:off x="4816050" y="1921592"/>
                <a:ext cx="150900" cy="173400"/>
                <a:chOff x="1538525" y="3499450"/>
                <a:chExt cx="150900" cy="173400"/>
              </a:xfrm>
            </p:grpSpPr>
            <p:cxnSp>
              <p:nvCxnSpPr>
                <p:cNvPr id="1435" name="Google Shape;1435;p112"/>
                <p:cNvCxnSpPr/>
                <p:nvPr/>
              </p:nvCxnSpPr>
              <p:spPr>
                <a:xfrm flipH="1"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36" name="Google Shape;1436;p112"/>
                <p:cNvCxnSpPr/>
                <p:nvPr/>
              </p:nvCxnSpPr>
              <p:spPr>
                <a:xfrm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37" name="Google Shape;1437;p112"/>
              <p:cNvSpPr txBox="1"/>
              <p:nvPr/>
            </p:nvSpPr>
            <p:spPr>
              <a:xfrm>
                <a:off x="4808609" y="1632334"/>
                <a:ext cx="241200" cy="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38" name="Google Shape;1438;p112"/>
            <p:cNvGrpSpPr/>
            <p:nvPr/>
          </p:nvGrpSpPr>
          <p:grpSpPr>
            <a:xfrm>
              <a:off x="5197050" y="2995384"/>
              <a:ext cx="388658" cy="270000"/>
              <a:chOff x="5197050" y="2233384"/>
              <a:chExt cx="388658" cy="270000"/>
            </a:xfrm>
          </p:grpSpPr>
          <p:grpSp>
            <p:nvGrpSpPr>
              <p:cNvPr id="1439" name="Google Shape;1439;p112"/>
              <p:cNvGrpSpPr/>
              <p:nvPr/>
            </p:nvGrpSpPr>
            <p:grpSpPr>
              <a:xfrm>
                <a:off x="5197050" y="2302592"/>
                <a:ext cx="150900" cy="173400"/>
                <a:chOff x="1538525" y="3499450"/>
                <a:chExt cx="150900" cy="173400"/>
              </a:xfrm>
            </p:grpSpPr>
            <p:cxnSp>
              <p:nvCxnSpPr>
                <p:cNvPr id="1440" name="Google Shape;1440;p112"/>
                <p:cNvCxnSpPr/>
                <p:nvPr/>
              </p:nvCxnSpPr>
              <p:spPr>
                <a:xfrm flipH="1"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41" name="Google Shape;1441;p112"/>
                <p:cNvCxnSpPr/>
                <p:nvPr/>
              </p:nvCxnSpPr>
              <p:spPr>
                <a:xfrm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42" name="Google Shape;1442;p112"/>
              <p:cNvSpPr txBox="1"/>
              <p:nvPr/>
            </p:nvSpPr>
            <p:spPr>
              <a:xfrm>
                <a:off x="5377508" y="2233384"/>
                <a:ext cx="208200" cy="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20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443" name="Google Shape;1443;p112"/>
          <p:cNvGrpSpPr/>
          <p:nvPr/>
        </p:nvGrpSpPr>
        <p:grpSpPr>
          <a:xfrm>
            <a:off x="4808609" y="2775334"/>
            <a:ext cx="777099" cy="871050"/>
            <a:chOff x="4808609" y="2775334"/>
            <a:chExt cx="777099" cy="871050"/>
          </a:xfrm>
        </p:grpSpPr>
        <p:grpSp>
          <p:nvGrpSpPr>
            <p:cNvPr id="1444" name="Google Shape;1444;p112"/>
            <p:cNvGrpSpPr/>
            <p:nvPr/>
          </p:nvGrpSpPr>
          <p:grpSpPr>
            <a:xfrm>
              <a:off x="4808609" y="2775334"/>
              <a:ext cx="241200" cy="462657"/>
              <a:chOff x="4808609" y="1632334"/>
              <a:chExt cx="241200" cy="462657"/>
            </a:xfrm>
          </p:grpSpPr>
          <p:grpSp>
            <p:nvGrpSpPr>
              <p:cNvPr id="1445" name="Google Shape;1445;p112"/>
              <p:cNvGrpSpPr/>
              <p:nvPr/>
            </p:nvGrpSpPr>
            <p:grpSpPr>
              <a:xfrm>
                <a:off x="4816050" y="1921592"/>
                <a:ext cx="150900" cy="173400"/>
                <a:chOff x="1538525" y="3499450"/>
                <a:chExt cx="150900" cy="173400"/>
              </a:xfrm>
            </p:grpSpPr>
            <p:cxnSp>
              <p:nvCxnSpPr>
                <p:cNvPr id="1446" name="Google Shape;1446;p112"/>
                <p:cNvCxnSpPr/>
                <p:nvPr/>
              </p:nvCxnSpPr>
              <p:spPr>
                <a:xfrm flipH="1"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47" name="Google Shape;1447;p112"/>
                <p:cNvCxnSpPr/>
                <p:nvPr/>
              </p:nvCxnSpPr>
              <p:spPr>
                <a:xfrm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48" name="Google Shape;1448;p112"/>
              <p:cNvSpPr txBox="1"/>
              <p:nvPr/>
            </p:nvSpPr>
            <p:spPr>
              <a:xfrm>
                <a:off x="4808609" y="1632334"/>
                <a:ext cx="241200" cy="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49" name="Google Shape;1449;p112"/>
            <p:cNvGrpSpPr/>
            <p:nvPr/>
          </p:nvGrpSpPr>
          <p:grpSpPr>
            <a:xfrm>
              <a:off x="5197050" y="3376384"/>
              <a:ext cx="388658" cy="270000"/>
              <a:chOff x="5197050" y="2233384"/>
              <a:chExt cx="388658" cy="270000"/>
            </a:xfrm>
          </p:grpSpPr>
          <p:grpSp>
            <p:nvGrpSpPr>
              <p:cNvPr id="1450" name="Google Shape;1450;p112"/>
              <p:cNvGrpSpPr/>
              <p:nvPr/>
            </p:nvGrpSpPr>
            <p:grpSpPr>
              <a:xfrm>
                <a:off x="5197050" y="2302592"/>
                <a:ext cx="150900" cy="173400"/>
                <a:chOff x="1538525" y="3499450"/>
                <a:chExt cx="150900" cy="173400"/>
              </a:xfrm>
            </p:grpSpPr>
            <p:cxnSp>
              <p:nvCxnSpPr>
                <p:cNvPr id="1451" name="Google Shape;1451;p112"/>
                <p:cNvCxnSpPr/>
                <p:nvPr/>
              </p:nvCxnSpPr>
              <p:spPr>
                <a:xfrm flipH="1"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52" name="Google Shape;1452;p112"/>
                <p:cNvCxnSpPr/>
                <p:nvPr/>
              </p:nvCxnSpPr>
              <p:spPr>
                <a:xfrm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53" name="Google Shape;1453;p112"/>
              <p:cNvSpPr txBox="1"/>
              <p:nvPr/>
            </p:nvSpPr>
            <p:spPr>
              <a:xfrm>
                <a:off x="5377508" y="2233384"/>
                <a:ext cx="208200" cy="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20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454" name="Google Shape;1454;p112"/>
          <p:cNvGrpSpPr/>
          <p:nvPr/>
        </p:nvGrpSpPr>
        <p:grpSpPr>
          <a:xfrm>
            <a:off x="4427609" y="2775334"/>
            <a:ext cx="777099" cy="871050"/>
            <a:chOff x="4427609" y="2775334"/>
            <a:chExt cx="777099" cy="871050"/>
          </a:xfrm>
        </p:grpSpPr>
        <p:grpSp>
          <p:nvGrpSpPr>
            <p:cNvPr id="1455" name="Google Shape;1455;p112"/>
            <p:cNvGrpSpPr/>
            <p:nvPr/>
          </p:nvGrpSpPr>
          <p:grpSpPr>
            <a:xfrm>
              <a:off x="4427609" y="2775334"/>
              <a:ext cx="241200" cy="462657"/>
              <a:chOff x="4808609" y="1632334"/>
              <a:chExt cx="241200" cy="462657"/>
            </a:xfrm>
          </p:grpSpPr>
          <p:grpSp>
            <p:nvGrpSpPr>
              <p:cNvPr id="1456" name="Google Shape;1456;p112"/>
              <p:cNvGrpSpPr/>
              <p:nvPr/>
            </p:nvGrpSpPr>
            <p:grpSpPr>
              <a:xfrm>
                <a:off x="4816050" y="1921592"/>
                <a:ext cx="150900" cy="173400"/>
                <a:chOff x="1538525" y="3499450"/>
                <a:chExt cx="150900" cy="173400"/>
              </a:xfrm>
            </p:grpSpPr>
            <p:cxnSp>
              <p:nvCxnSpPr>
                <p:cNvPr id="1457" name="Google Shape;1457;p112"/>
                <p:cNvCxnSpPr/>
                <p:nvPr/>
              </p:nvCxnSpPr>
              <p:spPr>
                <a:xfrm flipH="1"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58" name="Google Shape;1458;p112"/>
                <p:cNvCxnSpPr/>
                <p:nvPr/>
              </p:nvCxnSpPr>
              <p:spPr>
                <a:xfrm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59" name="Google Shape;1459;p112"/>
              <p:cNvSpPr txBox="1"/>
              <p:nvPr/>
            </p:nvSpPr>
            <p:spPr>
              <a:xfrm>
                <a:off x="4808609" y="1632334"/>
                <a:ext cx="241200" cy="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60" name="Google Shape;1460;p112"/>
            <p:cNvGrpSpPr/>
            <p:nvPr/>
          </p:nvGrpSpPr>
          <p:grpSpPr>
            <a:xfrm>
              <a:off x="4816050" y="3376384"/>
              <a:ext cx="388658" cy="270000"/>
              <a:chOff x="5197050" y="2233384"/>
              <a:chExt cx="388658" cy="270000"/>
            </a:xfrm>
          </p:grpSpPr>
          <p:grpSp>
            <p:nvGrpSpPr>
              <p:cNvPr id="1461" name="Google Shape;1461;p112"/>
              <p:cNvGrpSpPr/>
              <p:nvPr/>
            </p:nvGrpSpPr>
            <p:grpSpPr>
              <a:xfrm>
                <a:off x="5197050" y="2302592"/>
                <a:ext cx="150900" cy="173400"/>
                <a:chOff x="1538525" y="3499450"/>
                <a:chExt cx="150900" cy="173400"/>
              </a:xfrm>
            </p:grpSpPr>
            <p:cxnSp>
              <p:nvCxnSpPr>
                <p:cNvPr id="1462" name="Google Shape;1462;p112"/>
                <p:cNvCxnSpPr/>
                <p:nvPr/>
              </p:nvCxnSpPr>
              <p:spPr>
                <a:xfrm flipH="1"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63" name="Google Shape;1463;p112"/>
                <p:cNvCxnSpPr/>
                <p:nvPr/>
              </p:nvCxnSpPr>
              <p:spPr>
                <a:xfrm rot="10800000">
                  <a:off x="1538525" y="3499450"/>
                  <a:ext cx="150900" cy="173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64" name="Google Shape;1464;p112"/>
              <p:cNvSpPr txBox="1"/>
              <p:nvPr/>
            </p:nvSpPr>
            <p:spPr>
              <a:xfrm>
                <a:off x="5377508" y="2233384"/>
                <a:ext cx="208200" cy="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20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465" name="Google Shape;1465;p112"/>
          <p:cNvGrpSpPr/>
          <p:nvPr/>
        </p:nvGrpSpPr>
        <p:grpSpPr>
          <a:xfrm>
            <a:off x="4046609" y="2775334"/>
            <a:ext cx="241200" cy="462657"/>
            <a:chOff x="4808609" y="1632334"/>
            <a:chExt cx="241200" cy="462657"/>
          </a:xfrm>
        </p:grpSpPr>
        <p:grpSp>
          <p:nvGrpSpPr>
            <p:cNvPr id="1466" name="Google Shape;1466;p112"/>
            <p:cNvGrpSpPr/>
            <p:nvPr/>
          </p:nvGrpSpPr>
          <p:grpSpPr>
            <a:xfrm>
              <a:off x="4816050" y="1921592"/>
              <a:ext cx="150900" cy="173400"/>
              <a:chOff x="1538525" y="3499450"/>
              <a:chExt cx="150900" cy="173400"/>
            </a:xfrm>
          </p:grpSpPr>
          <p:cxnSp>
            <p:nvCxnSpPr>
              <p:cNvPr id="1467" name="Google Shape;1467;p112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8" name="Google Shape;1468;p112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469" name="Google Shape;1469;p112"/>
            <p:cNvSpPr txBox="1"/>
            <p:nvPr/>
          </p:nvSpPr>
          <p:spPr>
            <a:xfrm>
              <a:off x="4808609" y="1632334"/>
              <a:ext cx="241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0" name="Google Shape;1470;p112"/>
          <p:cNvGrpSpPr/>
          <p:nvPr/>
        </p:nvGrpSpPr>
        <p:grpSpPr>
          <a:xfrm>
            <a:off x="4435050" y="3376384"/>
            <a:ext cx="388658" cy="270000"/>
            <a:chOff x="5197050" y="2233384"/>
            <a:chExt cx="388658" cy="270000"/>
          </a:xfrm>
        </p:grpSpPr>
        <p:grpSp>
          <p:nvGrpSpPr>
            <p:cNvPr id="1471" name="Google Shape;1471;p112"/>
            <p:cNvGrpSpPr/>
            <p:nvPr/>
          </p:nvGrpSpPr>
          <p:grpSpPr>
            <a:xfrm>
              <a:off x="5197050" y="2302592"/>
              <a:ext cx="150900" cy="173400"/>
              <a:chOff x="1538525" y="3499450"/>
              <a:chExt cx="150900" cy="173400"/>
            </a:xfrm>
          </p:grpSpPr>
          <p:cxnSp>
            <p:nvCxnSpPr>
              <p:cNvPr id="1472" name="Google Shape;1472;p112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3" name="Google Shape;1473;p112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474" name="Google Shape;1474;p112"/>
            <p:cNvSpPr txBox="1"/>
            <p:nvPr/>
          </p:nvSpPr>
          <p:spPr>
            <a:xfrm>
              <a:off x="5377508" y="2233384"/>
              <a:ext cx="208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5" name="Google Shape;1475;p112"/>
          <p:cNvGrpSpPr/>
          <p:nvPr/>
        </p:nvGrpSpPr>
        <p:grpSpPr>
          <a:xfrm>
            <a:off x="4054050" y="3376384"/>
            <a:ext cx="388658" cy="270000"/>
            <a:chOff x="5578050" y="1852384"/>
            <a:chExt cx="388658" cy="270000"/>
          </a:xfrm>
        </p:grpSpPr>
        <p:grpSp>
          <p:nvGrpSpPr>
            <p:cNvPr id="1476" name="Google Shape;1476;p112"/>
            <p:cNvGrpSpPr/>
            <p:nvPr/>
          </p:nvGrpSpPr>
          <p:grpSpPr>
            <a:xfrm>
              <a:off x="5578050" y="1921592"/>
              <a:ext cx="150900" cy="173400"/>
              <a:chOff x="1538525" y="3499450"/>
              <a:chExt cx="150900" cy="173400"/>
            </a:xfrm>
          </p:grpSpPr>
          <p:cxnSp>
            <p:nvCxnSpPr>
              <p:cNvPr id="1477" name="Google Shape;1477;p112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8" name="Google Shape;1478;p112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479" name="Google Shape;1479;p112"/>
            <p:cNvSpPr txBox="1"/>
            <p:nvPr/>
          </p:nvSpPr>
          <p:spPr>
            <a:xfrm>
              <a:off x="5758508" y="1852384"/>
              <a:ext cx="208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1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sp>
        <p:nvSpPr>
          <p:cNvPr id="1485" name="Google Shape;1485;p113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</a:t>
            </a:r>
            <a:r>
              <a:rPr lang="en-GB" sz="2000"/>
              <a:t>     = Goal</a:t>
            </a:r>
            <a:endParaRPr sz="2000"/>
          </a:p>
        </p:txBody>
      </p:sp>
      <p:sp>
        <p:nvSpPr>
          <p:cNvPr id="1486" name="Google Shape;1486;p113"/>
          <p:cNvSpPr/>
          <p:nvPr/>
        </p:nvSpPr>
        <p:spPr>
          <a:xfrm>
            <a:off x="3056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113"/>
          <p:cNvSpPr/>
          <p:nvPr/>
        </p:nvSpPr>
        <p:spPr>
          <a:xfrm>
            <a:off x="3056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113"/>
          <p:cNvSpPr/>
          <p:nvPr/>
        </p:nvSpPr>
        <p:spPr>
          <a:xfrm>
            <a:off x="3056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113"/>
          <p:cNvSpPr/>
          <p:nvPr/>
        </p:nvSpPr>
        <p:spPr>
          <a:xfrm>
            <a:off x="3056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113"/>
          <p:cNvSpPr/>
          <p:nvPr/>
        </p:nvSpPr>
        <p:spPr>
          <a:xfrm>
            <a:off x="3056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113"/>
          <p:cNvSpPr/>
          <p:nvPr/>
        </p:nvSpPr>
        <p:spPr>
          <a:xfrm>
            <a:off x="3056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113"/>
          <p:cNvSpPr/>
          <p:nvPr/>
        </p:nvSpPr>
        <p:spPr>
          <a:xfrm>
            <a:off x="3437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113"/>
          <p:cNvSpPr/>
          <p:nvPr/>
        </p:nvSpPr>
        <p:spPr>
          <a:xfrm>
            <a:off x="3437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113"/>
          <p:cNvSpPr/>
          <p:nvPr/>
        </p:nvSpPr>
        <p:spPr>
          <a:xfrm>
            <a:off x="3437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113"/>
          <p:cNvSpPr/>
          <p:nvPr/>
        </p:nvSpPr>
        <p:spPr>
          <a:xfrm>
            <a:off x="3437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113"/>
          <p:cNvSpPr/>
          <p:nvPr/>
        </p:nvSpPr>
        <p:spPr>
          <a:xfrm>
            <a:off x="3437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113"/>
          <p:cNvSpPr/>
          <p:nvPr/>
        </p:nvSpPr>
        <p:spPr>
          <a:xfrm>
            <a:off x="3437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113"/>
          <p:cNvSpPr/>
          <p:nvPr/>
        </p:nvSpPr>
        <p:spPr>
          <a:xfrm>
            <a:off x="3818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113"/>
          <p:cNvSpPr/>
          <p:nvPr/>
        </p:nvSpPr>
        <p:spPr>
          <a:xfrm>
            <a:off x="3818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113"/>
          <p:cNvSpPr/>
          <p:nvPr/>
        </p:nvSpPr>
        <p:spPr>
          <a:xfrm>
            <a:off x="3818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113"/>
          <p:cNvSpPr/>
          <p:nvPr/>
        </p:nvSpPr>
        <p:spPr>
          <a:xfrm>
            <a:off x="3818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113"/>
          <p:cNvSpPr/>
          <p:nvPr/>
        </p:nvSpPr>
        <p:spPr>
          <a:xfrm>
            <a:off x="3818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3" name="Google Shape;1503;p113"/>
          <p:cNvSpPr/>
          <p:nvPr/>
        </p:nvSpPr>
        <p:spPr>
          <a:xfrm>
            <a:off x="3818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113"/>
          <p:cNvSpPr/>
          <p:nvPr/>
        </p:nvSpPr>
        <p:spPr>
          <a:xfrm>
            <a:off x="4199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113"/>
          <p:cNvSpPr/>
          <p:nvPr/>
        </p:nvSpPr>
        <p:spPr>
          <a:xfrm>
            <a:off x="4199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6" name="Google Shape;1506;p113"/>
          <p:cNvSpPr/>
          <p:nvPr/>
        </p:nvSpPr>
        <p:spPr>
          <a:xfrm>
            <a:off x="4199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113"/>
          <p:cNvSpPr/>
          <p:nvPr/>
        </p:nvSpPr>
        <p:spPr>
          <a:xfrm>
            <a:off x="4199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113"/>
          <p:cNvSpPr/>
          <p:nvPr/>
        </p:nvSpPr>
        <p:spPr>
          <a:xfrm>
            <a:off x="4199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113"/>
          <p:cNvSpPr/>
          <p:nvPr/>
        </p:nvSpPr>
        <p:spPr>
          <a:xfrm>
            <a:off x="4199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113"/>
          <p:cNvSpPr/>
          <p:nvPr/>
        </p:nvSpPr>
        <p:spPr>
          <a:xfrm>
            <a:off x="4580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113"/>
          <p:cNvSpPr/>
          <p:nvPr/>
        </p:nvSpPr>
        <p:spPr>
          <a:xfrm>
            <a:off x="4580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113"/>
          <p:cNvSpPr/>
          <p:nvPr/>
        </p:nvSpPr>
        <p:spPr>
          <a:xfrm>
            <a:off x="4580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113"/>
          <p:cNvSpPr/>
          <p:nvPr/>
        </p:nvSpPr>
        <p:spPr>
          <a:xfrm>
            <a:off x="4580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4" name="Google Shape;1514;p113"/>
          <p:cNvSpPr/>
          <p:nvPr/>
        </p:nvSpPr>
        <p:spPr>
          <a:xfrm>
            <a:off x="4580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113"/>
          <p:cNvSpPr/>
          <p:nvPr/>
        </p:nvSpPr>
        <p:spPr>
          <a:xfrm>
            <a:off x="4580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113"/>
          <p:cNvSpPr/>
          <p:nvPr/>
        </p:nvSpPr>
        <p:spPr>
          <a:xfrm>
            <a:off x="4961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113"/>
          <p:cNvSpPr/>
          <p:nvPr/>
        </p:nvSpPr>
        <p:spPr>
          <a:xfrm>
            <a:off x="4961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113"/>
          <p:cNvSpPr/>
          <p:nvPr/>
        </p:nvSpPr>
        <p:spPr>
          <a:xfrm>
            <a:off x="4961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113"/>
          <p:cNvSpPr/>
          <p:nvPr/>
        </p:nvSpPr>
        <p:spPr>
          <a:xfrm>
            <a:off x="4961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113"/>
          <p:cNvSpPr/>
          <p:nvPr/>
        </p:nvSpPr>
        <p:spPr>
          <a:xfrm>
            <a:off x="4961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113"/>
          <p:cNvSpPr/>
          <p:nvPr/>
        </p:nvSpPr>
        <p:spPr>
          <a:xfrm>
            <a:off x="4961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113"/>
          <p:cNvSpPr/>
          <p:nvPr/>
        </p:nvSpPr>
        <p:spPr>
          <a:xfrm>
            <a:off x="3056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113"/>
          <p:cNvSpPr/>
          <p:nvPr/>
        </p:nvSpPr>
        <p:spPr>
          <a:xfrm>
            <a:off x="3437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113"/>
          <p:cNvSpPr/>
          <p:nvPr/>
        </p:nvSpPr>
        <p:spPr>
          <a:xfrm>
            <a:off x="3818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5" name="Google Shape;1525;p113"/>
          <p:cNvSpPr/>
          <p:nvPr/>
        </p:nvSpPr>
        <p:spPr>
          <a:xfrm>
            <a:off x="4199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113"/>
          <p:cNvSpPr/>
          <p:nvPr/>
        </p:nvSpPr>
        <p:spPr>
          <a:xfrm>
            <a:off x="4580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113"/>
          <p:cNvSpPr/>
          <p:nvPr/>
        </p:nvSpPr>
        <p:spPr>
          <a:xfrm>
            <a:off x="4961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113"/>
          <p:cNvSpPr/>
          <p:nvPr/>
        </p:nvSpPr>
        <p:spPr>
          <a:xfrm>
            <a:off x="5342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113"/>
          <p:cNvSpPr/>
          <p:nvPr/>
        </p:nvSpPr>
        <p:spPr>
          <a:xfrm>
            <a:off x="5342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113"/>
          <p:cNvSpPr/>
          <p:nvPr/>
        </p:nvSpPr>
        <p:spPr>
          <a:xfrm>
            <a:off x="5342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113"/>
          <p:cNvSpPr/>
          <p:nvPr/>
        </p:nvSpPr>
        <p:spPr>
          <a:xfrm>
            <a:off x="5342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113"/>
          <p:cNvSpPr/>
          <p:nvPr/>
        </p:nvSpPr>
        <p:spPr>
          <a:xfrm>
            <a:off x="5342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113"/>
          <p:cNvSpPr/>
          <p:nvPr/>
        </p:nvSpPr>
        <p:spPr>
          <a:xfrm>
            <a:off x="5342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113"/>
          <p:cNvSpPr/>
          <p:nvPr/>
        </p:nvSpPr>
        <p:spPr>
          <a:xfrm>
            <a:off x="5342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113"/>
          <p:cNvSpPr/>
          <p:nvPr/>
        </p:nvSpPr>
        <p:spPr>
          <a:xfrm>
            <a:off x="4064234" y="3075529"/>
            <a:ext cx="136500" cy="1365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113"/>
          <p:cNvSpPr/>
          <p:nvPr/>
        </p:nvSpPr>
        <p:spPr>
          <a:xfrm>
            <a:off x="778359" y="867370"/>
            <a:ext cx="136500" cy="1365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113"/>
          <p:cNvSpPr txBox="1"/>
          <p:nvPr/>
        </p:nvSpPr>
        <p:spPr>
          <a:xfrm>
            <a:off x="324000" y="1334900"/>
            <a:ext cx="1697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Player A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8" name="Google Shape;1538;p113"/>
          <p:cNvSpPr txBox="1"/>
          <p:nvPr/>
        </p:nvSpPr>
        <p:spPr>
          <a:xfrm>
            <a:off x="6223250" y="1334850"/>
            <a:ext cx="2596800" cy="1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Computer (B)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Round 1: 4 units left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Round 2: 1 unit right, 1 unit down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Round 3: 2 units up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9" name="Google Shape;1539;p113"/>
          <p:cNvGrpSpPr/>
          <p:nvPr/>
        </p:nvGrpSpPr>
        <p:grpSpPr>
          <a:xfrm>
            <a:off x="4046609" y="870334"/>
            <a:ext cx="241200" cy="462657"/>
            <a:chOff x="4808609" y="870334"/>
            <a:chExt cx="241200" cy="462657"/>
          </a:xfrm>
        </p:grpSpPr>
        <p:grpSp>
          <p:nvGrpSpPr>
            <p:cNvPr id="1540" name="Google Shape;1540;p113"/>
            <p:cNvGrpSpPr/>
            <p:nvPr/>
          </p:nvGrpSpPr>
          <p:grpSpPr>
            <a:xfrm>
              <a:off x="4816050" y="1159592"/>
              <a:ext cx="150900" cy="173400"/>
              <a:chOff x="1538525" y="3499450"/>
              <a:chExt cx="150900" cy="173400"/>
            </a:xfrm>
          </p:grpSpPr>
          <p:cxnSp>
            <p:nvCxnSpPr>
              <p:cNvPr id="1541" name="Google Shape;1541;p113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2" name="Google Shape;1542;p113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43" name="Google Shape;1543;p113"/>
            <p:cNvSpPr txBox="1"/>
            <p:nvPr/>
          </p:nvSpPr>
          <p:spPr>
            <a:xfrm>
              <a:off x="4808609" y="870334"/>
              <a:ext cx="241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4" name="Google Shape;1544;p113"/>
          <p:cNvGrpSpPr/>
          <p:nvPr/>
        </p:nvGrpSpPr>
        <p:grpSpPr>
          <a:xfrm>
            <a:off x="5578050" y="2614384"/>
            <a:ext cx="388658" cy="270000"/>
            <a:chOff x="5578050" y="1852384"/>
            <a:chExt cx="388658" cy="270000"/>
          </a:xfrm>
        </p:grpSpPr>
        <p:grpSp>
          <p:nvGrpSpPr>
            <p:cNvPr id="1545" name="Google Shape;1545;p113"/>
            <p:cNvGrpSpPr/>
            <p:nvPr/>
          </p:nvGrpSpPr>
          <p:grpSpPr>
            <a:xfrm>
              <a:off x="5578050" y="1921592"/>
              <a:ext cx="150900" cy="173400"/>
              <a:chOff x="1538525" y="3499450"/>
              <a:chExt cx="150900" cy="173400"/>
            </a:xfrm>
          </p:grpSpPr>
          <p:cxnSp>
            <p:nvCxnSpPr>
              <p:cNvPr id="1546" name="Google Shape;1546;p113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7" name="Google Shape;1547;p113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48" name="Google Shape;1548;p113"/>
            <p:cNvSpPr txBox="1"/>
            <p:nvPr/>
          </p:nvSpPr>
          <p:spPr>
            <a:xfrm>
              <a:off x="5758508" y="1852384"/>
              <a:ext cx="208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11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sp>
        <p:nvSpPr>
          <p:cNvPr id="1554" name="Google Shape;1554;p114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lang="en-GB" sz="2000"/>
              <a:t>)      = Goal</a:t>
            </a:r>
            <a:endParaRPr sz="2000"/>
          </a:p>
        </p:txBody>
      </p:sp>
      <p:sp>
        <p:nvSpPr>
          <p:cNvPr id="1555" name="Google Shape;1555;p114"/>
          <p:cNvSpPr/>
          <p:nvPr/>
        </p:nvSpPr>
        <p:spPr>
          <a:xfrm>
            <a:off x="3056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114"/>
          <p:cNvSpPr/>
          <p:nvPr/>
        </p:nvSpPr>
        <p:spPr>
          <a:xfrm>
            <a:off x="3056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7" name="Google Shape;1557;p114"/>
          <p:cNvSpPr/>
          <p:nvPr/>
        </p:nvSpPr>
        <p:spPr>
          <a:xfrm>
            <a:off x="3056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8" name="Google Shape;1558;p114"/>
          <p:cNvSpPr/>
          <p:nvPr/>
        </p:nvSpPr>
        <p:spPr>
          <a:xfrm>
            <a:off x="3056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9" name="Google Shape;1559;p114"/>
          <p:cNvSpPr/>
          <p:nvPr/>
        </p:nvSpPr>
        <p:spPr>
          <a:xfrm>
            <a:off x="3056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114"/>
          <p:cNvSpPr/>
          <p:nvPr/>
        </p:nvSpPr>
        <p:spPr>
          <a:xfrm>
            <a:off x="3056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114"/>
          <p:cNvSpPr/>
          <p:nvPr/>
        </p:nvSpPr>
        <p:spPr>
          <a:xfrm>
            <a:off x="3437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114"/>
          <p:cNvSpPr/>
          <p:nvPr/>
        </p:nvSpPr>
        <p:spPr>
          <a:xfrm>
            <a:off x="3437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114"/>
          <p:cNvSpPr/>
          <p:nvPr/>
        </p:nvSpPr>
        <p:spPr>
          <a:xfrm>
            <a:off x="3437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114"/>
          <p:cNvSpPr/>
          <p:nvPr/>
        </p:nvSpPr>
        <p:spPr>
          <a:xfrm>
            <a:off x="3437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114"/>
          <p:cNvSpPr/>
          <p:nvPr/>
        </p:nvSpPr>
        <p:spPr>
          <a:xfrm>
            <a:off x="3437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114"/>
          <p:cNvSpPr/>
          <p:nvPr/>
        </p:nvSpPr>
        <p:spPr>
          <a:xfrm>
            <a:off x="3437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114"/>
          <p:cNvSpPr/>
          <p:nvPr/>
        </p:nvSpPr>
        <p:spPr>
          <a:xfrm>
            <a:off x="3818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114"/>
          <p:cNvSpPr/>
          <p:nvPr/>
        </p:nvSpPr>
        <p:spPr>
          <a:xfrm>
            <a:off x="3818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114"/>
          <p:cNvSpPr/>
          <p:nvPr/>
        </p:nvSpPr>
        <p:spPr>
          <a:xfrm>
            <a:off x="3818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114"/>
          <p:cNvSpPr/>
          <p:nvPr/>
        </p:nvSpPr>
        <p:spPr>
          <a:xfrm>
            <a:off x="3818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114"/>
          <p:cNvSpPr/>
          <p:nvPr/>
        </p:nvSpPr>
        <p:spPr>
          <a:xfrm>
            <a:off x="3818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114"/>
          <p:cNvSpPr/>
          <p:nvPr/>
        </p:nvSpPr>
        <p:spPr>
          <a:xfrm>
            <a:off x="3818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114"/>
          <p:cNvSpPr/>
          <p:nvPr/>
        </p:nvSpPr>
        <p:spPr>
          <a:xfrm>
            <a:off x="4199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114"/>
          <p:cNvSpPr/>
          <p:nvPr/>
        </p:nvSpPr>
        <p:spPr>
          <a:xfrm>
            <a:off x="4199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114"/>
          <p:cNvSpPr/>
          <p:nvPr/>
        </p:nvSpPr>
        <p:spPr>
          <a:xfrm>
            <a:off x="4199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114"/>
          <p:cNvSpPr/>
          <p:nvPr/>
        </p:nvSpPr>
        <p:spPr>
          <a:xfrm>
            <a:off x="4199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114"/>
          <p:cNvSpPr/>
          <p:nvPr/>
        </p:nvSpPr>
        <p:spPr>
          <a:xfrm>
            <a:off x="4199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114"/>
          <p:cNvSpPr/>
          <p:nvPr/>
        </p:nvSpPr>
        <p:spPr>
          <a:xfrm>
            <a:off x="4199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114"/>
          <p:cNvSpPr/>
          <p:nvPr/>
        </p:nvSpPr>
        <p:spPr>
          <a:xfrm>
            <a:off x="4580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114"/>
          <p:cNvSpPr/>
          <p:nvPr/>
        </p:nvSpPr>
        <p:spPr>
          <a:xfrm>
            <a:off x="4580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1" name="Google Shape;1581;p114"/>
          <p:cNvSpPr/>
          <p:nvPr/>
        </p:nvSpPr>
        <p:spPr>
          <a:xfrm>
            <a:off x="4580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114"/>
          <p:cNvSpPr/>
          <p:nvPr/>
        </p:nvSpPr>
        <p:spPr>
          <a:xfrm>
            <a:off x="4580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114"/>
          <p:cNvSpPr/>
          <p:nvPr/>
        </p:nvSpPr>
        <p:spPr>
          <a:xfrm>
            <a:off x="4580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114"/>
          <p:cNvSpPr/>
          <p:nvPr/>
        </p:nvSpPr>
        <p:spPr>
          <a:xfrm>
            <a:off x="4580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114"/>
          <p:cNvSpPr/>
          <p:nvPr/>
        </p:nvSpPr>
        <p:spPr>
          <a:xfrm>
            <a:off x="4961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114"/>
          <p:cNvSpPr/>
          <p:nvPr/>
        </p:nvSpPr>
        <p:spPr>
          <a:xfrm>
            <a:off x="4961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114"/>
          <p:cNvSpPr/>
          <p:nvPr/>
        </p:nvSpPr>
        <p:spPr>
          <a:xfrm>
            <a:off x="4961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14"/>
          <p:cNvSpPr/>
          <p:nvPr/>
        </p:nvSpPr>
        <p:spPr>
          <a:xfrm>
            <a:off x="4961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114"/>
          <p:cNvSpPr/>
          <p:nvPr/>
        </p:nvSpPr>
        <p:spPr>
          <a:xfrm>
            <a:off x="4961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114"/>
          <p:cNvSpPr/>
          <p:nvPr/>
        </p:nvSpPr>
        <p:spPr>
          <a:xfrm>
            <a:off x="4961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114"/>
          <p:cNvSpPr/>
          <p:nvPr/>
        </p:nvSpPr>
        <p:spPr>
          <a:xfrm>
            <a:off x="3056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2" name="Google Shape;1592;p114"/>
          <p:cNvSpPr/>
          <p:nvPr/>
        </p:nvSpPr>
        <p:spPr>
          <a:xfrm>
            <a:off x="3437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114"/>
          <p:cNvSpPr/>
          <p:nvPr/>
        </p:nvSpPr>
        <p:spPr>
          <a:xfrm>
            <a:off x="3818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114"/>
          <p:cNvSpPr/>
          <p:nvPr/>
        </p:nvSpPr>
        <p:spPr>
          <a:xfrm>
            <a:off x="4199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114"/>
          <p:cNvSpPr/>
          <p:nvPr/>
        </p:nvSpPr>
        <p:spPr>
          <a:xfrm>
            <a:off x="4580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114"/>
          <p:cNvSpPr/>
          <p:nvPr/>
        </p:nvSpPr>
        <p:spPr>
          <a:xfrm>
            <a:off x="4961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114"/>
          <p:cNvSpPr/>
          <p:nvPr/>
        </p:nvSpPr>
        <p:spPr>
          <a:xfrm>
            <a:off x="5342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114"/>
          <p:cNvSpPr/>
          <p:nvPr/>
        </p:nvSpPr>
        <p:spPr>
          <a:xfrm>
            <a:off x="5342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114"/>
          <p:cNvSpPr/>
          <p:nvPr/>
        </p:nvSpPr>
        <p:spPr>
          <a:xfrm>
            <a:off x="5342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114"/>
          <p:cNvSpPr/>
          <p:nvPr/>
        </p:nvSpPr>
        <p:spPr>
          <a:xfrm>
            <a:off x="5342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114"/>
          <p:cNvSpPr/>
          <p:nvPr/>
        </p:nvSpPr>
        <p:spPr>
          <a:xfrm>
            <a:off x="5342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2" name="Google Shape;1602;p114"/>
          <p:cNvSpPr/>
          <p:nvPr/>
        </p:nvSpPr>
        <p:spPr>
          <a:xfrm>
            <a:off x="5342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114"/>
          <p:cNvSpPr/>
          <p:nvPr/>
        </p:nvSpPr>
        <p:spPr>
          <a:xfrm>
            <a:off x="5342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114"/>
          <p:cNvSpPr/>
          <p:nvPr/>
        </p:nvSpPr>
        <p:spPr>
          <a:xfrm>
            <a:off x="5207234" y="2313529"/>
            <a:ext cx="136500" cy="1365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114"/>
          <p:cNvSpPr/>
          <p:nvPr/>
        </p:nvSpPr>
        <p:spPr>
          <a:xfrm>
            <a:off x="778359" y="867370"/>
            <a:ext cx="136500" cy="1365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114"/>
          <p:cNvSpPr txBox="1"/>
          <p:nvPr/>
        </p:nvSpPr>
        <p:spPr>
          <a:xfrm>
            <a:off x="324000" y="1334900"/>
            <a:ext cx="1697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Player A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114"/>
          <p:cNvSpPr txBox="1"/>
          <p:nvPr/>
        </p:nvSpPr>
        <p:spPr>
          <a:xfrm>
            <a:off x="6223250" y="1334850"/>
            <a:ext cx="2596800" cy="1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Computer (B)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Round 1: 2 units left, 1 unit up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Round 2: 1 unit left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Round 3: 1 unit up, </a:t>
            </a:r>
            <a:b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2 units right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08" name="Google Shape;1608;p114"/>
          <p:cNvGrpSpPr/>
          <p:nvPr/>
        </p:nvGrpSpPr>
        <p:grpSpPr>
          <a:xfrm>
            <a:off x="2621434" y="2226851"/>
            <a:ext cx="364316" cy="270000"/>
            <a:chOff x="4602634" y="1083851"/>
            <a:chExt cx="364316" cy="270000"/>
          </a:xfrm>
        </p:grpSpPr>
        <p:grpSp>
          <p:nvGrpSpPr>
            <p:cNvPr id="1609" name="Google Shape;1609;p114"/>
            <p:cNvGrpSpPr/>
            <p:nvPr/>
          </p:nvGrpSpPr>
          <p:grpSpPr>
            <a:xfrm>
              <a:off x="4816050" y="1159592"/>
              <a:ext cx="150900" cy="173400"/>
              <a:chOff x="1538525" y="3499450"/>
              <a:chExt cx="150900" cy="173400"/>
            </a:xfrm>
          </p:grpSpPr>
          <p:cxnSp>
            <p:nvCxnSpPr>
              <p:cNvPr id="1610" name="Google Shape;1610;p114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1" name="Google Shape;1611;p114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612" name="Google Shape;1612;p114"/>
            <p:cNvSpPr txBox="1"/>
            <p:nvPr/>
          </p:nvSpPr>
          <p:spPr>
            <a:xfrm>
              <a:off x="4602634" y="1083851"/>
              <a:ext cx="241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13" name="Google Shape;1613;p114"/>
          <p:cNvGrpSpPr/>
          <p:nvPr/>
        </p:nvGrpSpPr>
        <p:grpSpPr>
          <a:xfrm>
            <a:off x="5578050" y="2614384"/>
            <a:ext cx="388658" cy="270000"/>
            <a:chOff x="5578050" y="1852384"/>
            <a:chExt cx="388658" cy="270000"/>
          </a:xfrm>
        </p:grpSpPr>
        <p:grpSp>
          <p:nvGrpSpPr>
            <p:cNvPr id="1614" name="Google Shape;1614;p114"/>
            <p:cNvGrpSpPr/>
            <p:nvPr/>
          </p:nvGrpSpPr>
          <p:grpSpPr>
            <a:xfrm>
              <a:off x="5578050" y="1921592"/>
              <a:ext cx="150900" cy="173400"/>
              <a:chOff x="1538525" y="3499450"/>
              <a:chExt cx="150900" cy="173400"/>
            </a:xfrm>
          </p:grpSpPr>
          <p:cxnSp>
            <p:nvCxnSpPr>
              <p:cNvPr id="1615" name="Google Shape;1615;p114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6" name="Google Shape;1616;p114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617" name="Google Shape;1617;p114"/>
            <p:cNvSpPr txBox="1"/>
            <p:nvPr/>
          </p:nvSpPr>
          <p:spPr>
            <a:xfrm>
              <a:off x="5758508" y="1852384"/>
              <a:ext cx="208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11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sp>
        <p:nvSpPr>
          <p:cNvPr id="1623" name="Google Shape;1623;p115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</a:t>
            </a:r>
            <a:r>
              <a:rPr lang="en-GB" sz="2000"/>
              <a:t>) Design your own game. Decide where A and B will start and where the goal will be. Write your instructions for the computer. </a:t>
            </a:r>
            <a:r>
              <a:rPr lang="en-GB" sz="2000"/>
              <a:t>Swap</a:t>
            </a:r>
            <a:r>
              <a:rPr lang="en-GB" sz="2000"/>
              <a:t> with a peer and see if you can beat each other’s game.</a:t>
            </a:r>
            <a:endParaRPr sz="2000"/>
          </a:p>
        </p:txBody>
      </p:sp>
      <p:sp>
        <p:nvSpPr>
          <p:cNvPr id="1624" name="Google Shape;1624;p115"/>
          <p:cNvSpPr/>
          <p:nvPr/>
        </p:nvSpPr>
        <p:spPr>
          <a:xfrm>
            <a:off x="3056400" y="1993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5" name="Google Shape;1625;p115"/>
          <p:cNvSpPr/>
          <p:nvPr/>
        </p:nvSpPr>
        <p:spPr>
          <a:xfrm>
            <a:off x="3056400" y="2374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115"/>
          <p:cNvSpPr/>
          <p:nvPr/>
        </p:nvSpPr>
        <p:spPr>
          <a:xfrm>
            <a:off x="3056400" y="2755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115"/>
          <p:cNvSpPr/>
          <p:nvPr/>
        </p:nvSpPr>
        <p:spPr>
          <a:xfrm>
            <a:off x="3056400" y="3136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115"/>
          <p:cNvSpPr/>
          <p:nvPr/>
        </p:nvSpPr>
        <p:spPr>
          <a:xfrm>
            <a:off x="3056400" y="3517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115"/>
          <p:cNvSpPr/>
          <p:nvPr/>
        </p:nvSpPr>
        <p:spPr>
          <a:xfrm>
            <a:off x="3056400" y="3898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115"/>
          <p:cNvSpPr/>
          <p:nvPr/>
        </p:nvSpPr>
        <p:spPr>
          <a:xfrm>
            <a:off x="3437400" y="1993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115"/>
          <p:cNvSpPr/>
          <p:nvPr/>
        </p:nvSpPr>
        <p:spPr>
          <a:xfrm>
            <a:off x="3437400" y="2374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115"/>
          <p:cNvSpPr/>
          <p:nvPr/>
        </p:nvSpPr>
        <p:spPr>
          <a:xfrm>
            <a:off x="3437400" y="2755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115"/>
          <p:cNvSpPr/>
          <p:nvPr/>
        </p:nvSpPr>
        <p:spPr>
          <a:xfrm>
            <a:off x="3437400" y="3136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115"/>
          <p:cNvSpPr/>
          <p:nvPr/>
        </p:nvSpPr>
        <p:spPr>
          <a:xfrm>
            <a:off x="3437400" y="3517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115"/>
          <p:cNvSpPr/>
          <p:nvPr/>
        </p:nvSpPr>
        <p:spPr>
          <a:xfrm>
            <a:off x="3437400" y="3898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115"/>
          <p:cNvSpPr/>
          <p:nvPr/>
        </p:nvSpPr>
        <p:spPr>
          <a:xfrm>
            <a:off x="3818400" y="1993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115"/>
          <p:cNvSpPr/>
          <p:nvPr/>
        </p:nvSpPr>
        <p:spPr>
          <a:xfrm>
            <a:off x="3818400" y="2374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115"/>
          <p:cNvSpPr/>
          <p:nvPr/>
        </p:nvSpPr>
        <p:spPr>
          <a:xfrm>
            <a:off x="3818400" y="2755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115"/>
          <p:cNvSpPr/>
          <p:nvPr/>
        </p:nvSpPr>
        <p:spPr>
          <a:xfrm>
            <a:off x="3818400" y="3136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115"/>
          <p:cNvSpPr/>
          <p:nvPr/>
        </p:nvSpPr>
        <p:spPr>
          <a:xfrm>
            <a:off x="3818400" y="3517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115"/>
          <p:cNvSpPr/>
          <p:nvPr/>
        </p:nvSpPr>
        <p:spPr>
          <a:xfrm>
            <a:off x="3818400" y="3898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115"/>
          <p:cNvSpPr/>
          <p:nvPr/>
        </p:nvSpPr>
        <p:spPr>
          <a:xfrm>
            <a:off x="4199400" y="1993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115"/>
          <p:cNvSpPr/>
          <p:nvPr/>
        </p:nvSpPr>
        <p:spPr>
          <a:xfrm>
            <a:off x="4199400" y="2374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115"/>
          <p:cNvSpPr/>
          <p:nvPr/>
        </p:nvSpPr>
        <p:spPr>
          <a:xfrm>
            <a:off x="4199400" y="2755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5" name="Google Shape;1645;p115"/>
          <p:cNvSpPr/>
          <p:nvPr/>
        </p:nvSpPr>
        <p:spPr>
          <a:xfrm>
            <a:off x="4199400" y="3136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115"/>
          <p:cNvSpPr/>
          <p:nvPr/>
        </p:nvSpPr>
        <p:spPr>
          <a:xfrm>
            <a:off x="4199400" y="3517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115"/>
          <p:cNvSpPr/>
          <p:nvPr/>
        </p:nvSpPr>
        <p:spPr>
          <a:xfrm>
            <a:off x="4199400" y="3898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115"/>
          <p:cNvSpPr/>
          <p:nvPr/>
        </p:nvSpPr>
        <p:spPr>
          <a:xfrm>
            <a:off x="4580400" y="1993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9" name="Google Shape;1649;p115"/>
          <p:cNvSpPr/>
          <p:nvPr/>
        </p:nvSpPr>
        <p:spPr>
          <a:xfrm>
            <a:off x="4580400" y="2374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115"/>
          <p:cNvSpPr/>
          <p:nvPr/>
        </p:nvSpPr>
        <p:spPr>
          <a:xfrm>
            <a:off x="4580400" y="2755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115"/>
          <p:cNvSpPr/>
          <p:nvPr/>
        </p:nvSpPr>
        <p:spPr>
          <a:xfrm>
            <a:off x="4580400" y="3136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2" name="Google Shape;1652;p115"/>
          <p:cNvSpPr/>
          <p:nvPr/>
        </p:nvSpPr>
        <p:spPr>
          <a:xfrm>
            <a:off x="4580400" y="3517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3" name="Google Shape;1653;p115"/>
          <p:cNvSpPr/>
          <p:nvPr/>
        </p:nvSpPr>
        <p:spPr>
          <a:xfrm>
            <a:off x="4580400" y="3898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4" name="Google Shape;1654;p115"/>
          <p:cNvSpPr/>
          <p:nvPr/>
        </p:nvSpPr>
        <p:spPr>
          <a:xfrm>
            <a:off x="4961400" y="1993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5" name="Google Shape;1655;p115"/>
          <p:cNvSpPr/>
          <p:nvPr/>
        </p:nvSpPr>
        <p:spPr>
          <a:xfrm>
            <a:off x="4961400" y="2374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115"/>
          <p:cNvSpPr/>
          <p:nvPr/>
        </p:nvSpPr>
        <p:spPr>
          <a:xfrm>
            <a:off x="4961400" y="2755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115"/>
          <p:cNvSpPr/>
          <p:nvPr/>
        </p:nvSpPr>
        <p:spPr>
          <a:xfrm>
            <a:off x="4961400" y="3136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115"/>
          <p:cNvSpPr/>
          <p:nvPr/>
        </p:nvSpPr>
        <p:spPr>
          <a:xfrm>
            <a:off x="4961400" y="3517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115"/>
          <p:cNvSpPr/>
          <p:nvPr/>
        </p:nvSpPr>
        <p:spPr>
          <a:xfrm>
            <a:off x="4961400" y="3898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115"/>
          <p:cNvSpPr/>
          <p:nvPr/>
        </p:nvSpPr>
        <p:spPr>
          <a:xfrm>
            <a:off x="3056400" y="4279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115"/>
          <p:cNvSpPr/>
          <p:nvPr/>
        </p:nvSpPr>
        <p:spPr>
          <a:xfrm>
            <a:off x="3437400" y="4279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115"/>
          <p:cNvSpPr/>
          <p:nvPr/>
        </p:nvSpPr>
        <p:spPr>
          <a:xfrm>
            <a:off x="3818400" y="4279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115"/>
          <p:cNvSpPr/>
          <p:nvPr/>
        </p:nvSpPr>
        <p:spPr>
          <a:xfrm>
            <a:off x="4199400" y="4279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115"/>
          <p:cNvSpPr/>
          <p:nvPr/>
        </p:nvSpPr>
        <p:spPr>
          <a:xfrm>
            <a:off x="4580400" y="4279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115"/>
          <p:cNvSpPr/>
          <p:nvPr/>
        </p:nvSpPr>
        <p:spPr>
          <a:xfrm>
            <a:off x="4961400" y="4279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115"/>
          <p:cNvSpPr/>
          <p:nvPr/>
        </p:nvSpPr>
        <p:spPr>
          <a:xfrm>
            <a:off x="5342400" y="1993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115"/>
          <p:cNvSpPr/>
          <p:nvPr/>
        </p:nvSpPr>
        <p:spPr>
          <a:xfrm>
            <a:off x="5342400" y="2374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115"/>
          <p:cNvSpPr/>
          <p:nvPr/>
        </p:nvSpPr>
        <p:spPr>
          <a:xfrm>
            <a:off x="5342400" y="2755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115"/>
          <p:cNvSpPr/>
          <p:nvPr/>
        </p:nvSpPr>
        <p:spPr>
          <a:xfrm>
            <a:off x="5342400" y="3136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115"/>
          <p:cNvSpPr/>
          <p:nvPr/>
        </p:nvSpPr>
        <p:spPr>
          <a:xfrm>
            <a:off x="5342400" y="3517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115"/>
          <p:cNvSpPr/>
          <p:nvPr/>
        </p:nvSpPr>
        <p:spPr>
          <a:xfrm>
            <a:off x="5342400" y="3898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115"/>
          <p:cNvSpPr/>
          <p:nvPr/>
        </p:nvSpPr>
        <p:spPr>
          <a:xfrm>
            <a:off x="5342400" y="4279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11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sp>
        <p:nvSpPr>
          <p:cNvPr id="1678" name="Google Shape;1678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     = Goal</a:t>
            </a:r>
            <a:endParaRPr sz="2000"/>
          </a:p>
        </p:txBody>
      </p:sp>
      <p:sp>
        <p:nvSpPr>
          <p:cNvPr id="1679" name="Google Shape;1679;p116"/>
          <p:cNvSpPr/>
          <p:nvPr/>
        </p:nvSpPr>
        <p:spPr>
          <a:xfrm>
            <a:off x="3056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0" name="Google Shape;1680;p116"/>
          <p:cNvSpPr/>
          <p:nvPr/>
        </p:nvSpPr>
        <p:spPr>
          <a:xfrm>
            <a:off x="3056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1" name="Google Shape;1681;p116"/>
          <p:cNvSpPr/>
          <p:nvPr/>
        </p:nvSpPr>
        <p:spPr>
          <a:xfrm>
            <a:off x="3056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116"/>
          <p:cNvSpPr/>
          <p:nvPr/>
        </p:nvSpPr>
        <p:spPr>
          <a:xfrm>
            <a:off x="3056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116"/>
          <p:cNvSpPr/>
          <p:nvPr/>
        </p:nvSpPr>
        <p:spPr>
          <a:xfrm>
            <a:off x="3056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116"/>
          <p:cNvSpPr/>
          <p:nvPr/>
        </p:nvSpPr>
        <p:spPr>
          <a:xfrm>
            <a:off x="3056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116"/>
          <p:cNvSpPr/>
          <p:nvPr/>
        </p:nvSpPr>
        <p:spPr>
          <a:xfrm>
            <a:off x="3437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116"/>
          <p:cNvSpPr/>
          <p:nvPr/>
        </p:nvSpPr>
        <p:spPr>
          <a:xfrm>
            <a:off x="3437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116"/>
          <p:cNvSpPr/>
          <p:nvPr/>
        </p:nvSpPr>
        <p:spPr>
          <a:xfrm>
            <a:off x="3437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116"/>
          <p:cNvSpPr/>
          <p:nvPr/>
        </p:nvSpPr>
        <p:spPr>
          <a:xfrm>
            <a:off x="3437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116"/>
          <p:cNvSpPr/>
          <p:nvPr/>
        </p:nvSpPr>
        <p:spPr>
          <a:xfrm>
            <a:off x="3437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116"/>
          <p:cNvSpPr/>
          <p:nvPr/>
        </p:nvSpPr>
        <p:spPr>
          <a:xfrm>
            <a:off x="3437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116"/>
          <p:cNvSpPr/>
          <p:nvPr/>
        </p:nvSpPr>
        <p:spPr>
          <a:xfrm>
            <a:off x="3818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116"/>
          <p:cNvSpPr/>
          <p:nvPr/>
        </p:nvSpPr>
        <p:spPr>
          <a:xfrm>
            <a:off x="3818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116"/>
          <p:cNvSpPr/>
          <p:nvPr/>
        </p:nvSpPr>
        <p:spPr>
          <a:xfrm>
            <a:off x="3818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116"/>
          <p:cNvSpPr/>
          <p:nvPr/>
        </p:nvSpPr>
        <p:spPr>
          <a:xfrm>
            <a:off x="3818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116"/>
          <p:cNvSpPr/>
          <p:nvPr/>
        </p:nvSpPr>
        <p:spPr>
          <a:xfrm>
            <a:off x="3818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116"/>
          <p:cNvSpPr/>
          <p:nvPr/>
        </p:nvSpPr>
        <p:spPr>
          <a:xfrm>
            <a:off x="3818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116"/>
          <p:cNvSpPr/>
          <p:nvPr/>
        </p:nvSpPr>
        <p:spPr>
          <a:xfrm>
            <a:off x="4199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116"/>
          <p:cNvSpPr/>
          <p:nvPr/>
        </p:nvSpPr>
        <p:spPr>
          <a:xfrm>
            <a:off x="4199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116"/>
          <p:cNvSpPr/>
          <p:nvPr/>
        </p:nvSpPr>
        <p:spPr>
          <a:xfrm>
            <a:off x="4199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116"/>
          <p:cNvSpPr/>
          <p:nvPr/>
        </p:nvSpPr>
        <p:spPr>
          <a:xfrm>
            <a:off x="4199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116"/>
          <p:cNvSpPr/>
          <p:nvPr/>
        </p:nvSpPr>
        <p:spPr>
          <a:xfrm>
            <a:off x="4199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2" name="Google Shape;1702;p116"/>
          <p:cNvSpPr/>
          <p:nvPr/>
        </p:nvSpPr>
        <p:spPr>
          <a:xfrm>
            <a:off x="4199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p116"/>
          <p:cNvSpPr/>
          <p:nvPr/>
        </p:nvSpPr>
        <p:spPr>
          <a:xfrm>
            <a:off x="4580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116"/>
          <p:cNvSpPr/>
          <p:nvPr/>
        </p:nvSpPr>
        <p:spPr>
          <a:xfrm>
            <a:off x="4580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5" name="Google Shape;1705;p116"/>
          <p:cNvSpPr/>
          <p:nvPr/>
        </p:nvSpPr>
        <p:spPr>
          <a:xfrm>
            <a:off x="4580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116"/>
          <p:cNvSpPr/>
          <p:nvPr/>
        </p:nvSpPr>
        <p:spPr>
          <a:xfrm>
            <a:off x="4580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116"/>
          <p:cNvSpPr/>
          <p:nvPr/>
        </p:nvSpPr>
        <p:spPr>
          <a:xfrm>
            <a:off x="4580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116"/>
          <p:cNvSpPr/>
          <p:nvPr/>
        </p:nvSpPr>
        <p:spPr>
          <a:xfrm>
            <a:off x="4580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116"/>
          <p:cNvSpPr/>
          <p:nvPr/>
        </p:nvSpPr>
        <p:spPr>
          <a:xfrm>
            <a:off x="4961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116"/>
          <p:cNvSpPr/>
          <p:nvPr/>
        </p:nvSpPr>
        <p:spPr>
          <a:xfrm>
            <a:off x="4961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116"/>
          <p:cNvSpPr/>
          <p:nvPr/>
        </p:nvSpPr>
        <p:spPr>
          <a:xfrm>
            <a:off x="4961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116"/>
          <p:cNvSpPr/>
          <p:nvPr/>
        </p:nvSpPr>
        <p:spPr>
          <a:xfrm>
            <a:off x="4961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116"/>
          <p:cNvSpPr/>
          <p:nvPr/>
        </p:nvSpPr>
        <p:spPr>
          <a:xfrm>
            <a:off x="4961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116"/>
          <p:cNvSpPr/>
          <p:nvPr/>
        </p:nvSpPr>
        <p:spPr>
          <a:xfrm>
            <a:off x="4961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116"/>
          <p:cNvSpPr/>
          <p:nvPr/>
        </p:nvSpPr>
        <p:spPr>
          <a:xfrm>
            <a:off x="3056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116"/>
          <p:cNvSpPr/>
          <p:nvPr/>
        </p:nvSpPr>
        <p:spPr>
          <a:xfrm>
            <a:off x="3437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7" name="Google Shape;1717;p116"/>
          <p:cNvSpPr/>
          <p:nvPr/>
        </p:nvSpPr>
        <p:spPr>
          <a:xfrm>
            <a:off x="3818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116"/>
          <p:cNvSpPr/>
          <p:nvPr/>
        </p:nvSpPr>
        <p:spPr>
          <a:xfrm>
            <a:off x="4199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116"/>
          <p:cNvSpPr/>
          <p:nvPr/>
        </p:nvSpPr>
        <p:spPr>
          <a:xfrm>
            <a:off x="4580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0" name="Google Shape;1720;p116"/>
          <p:cNvSpPr/>
          <p:nvPr/>
        </p:nvSpPr>
        <p:spPr>
          <a:xfrm>
            <a:off x="4961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1" name="Google Shape;1721;p116"/>
          <p:cNvSpPr/>
          <p:nvPr/>
        </p:nvSpPr>
        <p:spPr>
          <a:xfrm>
            <a:off x="5342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116"/>
          <p:cNvSpPr/>
          <p:nvPr/>
        </p:nvSpPr>
        <p:spPr>
          <a:xfrm>
            <a:off x="5342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116"/>
          <p:cNvSpPr/>
          <p:nvPr/>
        </p:nvSpPr>
        <p:spPr>
          <a:xfrm>
            <a:off x="5342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116"/>
          <p:cNvSpPr/>
          <p:nvPr/>
        </p:nvSpPr>
        <p:spPr>
          <a:xfrm>
            <a:off x="5342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116"/>
          <p:cNvSpPr/>
          <p:nvPr/>
        </p:nvSpPr>
        <p:spPr>
          <a:xfrm>
            <a:off x="5342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116"/>
          <p:cNvSpPr/>
          <p:nvPr/>
        </p:nvSpPr>
        <p:spPr>
          <a:xfrm>
            <a:off x="5342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116"/>
          <p:cNvSpPr/>
          <p:nvPr/>
        </p:nvSpPr>
        <p:spPr>
          <a:xfrm>
            <a:off x="5342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8" name="Google Shape;1728;p116"/>
          <p:cNvSpPr/>
          <p:nvPr/>
        </p:nvSpPr>
        <p:spPr>
          <a:xfrm>
            <a:off x="4064234" y="3075529"/>
            <a:ext cx="136500" cy="1365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9" name="Google Shape;1729;p116"/>
          <p:cNvSpPr/>
          <p:nvPr/>
        </p:nvSpPr>
        <p:spPr>
          <a:xfrm>
            <a:off x="778359" y="867370"/>
            <a:ext cx="136500" cy="1365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116"/>
          <p:cNvSpPr txBox="1"/>
          <p:nvPr/>
        </p:nvSpPr>
        <p:spPr>
          <a:xfrm>
            <a:off x="324000" y="1334900"/>
            <a:ext cx="23082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Player A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Round 1: 1 unit left, 5 units down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Round 2: 1 unit right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1" name="Google Shape;1731;p116"/>
          <p:cNvSpPr txBox="1"/>
          <p:nvPr/>
        </p:nvSpPr>
        <p:spPr>
          <a:xfrm>
            <a:off x="6223250" y="1334850"/>
            <a:ext cx="2596800" cy="1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Computer (B)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Round 1: 4 units left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Round 2: 1 unit right, 1 unit down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Round 3: 2 units up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32" name="Google Shape;1732;p116"/>
          <p:cNvGrpSpPr/>
          <p:nvPr/>
        </p:nvGrpSpPr>
        <p:grpSpPr>
          <a:xfrm>
            <a:off x="4046609" y="870334"/>
            <a:ext cx="241200" cy="462657"/>
            <a:chOff x="4808609" y="870334"/>
            <a:chExt cx="241200" cy="462657"/>
          </a:xfrm>
        </p:grpSpPr>
        <p:grpSp>
          <p:nvGrpSpPr>
            <p:cNvPr id="1733" name="Google Shape;1733;p116"/>
            <p:cNvGrpSpPr/>
            <p:nvPr/>
          </p:nvGrpSpPr>
          <p:grpSpPr>
            <a:xfrm>
              <a:off x="4816050" y="1159592"/>
              <a:ext cx="150900" cy="173400"/>
              <a:chOff x="1538525" y="3499450"/>
              <a:chExt cx="150900" cy="173400"/>
            </a:xfrm>
          </p:grpSpPr>
          <p:cxnSp>
            <p:nvCxnSpPr>
              <p:cNvPr id="1734" name="Google Shape;1734;p116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5" name="Google Shape;1735;p116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736" name="Google Shape;1736;p116"/>
            <p:cNvSpPr txBox="1"/>
            <p:nvPr/>
          </p:nvSpPr>
          <p:spPr>
            <a:xfrm>
              <a:off x="4808609" y="870334"/>
              <a:ext cx="241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7" name="Google Shape;1737;p116"/>
          <p:cNvGrpSpPr/>
          <p:nvPr/>
        </p:nvGrpSpPr>
        <p:grpSpPr>
          <a:xfrm>
            <a:off x="5578050" y="2614384"/>
            <a:ext cx="388658" cy="270000"/>
            <a:chOff x="5578050" y="1852384"/>
            <a:chExt cx="388658" cy="270000"/>
          </a:xfrm>
        </p:grpSpPr>
        <p:grpSp>
          <p:nvGrpSpPr>
            <p:cNvPr id="1738" name="Google Shape;1738;p116"/>
            <p:cNvGrpSpPr/>
            <p:nvPr/>
          </p:nvGrpSpPr>
          <p:grpSpPr>
            <a:xfrm>
              <a:off x="5578050" y="1921592"/>
              <a:ext cx="150900" cy="173400"/>
              <a:chOff x="1538525" y="3499450"/>
              <a:chExt cx="150900" cy="173400"/>
            </a:xfrm>
          </p:grpSpPr>
          <p:cxnSp>
            <p:nvCxnSpPr>
              <p:cNvPr id="1739" name="Google Shape;1739;p116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0" name="Google Shape;1740;p116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741" name="Google Shape;1741;p116"/>
            <p:cNvSpPr txBox="1"/>
            <p:nvPr/>
          </p:nvSpPr>
          <p:spPr>
            <a:xfrm>
              <a:off x="5758508" y="1852384"/>
              <a:ext cx="208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11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sp>
        <p:nvSpPr>
          <p:cNvPr id="1747" name="Google Shape;1747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     = Goal</a:t>
            </a:r>
            <a:endParaRPr sz="2000"/>
          </a:p>
        </p:txBody>
      </p:sp>
      <p:sp>
        <p:nvSpPr>
          <p:cNvPr id="1748" name="Google Shape;1748;p117"/>
          <p:cNvSpPr/>
          <p:nvPr/>
        </p:nvSpPr>
        <p:spPr>
          <a:xfrm>
            <a:off x="3056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117"/>
          <p:cNvSpPr/>
          <p:nvPr/>
        </p:nvSpPr>
        <p:spPr>
          <a:xfrm>
            <a:off x="3056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117"/>
          <p:cNvSpPr/>
          <p:nvPr/>
        </p:nvSpPr>
        <p:spPr>
          <a:xfrm>
            <a:off x="3056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117"/>
          <p:cNvSpPr/>
          <p:nvPr/>
        </p:nvSpPr>
        <p:spPr>
          <a:xfrm>
            <a:off x="3056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2" name="Google Shape;1752;p117"/>
          <p:cNvSpPr/>
          <p:nvPr/>
        </p:nvSpPr>
        <p:spPr>
          <a:xfrm>
            <a:off x="3056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3" name="Google Shape;1753;p117"/>
          <p:cNvSpPr/>
          <p:nvPr/>
        </p:nvSpPr>
        <p:spPr>
          <a:xfrm>
            <a:off x="3056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117"/>
          <p:cNvSpPr/>
          <p:nvPr/>
        </p:nvSpPr>
        <p:spPr>
          <a:xfrm>
            <a:off x="3437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117"/>
          <p:cNvSpPr/>
          <p:nvPr/>
        </p:nvSpPr>
        <p:spPr>
          <a:xfrm>
            <a:off x="3437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117"/>
          <p:cNvSpPr/>
          <p:nvPr/>
        </p:nvSpPr>
        <p:spPr>
          <a:xfrm>
            <a:off x="3437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117"/>
          <p:cNvSpPr/>
          <p:nvPr/>
        </p:nvSpPr>
        <p:spPr>
          <a:xfrm>
            <a:off x="3437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117"/>
          <p:cNvSpPr/>
          <p:nvPr/>
        </p:nvSpPr>
        <p:spPr>
          <a:xfrm>
            <a:off x="3437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117"/>
          <p:cNvSpPr/>
          <p:nvPr/>
        </p:nvSpPr>
        <p:spPr>
          <a:xfrm>
            <a:off x="3437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0" name="Google Shape;1760;p117"/>
          <p:cNvSpPr/>
          <p:nvPr/>
        </p:nvSpPr>
        <p:spPr>
          <a:xfrm>
            <a:off x="3818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1" name="Google Shape;1761;p117"/>
          <p:cNvSpPr/>
          <p:nvPr/>
        </p:nvSpPr>
        <p:spPr>
          <a:xfrm>
            <a:off x="3818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2" name="Google Shape;1762;p117"/>
          <p:cNvSpPr/>
          <p:nvPr/>
        </p:nvSpPr>
        <p:spPr>
          <a:xfrm>
            <a:off x="3818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117"/>
          <p:cNvSpPr/>
          <p:nvPr/>
        </p:nvSpPr>
        <p:spPr>
          <a:xfrm>
            <a:off x="3818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117"/>
          <p:cNvSpPr/>
          <p:nvPr/>
        </p:nvSpPr>
        <p:spPr>
          <a:xfrm>
            <a:off x="3818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117"/>
          <p:cNvSpPr/>
          <p:nvPr/>
        </p:nvSpPr>
        <p:spPr>
          <a:xfrm>
            <a:off x="3818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117"/>
          <p:cNvSpPr/>
          <p:nvPr/>
        </p:nvSpPr>
        <p:spPr>
          <a:xfrm>
            <a:off x="4199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117"/>
          <p:cNvSpPr/>
          <p:nvPr/>
        </p:nvSpPr>
        <p:spPr>
          <a:xfrm>
            <a:off x="4199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117"/>
          <p:cNvSpPr/>
          <p:nvPr/>
        </p:nvSpPr>
        <p:spPr>
          <a:xfrm>
            <a:off x="4199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117"/>
          <p:cNvSpPr/>
          <p:nvPr/>
        </p:nvSpPr>
        <p:spPr>
          <a:xfrm>
            <a:off x="4199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117"/>
          <p:cNvSpPr/>
          <p:nvPr/>
        </p:nvSpPr>
        <p:spPr>
          <a:xfrm>
            <a:off x="4199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117"/>
          <p:cNvSpPr/>
          <p:nvPr/>
        </p:nvSpPr>
        <p:spPr>
          <a:xfrm>
            <a:off x="4199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117"/>
          <p:cNvSpPr/>
          <p:nvPr/>
        </p:nvSpPr>
        <p:spPr>
          <a:xfrm>
            <a:off x="4580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3" name="Google Shape;1773;p117"/>
          <p:cNvSpPr/>
          <p:nvPr/>
        </p:nvSpPr>
        <p:spPr>
          <a:xfrm>
            <a:off x="4580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4" name="Google Shape;1774;p117"/>
          <p:cNvSpPr/>
          <p:nvPr/>
        </p:nvSpPr>
        <p:spPr>
          <a:xfrm>
            <a:off x="4580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5" name="Google Shape;1775;p117"/>
          <p:cNvSpPr/>
          <p:nvPr/>
        </p:nvSpPr>
        <p:spPr>
          <a:xfrm>
            <a:off x="4580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6" name="Google Shape;1776;p117"/>
          <p:cNvSpPr/>
          <p:nvPr/>
        </p:nvSpPr>
        <p:spPr>
          <a:xfrm>
            <a:off x="4580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7" name="Google Shape;1777;p117"/>
          <p:cNvSpPr/>
          <p:nvPr/>
        </p:nvSpPr>
        <p:spPr>
          <a:xfrm>
            <a:off x="4580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8" name="Google Shape;1778;p117"/>
          <p:cNvSpPr/>
          <p:nvPr/>
        </p:nvSpPr>
        <p:spPr>
          <a:xfrm>
            <a:off x="4961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9" name="Google Shape;1779;p117"/>
          <p:cNvSpPr/>
          <p:nvPr/>
        </p:nvSpPr>
        <p:spPr>
          <a:xfrm>
            <a:off x="4961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0" name="Google Shape;1780;p117"/>
          <p:cNvSpPr/>
          <p:nvPr/>
        </p:nvSpPr>
        <p:spPr>
          <a:xfrm>
            <a:off x="4961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1" name="Google Shape;1781;p117"/>
          <p:cNvSpPr/>
          <p:nvPr/>
        </p:nvSpPr>
        <p:spPr>
          <a:xfrm>
            <a:off x="4961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2" name="Google Shape;1782;p117"/>
          <p:cNvSpPr/>
          <p:nvPr/>
        </p:nvSpPr>
        <p:spPr>
          <a:xfrm>
            <a:off x="4961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3" name="Google Shape;1783;p117"/>
          <p:cNvSpPr/>
          <p:nvPr/>
        </p:nvSpPr>
        <p:spPr>
          <a:xfrm>
            <a:off x="4961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4" name="Google Shape;1784;p117"/>
          <p:cNvSpPr/>
          <p:nvPr/>
        </p:nvSpPr>
        <p:spPr>
          <a:xfrm>
            <a:off x="3056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5" name="Google Shape;1785;p117"/>
          <p:cNvSpPr/>
          <p:nvPr/>
        </p:nvSpPr>
        <p:spPr>
          <a:xfrm>
            <a:off x="3437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117"/>
          <p:cNvSpPr/>
          <p:nvPr/>
        </p:nvSpPr>
        <p:spPr>
          <a:xfrm>
            <a:off x="3818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7" name="Google Shape;1787;p117"/>
          <p:cNvSpPr/>
          <p:nvPr/>
        </p:nvSpPr>
        <p:spPr>
          <a:xfrm>
            <a:off x="4199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8" name="Google Shape;1788;p117"/>
          <p:cNvSpPr/>
          <p:nvPr/>
        </p:nvSpPr>
        <p:spPr>
          <a:xfrm>
            <a:off x="4580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117"/>
          <p:cNvSpPr/>
          <p:nvPr/>
        </p:nvSpPr>
        <p:spPr>
          <a:xfrm>
            <a:off x="4961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0" name="Google Shape;1790;p117"/>
          <p:cNvSpPr/>
          <p:nvPr/>
        </p:nvSpPr>
        <p:spPr>
          <a:xfrm>
            <a:off x="5342400" y="1308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1" name="Google Shape;1791;p117"/>
          <p:cNvSpPr/>
          <p:nvPr/>
        </p:nvSpPr>
        <p:spPr>
          <a:xfrm>
            <a:off x="5342400" y="1689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117"/>
          <p:cNvSpPr/>
          <p:nvPr/>
        </p:nvSpPr>
        <p:spPr>
          <a:xfrm>
            <a:off x="5342400" y="2070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117"/>
          <p:cNvSpPr/>
          <p:nvPr/>
        </p:nvSpPr>
        <p:spPr>
          <a:xfrm>
            <a:off x="5342400" y="2451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117"/>
          <p:cNvSpPr/>
          <p:nvPr/>
        </p:nvSpPr>
        <p:spPr>
          <a:xfrm>
            <a:off x="5342400" y="2832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117"/>
          <p:cNvSpPr/>
          <p:nvPr/>
        </p:nvSpPr>
        <p:spPr>
          <a:xfrm>
            <a:off x="5342400" y="3213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6" name="Google Shape;1796;p117"/>
          <p:cNvSpPr/>
          <p:nvPr/>
        </p:nvSpPr>
        <p:spPr>
          <a:xfrm>
            <a:off x="5342400" y="35941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7" name="Google Shape;1797;p117"/>
          <p:cNvSpPr/>
          <p:nvPr/>
        </p:nvSpPr>
        <p:spPr>
          <a:xfrm>
            <a:off x="5207234" y="2313529"/>
            <a:ext cx="136500" cy="1365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8" name="Google Shape;1798;p117"/>
          <p:cNvSpPr/>
          <p:nvPr/>
        </p:nvSpPr>
        <p:spPr>
          <a:xfrm>
            <a:off x="778359" y="867370"/>
            <a:ext cx="136500" cy="1365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9" name="Google Shape;1799;p117"/>
          <p:cNvSpPr txBox="1"/>
          <p:nvPr/>
        </p:nvSpPr>
        <p:spPr>
          <a:xfrm>
            <a:off x="324000" y="1334900"/>
            <a:ext cx="23760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Player A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Round 1: 1 unit up, </a:t>
            </a:r>
            <a:b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 units right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Round 2: 1 unit down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0" name="Google Shape;1800;p117"/>
          <p:cNvSpPr txBox="1"/>
          <p:nvPr/>
        </p:nvSpPr>
        <p:spPr>
          <a:xfrm>
            <a:off x="6223250" y="1334850"/>
            <a:ext cx="2596800" cy="1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Computer (B)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Round 1: 2 units left, 1 unit up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Round 2: 1 unit left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Round 3: 1 unit up, </a:t>
            </a:r>
            <a:b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2 units right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1" name="Google Shape;1801;p117"/>
          <p:cNvGrpSpPr/>
          <p:nvPr/>
        </p:nvGrpSpPr>
        <p:grpSpPr>
          <a:xfrm>
            <a:off x="2621434" y="2226851"/>
            <a:ext cx="364316" cy="270000"/>
            <a:chOff x="4602634" y="1083851"/>
            <a:chExt cx="364316" cy="270000"/>
          </a:xfrm>
        </p:grpSpPr>
        <p:grpSp>
          <p:nvGrpSpPr>
            <p:cNvPr id="1802" name="Google Shape;1802;p117"/>
            <p:cNvGrpSpPr/>
            <p:nvPr/>
          </p:nvGrpSpPr>
          <p:grpSpPr>
            <a:xfrm>
              <a:off x="4816050" y="1159592"/>
              <a:ext cx="150900" cy="173400"/>
              <a:chOff x="1538525" y="3499450"/>
              <a:chExt cx="150900" cy="173400"/>
            </a:xfrm>
          </p:grpSpPr>
          <p:cxnSp>
            <p:nvCxnSpPr>
              <p:cNvPr id="1803" name="Google Shape;1803;p117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4" name="Google Shape;1804;p117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05" name="Google Shape;1805;p117"/>
            <p:cNvSpPr txBox="1"/>
            <p:nvPr/>
          </p:nvSpPr>
          <p:spPr>
            <a:xfrm>
              <a:off x="4602634" y="1083851"/>
              <a:ext cx="241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06" name="Google Shape;1806;p117"/>
          <p:cNvGrpSpPr/>
          <p:nvPr/>
        </p:nvGrpSpPr>
        <p:grpSpPr>
          <a:xfrm>
            <a:off x="5578050" y="2614384"/>
            <a:ext cx="388658" cy="270000"/>
            <a:chOff x="5578050" y="1852384"/>
            <a:chExt cx="388658" cy="270000"/>
          </a:xfrm>
        </p:grpSpPr>
        <p:grpSp>
          <p:nvGrpSpPr>
            <p:cNvPr id="1807" name="Google Shape;1807;p117"/>
            <p:cNvGrpSpPr/>
            <p:nvPr/>
          </p:nvGrpSpPr>
          <p:grpSpPr>
            <a:xfrm>
              <a:off x="5578050" y="1921592"/>
              <a:ext cx="150900" cy="173400"/>
              <a:chOff x="1538525" y="3499450"/>
              <a:chExt cx="150900" cy="173400"/>
            </a:xfrm>
          </p:grpSpPr>
          <p:cxnSp>
            <p:nvCxnSpPr>
              <p:cNvPr id="1808" name="Google Shape;1808;p117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9" name="Google Shape;1809;p117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10" name="Google Shape;1810;p117"/>
            <p:cNvSpPr txBox="1"/>
            <p:nvPr/>
          </p:nvSpPr>
          <p:spPr>
            <a:xfrm>
              <a:off x="5758508" y="1852384"/>
              <a:ext cx="208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11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Games</a:t>
            </a:r>
            <a:endParaRPr/>
          </a:p>
        </p:txBody>
      </p:sp>
      <p:sp>
        <p:nvSpPr>
          <p:cNvPr id="1816" name="Google Shape;1816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Design your own game. Decide where A and B will start and where the goal will be. Write your instructions for the computer. Swap with a peer and see if you can beat each other’s game.</a:t>
            </a:r>
            <a:endParaRPr sz="2000"/>
          </a:p>
        </p:txBody>
      </p:sp>
      <p:sp>
        <p:nvSpPr>
          <p:cNvPr id="1817" name="Google Shape;1817;p118"/>
          <p:cNvSpPr/>
          <p:nvPr/>
        </p:nvSpPr>
        <p:spPr>
          <a:xfrm>
            <a:off x="3056400" y="1993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118"/>
          <p:cNvSpPr/>
          <p:nvPr/>
        </p:nvSpPr>
        <p:spPr>
          <a:xfrm>
            <a:off x="3056400" y="2374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118"/>
          <p:cNvSpPr/>
          <p:nvPr/>
        </p:nvSpPr>
        <p:spPr>
          <a:xfrm>
            <a:off x="3056400" y="2755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0" name="Google Shape;1820;p118"/>
          <p:cNvSpPr/>
          <p:nvPr/>
        </p:nvSpPr>
        <p:spPr>
          <a:xfrm>
            <a:off x="3056400" y="3136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1" name="Google Shape;1821;p118"/>
          <p:cNvSpPr/>
          <p:nvPr/>
        </p:nvSpPr>
        <p:spPr>
          <a:xfrm>
            <a:off x="3056400" y="3517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2" name="Google Shape;1822;p118"/>
          <p:cNvSpPr/>
          <p:nvPr/>
        </p:nvSpPr>
        <p:spPr>
          <a:xfrm>
            <a:off x="3056400" y="3898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3" name="Google Shape;1823;p118"/>
          <p:cNvSpPr/>
          <p:nvPr/>
        </p:nvSpPr>
        <p:spPr>
          <a:xfrm>
            <a:off x="3437400" y="1993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4" name="Google Shape;1824;p118"/>
          <p:cNvSpPr/>
          <p:nvPr/>
        </p:nvSpPr>
        <p:spPr>
          <a:xfrm>
            <a:off x="3437400" y="2374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5" name="Google Shape;1825;p118"/>
          <p:cNvSpPr/>
          <p:nvPr/>
        </p:nvSpPr>
        <p:spPr>
          <a:xfrm>
            <a:off x="3437400" y="2755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6" name="Google Shape;1826;p118"/>
          <p:cNvSpPr/>
          <p:nvPr/>
        </p:nvSpPr>
        <p:spPr>
          <a:xfrm>
            <a:off x="3437400" y="3136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7" name="Google Shape;1827;p118"/>
          <p:cNvSpPr/>
          <p:nvPr/>
        </p:nvSpPr>
        <p:spPr>
          <a:xfrm>
            <a:off x="3437400" y="3517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8" name="Google Shape;1828;p118"/>
          <p:cNvSpPr/>
          <p:nvPr/>
        </p:nvSpPr>
        <p:spPr>
          <a:xfrm>
            <a:off x="3437400" y="3898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118"/>
          <p:cNvSpPr/>
          <p:nvPr/>
        </p:nvSpPr>
        <p:spPr>
          <a:xfrm>
            <a:off x="3818400" y="1993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118"/>
          <p:cNvSpPr/>
          <p:nvPr/>
        </p:nvSpPr>
        <p:spPr>
          <a:xfrm>
            <a:off x="3818400" y="2374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118"/>
          <p:cNvSpPr/>
          <p:nvPr/>
        </p:nvSpPr>
        <p:spPr>
          <a:xfrm>
            <a:off x="3818400" y="2755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2" name="Google Shape;1832;p118"/>
          <p:cNvSpPr/>
          <p:nvPr/>
        </p:nvSpPr>
        <p:spPr>
          <a:xfrm>
            <a:off x="3818400" y="3136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118"/>
          <p:cNvSpPr/>
          <p:nvPr/>
        </p:nvSpPr>
        <p:spPr>
          <a:xfrm>
            <a:off x="3818400" y="3517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118"/>
          <p:cNvSpPr/>
          <p:nvPr/>
        </p:nvSpPr>
        <p:spPr>
          <a:xfrm>
            <a:off x="3818400" y="3898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5" name="Google Shape;1835;p118"/>
          <p:cNvSpPr/>
          <p:nvPr/>
        </p:nvSpPr>
        <p:spPr>
          <a:xfrm>
            <a:off x="4199400" y="1993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6" name="Google Shape;1836;p118"/>
          <p:cNvSpPr/>
          <p:nvPr/>
        </p:nvSpPr>
        <p:spPr>
          <a:xfrm>
            <a:off x="4199400" y="2374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118"/>
          <p:cNvSpPr/>
          <p:nvPr/>
        </p:nvSpPr>
        <p:spPr>
          <a:xfrm>
            <a:off x="4199400" y="2755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118"/>
          <p:cNvSpPr/>
          <p:nvPr/>
        </p:nvSpPr>
        <p:spPr>
          <a:xfrm>
            <a:off x="4199400" y="3136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118"/>
          <p:cNvSpPr/>
          <p:nvPr/>
        </p:nvSpPr>
        <p:spPr>
          <a:xfrm>
            <a:off x="4199400" y="3517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0" name="Google Shape;1840;p118"/>
          <p:cNvSpPr/>
          <p:nvPr/>
        </p:nvSpPr>
        <p:spPr>
          <a:xfrm>
            <a:off x="4199400" y="3898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1" name="Google Shape;1841;p118"/>
          <p:cNvSpPr/>
          <p:nvPr/>
        </p:nvSpPr>
        <p:spPr>
          <a:xfrm>
            <a:off x="4580400" y="1993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2" name="Google Shape;1842;p118"/>
          <p:cNvSpPr/>
          <p:nvPr/>
        </p:nvSpPr>
        <p:spPr>
          <a:xfrm>
            <a:off x="4580400" y="2374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3" name="Google Shape;1843;p118"/>
          <p:cNvSpPr/>
          <p:nvPr/>
        </p:nvSpPr>
        <p:spPr>
          <a:xfrm>
            <a:off x="4580400" y="2755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4" name="Google Shape;1844;p118"/>
          <p:cNvSpPr/>
          <p:nvPr/>
        </p:nvSpPr>
        <p:spPr>
          <a:xfrm>
            <a:off x="4580400" y="3136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5" name="Google Shape;1845;p118"/>
          <p:cNvSpPr/>
          <p:nvPr/>
        </p:nvSpPr>
        <p:spPr>
          <a:xfrm>
            <a:off x="4580400" y="3517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6" name="Google Shape;1846;p118"/>
          <p:cNvSpPr/>
          <p:nvPr/>
        </p:nvSpPr>
        <p:spPr>
          <a:xfrm>
            <a:off x="4580400" y="3898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7" name="Google Shape;1847;p118"/>
          <p:cNvSpPr/>
          <p:nvPr/>
        </p:nvSpPr>
        <p:spPr>
          <a:xfrm>
            <a:off x="4961400" y="1993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8" name="Google Shape;1848;p118"/>
          <p:cNvSpPr/>
          <p:nvPr/>
        </p:nvSpPr>
        <p:spPr>
          <a:xfrm>
            <a:off x="4961400" y="2374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9" name="Google Shape;1849;p118"/>
          <p:cNvSpPr/>
          <p:nvPr/>
        </p:nvSpPr>
        <p:spPr>
          <a:xfrm>
            <a:off x="4961400" y="2755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0" name="Google Shape;1850;p118"/>
          <p:cNvSpPr/>
          <p:nvPr/>
        </p:nvSpPr>
        <p:spPr>
          <a:xfrm>
            <a:off x="4961400" y="3136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1" name="Google Shape;1851;p118"/>
          <p:cNvSpPr/>
          <p:nvPr/>
        </p:nvSpPr>
        <p:spPr>
          <a:xfrm>
            <a:off x="4961400" y="3517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2" name="Google Shape;1852;p118"/>
          <p:cNvSpPr/>
          <p:nvPr/>
        </p:nvSpPr>
        <p:spPr>
          <a:xfrm>
            <a:off x="4961400" y="3898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3" name="Google Shape;1853;p118"/>
          <p:cNvSpPr/>
          <p:nvPr/>
        </p:nvSpPr>
        <p:spPr>
          <a:xfrm>
            <a:off x="3056400" y="4279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4" name="Google Shape;1854;p118"/>
          <p:cNvSpPr/>
          <p:nvPr/>
        </p:nvSpPr>
        <p:spPr>
          <a:xfrm>
            <a:off x="3437400" y="4279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5" name="Google Shape;1855;p118"/>
          <p:cNvSpPr/>
          <p:nvPr/>
        </p:nvSpPr>
        <p:spPr>
          <a:xfrm>
            <a:off x="3818400" y="4279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6" name="Google Shape;1856;p118"/>
          <p:cNvSpPr/>
          <p:nvPr/>
        </p:nvSpPr>
        <p:spPr>
          <a:xfrm>
            <a:off x="4199400" y="4279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7" name="Google Shape;1857;p118"/>
          <p:cNvSpPr/>
          <p:nvPr/>
        </p:nvSpPr>
        <p:spPr>
          <a:xfrm>
            <a:off x="4580400" y="4279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8" name="Google Shape;1858;p118"/>
          <p:cNvSpPr/>
          <p:nvPr/>
        </p:nvSpPr>
        <p:spPr>
          <a:xfrm>
            <a:off x="4961400" y="4279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9" name="Google Shape;1859;p118"/>
          <p:cNvSpPr/>
          <p:nvPr/>
        </p:nvSpPr>
        <p:spPr>
          <a:xfrm>
            <a:off x="5342400" y="1993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0" name="Google Shape;1860;p118"/>
          <p:cNvSpPr/>
          <p:nvPr/>
        </p:nvSpPr>
        <p:spPr>
          <a:xfrm>
            <a:off x="5342400" y="2374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1" name="Google Shape;1861;p118"/>
          <p:cNvSpPr/>
          <p:nvPr/>
        </p:nvSpPr>
        <p:spPr>
          <a:xfrm>
            <a:off x="5342400" y="2755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118"/>
          <p:cNvSpPr/>
          <p:nvPr/>
        </p:nvSpPr>
        <p:spPr>
          <a:xfrm>
            <a:off x="5342400" y="3136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118"/>
          <p:cNvSpPr/>
          <p:nvPr/>
        </p:nvSpPr>
        <p:spPr>
          <a:xfrm>
            <a:off x="5342400" y="3517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118"/>
          <p:cNvSpPr/>
          <p:nvPr/>
        </p:nvSpPr>
        <p:spPr>
          <a:xfrm>
            <a:off x="5342400" y="3898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5" name="Google Shape;1865;p118"/>
          <p:cNvSpPr/>
          <p:nvPr/>
        </p:nvSpPr>
        <p:spPr>
          <a:xfrm>
            <a:off x="5342400" y="4279950"/>
            <a:ext cx="241200" cy="24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6" name="Google Shape;1866;p118"/>
          <p:cNvSpPr txBox="1"/>
          <p:nvPr/>
        </p:nvSpPr>
        <p:spPr>
          <a:xfrm>
            <a:off x="324000" y="2104150"/>
            <a:ext cx="2458800" cy="19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could modify the game by allowing more complicated rules should you wish.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Forced perspective</a:t>
            </a:r>
            <a:r>
              <a:rPr lang="en-GB" sz="2000"/>
              <a:t> is a technique that makes an object appear larger, smaller, farther or closer than it really is.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Scaling is used to achieve this.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Transformations are used by animators to describe character movement in films and games.</a:t>
            </a:r>
            <a:endParaRPr sz="2000"/>
          </a:p>
        </p:txBody>
      </p:sp>
      <p:sp>
        <p:nvSpPr>
          <p:cNvPr id="1872" name="Google Shape;1872;p119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 - films and games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120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878" name="Google Shape;1878;p1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