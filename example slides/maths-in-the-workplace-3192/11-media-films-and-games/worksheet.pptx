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c56583705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c5658370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" name="Google Shape;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6" name="Google Shape;96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7998" y="12193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Films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687425"/>
            <a:ext cx="6624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1) Investigation time.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You will need: 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two rulers (same size)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one tape measure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Place your ruler on the shorter edge on a table (you may need to prop it against some books). Place the other ruler further away in the same orientation.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Sit so that your eyes are level with top of the ‘smaller’ ruler. Use the ‘larger’ ruler to estimate how tall the ‘smaller’ ruler is. 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Now measure the distance between where you sat and each ruler using the tape measure.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What is the relationship between the two distances and the perceived height of the ‘smaller’ ruler?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Repeat this investigation multiple times, placing the rulers at different points.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What do you notice?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" name="Google Shape;106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467998" y="72000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Games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468000" y="1149850"/>
            <a:ext cx="66240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Objective - reach the goal in 3 turns.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are player 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the translation required to get to the goal.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would move to the same space as the computer, you end your movement (unless you reach the goal). Movement is in one unit increments.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must make it past the computer and to the goal in 3 turns or less.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468000" y="3042000"/>
            <a:ext cx="6422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    = Goal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2598333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2598333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2598333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2598333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2598333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2598333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2895382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2895382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895382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2895382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2895382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2895382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3192431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3192431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3192431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3192431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3192431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3192431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3489481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3489481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3489481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3489481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3489481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3489481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3786530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3786530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3786530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3786530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3786530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3786530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4083579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4083579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4083579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4083579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4083579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4083579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2598333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2895382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3192431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3489481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3786530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4083579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4380628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4380628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4380628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4380628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4380628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4380628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4380628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3384097" y="4847863"/>
            <a:ext cx="106500" cy="1065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669844" y="3096392"/>
            <a:ext cx="106500" cy="1065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468000" y="3490770"/>
            <a:ext cx="1323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5067388" y="3490731"/>
            <a:ext cx="2024700" cy="1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Computer (B)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1: 4 units left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2: 1 unit right, 1 unit down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3: 2 units up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" name="Google Shape;168;p13"/>
          <p:cNvGrpSpPr/>
          <p:nvPr/>
        </p:nvGrpSpPr>
        <p:grpSpPr>
          <a:xfrm>
            <a:off x="3370566" y="3128607"/>
            <a:ext cx="188064" cy="360734"/>
            <a:chOff x="4808609" y="870334"/>
            <a:chExt cx="241200" cy="462657"/>
          </a:xfrm>
        </p:grpSpPr>
        <p:grpSp>
          <p:nvGrpSpPr>
            <p:cNvPr id="169" name="Google Shape;169;p13"/>
            <p:cNvGrpSpPr/>
            <p:nvPr/>
          </p:nvGrpSpPr>
          <p:grpSpPr>
            <a:xfrm>
              <a:off x="4816050" y="1159592"/>
              <a:ext cx="150900" cy="173400"/>
              <a:chOff x="1538525" y="3499450"/>
              <a:chExt cx="150900" cy="173400"/>
            </a:xfrm>
          </p:grpSpPr>
          <p:cxnSp>
            <p:nvCxnSpPr>
              <p:cNvPr id="170" name="Google Shape;170;p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" name="Google Shape;171;p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2" name="Google Shape;172;p13"/>
            <p:cNvSpPr txBox="1"/>
            <p:nvPr/>
          </p:nvSpPr>
          <p:spPr>
            <a:xfrm>
              <a:off x="4808609" y="870334"/>
              <a:ext cx="241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" name="Google Shape;173;p13"/>
          <p:cNvGrpSpPr/>
          <p:nvPr/>
        </p:nvGrpSpPr>
        <p:grpSpPr>
          <a:xfrm>
            <a:off x="4564597" y="4488409"/>
            <a:ext cx="303037" cy="210519"/>
            <a:chOff x="5578050" y="1852384"/>
            <a:chExt cx="388658" cy="270000"/>
          </a:xfrm>
        </p:grpSpPr>
        <p:grpSp>
          <p:nvGrpSpPr>
            <p:cNvPr id="174" name="Google Shape;174;p13"/>
            <p:cNvGrpSpPr/>
            <p:nvPr/>
          </p:nvGrpSpPr>
          <p:grpSpPr>
            <a:xfrm>
              <a:off x="5578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175" name="Google Shape;175;p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" name="Google Shape;176;p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7" name="Google Shape;177;p13"/>
            <p:cNvSpPr txBox="1"/>
            <p:nvPr/>
          </p:nvSpPr>
          <p:spPr>
            <a:xfrm>
              <a:off x="5758508" y="1852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" name="Google Shape;178;p13"/>
          <p:cNvSpPr txBox="1"/>
          <p:nvPr/>
        </p:nvSpPr>
        <p:spPr>
          <a:xfrm>
            <a:off x="468097" y="5955975"/>
            <a:ext cx="6422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   = Goal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2598430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2598430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2598430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2598430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2598430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2598430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2895480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2895480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2895480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2895480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2895480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2895480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3192529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3192529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3192529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3192529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3192529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3192529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3489578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3489578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3489578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3489578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3489578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3489578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3786627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3786627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3786627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3786627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3786627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3786627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4083676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4083676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4083676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4083676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4083676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4083676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2598430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2895480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3192529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489578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3786627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4083676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4380725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4380725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4380725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4380725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4380725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380725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4380725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4275342" y="7167740"/>
            <a:ext cx="106500" cy="1065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669941" y="6010367"/>
            <a:ext cx="106500" cy="1065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468097" y="6404745"/>
            <a:ext cx="1323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5067485" y="6404706"/>
            <a:ext cx="2024700" cy="1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Computer (B)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1: 2 units left, 1 unit up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2: 1 unit left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3: 1 unit up,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units right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2" name="Google Shape;232;p13"/>
          <p:cNvGrpSpPr/>
          <p:nvPr/>
        </p:nvGrpSpPr>
        <p:grpSpPr>
          <a:xfrm>
            <a:off x="2259507" y="7100208"/>
            <a:ext cx="284057" cy="210519"/>
            <a:chOff x="4602634" y="1083851"/>
            <a:chExt cx="364316" cy="270000"/>
          </a:xfrm>
        </p:grpSpPr>
        <p:grpSp>
          <p:nvGrpSpPr>
            <p:cNvPr id="233" name="Google Shape;233;p13"/>
            <p:cNvGrpSpPr/>
            <p:nvPr/>
          </p:nvGrpSpPr>
          <p:grpSpPr>
            <a:xfrm>
              <a:off x="4816050" y="1159592"/>
              <a:ext cx="150900" cy="173400"/>
              <a:chOff x="1538525" y="3499450"/>
              <a:chExt cx="150900" cy="173400"/>
            </a:xfrm>
          </p:grpSpPr>
          <p:cxnSp>
            <p:nvCxnSpPr>
              <p:cNvPr id="234" name="Google Shape;234;p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5" name="Google Shape;235;p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36" name="Google Shape;236;p13"/>
            <p:cNvSpPr txBox="1"/>
            <p:nvPr/>
          </p:nvSpPr>
          <p:spPr>
            <a:xfrm>
              <a:off x="4602634" y="1083851"/>
              <a:ext cx="241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7" name="Google Shape;237;p13"/>
          <p:cNvGrpSpPr/>
          <p:nvPr/>
        </p:nvGrpSpPr>
        <p:grpSpPr>
          <a:xfrm>
            <a:off x="4564694" y="7402384"/>
            <a:ext cx="303037" cy="210519"/>
            <a:chOff x="5578050" y="1852384"/>
            <a:chExt cx="388658" cy="270000"/>
          </a:xfrm>
        </p:grpSpPr>
        <p:grpSp>
          <p:nvGrpSpPr>
            <p:cNvPr id="238" name="Google Shape;238;p13"/>
            <p:cNvGrpSpPr/>
            <p:nvPr/>
          </p:nvGrpSpPr>
          <p:grpSpPr>
            <a:xfrm>
              <a:off x="5578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239" name="Google Shape;239;p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0" name="Google Shape;240;p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41" name="Google Shape;241;p13"/>
            <p:cNvSpPr txBox="1"/>
            <p:nvPr/>
          </p:nvSpPr>
          <p:spPr>
            <a:xfrm>
              <a:off x="5758508" y="1852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2" name="Google Shape;24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  <p:sp>
        <p:nvSpPr>
          <p:cNvPr id="249" name="Google Shape;249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</a:t>
            </a:r>
            <a:r>
              <a:rPr lang="en-GB"/>
              <a:t>Education</a:t>
            </a:r>
            <a:r>
              <a:rPr lang="en-GB"/>
              <a:t> and Industry</a:t>
            </a:r>
            <a:endParaRPr/>
          </a:p>
        </p:txBody>
      </p:sp>
      <p:sp>
        <p:nvSpPr>
          <p:cNvPr id="250" name="Google Shape;250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468000" y="7200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Design your own game. Decide where A and B will start and where the goal will be. Write your instructions for the computer. Swap with a peer and see if you can beat each other’s game.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2665145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2665145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2665145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2665145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2665145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2665145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2971510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2971510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2971510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2971510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2971510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2971510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3277875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3277875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3277875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3277875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3277875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3277875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3584240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3584240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3584240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3584240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3584240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3584240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3890605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3890605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3890605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3890605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3890605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3890605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4196970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4196970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4196970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4196970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4196970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4196970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2665145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2971510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3277875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3584240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3890605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4196970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4503335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4503335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503335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503335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4503335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503335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4503335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