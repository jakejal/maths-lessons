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c525e1818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c525e181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0" name="Google Shape;70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7998" y="121935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468000" y="1687425"/>
            <a:ext cx="66240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1) Investigation time.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You will need: 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two rulers (same size)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200"/>
              <a:buFont typeface="Lexend"/>
              <a:buChar char="●"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one tape measure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Place your ruler on the shorter edge on a table (you may need to prop it against some books). Place the other ruler further away in the same orientation.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Sit so that your eyes are level with top of the ‘smaller’ ruler. Use the ‘larger’ ruler to estimate how tall the ‘smaller’ ruler is. 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Now measure the distance between where you sat and each ruler using the tape measure.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What is the relationship between the two distances and the perceived height of the ‘smaller’ ruler?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Repeat this investigation multiple times, placing the rulers at different points.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What do you notice?</a:t>
            </a:r>
            <a:endParaRPr sz="1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468000" y="5905750"/>
            <a:ext cx="662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‘larger’ ruler was 10 cm away and the ‘smaller’ ruler was 15 cm away.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‘larger’ ruler was two thirds of the distance of the ‘smaller’ ruler.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‘smaller’ ruler was two thirds of the height of the ‘larger’ ruler.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0" name="Google Shape;120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467998" y="72000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Games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468000" y="1149850"/>
            <a:ext cx="6624000" cy="18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Objective - reach the goal in 3 turns.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are player 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the translation required to get to the goal.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would move to the same space as the computer, you end your movement (unless you reach the goal). Movement is in one unit increments.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You must make it past the computer and to the goal in 3 turns or less.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68000" y="3042000"/>
            <a:ext cx="6422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    = Goal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2598333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598333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598333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598333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2598333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2598333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2895382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2895382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2895382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2895382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2895382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2895382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3192431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3192431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3192431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3192431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3192431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3192431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3489481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3489481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3489481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3489481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3489481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3489481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3786530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3786530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3786530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3786530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3786530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3786530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4083579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4083579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4083579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4083579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083579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4083579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2598333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2895382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3192431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3489481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3786530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4083579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380628" y="346991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380628" y="376696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4380628" y="4064013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4380628" y="4361062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380628" y="4658111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4380628" y="4955160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4380628" y="525220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3384097" y="4847863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669844" y="3096392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3"/>
          <p:cNvSpPr txBox="1"/>
          <p:nvPr/>
        </p:nvSpPr>
        <p:spPr>
          <a:xfrm>
            <a:off x="468000" y="3490770"/>
            <a:ext cx="1323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1: 1 unit left, 5 units down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2: 1 unit right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3"/>
          <p:cNvSpPr txBox="1"/>
          <p:nvPr/>
        </p:nvSpPr>
        <p:spPr>
          <a:xfrm>
            <a:off x="5067388" y="3490731"/>
            <a:ext cx="2024700" cy="1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1: 4 units left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2: 1 unit right, 1 unit down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3: 2 units up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" name="Google Shape;182;p13"/>
          <p:cNvGrpSpPr/>
          <p:nvPr/>
        </p:nvGrpSpPr>
        <p:grpSpPr>
          <a:xfrm>
            <a:off x="3370566" y="3128607"/>
            <a:ext cx="188064" cy="360734"/>
            <a:chOff x="4808609" y="870334"/>
            <a:chExt cx="241200" cy="462657"/>
          </a:xfrm>
        </p:grpSpPr>
        <p:grpSp>
          <p:nvGrpSpPr>
            <p:cNvPr id="183" name="Google Shape;183;p13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184" name="Google Shape;184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86" name="Google Shape;186;p13"/>
            <p:cNvSpPr txBox="1"/>
            <p:nvPr/>
          </p:nvSpPr>
          <p:spPr>
            <a:xfrm>
              <a:off x="4808609" y="870334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7" name="Google Shape;187;p13"/>
          <p:cNvGrpSpPr/>
          <p:nvPr/>
        </p:nvGrpSpPr>
        <p:grpSpPr>
          <a:xfrm>
            <a:off x="4564597" y="4488409"/>
            <a:ext cx="303037" cy="210519"/>
            <a:chOff x="5578050" y="1852384"/>
            <a:chExt cx="388658" cy="270000"/>
          </a:xfrm>
        </p:grpSpPr>
        <p:grpSp>
          <p:nvGrpSpPr>
            <p:cNvPr id="188" name="Google Shape;188;p13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189" name="Google Shape;189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91" name="Google Shape;191;p13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2" name="Google Shape;192;p13"/>
          <p:cNvSpPr txBox="1"/>
          <p:nvPr/>
        </p:nvSpPr>
        <p:spPr>
          <a:xfrm>
            <a:off x="468097" y="5955975"/>
            <a:ext cx="6422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     = Goal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2598430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2598430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2598430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2598430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2598430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2598430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2895480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2895480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2895480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2895480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2895480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2895480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3192529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3192529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3192529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3192529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3192529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3192529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3489578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3489578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3489578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3489578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3489578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3489578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3786627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786627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3786627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3786627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3786627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3786627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4083676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083676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4083676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083676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4083676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4083676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2598430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2895480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3192529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3489578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3786627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4083676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380725" y="638388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380725" y="6680939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380725" y="6977988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4380725" y="7275037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4380725" y="7572086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380725" y="7869135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380725" y="8166184"/>
            <a:ext cx="188100" cy="18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4275342" y="7167740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69941" y="6010367"/>
            <a:ext cx="106500" cy="106500"/>
          </a:xfrm>
          <a:prstGeom prst="ellipse">
            <a:avLst/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468097" y="6404745"/>
            <a:ext cx="13233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Player A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1: 1 unit up, 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units right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Round 2: 1 unit down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5067485" y="6404706"/>
            <a:ext cx="2024700" cy="1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Computer (B)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1: 2 units left, 1 unit up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2: 1 unit left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Round 3: 1 unit up, 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units right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6" name="Google Shape;246;p13"/>
          <p:cNvGrpSpPr/>
          <p:nvPr/>
        </p:nvGrpSpPr>
        <p:grpSpPr>
          <a:xfrm>
            <a:off x="2259507" y="7100208"/>
            <a:ext cx="284057" cy="210519"/>
            <a:chOff x="4602634" y="1083851"/>
            <a:chExt cx="364316" cy="270000"/>
          </a:xfrm>
        </p:grpSpPr>
        <p:grpSp>
          <p:nvGrpSpPr>
            <p:cNvPr id="247" name="Google Shape;247;p13"/>
            <p:cNvGrpSpPr/>
            <p:nvPr/>
          </p:nvGrpSpPr>
          <p:grpSpPr>
            <a:xfrm>
              <a:off x="4816050" y="1159592"/>
              <a:ext cx="150900" cy="173400"/>
              <a:chOff x="1538525" y="3499450"/>
              <a:chExt cx="150900" cy="173400"/>
            </a:xfrm>
          </p:grpSpPr>
          <p:cxnSp>
            <p:nvCxnSpPr>
              <p:cNvPr id="248" name="Google Shape;248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49" name="Google Shape;249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37B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50" name="Google Shape;250;p13"/>
            <p:cNvSpPr txBox="1"/>
            <p:nvPr/>
          </p:nvSpPr>
          <p:spPr>
            <a:xfrm>
              <a:off x="4602634" y="1083851"/>
              <a:ext cx="241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37B7D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200">
                <a:solidFill>
                  <a:srgbClr val="037B7D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1" name="Google Shape;251;p13"/>
          <p:cNvGrpSpPr/>
          <p:nvPr/>
        </p:nvGrpSpPr>
        <p:grpSpPr>
          <a:xfrm>
            <a:off x="4564694" y="7402384"/>
            <a:ext cx="303037" cy="210519"/>
            <a:chOff x="5578050" y="1852384"/>
            <a:chExt cx="388658" cy="270000"/>
          </a:xfrm>
        </p:grpSpPr>
        <p:grpSp>
          <p:nvGrpSpPr>
            <p:cNvPr id="252" name="Google Shape;252;p13"/>
            <p:cNvGrpSpPr/>
            <p:nvPr/>
          </p:nvGrpSpPr>
          <p:grpSpPr>
            <a:xfrm>
              <a:off x="5578050" y="1921592"/>
              <a:ext cx="150900" cy="173400"/>
              <a:chOff x="1538525" y="3499450"/>
              <a:chExt cx="150900" cy="173400"/>
            </a:xfrm>
          </p:grpSpPr>
          <p:cxnSp>
            <p:nvCxnSpPr>
              <p:cNvPr id="253" name="Google Shape;253;p13"/>
              <p:cNvCxnSpPr/>
              <p:nvPr/>
            </p:nvCxnSpPr>
            <p:spPr>
              <a:xfrm flipH="1"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13"/>
              <p:cNvCxnSpPr/>
              <p:nvPr/>
            </p:nvCxnSpPr>
            <p:spPr>
              <a:xfrm rot="10800000">
                <a:off x="1538525" y="3499450"/>
                <a:ext cx="150900" cy="1734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845AD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55" name="Google Shape;255;p13"/>
            <p:cNvSpPr txBox="1"/>
            <p:nvPr/>
          </p:nvSpPr>
          <p:spPr>
            <a:xfrm>
              <a:off x="5758508" y="1852384"/>
              <a:ext cx="208200" cy="2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845AD9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Media - films and games</a:t>
            </a:r>
            <a:endParaRPr/>
          </a:p>
        </p:txBody>
      </p:sp>
      <p:sp>
        <p:nvSpPr>
          <p:cNvPr id="262" name="Google Shape;262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263" name="Google Shape;263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468000" y="7200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Design your own game. Decide where A and B will start and where the goal will be. Write your instructions for the computer. Swap with a peer and see if you can beat each other’s game.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266514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266514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266514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266514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266514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266514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2971510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2971510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2971510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2971510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2971510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2971510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27787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327787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327787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327787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327787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327787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3584240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3584240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3584240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3584240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3584240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3584240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389060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389060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389060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389060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389060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389060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196970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196970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196970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4196970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196970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196970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266514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2971510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327787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3584240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389060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4196970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4503335" y="171279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503335" y="201915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503335" y="232552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503335" y="2631887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4503335" y="2938252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4503335" y="3244618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4503335" y="3550983"/>
            <a:ext cx="194100" cy="194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468000" y="1801405"/>
            <a:ext cx="1977000" cy="16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could modify the game by allowing more complicated rules should you wish.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