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8E8B3E-7351-4189-9D4B-505745CAB847}">
  <a:tblStyle styleId="{F88E8B3E-7351-4189-9D4B-505745CAB8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(crops)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06325"/>
            <a:ext cx="65436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Using conversion in the agricultural industry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2"/>
          <p:cNvGraphicFramePr/>
          <p:nvPr/>
        </p:nvGraphicFramePr>
        <p:xfrm>
          <a:off x="4267498" y="189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{F88E8B3E-7351-4189-9D4B-505745CAB847}</a:tableStyleId>
              </a:tblPr>
              <a:tblGrid>
                <a:gridCol w="908900"/>
                <a:gridCol w="1915600"/>
              </a:tblGrid>
              <a:tr h="38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Crop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Bushel (bu) to tonne (t)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Barley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0.021772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0.0254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Oats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0.014515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Soybeans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0.027216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Wheat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0.027216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6" name="Google Shape;106;p12"/>
          <p:cNvSpPr txBox="1"/>
          <p:nvPr/>
        </p:nvSpPr>
        <p:spPr>
          <a:xfrm>
            <a:off x="468000" y="1894164"/>
            <a:ext cx="36759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farmer is getting the best price for oats?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bushel = $3.06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tonne = £274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4380775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bushel = $3.78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selling price per tonne of corn in the UK, to make the UK price better?  Give your answer to the nearest pound.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68000" y="6664575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tonne = £153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selling price per bushel of soybeans in the US, to make the US price better?  Give your answer to the nearest cent.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" name="Google Shape;109;p12"/>
          <p:cNvCxnSpPr/>
          <p:nvPr/>
        </p:nvCxnSpPr>
        <p:spPr>
          <a:xfrm>
            <a:off x="4748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(crops)</a:t>
            </a:r>
            <a:endParaRPr/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468001" y="610258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Using estimation in the agricultural industry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468000" y="105248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total income from a 15 hectare field of oats.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Average mass of a grain = 41.3 mg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per tonne = £274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panicles per square metre samples: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412, 423, 404, 398 and 438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grains per panicle: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43, 49, 41, 52 and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