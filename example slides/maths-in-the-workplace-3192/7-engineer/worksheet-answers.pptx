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d43dafeefd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d43dafeef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Engineer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\frac{3}{4}&quot;&gt;&lt;mn&gt;1&lt;/mn&gt;&lt;mfrac&gt;&lt;mn&gt;3&lt;/mn&gt;&lt;mn&gt;4&lt;/mn&gt;&lt;/mfrac&gt;&lt;/math&gt;" id="117" name="Google Shape;117;p12" title="1 and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1197" y="2434783"/>
            <a:ext cx="269789" cy="492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frac{3}{8}&quot;&gt;&lt;mn&gt;1&lt;/mn&gt;&lt;mfrac&gt;&lt;mn&gt;3&lt;/mn&gt;&lt;mn&gt;8&lt;/mn&gt;&lt;/mfrac&gt;&lt;/math&gt;" id="118" name="Google Shape;118;p12" title="1 and thre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8493" y="3216846"/>
            <a:ext cx="273386" cy="50000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2"/>
          <p:cNvSpPr txBox="1"/>
          <p:nvPr/>
        </p:nvSpPr>
        <p:spPr>
          <a:xfrm>
            <a:off x="477774" y="1264150"/>
            <a:ext cx="6175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Precision in engineering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" name="Google Shape;120;p12"/>
          <p:cNvGrpSpPr/>
          <p:nvPr/>
        </p:nvGrpSpPr>
        <p:grpSpPr>
          <a:xfrm>
            <a:off x="3391477" y="3084787"/>
            <a:ext cx="3710155" cy="856795"/>
            <a:chOff x="446076" y="3182725"/>
            <a:chExt cx="8145235" cy="1881000"/>
          </a:xfrm>
        </p:grpSpPr>
        <p:grpSp>
          <p:nvGrpSpPr>
            <p:cNvPr id="121" name="Google Shape;121;p12"/>
            <p:cNvGrpSpPr/>
            <p:nvPr/>
          </p:nvGrpSpPr>
          <p:grpSpPr>
            <a:xfrm>
              <a:off x="446076" y="3182725"/>
              <a:ext cx="8145235" cy="1881000"/>
              <a:chOff x="446076" y="1277725"/>
              <a:chExt cx="8145235" cy="1881000"/>
            </a:xfrm>
          </p:grpSpPr>
          <p:cxnSp>
            <p:nvCxnSpPr>
              <p:cNvPr id="122" name="Google Shape;122;p12"/>
              <p:cNvCxnSpPr/>
              <p:nvPr/>
            </p:nvCxnSpPr>
            <p:spPr>
              <a:xfrm>
                <a:off x="1040014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" name="Google Shape;123;p12"/>
              <p:cNvCxnSpPr/>
              <p:nvPr/>
            </p:nvCxnSpPr>
            <p:spPr>
              <a:xfrm>
                <a:off x="15569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" name="Google Shape;124;p12"/>
              <p:cNvCxnSpPr/>
              <p:nvPr/>
            </p:nvCxnSpPr>
            <p:spPr>
              <a:xfrm>
                <a:off x="3107599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" name="Google Shape;125;p12"/>
              <p:cNvCxnSpPr/>
              <p:nvPr/>
            </p:nvCxnSpPr>
            <p:spPr>
              <a:xfrm>
                <a:off x="2073807" y="1408177"/>
                <a:ext cx="0" cy="665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" name="Google Shape;126;p12"/>
              <p:cNvCxnSpPr/>
              <p:nvPr/>
            </p:nvCxnSpPr>
            <p:spPr>
              <a:xfrm>
                <a:off x="2590703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7" name="Google Shape;127;p12"/>
              <p:cNvSpPr/>
              <p:nvPr/>
            </p:nvSpPr>
            <p:spPr>
              <a:xfrm>
                <a:off x="446076" y="1411276"/>
                <a:ext cx="8015400" cy="1602900"/>
              </a:xfrm>
              <a:prstGeom prst="rect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8" name="Google Shape;128;p12"/>
              <p:cNvSpPr/>
              <p:nvPr/>
            </p:nvSpPr>
            <p:spPr>
              <a:xfrm>
                <a:off x="8083412" y="1277725"/>
                <a:ext cx="507900" cy="18810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2EEF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9" name="Google Shape;129;p12"/>
              <p:cNvCxnSpPr/>
              <p:nvPr/>
            </p:nvCxnSpPr>
            <p:spPr>
              <a:xfrm>
                <a:off x="12984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" name="Google Shape;130;p12"/>
              <p:cNvCxnSpPr/>
              <p:nvPr/>
            </p:nvCxnSpPr>
            <p:spPr>
              <a:xfrm>
                <a:off x="2332255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" name="Google Shape;131;p12"/>
              <p:cNvCxnSpPr/>
              <p:nvPr/>
            </p:nvCxnSpPr>
            <p:spPr>
              <a:xfrm>
                <a:off x="18153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" name="Google Shape;132;p12"/>
              <p:cNvCxnSpPr/>
              <p:nvPr/>
            </p:nvCxnSpPr>
            <p:spPr>
              <a:xfrm>
                <a:off x="2849151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" name="Google Shape;133;p12"/>
              <p:cNvCxnSpPr/>
              <p:nvPr/>
            </p:nvCxnSpPr>
            <p:spPr>
              <a:xfrm>
                <a:off x="36143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" name="Google Shape;134;p12"/>
              <p:cNvCxnSpPr/>
              <p:nvPr/>
            </p:nvCxnSpPr>
            <p:spPr>
              <a:xfrm>
                <a:off x="5164999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" name="Google Shape;135;p12"/>
              <p:cNvCxnSpPr/>
              <p:nvPr/>
            </p:nvCxnSpPr>
            <p:spPr>
              <a:xfrm>
                <a:off x="4131207" y="1408177"/>
                <a:ext cx="0" cy="665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" name="Google Shape;136;p12"/>
              <p:cNvCxnSpPr/>
              <p:nvPr/>
            </p:nvCxnSpPr>
            <p:spPr>
              <a:xfrm>
                <a:off x="4648103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" name="Google Shape;137;p12"/>
              <p:cNvCxnSpPr/>
              <p:nvPr/>
            </p:nvCxnSpPr>
            <p:spPr>
              <a:xfrm>
                <a:off x="33558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" name="Google Shape;138;p12"/>
              <p:cNvCxnSpPr/>
              <p:nvPr/>
            </p:nvCxnSpPr>
            <p:spPr>
              <a:xfrm>
                <a:off x="4389655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" name="Google Shape;139;p12"/>
              <p:cNvCxnSpPr/>
              <p:nvPr/>
            </p:nvCxnSpPr>
            <p:spPr>
              <a:xfrm>
                <a:off x="38727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2"/>
              <p:cNvCxnSpPr/>
              <p:nvPr/>
            </p:nvCxnSpPr>
            <p:spPr>
              <a:xfrm>
                <a:off x="4906551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" name="Google Shape;141;p12"/>
              <p:cNvCxnSpPr/>
              <p:nvPr/>
            </p:nvCxnSpPr>
            <p:spPr>
              <a:xfrm>
                <a:off x="56717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" name="Google Shape;142;p12"/>
              <p:cNvCxnSpPr/>
              <p:nvPr/>
            </p:nvCxnSpPr>
            <p:spPr>
              <a:xfrm>
                <a:off x="7222399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" name="Google Shape;143;p12"/>
              <p:cNvCxnSpPr/>
              <p:nvPr/>
            </p:nvCxnSpPr>
            <p:spPr>
              <a:xfrm>
                <a:off x="6188607" y="1408177"/>
                <a:ext cx="0" cy="665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" name="Google Shape;144;p12"/>
              <p:cNvCxnSpPr/>
              <p:nvPr/>
            </p:nvCxnSpPr>
            <p:spPr>
              <a:xfrm>
                <a:off x="6705503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" name="Google Shape;145;p12"/>
              <p:cNvCxnSpPr/>
              <p:nvPr/>
            </p:nvCxnSpPr>
            <p:spPr>
              <a:xfrm>
                <a:off x="54132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" name="Google Shape;146;p12"/>
              <p:cNvCxnSpPr/>
              <p:nvPr/>
            </p:nvCxnSpPr>
            <p:spPr>
              <a:xfrm>
                <a:off x="6447055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" name="Google Shape;147;p12"/>
              <p:cNvCxnSpPr/>
              <p:nvPr/>
            </p:nvCxnSpPr>
            <p:spPr>
              <a:xfrm>
                <a:off x="59301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" name="Google Shape;148;p12"/>
              <p:cNvCxnSpPr/>
              <p:nvPr/>
            </p:nvCxnSpPr>
            <p:spPr>
              <a:xfrm>
                <a:off x="6963951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" name="Google Shape;149;p12"/>
              <p:cNvCxnSpPr/>
              <p:nvPr/>
            </p:nvCxnSpPr>
            <p:spPr>
              <a:xfrm>
                <a:off x="77291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" name="Google Shape;150;p12"/>
              <p:cNvCxnSpPr/>
              <p:nvPr/>
            </p:nvCxnSpPr>
            <p:spPr>
              <a:xfrm>
                <a:off x="74706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" name="Google Shape;151;p12"/>
              <p:cNvCxnSpPr/>
              <p:nvPr/>
            </p:nvCxnSpPr>
            <p:spPr>
              <a:xfrm>
                <a:off x="79875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52" name="Google Shape;152;p12"/>
            <p:cNvGrpSpPr/>
            <p:nvPr/>
          </p:nvGrpSpPr>
          <p:grpSpPr>
            <a:xfrm>
              <a:off x="768956" y="4147459"/>
              <a:ext cx="6448682" cy="391642"/>
              <a:chOff x="755155" y="2224715"/>
              <a:chExt cx="6446748" cy="419137"/>
            </a:xfrm>
          </p:grpSpPr>
          <p:sp>
            <p:nvSpPr>
              <p:cNvPr id="153" name="Google Shape;153;p12"/>
              <p:cNvSpPr txBox="1"/>
              <p:nvPr/>
            </p:nvSpPr>
            <p:spPr>
              <a:xfrm>
                <a:off x="755155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" name="Google Shape;154;p12"/>
              <p:cNvSpPr txBox="1"/>
              <p:nvPr/>
            </p:nvSpPr>
            <p:spPr>
              <a:xfrm>
                <a:off x="1296671" y="2224715"/>
                <a:ext cx="7833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5" name="Google Shape;155;p12"/>
              <p:cNvSpPr txBox="1"/>
              <p:nvPr/>
            </p:nvSpPr>
            <p:spPr>
              <a:xfrm>
                <a:off x="2827003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6" name="Google Shape;156;p12"/>
              <p:cNvSpPr txBox="1"/>
              <p:nvPr/>
            </p:nvSpPr>
            <p:spPr>
              <a:xfrm>
                <a:off x="4884403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7" name="Google Shape;157;p12"/>
              <p:cNvSpPr txBox="1"/>
              <p:nvPr/>
            </p:nvSpPr>
            <p:spPr>
              <a:xfrm>
                <a:off x="6941803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158" name="Google Shape;158;p12"/>
          <p:cNvSpPr txBox="1"/>
          <p:nvPr/>
        </p:nvSpPr>
        <p:spPr>
          <a:xfrm>
            <a:off x="477777" y="1666519"/>
            <a:ext cx="26436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Read these measures.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" name="Google Shape;159;p12"/>
          <p:cNvGrpSpPr/>
          <p:nvPr/>
        </p:nvGrpSpPr>
        <p:grpSpPr>
          <a:xfrm>
            <a:off x="806848" y="4002378"/>
            <a:ext cx="3710155" cy="856795"/>
            <a:chOff x="446076" y="3182725"/>
            <a:chExt cx="8145235" cy="1881000"/>
          </a:xfrm>
        </p:grpSpPr>
        <p:grpSp>
          <p:nvGrpSpPr>
            <p:cNvPr id="160" name="Google Shape;160;p12"/>
            <p:cNvGrpSpPr/>
            <p:nvPr/>
          </p:nvGrpSpPr>
          <p:grpSpPr>
            <a:xfrm>
              <a:off x="446076" y="3182725"/>
              <a:ext cx="8145235" cy="1881000"/>
              <a:chOff x="446076" y="1277725"/>
              <a:chExt cx="8145235" cy="1881000"/>
            </a:xfrm>
          </p:grpSpPr>
          <p:cxnSp>
            <p:nvCxnSpPr>
              <p:cNvPr id="161" name="Google Shape;161;p12"/>
              <p:cNvCxnSpPr/>
              <p:nvPr/>
            </p:nvCxnSpPr>
            <p:spPr>
              <a:xfrm>
                <a:off x="1040014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" name="Google Shape;162;p12"/>
              <p:cNvCxnSpPr/>
              <p:nvPr/>
            </p:nvCxnSpPr>
            <p:spPr>
              <a:xfrm>
                <a:off x="15569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3" name="Google Shape;163;p12"/>
              <p:cNvCxnSpPr/>
              <p:nvPr/>
            </p:nvCxnSpPr>
            <p:spPr>
              <a:xfrm>
                <a:off x="3107599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" name="Google Shape;164;p12"/>
              <p:cNvCxnSpPr/>
              <p:nvPr/>
            </p:nvCxnSpPr>
            <p:spPr>
              <a:xfrm>
                <a:off x="2073807" y="1408177"/>
                <a:ext cx="0" cy="665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" name="Google Shape;165;p12"/>
              <p:cNvCxnSpPr/>
              <p:nvPr/>
            </p:nvCxnSpPr>
            <p:spPr>
              <a:xfrm>
                <a:off x="2590703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6" name="Google Shape;166;p12"/>
              <p:cNvSpPr/>
              <p:nvPr/>
            </p:nvSpPr>
            <p:spPr>
              <a:xfrm>
                <a:off x="446076" y="1411276"/>
                <a:ext cx="8015400" cy="1602900"/>
              </a:xfrm>
              <a:prstGeom prst="rect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7" name="Google Shape;167;p12"/>
              <p:cNvSpPr/>
              <p:nvPr/>
            </p:nvSpPr>
            <p:spPr>
              <a:xfrm>
                <a:off x="8083412" y="1277725"/>
                <a:ext cx="507900" cy="18810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2EEF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68" name="Google Shape;168;p12"/>
              <p:cNvCxnSpPr/>
              <p:nvPr/>
            </p:nvCxnSpPr>
            <p:spPr>
              <a:xfrm>
                <a:off x="12984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" name="Google Shape;169;p12"/>
              <p:cNvCxnSpPr/>
              <p:nvPr/>
            </p:nvCxnSpPr>
            <p:spPr>
              <a:xfrm>
                <a:off x="2332255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" name="Google Shape;170;p12"/>
              <p:cNvCxnSpPr/>
              <p:nvPr/>
            </p:nvCxnSpPr>
            <p:spPr>
              <a:xfrm>
                <a:off x="18153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" name="Google Shape;171;p12"/>
              <p:cNvCxnSpPr/>
              <p:nvPr/>
            </p:nvCxnSpPr>
            <p:spPr>
              <a:xfrm>
                <a:off x="2849151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" name="Google Shape;172;p12"/>
              <p:cNvCxnSpPr/>
              <p:nvPr/>
            </p:nvCxnSpPr>
            <p:spPr>
              <a:xfrm>
                <a:off x="36143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" name="Google Shape;173;p12"/>
              <p:cNvCxnSpPr/>
              <p:nvPr/>
            </p:nvCxnSpPr>
            <p:spPr>
              <a:xfrm>
                <a:off x="5164999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" name="Google Shape;174;p12"/>
              <p:cNvCxnSpPr/>
              <p:nvPr/>
            </p:nvCxnSpPr>
            <p:spPr>
              <a:xfrm>
                <a:off x="4131207" y="1408177"/>
                <a:ext cx="0" cy="665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" name="Google Shape;175;p12"/>
              <p:cNvCxnSpPr/>
              <p:nvPr/>
            </p:nvCxnSpPr>
            <p:spPr>
              <a:xfrm>
                <a:off x="4648103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" name="Google Shape;176;p12"/>
              <p:cNvCxnSpPr/>
              <p:nvPr/>
            </p:nvCxnSpPr>
            <p:spPr>
              <a:xfrm>
                <a:off x="33558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" name="Google Shape;177;p12"/>
              <p:cNvCxnSpPr/>
              <p:nvPr/>
            </p:nvCxnSpPr>
            <p:spPr>
              <a:xfrm>
                <a:off x="4389655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" name="Google Shape;178;p12"/>
              <p:cNvCxnSpPr/>
              <p:nvPr/>
            </p:nvCxnSpPr>
            <p:spPr>
              <a:xfrm>
                <a:off x="38727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" name="Google Shape;179;p12"/>
              <p:cNvCxnSpPr/>
              <p:nvPr/>
            </p:nvCxnSpPr>
            <p:spPr>
              <a:xfrm>
                <a:off x="4906551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" name="Google Shape;180;p12"/>
              <p:cNvCxnSpPr/>
              <p:nvPr/>
            </p:nvCxnSpPr>
            <p:spPr>
              <a:xfrm>
                <a:off x="56717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" name="Google Shape;181;p12"/>
              <p:cNvCxnSpPr/>
              <p:nvPr/>
            </p:nvCxnSpPr>
            <p:spPr>
              <a:xfrm>
                <a:off x="7222399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2" name="Google Shape;182;p12"/>
              <p:cNvCxnSpPr/>
              <p:nvPr/>
            </p:nvCxnSpPr>
            <p:spPr>
              <a:xfrm>
                <a:off x="6188607" y="1408177"/>
                <a:ext cx="0" cy="665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" name="Google Shape;183;p12"/>
              <p:cNvCxnSpPr/>
              <p:nvPr/>
            </p:nvCxnSpPr>
            <p:spPr>
              <a:xfrm>
                <a:off x="6705503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" name="Google Shape;184;p12"/>
              <p:cNvCxnSpPr/>
              <p:nvPr/>
            </p:nvCxnSpPr>
            <p:spPr>
              <a:xfrm>
                <a:off x="54132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12"/>
              <p:cNvCxnSpPr/>
              <p:nvPr/>
            </p:nvCxnSpPr>
            <p:spPr>
              <a:xfrm>
                <a:off x="6447055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" name="Google Shape;186;p12"/>
              <p:cNvCxnSpPr/>
              <p:nvPr/>
            </p:nvCxnSpPr>
            <p:spPr>
              <a:xfrm>
                <a:off x="59301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" name="Google Shape;187;p12"/>
              <p:cNvCxnSpPr/>
              <p:nvPr/>
            </p:nvCxnSpPr>
            <p:spPr>
              <a:xfrm>
                <a:off x="6963951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" name="Google Shape;188;p12"/>
              <p:cNvCxnSpPr/>
              <p:nvPr/>
            </p:nvCxnSpPr>
            <p:spPr>
              <a:xfrm>
                <a:off x="77291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" name="Google Shape;189;p12"/>
              <p:cNvCxnSpPr/>
              <p:nvPr/>
            </p:nvCxnSpPr>
            <p:spPr>
              <a:xfrm>
                <a:off x="74706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12"/>
              <p:cNvCxnSpPr/>
              <p:nvPr/>
            </p:nvCxnSpPr>
            <p:spPr>
              <a:xfrm>
                <a:off x="79875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91" name="Google Shape;191;p12"/>
            <p:cNvGrpSpPr/>
            <p:nvPr/>
          </p:nvGrpSpPr>
          <p:grpSpPr>
            <a:xfrm>
              <a:off x="768956" y="4147459"/>
              <a:ext cx="6448682" cy="391642"/>
              <a:chOff x="755155" y="2224715"/>
              <a:chExt cx="6446748" cy="419137"/>
            </a:xfrm>
          </p:grpSpPr>
          <p:sp>
            <p:nvSpPr>
              <p:cNvPr id="192" name="Google Shape;192;p12"/>
              <p:cNvSpPr txBox="1"/>
              <p:nvPr/>
            </p:nvSpPr>
            <p:spPr>
              <a:xfrm>
                <a:off x="755155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" name="Google Shape;193;p12"/>
              <p:cNvSpPr txBox="1"/>
              <p:nvPr/>
            </p:nvSpPr>
            <p:spPr>
              <a:xfrm>
                <a:off x="1296671" y="2224715"/>
                <a:ext cx="7833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" name="Google Shape;194;p12"/>
              <p:cNvSpPr txBox="1"/>
              <p:nvPr/>
            </p:nvSpPr>
            <p:spPr>
              <a:xfrm>
                <a:off x="2827003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" name="Google Shape;195;p12"/>
              <p:cNvSpPr txBox="1"/>
              <p:nvPr/>
            </p:nvSpPr>
            <p:spPr>
              <a:xfrm>
                <a:off x="4884403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" name="Google Shape;196;p12"/>
              <p:cNvSpPr txBox="1"/>
              <p:nvPr/>
            </p:nvSpPr>
            <p:spPr>
              <a:xfrm>
                <a:off x="6941803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97" name="Google Shape;197;p12"/>
          <p:cNvGrpSpPr/>
          <p:nvPr/>
        </p:nvGrpSpPr>
        <p:grpSpPr>
          <a:xfrm>
            <a:off x="806848" y="2167196"/>
            <a:ext cx="3710155" cy="856795"/>
            <a:chOff x="446076" y="3182725"/>
            <a:chExt cx="8145235" cy="1881000"/>
          </a:xfrm>
        </p:grpSpPr>
        <p:grpSp>
          <p:nvGrpSpPr>
            <p:cNvPr id="198" name="Google Shape;198;p12"/>
            <p:cNvGrpSpPr/>
            <p:nvPr/>
          </p:nvGrpSpPr>
          <p:grpSpPr>
            <a:xfrm>
              <a:off x="446076" y="3182725"/>
              <a:ext cx="8145235" cy="1881000"/>
              <a:chOff x="446076" y="1277725"/>
              <a:chExt cx="8145235" cy="1881000"/>
            </a:xfrm>
          </p:grpSpPr>
          <p:cxnSp>
            <p:nvCxnSpPr>
              <p:cNvPr id="199" name="Google Shape;199;p12"/>
              <p:cNvCxnSpPr/>
              <p:nvPr/>
            </p:nvCxnSpPr>
            <p:spPr>
              <a:xfrm>
                <a:off x="1040014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" name="Google Shape;200;p12"/>
              <p:cNvCxnSpPr/>
              <p:nvPr/>
            </p:nvCxnSpPr>
            <p:spPr>
              <a:xfrm>
                <a:off x="15569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" name="Google Shape;201;p12"/>
              <p:cNvCxnSpPr/>
              <p:nvPr/>
            </p:nvCxnSpPr>
            <p:spPr>
              <a:xfrm>
                <a:off x="3107599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" name="Google Shape;202;p12"/>
              <p:cNvCxnSpPr/>
              <p:nvPr/>
            </p:nvCxnSpPr>
            <p:spPr>
              <a:xfrm>
                <a:off x="2073807" y="1408177"/>
                <a:ext cx="0" cy="665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3" name="Google Shape;203;p12"/>
              <p:cNvCxnSpPr/>
              <p:nvPr/>
            </p:nvCxnSpPr>
            <p:spPr>
              <a:xfrm>
                <a:off x="2590703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4" name="Google Shape;204;p12"/>
              <p:cNvSpPr/>
              <p:nvPr/>
            </p:nvSpPr>
            <p:spPr>
              <a:xfrm>
                <a:off x="446076" y="1411276"/>
                <a:ext cx="8015400" cy="1602900"/>
              </a:xfrm>
              <a:prstGeom prst="rect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5" name="Google Shape;205;p12"/>
              <p:cNvSpPr/>
              <p:nvPr/>
            </p:nvSpPr>
            <p:spPr>
              <a:xfrm>
                <a:off x="8083412" y="1277725"/>
                <a:ext cx="507900" cy="18810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F2EEF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06" name="Google Shape;206;p12"/>
              <p:cNvCxnSpPr/>
              <p:nvPr/>
            </p:nvCxnSpPr>
            <p:spPr>
              <a:xfrm>
                <a:off x="12984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" name="Google Shape;207;p12"/>
              <p:cNvCxnSpPr/>
              <p:nvPr/>
            </p:nvCxnSpPr>
            <p:spPr>
              <a:xfrm>
                <a:off x="2332255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" name="Google Shape;208;p12"/>
              <p:cNvCxnSpPr/>
              <p:nvPr/>
            </p:nvCxnSpPr>
            <p:spPr>
              <a:xfrm>
                <a:off x="18153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" name="Google Shape;209;p12"/>
              <p:cNvCxnSpPr/>
              <p:nvPr/>
            </p:nvCxnSpPr>
            <p:spPr>
              <a:xfrm>
                <a:off x="2849151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" name="Google Shape;210;p12"/>
              <p:cNvCxnSpPr/>
              <p:nvPr/>
            </p:nvCxnSpPr>
            <p:spPr>
              <a:xfrm>
                <a:off x="36143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" name="Google Shape;211;p12"/>
              <p:cNvCxnSpPr/>
              <p:nvPr/>
            </p:nvCxnSpPr>
            <p:spPr>
              <a:xfrm>
                <a:off x="5164999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" name="Google Shape;212;p12"/>
              <p:cNvCxnSpPr/>
              <p:nvPr/>
            </p:nvCxnSpPr>
            <p:spPr>
              <a:xfrm>
                <a:off x="4131207" y="1408177"/>
                <a:ext cx="0" cy="665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" name="Google Shape;213;p12"/>
              <p:cNvCxnSpPr/>
              <p:nvPr/>
            </p:nvCxnSpPr>
            <p:spPr>
              <a:xfrm>
                <a:off x="4648103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" name="Google Shape;214;p12"/>
              <p:cNvCxnSpPr/>
              <p:nvPr/>
            </p:nvCxnSpPr>
            <p:spPr>
              <a:xfrm>
                <a:off x="33558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" name="Google Shape;215;p12"/>
              <p:cNvCxnSpPr/>
              <p:nvPr/>
            </p:nvCxnSpPr>
            <p:spPr>
              <a:xfrm>
                <a:off x="4389655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" name="Google Shape;216;p12"/>
              <p:cNvCxnSpPr/>
              <p:nvPr/>
            </p:nvCxnSpPr>
            <p:spPr>
              <a:xfrm>
                <a:off x="38727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" name="Google Shape;217;p12"/>
              <p:cNvCxnSpPr/>
              <p:nvPr/>
            </p:nvCxnSpPr>
            <p:spPr>
              <a:xfrm>
                <a:off x="4906551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" name="Google Shape;218;p12"/>
              <p:cNvCxnSpPr/>
              <p:nvPr/>
            </p:nvCxnSpPr>
            <p:spPr>
              <a:xfrm>
                <a:off x="56717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" name="Google Shape;219;p12"/>
              <p:cNvCxnSpPr/>
              <p:nvPr/>
            </p:nvCxnSpPr>
            <p:spPr>
              <a:xfrm>
                <a:off x="7222399" y="1408177"/>
                <a:ext cx="0" cy="91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" name="Google Shape;220;p12"/>
              <p:cNvCxnSpPr/>
              <p:nvPr/>
            </p:nvCxnSpPr>
            <p:spPr>
              <a:xfrm>
                <a:off x="6188607" y="1408177"/>
                <a:ext cx="0" cy="665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" name="Google Shape;221;p12"/>
              <p:cNvCxnSpPr/>
              <p:nvPr/>
            </p:nvCxnSpPr>
            <p:spPr>
              <a:xfrm>
                <a:off x="6705503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" name="Google Shape;222;p12"/>
              <p:cNvCxnSpPr/>
              <p:nvPr/>
            </p:nvCxnSpPr>
            <p:spPr>
              <a:xfrm>
                <a:off x="54132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" name="Google Shape;223;p12"/>
              <p:cNvCxnSpPr/>
              <p:nvPr/>
            </p:nvCxnSpPr>
            <p:spPr>
              <a:xfrm>
                <a:off x="6447055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" name="Google Shape;224;p12"/>
              <p:cNvCxnSpPr/>
              <p:nvPr/>
            </p:nvCxnSpPr>
            <p:spPr>
              <a:xfrm>
                <a:off x="59301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" name="Google Shape;225;p12"/>
              <p:cNvCxnSpPr/>
              <p:nvPr/>
            </p:nvCxnSpPr>
            <p:spPr>
              <a:xfrm>
                <a:off x="6963951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" name="Google Shape;226;p12"/>
              <p:cNvCxnSpPr/>
              <p:nvPr/>
            </p:nvCxnSpPr>
            <p:spPr>
              <a:xfrm>
                <a:off x="7729110" y="1408175"/>
                <a:ext cx="0" cy="54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" name="Google Shape;227;p12"/>
              <p:cNvCxnSpPr/>
              <p:nvPr/>
            </p:nvCxnSpPr>
            <p:spPr>
              <a:xfrm>
                <a:off x="7470662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" name="Google Shape;228;p12"/>
              <p:cNvCxnSpPr/>
              <p:nvPr/>
            </p:nvCxnSpPr>
            <p:spPr>
              <a:xfrm>
                <a:off x="7987559" y="1408175"/>
                <a:ext cx="0" cy="315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29" name="Google Shape;229;p12"/>
            <p:cNvGrpSpPr/>
            <p:nvPr/>
          </p:nvGrpSpPr>
          <p:grpSpPr>
            <a:xfrm>
              <a:off x="768956" y="4147459"/>
              <a:ext cx="6448682" cy="391642"/>
              <a:chOff x="755155" y="2224715"/>
              <a:chExt cx="6446748" cy="419137"/>
            </a:xfrm>
          </p:grpSpPr>
          <p:sp>
            <p:nvSpPr>
              <p:cNvPr id="230" name="Google Shape;230;p12"/>
              <p:cNvSpPr txBox="1"/>
              <p:nvPr/>
            </p:nvSpPr>
            <p:spPr>
              <a:xfrm>
                <a:off x="755155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1" name="Google Shape;231;p12"/>
              <p:cNvSpPr txBox="1"/>
              <p:nvPr/>
            </p:nvSpPr>
            <p:spPr>
              <a:xfrm>
                <a:off x="1296671" y="2224715"/>
                <a:ext cx="7833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2" name="Google Shape;232;p12"/>
              <p:cNvSpPr txBox="1"/>
              <p:nvPr/>
            </p:nvSpPr>
            <p:spPr>
              <a:xfrm>
                <a:off x="2827003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3" name="Google Shape;233;p12"/>
              <p:cNvSpPr txBox="1"/>
              <p:nvPr/>
            </p:nvSpPr>
            <p:spPr>
              <a:xfrm>
                <a:off x="4884403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4" name="Google Shape;234;p12"/>
              <p:cNvSpPr txBox="1"/>
              <p:nvPr/>
            </p:nvSpPr>
            <p:spPr>
              <a:xfrm>
                <a:off x="6941803" y="2224752"/>
                <a:ext cx="260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7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sz="1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cxnSp>
        <p:nvCxnSpPr>
          <p:cNvPr id="235" name="Google Shape;235;p12"/>
          <p:cNvCxnSpPr/>
          <p:nvPr/>
        </p:nvCxnSpPr>
        <p:spPr>
          <a:xfrm>
            <a:off x="3423500" y="1836750"/>
            <a:ext cx="0" cy="35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12"/>
          <p:cNvCxnSpPr/>
          <p:nvPr/>
        </p:nvCxnSpPr>
        <p:spPr>
          <a:xfrm>
            <a:off x="5297125" y="2717800"/>
            <a:ext cx="0" cy="38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12"/>
          <p:cNvCxnSpPr/>
          <p:nvPr/>
        </p:nvCxnSpPr>
        <p:spPr>
          <a:xfrm>
            <a:off x="2371175" y="3583675"/>
            <a:ext cx="0" cy="417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" name="Google Shape;238;p12"/>
          <p:cNvSpPr txBox="1"/>
          <p:nvPr/>
        </p:nvSpPr>
        <p:spPr>
          <a:xfrm>
            <a:off x="477777" y="2231657"/>
            <a:ext cx="2625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12"/>
          <p:cNvSpPr txBox="1"/>
          <p:nvPr/>
        </p:nvSpPr>
        <p:spPr>
          <a:xfrm>
            <a:off x="477777" y="4074924"/>
            <a:ext cx="2625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12"/>
          <p:cNvSpPr txBox="1"/>
          <p:nvPr/>
        </p:nvSpPr>
        <p:spPr>
          <a:xfrm>
            <a:off x="3062405" y="3146195"/>
            <a:ext cx="2625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frac{1}{2}&quot;&gt;&lt;mn&gt;2&lt;/mn&gt;&lt;mfrac&gt;&lt;mn&gt;1&lt;/mn&gt;&lt;mn&gt;2&lt;/mn&gt;&lt;/mfrac&gt;&lt;/math&gt;" id="241" name="Google Shape;241;p12" title="2 and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1128" y="1659377"/>
            <a:ext cx="310304" cy="52483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2"/>
          <p:cNvSpPr txBox="1"/>
          <p:nvPr/>
        </p:nvSpPr>
        <p:spPr>
          <a:xfrm>
            <a:off x="4032871" y="1804007"/>
            <a:ext cx="10416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inches</a:t>
            </a:r>
            <a:endParaRPr sz="22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12"/>
          <p:cNvSpPr txBox="1"/>
          <p:nvPr/>
        </p:nvSpPr>
        <p:spPr>
          <a:xfrm>
            <a:off x="5780424" y="2560275"/>
            <a:ext cx="10416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inches</a:t>
            </a:r>
            <a:endParaRPr sz="22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12"/>
          <p:cNvSpPr txBox="1"/>
          <p:nvPr/>
        </p:nvSpPr>
        <p:spPr>
          <a:xfrm>
            <a:off x="2021049" y="3344700"/>
            <a:ext cx="7194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inches</a:t>
            </a:r>
            <a:endParaRPr sz="22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frac{3}{16}&quot;&gt;&lt;mn&gt;2&lt;/mn&gt;&lt;mfrac&gt;&lt;mn&gt;3&lt;/mn&gt;&lt;mn&gt;16&lt;/mn&gt;&lt;/mfrac&gt;&lt;/math&gt;" id="245" name="Google Shape;245;p12" title="2 and 3 over 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6580" y="6256631"/>
            <a:ext cx="338709" cy="41194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2"/>
          <p:cNvSpPr txBox="1"/>
          <p:nvPr/>
        </p:nvSpPr>
        <p:spPr>
          <a:xfrm>
            <a:off x="468000" y="5966636"/>
            <a:ext cx="23679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One and three eighths of an inch.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3260675" y="5966636"/>
            <a:ext cx="3095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Two and three sixteenths of an inch.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8" name="Google Shape;248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69320" y="7807195"/>
            <a:ext cx="1014978" cy="935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02197" y="7807195"/>
            <a:ext cx="1014978" cy="935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35074" y="7807195"/>
            <a:ext cx="1014978" cy="935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78807" y="7191201"/>
            <a:ext cx="3813194" cy="539902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52" name="Google Shape;252;p12"/>
          <p:cNvCxnSpPr/>
          <p:nvPr/>
        </p:nvCxnSpPr>
        <p:spPr>
          <a:xfrm>
            <a:off x="5325726" y="7004652"/>
            <a:ext cx="0" cy="1744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12"/>
          <p:cNvCxnSpPr/>
          <p:nvPr/>
        </p:nvCxnSpPr>
        <p:spPr>
          <a:xfrm>
            <a:off x="6356191" y="7004652"/>
            <a:ext cx="0" cy="1744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4" name="Google Shape;254;p12"/>
          <p:cNvSpPr txBox="1"/>
          <p:nvPr/>
        </p:nvSpPr>
        <p:spPr>
          <a:xfrm>
            <a:off x="5269434" y="6702969"/>
            <a:ext cx="161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5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12"/>
          <p:cNvSpPr txBox="1"/>
          <p:nvPr/>
        </p:nvSpPr>
        <p:spPr>
          <a:xfrm>
            <a:off x="6309377" y="6702969"/>
            <a:ext cx="161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5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6" name="Google Shape;25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8000" y="7807195"/>
            <a:ext cx="1014978" cy="935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00877" y="7807195"/>
            <a:ext cx="1014978" cy="935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7490" y="7191201"/>
            <a:ext cx="2367700" cy="539902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59" name="Google Shape;259;p12"/>
          <p:cNvCxnSpPr/>
          <p:nvPr/>
        </p:nvCxnSpPr>
        <p:spPr>
          <a:xfrm>
            <a:off x="1490927" y="7004652"/>
            <a:ext cx="0" cy="1744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12"/>
          <p:cNvCxnSpPr/>
          <p:nvPr/>
        </p:nvCxnSpPr>
        <p:spPr>
          <a:xfrm>
            <a:off x="2521393" y="7004652"/>
            <a:ext cx="0" cy="1744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1" name="Google Shape;261;p12"/>
          <p:cNvSpPr txBox="1"/>
          <p:nvPr/>
        </p:nvSpPr>
        <p:spPr>
          <a:xfrm>
            <a:off x="1434636" y="6702969"/>
            <a:ext cx="161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5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2463209" y="6702969"/>
            <a:ext cx="161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5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1\frac{3}{8}&quot;&gt;&lt;mn&gt;1&lt;/mn&gt;&lt;mfrac&gt;&lt;mn&gt;3&lt;/mn&gt;&lt;mn&gt;8&lt;/mn&gt;&lt;/mfrac&gt;&lt;/math&gt;" id="263" name="Google Shape;263;p12" title="1 and thre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9199" y="6357743"/>
            <a:ext cx="225230" cy="4119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" name="Google Shape;264;p12"/>
          <p:cNvCxnSpPr/>
          <p:nvPr/>
        </p:nvCxnSpPr>
        <p:spPr>
          <a:xfrm>
            <a:off x="1879851" y="6903232"/>
            <a:ext cx="0" cy="1845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5" name="Google Shape;265;p12"/>
          <p:cNvSpPr txBox="1"/>
          <p:nvPr/>
        </p:nvSpPr>
        <p:spPr>
          <a:xfrm>
            <a:off x="468000" y="5629575"/>
            <a:ext cx="51915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a rule of thumb to measure out the below: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6" name="Google Shape;266;p12"/>
          <p:cNvCxnSpPr/>
          <p:nvPr/>
        </p:nvCxnSpPr>
        <p:spPr>
          <a:xfrm>
            <a:off x="5524583" y="6744972"/>
            <a:ext cx="0" cy="2004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Engineer</a:t>
            </a:r>
            <a:endParaRPr/>
          </a:p>
        </p:txBody>
      </p:sp>
      <p:sp>
        <p:nvSpPr>
          <p:cNvPr id="272" name="Google Shape;272;p13"/>
          <p:cNvSpPr txBox="1"/>
          <p:nvPr/>
        </p:nvSpPr>
        <p:spPr>
          <a:xfrm>
            <a:off x="2992131" y="799184"/>
            <a:ext cx="1611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centimetre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13"/>
          <p:cNvSpPr txBox="1"/>
          <p:nvPr/>
        </p:nvSpPr>
        <p:spPr>
          <a:xfrm>
            <a:off x="2992131" y="1234086"/>
            <a:ext cx="15588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millimetre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13"/>
          <p:cNvSpPr txBox="1"/>
          <p:nvPr/>
        </p:nvSpPr>
        <p:spPr>
          <a:xfrm>
            <a:off x="2992131" y="1698717"/>
            <a:ext cx="16767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micrometre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275" name="Google Shape;275;p13" title="1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5025" y="733091"/>
            <a:ext cx="271440" cy="3355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276" name="Google Shape;276;p13" title="1 over 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3438" y="1181053"/>
            <a:ext cx="353619" cy="3355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\ 000\ 000}&quot;&gt;&lt;mfrac&gt;&lt;mn&gt;1&lt;/mn&gt;&lt;mrow&gt;&lt;mn&gt;1&lt;/mn&gt;&lt;mtext&gt;&lt;/mtext&gt;&lt;mn&gt;000&lt;/mn&gt;&lt;mtext&gt;&lt;/mtext&gt;&lt;mn&gt;000&lt;/mn&gt;&lt;/mrow&gt;&lt;/mfrac&gt;&lt;/math&gt;" id="277" name="Google Shape;277;p13" title="the fraction with numerator 1 and denominator 1 000 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9165" y="1627642"/>
            <a:ext cx="687317" cy="33554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3"/>
          <p:cNvSpPr txBox="1"/>
          <p:nvPr/>
        </p:nvSpPr>
        <p:spPr>
          <a:xfrm>
            <a:off x="4768926" y="779606"/>
            <a:ext cx="2187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4864756" y="1258757"/>
            <a:ext cx="2187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5200161" y="1708162"/>
            <a:ext cx="2187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3"/>
          <p:cNvSpPr txBox="1"/>
          <p:nvPr/>
        </p:nvSpPr>
        <p:spPr>
          <a:xfrm>
            <a:off x="6130508" y="784095"/>
            <a:ext cx="9615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× 10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3"/>
          <p:cNvSpPr txBox="1"/>
          <p:nvPr/>
        </p:nvSpPr>
        <p:spPr>
          <a:xfrm>
            <a:off x="6130508" y="1226906"/>
            <a:ext cx="9615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× 10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6130508" y="1685398"/>
            <a:ext cx="9615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× 10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−6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13"/>
          <p:cNvSpPr txBox="1"/>
          <p:nvPr/>
        </p:nvSpPr>
        <p:spPr>
          <a:xfrm>
            <a:off x="468000" y="720000"/>
            <a:ext cx="16767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a) How many millimetres in a centimetre?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13"/>
          <p:cNvSpPr txBox="1"/>
          <p:nvPr/>
        </p:nvSpPr>
        <p:spPr>
          <a:xfrm>
            <a:off x="468000" y="1737081"/>
            <a:ext cx="17874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micrometres in a millimetre?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13"/>
          <p:cNvSpPr txBox="1"/>
          <p:nvPr/>
        </p:nvSpPr>
        <p:spPr>
          <a:xfrm>
            <a:off x="468000" y="2634505"/>
            <a:ext cx="46152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How many micrometres in a centimetre?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13"/>
          <p:cNvSpPr txBox="1"/>
          <p:nvPr/>
        </p:nvSpPr>
        <p:spPr>
          <a:xfrm>
            <a:off x="1738846" y="1232658"/>
            <a:ext cx="3537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13"/>
          <p:cNvSpPr txBox="1"/>
          <p:nvPr/>
        </p:nvSpPr>
        <p:spPr>
          <a:xfrm>
            <a:off x="1738846" y="2275534"/>
            <a:ext cx="2982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× 10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÷ (1 × 10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−6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1000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13"/>
          <p:cNvSpPr txBox="1"/>
          <p:nvPr/>
        </p:nvSpPr>
        <p:spPr>
          <a:xfrm>
            <a:off x="1738840" y="2993475"/>
            <a:ext cx="32487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× 10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÷ (1 × 10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−6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10 000</a:t>
            </a:r>
            <a:endParaRPr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13"/>
          <p:cNvSpPr txBox="1"/>
          <p:nvPr/>
        </p:nvSpPr>
        <p:spPr>
          <a:xfrm>
            <a:off x="468000" y="3259275"/>
            <a:ext cx="64080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Engineers can laser cut to a precision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2.5 × 10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−5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fraction of a centimetre is this?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.5\times10^{-5}}{1\times10^{-2}}=\frac{2.5\times10^{-5}\times10^5}{1\times10^{-2}\times10^5}=\frac{2.5}{10^3}=\frac{25}{10\ 000}=\frac{1}{400}&quot;&gt;&lt;mfrac&gt;&lt;mrow&gt;&lt;mn&gt;2.5&lt;/mn&gt;&lt;mo&gt;×&lt;/mo&gt;&lt;msup&gt;&lt;mn&gt;10&lt;/mn&gt;&lt;mrow data-mjx-texclass=&quot;ORD&quot;&gt;&lt;mo&gt;−&lt;/mo&gt;&lt;mn&gt;5&lt;/mn&gt;&lt;/mrow&gt;&lt;/msup&gt;&lt;/mrow&gt;&lt;mrow&gt;&lt;mn&gt;1&lt;/mn&gt;&lt;mo&gt;×&lt;/mo&gt;&lt;msup&gt;&lt;mn&gt;10&lt;/mn&gt;&lt;mrow data-mjx-texclass=&quot;ORD&quot;&gt;&lt;mo&gt;−&lt;/mo&gt;&lt;mn&gt;2&lt;/mn&gt;&lt;/mrow&gt;&lt;/msup&gt;&lt;/mrow&gt;&lt;/mfrac&gt;&lt;mo&gt;=&lt;/mo&gt;&lt;mfrac&gt;&lt;mrow&gt;&lt;mn&gt;2.5&lt;/mn&gt;&lt;mo&gt;×&lt;/mo&gt;&lt;msup&gt;&lt;mn&gt;10&lt;/mn&gt;&lt;mrow data-mjx-texclass=&quot;ORD&quot;&gt;&lt;mo&gt;−&lt;/mo&gt;&lt;mn&gt;5&lt;/mn&gt;&lt;/mrow&gt;&lt;/msup&gt;&lt;mo&gt;×&lt;/mo&gt;&lt;msup&gt;&lt;mn&gt;10&lt;/mn&gt;&lt;mn&gt;5&lt;/mn&gt;&lt;/msup&gt;&lt;/mrow&gt;&lt;mrow&gt;&lt;mn&gt;1&lt;/mn&gt;&lt;mo&gt;×&lt;/mo&gt;&lt;msup&gt;&lt;mn&gt;10&lt;/mn&gt;&lt;mrow data-mjx-texclass=&quot;ORD&quot;&gt;&lt;mo&gt;−&lt;/mo&gt;&lt;mn&gt;2&lt;/mn&gt;&lt;/mrow&gt;&lt;/msup&gt;&lt;mo&gt;×&lt;/mo&gt;&lt;msup&gt;&lt;mn&gt;10&lt;/mn&gt;&lt;mn&gt;5&lt;/mn&gt;&lt;/msup&gt;&lt;/mrow&gt;&lt;/mfrac&gt;&lt;mo&gt;=&lt;/mo&gt;&lt;mfrac&gt;&lt;mn&gt;2.5&lt;/mn&gt;&lt;msup&gt;&lt;mn&gt;10&lt;/mn&gt;&lt;mn&gt;3&lt;/mn&gt;&lt;/msup&gt;&lt;/mfrac&gt;&lt;mo&gt;=&lt;/mo&gt;&lt;mfrac&gt;&lt;mn&gt;25&lt;/mn&gt;&lt;mrow&gt;&lt;mn&gt;10&lt;/mn&gt;&lt;mtext&gt;&lt;/mtext&gt;&lt;mn&gt;000&lt;/mn&gt;&lt;/mrow&gt;&lt;/mfrac&gt;&lt;mo&gt;=&lt;/mo&gt;&lt;mfrac&gt;&lt;mn&gt;1&lt;/mn&gt;&lt;mn&gt;400&lt;/mn&gt;&lt;/mfrac&gt;&lt;/math&gt;" id="291" name="Google Shape;291;p13" title="the fraction with numerator 2.5 times 10 to the negative 5 power and denominator 1 times 10 to the negative 2 power equals the fraction with numerator 2.5 times 10 to the negative 5 power times 10 to the fifth power and denominator 1 times 10 to the negative 2 power times 10 to the fifth power equals the fraction with numerator 2.5 and denominator 10 cubed equals the fraction with numerator 25 and denominator 10 000 equals 1 over 4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8598" y="3909826"/>
            <a:ext cx="5204860" cy="5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3"/>
          <p:cNvSpPr txBox="1"/>
          <p:nvPr/>
        </p:nvSpPr>
        <p:spPr>
          <a:xfrm>
            <a:off x="468000" y="4826270"/>
            <a:ext cx="64080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Can you imagine one four-hundredth of a centimetre! This is the kind of precision engineers operate to.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93" name="Google Shape;293;p13"/>
          <p:cNvCxnSpPr/>
          <p:nvPr/>
        </p:nvCxnSpPr>
        <p:spPr>
          <a:xfrm>
            <a:off x="474751" y="5345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13"/>
          <p:cNvSpPr txBox="1"/>
          <p:nvPr/>
        </p:nvSpPr>
        <p:spPr>
          <a:xfrm>
            <a:off x="477550" y="5386675"/>
            <a:ext cx="59964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Other applications of maths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13"/>
          <p:cNvSpPr txBox="1"/>
          <p:nvPr/>
        </p:nvSpPr>
        <p:spPr>
          <a:xfrm>
            <a:off x="477549" y="6248419"/>
            <a:ext cx="26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13"/>
          <p:cNvSpPr txBox="1"/>
          <p:nvPr/>
        </p:nvSpPr>
        <p:spPr>
          <a:xfrm>
            <a:off x="2587950" y="6248419"/>
            <a:ext cx="26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13"/>
          <p:cNvSpPr txBox="1"/>
          <p:nvPr/>
        </p:nvSpPr>
        <p:spPr>
          <a:xfrm>
            <a:off x="4983541" y="6248419"/>
            <a:ext cx="26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8" name="Google Shape;298;p13"/>
          <p:cNvCxnSpPr/>
          <p:nvPr/>
        </p:nvCxnSpPr>
        <p:spPr>
          <a:xfrm>
            <a:off x="477549" y="8528175"/>
            <a:ext cx="2007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3"/>
          <p:cNvSpPr/>
          <p:nvPr/>
        </p:nvSpPr>
        <p:spPr>
          <a:xfrm>
            <a:off x="839369" y="8393094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839369" y="8270223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839369" y="8147352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839369" y="8025656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839369" y="7907074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839369" y="7781433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5" name="Google Shape;305;p13"/>
          <p:cNvGrpSpPr/>
          <p:nvPr/>
        </p:nvGrpSpPr>
        <p:grpSpPr>
          <a:xfrm rot="3699315">
            <a:off x="800400" y="7627911"/>
            <a:ext cx="1756105" cy="313178"/>
            <a:chOff x="477525" y="1337228"/>
            <a:chExt cx="8296079" cy="1479494"/>
          </a:xfrm>
        </p:grpSpPr>
        <p:pic>
          <p:nvPicPr>
            <p:cNvPr id="306" name="Google Shape;306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536226">
              <a:off x="7094229" y="1466080"/>
              <a:ext cx="1674688" cy="180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" name="Google Shape;307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536226">
              <a:off x="5446725" y="1723576"/>
              <a:ext cx="1674688" cy="180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536226">
              <a:off x="3794028" y="1987097"/>
              <a:ext cx="1674688" cy="1807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9" name="Google Shape;309;p13"/>
            <p:cNvSpPr/>
            <p:nvPr/>
          </p:nvSpPr>
          <p:spPr>
            <a:xfrm>
              <a:off x="5417734" y="1899810"/>
              <a:ext cx="80400" cy="786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7079275" y="1636289"/>
              <a:ext cx="80400" cy="786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311" name="Google Shape;311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536226">
              <a:off x="2134910" y="2243629"/>
              <a:ext cx="1674688" cy="180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-536226">
              <a:off x="482213" y="2507149"/>
              <a:ext cx="1674688" cy="1807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" name="Google Shape;313;p13"/>
            <p:cNvSpPr/>
            <p:nvPr/>
          </p:nvSpPr>
          <p:spPr>
            <a:xfrm>
              <a:off x="2105919" y="2419863"/>
              <a:ext cx="80400" cy="786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3767460" y="2156342"/>
              <a:ext cx="80400" cy="786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15" name="Google Shape;315;p13"/>
          <p:cNvCxnSpPr/>
          <p:nvPr/>
        </p:nvCxnSpPr>
        <p:spPr>
          <a:xfrm rot="10800000">
            <a:off x="1129086" y="8624849"/>
            <a:ext cx="1109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6" name="Google Shape;316;p13"/>
          <p:cNvCxnSpPr/>
          <p:nvPr/>
        </p:nvCxnSpPr>
        <p:spPr>
          <a:xfrm flipH="1" rot="10800000">
            <a:off x="771174" y="7042948"/>
            <a:ext cx="1500" cy="145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7" name="Google Shape;317;p13"/>
          <p:cNvSpPr txBox="1"/>
          <p:nvPr/>
        </p:nvSpPr>
        <p:spPr>
          <a:xfrm>
            <a:off x="484906" y="7626069"/>
            <a:ext cx="319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ft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13"/>
          <p:cNvSpPr txBox="1"/>
          <p:nvPr/>
        </p:nvSpPr>
        <p:spPr>
          <a:xfrm>
            <a:off x="1679746" y="7511550"/>
            <a:ext cx="3192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ft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1107981" y="8223469"/>
            <a:ext cx="304800" cy="304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839369" y="7651234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839369" y="7528363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839369" y="7405491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839369" y="7283796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839369" y="7165214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839369" y="7039573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839369" y="6918057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839369" y="6795186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839369" y="6673490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839369" y="6554908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839369" y="6429268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13"/>
          <p:cNvSpPr txBox="1"/>
          <p:nvPr/>
        </p:nvSpPr>
        <p:spPr>
          <a:xfrm>
            <a:off x="1516475" y="8628157"/>
            <a:ext cx="319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ft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4066721" y="8088139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4066721" y="7976348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4066721" y="7864557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4066721" y="7753836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4066721" y="7645948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4066721" y="7531637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4066721" y="7413179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4066721" y="7301389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4066721" y="7189598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4066721" y="7078876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4066721" y="6970988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4066721" y="6856678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4066721" y="6746120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4066721" y="6634329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4066721" y="6523608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4066721" y="6415720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4066721" y="6301409"/>
            <a:ext cx="241800" cy="1134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6154706" y="8393094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6154706" y="8270223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6154706" y="8147352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6154706" y="8025656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6154706" y="7907074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6154706" y="7781433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6154706" y="7651234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6154706" y="7528363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6154706" y="7405491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6154706" y="7283796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6154706" y="7165214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6154706" y="7039573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6154706" y="6918057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2" name="Google Shape;362;p13"/>
          <p:cNvCxnSpPr/>
          <p:nvPr/>
        </p:nvCxnSpPr>
        <p:spPr>
          <a:xfrm rot="10800000">
            <a:off x="2863824" y="8298993"/>
            <a:ext cx="1195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3" name="Google Shape;363;p13"/>
          <p:cNvSpPr txBox="1"/>
          <p:nvPr/>
        </p:nvSpPr>
        <p:spPr>
          <a:xfrm>
            <a:off x="3263705" y="8302007"/>
            <a:ext cx="5823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 cm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4" name="Google Shape;364;p13"/>
          <p:cNvCxnSpPr/>
          <p:nvPr/>
        </p:nvCxnSpPr>
        <p:spPr>
          <a:xfrm flipH="1" rot="10800000">
            <a:off x="4384487" y="6529094"/>
            <a:ext cx="1200" cy="1656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5" name="Google Shape;365;p13"/>
          <p:cNvSpPr txBox="1"/>
          <p:nvPr/>
        </p:nvSpPr>
        <p:spPr>
          <a:xfrm>
            <a:off x="4435394" y="7212224"/>
            <a:ext cx="514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 cm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6" name="Google Shape;366;p13"/>
          <p:cNvCxnSpPr/>
          <p:nvPr/>
        </p:nvCxnSpPr>
        <p:spPr>
          <a:xfrm flipH="1" rot="10800000">
            <a:off x="5330688" y="6426164"/>
            <a:ext cx="800700" cy="207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7" name="Google Shape;367;p13"/>
          <p:cNvCxnSpPr/>
          <p:nvPr/>
        </p:nvCxnSpPr>
        <p:spPr>
          <a:xfrm flipH="1">
            <a:off x="2863561" y="6541178"/>
            <a:ext cx="1187700" cy="1659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8" name="Google Shape;368;p13"/>
          <p:cNvSpPr txBox="1"/>
          <p:nvPr/>
        </p:nvSpPr>
        <p:spPr>
          <a:xfrm>
            <a:off x="3003610" y="7069087"/>
            <a:ext cx="514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 cm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3780910" y="7923848"/>
            <a:ext cx="277200" cy="2772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0" name="Google Shape;370;p13"/>
          <p:cNvCxnSpPr/>
          <p:nvPr/>
        </p:nvCxnSpPr>
        <p:spPr>
          <a:xfrm flipH="1" rot="10800000">
            <a:off x="6506930" y="6414748"/>
            <a:ext cx="1500" cy="2085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1" name="Google Shape;371;p13"/>
          <p:cNvCxnSpPr/>
          <p:nvPr/>
        </p:nvCxnSpPr>
        <p:spPr>
          <a:xfrm rot="10800000">
            <a:off x="5339566" y="8624848"/>
            <a:ext cx="817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72" name="Google Shape;372;p13"/>
          <p:cNvSpPr txBox="1"/>
          <p:nvPr/>
        </p:nvSpPr>
        <p:spPr>
          <a:xfrm>
            <a:off x="5568084" y="8628160"/>
            <a:ext cx="412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yd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13"/>
          <p:cNvSpPr txBox="1"/>
          <p:nvPr/>
        </p:nvSpPr>
        <p:spPr>
          <a:xfrm>
            <a:off x="6573136" y="7316289"/>
            <a:ext cx="51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yd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4" name="Google Shape;374;p13"/>
          <p:cNvCxnSpPr/>
          <p:nvPr/>
        </p:nvCxnSpPr>
        <p:spPr>
          <a:xfrm>
            <a:off x="2704344" y="8211038"/>
            <a:ext cx="1825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13"/>
          <p:cNvCxnSpPr/>
          <p:nvPr/>
        </p:nvCxnSpPr>
        <p:spPr>
          <a:xfrm>
            <a:off x="4858004" y="8520821"/>
            <a:ext cx="1825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" name="Google Shape;376;p13"/>
          <p:cNvSpPr/>
          <p:nvPr/>
        </p:nvSpPr>
        <p:spPr>
          <a:xfrm>
            <a:off x="6154706" y="6786870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6154706" y="6663999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6154706" y="6542303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6154706" y="6423721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6154706" y="6298081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6154706" y="6176565"/>
            <a:ext cx="265800" cy="124500"/>
          </a:xfrm>
          <a:prstGeom prst="rect">
            <a:avLst/>
          </a:prstGeom>
          <a:solidFill>
            <a:srgbClr val="783F04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13"/>
          <p:cNvSpPr txBox="1"/>
          <p:nvPr/>
        </p:nvSpPr>
        <p:spPr>
          <a:xfrm>
            <a:off x="5261265" y="7277916"/>
            <a:ext cx="51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yd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13"/>
          <p:cNvSpPr txBox="1"/>
          <p:nvPr/>
        </p:nvSpPr>
        <p:spPr>
          <a:xfrm>
            <a:off x="477549" y="5849154"/>
            <a:ext cx="6166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Show whether each of these walls is upright.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13"/>
          <p:cNvSpPr txBox="1"/>
          <p:nvPr/>
        </p:nvSpPr>
        <p:spPr>
          <a:xfrm>
            <a:off x="1258844" y="6742504"/>
            <a:ext cx="1182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13"/>
          <p:cNvSpPr txBox="1"/>
          <p:nvPr/>
        </p:nvSpPr>
        <p:spPr>
          <a:xfrm>
            <a:off x="1260098" y="7935397"/>
            <a:ext cx="594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Right</a:t>
            </a:r>
            <a:endParaRPr baseline="30000" sz="12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6" name="Google Shape;386;p13"/>
          <p:cNvSpPr txBox="1"/>
          <p:nvPr/>
        </p:nvSpPr>
        <p:spPr>
          <a:xfrm>
            <a:off x="2855905" y="8567716"/>
            <a:ext cx="14514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13"/>
          <p:cNvSpPr txBox="1"/>
          <p:nvPr/>
        </p:nvSpPr>
        <p:spPr>
          <a:xfrm>
            <a:off x="3541614" y="7650207"/>
            <a:ext cx="594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Right</a:t>
            </a:r>
            <a:endParaRPr baseline="30000" sz="12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5874569" y="8241481"/>
            <a:ext cx="277200" cy="2772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13"/>
          <p:cNvSpPr txBox="1"/>
          <p:nvPr/>
        </p:nvSpPr>
        <p:spPr>
          <a:xfrm>
            <a:off x="4664369" y="6660877"/>
            <a:ext cx="13161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+ 12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13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p13"/>
          <p:cNvSpPr txBox="1"/>
          <p:nvPr/>
        </p:nvSpPr>
        <p:spPr>
          <a:xfrm>
            <a:off x="5635272" y="7967841"/>
            <a:ext cx="594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Right</a:t>
            </a:r>
            <a:endParaRPr baseline="30000" sz="12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1" name="Google Shape;3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97" name="Google Shape;397;p14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Engineer</a:t>
            </a:r>
            <a:endParaRPr/>
          </a:p>
        </p:txBody>
      </p:sp>
      <p:sp>
        <p:nvSpPr>
          <p:cNvPr id="398" name="Google Shape;398;p14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99" name="Google Shape;399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0" name="Google Shape;400;p14"/>
          <p:cNvSpPr txBox="1"/>
          <p:nvPr/>
        </p:nvSpPr>
        <p:spPr>
          <a:xfrm>
            <a:off x="467875" y="720000"/>
            <a:ext cx="51714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Explain how we know this corner is not ‘right’.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14"/>
          <p:cNvSpPr txBox="1"/>
          <p:nvPr/>
        </p:nvSpPr>
        <p:spPr>
          <a:xfrm>
            <a:off x="1999892" y="3575239"/>
            <a:ext cx="4419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ft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14"/>
          <p:cNvSpPr txBox="1"/>
          <p:nvPr/>
        </p:nvSpPr>
        <p:spPr>
          <a:xfrm>
            <a:off x="4080113" y="2847158"/>
            <a:ext cx="4419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ft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14"/>
          <p:cNvSpPr txBox="1"/>
          <p:nvPr/>
        </p:nvSpPr>
        <p:spPr>
          <a:xfrm>
            <a:off x="2299327" y="2369240"/>
            <a:ext cx="4419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ft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04" name="Google Shape;404;p14"/>
          <p:cNvGrpSpPr/>
          <p:nvPr/>
        </p:nvGrpSpPr>
        <p:grpSpPr>
          <a:xfrm rot="962881">
            <a:off x="716227" y="1294605"/>
            <a:ext cx="3372402" cy="2272152"/>
            <a:chOff x="3002400" y="1139680"/>
            <a:chExt cx="4940520" cy="3328670"/>
          </a:xfrm>
        </p:grpSpPr>
        <p:sp>
          <p:nvSpPr>
            <p:cNvPr id="405" name="Google Shape;405;p14"/>
            <p:cNvSpPr/>
            <p:nvPr/>
          </p:nvSpPr>
          <p:spPr>
            <a:xfrm>
              <a:off x="6821925" y="4026539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406" name="Google Shape;406;p14"/>
            <p:cNvGrpSpPr/>
            <p:nvPr/>
          </p:nvGrpSpPr>
          <p:grpSpPr>
            <a:xfrm rot="-1162525">
              <a:off x="3812383" y="2689992"/>
              <a:ext cx="3836001" cy="684099"/>
              <a:chOff x="477525" y="1337228"/>
              <a:chExt cx="8296079" cy="1479494"/>
            </a:xfrm>
          </p:grpSpPr>
          <p:pic>
            <p:nvPicPr>
              <p:cNvPr id="407" name="Google Shape;407;p1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536226">
                <a:off x="7094229" y="1466080"/>
                <a:ext cx="1674688" cy="1807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8" name="Google Shape;408;p1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536226">
                <a:off x="5446725" y="1723576"/>
                <a:ext cx="1674688" cy="1807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9" name="Google Shape;409;p1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536226">
                <a:off x="3794028" y="1987097"/>
                <a:ext cx="1674688" cy="1807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0" name="Google Shape;410;p14"/>
              <p:cNvSpPr/>
              <p:nvPr/>
            </p:nvSpPr>
            <p:spPr>
              <a:xfrm>
                <a:off x="5417734" y="1899810"/>
                <a:ext cx="80400" cy="786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1" name="Google Shape;411;p14"/>
              <p:cNvSpPr/>
              <p:nvPr/>
            </p:nvSpPr>
            <p:spPr>
              <a:xfrm>
                <a:off x="7079275" y="1636289"/>
                <a:ext cx="80400" cy="786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412" name="Google Shape;412;p1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536226">
                <a:off x="2134910" y="2243629"/>
                <a:ext cx="1674688" cy="1807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3" name="Google Shape;413;p1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536226">
                <a:off x="482213" y="2507149"/>
                <a:ext cx="1674688" cy="1807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4" name="Google Shape;414;p14"/>
              <p:cNvSpPr/>
              <p:nvPr/>
            </p:nvSpPr>
            <p:spPr>
              <a:xfrm>
                <a:off x="2105919" y="2419863"/>
                <a:ext cx="80400" cy="786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5" name="Google Shape;415;p14"/>
              <p:cNvSpPr/>
              <p:nvPr/>
            </p:nvSpPr>
            <p:spPr>
              <a:xfrm>
                <a:off x="3767460" y="2156342"/>
                <a:ext cx="80400" cy="786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416" name="Google Shape;416;p14"/>
            <p:cNvCxnSpPr/>
            <p:nvPr/>
          </p:nvCxnSpPr>
          <p:spPr>
            <a:xfrm rot="10800000">
              <a:off x="4045425" y="4453050"/>
              <a:ext cx="3408600" cy="15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17" name="Google Shape;417;p14"/>
            <p:cNvCxnSpPr/>
            <p:nvPr/>
          </p:nvCxnSpPr>
          <p:spPr>
            <a:xfrm flipH="1" rot="10800000">
              <a:off x="7940820" y="1587959"/>
              <a:ext cx="2100" cy="2436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418" name="Google Shape;418;p14"/>
            <p:cNvSpPr/>
            <p:nvPr/>
          </p:nvSpPr>
          <p:spPr>
            <a:xfrm>
              <a:off x="6183750" y="4026539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9" name="Google Shape;419;p14"/>
            <p:cNvSpPr/>
            <p:nvPr/>
          </p:nvSpPr>
          <p:spPr>
            <a:xfrm>
              <a:off x="5545575" y="4026539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0" name="Google Shape;420;p14"/>
            <p:cNvSpPr/>
            <p:nvPr/>
          </p:nvSpPr>
          <p:spPr>
            <a:xfrm>
              <a:off x="4912163" y="4026539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1" name="Google Shape;421;p14"/>
            <p:cNvSpPr/>
            <p:nvPr/>
          </p:nvSpPr>
          <p:spPr>
            <a:xfrm>
              <a:off x="4273988" y="4026539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2" name="Google Shape;422;p14"/>
            <p:cNvSpPr/>
            <p:nvPr/>
          </p:nvSpPr>
          <p:spPr>
            <a:xfrm>
              <a:off x="3640575" y="4026539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3" name="Google Shape;423;p14"/>
            <p:cNvSpPr/>
            <p:nvPr/>
          </p:nvSpPr>
          <p:spPr>
            <a:xfrm>
              <a:off x="3002400" y="4026539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4" name="Google Shape;424;p14"/>
            <p:cNvSpPr/>
            <p:nvPr/>
          </p:nvSpPr>
          <p:spPr>
            <a:xfrm rot="5400000">
              <a:off x="7318964" y="3856668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5" name="Google Shape;425;p14"/>
            <p:cNvSpPr/>
            <p:nvPr/>
          </p:nvSpPr>
          <p:spPr>
            <a:xfrm rot="5400000">
              <a:off x="7318964" y="3218493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6" name="Google Shape;426;p14"/>
            <p:cNvSpPr/>
            <p:nvPr/>
          </p:nvSpPr>
          <p:spPr>
            <a:xfrm rot="5400000">
              <a:off x="7318964" y="2580318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7" name="Google Shape;427;p14"/>
            <p:cNvSpPr/>
            <p:nvPr/>
          </p:nvSpPr>
          <p:spPr>
            <a:xfrm rot="5400000">
              <a:off x="7318964" y="1946905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8" name="Google Shape;428;p14"/>
            <p:cNvSpPr/>
            <p:nvPr/>
          </p:nvSpPr>
          <p:spPr>
            <a:xfrm rot="5400000">
              <a:off x="7318964" y="1308730"/>
              <a:ext cx="635700" cy="297600"/>
            </a:xfrm>
            <a:prstGeom prst="rect">
              <a:avLst/>
            </a:prstGeom>
            <a:solidFill>
              <a:srgbClr val="783F0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29" name="Google Shape;429;p14"/>
          <p:cNvSpPr txBox="1"/>
          <p:nvPr/>
        </p:nvSpPr>
        <p:spPr>
          <a:xfrm>
            <a:off x="467875" y="1060800"/>
            <a:ext cx="6624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said, “In order to be ‘right’ the Mason’s Rule should ‘fit’ to the points measured at 3 ft and 4 ft to make a ‘right’ 3, 4, 5 triangle”.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0" name="Google Shape;430;p14"/>
          <p:cNvSpPr txBox="1"/>
          <p:nvPr/>
        </p:nvSpPr>
        <p:spPr>
          <a:xfrm>
            <a:off x="1147572" y="2805628"/>
            <a:ext cx="2193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6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14"/>
          <p:cNvSpPr txBox="1"/>
          <p:nvPr/>
        </p:nvSpPr>
        <p:spPr>
          <a:xfrm>
            <a:off x="3810736" y="1903607"/>
            <a:ext cx="2193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6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14"/>
          <p:cNvSpPr txBox="1"/>
          <p:nvPr/>
        </p:nvSpPr>
        <p:spPr>
          <a:xfrm>
            <a:off x="4458657" y="1889341"/>
            <a:ext cx="2633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“Because the rule does not ‘fit’ here we know the third length is not 5 ft therefore this is not a right-angled triangle; the corner is not a right angle.”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33" name="Google Shape;433;p14"/>
          <p:cNvCxnSpPr/>
          <p:nvPr/>
        </p:nvCxnSpPr>
        <p:spPr>
          <a:xfrm flipH="1" rot="10800000">
            <a:off x="1268730" y="2065169"/>
            <a:ext cx="2616000" cy="873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34" name="Google Shape;434;p14"/>
          <p:cNvSpPr/>
          <p:nvPr/>
        </p:nvSpPr>
        <p:spPr>
          <a:xfrm rot="-4459735">
            <a:off x="3705085" y="4863014"/>
            <a:ext cx="68860" cy="3818119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14"/>
          <p:cNvSpPr/>
          <p:nvPr/>
        </p:nvSpPr>
        <p:spPr>
          <a:xfrm flipH="1" rot="4459735">
            <a:off x="3704965" y="4851865"/>
            <a:ext cx="68860" cy="3818119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14"/>
          <p:cNvSpPr/>
          <p:nvPr/>
        </p:nvSpPr>
        <p:spPr>
          <a:xfrm rot="-2389670">
            <a:off x="5961377" y="6074972"/>
            <a:ext cx="98832" cy="1282245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7" name="Google Shape;437;p14"/>
          <p:cNvSpPr/>
          <p:nvPr/>
        </p:nvSpPr>
        <p:spPr>
          <a:xfrm flipH="1" rot="2389670">
            <a:off x="1382275" y="6074972"/>
            <a:ext cx="98832" cy="1282245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8" name="Google Shape;438;p14"/>
          <p:cNvSpPr/>
          <p:nvPr/>
        </p:nvSpPr>
        <p:spPr>
          <a:xfrm rot="4232521">
            <a:off x="2291862" y="4304114"/>
            <a:ext cx="53135" cy="2956730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14"/>
          <p:cNvSpPr/>
          <p:nvPr/>
        </p:nvSpPr>
        <p:spPr>
          <a:xfrm flipH="1" rot="-4232521">
            <a:off x="5080611" y="4304114"/>
            <a:ext cx="53135" cy="2956730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898503" y="6310410"/>
            <a:ext cx="105600" cy="948600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1829068" y="6310410"/>
            <a:ext cx="105600" cy="948600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5489289" y="6310410"/>
            <a:ext cx="105600" cy="948600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6419854" y="6310410"/>
            <a:ext cx="105600" cy="948600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14"/>
          <p:cNvSpPr/>
          <p:nvPr/>
        </p:nvSpPr>
        <p:spPr>
          <a:xfrm rot="5400000">
            <a:off x="5956891" y="6803628"/>
            <a:ext cx="100200" cy="802200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14"/>
          <p:cNvSpPr/>
          <p:nvPr/>
        </p:nvSpPr>
        <p:spPr>
          <a:xfrm rot="5400000">
            <a:off x="1366105" y="6803628"/>
            <a:ext cx="100200" cy="802200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6" name="Google Shape;446;p14"/>
          <p:cNvSpPr/>
          <p:nvPr/>
        </p:nvSpPr>
        <p:spPr>
          <a:xfrm rot="5400000">
            <a:off x="3664211" y="3438420"/>
            <a:ext cx="100200" cy="5622600"/>
          </a:xfrm>
          <a:prstGeom prst="rect">
            <a:avLst/>
          </a:prstGeom>
          <a:solidFill>
            <a:srgbClr val="99999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7" name="Google Shape;447;p14"/>
          <p:cNvSpPr txBox="1"/>
          <p:nvPr/>
        </p:nvSpPr>
        <p:spPr>
          <a:xfrm>
            <a:off x="1290606" y="7295253"/>
            <a:ext cx="355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 m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p14"/>
          <p:cNvSpPr txBox="1"/>
          <p:nvPr/>
        </p:nvSpPr>
        <p:spPr>
          <a:xfrm rot="-2759164">
            <a:off x="1092114" y="6477355"/>
            <a:ext cx="493068" cy="205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m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14"/>
          <p:cNvSpPr txBox="1"/>
          <p:nvPr/>
        </p:nvSpPr>
        <p:spPr>
          <a:xfrm>
            <a:off x="474601" y="5641264"/>
            <a:ext cx="43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m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0" name="Google Shape;450;p14"/>
          <p:cNvSpPr txBox="1"/>
          <p:nvPr/>
        </p:nvSpPr>
        <p:spPr>
          <a:xfrm>
            <a:off x="474598" y="6607425"/>
            <a:ext cx="4851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m</a:t>
            </a:r>
            <a:endParaRPr baseline="30000" sz="12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1" name="Google Shape;451;p14"/>
          <p:cNvSpPr txBox="1"/>
          <p:nvPr/>
        </p:nvSpPr>
        <p:spPr>
          <a:xfrm>
            <a:off x="6582052" y="6607425"/>
            <a:ext cx="4851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m</a:t>
            </a:r>
            <a:endParaRPr baseline="30000" sz="12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52" name="Google Shape;452;p14"/>
          <p:cNvCxnSpPr/>
          <p:nvPr/>
        </p:nvCxnSpPr>
        <p:spPr>
          <a:xfrm rot="10800000">
            <a:off x="561075" y="5314020"/>
            <a:ext cx="936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14"/>
          <p:cNvCxnSpPr/>
          <p:nvPr/>
        </p:nvCxnSpPr>
        <p:spPr>
          <a:xfrm rot="10800000">
            <a:off x="561075" y="6207180"/>
            <a:ext cx="936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14"/>
          <p:cNvCxnSpPr/>
          <p:nvPr/>
        </p:nvCxnSpPr>
        <p:spPr>
          <a:xfrm flipH="1" rot="10800000">
            <a:off x="893178" y="5337481"/>
            <a:ext cx="1500" cy="86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55" name="Google Shape;455;p14"/>
          <p:cNvSpPr txBox="1"/>
          <p:nvPr/>
        </p:nvSpPr>
        <p:spPr>
          <a:xfrm rot="-119217">
            <a:off x="3491819" y="5951140"/>
            <a:ext cx="493197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 m</a:t>
            </a:r>
            <a:endParaRPr baseline="30000" sz="1200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p14"/>
          <p:cNvSpPr txBox="1"/>
          <p:nvPr/>
        </p:nvSpPr>
        <p:spPr>
          <a:xfrm>
            <a:off x="468776" y="4400947"/>
            <a:ext cx="54582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Engineers today use Pythagoras to calculate lengths. Find all the missing lengths of the girders on this bridge. The design is symmetrical.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14"/>
          <p:cNvSpPr txBox="1"/>
          <p:nvPr/>
        </p:nvSpPr>
        <p:spPr>
          <a:xfrm>
            <a:off x="5854785" y="7265387"/>
            <a:ext cx="355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m</a:t>
            </a:r>
            <a:endParaRPr baseline="30000" sz="12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58" name="Google Shape;458;p14"/>
          <p:cNvSpPr txBox="1"/>
          <p:nvPr/>
        </p:nvSpPr>
        <p:spPr>
          <a:xfrm rot="2745834">
            <a:off x="5877174" y="6499613"/>
            <a:ext cx="493251" cy="205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 m</a:t>
            </a:r>
            <a:endParaRPr baseline="30000" sz="12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15^2-9^2}=12&quot;&gt;&lt;msqrt&gt;&lt;msup&gt;&lt;mn&gt;15&lt;/mn&gt;&lt;mn&gt;2&lt;/mn&gt;&lt;/msup&gt;&lt;mo&gt;−&lt;/mo&gt;&lt;msup&gt;&lt;mn&gt;9&lt;/mn&gt;&lt;mn&gt;2&lt;/mn&gt;&lt;/msup&gt;&lt;/msqrt&gt;&lt;mo&gt;=&lt;/mo&gt;&lt;mn&gt;12&lt;/mn&gt;&lt;/math&gt;" id="459" name="Google Shape;459;p14" title="the square root of 15 squared minus 9 squared equals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9410" y="4811441"/>
            <a:ext cx="1354122" cy="25664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4"/>
          <p:cNvSpPr txBox="1"/>
          <p:nvPr/>
        </p:nvSpPr>
        <p:spPr>
          <a:xfrm>
            <a:off x="1981125" y="6607425"/>
            <a:ext cx="4851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m</a:t>
            </a:r>
            <a:endParaRPr baseline="30000" sz="12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1" name="Google Shape;461;p14"/>
          <p:cNvSpPr txBox="1"/>
          <p:nvPr/>
        </p:nvSpPr>
        <p:spPr>
          <a:xfrm>
            <a:off x="5053227" y="6607425"/>
            <a:ext cx="4851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m</a:t>
            </a:r>
            <a:endParaRPr baseline="30000" sz="12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2" name="Google Shape;462;p14"/>
          <p:cNvSpPr txBox="1"/>
          <p:nvPr/>
        </p:nvSpPr>
        <p:spPr>
          <a:xfrm>
            <a:off x="1981127" y="5258055"/>
            <a:ext cx="613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 m</a:t>
            </a:r>
            <a:endParaRPr baseline="30000" sz="12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63" name="Google Shape;463;p14"/>
          <p:cNvCxnSpPr/>
          <p:nvPr/>
        </p:nvCxnSpPr>
        <p:spPr>
          <a:xfrm flipH="1" rot="10800000">
            <a:off x="911211" y="5240516"/>
            <a:ext cx="2793900" cy="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sqrt{10^2+24^2}=26&quot;&gt;&lt;msqrt&gt;&lt;msup&gt;&lt;mn&gt;10&lt;/mn&gt;&lt;mn&gt;2&lt;/mn&gt;&lt;/msup&gt;&lt;mo&gt;+&lt;/mo&gt;&lt;msup&gt;&lt;mn&gt;24&lt;/mn&gt;&lt;mn&gt;2&lt;/mn&gt;&lt;/msup&gt;&lt;/msqrt&gt;&lt;mo&gt;=&lt;/mo&gt;&lt;mn&gt;26&lt;/mn&gt;&lt;/math&gt;" id="464" name="Google Shape;464;p14" title="the square root of 10 squared plus 24 squared equals 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2624" y="5154676"/>
            <a:ext cx="1418726" cy="24853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4"/>
          <p:cNvSpPr txBox="1"/>
          <p:nvPr/>
        </p:nvSpPr>
        <p:spPr>
          <a:xfrm rot="-1093997">
            <a:off x="2462640" y="5683932"/>
            <a:ext cx="485160" cy="209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26 m</a:t>
            </a:r>
            <a:endParaRPr baseline="30000" sz="12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6" name="Google Shape;466;p14"/>
          <p:cNvSpPr txBox="1"/>
          <p:nvPr/>
        </p:nvSpPr>
        <p:spPr>
          <a:xfrm rot="977737">
            <a:off x="4461999" y="5683894"/>
            <a:ext cx="485400" cy="209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26 m</a:t>
            </a:r>
            <a:endParaRPr baseline="30000" sz="12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7" name="Google Shape;467;p14"/>
          <p:cNvSpPr txBox="1"/>
          <p:nvPr/>
        </p:nvSpPr>
        <p:spPr>
          <a:xfrm>
            <a:off x="3310557" y="7290742"/>
            <a:ext cx="6132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 m</a:t>
            </a:r>
            <a:endParaRPr baseline="30000" sz="12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68" name="Google Shape;468;p14"/>
          <p:cNvCxnSpPr/>
          <p:nvPr/>
        </p:nvCxnSpPr>
        <p:spPr>
          <a:xfrm flipH="1" rot="10800000">
            <a:off x="1958478" y="7273197"/>
            <a:ext cx="3530700" cy="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sqrt{30^2+12^2}=32.31...&quot;&gt;&lt;msqrt&gt;&lt;msup&gt;&lt;mn&gt;30&lt;/mn&gt;&lt;mn&gt;2&lt;/mn&gt;&lt;/msup&gt;&lt;mo&gt;+&lt;/mo&gt;&lt;msup&gt;&lt;mn&gt;12&lt;/mn&gt;&lt;mn&gt;2&lt;/mn&gt;&lt;/msup&gt;&lt;/msqrt&gt;&lt;mo&gt;=&lt;/mo&gt;&lt;mn&gt;32.31&lt;/mn&gt;&lt;mo&gt;.&lt;/mo&gt;&lt;mo&gt;.&lt;/mo&gt;&lt;mo&gt;.&lt;/mo&gt;&lt;/math&gt;" id="469" name="Google Shape;469;p14" title="the square root of 30 squared plus 12 squared equals 32.31 period period perio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9844" y="5501223"/>
            <a:ext cx="1818174" cy="249824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4"/>
          <p:cNvSpPr txBox="1"/>
          <p:nvPr/>
        </p:nvSpPr>
        <p:spPr>
          <a:xfrm rot="-830115">
            <a:off x="2672161" y="6698656"/>
            <a:ext cx="622253" cy="209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32.3 m</a:t>
            </a:r>
            <a:endParaRPr baseline="30000" sz="12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1" name="Google Shape;471;p14"/>
          <p:cNvSpPr txBox="1"/>
          <p:nvPr/>
        </p:nvSpPr>
        <p:spPr>
          <a:xfrm rot="851282">
            <a:off x="2982811" y="6417668"/>
            <a:ext cx="686645" cy="209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32.3 m</a:t>
            </a:r>
            <a:endParaRPr baseline="30000" sz="1200">
              <a:solidFill>
                <a:srgbClr val="845AD9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72" name="Google Shape;472;p14"/>
          <p:cNvCxnSpPr/>
          <p:nvPr/>
        </p:nvCxnSpPr>
        <p:spPr>
          <a:xfrm rot="10800000">
            <a:off x="888196" y="7312706"/>
            <a:ext cx="10467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73" name="Google Shape;473;p14"/>
          <p:cNvCxnSpPr/>
          <p:nvPr/>
        </p:nvCxnSpPr>
        <p:spPr>
          <a:xfrm>
            <a:off x="899675" y="6161238"/>
            <a:ext cx="5625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74" name="Google Shape;474;p14"/>
          <p:cNvCxnSpPr/>
          <p:nvPr/>
        </p:nvCxnSpPr>
        <p:spPr>
          <a:xfrm flipH="1">
            <a:off x="929703" y="6331710"/>
            <a:ext cx="861300" cy="89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