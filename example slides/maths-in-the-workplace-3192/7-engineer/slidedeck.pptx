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2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2f737a9167d_0_3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2f737a9167d_0_3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2eff9accc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2eff9accc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2f737a9167d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2f737a9167d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2f737a9167d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1" name="Google Shape;881;g2f737a9167d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2f737a9167d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2f737a9167d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2f737a9167d_0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2f737a9167d_0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2f737a9167d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2f737a9167d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2f737a9167d_0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2f737a9167d_0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2f737a9167d_0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2" name="Google Shape;1132;g2f737a9167d_0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2f737a9167d_0_10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g2f737a9167d_0_10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g2f737a9167d_0_1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3" name="Google Shape;1383;g2f737a9167d_0_1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8" name="Shape 1508"/>
        <p:cNvGrpSpPr/>
        <p:nvPr/>
      </p:nvGrpSpPr>
      <p:grpSpPr>
        <a:xfrm>
          <a:off x="0" y="0"/>
          <a:ext cx="0" cy="0"/>
          <a:chOff x="0" y="0"/>
          <a:chExt cx="0" cy="0"/>
        </a:xfrm>
      </p:grpSpPr>
      <p:sp>
        <p:nvSpPr>
          <p:cNvPr id="1509" name="Google Shape;1509;g2f737a9167d_0_1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0" name="Google Shape;1510;g2f737a9167d_0_1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g2f737a9167d_0_1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4" name="Google Shape;1704;g2f737a9167d_0_1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2" name="Shape 1722"/>
        <p:cNvGrpSpPr/>
        <p:nvPr/>
      </p:nvGrpSpPr>
      <p:grpSpPr>
        <a:xfrm>
          <a:off x="0" y="0"/>
          <a:ext cx="0" cy="0"/>
          <a:chOff x="0" y="0"/>
          <a:chExt cx="0" cy="0"/>
        </a:xfrm>
      </p:grpSpPr>
      <p:sp>
        <p:nvSpPr>
          <p:cNvPr id="1723" name="Google Shape;1723;g2f737a9167d_0_3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4" name="Google Shape;1724;g2f737a9167d_0_3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2" name="Shape 1742"/>
        <p:cNvGrpSpPr/>
        <p:nvPr/>
      </p:nvGrpSpPr>
      <p:grpSpPr>
        <a:xfrm>
          <a:off x="0" y="0"/>
          <a:ext cx="0" cy="0"/>
          <a:chOff x="0" y="0"/>
          <a:chExt cx="0" cy="0"/>
        </a:xfrm>
      </p:grpSpPr>
      <p:sp>
        <p:nvSpPr>
          <p:cNvPr id="1743" name="Google Shape;1743;g2f737a9167d_0_3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4" name="Google Shape;1744;g2f737a9167d_0_3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2" name="Shape 1762"/>
        <p:cNvGrpSpPr/>
        <p:nvPr/>
      </p:nvGrpSpPr>
      <p:grpSpPr>
        <a:xfrm>
          <a:off x="0" y="0"/>
          <a:ext cx="0" cy="0"/>
          <a:chOff x="0" y="0"/>
          <a:chExt cx="0" cy="0"/>
        </a:xfrm>
      </p:grpSpPr>
      <p:sp>
        <p:nvSpPr>
          <p:cNvPr id="1763" name="Google Shape;1763;g2f737a9167d_0_2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4" name="Google Shape;1764;g2f737a9167d_0_2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8" name="Shape 1778"/>
        <p:cNvGrpSpPr/>
        <p:nvPr/>
      </p:nvGrpSpPr>
      <p:grpSpPr>
        <a:xfrm>
          <a:off x="0" y="0"/>
          <a:ext cx="0" cy="0"/>
          <a:chOff x="0" y="0"/>
          <a:chExt cx="0" cy="0"/>
        </a:xfrm>
      </p:grpSpPr>
      <p:sp>
        <p:nvSpPr>
          <p:cNvPr id="1779" name="Google Shape;1779;g2f737a9167d_0_2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0" name="Google Shape;1780;g2f737a9167d_0_2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6" name="Shape 1796"/>
        <p:cNvGrpSpPr/>
        <p:nvPr/>
      </p:nvGrpSpPr>
      <p:grpSpPr>
        <a:xfrm>
          <a:off x="0" y="0"/>
          <a:ext cx="0" cy="0"/>
          <a:chOff x="0" y="0"/>
          <a:chExt cx="0" cy="0"/>
        </a:xfrm>
      </p:grpSpPr>
      <p:sp>
        <p:nvSpPr>
          <p:cNvPr id="1797" name="Google Shape;1797;g2f737a9167d_0_2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8" name="Google Shape;1798;g2f737a9167d_0_2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g2f737a9167d_0_2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8" name="Google Shape;1818;g2f737a9167d_0_2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3" name="Shape 1823"/>
        <p:cNvGrpSpPr/>
        <p:nvPr/>
      </p:nvGrpSpPr>
      <p:grpSpPr>
        <a:xfrm>
          <a:off x="0" y="0"/>
          <a:ext cx="0" cy="0"/>
          <a:chOff x="0" y="0"/>
          <a:chExt cx="0" cy="0"/>
        </a:xfrm>
      </p:grpSpPr>
      <p:sp>
        <p:nvSpPr>
          <p:cNvPr id="1824" name="Google Shape;1824;g2f737a9167d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5" name="Google Shape;1825;g2f737a9167d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5" name="Shape 1945"/>
        <p:cNvGrpSpPr/>
        <p:nvPr/>
      </p:nvGrpSpPr>
      <p:grpSpPr>
        <a:xfrm>
          <a:off x="0" y="0"/>
          <a:ext cx="0" cy="0"/>
          <a:chOff x="0" y="0"/>
          <a:chExt cx="0" cy="0"/>
        </a:xfrm>
      </p:grpSpPr>
      <p:sp>
        <p:nvSpPr>
          <p:cNvPr id="1946" name="Google Shape;1946;g2f737a9167d_0_27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7" name="Google Shape;1947;g2f737a9167d_0_2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8" name="Shape 1968"/>
        <p:cNvGrpSpPr/>
        <p:nvPr/>
      </p:nvGrpSpPr>
      <p:grpSpPr>
        <a:xfrm>
          <a:off x="0" y="0"/>
          <a:ext cx="0" cy="0"/>
          <a:chOff x="0" y="0"/>
          <a:chExt cx="0" cy="0"/>
        </a:xfrm>
      </p:grpSpPr>
      <p:sp>
        <p:nvSpPr>
          <p:cNvPr id="1969" name="Google Shape;1969;g2f737a9167d_0_2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0" name="Google Shape;1970;g2f737a9167d_0_2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2" name="Shape 1992"/>
        <p:cNvGrpSpPr/>
        <p:nvPr/>
      </p:nvGrpSpPr>
      <p:grpSpPr>
        <a:xfrm>
          <a:off x="0" y="0"/>
          <a:ext cx="0" cy="0"/>
          <a:chOff x="0" y="0"/>
          <a:chExt cx="0" cy="0"/>
        </a:xfrm>
      </p:grpSpPr>
      <p:sp>
        <p:nvSpPr>
          <p:cNvPr id="1993" name="Google Shape;1993;g2f737a9167d_0_2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4" name="Google Shape;1994;g2f737a9167d_0_2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0" name="Shape 2020"/>
        <p:cNvGrpSpPr/>
        <p:nvPr/>
      </p:nvGrpSpPr>
      <p:grpSpPr>
        <a:xfrm>
          <a:off x="0" y="0"/>
          <a:ext cx="0" cy="0"/>
          <a:chOff x="0" y="0"/>
          <a:chExt cx="0" cy="0"/>
        </a:xfrm>
      </p:grpSpPr>
      <p:sp>
        <p:nvSpPr>
          <p:cNvPr id="2021" name="Google Shape;2021;g2f737a9167d_0_2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2" name="Google Shape;2022;g2f737a9167d_0_2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2" name="Shape 2032"/>
        <p:cNvGrpSpPr/>
        <p:nvPr/>
      </p:nvGrpSpPr>
      <p:grpSpPr>
        <a:xfrm>
          <a:off x="0" y="0"/>
          <a:ext cx="0" cy="0"/>
          <a:chOff x="0" y="0"/>
          <a:chExt cx="0" cy="0"/>
        </a:xfrm>
      </p:grpSpPr>
      <p:sp>
        <p:nvSpPr>
          <p:cNvPr id="2033" name="Google Shape;2033;g2f737a9167d_0_2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4" name="Google Shape;2034;g2f737a9167d_0_29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8" name="Shape 2158"/>
        <p:cNvGrpSpPr/>
        <p:nvPr/>
      </p:nvGrpSpPr>
      <p:grpSpPr>
        <a:xfrm>
          <a:off x="0" y="0"/>
          <a:ext cx="0" cy="0"/>
          <a:chOff x="0" y="0"/>
          <a:chExt cx="0" cy="0"/>
        </a:xfrm>
      </p:grpSpPr>
      <p:sp>
        <p:nvSpPr>
          <p:cNvPr id="2159" name="Google Shape;2159;g2f737a9167d_0_3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0" name="Google Shape;2160;g2f737a9167d_0_3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3" name="Shape 2173"/>
        <p:cNvGrpSpPr/>
        <p:nvPr/>
      </p:nvGrpSpPr>
      <p:grpSpPr>
        <a:xfrm>
          <a:off x="0" y="0"/>
          <a:ext cx="0" cy="0"/>
          <a:chOff x="0" y="0"/>
          <a:chExt cx="0" cy="0"/>
        </a:xfrm>
      </p:grpSpPr>
      <p:sp>
        <p:nvSpPr>
          <p:cNvPr id="2174" name="Google Shape;2174;g2f737a9167d_0_3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5" name="Google Shape;2175;g2f737a9167d_0_3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4" name="Shape 2194"/>
        <p:cNvGrpSpPr/>
        <p:nvPr/>
      </p:nvGrpSpPr>
      <p:grpSpPr>
        <a:xfrm>
          <a:off x="0" y="0"/>
          <a:ext cx="0" cy="0"/>
          <a:chOff x="0" y="0"/>
          <a:chExt cx="0" cy="0"/>
        </a:xfrm>
      </p:grpSpPr>
      <p:sp>
        <p:nvSpPr>
          <p:cNvPr id="2195" name="Google Shape;2195;g2f737a9167d_0_3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6" name="Google Shape;2196;g2f737a9167d_0_3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6" name="Shape 2326"/>
        <p:cNvGrpSpPr/>
        <p:nvPr/>
      </p:nvGrpSpPr>
      <p:grpSpPr>
        <a:xfrm>
          <a:off x="0" y="0"/>
          <a:ext cx="0" cy="0"/>
          <a:chOff x="0" y="0"/>
          <a:chExt cx="0" cy="0"/>
        </a:xfrm>
      </p:grpSpPr>
      <p:sp>
        <p:nvSpPr>
          <p:cNvPr id="2327" name="Google Shape;2327;g2f737a9167d_0_3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8" name="Google Shape;2328;g2f737a9167d_0_3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4" name="Shape 2364"/>
        <p:cNvGrpSpPr/>
        <p:nvPr/>
      </p:nvGrpSpPr>
      <p:grpSpPr>
        <a:xfrm>
          <a:off x="0" y="0"/>
          <a:ext cx="0" cy="0"/>
          <a:chOff x="0" y="0"/>
          <a:chExt cx="0" cy="0"/>
        </a:xfrm>
      </p:grpSpPr>
      <p:sp>
        <p:nvSpPr>
          <p:cNvPr id="2365" name="Google Shape;2365;g2f737a9167d_0_3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6" name="Google Shape;2366;g2f737a9167d_0_3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8" name="Shape 2388"/>
        <p:cNvGrpSpPr/>
        <p:nvPr/>
      </p:nvGrpSpPr>
      <p:grpSpPr>
        <a:xfrm>
          <a:off x="0" y="0"/>
          <a:ext cx="0" cy="0"/>
          <a:chOff x="0" y="0"/>
          <a:chExt cx="0" cy="0"/>
        </a:xfrm>
      </p:grpSpPr>
      <p:sp>
        <p:nvSpPr>
          <p:cNvPr id="2389" name="Google Shape;2389;g2f737a9167d_0_3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0" name="Google Shape;2390;g2f737a9167d_0_3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9" name="Shape 2409"/>
        <p:cNvGrpSpPr/>
        <p:nvPr/>
      </p:nvGrpSpPr>
      <p:grpSpPr>
        <a:xfrm>
          <a:off x="0" y="0"/>
          <a:ext cx="0" cy="0"/>
          <a:chOff x="0" y="0"/>
          <a:chExt cx="0" cy="0"/>
        </a:xfrm>
      </p:grpSpPr>
      <p:sp>
        <p:nvSpPr>
          <p:cNvPr id="2410" name="Google Shape;2410;g2f737a9167d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1" name="Google Shape;2411;g2f737a9167d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7" name="Shape 2417"/>
        <p:cNvGrpSpPr/>
        <p:nvPr/>
      </p:nvGrpSpPr>
      <p:grpSpPr>
        <a:xfrm>
          <a:off x="0" y="0"/>
          <a:ext cx="0" cy="0"/>
          <a:chOff x="0" y="0"/>
          <a:chExt cx="0" cy="0"/>
        </a:xfrm>
      </p:grpSpPr>
      <p:sp>
        <p:nvSpPr>
          <p:cNvPr id="2418" name="Google Shape;2418;g2f737a9167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9" name="Google Shape;2419;g2f737a9167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2" name="Shape 2432"/>
        <p:cNvGrpSpPr/>
        <p:nvPr/>
      </p:nvGrpSpPr>
      <p:grpSpPr>
        <a:xfrm>
          <a:off x="0" y="0"/>
          <a:ext cx="0" cy="0"/>
          <a:chOff x="0" y="0"/>
          <a:chExt cx="0" cy="0"/>
        </a:xfrm>
      </p:grpSpPr>
      <p:sp>
        <p:nvSpPr>
          <p:cNvPr id="2433" name="Google Shape;2433;g2f737a9167d_0_4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4" name="Google Shape;2434;g2f737a9167d_0_4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4" name="Shape 2464"/>
        <p:cNvGrpSpPr/>
        <p:nvPr/>
      </p:nvGrpSpPr>
      <p:grpSpPr>
        <a:xfrm>
          <a:off x="0" y="0"/>
          <a:ext cx="0" cy="0"/>
          <a:chOff x="0" y="0"/>
          <a:chExt cx="0" cy="0"/>
        </a:xfrm>
      </p:grpSpPr>
      <p:sp>
        <p:nvSpPr>
          <p:cNvPr id="2465" name="Google Shape;2465;g2f737a9167d_0_4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6" name="Google Shape;2466;g2f737a9167d_0_4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8" name="Shape 2498"/>
        <p:cNvGrpSpPr/>
        <p:nvPr/>
      </p:nvGrpSpPr>
      <p:grpSpPr>
        <a:xfrm>
          <a:off x="0" y="0"/>
          <a:ext cx="0" cy="0"/>
          <a:chOff x="0" y="0"/>
          <a:chExt cx="0" cy="0"/>
        </a:xfrm>
      </p:grpSpPr>
      <p:sp>
        <p:nvSpPr>
          <p:cNvPr id="2499" name="Google Shape;2499;g2f737a9167d_0_4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0" name="Google Shape;2500;g2f737a9167d_0_4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2" name="Shape 2532"/>
        <p:cNvGrpSpPr/>
        <p:nvPr/>
      </p:nvGrpSpPr>
      <p:grpSpPr>
        <a:xfrm>
          <a:off x="0" y="0"/>
          <a:ext cx="0" cy="0"/>
          <a:chOff x="0" y="0"/>
          <a:chExt cx="0" cy="0"/>
        </a:xfrm>
      </p:grpSpPr>
      <p:sp>
        <p:nvSpPr>
          <p:cNvPr id="2533" name="Google Shape;2533;g2f737a9167d_0_47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4" name="Google Shape;2534;g2f737a9167d_0_47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7" name="Shape 2567"/>
        <p:cNvGrpSpPr/>
        <p:nvPr/>
      </p:nvGrpSpPr>
      <p:grpSpPr>
        <a:xfrm>
          <a:off x="0" y="0"/>
          <a:ext cx="0" cy="0"/>
          <a:chOff x="0" y="0"/>
          <a:chExt cx="0" cy="0"/>
        </a:xfrm>
      </p:grpSpPr>
      <p:sp>
        <p:nvSpPr>
          <p:cNvPr id="2568" name="Google Shape;2568;g2f737a9167d_0_49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9" name="Google Shape;2569;g2f737a9167d_0_49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8" name="Shape 2598"/>
        <p:cNvGrpSpPr/>
        <p:nvPr/>
      </p:nvGrpSpPr>
      <p:grpSpPr>
        <a:xfrm>
          <a:off x="0" y="0"/>
          <a:ext cx="0" cy="0"/>
          <a:chOff x="0" y="0"/>
          <a:chExt cx="0" cy="0"/>
        </a:xfrm>
      </p:grpSpPr>
      <p:sp>
        <p:nvSpPr>
          <p:cNvPr id="2599" name="Google Shape;2599;g2f737a9167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0" name="Google Shape;2600;g2f737a9167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7" name="Shape 2607"/>
        <p:cNvGrpSpPr/>
        <p:nvPr/>
      </p:nvGrpSpPr>
      <p:grpSpPr>
        <a:xfrm>
          <a:off x="0" y="0"/>
          <a:ext cx="0" cy="0"/>
          <a:chOff x="0" y="0"/>
          <a:chExt cx="0" cy="0"/>
        </a:xfrm>
      </p:grpSpPr>
      <p:sp>
        <p:nvSpPr>
          <p:cNvPr id="2608" name="Google Shape;2608;g2f737a9167d_0_5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9" name="Google Shape;2609;g2f737a9167d_0_5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2" name="Shape 2702"/>
        <p:cNvGrpSpPr/>
        <p:nvPr/>
      </p:nvGrpSpPr>
      <p:grpSpPr>
        <a:xfrm>
          <a:off x="0" y="0"/>
          <a:ext cx="0" cy="0"/>
          <a:chOff x="0" y="0"/>
          <a:chExt cx="0" cy="0"/>
        </a:xfrm>
      </p:grpSpPr>
      <p:sp>
        <p:nvSpPr>
          <p:cNvPr id="2703" name="Google Shape;2703;g2f737a9167d_0_5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4" name="Google Shape;2704;g2f737a9167d_0_5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2" name="Shape 2732"/>
        <p:cNvGrpSpPr/>
        <p:nvPr/>
      </p:nvGrpSpPr>
      <p:grpSpPr>
        <a:xfrm>
          <a:off x="0" y="0"/>
          <a:ext cx="0" cy="0"/>
          <a:chOff x="0" y="0"/>
          <a:chExt cx="0" cy="0"/>
        </a:xfrm>
      </p:grpSpPr>
      <p:sp>
        <p:nvSpPr>
          <p:cNvPr id="2733" name="Google Shape;2733;g2f737a9167d_0_5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4" name="Google Shape;2734;g2f737a9167d_0_5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4" name="Shape 2824"/>
        <p:cNvGrpSpPr/>
        <p:nvPr/>
      </p:nvGrpSpPr>
      <p:grpSpPr>
        <a:xfrm>
          <a:off x="0" y="0"/>
          <a:ext cx="0" cy="0"/>
          <a:chOff x="0" y="0"/>
          <a:chExt cx="0" cy="0"/>
        </a:xfrm>
      </p:grpSpPr>
      <p:sp>
        <p:nvSpPr>
          <p:cNvPr id="2825" name="Google Shape;2825;g2f737a9167d_0_5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6" name="Google Shape;2826;g2f737a9167d_0_5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8" name="Shape 2858"/>
        <p:cNvGrpSpPr/>
        <p:nvPr/>
      </p:nvGrpSpPr>
      <p:grpSpPr>
        <a:xfrm>
          <a:off x="0" y="0"/>
          <a:ext cx="0" cy="0"/>
          <a:chOff x="0" y="0"/>
          <a:chExt cx="0" cy="0"/>
        </a:xfrm>
      </p:grpSpPr>
      <p:sp>
        <p:nvSpPr>
          <p:cNvPr id="2859" name="Google Shape;2859;g2f737a9167d_0_5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0" name="Google Shape;2860;g2f737a9167d_0_5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7" name="Shape 2887"/>
        <p:cNvGrpSpPr/>
        <p:nvPr/>
      </p:nvGrpSpPr>
      <p:grpSpPr>
        <a:xfrm>
          <a:off x="0" y="0"/>
          <a:ext cx="0" cy="0"/>
          <a:chOff x="0" y="0"/>
          <a:chExt cx="0" cy="0"/>
        </a:xfrm>
      </p:grpSpPr>
      <p:sp>
        <p:nvSpPr>
          <p:cNvPr id="2888" name="Google Shape;2888;g2f737a9167d_0_59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9" name="Google Shape;2889;g2f737a9167d_0_59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8" name="Shape 2988"/>
        <p:cNvGrpSpPr/>
        <p:nvPr/>
      </p:nvGrpSpPr>
      <p:grpSpPr>
        <a:xfrm>
          <a:off x="0" y="0"/>
          <a:ext cx="0" cy="0"/>
          <a:chOff x="0" y="0"/>
          <a:chExt cx="0" cy="0"/>
        </a:xfrm>
      </p:grpSpPr>
      <p:sp>
        <p:nvSpPr>
          <p:cNvPr id="2989" name="Google Shape;2989;g2f737a9167d_0_60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0" name="Google Shape;2990;g2f737a9167d_0_60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7" name="Shape 3027"/>
        <p:cNvGrpSpPr/>
        <p:nvPr/>
      </p:nvGrpSpPr>
      <p:grpSpPr>
        <a:xfrm>
          <a:off x="0" y="0"/>
          <a:ext cx="0" cy="0"/>
          <a:chOff x="0" y="0"/>
          <a:chExt cx="0" cy="0"/>
        </a:xfrm>
      </p:grpSpPr>
      <p:sp>
        <p:nvSpPr>
          <p:cNvPr id="3028" name="Google Shape;3028;g2f737a9167d_0_58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9" name="Google Shape;3029;g2f737a9167d_0_58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3" name="Shape 3073"/>
        <p:cNvGrpSpPr/>
        <p:nvPr/>
      </p:nvGrpSpPr>
      <p:grpSpPr>
        <a:xfrm>
          <a:off x="0" y="0"/>
          <a:ext cx="0" cy="0"/>
          <a:chOff x="0" y="0"/>
          <a:chExt cx="0" cy="0"/>
        </a:xfrm>
      </p:grpSpPr>
      <p:sp>
        <p:nvSpPr>
          <p:cNvPr id="3074" name="Google Shape;3074;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5" name="Google Shape;3075;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9" name="Shape 3079"/>
        <p:cNvGrpSpPr/>
        <p:nvPr/>
      </p:nvGrpSpPr>
      <p:grpSpPr>
        <a:xfrm>
          <a:off x="0" y="0"/>
          <a:ext cx="0" cy="0"/>
          <a:chOff x="0" y="0"/>
          <a:chExt cx="0" cy="0"/>
        </a:xfrm>
      </p:grpSpPr>
      <p:sp>
        <p:nvSpPr>
          <p:cNvPr id="3080" name="Google Shape;3080;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1" name="Google Shape;3081;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image" Target="../media/image1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22.png"/><Relationship Id="rId5"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22.png"/><Relationship Id="rId5"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2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29.png"/><Relationship Id="rId5" Type="http://schemas.openxmlformats.org/officeDocument/2006/relationships/image" Target="../media/image2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2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4.png"/><Relationship Id="rId4" Type="http://schemas.openxmlformats.org/officeDocument/2006/relationships/image" Target="../media/image38.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108.png"/><Relationship Id="rId5" Type="http://schemas.openxmlformats.org/officeDocument/2006/relationships/image" Target="../media/image37.png"/><Relationship Id="rId6" Type="http://schemas.openxmlformats.org/officeDocument/2006/relationships/image" Target="../media/image39.png"/><Relationship Id="rId7" Type="http://schemas.openxmlformats.org/officeDocument/2006/relationships/image" Target="../media/image3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108.png"/><Relationship Id="rId4" Type="http://schemas.openxmlformats.org/officeDocument/2006/relationships/image" Target="../media/image35.png"/><Relationship Id="rId9" Type="http://schemas.openxmlformats.org/officeDocument/2006/relationships/image" Target="../media/image36.png"/><Relationship Id="rId5" Type="http://schemas.openxmlformats.org/officeDocument/2006/relationships/image" Target="../media/image42.png"/><Relationship Id="rId6" Type="http://schemas.openxmlformats.org/officeDocument/2006/relationships/image" Target="../media/image47.png"/><Relationship Id="rId7" Type="http://schemas.openxmlformats.org/officeDocument/2006/relationships/image" Target="../media/image37.png"/><Relationship Id="rId8" Type="http://schemas.openxmlformats.org/officeDocument/2006/relationships/image" Target="../media/image3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108.png"/><Relationship Id="rId4" Type="http://schemas.openxmlformats.org/officeDocument/2006/relationships/image" Target="../media/image45.png"/><Relationship Id="rId11" Type="http://schemas.openxmlformats.org/officeDocument/2006/relationships/image" Target="../media/image36.png"/><Relationship Id="rId10" Type="http://schemas.openxmlformats.org/officeDocument/2006/relationships/image" Target="../media/image51.png"/><Relationship Id="rId9" Type="http://schemas.openxmlformats.org/officeDocument/2006/relationships/image" Target="../media/image39.png"/><Relationship Id="rId5" Type="http://schemas.openxmlformats.org/officeDocument/2006/relationships/image" Target="../media/image35.png"/><Relationship Id="rId6" Type="http://schemas.openxmlformats.org/officeDocument/2006/relationships/image" Target="../media/image42.png"/><Relationship Id="rId7" Type="http://schemas.openxmlformats.org/officeDocument/2006/relationships/image" Target="../media/image47.png"/><Relationship Id="rId8" Type="http://schemas.openxmlformats.org/officeDocument/2006/relationships/image" Target="../media/image3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50.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0.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0.png"/><Relationship Id="rId4" Type="http://schemas.openxmlformats.org/officeDocument/2006/relationships/image" Target="../media/image5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50.png"/><Relationship Id="rId4" Type="http://schemas.openxmlformats.org/officeDocument/2006/relationships/image" Target="../media/image5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0.png"/><Relationship Id="rId4" Type="http://schemas.openxmlformats.org/officeDocument/2006/relationships/image" Target="../media/image56.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0.png"/><Relationship Id="rId4" Type="http://schemas.openxmlformats.org/officeDocument/2006/relationships/image" Target="../media/image56.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 Id="rId3" Type="http://schemas.openxmlformats.org/officeDocument/2006/relationships/image" Target="../media/image52.png"/><Relationship Id="rId4" Type="http://schemas.openxmlformats.org/officeDocument/2006/relationships/image" Target="../media/image5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56.png"/><Relationship Id="rId4" Type="http://schemas.openxmlformats.org/officeDocument/2006/relationships/image" Target="../media/image57.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57.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5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56.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67.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67.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67.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67.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69.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69.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69.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69.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Art and design" showMasterSp="0">
  <p:cSld name="Title Slide 2_1">
    <p:bg>
      <p:bgPr>
        <a:solidFill>
          <a:srgbClr val="BEF2BD"/>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 name="Google Shape;11;p2"/>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2" name="Google Shape;12;p2"/>
          <p:cNvGrpSpPr/>
          <p:nvPr/>
        </p:nvGrpSpPr>
        <p:grpSpPr>
          <a:xfrm>
            <a:off x="6156975" y="0"/>
            <a:ext cx="2987025" cy="3854074"/>
            <a:chOff x="6156975" y="0"/>
            <a:chExt cx="2987025" cy="3854074"/>
          </a:xfrm>
        </p:grpSpPr>
        <p:pic>
          <p:nvPicPr>
            <p:cNvPr id="13" name="Google Shape;13;p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4" name="Google Shape;14;p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5" name="Google Shape;15;p2"/>
          <p:cNvPicPr preferRelativeResize="0"/>
          <p:nvPr/>
        </p:nvPicPr>
        <p:blipFill>
          <a:blip r:embed="rId4">
            <a:alphaModFix/>
          </a:blip>
          <a:stretch>
            <a:fillRect/>
          </a:stretch>
        </p:blipFill>
        <p:spPr>
          <a:xfrm rot="-360030">
            <a:off x="6753315" y="1132068"/>
            <a:ext cx="2063340" cy="1643031"/>
          </a:xfrm>
          <a:prstGeom prst="rect">
            <a:avLst/>
          </a:prstGeom>
          <a:noFill/>
          <a:ln>
            <a:noFill/>
          </a:ln>
        </p:spPr>
      </p:pic>
      <p:pic>
        <p:nvPicPr>
          <p:cNvPr id="16" name="Google Shape;16;p2"/>
          <p:cNvPicPr preferRelativeResize="0"/>
          <p:nvPr/>
        </p:nvPicPr>
        <p:blipFill rotWithShape="1">
          <a:blip r:embed="rId5">
            <a:alphaModFix/>
          </a:blip>
          <a:srcRect b="0" l="6209" r="6209" t="0"/>
          <a:stretch/>
        </p:blipFill>
        <p:spPr>
          <a:xfrm>
            <a:off x="324000" y="4008600"/>
            <a:ext cx="1705150" cy="128000"/>
          </a:xfrm>
          <a:prstGeom prst="rect">
            <a:avLst/>
          </a:prstGeom>
          <a:noFill/>
          <a:ln>
            <a:noFill/>
          </a:ln>
        </p:spPr>
      </p:pic>
      <p:sp>
        <p:nvSpPr>
          <p:cNvPr id="17" name="Google Shape;17;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Art and design</a:t>
            </a:r>
            <a:endParaRPr b="1" sz="1700">
              <a:latin typeface="Lexend"/>
              <a:ea typeface="Lexend"/>
              <a:cs typeface="Lexend"/>
              <a:sym typeface="Lexend"/>
            </a:endParaRPr>
          </a:p>
        </p:txBody>
      </p:sp>
      <p:sp>
        <p:nvSpPr>
          <p:cNvPr id="18" name="Google Shape;18;p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 name="Google Shape;19;p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20" name="Shape 20"/>
        <p:cNvGrpSpPr/>
        <p:nvPr/>
      </p:nvGrpSpPr>
      <p:grpSpPr>
        <a:xfrm>
          <a:off x="0" y="0"/>
          <a:ext cx="0" cy="0"/>
          <a:chOff x="0" y="0"/>
          <a:chExt cx="0" cy="0"/>
        </a:xfrm>
      </p:grpSpPr>
      <p:pic>
        <p:nvPicPr>
          <p:cNvPr id="21" name="Google Shape;21;p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22" name="Google Shape;22;p3"/>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3" name="Google Shape;23;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pic>
        <p:nvPicPr>
          <p:cNvPr id="25" name="Google Shape;25;p3"/>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6" name="Google Shape;26;p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7" name="Google Shape;27;p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28"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sp>
        <p:nvSpPr>
          <p:cNvPr id="30" name="Google Shape;30;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 name="Google Shape;31;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pic>
        <p:nvPicPr>
          <p:cNvPr id="32" name="Google Shape;32;p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33" name="Google Shape;33;p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4" name="Google Shape;34;p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35" name="Google Shape;35;p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itizenship" showMasterSp="0">
  <p:cSld name="Title Slide 2_1_1_1_1_1_1_1_1_1_1_5">
    <p:bg>
      <p:bgPr>
        <a:solidFill>
          <a:srgbClr val="BEF2BD"/>
        </a:solidFill>
      </p:bgPr>
    </p:bg>
    <p:spTree>
      <p:nvGrpSpPr>
        <p:cNvPr id="36" name="Shape 36"/>
        <p:cNvGrpSpPr/>
        <p:nvPr/>
      </p:nvGrpSpPr>
      <p:grpSpPr>
        <a:xfrm>
          <a:off x="0" y="0"/>
          <a:ext cx="0" cy="0"/>
          <a:chOff x="0" y="0"/>
          <a:chExt cx="0" cy="0"/>
        </a:xfrm>
      </p:grpSpPr>
      <p:pic>
        <p:nvPicPr>
          <p:cNvPr id="37" name="Google Shape;37;p5"/>
          <p:cNvPicPr preferRelativeResize="0"/>
          <p:nvPr/>
        </p:nvPicPr>
        <p:blipFill rotWithShape="1">
          <a:blip r:embed="rId2">
            <a:alphaModFix/>
          </a:blip>
          <a:srcRect b="0" l="6209" r="6209" t="0"/>
          <a:stretch/>
        </p:blipFill>
        <p:spPr>
          <a:xfrm>
            <a:off x="324000" y="4008600"/>
            <a:ext cx="1245800" cy="128000"/>
          </a:xfrm>
          <a:prstGeom prst="rect">
            <a:avLst/>
          </a:prstGeom>
          <a:noFill/>
          <a:ln>
            <a:noFill/>
          </a:ln>
        </p:spPr>
      </p:pic>
      <p:sp>
        <p:nvSpPr>
          <p:cNvPr id="38" name="Google Shape;38;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Citizenship</a:t>
            </a:r>
            <a:endParaRPr b="1" sz="1700">
              <a:latin typeface="Lexend"/>
              <a:ea typeface="Lexend"/>
              <a:cs typeface="Lexend"/>
              <a:sym typeface="Lexend"/>
            </a:endParaRPr>
          </a:p>
        </p:txBody>
      </p:sp>
      <p:pic>
        <p:nvPicPr>
          <p:cNvPr id="40" name="Google Shape;40;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41" name="Google Shape;41;p5"/>
          <p:cNvGrpSpPr/>
          <p:nvPr/>
        </p:nvGrpSpPr>
        <p:grpSpPr>
          <a:xfrm>
            <a:off x="6156975" y="0"/>
            <a:ext cx="2987025" cy="3854074"/>
            <a:chOff x="6156975" y="0"/>
            <a:chExt cx="2987025" cy="3854074"/>
          </a:xfrm>
        </p:grpSpPr>
        <p:pic>
          <p:nvPicPr>
            <p:cNvPr id="42" name="Google Shape;42;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3" name="Google Shape;43;p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44" name="Google Shape;44;p5"/>
          <p:cNvPicPr preferRelativeResize="0"/>
          <p:nvPr/>
        </p:nvPicPr>
        <p:blipFill>
          <a:blip r:embed="rId5">
            <a:alphaModFix/>
          </a:blip>
          <a:stretch>
            <a:fillRect/>
          </a:stretch>
        </p:blipFill>
        <p:spPr>
          <a:xfrm rot="-360025">
            <a:off x="6945328" y="787504"/>
            <a:ext cx="1710318" cy="2052380"/>
          </a:xfrm>
          <a:prstGeom prst="rect">
            <a:avLst/>
          </a:prstGeom>
          <a:noFill/>
          <a:ln>
            <a:noFill/>
          </a:ln>
        </p:spPr>
      </p:pic>
      <p:sp>
        <p:nvSpPr>
          <p:cNvPr id="45" name="Google Shape;45;p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46" name="Google Shape;46;p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mputing" showMasterSp="0">
  <p:cSld name="Title Slide 2_1_1_1_1_1_1_1_1_1_1_3">
    <p:bg>
      <p:bgPr>
        <a:solidFill>
          <a:srgbClr val="BEF2BD"/>
        </a:solidFill>
      </p:bgPr>
    </p:bg>
    <p:spTree>
      <p:nvGrpSpPr>
        <p:cNvPr id="47"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b="0" l="6209" r="6209" t="0"/>
          <a:stretch/>
        </p:blipFill>
        <p:spPr>
          <a:xfrm>
            <a:off x="324000" y="4008600"/>
            <a:ext cx="1258950" cy="128000"/>
          </a:xfrm>
          <a:prstGeom prst="rect">
            <a:avLst/>
          </a:prstGeom>
          <a:noFill/>
          <a:ln>
            <a:noFill/>
          </a:ln>
        </p:spPr>
      </p:pic>
      <p:sp>
        <p:nvSpPr>
          <p:cNvPr id="49" name="Google Shape;49;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 name="Google Shape;50;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Computing</a:t>
            </a:r>
            <a:endParaRPr b="1" sz="1700">
              <a:latin typeface="Lexend"/>
              <a:ea typeface="Lexend"/>
              <a:cs typeface="Lexend"/>
              <a:sym typeface="Lexend"/>
            </a:endParaRPr>
          </a:p>
        </p:txBody>
      </p:sp>
      <p:pic>
        <p:nvPicPr>
          <p:cNvPr id="51" name="Google Shape;51;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52" name="Google Shape;52;p6"/>
          <p:cNvGrpSpPr/>
          <p:nvPr/>
        </p:nvGrpSpPr>
        <p:grpSpPr>
          <a:xfrm>
            <a:off x="6156975" y="0"/>
            <a:ext cx="2987025" cy="3854074"/>
            <a:chOff x="6156975" y="0"/>
            <a:chExt cx="2987025" cy="3854074"/>
          </a:xfrm>
        </p:grpSpPr>
        <p:pic>
          <p:nvPicPr>
            <p:cNvPr id="53" name="Google Shape;53;p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54" name="Google Shape;54;p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55" name="Google Shape;55;p6"/>
          <p:cNvPicPr preferRelativeResize="0"/>
          <p:nvPr/>
        </p:nvPicPr>
        <p:blipFill>
          <a:blip r:embed="rId5">
            <a:alphaModFix/>
          </a:blip>
          <a:stretch>
            <a:fillRect/>
          </a:stretch>
        </p:blipFill>
        <p:spPr>
          <a:xfrm rot="-359982">
            <a:off x="6923956" y="1273792"/>
            <a:ext cx="1784155" cy="1404547"/>
          </a:xfrm>
          <a:prstGeom prst="rect">
            <a:avLst/>
          </a:prstGeom>
          <a:noFill/>
          <a:ln>
            <a:noFill/>
          </a:ln>
        </p:spPr>
      </p:pic>
      <p:sp>
        <p:nvSpPr>
          <p:cNvPr id="56" name="Google Shape;56;p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57" name="Google Shape;57;p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Design and technology" showMasterSp="0">
  <p:cSld name="Title Slide 2_1_1_1_1_1_1_1_1_1_1_2">
    <p:bg>
      <p:bgPr>
        <a:solidFill>
          <a:srgbClr val="BEF2BD"/>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rotWithShape="1">
          <a:blip r:embed="rId2">
            <a:alphaModFix/>
          </a:blip>
          <a:srcRect b="0" l="6209" r="6209" t="0"/>
          <a:stretch/>
        </p:blipFill>
        <p:spPr>
          <a:xfrm>
            <a:off x="324000" y="4008600"/>
            <a:ext cx="2705850" cy="128000"/>
          </a:xfrm>
          <a:prstGeom prst="rect">
            <a:avLst/>
          </a:prstGeom>
          <a:noFill/>
          <a:ln>
            <a:noFill/>
          </a:ln>
        </p:spPr>
      </p:pic>
      <p:sp>
        <p:nvSpPr>
          <p:cNvPr id="60" name="Google Shape;60;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 name="Google Shape;61;p7"/>
          <p:cNvSpPr txBox="1"/>
          <p:nvPr/>
        </p:nvSpPr>
        <p:spPr>
          <a:xfrm>
            <a:off x="323850" y="3781525"/>
            <a:ext cx="270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Design and technology</a:t>
            </a:r>
            <a:endParaRPr b="1" sz="1700">
              <a:latin typeface="Lexend"/>
              <a:ea typeface="Lexend"/>
              <a:cs typeface="Lexend"/>
              <a:sym typeface="Lexend"/>
            </a:endParaRPr>
          </a:p>
        </p:txBody>
      </p:sp>
      <p:pic>
        <p:nvPicPr>
          <p:cNvPr id="62" name="Google Shape;62;p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63" name="Google Shape;63;p7"/>
          <p:cNvGrpSpPr/>
          <p:nvPr/>
        </p:nvGrpSpPr>
        <p:grpSpPr>
          <a:xfrm>
            <a:off x="6156975" y="0"/>
            <a:ext cx="2987025" cy="3854074"/>
            <a:chOff x="6156975" y="0"/>
            <a:chExt cx="2987025" cy="3854074"/>
          </a:xfrm>
        </p:grpSpPr>
        <p:pic>
          <p:nvPicPr>
            <p:cNvPr id="64" name="Google Shape;64;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5" name="Google Shape;65;p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66" name="Google Shape;66;p7"/>
          <p:cNvPicPr preferRelativeResize="0"/>
          <p:nvPr/>
        </p:nvPicPr>
        <p:blipFill>
          <a:blip r:embed="rId5">
            <a:alphaModFix/>
          </a:blip>
          <a:stretch>
            <a:fillRect/>
          </a:stretch>
        </p:blipFill>
        <p:spPr>
          <a:xfrm rot="-362791">
            <a:off x="6884379" y="985388"/>
            <a:ext cx="1846116" cy="1852594"/>
          </a:xfrm>
          <a:prstGeom prst="rect">
            <a:avLst/>
          </a:prstGeom>
          <a:noFill/>
          <a:ln>
            <a:noFill/>
          </a:ln>
        </p:spPr>
      </p:pic>
      <p:sp>
        <p:nvSpPr>
          <p:cNvPr id="67" name="Google Shape;67;p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68" name="Google Shape;68;p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_2">
    <p:bg>
      <p:bgPr>
        <a:solidFill>
          <a:srgbClr val="BEF2BD"/>
        </a:solidFill>
      </p:bgPr>
    </p:bg>
    <p:spTree>
      <p:nvGrpSpPr>
        <p:cNvPr id="69" name="Shape 69"/>
        <p:cNvGrpSpPr/>
        <p:nvPr/>
      </p:nvGrpSpPr>
      <p:grpSpPr>
        <a:xfrm>
          <a:off x="0" y="0"/>
          <a:ext cx="0" cy="0"/>
          <a:chOff x="0" y="0"/>
          <a:chExt cx="0" cy="0"/>
        </a:xfrm>
      </p:grpSpPr>
      <p:pic>
        <p:nvPicPr>
          <p:cNvPr id="70" name="Google Shape;70;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1" name="Google Shape;71;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72" name="Google Shape;72;p8"/>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3" name="Google Shape;73;p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74" name="Google Shape;74;p8"/>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75" name="Google Shape;75;p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76" name="Google Shape;76;p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rench" showMasterSp="0">
  <p:cSld name="Title Slide 2_1_1_1_1_1_1_1_1_1_1_1">
    <p:bg>
      <p:bgPr>
        <a:solidFill>
          <a:srgbClr val="BEF2BD"/>
        </a:solidFill>
      </p:bgPr>
    </p:bg>
    <p:spTree>
      <p:nvGrpSpPr>
        <p:cNvPr id="77" name="Shape 77"/>
        <p:cNvGrpSpPr/>
        <p:nvPr/>
      </p:nvGrpSpPr>
      <p:grpSpPr>
        <a:xfrm>
          <a:off x="0" y="0"/>
          <a:ext cx="0" cy="0"/>
          <a:chOff x="0" y="0"/>
          <a:chExt cx="0" cy="0"/>
        </a:xfrm>
      </p:grpSpPr>
      <p:pic>
        <p:nvPicPr>
          <p:cNvPr id="78" name="Google Shape;78;p9"/>
          <p:cNvPicPr preferRelativeResize="0"/>
          <p:nvPr/>
        </p:nvPicPr>
        <p:blipFill rotWithShape="1">
          <a:blip r:embed="rId2">
            <a:alphaModFix/>
          </a:blip>
          <a:srcRect b="0" l="6209" r="6209" t="0"/>
          <a:stretch/>
        </p:blipFill>
        <p:spPr>
          <a:xfrm>
            <a:off x="324000" y="4008600"/>
            <a:ext cx="772225" cy="128000"/>
          </a:xfrm>
          <a:prstGeom prst="rect">
            <a:avLst/>
          </a:prstGeom>
          <a:noFill/>
          <a:ln>
            <a:noFill/>
          </a:ln>
        </p:spPr>
      </p:pic>
      <p:sp>
        <p:nvSpPr>
          <p:cNvPr id="79" name="Google Shape;79;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 name="Google Shape;80;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French</a:t>
            </a:r>
            <a:endParaRPr b="1" sz="1700">
              <a:latin typeface="Lexend"/>
              <a:ea typeface="Lexend"/>
              <a:cs typeface="Lexend"/>
              <a:sym typeface="Lexend"/>
            </a:endParaRPr>
          </a:p>
        </p:txBody>
      </p:sp>
      <p:pic>
        <p:nvPicPr>
          <p:cNvPr id="81" name="Google Shape;81;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82" name="Google Shape;82;p9"/>
          <p:cNvGrpSpPr/>
          <p:nvPr/>
        </p:nvGrpSpPr>
        <p:grpSpPr>
          <a:xfrm>
            <a:off x="6156975" y="0"/>
            <a:ext cx="2987025" cy="3854074"/>
            <a:chOff x="6156975" y="0"/>
            <a:chExt cx="2987025" cy="3854074"/>
          </a:xfrm>
        </p:grpSpPr>
        <p:pic>
          <p:nvPicPr>
            <p:cNvPr id="83" name="Google Shape;83;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4" name="Google Shape;84;p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85" name="Google Shape;85;p9"/>
          <p:cNvPicPr preferRelativeResize="0"/>
          <p:nvPr/>
        </p:nvPicPr>
        <p:blipFill>
          <a:blip r:embed="rId5">
            <a:alphaModFix/>
          </a:blip>
          <a:stretch>
            <a:fillRect/>
          </a:stretch>
        </p:blipFill>
        <p:spPr>
          <a:xfrm rot="-388119">
            <a:off x="6742284" y="969390"/>
            <a:ext cx="2161157" cy="1915295"/>
          </a:xfrm>
          <a:prstGeom prst="rect">
            <a:avLst/>
          </a:prstGeom>
          <a:noFill/>
          <a:ln>
            <a:noFill/>
          </a:ln>
        </p:spPr>
      </p:pic>
      <p:sp>
        <p:nvSpPr>
          <p:cNvPr id="86" name="Google Shape;86;p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87" name="Google Shape;87;p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88" name="Shape 88"/>
        <p:cNvGrpSpPr/>
        <p:nvPr/>
      </p:nvGrpSpPr>
      <p:grpSpPr>
        <a:xfrm>
          <a:off x="0" y="0"/>
          <a:ext cx="0" cy="0"/>
          <a:chOff x="0" y="0"/>
          <a:chExt cx="0" cy="0"/>
        </a:xfrm>
      </p:grpSpPr>
      <p:pic>
        <p:nvPicPr>
          <p:cNvPr id="89" name="Google Shape;89;p10"/>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90" name="Google Shape;90;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91" name="Google Shape;91;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2" name="Google Shape;92;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pic>
        <p:nvPicPr>
          <p:cNvPr id="93" name="Google Shape;93;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94" name="Google Shape;94;p1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95" name="Google Shape;95;p1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rman" showMasterSp="0">
  <p:cSld name="Title Slide 2_1_1_1_1_1_1_1_1_1_1_1_1">
    <p:bg>
      <p:bgPr>
        <a:solidFill>
          <a:srgbClr val="BEF2BD"/>
        </a:solidFill>
      </p:bgPr>
    </p:bg>
    <p:spTree>
      <p:nvGrpSpPr>
        <p:cNvPr id="96" name="Shape 96"/>
        <p:cNvGrpSpPr/>
        <p:nvPr/>
      </p:nvGrpSpPr>
      <p:grpSpPr>
        <a:xfrm>
          <a:off x="0" y="0"/>
          <a:ext cx="0" cy="0"/>
          <a:chOff x="0" y="0"/>
          <a:chExt cx="0" cy="0"/>
        </a:xfrm>
      </p:grpSpPr>
      <p:pic>
        <p:nvPicPr>
          <p:cNvPr id="97" name="Google Shape;97;p11"/>
          <p:cNvPicPr preferRelativeResize="0"/>
          <p:nvPr/>
        </p:nvPicPr>
        <p:blipFill rotWithShape="1">
          <a:blip r:embed="rId2">
            <a:alphaModFix/>
          </a:blip>
          <a:srcRect b="0" l="6209" r="6209" t="0"/>
          <a:stretch/>
        </p:blipFill>
        <p:spPr>
          <a:xfrm>
            <a:off x="324000" y="4008600"/>
            <a:ext cx="916925" cy="128000"/>
          </a:xfrm>
          <a:prstGeom prst="rect">
            <a:avLst/>
          </a:prstGeom>
          <a:noFill/>
          <a:ln>
            <a:noFill/>
          </a:ln>
        </p:spPr>
      </p:pic>
      <p:sp>
        <p:nvSpPr>
          <p:cNvPr id="98" name="Google Shape;98;p1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9" name="Google Shape;99;p1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German</a:t>
            </a:r>
            <a:endParaRPr b="1" sz="1700">
              <a:latin typeface="Lexend"/>
              <a:ea typeface="Lexend"/>
              <a:cs typeface="Lexend"/>
              <a:sym typeface="Lexend"/>
            </a:endParaRPr>
          </a:p>
        </p:txBody>
      </p:sp>
      <p:pic>
        <p:nvPicPr>
          <p:cNvPr id="100" name="Google Shape;100;p1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01" name="Google Shape;101;p11"/>
          <p:cNvGrpSpPr/>
          <p:nvPr/>
        </p:nvGrpSpPr>
        <p:grpSpPr>
          <a:xfrm>
            <a:off x="6156975" y="0"/>
            <a:ext cx="2987025" cy="3854074"/>
            <a:chOff x="6156975" y="0"/>
            <a:chExt cx="2987025" cy="3854074"/>
          </a:xfrm>
        </p:grpSpPr>
        <p:pic>
          <p:nvPicPr>
            <p:cNvPr id="102" name="Google Shape;102;p1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03" name="Google Shape;103;p1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04" name="Google Shape;104;p11"/>
          <p:cNvPicPr preferRelativeResize="0"/>
          <p:nvPr/>
        </p:nvPicPr>
        <p:blipFill>
          <a:blip r:embed="rId5">
            <a:alphaModFix/>
          </a:blip>
          <a:stretch>
            <a:fillRect/>
          </a:stretch>
        </p:blipFill>
        <p:spPr>
          <a:xfrm rot="-366027">
            <a:off x="6626180" y="831797"/>
            <a:ext cx="2331091" cy="2089577"/>
          </a:xfrm>
          <a:prstGeom prst="rect">
            <a:avLst/>
          </a:prstGeom>
          <a:noFill/>
          <a:ln>
            <a:noFill/>
          </a:ln>
        </p:spPr>
      </p:pic>
      <p:sp>
        <p:nvSpPr>
          <p:cNvPr id="105" name="Google Shape;105;p1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06" name="Google Shape;106;p1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_2">
    <p:bg>
      <p:bgPr>
        <a:solidFill>
          <a:srgbClr val="BEF2BD"/>
        </a:solidFill>
      </p:bgPr>
    </p:bg>
    <p:spTree>
      <p:nvGrpSpPr>
        <p:cNvPr id="107" name="Shape 107"/>
        <p:cNvGrpSpPr/>
        <p:nvPr/>
      </p:nvGrpSpPr>
      <p:grpSpPr>
        <a:xfrm>
          <a:off x="0" y="0"/>
          <a:ext cx="0" cy="0"/>
          <a:chOff x="0" y="0"/>
          <a:chExt cx="0" cy="0"/>
        </a:xfrm>
      </p:grpSpPr>
      <p:pic>
        <p:nvPicPr>
          <p:cNvPr id="108" name="Google Shape;108;p1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09" name="Google Shape;109;p1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0" name="Google Shape;110;p1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pic>
        <p:nvPicPr>
          <p:cNvPr id="111" name="Google Shape;111;p1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12" name="Google Shape;112;p12"/>
          <p:cNvGrpSpPr/>
          <p:nvPr/>
        </p:nvGrpSpPr>
        <p:grpSpPr>
          <a:xfrm>
            <a:off x="6156975" y="0"/>
            <a:ext cx="2987025" cy="3854074"/>
            <a:chOff x="6156975" y="0"/>
            <a:chExt cx="2987025" cy="3854074"/>
          </a:xfrm>
        </p:grpSpPr>
        <p:pic>
          <p:nvPicPr>
            <p:cNvPr id="113" name="Google Shape;113;p1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14" name="Google Shape;114;p12"/>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 name="Google Shape;115;p12"/>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
        <p:nvSpPr>
          <p:cNvPr id="116" name="Google Shape;116;p1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17" name="Google Shape;117;p1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_2">
    <p:bg>
      <p:bgPr>
        <a:solidFill>
          <a:srgbClr val="BEF2BD"/>
        </a:solidFill>
      </p:bgPr>
    </p:bg>
    <p:spTree>
      <p:nvGrpSpPr>
        <p:cNvPr id="118" name="Shape 118"/>
        <p:cNvGrpSpPr/>
        <p:nvPr/>
      </p:nvGrpSpPr>
      <p:grpSpPr>
        <a:xfrm>
          <a:off x="0" y="0"/>
          <a:ext cx="0" cy="0"/>
          <a:chOff x="0" y="0"/>
          <a:chExt cx="0" cy="0"/>
        </a:xfrm>
      </p:grpSpPr>
      <p:pic>
        <p:nvPicPr>
          <p:cNvPr id="119" name="Google Shape;119;p1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0" name="Google Shape;120;p1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1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pic>
        <p:nvPicPr>
          <p:cNvPr id="122" name="Google Shape;122;p1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23" name="Google Shape;123;p1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
        <p:nvSpPr>
          <p:cNvPr id="124" name="Google Shape;124;p1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25" name="Google Shape;125;p1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126" name="Shape 126"/>
        <p:cNvGrpSpPr/>
        <p:nvPr/>
      </p:nvGrpSpPr>
      <p:grpSpPr>
        <a:xfrm>
          <a:off x="0" y="0"/>
          <a:ext cx="0" cy="0"/>
          <a:chOff x="0" y="0"/>
          <a:chExt cx="0" cy="0"/>
        </a:xfrm>
      </p:grpSpPr>
      <p:pic>
        <p:nvPicPr>
          <p:cNvPr id="127" name="Google Shape;127;p14"/>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8" name="Google Shape;128;p1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9" name="Google Shape;129;p1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pic>
        <p:nvPicPr>
          <p:cNvPr id="130" name="Google Shape;130;p1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31" name="Google Shape;131;p14"/>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
        <p:nvSpPr>
          <p:cNvPr id="132" name="Google Shape;132;p1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33" name="Google Shape;133;p1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al education" showMasterSp="0">
  <p:cSld name="Title Slide 2_1_1_1_1_1_1_1_1_1_1_1_1_2">
    <p:bg>
      <p:bgPr>
        <a:solidFill>
          <a:srgbClr val="BEF2BD"/>
        </a:solidFill>
      </p:bgPr>
    </p:bg>
    <p:spTree>
      <p:nvGrpSpPr>
        <p:cNvPr id="134" name="Shape 134"/>
        <p:cNvGrpSpPr/>
        <p:nvPr/>
      </p:nvGrpSpPr>
      <p:grpSpPr>
        <a:xfrm>
          <a:off x="0" y="0"/>
          <a:ext cx="0" cy="0"/>
          <a:chOff x="0" y="0"/>
          <a:chExt cx="0" cy="0"/>
        </a:xfrm>
      </p:grpSpPr>
      <p:pic>
        <p:nvPicPr>
          <p:cNvPr id="135" name="Google Shape;135;p15"/>
          <p:cNvPicPr preferRelativeResize="0"/>
          <p:nvPr/>
        </p:nvPicPr>
        <p:blipFill rotWithShape="1">
          <a:blip r:embed="rId2">
            <a:alphaModFix/>
          </a:blip>
          <a:srcRect b="0" l="6209" r="6209" t="0"/>
          <a:stretch/>
        </p:blipFill>
        <p:spPr>
          <a:xfrm>
            <a:off x="324000" y="4008600"/>
            <a:ext cx="2192950" cy="128000"/>
          </a:xfrm>
          <a:prstGeom prst="rect">
            <a:avLst/>
          </a:prstGeom>
          <a:noFill/>
          <a:ln>
            <a:noFill/>
          </a:ln>
        </p:spPr>
      </p:pic>
      <p:sp>
        <p:nvSpPr>
          <p:cNvPr id="136" name="Google Shape;136;p1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7" name="Google Shape;137;p15"/>
          <p:cNvSpPr txBox="1"/>
          <p:nvPr/>
        </p:nvSpPr>
        <p:spPr>
          <a:xfrm>
            <a:off x="323850" y="3781525"/>
            <a:ext cx="2456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Physical education</a:t>
            </a:r>
            <a:endParaRPr b="1" sz="1700">
              <a:latin typeface="Lexend"/>
              <a:ea typeface="Lexend"/>
              <a:cs typeface="Lexend"/>
              <a:sym typeface="Lexend"/>
            </a:endParaRPr>
          </a:p>
        </p:txBody>
      </p:sp>
      <p:pic>
        <p:nvPicPr>
          <p:cNvPr id="138" name="Google Shape;138;p1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39" name="Google Shape;139;p15"/>
          <p:cNvGrpSpPr/>
          <p:nvPr/>
        </p:nvGrpSpPr>
        <p:grpSpPr>
          <a:xfrm>
            <a:off x="6156975" y="0"/>
            <a:ext cx="2987025" cy="3854074"/>
            <a:chOff x="6156975" y="0"/>
            <a:chExt cx="2987025" cy="3854074"/>
          </a:xfrm>
        </p:grpSpPr>
        <p:pic>
          <p:nvPicPr>
            <p:cNvPr id="140" name="Google Shape;140;p1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41" name="Google Shape;141;p1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42" name="Google Shape;142;p1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43" name="Google Shape;143;p1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4" name="Google Shape;144;p15"/>
          <p:cNvPicPr preferRelativeResize="0"/>
          <p:nvPr/>
        </p:nvPicPr>
        <p:blipFill>
          <a:blip r:embed="rId5">
            <a:alphaModFix/>
          </a:blip>
          <a:stretch>
            <a:fillRect/>
          </a:stretch>
        </p:blipFill>
        <p:spPr>
          <a:xfrm rot="-375628">
            <a:off x="6551506" y="729991"/>
            <a:ext cx="2546513" cy="254649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_2">
    <p:bg>
      <p:bgPr>
        <a:solidFill>
          <a:srgbClr val="BEF2BD"/>
        </a:solidFill>
      </p:bgPr>
    </p:bg>
    <p:spTree>
      <p:nvGrpSpPr>
        <p:cNvPr id="145" name="Shape 145"/>
        <p:cNvGrpSpPr/>
        <p:nvPr/>
      </p:nvGrpSpPr>
      <p:grpSpPr>
        <a:xfrm>
          <a:off x="0" y="0"/>
          <a:ext cx="0" cy="0"/>
          <a:chOff x="0" y="0"/>
          <a:chExt cx="0" cy="0"/>
        </a:xfrm>
      </p:grpSpPr>
      <p:pic>
        <p:nvPicPr>
          <p:cNvPr id="146" name="Google Shape;146;p16"/>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47" name="Google Shape;147;p1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8" name="Google Shape;148;p1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pic>
        <p:nvPicPr>
          <p:cNvPr id="149" name="Google Shape;149;p1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50" name="Google Shape;150;p16"/>
          <p:cNvGrpSpPr/>
          <p:nvPr/>
        </p:nvGrpSpPr>
        <p:grpSpPr>
          <a:xfrm>
            <a:off x="6156975" y="0"/>
            <a:ext cx="2987025" cy="3854074"/>
            <a:chOff x="6156975" y="0"/>
            <a:chExt cx="2987025" cy="3854074"/>
          </a:xfrm>
        </p:grpSpPr>
        <p:pic>
          <p:nvPicPr>
            <p:cNvPr id="151" name="Google Shape;151;p1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52" name="Google Shape;152;p16"/>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6"/>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
        <p:nvSpPr>
          <p:cNvPr id="154" name="Google Shape;154;p1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55" name="Google Shape;155;p1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and health education" showMasterSp="0">
  <p:cSld name="Title Slide 2_1_1_1_1_1_1_1_1_1_1_7">
    <p:bg>
      <p:bgPr>
        <a:solidFill>
          <a:srgbClr val="BEF2BD"/>
        </a:solidFill>
      </p:bgPr>
    </p:bg>
    <p:spTree>
      <p:nvGrpSpPr>
        <p:cNvPr id="156" name="Shape 156"/>
        <p:cNvGrpSpPr/>
        <p:nvPr/>
      </p:nvGrpSpPr>
      <p:grpSpPr>
        <a:xfrm>
          <a:off x="0" y="0"/>
          <a:ext cx="0" cy="0"/>
          <a:chOff x="0" y="0"/>
          <a:chExt cx="0" cy="0"/>
        </a:xfrm>
      </p:grpSpPr>
      <p:sp>
        <p:nvSpPr>
          <p:cNvPr id="157" name="Google Shape;157;p1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58" name="Google Shape;158;p1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59" name="Google Shape;159;p17"/>
          <p:cNvGrpSpPr/>
          <p:nvPr/>
        </p:nvGrpSpPr>
        <p:grpSpPr>
          <a:xfrm>
            <a:off x="6156975" y="0"/>
            <a:ext cx="2987025" cy="3854074"/>
            <a:chOff x="6156975" y="0"/>
            <a:chExt cx="2987025" cy="3854074"/>
          </a:xfrm>
        </p:grpSpPr>
        <p:pic>
          <p:nvPicPr>
            <p:cNvPr id="160" name="Google Shape;160;p17"/>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61" name="Google Shape;161;p1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62" name="Google Shape;162;p17"/>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63" name="Google Shape;163;p1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64" name="Google Shape;164;p1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65" name="Google Shape;165;p17"/>
          <p:cNvPicPr preferRelativeResize="0"/>
          <p:nvPr/>
        </p:nvPicPr>
        <p:blipFill rotWithShape="1">
          <a:blip r:embed="rId5">
            <a:alphaModFix/>
          </a:blip>
          <a:srcRect b="0" l="6209" r="6209" t="0"/>
          <a:stretch/>
        </p:blipFill>
        <p:spPr>
          <a:xfrm>
            <a:off x="324000" y="4008600"/>
            <a:ext cx="1360800" cy="128000"/>
          </a:xfrm>
          <a:prstGeom prst="rect">
            <a:avLst/>
          </a:prstGeom>
          <a:noFill/>
          <a:ln>
            <a:noFill/>
          </a:ln>
        </p:spPr>
      </p:pic>
      <p:sp>
        <p:nvSpPr>
          <p:cNvPr id="166" name="Google Shape;166;p17"/>
          <p:cNvSpPr txBox="1"/>
          <p:nvPr/>
        </p:nvSpPr>
        <p:spPr>
          <a:xfrm>
            <a:off x="323850" y="3781525"/>
            <a:ext cx="4623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RHE (PSHE)</a:t>
            </a:r>
            <a:endParaRPr b="1" sz="1700">
              <a:latin typeface="Lexend"/>
              <a:ea typeface="Lexend"/>
              <a:cs typeface="Lexend"/>
              <a:sym typeface="Lexen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sex and health education" showMasterSp="0">
  <p:cSld name="Title Slide 2_1_1_1_1_1_1_1_1_1_1_7_1">
    <p:bg>
      <p:bgPr>
        <a:solidFill>
          <a:srgbClr val="BEF2BD"/>
        </a:solidFill>
      </p:bgPr>
    </p:bg>
    <p:spTree>
      <p:nvGrpSpPr>
        <p:cNvPr id="167" name="Shape 167"/>
        <p:cNvGrpSpPr/>
        <p:nvPr/>
      </p:nvGrpSpPr>
      <p:grpSpPr>
        <a:xfrm>
          <a:off x="0" y="0"/>
          <a:ext cx="0" cy="0"/>
          <a:chOff x="0" y="0"/>
          <a:chExt cx="0" cy="0"/>
        </a:xfrm>
      </p:grpSpPr>
      <p:sp>
        <p:nvSpPr>
          <p:cNvPr id="168" name="Google Shape;168;p1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9" name="Google Shape;169;p18"/>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70" name="Google Shape;170;p18"/>
          <p:cNvGrpSpPr/>
          <p:nvPr/>
        </p:nvGrpSpPr>
        <p:grpSpPr>
          <a:xfrm>
            <a:off x="6156975" y="0"/>
            <a:ext cx="2987025" cy="3854074"/>
            <a:chOff x="6156975" y="0"/>
            <a:chExt cx="2987025" cy="3854074"/>
          </a:xfrm>
        </p:grpSpPr>
        <p:pic>
          <p:nvPicPr>
            <p:cNvPr id="171" name="Google Shape;171;p1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72" name="Google Shape;172;p1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73" name="Google Shape;173;p18"/>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74" name="Google Shape;174;p1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75" name="Google Shape;175;p1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76" name="Google Shape;176;p18"/>
          <p:cNvPicPr preferRelativeResize="0"/>
          <p:nvPr/>
        </p:nvPicPr>
        <p:blipFill rotWithShape="1">
          <a:blip r:embed="rId5">
            <a:alphaModFix/>
          </a:blip>
          <a:srcRect b="0" l="6209" r="6209" t="0"/>
          <a:stretch/>
        </p:blipFill>
        <p:spPr>
          <a:xfrm>
            <a:off x="324000" y="4008600"/>
            <a:ext cx="1511900" cy="128000"/>
          </a:xfrm>
          <a:prstGeom prst="rect">
            <a:avLst/>
          </a:prstGeom>
          <a:noFill/>
          <a:ln>
            <a:noFill/>
          </a:ln>
        </p:spPr>
      </p:pic>
      <p:sp>
        <p:nvSpPr>
          <p:cNvPr id="177" name="Google Shape;177;p18"/>
          <p:cNvSpPr txBox="1"/>
          <p:nvPr/>
        </p:nvSpPr>
        <p:spPr>
          <a:xfrm>
            <a:off x="323850" y="3781525"/>
            <a:ext cx="5087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RSHE (PSHE)</a:t>
            </a:r>
            <a:endParaRPr b="1" sz="1700">
              <a:latin typeface="Lexend"/>
              <a:ea typeface="Lexend"/>
              <a:cs typeface="Lexend"/>
              <a:sym typeface="Lexen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igious education" showMasterSp="0">
  <p:cSld name="Title Slide 2_1_1_1_1_1_1_1_1_1_1_1_1_1">
    <p:bg>
      <p:bgPr>
        <a:solidFill>
          <a:srgbClr val="BEF2BD"/>
        </a:solidFill>
      </p:bgPr>
    </p:bg>
    <p:spTree>
      <p:nvGrpSpPr>
        <p:cNvPr id="178" name="Shape 178"/>
        <p:cNvGrpSpPr/>
        <p:nvPr/>
      </p:nvGrpSpPr>
      <p:grpSpPr>
        <a:xfrm>
          <a:off x="0" y="0"/>
          <a:ext cx="0" cy="0"/>
          <a:chOff x="0" y="0"/>
          <a:chExt cx="0" cy="0"/>
        </a:xfrm>
      </p:grpSpPr>
      <p:pic>
        <p:nvPicPr>
          <p:cNvPr id="179" name="Google Shape;179;p19"/>
          <p:cNvPicPr preferRelativeResize="0"/>
          <p:nvPr/>
        </p:nvPicPr>
        <p:blipFill rotWithShape="1">
          <a:blip r:embed="rId2">
            <a:alphaModFix/>
          </a:blip>
          <a:srcRect b="0" l="6209" r="6209" t="0"/>
          <a:stretch/>
        </p:blipFill>
        <p:spPr>
          <a:xfrm>
            <a:off x="324000" y="4008600"/>
            <a:ext cx="2271875" cy="128000"/>
          </a:xfrm>
          <a:prstGeom prst="rect">
            <a:avLst/>
          </a:prstGeom>
          <a:noFill/>
          <a:ln>
            <a:noFill/>
          </a:ln>
        </p:spPr>
      </p:pic>
      <p:sp>
        <p:nvSpPr>
          <p:cNvPr id="180" name="Google Shape;180;p1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1" name="Google Shape;181;p19"/>
          <p:cNvSpPr txBox="1"/>
          <p:nvPr/>
        </p:nvSpPr>
        <p:spPr>
          <a:xfrm>
            <a:off x="323850" y="3781525"/>
            <a:ext cx="27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Religious education</a:t>
            </a:r>
            <a:endParaRPr b="1" sz="1700">
              <a:latin typeface="Lexend"/>
              <a:ea typeface="Lexend"/>
              <a:cs typeface="Lexend"/>
              <a:sym typeface="Lexend"/>
            </a:endParaRPr>
          </a:p>
        </p:txBody>
      </p:sp>
      <p:pic>
        <p:nvPicPr>
          <p:cNvPr id="182" name="Google Shape;182;p1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83" name="Google Shape;183;p19"/>
          <p:cNvGrpSpPr/>
          <p:nvPr/>
        </p:nvGrpSpPr>
        <p:grpSpPr>
          <a:xfrm>
            <a:off x="6156975" y="0"/>
            <a:ext cx="2987025" cy="3854074"/>
            <a:chOff x="6156975" y="0"/>
            <a:chExt cx="2987025" cy="3854074"/>
          </a:xfrm>
        </p:grpSpPr>
        <p:pic>
          <p:nvPicPr>
            <p:cNvPr id="184" name="Google Shape;184;p1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85" name="Google Shape;185;p1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6" name="Google Shape;186;p19"/>
          <p:cNvPicPr preferRelativeResize="0"/>
          <p:nvPr/>
        </p:nvPicPr>
        <p:blipFill>
          <a:blip r:embed="rId5">
            <a:alphaModFix/>
          </a:blip>
          <a:stretch>
            <a:fillRect/>
          </a:stretch>
        </p:blipFill>
        <p:spPr>
          <a:xfrm rot="-360003">
            <a:off x="6754136" y="1062731"/>
            <a:ext cx="2012844" cy="1854018"/>
          </a:xfrm>
          <a:prstGeom prst="rect">
            <a:avLst/>
          </a:prstGeom>
          <a:noFill/>
          <a:ln>
            <a:noFill/>
          </a:ln>
        </p:spPr>
      </p:pic>
      <p:sp>
        <p:nvSpPr>
          <p:cNvPr id="187" name="Google Shape;187;p1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88" name="Google Shape;188;p1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_2">
    <p:bg>
      <p:bgPr>
        <a:solidFill>
          <a:srgbClr val="BEF2BD"/>
        </a:solidFill>
      </p:bgPr>
    </p:bg>
    <p:spTree>
      <p:nvGrpSpPr>
        <p:cNvPr id="189" name="Shape 189"/>
        <p:cNvGrpSpPr/>
        <p:nvPr/>
      </p:nvGrpSpPr>
      <p:grpSpPr>
        <a:xfrm>
          <a:off x="0" y="0"/>
          <a:ext cx="0" cy="0"/>
          <a:chOff x="0" y="0"/>
          <a:chExt cx="0" cy="0"/>
        </a:xfrm>
      </p:grpSpPr>
      <p:sp>
        <p:nvSpPr>
          <p:cNvPr id="190" name="Google Shape;190;p2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pic>
        <p:nvPicPr>
          <p:cNvPr id="192" name="Google Shape;192;p20"/>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pic>
        <p:nvPicPr>
          <p:cNvPr id="193" name="Google Shape;193;p20"/>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194" name="Google Shape;194;p20"/>
          <p:cNvGrpSpPr/>
          <p:nvPr/>
        </p:nvGrpSpPr>
        <p:grpSpPr>
          <a:xfrm>
            <a:off x="6156975" y="0"/>
            <a:ext cx="2987025" cy="3854074"/>
            <a:chOff x="6156975" y="0"/>
            <a:chExt cx="2987025" cy="3854074"/>
          </a:xfrm>
        </p:grpSpPr>
        <p:pic>
          <p:nvPicPr>
            <p:cNvPr id="195" name="Google Shape;195;p2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96" name="Google Shape;196;p20"/>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7" name="Google Shape;197;p20"/>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
        <p:nvSpPr>
          <p:cNvPr id="198" name="Google Shape;198;p2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9" name="Google Shape;199;p2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panish" showMasterSp="0">
  <p:cSld name="Title Slide 2_1_1_1_1_1_1_1_1_1_1_1_2_1">
    <p:bg>
      <p:bgPr>
        <a:solidFill>
          <a:srgbClr val="BEF2BD"/>
        </a:solidFill>
      </p:bgPr>
    </p:bg>
    <p:spTree>
      <p:nvGrpSpPr>
        <p:cNvPr id="200" name="Shape 200"/>
        <p:cNvGrpSpPr/>
        <p:nvPr/>
      </p:nvGrpSpPr>
      <p:grpSpPr>
        <a:xfrm>
          <a:off x="0" y="0"/>
          <a:ext cx="0" cy="0"/>
          <a:chOff x="0" y="0"/>
          <a:chExt cx="0" cy="0"/>
        </a:xfrm>
      </p:grpSpPr>
      <p:pic>
        <p:nvPicPr>
          <p:cNvPr id="201" name="Google Shape;201;p21"/>
          <p:cNvPicPr preferRelativeResize="0"/>
          <p:nvPr/>
        </p:nvPicPr>
        <p:blipFill rotWithShape="1">
          <a:blip r:embed="rId2">
            <a:alphaModFix/>
          </a:blip>
          <a:srcRect b="0" l="6209" r="6209" t="0"/>
          <a:stretch/>
        </p:blipFill>
        <p:spPr>
          <a:xfrm>
            <a:off x="324000" y="4008600"/>
            <a:ext cx="890625" cy="128000"/>
          </a:xfrm>
          <a:prstGeom prst="rect">
            <a:avLst/>
          </a:prstGeom>
          <a:noFill/>
          <a:ln>
            <a:noFill/>
          </a:ln>
        </p:spPr>
      </p:pic>
      <p:sp>
        <p:nvSpPr>
          <p:cNvPr id="202" name="Google Shape;202;p2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 name="Google Shape;203;p2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Spanish</a:t>
            </a:r>
            <a:endParaRPr b="1" sz="1700">
              <a:latin typeface="Lexend"/>
              <a:ea typeface="Lexend"/>
              <a:cs typeface="Lexend"/>
              <a:sym typeface="Lexend"/>
            </a:endParaRPr>
          </a:p>
        </p:txBody>
      </p:sp>
      <p:pic>
        <p:nvPicPr>
          <p:cNvPr id="204" name="Google Shape;204;p2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05" name="Google Shape;205;p21"/>
          <p:cNvGrpSpPr/>
          <p:nvPr/>
        </p:nvGrpSpPr>
        <p:grpSpPr>
          <a:xfrm>
            <a:off x="6156975" y="0"/>
            <a:ext cx="2987025" cy="3854074"/>
            <a:chOff x="6156975" y="0"/>
            <a:chExt cx="2987025" cy="3854074"/>
          </a:xfrm>
        </p:grpSpPr>
        <p:pic>
          <p:nvPicPr>
            <p:cNvPr id="206" name="Google Shape;206;p2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07" name="Google Shape;207;p2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208" name="Google Shape;208;p21"/>
          <p:cNvPicPr preferRelativeResize="0"/>
          <p:nvPr/>
        </p:nvPicPr>
        <p:blipFill>
          <a:blip r:embed="rId5">
            <a:alphaModFix/>
          </a:blip>
          <a:stretch>
            <a:fillRect/>
          </a:stretch>
        </p:blipFill>
        <p:spPr>
          <a:xfrm rot="-360339">
            <a:off x="6714634" y="840073"/>
            <a:ext cx="2165107" cy="2173929"/>
          </a:xfrm>
          <a:prstGeom prst="rect">
            <a:avLst/>
          </a:prstGeom>
          <a:noFill/>
          <a:ln>
            <a:noFill/>
          </a:ln>
        </p:spPr>
      </p:pic>
      <p:sp>
        <p:nvSpPr>
          <p:cNvPr id="209" name="Google Shape;209;p2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10" name="Google Shape;210;p2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211" name="Shape 211"/>
        <p:cNvGrpSpPr/>
        <p:nvPr/>
      </p:nvGrpSpPr>
      <p:grpSpPr>
        <a:xfrm>
          <a:off x="0" y="0"/>
          <a:ext cx="0" cy="0"/>
          <a:chOff x="0" y="0"/>
          <a:chExt cx="0" cy="0"/>
        </a:xfrm>
      </p:grpSpPr>
      <p:pic>
        <p:nvPicPr>
          <p:cNvPr id="212" name="Google Shape;212;p22"/>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213" name="Google Shape;213;p22"/>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214" name="Google Shape;214;p22"/>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215" name="Shape 215"/>
        <p:cNvGrpSpPr/>
        <p:nvPr/>
      </p:nvGrpSpPr>
      <p:grpSpPr>
        <a:xfrm>
          <a:off x="0" y="0"/>
          <a:ext cx="0" cy="0"/>
          <a:chOff x="0" y="0"/>
          <a:chExt cx="0" cy="0"/>
        </a:xfrm>
      </p:grpSpPr>
      <p:sp>
        <p:nvSpPr>
          <p:cNvPr id="216" name="Google Shape;216;p23"/>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217" name="Google Shape;217;p23"/>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218" name="Google Shape;218;p23"/>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219" name="Google Shape;219;p23"/>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220" name="Google Shape;220;p23"/>
          <p:cNvGrpSpPr/>
          <p:nvPr/>
        </p:nvGrpSpPr>
        <p:grpSpPr>
          <a:xfrm>
            <a:off x="2650916" y="1644417"/>
            <a:ext cx="1745270" cy="1430724"/>
            <a:chOff x="2642961" y="1644312"/>
            <a:chExt cx="1454634" cy="1195657"/>
          </a:xfrm>
        </p:grpSpPr>
        <p:pic>
          <p:nvPicPr>
            <p:cNvPr id="221" name="Google Shape;221;p23"/>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222" name="Google Shape;222;p23"/>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223" name="Google Shape;223;p23"/>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224" name="Google Shape;224;p23"/>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225" name="Google Shape;225;p23"/>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226" name="Google Shape;226;p23"/>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227" name="Google Shape;227;p2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228" name="Shape 228"/>
        <p:cNvGrpSpPr/>
        <p:nvPr/>
      </p:nvGrpSpPr>
      <p:grpSpPr>
        <a:xfrm>
          <a:off x="0" y="0"/>
          <a:ext cx="0" cy="0"/>
          <a:chOff x="0" y="0"/>
          <a:chExt cx="0" cy="0"/>
        </a:xfrm>
      </p:grpSpPr>
      <p:sp>
        <p:nvSpPr>
          <p:cNvPr id="229" name="Google Shape;229;p2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0" name="Google Shape;230;p2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31" name="Google Shape;231;p2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32" name="Google Shape;232;p2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3" name="Google Shape;233;p2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4" name="Google Shape;234;p24"/>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5" name="Google Shape;235;p24"/>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6" name="Google Shape;236;p24"/>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7" name="Google Shape;237;p24"/>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238" name="Shape 238"/>
        <p:cNvGrpSpPr/>
        <p:nvPr/>
      </p:nvGrpSpPr>
      <p:grpSpPr>
        <a:xfrm>
          <a:off x="0" y="0"/>
          <a:ext cx="0" cy="0"/>
          <a:chOff x="0" y="0"/>
          <a:chExt cx="0" cy="0"/>
        </a:xfrm>
      </p:grpSpPr>
      <p:sp>
        <p:nvSpPr>
          <p:cNvPr id="239" name="Google Shape;239;p2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0" name="Google Shape;240;p2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41" name="Google Shape;241;p2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42" name="Google Shape;242;p2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3" name="Google Shape;243;p2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4" name="Google Shape;244;p25"/>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5" name="Google Shape;245;p25"/>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6" name="Google Shape;246;p25"/>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7" name="Google Shape;247;p25"/>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8" name="Google Shape;248;p25"/>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9" name="Google Shape;249;p25"/>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250" name="Shape 250"/>
        <p:cNvGrpSpPr/>
        <p:nvPr/>
      </p:nvGrpSpPr>
      <p:grpSpPr>
        <a:xfrm>
          <a:off x="0" y="0"/>
          <a:ext cx="0" cy="0"/>
          <a:chOff x="0" y="0"/>
          <a:chExt cx="0" cy="0"/>
        </a:xfrm>
      </p:grpSpPr>
      <p:sp>
        <p:nvSpPr>
          <p:cNvPr id="251" name="Google Shape;251;p2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2" name="Google Shape;252;p2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53" name="Google Shape;253;p2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54" name="Google Shape;254;p2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5" name="Google Shape;255;p2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6" name="Google Shape;256;p26"/>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7" name="Google Shape;257;p26"/>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8" name="Google Shape;258;p26"/>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9" name="Google Shape;259;p26"/>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0" name="Google Shape;260;p26"/>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1" name="Google Shape;261;p26"/>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2" name="Google Shape;262;p26"/>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3" name="Google Shape;263;p26"/>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264" name="Shape 264"/>
        <p:cNvGrpSpPr/>
        <p:nvPr/>
      </p:nvGrpSpPr>
      <p:grpSpPr>
        <a:xfrm>
          <a:off x="0" y="0"/>
          <a:ext cx="0" cy="0"/>
          <a:chOff x="0" y="0"/>
          <a:chExt cx="0" cy="0"/>
        </a:xfrm>
      </p:grpSpPr>
      <p:sp>
        <p:nvSpPr>
          <p:cNvPr id="265" name="Google Shape;265;p2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 name="Google Shape;266;p2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67" name="Google Shape;267;p2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68" name="Google Shape;268;p27"/>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9" name="Google Shape;269;p27"/>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70" name="Google Shape;270;p27"/>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71" name="Google Shape;271;p27"/>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272" name="Shape 272"/>
        <p:cNvGrpSpPr/>
        <p:nvPr/>
      </p:nvGrpSpPr>
      <p:grpSpPr>
        <a:xfrm>
          <a:off x="0" y="0"/>
          <a:ext cx="0" cy="0"/>
          <a:chOff x="0" y="0"/>
          <a:chExt cx="0" cy="0"/>
        </a:xfrm>
      </p:grpSpPr>
      <p:sp>
        <p:nvSpPr>
          <p:cNvPr id="273" name="Google Shape;273;p2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8"/>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275" name="Google Shape;275;p28"/>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276" name="Google Shape;276;p28"/>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277" name="Google Shape;277;p28"/>
          <p:cNvCxnSpPr>
            <a:endCxn id="27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279" name="Google Shape;279;p28"/>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280" name="Google Shape;280;p28"/>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81" name="Google Shape;281;p2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78" name="Google Shape;278;p28"/>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282" name="Google Shape;282;p28"/>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283" name="Google Shape;283;p2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84" name="Google Shape;284;p2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285" name="Shape 285"/>
        <p:cNvGrpSpPr/>
        <p:nvPr/>
      </p:nvGrpSpPr>
      <p:grpSpPr>
        <a:xfrm>
          <a:off x="0" y="0"/>
          <a:ext cx="0" cy="0"/>
          <a:chOff x="0" y="0"/>
          <a:chExt cx="0" cy="0"/>
        </a:xfrm>
      </p:grpSpPr>
      <p:pic>
        <p:nvPicPr>
          <p:cNvPr id="286" name="Google Shape;286;p29"/>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287" name="Google Shape;287;p29"/>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288" name="Google Shape;288;p29"/>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289" name="Google Shape;289;p29"/>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290" name="Google Shape;290;p29"/>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291" name="Google Shape;291;p29"/>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292" name="Google Shape;292;p29"/>
          <p:cNvCxnSpPr>
            <a:endCxn id="29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293" name="Google Shape;293;p29"/>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294" name="Google Shape;294;p29"/>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295" name="Google Shape;295;p29"/>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6" name="Google Shape;296;p29"/>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7" name="Google Shape;297;p29"/>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98" name="Google Shape;298;p29"/>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299" name="Google Shape;299;p2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0" name="Google Shape;300;p29"/>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301" name="Google Shape;301;p2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02" name="Google Shape;302;p29"/>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303" name="Shape 303"/>
        <p:cNvGrpSpPr/>
        <p:nvPr/>
      </p:nvGrpSpPr>
      <p:grpSpPr>
        <a:xfrm>
          <a:off x="0" y="0"/>
          <a:ext cx="0" cy="0"/>
          <a:chOff x="0" y="0"/>
          <a:chExt cx="0" cy="0"/>
        </a:xfrm>
      </p:grpSpPr>
      <p:pic>
        <p:nvPicPr>
          <p:cNvPr id="304" name="Google Shape;304;p30"/>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305" name="Google Shape;305;p30"/>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306" name="Google Shape;306;p30"/>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307" name="Google Shape;307;p30"/>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308" name="Google Shape;308;p30"/>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309" name="Google Shape;309;p30"/>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310" name="Google Shape;310;p30"/>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311" name="Google Shape;311;p30"/>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312" name="Google Shape;312;p30"/>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313" name="Google Shape;313;p30"/>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314" name="Google Shape;314;p30"/>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315" name="Google Shape;315;p30"/>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316" name="Google Shape;316;p30"/>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7" name="Google Shape;317;p30"/>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8" name="Google Shape;318;p30"/>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9" name="Google Shape;319;p30"/>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320" name="Google Shape;320;p30"/>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321" name="Google Shape;321;p3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2" name="Google Shape;322;p30"/>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323" name="Google Shape;323;p3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24" name="Google Shape;324;p30"/>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325" name="Shape 325"/>
        <p:cNvGrpSpPr/>
        <p:nvPr/>
      </p:nvGrpSpPr>
      <p:grpSpPr>
        <a:xfrm>
          <a:off x="0" y="0"/>
          <a:ext cx="0" cy="0"/>
          <a:chOff x="0" y="0"/>
          <a:chExt cx="0" cy="0"/>
        </a:xfrm>
      </p:grpSpPr>
      <p:pic>
        <p:nvPicPr>
          <p:cNvPr id="326" name="Google Shape;326;p31"/>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27" name="Google Shape;327;p31"/>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29" name="Google Shape;329;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0" name="Google Shape;330;p3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31" name="Google Shape;331;p3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332" name="Shape 332"/>
        <p:cNvGrpSpPr/>
        <p:nvPr/>
      </p:nvGrpSpPr>
      <p:grpSpPr>
        <a:xfrm>
          <a:off x="0" y="0"/>
          <a:ext cx="0" cy="0"/>
          <a:chOff x="0" y="0"/>
          <a:chExt cx="0" cy="0"/>
        </a:xfrm>
      </p:grpSpPr>
      <p:pic>
        <p:nvPicPr>
          <p:cNvPr id="333" name="Google Shape;333;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4" name="Google Shape;334;p3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36" name="Google Shape;336;p3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337" name="Google Shape;337;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8" name="Google Shape;338;p3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339" name="Shape 339"/>
        <p:cNvGrpSpPr/>
        <p:nvPr/>
      </p:nvGrpSpPr>
      <p:grpSpPr>
        <a:xfrm>
          <a:off x="0" y="0"/>
          <a:ext cx="0" cy="0"/>
          <a:chOff x="0" y="0"/>
          <a:chExt cx="0" cy="0"/>
        </a:xfrm>
      </p:grpSpPr>
      <p:pic>
        <p:nvPicPr>
          <p:cNvPr id="340" name="Google Shape;340;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1" name="Google Shape;341;p3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43" name="Google Shape;343;p3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344" name="Google Shape;344;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45" name="Google Shape;345;p3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346" name="Shape 346"/>
        <p:cNvGrpSpPr/>
        <p:nvPr/>
      </p:nvGrpSpPr>
      <p:grpSpPr>
        <a:xfrm>
          <a:off x="0" y="0"/>
          <a:ext cx="0" cy="0"/>
          <a:chOff x="0" y="0"/>
          <a:chExt cx="0" cy="0"/>
        </a:xfrm>
      </p:grpSpPr>
      <p:pic>
        <p:nvPicPr>
          <p:cNvPr id="347" name="Google Shape;347;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8" name="Google Shape;348;p3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50" name="Google Shape;350;p3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351" name="Google Shape;351;p3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2" name="Google Shape;352;p3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353" name="Shape 353"/>
        <p:cNvGrpSpPr/>
        <p:nvPr/>
      </p:nvGrpSpPr>
      <p:grpSpPr>
        <a:xfrm>
          <a:off x="0" y="0"/>
          <a:ext cx="0" cy="0"/>
          <a:chOff x="0" y="0"/>
          <a:chExt cx="0" cy="0"/>
        </a:xfrm>
      </p:grpSpPr>
      <p:sp>
        <p:nvSpPr>
          <p:cNvPr id="354" name="Google Shape;354;p3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5" name="Google Shape;355;p35"/>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56" name="Google Shape;356;p3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8" name="Google Shape;358;p3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9" name="Google Shape;359;p35"/>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60" name="Google Shape;360;p35"/>
          <p:cNvGrpSpPr/>
          <p:nvPr/>
        </p:nvGrpSpPr>
        <p:grpSpPr>
          <a:xfrm>
            <a:off x="7834231" y="1285"/>
            <a:ext cx="828900" cy="576065"/>
            <a:chOff x="7801496" y="1285"/>
            <a:chExt cx="828900" cy="576065"/>
          </a:xfrm>
        </p:grpSpPr>
        <p:pic>
          <p:nvPicPr>
            <p:cNvPr id="361" name="Google Shape;361;p3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62" name="Google Shape;362;p3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363" name="Google Shape;363;p35"/>
          <p:cNvGrpSpPr/>
          <p:nvPr/>
        </p:nvGrpSpPr>
        <p:grpSpPr>
          <a:xfrm>
            <a:off x="8635663" y="1285"/>
            <a:ext cx="499700" cy="576065"/>
            <a:chOff x="8635663" y="1285"/>
            <a:chExt cx="499700" cy="576065"/>
          </a:xfrm>
        </p:grpSpPr>
        <p:pic>
          <p:nvPicPr>
            <p:cNvPr id="364" name="Google Shape;364;p3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65" name="Google Shape;365;p3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366" name="Shape 366"/>
        <p:cNvGrpSpPr/>
        <p:nvPr/>
      </p:nvGrpSpPr>
      <p:grpSpPr>
        <a:xfrm>
          <a:off x="0" y="0"/>
          <a:ext cx="0" cy="0"/>
          <a:chOff x="0" y="0"/>
          <a:chExt cx="0" cy="0"/>
        </a:xfrm>
      </p:grpSpPr>
      <p:sp>
        <p:nvSpPr>
          <p:cNvPr id="367" name="Google Shape;367;p3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8" name="Google Shape;368;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69" name="Google Shape;369;p3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1" name="Google Shape;371;p3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2" name="Google Shape;372;p3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73" name="Google Shape;373;p36"/>
          <p:cNvGrpSpPr/>
          <p:nvPr/>
        </p:nvGrpSpPr>
        <p:grpSpPr>
          <a:xfrm>
            <a:off x="7834231" y="1285"/>
            <a:ext cx="828900" cy="576065"/>
            <a:chOff x="7801496" y="1285"/>
            <a:chExt cx="828900" cy="576065"/>
          </a:xfrm>
        </p:grpSpPr>
        <p:pic>
          <p:nvPicPr>
            <p:cNvPr id="374" name="Google Shape;374;p3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75" name="Google Shape;375;p3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76" name="Google Shape;376;p36"/>
          <p:cNvGrpSpPr/>
          <p:nvPr/>
        </p:nvGrpSpPr>
        <p:grpSpPr>
          <a:xfrm>
            <a:off x="8635663" y="1285"/>
            <a:ext cx="499700" cy="576065"/>
            <a:chOff x="8635663" y="1285"/>
            <a:chExt cx="499700" cy="576065"/>
          </a:xfrm>
        </p:grpSpPr>
        <p:pic>
          <p:nvPicPr>
            <p:cNvPr id="377" name="Google Shape;377;p3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78" name="Google Shape;378;p3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379" name="Shape 379"/>
        <p:cNvGrpSpPr/>
        <p:nvPr/>
      </p:nvGrpSpPr>
      <p:grpSpPr>
        <a:xfrm>
          <a:off x="0" y="0"/>
          <a:ext cx="0" cy="0"/>
          <a:chOff x="0" y="0"/>
          <a:chExt cx="0" cy="0"/>
        </a:xfrm>
      </p:grpSpPr>
      <p:sp>
        <p:nvSpPr>
          <p:cNvPr id="380" name="Google Shape;380;p37"/>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1" name="Google Shape;381;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82" name="Google Shape;382;p3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86" name="Google Shape;386;p37"/>
          <p:cNvGrpSpPr/>
          <p:nvPr/>
        </p:nvGrpSpPr>
        <p:grpSpPr>
          <a:xfrm>
            <a:off x="7834231" y="1285"/>
            <a:ext cx="828900" cy="576065"/>
            <a:chOff x="7801496" y="1285"/>
            <a:chExt cx="828900" cy="576065"/>
          </a:xfrm>
        </p:grpSpPr>
        <p:pic>
          <p:nvPicPr>
            <p:cNvPr id="387" name="Google Shape;387;p3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88" name="Google Shape;388;p3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89" name="Google Shape;389;p37"/>
          <p:cNvGrpSpPr/>
          <p:nvPr/>
        </p:nvGrpSpPr>
        <p:grpSpPr>
          <a:xfrm>
            <a:off x="8635663" y="1285"/>
            <a:ext cx="499700" cy="576065"/>
            <a:chOff x="8635663" y="1285"/>
            <a:chExt cx="499700" cy="576065"/>
          </a:xfrm>
        </p:grpSpPr>
        <p:pic>
          <p:nvPicPr>
            <p:cNvPr id="390" name="Google Shape;390;p3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91" name="Google Shape;391;p3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392" name="Shape 392"/>
        <p:cNvGrpSpPr/>
        <p:nvPr/>
      </p:nvGrpSpPr>
      <p:grpSpPr>
        <a:xfrm>
          <a:off x="0" y="0"/>
          <a:ext cx="0" cy="0"/>
          <a:chOff x="0" y="0"/>
          <a:chExt cx="0" cy="0"/>
        </a:xfrm>
      </p:grpSpPr>
      <p:sp>
        <p:nvSpPr>
          <p:cNvPr id="393" name="Google Shape;393;p38"/>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4" name="Google Shape;394;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5" name="Google Shape;395;p3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7" name="Google Shape;397;p3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8" name="Google Shape;398;p3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99" name="Google Shape;399;p38"/>
          <p:cNvGrpSpPr/>
          <p:nvPr/>
        </p:nvGrpSpPr>
        <p:grpSpPr>
          <a:xfrm>
            <a:off x="7834231" y="1285"/>
            <a:ext cx="828900" cy="576065"/>
            <a:chOff x="7801496" y="1285"/>
            <a:chExt cx="828900" cy="576065"/>
          </a:xfrm>
        </p:grpSpPr>
        <p:pic>
          <p:nvPicPr>
            <p:cNvPr id="400" name="Google Shape;400;p3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01" name="Google Shape;401;p3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402" name="Google Shape;402;p38"/>
          <p:cNvGrpSpPr/>
          <p:nvPr/>
        </p:nvGrpSpPr>
        <p:grpSpPr>
          <a:xfrm>
            <a:off x="8635663" y="1285"/>
            <a:ext cx="499700" cy="576065"/>
            <a:chOff x="8635663" y="1285"/>
            <a:chExt cx="499700" cy="576065"/>
          </a:xfrm>
        </p:grpSpPr>
        <p:pic>
          <p:nvPicPr>
            <p:cNvPr id="403" name="Google Shape;403;p3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04" name="Google Shape;404;p3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why - purple">
  <p:cSld name="TITLE_AND_TWO_COLUMNS_1_1_9_1_3_1">
    <p:bg>
      <p:bgPr>
        <a:solidFill>
          <a:srgbClr val="F3EEFB"/>
        </a:solidFill>
      </p:bgPr>
    </p:bg>
    <p:spTree>
      <p:nvGrpSpPr>
        <p:cNvPr id="405" name="Shape 405"/>
        <p:cNvGrpSpPr/>
        <p:nvPr/>
      </p:nvGrpSpPr>
      <p:grpSpPr>
        <a:xfrm>
          <a:off x="0" y="0"/>
          <a:ext cx="0" cy="0"/>
          <a:chOff x="0" y="0"/>
          <a:chExt cx="0" cy="0"/>
        </a:xfrm>
      </p:grpSpPr>
      <p:pic>
        <p:nvPicPr>
          <p:cNvPr id="406" name="Google Shape;406;p39"/>
          <p:cNvPicPr preferRelativeResize="0"/>
          <p:nvPr/>
        </p:nvPicPr>
        <p:blipFill>
          <a:blip r:embed="rId2">
            <a:alphaModFix/>
          </a:blip>
          <a:stretch>
            <a:fillRect/>
          </a:stretch>
        </p:blipFill>
        <p:spPr>
          <a:xfrm>
            <a:off x="2429763" y="2085316"/>
            <a:ext cx="457425" cy="457425"/>
          </a:xfrm>
          <a:prstGeom prst="rect">
            <a:avLst/>
          </a:prstGeom>
          <a:noFill/>
          <a:ln>
            <a:noFill/>
          </a:ln>
        </p:spPr>
      </p:pic>
      <p:pic>
        <p:nvPicPr>
          <p:cNvPr id="407" name="Google Shape;407;p39"/>
          <p:cNvPicPr preferRelativeResize="0"/>
          <p:nvPr/>
        </p:nvPicPr>
        <p:blipFill>
          <a:blip r:embed="rId2">
            <a:alphaModFix/>
          </a:blip>
          <a:stretch>
            <a:fillRect/>
          </a:stretch>
        </p:blipFill>
        <p:spPr>
          <a:xfrm>
            <a:off x="4823988" y="2085316"/>
            <a:ext cx="457425" cy="457425"/>
          </a:xfrm>
          <a:prstGeom prst="rect">
            <a:avLst/>
          </a:prstGeom>
          <a:noFill/>
          <a:ln>
            <a:noFill/>
          </a:ln>
        </p:spPr>
      </p:pic>
      <p:pic>
        <p:nvPicPr>
          <p:cNvPr id="408" name="Google Shape;408;p39"/>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409" name="Google Shape;409;p3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9"/>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11" name="Google Shape;411;p39"/>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12" name="Google Shape;412;p39"/>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13" name="Google Shape;413;p39"/>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14" name="Google Shape;414;p3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15" name="Google Shape;415;p39"/>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16" name="Google Shape;416;p39"/>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417" name="Google Shape;417;p39"/>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18" name="Google Shape;418;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419" name="Google Shape;419;p3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why - jade">
  <p:cSld name="TITLE_AND_TWO_COLUMNS_1_1_9_1_3_1_1_1">
    <p:bg>
      <p:bgPr>
        <a:solidFill>
          <a:srgbClr val="E6F2F2"/>
        </a:solidFill>
      </p:bgPr>
    </p:bg>
    <p:spTree>
      <p:nvGrpSpPr>
        <p:cNvPr id="420" name="Shape 420"/>
        <p:cNvGrpSpPr/>
        <p:nvPr/>
      </p:nvGrpSpPr>
      <p:grpSpPr>
        <a:xfrm>
          <a:off x="0" y="0"/>
          <a:ext cx="0" cy="0"/>
          <a:chOff x="0" y="0"/>
          <a:chExt cx="0" cy="0"/>
        </a:xfrm>
      </p:grpSpPr>
      <p:pic>
        <p:nvPicPr>
          <p:cNvPr id="421" name="Google Shape;421;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2" name="Google Shape;422;p4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3" name="Google Shape;423;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4" name="Google Shape;424;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25" name="Google Shape;425;p4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6" name="Google Shape;426;p40"/>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27" name="Google Shape;427;p40"/>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28" name="Google Shape;428;p40"/>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29" name="Google Shape;429;p40"/>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30" name="Google Shape;430;p40"/>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31" name="Google Shape;431;p4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32" name="Google Shape;432;p4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33" name="Google Shape;433;p40"/>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34" name="Google Shape;434;p40"/>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why - blue">
  <p:cSld name="TITLE_AND_TWO_COLUMNS_1_1_9_1_3_2">
    <p:bg>
      <p:bgPr>
        <a:solidFill>
          <a:srgbClr val="EBEDFE"/>
        </a:solidFill>
      </p:bgPr>
    </p:bg>
    <p:spTree>
      <p:nvGrpSpPr>
        <p:cNvPr id="435" name="Shape 435"/>
        <p:cNvGrpSpPr/>
        <p:nvPr/>
      </p:nvGrpSpPr>
      <p:grpSpPr>
        <a:xfrm>
          <a:off x="0" y="0"/>
          <a:ext cx="0" cy="0"/>
          <a:chOff x="0" y="0"/>
          <a:chExt cx="0" cy="0"/>
        </a:xfrm>
      </p:grpSpPr>
      <p:pic>
        <p:nvPicPr>
          <p:cNvPr id="436" name="Google Shape;43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7" name="Google Shape;437;p4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8" name="Google Shape;43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40" name="Google Shape;440;p4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41"/>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42" name="Google Shape;442;p41"/>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43" name="Google Shape;443;p41"/>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44" name="Google Shape;444;p41"/>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45" name="Google Shape;445;p41"/>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46" name="Google Shape;446;p41"/>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7" name="Google Shape;447;p4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48" name="Google Shape;448;p41"/>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49" name="Google Shape;449;p41"/>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why - pink">
  <p:cSld name="TITLE_AND_TWO_COLUMNS_1_1_9_1_3_1_1_1_1">
    <p:bg>
      <p:bgPr>
        <a:solidFill>
          <a:srgbClr val="FAEAF6"/>
        </a:solidFill>
      </p:bgPr>
    </p:bg>
    <p:spTree>
      <p:nvGrpSpPr>
        <p:cNvPr id="450" name="Shape 450"/>
        <p:cNvGrpSpPr/>
        <p:nvPr/>
      </p:nvGrpSpPr>
      <p:grpSpPr>
        <a:xfrm>
          <a:off x="0" y="0"/>
          <a:ext cx="0" cy="0"/>
          <a:chOff x="0" y="0"/>
          <a:chExt cx="0" cy="0"/>
        </a:xfrm>
      </p:grpSpPr>
      <p:pic>
        <p:nvPicPr>
          <p:cNvPr id="451" name="Google Shape;451;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52" name="Google Shape;452;p4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3" name="Google Shape;453;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4" name="Google Shape;454;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55" name="Google Shape;455;p4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42"/>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57" name="Google Shape;457;p42"/>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58" name="Google Shape;458;p42"/>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59" name="Google Shape;459;p42"/>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60" name="Google Shape;460;p42"/>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61" name="Google Shape;461;p42"/>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4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63" name="Google Shape;463;p42"/>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64" name="Google Shape;464;p42"/>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465" name="Shape 465"/>
        <p:cNvGrpSpPr/>
        <p:nvPr/>
      </p:nvGrpSpPr>
      <p:grpSpPr>
        <a:xfrm>
          <a:off x="0" y="0"/>
          <a:ext cx="0" cy="0"/>
          <a:chOff x="0" y="0"/>
          <a:chExt cx="0" cy="0"/>
        </a:xfrm>
      </p:grpSpPr>
      <p:pic>
        <p:nvPicPr>
          <p:cNvPr id="466" name="Google Shape;466;p4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67" name="Google Shape;467;p4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9" name="Google Shape;469;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70" name="Google Shape;470;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71" name="Google Shape;471;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2" name="Google Shape;472;p4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3" name="Google Shape;473;p4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4" name="Google Shape;474;p4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75" name="Google Shape;475;p43"/>
          <p:cNvGrpSpPr/>
          <p:nvPr/>
        </p:nvGrpSpPr>
        <p:grpSpPr>
          <a:xfrm>
            <a:off x="323653" y="1804438"/>
            <a:ext cx="457200" cy="457200"/>
            <a:chOff x="1020916" y="1442088"/>
            <a:chExt cx="457200" cy="457200"/>
          </a:xfrm>
        </p:grpSpPr>
        <p:pic>
          <p:nvPicPr>
            <p:cNvPr id="476" name="Google Shape;47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7" name="Google Shape;47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8" name="Google Shape;478;p43"/>
          <p:cNvGrpSpPr/>
          <p:nvPr/>
        </p:nvGrpSpPr>
        <p:grpSpPr>
          <a:xfrm>
            <a:off x="323653" y="2766575"/>
            <a:ext cx="457200" cy="457200"/>
            <a:chOff x="1020916" y="1442088"/>
            <a:chExt cx="457200" cy="457200"/>
          </a:xfrm>
        </p:grpSpPr>
        <p:pic>
          <p:nvPicPr>
            <p:cNvPr id="479" name="Google Shape;47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0" name="Google Shape;48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81" name="Google Shape;481;p43"/>
          <p:cNvGrpSpPr/>
          <p:nvPr/>
        </p:nvGrpSpPr>
        <p:grpSpPr>
          <a:xfrm>
            <a:off x="323641" y="3729038"/>
            <a:ext cx="457200" cy="457200"/>
            <a:chOff x="1020916" y="1442088"/>
            <a:chExt cx="457200" cy="457200"/>
          </a:xfrm>
        </p:grpSpPr>
        <p:pic>
          <p:nvPicPr>
            <p:cNvPr id="482" name="Google Shape;48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3" name="Google Shape;48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484" name="Shape 484"/>
        <p:cNvGrpSpPr/>
        <p:nvPr/>
      </p:nvGrpSpPr>
      <p:grpSpPr>
        <a:xfrm>
          <a:off x="0" y="0"/>
          <a:ext cx="0" cy="0"/>
          <a:chOff x="0" y="0"/>
          <a:chExt cx="0" cy="0"/>
        </a:xfrm>
      </p:grpSpPr>
      <p:pic>
        <p:nvPicPr>
          <p:cNvPr id="485" name="Google Shape;485;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6" name="Google Shape;486;p4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8" name="Google Shape;488;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9" name="Google Shape;489;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90" name="Google Shape;490;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1" name="Google Shape;491;p4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2" name="Google Shape;492;p4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3" name="Google Shape;493;p4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4" name="Google Shape;494;p44"/>
          <p:cNvGrpSpPr/>
          <p:nvPr/>
        </p:nvGrpSpPr>
        <p:grpSpPr>
          <a:xfrm>
            <a:off x="323653" y="1804438"/>
            <a:ext cx="457200" cy="457200"/>
            <a:chOff x="1020916" y="1442088"/>
            <a:chExt cx="457200" cy="457200"/>
          </a:xfrm>
        </p:grpSpPr>
        <p:pic>
          <p:nvPicPr>
            <p:cNvPr id="495" name="Google Shape;495;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6" name="Google Shape;496;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7" name="Google Shape;497;p44"/>
          <p:cNvGrpSpPr/>
          <p:nvPr/>
        </p:nvGrpSpPr>
        <p:grpSpPr>
          <a:xfrm>
            <a:off x="323653" y="2766575"/>
            <a:ext cx="457200" cy="457200"/>
            <a:chOff x="1020916" y="1442088"/>
            <a:chExt cx="457200" cy="457200"/>
          </a:xfrm>
        </p:grpSpPr>
        <p:pic>
          <p:nvPicPr>
            <p:cNvPr id="498" name="Google Shape;498;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9" name="Google Shape;499;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00" name="Google Shape;500;p44"/>
          <p:cNvGrpSpPr/>
          <p:nvPr/>
        </p:nvGrpSpPr>
        <p:grpSpPr>
          <a:xfrm>
            <a:off x="323641" y="3729038"/>
            <a:ext cx="457200" cy="457200"/>
            <a:chOff x="1020916" y="1442088"/>
            <a:chExt cx="457200" cy="457200"/>
          </a:xfrm>
        </p:grpSpPr>
        <p:pic>
          <p:nvPicPr>
            <p:cNvPr id="501" name="Google Shape;501;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2" name="Google Shape;502;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503" name="Shape 503"/>
        <p:cNvGrpSpPr/>
        <p:nvPr/>
      </p:nvGrpSpPr>
      <p:grpSpPr>
        <a:xfrm>
          <a:off x="0" y="0"/>
          <a:ext cx="0" cy="0"/>
          <a:chOff x="0" y="0"/>
          <a:chExt cx="0" cy="0"/>
        </a:xfrm>
      </p:grpSpPr>
      <p:pic>
        <p:nvPicPr>
          <p:cNvPr id="504" name="Google Shape;504;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5" name="Google Shape;505;p4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7" name="Google Shape;507;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8" name="Google Shape;508;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09" name="Google Shape;509;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0" name="Google Shape;510;p4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5"/>
          <p:cNvGrpSpPr/>
          <p:nvPr/>
        </p:nvGrpSpPr>
        <p:grpSpPr>
          <a:xfrm>
            <a:off x="323653" y="1804438"/>
            <a:ext cx="457200" cy="457200"/>
            <a:chOff x="1020916" y="1442088"/>
            <a:chExt cx="457200" cy="457200"/>
          </a:xfrm>
        </p:grpSpPr>
        <p:pic>
          <p:nvPicPr>
            <p:cNvPr id="514" name="Google Shape;514;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5"/>
          <p:cNvGrpSpPr/>
          <p:nvPr/>
        </p:nvGrpSpPr>
        <p:grpSpPr>
          <a:xfrm>
            <a:off x="323653" y="2766575"/>
            <a:ext cx="457200" cy="457200"/>
            <a:chOff x="1020916" y="1442088"/>
            <a:chExt cx="457200" cy="457200"/>
          </a:xfrm>
        </p:grpSpPr>
        <p:pic>
          <p:nvPicPr>
            <p:cNvPr id="517" name="Google Shape;517;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5"/>
          <p:cNvGrpSpPr/>
          <p:nvPr/>
        </p:nvGrpSpPr>
        <p:grpSpPr>
          <a:xfrm>
            <a:off x="323641" y="3729038"/>
            <a:ext cx="457200" cy="457200"/>
            <a:chOff x="1020916" y="1442088"/>
            <a:chExt cx="457200" cy="457200"/>
          </a:xfrm>
        </p:grpSpPr>
        <p:pic>
          <p:nvPicPr>
            <p:cNvPr id="520" name="Google Shape;520;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522" name="Shape 522"/>
        <p:cNvGrpSpPr/>
        <p:nvPr/>
      </p:nvGrpSpPr>
      <p:grpSpPr>
        <a:xfrm>
          <a:off x="0" y="0"/>
          <a:ext cx="0" cy="0"/>
          <a:chOff x="0" y="0"/>
          <a:chExt cx="0" cy="0"/>
        </a:xfrm>
      </p:grpSpPr>
      <p:pic>
        <p:nvPicPr>
          <p:cNvPr id="523" name="Google Shape;523;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4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4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4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4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4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46"/>
          <p:cNvGrpSpPr/>
          <p:nvPr/>
        </p:nvGrpSpPr>
        <p:grpSpPr>
          <a:xfrm>
            <a:off x="323653" y="1804438"/>
            <a:ext cx="457200" cy="457200"/>
            <a:chOff x="1020916" y="1442088"/>
            <a:chExt cx="457200" cy="457200"/>
          </a:xfrm>
        </p:grpSpPr>
        <p:pic>
          <p:nvPicPr>
            <p:cNvPr id="533" name="Google Shape;533;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46"/>
          <p:cNvGrpSpPr/>
          <p:nvPr/>
        </p:nvGrpSpPr>
        <p:grpSpPr>
          <a:xfrm>
            <a:off x="323653" y="2766575"/>
            <a:ext cx="457200" cy="457200"/>
            <a:chOff x="1020916" y="1442088"/>
            <a:chExt cx="457200" cy="457200"/>
          </a:xfrm>
        </p:grpSpPr>
        <p:pic>
          <p:nvPicPr>
            <p:cNvPr id="536" name="Google Shape;536;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46"/>
          <p:cNvGrpSpPr/>
          <p:nvPr/>
        </p:nvGrpSpPr>
        <p:grpSpPr>
          <a:xfrm>
            <a:off x="323641" y="3729038"/>
            <a:ext cx="457200" cy="457200"/>
            <a:chOff x="1020916" y="1442088"/>
            <a:chExt cx="457200" cy="457200"/>
          </a:xfrm>
        </p:grpSpPr>
        <p:pic>
          <p:nvPicPr>
            <p:cNvPr id="539" name="Google Shape;539;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541" name="Shape 541"/>
        <p:cNvGrpSpPr/>
        <p:nvPr/>
      </p:nvGrpSpPr>
      <p:grpSpPr>
        <a:xfrm>
          <a:off x="0" y="0"/>
          <a:ext cx="0" cy="0"/>
          <a:chOff x="0" y="0"/>
          <a:chExt cx="0" cy="0"/>
        </a:xfrm>
      </p:grpSpPr>
      <p:pic>
        <p:nvPicPr>
          <p:cNvPr id="542" name="Google Shape;542;p4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3" name="Google Shape;543;p4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5" name="Google Shape;5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6" name="Google Shape;5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47" name="Google Shape;547;p4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8" name="Google Shape;548;p4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49" name="Google Shape;549;p4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0" name="Google Shape;550;p4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1" name="Google Shape;551;p4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52" name="Google Shape;552;p47"/>
          <p:cNvGrpSpPr/>
          <p:nvPr/>
        </p:nvGrpSpPr>
        <p:grpSpPr>
          <a:xfrm>
            <a:off x="323653" y="1652038"/>
            <a:ext cx="457200" cy="457200"/>
            <a:chOff x="1020916" y="1442088"/>
            <a:chExt cx="457200" cy="457200"/>
          </a:xfrm>
        </p:grpSpPr>
        <p:pic>
          <p:nvPicPr>
            <p:cNvPr id="553" name="Google Shape;553;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4" name="Google Shape;554;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5" name="Google Shape;555;p47"/>
          <p:cNvGrpSpPr/>
          <p:nvPr/>
        </p:nvGrpSpPr>
        <p:grpSpPr>
          <a:xfrm>
            <a:off x="323653" y="2461775"/>
            <a:ext cx="457200" cy="457200"/>
            <a:chOff x="1020916" y="1442088"/>
            <a:chExt cx="457200" cy="457200"/>
          </a:xfrm>
        </p:grpSpPr>
        <p:pic>
          <p:nvPicPr>
            <p:cNvPr id="556" name="Google Shape;556;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58" name="Google Shape;558;p47"/>
          <p:cNvGrpSpPr/>
          <p:nvPr/>
        </p:nvGrpSpPr>
        <p:grpSpPr>
          <a:xfrm>
            <a:off x="323641" y="3271838"/>
            <a:ext cx="457200" cy="457200"/>
            <a:chOff x="1020916" y="1442088"/>
            <a:chExt cx="457200" cy="457200"/>
          </a:xfrm>
        </p:grpSpPr>
        <p:pic>
          <p:nvPicPr>
            <p:cNvPr id="559" name="Google Shape;559;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61" name="Google Shape;561;p47"/>
          <p:cNvGrpSpPr/>
          <p:nvPr/>
        </p:nvGrpSpPr>
        <p:grpSpPr>
          <a:xfrm>
            <a:off x="323641" y="4081763"/>
            <a:ext cx="457200" cy="457200"/>
            <a:chOff x="1020916" y="1442088"/>
            <a:chExt cx="457200" cy="457200"/>
          </a:xfrm>
        </p:grpSpPr>
        <p:pic>
          <p:nvPicPr>
            <p:cNvPr id="562" name="Google Shape;562;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564" name="Shape 564"/>
        <p:cNvGrpSpPr/>
        <p:nvPr/>
      </p:nvGrpSpPr>
      <p:grpSpPr>
        <a:xfrm>
          <a:off x="0" y="0"/>
          <a:ext cx="0" cy="0"/>
          <a:chOff x="0" y="0"/>
          <a:chExt cx="0" cy="0"/>
        </a:xfrm>
      </p:grpSpPr>
      <p:pic>
        <p:nvPicPr>
          <p:cNvPr id="565" name="Google Shape;565;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2" name="Google Shape;572;p4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3" name="Google Shape;573;p4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4" name="Google Shape;574;p4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75" name="Google Shape;575;p48"/>
          <p:cNvGrpSpPr/>
          <p:nvPr/>
        </p:nvGrpSpPr>
        <p:grpSpPr>
          <a:xfrm>
            <a:off x="323653" y="1652038"/>
            <a:ext cx="457200" cy="457200"/>
            <a:chOff x="1020916" y="1442088"/>
            <a:chExt cx="457200" cy="457200"/>
          </a:xfrm>
        </p:grpSpPr>
        <p:pic>
          <p:nvPicPr>
            <p:cNvPr id="576" name="Google Shape;576;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7" name="Google Shape;577;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8" name="Google Shape;578;p48"/>
          <p:cNvGrpSpPr/>
          <p:nvPr/>
        </p:nvGrpSpPr>
        <p:grpSpPr>
          <a:xfrm>
            <a:off x="323653" y="2461775"/>
            <a:ext cx="457200" cy="457200"/>
            <a:chOff x="1020916" y="1442088"/>
            <a:chExt cx="457200" cy="457200"/>
          </a:xfrm>
        </p:grpSpPr>
        <p:pic>
          <p:nvPicPr>
            <p:cNvPr id="579" name="Google Shape;579;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0" name="Google Shape;580;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1" name="Google Shape;581;p48"/>
          <p:cNvGrpSpPr/>
          <p:nvPr/>
        </p:nvGrpSpPr>
        <p:grpSpPr>
          <a:xfrm>
            <a:off x="323641" y="3271838"/>
            <a:ext cx="457200" cy="457200"/>
            <a:chOff x="1020916" y="1442088"/>
            <a:chExt cx="457200" cy="457200"/>
          </a:xfrm>
        </p:grpSpPr>
        <p:pic>
          <p:nvPicPr>
            <p:cNvPr id="582" name="Google Shape;582;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3" name="Google Shape;583;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84" name="Google Shape;584;p48"/>
          <p:cNvGrpSpPr/>
          <p:nvPr/>
        </p:nvGrpSpPr>
        <p:grpSpPr>
          <a:xfrm>
            <a:off x="323641" y="4081763"/>
            <a:ext cx="457200" cy="457200"/>
            <a:chOff x="1020916" y="1442088"/>
            <a:chExt cx="457200" cy="457200"/>
          </a:xfrm>
        </p:grpSpPr>
        <p:pic>
          <p:nvPicPr>
            <p:cNvPr id="585" name="Google Shape;585;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6" name="Google Shape;586;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87" name="Shape 587"/>
        <p:cNvGrpSpPr/>
        <p:nvPr/>
      </p:nvGrpSpPr>
      <p:grpSpPr>
        <a:xfrm>
          <a:off x="0" y="0"/>
          <a:ext cx="0" cy="0"/>
          <a:chOff x="0" y="0"/>
          <a:chExt cx="0" cy="0"/>
        </a:xfrm>
      </p:grpSpPr>
      <p:pic>
        <p:nvPicPr>
          <p:cNvPr id="588" name="Google Shape;58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9" name="Google Shape;589;p4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1" name="Google Shape;591;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2" name="Google Shape;592;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93" name="Google Shape;593;p4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4" name="Google Shape;594;p4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5" name="Google Shape;595;p4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6" name="Google Shape;596;p4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7" name="Google Shape;597;p4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98" name="Google Shape;598;p49"/>
          <p:cNvGrpSpPr/>
          <p:nvPr/>
        </p:nvGrpSpPr>
        <p:grpSpPr>
          <a:xfrm>
            <a:off x="323653" y="1652038"/>
            <a:ext cx="457200" cy="457200"/>
            <a:chOff x="1020916" y="1442088"/>
            <a:chExt cx="457200" cy="457200"/>
          </a:xfrm>
        </p:grpSpPr>
        <p:pic>
          <p:nvPicPr>
            <p:cNvPr id="599" name="Google Shape;599;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01" name="Google Shape;601;p49"/>
          <p:cNvGrpSpPr/>
          <p:nvPr/>
        </p:nvGrpSpPr>
        <p:grpSpPr>
          <a:xfrm>
            <a:off x="323653" y="2461775"/>
            <a:ext cx="457200" cy="457200"/>
            <a:chOff x="1020916" y="1442088"/>
            <a:chExt cx="457200" cy="457200"/>
          </a:xfrm>
        </p:grpSpPr>
        <p:pic>
          <p:nvPicPr>
            <p:cNvPr id="602" name="Google Shape;602;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3" name="Google Shape;603;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4" name="Google Shape;604;p49"/>
          <p:cNvGrpSpPr/>
          <p:nvPr/>
        </p:nvGrpSpPr>
        <p:grpSpPr>
          <a:xfrm>
            <a:off x="323641" y="3271838"/>
            <a:ext cx="457200" cy="457200"/>
            <a:chOff x="1020916" y="1442088"/>
            <a:chExt cx="457200" cy="457200"/>
          </a:xfrm>
        </p:grpSpPr>
        <p:pic>
          <p:nvPicPr>
            <p:cNvPr id="605" name="Google Shape;605;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6" name="Google Shape;606;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07" name="Google Shape;607;p49"/>
          <p:cNvGrpSpPr/>
          <p:nvPr/>
        </p:nvGrpSpPr>
        <p:grpSpPr>
          <a:xfrm>
            <a:off x="323641" y="4081763"/>
            <a:ext cx="457200" cy="457200"/>
            <a:chOff x="1020916" y="1442088"/>
            <a:chExt cx="457200" cy="457200"/>
          </a:xfrm>
        </p:grpSpPr>
        <p:pic>
          <p:nvPicPr>
            <p:cNvPr id="608" name="Google Shape;608;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9" name="Google Shape;609;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610" name="Shape 610"/>
        <p:cNvGrpSpPr/>
        <p:nvPr/>
      </p:nvGrpSpPr>
      <p:grpSpPr>
        <a:xfrm>
          <a:off x="0" y="0"/>
          <a:ext cx="0" cy="0"/>
          <a:chOff x="0" y="0"/>
          <a:chExt cx="0" cy="0"/>
        </a:xfrm>
      </p:grpSpPr>
      <p:pic>
        <p:nvPicPr>
          <p:cNvPr id="611" name="Google Shape;611;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12" name="Google Shape;612;p5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5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14" name="Google Shape;614;p5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5" name="Google Shape;615;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6" name="Google Shape;616;p5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5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8" name="Google Shape;618;p5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9" name="Google Shape;619;p5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20" name="Google Shape;620;p5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21" name="Google Shape;621;p50"/>
          <p:cNvGrpSpPr/>
          <p:nvPr/>
        </p:nvGrpSpPr>
        <p:grpSpPr>
          <a:xfrm>
            <a:off x="323653" y="1652038"/>
            <a:ext cx="457200" cy="457200"/>
            <a:chOff x="1020916" y="1442088"/>
            <a:chExt cx="457200" cy="457200"/>
          </a:xfrm>
        </p:grpSpPr>
        <p:pic>
          <p:nvPicPr>
            <p:cNvPr id="622" name="Google Shape;622;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24" name="Google Shape;624;p50"/>
          <p:cNvGrpSpPr/>
          <p:nvPr/>
        </p:nvGrpSpPr>
        <p:grpSpPr>
          <a:xfrm>
            <a:off x="323653" y="2461775"/>
            <a:ext cx="457200" cy="457200"/>
            <a:chOff x="1020916" y="1442088"/>
            <a:chExt cx="457200" cy="457200"/>
          </a:xfrm>
        </p:grpSpPr>
        <p:pic>
          <p:nvPicPr>
            <p:cNvPr id="625" name="Google Shape;625;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6" name="Google Shape;626;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7" name="Google Shape;627;p50"/>
          <p:cNvGrpSpPr/>
          <p:nvPr/>
        </p:nvGrpSpPr>
        <p:grpSpPr>
          <a:xfrm>
            <a:off x="323641" y="3271838"/>
            <a:ext cx="457200" cy="457200"/>
            <a:chOff x="1020916" y="1442088"/>
            <a:chExt cx="457200" cy="457200"/>
          </a:xfrm>
        </p:grpSpPr>
        <p:pic>
          <p:nvPicPr>
            <p:cNvPr id="628" name="Google Shape;628;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9" name="Google Shape;629;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30" name="Google Shape;630;p50"/>
          <p:cNvGrpSpPr/>
          <p:nvPr/>
        </p:nvGrpSpPr>
        <p:grpSpPr>
          <a:xfrm>
            <a:off x="323641" y="4081763"/>
            <a:ext cx="457200" cy="457200"/>
            <a:chOff x="1020916" y="1442088"/>
            <a:chExt cx="457200" cy="457200"/>
          </a:xfrm>
        </p:grpSpPr>
        <p:pic>
          <p:nvPicPr>
            <p:cNvPr id="631" name="Google Shape;631;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32" name="Google Shape;632;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633" name="Shape 633"/>
        <p:cNvGrpSpPr/>
        <p:nvPr/>
      </p:nvGrpSpPr>
      <p:grpSpPr>
        <a:xfrm>
          <a:off x="0" y="0"/>
          <a:ext cx="0" cy="0"/>
          <a:chOff x="0" y="0"/>
          <a:chExt cx="0" cy="0"/>
        </a:xfrm>
      </p:grpSpPr>
      <p:pic>
        <p:nvPicPr>
          <p:cNvPr id="634" name="Google Shape;634;p51"/>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35" name="Google Shape;635;p5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37" name="Google Shape;637;p5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8" name="Google Shape;638;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9" name="Google Shape;639;p5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0" name="Google Shape;640;p51"/>
          <p:cNvSpPr/>
          <p:nvPr>
            <p:ph idx="3" type="pic"/>
          </p:nvPr>
        </p:nvSpPr>
        <p:spPr>
          <a:xfrm>
            <a:off x="324000" y="1893950"/>
            <a:ext cx="2555400" cy="1939500"/>
          </a:xfrm>
          <a:prstGeom prst="rect">
            <a:avLst/>
          </a:prstGeom>
          <a:noFill/>
          <a:ln>
            <a:noFill/>
          </a:ln>
        </p:spPr>
      </p:sp>
      <p:sp>
        <p:nvSpPr>
          <p:cNvPr id="641" name="Google Shape;641;p51"/>
          <p:cNvSpPr/>
          <p:nvPr>
            <p:ph idx="4" type="pic"/>
          </p:nvPr>
        </p:nvSpPr>
        <p:spPr>
          <a:xfrm>
            <a:off x="6256800" y="1893950"/>
            <a:ext cx="2555400" cy="1939500"/>
          </a:xfrm>
          <a:prstGeom prst="rect">
            <a:avLst/>
          </a:prstGeom>
          <a:noFill/>
          <a:ln>
            <a:noFill/>
          </a:ln>
        </p:spPr>
      </p:sp>
      <p:sp>
        <p:nvSpPr>
          <p:cNvPr id="642" name="Google Shape;642;p51"/>
          <p:cNvSpPr/>
          <p:nvPr>
            <p:ph idx="5" type="pic"/>
          </p:nvPr>
        </p:nvSpPr>
        <p:spPr>
          <a:xfrm>
            <a:off x="3294300" y="1893950"/>
            <a:ext cx="2555400" cy="1939500"/>
          </a:xfrm>
          <a:prstGeom prst="rect">
            <a:avLst/>
          </a:prstGeom>
          <a:noFill/>
          <a:ln>
            <a:noFill/>
          </a:ln>
        </p:spPr>
      </p:sp>
      <p:grpSp>
        <p:nvGrpSpPr>
          <p:cNvPr id="643" name="Google Shape;643;p51"/>
          <p:cNvGrpSpPr/>
          <p:nvPr/>
        </p:nvGrpSpPr>
        <p:grpSpPr>
          <a:xfrm>
            <a:off x="1381028" y="4148538"/>
            <a:ext cx="457200" cy="457200"/>
            <a:chOff x="1020916" y="1442088"/>
            <a:chExt cx="457200" cy="457200"/>
          </a:xfrm>
        </p:grpSpPr>
        <p:pic>
          <p:nvPicPr>
            <p:cNvPr id="644" name="Google Shape;644;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5" name="Google Shape;645;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46" name="Google Shape;646;p51"/>
          <p:cNvGrpSpPr/>
          <p:nvPr/>
        </p:nvGrpSpPr>
        <p:grpSpPr>
          <a:xfrm>
            <a:off x="4331066" y="4148550"/>
            <a:ext cx="457200" cy="457200"/>
            <a:chOff x="1020916" y="1442088"/>
            <a:chExt cx="457200" cy="457200"/>
          </a:xfrm>
        </p:grpSpPr>
        <p:pic>
          <p:nvPicPr>
            <p:cNvPr id="647" name="Google Shape;647;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8" name="Google Shape;648;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49" name="Google Shape;649;p51"/>
          <p:cNvGrpSpPr/>
          <p:nvPr/>
        </p:nvGrpSpPr>
        <p:grpSpPr>
          <a:xfrm>
            <a:off x="7305791" y="4148538"/>
            <a:ext cx="457200" cy="457200"/>
            <a:chOff x="1020916" y="1442088"/>
            <a:chExt cx="457200" cy="457200"/>
          </a:xfrm>
        </p:grpSpPr>
        <p:pic>
          <p:nvPicPr>
            <p:cNvPr id="650" name="Google Shape;650;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1" name="Google Shape;651;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652" name="Shape 652"/>
        <p:cNvGrpSpPr/>
        <p:nvPr/>
      </p:nvGrpSpPr>
      <p:grpSpPr>
        <a:xfrm>
          <a:off x="0" y="0"/>
          <a:ext cx="0" cy="0"/>
          <a:chOff x="0" y="0"/>
          <a:chExt cx="0" cy="0"/>
        </a:xfrm>
      </p:grpSpPr>
      <p:pic>
        <p:nvPicPr>
          <p:cNvPr id="653" name="Google Shape;653;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4" name="Google Shape;654;p5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56" name="Google Shape;656;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7" name="Google Shape;657;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58" name="Google Shape;658;p5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9" name="Google Shape;659;p52"/>
          <p:cNvSpPr/>
          <p:nvPr>
            <p:ph idx="3" type="pic"/>
          </p:nvPr>
        </p:nvSpPr>
        <p:spPr>
          <a:xfrm>
            <a:off x="324000" y="1893950"/>
            <a:ext cx="2555400" cy="1939500"/>
          </a:xfrm>
          <a:prstGeom prst="rect">
            <a:avLst/>
          </a:prstGeom>
          <a:noFill/>
          <a:ln>
            <a:noFill/>
          </a:ln>
        </p:spPr>
      </p:sp>
      <p:sp>
        <p:nvSpPr>
          <p:cNvPr id="660" name="Google Shape;660;p52"/>
          <p:cNvSpPr/>
          <p:nvPr>
            <p:ph idx="4" type="pic"/>
          </p:nvPr>
        </p:nvSpPr>
        <p:spPr>
          <a:xfrm>
            <a:off x="6256800" y="1893950"/>
            <a:ext cx="2555400" cy="1939500"/>
          </a:xfrm>
          <a:prstGeom prst="rect">
            <a:avLst/>
          </a:prstGeom>
          <a:noFill/>
          <a:ln>
            <a:noFill/>
          </a:ln>
        </p:spPr>
      </p:sp>
      <p:sp>
        <p:nvSpPr>
          <p:cNvPr id="661" name="Google Shape;661;p52"/>
          <p:cNvSpPr/>
          <p:nvPr>
            <p:ph idx="5" type="pic"/>
          </p:nvPr>
        </p:nvSpPr>
        <p:spPr>
          <a:xfrm>
            <a:off x="3294300" y="1893950"/>
            <a:ext cx="2555400" cy="1939500"/>
          </a:xfrm>
          <a:prstGeom prst="rect">
            <a:avLst/>
          </a:prstGeom>
          <a:noFill/>
          <a:ln>
            <a:noFill/>
          </a:ln>
        </p:spPr>
      </p:sp>
      <p:grpSp>
        <p:nvGrpSpPr>
          <p:cNvPr id="662" name="Google Shape;662;p52"/>
          <p:cNvGrpSpPr/>
          <p:nvPr/>
        </p:nvGrpSpPr>
        <p:grpSpPr>
          <a:xfrm>
            <a:off x="1381028" y="4148538"/>
            <a:ext cx="457200" cy="457200"/>
            <a:chOff x="1020916" y="1442088"/>
            <a:chExt cx="457200" cy="457200"/>
          </a:xfrm>
        </p:grpSpPr>
        <p:pic>
          <p:nvPicPr>
            <p:cNvPr id="663" name="Google Shape;663;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4" name="Google Shape;664;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65" name="Google Shape;665;p52"/>
          <p:cNvGrpSpPr/>
          <p:nvPr/>
        </p:nvGrpSpPr>
        <p:grpSpPr>
          <a:xfrm>
            <a:off x="4331066" y="4148550"/>
            <a:ext cx="457200" cy="457200"/>
            <a:chOff x="1020916" y="1442088"/>
            <a:chExt cx="457200" cy="457200"/>
          </a:xfrm>
        </p:grpSpPr>
        <p:pic>
          <p:nvPicPr>
            <p:cNvPr id="666" name="Google Shape;666;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7" name="Google Shape;667;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68" name="Google Shape;668;p52"/>
          <p:cNvGrpSpPr/>
          <p:nvPr/>
        </p:nvGrpSpPr>
        <p:grpSpPr>
          <a:xfrm>
            <a:off x="7305791" y="4148538"/>
            <a:ext cx="457200" cy="457200"/>
            <a:chOff x="1020916" y="1442088"/>
            <a:chExt cx="457200" cy="457200"/>
          </a:xfrm>
        </p:grpSpPr>
        <p:pic>
          <p:nvPicPr>
            <p:cNvPr id="669" name="Google Shape;669;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0" name="Google Shape;670;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671" name="Shape 671"/>
        <p:cNvGrpSpPr/>
        <p:nvPr/>
      </p:nvGrpSpPr>
      <p:grpSpPr>
        <a:xfrm>
          <a:off x="0" y="0"/>
          <a:ext cx="0" cy="0"/>
          <a:chOff x="0" y="0"/>
          <a:chExt cx="0" cy="0"/>
        </a:xfrm>
      </p:grpSpPr>
      <p:pic>
        <p:nvPicPr>
          <p:cNvPr id="672" name="Google Shape;672;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3" name="Google Shape;673;p5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75" name="Google Shape;675;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76" name="Google Shape;676;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77" name="Google Shape;677;p5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8" name="Google Shape;678;p53"/>
          <p:cNvSpPr/>
          <p:nvPr>
            <p:ph idx="3" type="pic"/>
          </p:nvPr>
        </p:nvSpPr>
        <p:spPr>
          <a:xfrm>
            <a:off x="324000" y="1893950"/>
            <a:ext cx="2555400" cy="1939500"/>
          </a:xfrm>
          <a:prstGeom prst="rect">
            <a:avLst/>
          </a:prstGeom>
          <a:noFill/>
          <a:ln>
            <a:noFill/>
          </a:ln>
        </p:spPr>
      </p:sp>
      <p:sp>
        <p:nvSpPr>
          <p:cNvPr id="679" name="Google Shape;679;p53"/>
          <p:cNvSpPr/>
          <p:nvPr>
            <p:ph idx="4" type="pic"/>
          </p:nvPr>
        </p:nvSpPr>
        <p:spPr>
          <a:xfrm>
            <a:off x="6256800" y="1893950"/>
            <a:ext cx="2555400" cy="1939500"/>
          </a:xfrm>
          <a:prstGeom prst="rect">
            <a:avLst/>
          </a:prstGeom>
          <a:noFill/>
          <a:ln>
            <a:noFill/>
          </a:ln>
        </p:spPr>
      </p:sp>
      <p:sp>
        <p:nvSpPr>
          <p:cNvPr id="680" name="Google Shape;680;p53"/>
          <p:cNvSpPr/>
          <p:nvPr>
            <p:ph idx="5" type="pic"/>
          </p:nvPr>
        </p:nvSpPr>
        <p:spPr>
          <a:xfrm>
            <a:off x="3294300" y="1893950"/>
            <a:ext cx="2555400" cy="1939500"/>
          </a:xfrm>
          <a:prstGeom prst="rect">
            <a:avLst/>
          </a:prstGeom>
          <a:noFill/>
          <a:ln>
            <a:noFill/>
          </a:ln>
        </p:spPr>
      </p:sp>
      <p:grpSp>
        <p:nvGrpSpPr>
          <p:cNvPr id="681" name="Google Shape;681;p53"/>
          <p:cNvGrpSpPr/>
          <p:nvPr/>
        </p:nvGrpSpPr>
        <p:grpSpPr>
          <a:xfrm>
            <a:off x="1381028" y="4148538"/>
            <a:ext cx="457200" cy="457200"/>
            <a:chOff x="1020916" y="1442088"/>
            <a:chExt cx="457200" cy="457200"/>
          </a:xfrm>
        </p:grpSpPr>
        <p:pic>
          <p:nvPicPr>
            <p:cNvPr id="682" name="Google Shape;682;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3" name="Google Shape;683;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84" name="Google Shape;684;p53"/>
          <p:cNvGrpSpPr/>
          <p:nvPr/>
        </p:nvGrpSpPr>
        <p:grpSpPr>
          <a:xfrm>
            <a:off x="4331066" y="4148550"/>
            <a:ext cx="457200" cy="457200"/>
            <a:chOff x="1020916" y="1442088"/>
            <a:chExt cx="457200" cy="457200"/>
          </a:xfrm>
        </p:grpSpPr>
        <p:pic>
          <p:nvPicPr>
            <p:cNvPr id="685" name="Google Shape;685;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6" name="Google Shape;686;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87" name="Google Shape;687;p53"/>
          <p:cNvGrpSpPr/>
          <p:nvPr/>
        </p:nvGrpSpPr>
        <p:grpSpPr>
          <a:xfrm>
            <a:off x="7305791" y="4148538"/>
            <a:ext cx="457200" cy="457200"/>
            <a:chOff x="1020916" y="1442088"/>
            <a:chExt cx="457200" cy="457200"/>
          </a:xfrm>
        </p:grpSpPr>
        <p:pic>
          <p:nvPicPr>
            <p:cNvPr id="688" name="Google Shape;688;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9" name="Google Shape;689;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90" name="Shape 690"/>
        <p:cNvGrpSpPr/>
        <p:nvPr/>
      </p:nvGrpSpPr>
      <p:grpSpPr>
        <a:xfrm>
          <a:off x="0" y="0"/>
          <a:ext cx="0" cy="0"/>
          <a:chOff x="0" y="0"/>
          <a:chExt cx="0" cy="0"/>
        </a:xfrm>
      </p:grpSpPr>
      <p:pic>
        <p:nvPicPr>
          <p:cNvPr id="691" name="Google Shape;691;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2" name="Google Shape;692;p5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94" name="Google Shape;694;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96" name="Google Shape;696;p5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7" name="Google Shape;697;p54"/>
          <p:cNvSpPr/>
          <p:nvPr>
            <p:ph idx="3" type="pic"/>
          </p:nvPr>
        </p:nvSpPr>
        <p:spPr>
          <a:xfrm>
            <a:off x="324000" y="1893950"/>
            <a:ext cx="2555400" cy="1939500"/>
          </a:xfrm>
          <a:prstGeom prst="rect">
            <a:avLst/>
          </a:prstGeom>
          <a:noFill/>
          <a:ln>
            <a:noFill/>
          </a:ln>
        </p:spPr>
      </p:sp>
      <p:sp>
        <p:nvSpPr>
          <p:cNvPr id="698" name="Google Shape;698;p54"/>
          <p:cNvSpPr/>
          <p:nvPr>
            <p:ph idx="4" type="pic"/>
          </p:nvPr>
        </p:nvSpPr>
        <p:spPr>
          <a:xfrm>
            <a:off x="6256800" y="1893950"/>
            <a:ext cx="2555400" cy="1939500"/>
          </a:xfrm>
          <a:prstGeom prst="rect">
            <a:avLst/>
          </a:prstGeom>
          <a:noFill/>
          <a:ln>
            <a:noFill/>
          </a:ln>
        </p:spPr>
      </p:sp>
      <p:sp>
        <p:nvSpPr>
          <p:cNvPr id="699" name="Google Shape;699;p54"/>
          <p:cNvSpPr/>
          <p:nvPr>
            <p:ph idx="5" type="pic"/>
          </p:nvPr>
        </p:nvSpPr>
        <p:spPr>
          <a:xfrm>
            <a:off x="3294300" y="1893950"/>
            <a:ext cx="2555400" cy="1939500"/>
          </a:xfrm>
          <a:prstGeom prst="rect">
            <a:avLst/>
          </a:prstGeom>
          <a:noFill/>
          <a:ln>
            <a:noFill/>
          </a:ln>
        </p:spPr>
      </p:sp>
      <p:grpSp>
        <p:nvGrpSpPr>
          <p:cNvPr id="700" name="Google Shape;700;p54"/>
          <p:cNvGrpSpPr/>
          <p:nvPr/>
        </p:nvGrpSpPr>
        <p:grpSpPr>
          <a:xfrm>
            <a:off x="1381028" y="4148538"/>
            <a:ext cx="457200" cy="457200"/>
            <a:chOff x="1020916" y="1442088"/>
            <a:chExt cx="457200" cy="457200"/>
          </a:xfrm>
        </p:grpSpPr>
        <p:pic>
          <p:nvPicPr>
            <p:cNvPr id="701" name="Google Shape;701;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2" name="Google Shape;702;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03" name="Google Shape;703;p54"/>
          <p:cNvGrpSpPr/>
          <p:nvPr/>
        </p:nvGrpSpPr>
        <p:grpSpPr>
          <a:xfrm>
            <a:off x="4331066" y="4148550"/>
            <a:ext cx="457200" cy="457200"/>
            <a:chOff x="1020916" y="1442088"/>
            <a:chExt cx="457200" cy="457200"/>
          </a:xfrm>
        </p:grpSpPr>
        <p:pic>
          <p:nvPicPr>
            <p:cNvPr id="704" name="Google Shape;704;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5" name="Google Shape;705;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06" name="Google Shape;706;p54"/>
          <p:cNvGrpSpPr/>
          <p:nvPr/>
        </p:nvGrpSpPr>
        <p:grpSpPr>
          <a:xfrm>
            <a:off x="7305791" y="4148538"/>
            <a:ext cx="457200" cy="457200"/>
            <a:chOff x="1020916" y="1442088"/>
            <a:chExt cx="457200" cy="457200"/>
          </a:xfrm>
        </p:grpSpPr>
        <p:pic>
          <p:nvPicPr>
            <p:cNvPr id="707" name="Google Shape;707;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8" name="Google Shape;708;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709" name="Shape 709"/>
        <p:cNvGrpSpPr/>
        <p:nvPr/>
      </p:nvGrpSpPr>
      <p:grpSpPr>
        <a:xfrm>
          <a:off x="0" y="0"/>
          <a:ext cx="0" cy="0"/>
          <a:chOff x="0" y="0"/>
          <a:chExt cx="0" cy="0"/>
        </a:xfrm>
      </p:grpSpPr>
      <p:pic>
        <p:nvPicPr>
          <p:cNvPr id="710" name="Google Shape;710;p5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11" name="Google Shape;711;p5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13" name="Google Shape;713;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4" name="Google Shape;714;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15" name="Google Shape;715;p5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716" name="Shape 716"/>
        <p:cNvGrpSpPr/>
        <p:nvPr/>
      </p:nvGrpSpPr>
      <p:grpSpPr>
        <a:xfrm>
          <a:off x="0" y="0"/>
          <a:ext cx="0" cy="0"/>
          <a:chOff x="0" y="0"/>
          <a:chExt cx="0" cy="0"/>
        </a:xfrm>
      </p:grpSpPr>
      <p:pic>
        <p:nvPicPr>
          <p:cNvPr id="717" name="Google Shape;717;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8" name="Google Shape;718;p5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0" name="Google Shape;720;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1" name="Google Shape;721;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722" name="Google Shape;722;p5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723" name="Shape 723"/>
        <p:cNvGrpSpPr/>
        <p:nvPr/>
      </p:nvGrpSpPr>
      <p:grpSpPr>
        <a:xfrm>
          <a:off x="0" y="0"/>
          <a:ext cx="0" cy="0"/>
          <a:chOff x="0" y="0"/>
          <a:chExt cx="0" cy="0"/>
        </a:xfrm>
      </p:grpSpPr>
      <p:pic>
        <p:nvPicPr>
          <p:cNvPr id="724" name="Google Shape;724;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25" name="Google Shape;725;p5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7" name="Google Shape;727;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8" name="Google Shape;728;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29" name="Google Shape;729;p5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730" name="Shape 730"/>
        <p:cNvGrpSpPr/>
        <p:nvPr/>
      </p:nvGrpSpPr>
      <p:grpSpPr>
        <a:xfrm>
          <a:off x="0" y="0"/>
          <a:ext cx="0" cy="0"/>
          <a:chOff x="0" y="0"/>
          <a:chExt cx="0" cy="0"/>
        </a:xfrm>
      </p:grpSpPr>
      <p:pic>
        <p:nvPicPr>
          <p:cNvPr id="731" name="Google Shape;731;p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32" name="Google Shape;732;p5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34" name="Google Shape;734;p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35" name="Google Shape;735;p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36" name="Google Shape;736;p5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737" name="Shape 737"/>
        <p:cNvGrpSpPr/>
        <p:nvPr/>
      </p:nvGrpSpPr>
      <p:grpSpPr>
        <a:xfrm>
          <a:off x="0" y="0"/>
          <a:ext cx="0" cy="0"/>
          <a:chOff x="0" y="0"/>
          <a:chExt cx="0" cy="0"/>
        </a:xfrm>
      </p:grpSpPr>
      <p:pic>
        <p:nvPicPr>
          <p:cNvPr id="738" name="Google Shape;738;p5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39" name="Google Shape;739;p5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41" name="Google Shape;741;p5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42" name="Google Shape;742;p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743" name="Google Shape;743;p5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44" name="Google Shape;744;p5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745" name="Shape 745"/>
        <p:cNvGrpSpPr/>
        <p:nvPr/>
      </p:nvGrpSpPr>
      <p:grpSpPr>
        <a:xfrm>
          <a:off x="0" y="0"/>
          <a:ext cx="0" cy="0"/>
          <a:chOff x="0" y="0"/>
          <a:chExt cx="0" cy="0"/>
        </a:xfrm>
      </p:grpSpPr>
      <p:pic>
        <p:nvPicPr>
          <p:cNvPr id="746" name="Google Shape;746;p6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47" name="Google Shape;747;p6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49" name="Google Shape;749;p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750" name="Google Shape;750;p6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1" name="Google Shape;751;p6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52" name="Google Shape;752;p6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753" name="Shape 753"/>
        <p:cNvGrpSpPr/>
        <p:nvPr/>
      </p:nvGrpSpPr>
      <p:grpSpPr>
        <a:xfrm>
          <a:off x="0" y="0"/>
          <a:ext cx="0" cy="0"/>
          <a:chOff x="0" y="0"/>
          <a:chExt cx="0" cy="0"/>
        </a:xfrm>
      </p:grpSpPr>
      <p:pic>
        <p:nvPicPr>
          <p:cNvPr id="754" name="Google Shape;754;p6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55" name="Google Shape;755;p6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6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57" name="Google Shape;757;p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758" name="Google Shape;758;p6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9" name="Google Shape;759;p6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0" name="Google Shape;760;p6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761" name="Shape 761"/>
        <p:cNvGrpSpPr/>
        <p:nvPr/>
      </p:nvGrpSpPr>
      <p:grpSpPr>
        <a:xfrm>
          <a:off x="0" y="0"/>
          <a:ext cx="0" cy="0"/>
          <a:chOff x="0" y="0"/>
          <a:chExt cx="0" cy="0"/>
        </a:xfrm>
      </p:grpSpPr>
      <p:pic>
        <p:nvPicPr>
          <p:cNvPr id="762" name="Google Shape;762;p6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63" name="Google Shape;763;p6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65" name="Google Shape;765;p6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766" name="Google Shape;766;p6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67" name="Google Shape;767;p6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8" name="Google Shape;768;p6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769" name="Shape 769"/>
        <p:cNvGrpSpPr/>
        <p:nvPr/>
      </p:nvGrpSpPr>
      <p:grpSpPr>
        <a:xfrm>
          <a:off x="0" y="0"/>
          <a:ext cx="0" cy="0"/>
          <a:chOff x="0" y="0"/>
          <a:chExt cx="0" cy="0"/>
        </a:xfrm>
      </p:grpSpPr>
      <p:pic>
        <p:nvPicPr>
          <p:cNvPr id="770" name="Google Shape;770;p6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71" name="Google Shape;771;p6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6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73" name="Google Shape;773;p6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74" name="Google Shape;774;p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775" name="Google Shape;775;p6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76" name="Google Shape;776;p6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777" name="Shape 777"/>
        <p:cNvGrpSpPr/>
        <p:nvPr/>
      </p:nvGrpSpPr>
      <p:grpSpPr>
        <a:xfrm>
          <a:off x="0" y="0"/>
          <a:ext cx="0" cy="0"/>
          <a:chOff x="0" y="0"/>
          <a:chExt cx="0" cy="0"/>
        </a:xfrm>
      </p:grpSpPr>
      <p:pic>
        <p:nvPicPr>
          <p:cNvPr id="778" name="Google Shape;778;p6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79" name="Google Shape;779;p6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6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1" name="Google Shape;781;p6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82" name="Google Shape;782;p6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83" name="Google Shape;783;p6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84" name="Google Shape;784;p6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85" name="Shape 785"/>
        <p:cNvGrpSpPr/>
        <p:nvPr/>
      </p:nvGrpSpPr>
      <p:grpSpPr>
        <a:xfrm>
          <a:off x="0" y="0"/>
          <a:ext cx="0" cy="0"/>
          <a:chOff x="0" y="0"/>
          <a:chExt cx="0" cy="0"/>
        </a:xfrm>
      </p:grpSpPr>
      <p:pic>
        <p:nvPicPr>
          <p:cNvPr id="786" name="Google Shape;786;p6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7" name="Google Shape;787;p6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6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9" name="Google Shape;789;p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90" name="Google Shape;790;p6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91" name="Google Shape;791;p6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92" name="Google Shape;792;p6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93" name="Shape 793"/>
        <p:cNvGrpSpPr/>
        <p:nvPr/>
      </p:nvGrpSpPr>
      <p:grpSpPr>
        <a:xfrm>
          <a:off x="0" y="0"/>
          <a:ext cx="0" cy="0"/>
          <a:chOff x="0" y="0"/>
          <a:chExt cx="0" cy="0"/>
        </a:xfrm>
      </p:grpSpPr>
      <p:grpSp>
        <p:nvGrpSpPr>
          <p:cNvPr id="794" name="Google Shape;794;p66"/>
          <p:cNvGrpSpPr/>
          <p:nvPr/>
        </p:nvGrpSpPr>
        <p:grpSpPr>
          <a:xfrm>
            <a:off x="0" y="1"/>
            <a:ext cx="9151202" cy="649234"/>
            <a:chOff x="0" y="1"/>
            <a:chExt cx="9151202" cy="649234"/>
          </a:xfrm>
        </p:grpSpPr>
        <p:pic>
          <p:nvPicPr>
            <p:cNvPr id="795" name="Google Shape;795;p6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96" name="Google Shape;796;p6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7" name="Google Shape;797;p6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98" name="Google Shape;798;p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99" name="Google Shape;799;p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00" name="Google Shape;800;p6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801" name="Google Shape;801;p66"/>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802" name="Shape 802"/>
        <p:cNvGrpSpPr/>
        <p:nvPr/>
      </p:nvGrpSpPr>
      <p:grpSpPr>
        <a:xfrm>
          <a:off x="0" y="0"/>
          <a:ext cx="0" cy="0"/>
          <a:chOff x="0" y="0"/>
          <a:chExt cx="0" cy="0"/>
        </a:xfrm>
      </p:grpSpPr>
      <p:sp>
        <p:nvSpPr>
          <p:cNvPr id="803" name="Google Shape;803;p67"/>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4" name="Google Shape;804;p67"/>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805" name="Google Shape;805;p6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06" name="Google Shape;806;p6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07" name="Google Shape;807;p6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808" name="Shape 808"/>
        <p:cNvGrpSpPr/>
        <p:nvPr/>
      </p:nvGrpSpPr>
      <p:grpSpPr>
        <a:xfrm>
          <a:off x="0" y="0"/>
          <a:ext cx="0" cy="0"/>
          <a:chOff x="0" y="0"/>
          <a:chExt cx="0" cy="0"/>
        </a:xfrm>
      </p:grpSpPr>
      <p:sp>
        <p:nvSpPr>
          <p:cNvPr id="809" name="Google Shape;809;p68"/>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0" name="Google Shape;810;p68"/>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811" name="Google Shape;811;p6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12" name="Google Shape;812;p6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13" name="Google Shape;813;p68"/>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814" name="Shape 814"/>
        <p:cNvGrpSpPr/>
        <p:nvPr/>
      </p:nvGrpSpPr>
      <p:grpSpPr>
        <a:xfrm>
          <a:off x="0" y="0"/>
          <a:ext cx="0" cy="0"/>
          <a:chOff x="0" y="0"/>
          <a:chExt cx="0" cy="0"/>
        </a:xfrm>
      </p:grpSpPr>
      <p:pic>
        <p:nvPicPr>
          <p:cNvPr id="815" name="Google Shape;815;p69"/>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816" name="Google Shape;816;p69"/>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817" name="Shape 817"/>
        <p:cNvGrpSpPr/>
        <p:nvPr/>
      </p:nvGrpSpPr>
      <p:grpSpPr>
        <a:xfrm>
          <a:off x="0" y="0"/>
          <a:ext cx="0" cy="0"/>
          <a:chOff x="0" y="0"/>
          <a:chExt cx="0" cy="0"/>
        </a:xfrm>
      </p:grpSpPr>
      <p:sp>
        <p:nvSpPr>
          <p:cNvPr id="818" name="Google Shape;818;p70"/>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819" name="Google Shape;819;p70"/>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820" name="Google Shape;820;p70"/>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821" name="Google Shape;821;p70"/>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822" name="Google Shape;822;p70"/>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823" name="Google Shape;823;p70"/>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824" name="Google Shape;824;p70"/>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825" name="Google Shape;825;p70"/>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826" name="Google Shape;826;p70"/>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827" name="Shape 827"/>
        <p:cNvGrpSpPr/>
        <p:nvPr/>
      </p:nvGrpSpPr>
      <p:grpSpPr>
        <a:xfrm>
          <a:off x="0" y="0"/>
          <a:ext cx="0" cy="0"/>
          <a:chOff x="0" y="0"/>
          <a:chExt cx="0" cy="0"/>
        </a:xfrm>
      </p:grpSpPr>
      <p:pic>
        <p:nvPicPr>
          <p:cNvPr id="828" name="Google Shape;828;p71"/>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829" name="Google Shape;829;p71"/>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830" name="Shape 830"/>
        <p:cNvGrpSpPr/>
        <p:nvPr/>
      </p:nvGrpSpPr>
      <p:grpSpPr>
        <a:xfrm>
          <a:off x="0" y="0"/>
          <a:ext cx="0" cy="0"/>
          <a:chOff x="0" y="0"/>
          <a:chExt cx="0" cy="0"/>
        </a:xfrm>
      </p:grpSpPr>
      <p:sp>
        <p:nvSpPr>
          <p:cNvPr id="831" name="Google Shape;831;p72"/>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832" name="Shape 832"/>
        <p:cNvGrpSpPr/>
        <p:nvPr/>
      </p:nvGrpSpPr>
      <p:grpSpPr>
        <a:xfrm>
          <a:off x="0" y="0"/>
          <a:ext cx="0" cy="0"/>
          <a:chOff x="0" y="0"/>
          <a:chExt cx="0" cy="0"/>
        </a:xfrm>
      </p:grpSpPr>
      <p:sp>
        <p:nvSpPr>
          <p:cNvPr id="833" name="Google Shape;833;p7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4" name="Google Shape;834;p7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35" name="Google Shape;835;p7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836" name="Google Shape;836;p7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37" name="Google Shape;837;p7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38" name="Google Shape;838;p7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3" Type="http://schemas.openxmlformats.org/officeDocument/2006/relationships/slideLayout" Target="../slideLayouts/slideLayout72.xml"/><Relationship Id="rId72" Type="http://schemas.openxmlformats.org/officeDocument/2006/relationships/slideLayout" Target="../slideLayouts/slideLayout71.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74" Type="http://schemas.openxmlformats.org/officeDocument/2006/relationships/theme" Target="../theme/theme1.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 id="2147483719" r:id="rId7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6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 Id="rId3" Type="http://schemas.openxmlformats.org/officeDocument/2006/relationships/image" Target="../media/image72.png"/><Relationship Id="rId4" Type="http://schemas.openxmlformats.org/officeDocument/2006/relationships/image" Target="../media/image7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1.xml"/><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6.png"/><Relationship Id="rId6" Type="http://schemas.openxmlformats.org/officeDocument/2006/relationships/image" Target="../media/image73.png"/><Relationship Id="rId7" Type="http://schemas.openxmlformats.org/officeDocument/2006/relationships/image" Target="../media/image7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 Id="rId3" Type="http://schemas.openxmlformats.org/officeDocument/2006/relationships/image" Target="../media/image74.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image" Target="../media/image7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3.xml"/><Relationship Id="rId3" Type="http://schemas.openxmlformats.org/officeDocument/2006/relationships/image" Target="../media/image74.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image" Target="../media/image7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4.xml"/><Relationship Id="rId3" Type="http://schemas.openxmlformats.org/officeDocument/2006/relationships/image" Target="../media/image74.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image" Target="../media/image76.png"/><Relationship Id="rId7" Type="http://schemas.openxmlformats.org/officeDocument/2006/relationships/image" Target="../media/image8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5.xml"/><Relationship Id="rId3" Type="http://schemas.openxmlformats.org/officeDocument/2006/relationships/image" Target="../media/image7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6.xml"/><Relationship Id="rId3" Type="http://schemas.openxmlformats.org/officeDocument/2006/relationships/image" Target="../media/image8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7.xml"/><Relationship Id="rId3" Type="http://schemas.openxmlformats.org/officeDocument/2006/relationships/image" Target="../media/image80.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image" Target="../media/image82.png"/><Relationship Id="rId7" Type="http://schemas.openxmlformats.org/officeDocument/2006/relationships/image" Target="../media/image8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8.xml"/><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9.xml"/><Relationship Id="rId3" Type="http://schemas.openxmlformats.org/officeDocument/2006/relationships/image" Target="../media/image8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0.xml"/><Relationship Id="rId3" Type="http://schemas.openxmlformats.org/officeDocument/2006/relationships/image" Target="../media/image8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1.xml"/><Relationship Id="rId3" Type="http://schemas.openxmlformats.org/officeDocument/2006/relationships/image" Target="../media/image8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4.xml"/><Relationship Id="rId3" Type="http://schemas.openxmlformats.org/officeDocument/2006/relationships/image" Target="../media/image89.png"/><Relationship Id="rId4" Type="http://schemas.openxmlformats.org/officeDocument/2006/relationships/image" Target="../media/image88.png"/><Relationship Id="rId5" Type="http://schemas.openxmlformats.org/officeDocument/2006/relationships/image" Target="../media/image90.png"/><Relationship Id="rId6" Type="http://schemas.openxmlformats.org/officeDocument/2006/relationships/image" Target="../media/image91.png"/><Relationship Id="rId7" Type="http://schemas.openxmlformats.org/officeDocument/2006/relationships/image" Target="../media/image9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5.xml"/><Relationship Id="rId3" Type="http://schemas.openxmlformats.org/officeDocument/2006/relationships/image" Target="../media/image89.png"/><Relationship Id="rId4" Type="http://schemas.openxmlformats.org/officeDocument/2006/relationships/image" Target="../media/image88.png"/><Relationship Id="rId5" Type="http://schemas.openxmlformats.org/officeDocument/2006/relationships/image" Target="../media/image90.png"/><Relationship Id="rId6" Type="http://schemas.openxmlformats.org/officeDocument/2006/relationships/image" Target="../media/image91.png"/><Relationship Id="rId7" Type="http://schemas.openxmlformats.org/officeDocument/2006/relationships/image" Target="../media/image9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6.xml"/><Relationship Id="rId3" Type="http://schemas.openxmlformats.org/officeDocument/2006/relationships/image" Target="../media/image89.png"/><Relationship Id="rId4" Type="http://schemas.openxmlformats.org/officeDocument/2006/relationships/image" Target="../media/image88.png"/><Relationship Id="rId5" Type="http://schemas.openxmlformats.org/officeDocument/2006/relationships/image" Target="../media/image90.png"/><Relationship Id="rId6" Type="http://schemas.openxmlformats.org/officeDocument/2006/relationships/image" Target="../media/image91.png"/><Relationship Id="rId7" Type="http://schemas.openxmlformats.org/officeDocument/2006/relationships/image" Target="../media/image9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7.xml"/><Relationship Id="rId3" Type="http://schemas.openxmlformats.org/officeDocument/2006/relationships/image" Target="../media/image9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9.xml"/><Relationship Id="rId3" Type="http://schemas.openxmlformats.org/officeDocument/2006/relationships/image" Target="../media/image82.png"/><Relationship Id="rId4" Type="http://schemas.openxmlformats.org/officeDocument/2006/relationships/image" Target="../media/image8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0.xml"/><Relationship Id="rId3" Type="http://schemas.openxmlformats.org/officeDocument/2006/relationships/image" Target="../media/image89.png"/><Relationship Id="rId4" Type="http://schemas.openxmlformats.org/officeDocument/2006/relationships/image" Target="../media/image88.png"/><Relationship Id="rId5" Type="http://schemas.openxmlformats.org/officeDocument/2006/relationships/image" Target="../media/image9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31.xml"/><Relationship Id="rId3" Type="http://schemas.openxmlformats.org/officeDocument/2006/relationships/image" Target="../media/image77.png"/><Relationship Id="rId4" Type="http://schemas.openxmlformats.org/officeDocument/2006/relationships/image" Target="../media/image97.png"/><Relationship Id="rId5" Type="http://schemas.openxmlformats.org/officeDocument/2006/relationships/image" Target="../media/image8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32.xml"/><Relationship Id="rId3" Type="http://schemas.openxmlformats.org/officeDocument/2006/relationships/image" Target="../media/image95.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0.png"/><Relationship Id="rId7" Type="http://schemas.openxmlformats.org/officeDocument/2006/relationships/image" Target="../media/image99.png"/><Relationship Id="rId8" Type="http://schemas.openxmlformats.org/officeDocument/2006/relationships/image" Target="../media/image9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33.xml"/><Relationship Id="rId3" Type="http://schemas.openxmlformats.org/officeDocument/2006/relationships/image" Target="../media/image89.png"/><Relationship Id="rId4" Type="http://schemas.openxmlformats.org/officeDocument/2006/relationships/image" Target="../media/image88.png"/><Relationship Id="rId5" Type="http://schemas.openxmlformats.org/officeDocument/2006/relationships/image" Target="../media/image9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34.xml"/><Relationship Id="rId3" Type="http://schemas.openxmlformats.org/officeDocument/2006/relationships/image" Target="../media/image89.png"/><Relationship Id="rId4" Type="http://schemas.openxmlformats.org/officeDocument/2006/relationships/image" Target="../media/image88.png"/><Relationship Id="rId5" Type="http://schemas.openxmlformats.org/officeDocument/2006/relationships/image" Target="../media/image90.png"/><Relationship Id="rId6" Type="http://schemas.openxmlformats.org/officeDocument/2006/relationships/image" Target="../media/image10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5.xml"/><Relationship Id="rId3" Type="http://schemas.openxmlformats.org/officeDocument/2006/relationships/image" Target="../media/image6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6.xml"/><Relationship Id="rId3" Type="http://schemas.openxmlformats.org/officeDocument/2006/relationships/image" Target="../media/image8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7.xml"/><Relationship Id="rId3" Type="http://schemas.openxmlformats.org/officeDocument/2006/relationships/image" Target="../media/image8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8.xml"/><Relationship Id="rId3" Type="http://schemas.openxmlformats.org/officeDocument/2006/relationships/image" Target="../media/image8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9.xml"/><Relationship Id="rId3" Type="http://schemas.openxmlformats.org/officeDocument/2006/relationships/image" Target="../media/image8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0.xml"/><Relationship Id="rId3" Type="http://schemas.openxmlformats.org/officeDocument/2006/relationships/image" Target="../media/image8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2.xml"/><Relationship Id="rId3" Type="http://schemas.openxmlformats.org/officeDocument/2006/relationships/image" Target="../media/image101.png"/><Relationship Id="rId4" Type="http://schemas.openxmlformats.org/officeDocument/2006/relationships/image" Target="../media/image10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3.xml"/><Relationship Id="rId3" Type="http://schemas.openxmlformats.org/officeDocument/2006/relationships/image" Target="../media/image63.png"/><Relationship Id="rId4" Type="http://schemas.openxmlformats.org/officeDocument/2006/relationships/image" Target="../media/image93.png"/><Relationship Id="rId5" Type="http://schemas.openxmlformats.org/officeDocument/2006/relationships/image" Target="../media/image10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4.xml"/><Relationship Id="rId3" Type="http://schemas.openxmlformats.org/officeDocument/2006/relationships/image" Target="../media/image63.png"/><Relationship Id="rId4" Type="http://schemas.openxmlformats.org/officeDocument/2006/relationships/image" Target="../media/image9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5.xml"/><Relationship Id="rId3" Type="http://schemas.openxmlformats.org/officeDocument/2006/relationships/image" Target="../media/image8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6.xml"/><Relationship Id="rId3" Type="http://schemas.openxmlformats.org/officeDocument/2006/relationships/image" Target="../media/image8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8.xml"/><Relationship Id="rId3" Type="http://schemas.openxmlformats.org/officeDocument/2006/relationships/image" Target="../media/image8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9.xml"/><Relationship Id="rId3" Type="http://schemas.openxmlformats.org/officeDocument/2006/relationships/image" Target="../media/image8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0.xml"/><Relationship Id="rId3" Type="http://schemas.openxmlformats.org/officeDocument/2006/relationships/image" Target="../media/image105.png"/><Relationship Id="rId4" Type="http://schemas.openxmlformats.org/officeDocument/2006/relationships/image" Target="../media/image104.png"/><Relationship Id="rId5" Type="http://schemas.openxmlformats.org/officeDocument/2006/relationships/image" Target="../media/image10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52.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10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7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Engineer</a:t>
            </a:r>
            <a:endParaRPr/>
          </a:p>
        </p:txBody>
      </p:sp>
      <p:sp>
        <p:nvSpPr>
          <p:cNvPr id="844" name="Google Shape;844;p74"/>
          <p:cNvSpPr txBox="1"/>
          <p:nvPr>
            <p:ph idx="1" type="subTitle"/>
          </p:nvPr>
        </p:nvSpPr>
        <p:spPr>
          <a:xfrm>
            <a:off x="966425" y="4327975"/>
            <a:ext cx="59424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Maths in the workplace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8" name="Shape 848"/>
        <p:cNvGrpSpPr/>
        <p:nvPr/>
      </p:nvGrpSpPr>
      <p:grpSpPr>
        <a:xfrm>
          <a:off x="0" y="0"/>
          <a:ext cx="0" cy="0"/>
          <a:chOff x="0" y="0"/>
          <a:chExt cx="0" cy="0"/>
        </a:xfrm>
      </p:grpSpPr>
      <p:sp>
        <p:nvSpPr>
          <p:cNvPr id="849" name="Google Shape;849;p75"/>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7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understand how maths is used by engineers.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77"/>
          <p:cNvSpPr txBox="1"/>
          <p:nvPr/>
        </p:nvSpPr>
        <p:spPr>
          <a:xfrm>
            <a:off x="383150" y="1154595"/>
            <a:ext cx="8436900" cy="243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chemeClr val="dk1"/>
                </a:solidFill>
                <a:highlight>
                  <a:srgbClr val="FFFFFF"/>
                </a:highlight>
                <a:latin typeface="Lexend"/>
                <a:ea typeface="Lexend"/>
                <a:cs typeface="Lexend"/>
                <a:sym typeface="Lexend"/>
              </a:rPr>
              <a:t>A number is in fractional form when it is displayed as one integer divided by another integer.</a:t>
            </a:r>
            <a:endParaRPr sz="2200">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7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sp>
        <p:nvSpPr>
          <p:cNvPr id="865" name="Google Shape;865;p7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a:t>
            </a:r>
            <a:r>
              <a:rPr lang="en-GB"/>
              <a:t>applications</a:t>
            </a:r>
            <a:r>
              <a:rPr lang="en-GB"/>
              <a:t> of maths</a:t>
            </a:r>
            <a:endParaRPr/>
          </a:p>
        </p:txBody>
      </p:sp>
      <p:sp>
        <p:nvSpPr>
          <p:cNvPr id="866" name="Google Shape;866;p7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Engineer</a:t>
            </a:r>
            <a:endParaRPr/>
          </a:p>
        </p:txBody>
      </p:sp>
      <p:pic>
        <p:nvPicPr>
          <p:cNvPr id="867" name="Google Shape;867;p78"/>
          <p:cNvPicPr preferRelativeResize="0"/>
          <p:nvPr/>
        </p:nvPicPr>
        <p:blipFill>
          <a:blip r:embed="rId3">
            <a:alphaModFix/>
          </a:blip>
          <a:stretch>
            <a:fillRect/>
          </a:stretch>
        </p:blipFill>
        <p:spPr>
          <a:xfrm>
            <a:off x="417902" y="2063169"/>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79"/>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do you think engineers do?</a:t>
            </a:r>
            <a:endParaRPr/>
          </a:p>
        </p:txBody>
      </p:sp>
      <p:sp>
        <p:nvSpPr>
          <p:cNvPr id="873" name="Google Shape;873;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sp>
        <p:nvSpPr>
          <p:cNvPr id="874" name="Google Shape;874;p79"/>
          <p:cNvSpPr txBox="1"/>
          <p:nvPr>
            <p:ph idx="1" type="body"/>
          </p:nvPr>
        </p:nvSpPr>
        <p:spPr>
          <a:xfrm>
            <a:off x="324000" y="1354448"/>
            <a:ext cx="8237700" cy="686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E</a:t>
            </a:r>
            <a:r>
              <a:rPr lang="en-GB"/>
              <a:t>ngineers take the principles of science and mathematics and apply them to develop solutions to problems.</a:t>
            </a:r>
            <a:endParaRPr/>
          </a:p>
        </p:txBody>
      </p:sp>
      <p:sp>
        <p:nvSpPr>
          <p:cNvPr id="875" name="Google Shape;875;p79"/>
          <p:cNvSpPr txBox="1"/>
          <p:nvPr>
            <p:ph idx="1" type="body"/>
          </p:nvPr>
        </p:nvSpPr>
        <p:spPr>
          <a:xfrm>
            <a:off x="324000" y="2254401"/>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They build bridges over rivers and gorges.</a:t>
            </a:r>
            <a:endParaRPr/>
          </a:p>
        </p:txBody>
      </p:sp>
      <p:sp>
        <p:nvSpPr>
          <p:cNvPr id="876" name="Google Shape;876;p79"/>
          <p:cNvSpPr txBox="1"/>
          <p:nvPr>
            <p:ph idx="1" type="body"/>
          </p:nvPr>
        </p:nvSpPr>
        <p:spPr>
          <a:xfrm>
            <a:off x="324000" y="2787801"/>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They construct tunnels under rivers, seas and cities.</a:t>
            </a:r>
            <a:endParaRPr/>
          </a:p>
        </p:txBody>
      </p:sp>
      <p:sp>
        <p:nvSpPr>
          <p:cNvPr id="877" name="Google Shape;877;p79"/>
          <p:cNvSpPr txBox="1"/>
          <p:nvPr>
            <p:ph idx="1" type="body"/>
          </p:nvPr>
        </p:nvSpPr>
        <p:spPr>
          <a:xfrm>
            <a:off x="324000" y="332120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They construct buildings that are sky high in compact spaces.</a:t>
            </a:r>
            <a:endParaRPr/>
          </a:p>
        </p:txBody>
      </p:sp>
      <p:sp>
        <p:nvSpPr>
          <p:cNvPr id="878" name="Google Shape;878;p79"/>
          <p:cNvSpPr txBox="1"/>
          <p:nvPr>
            <p:ph idx="1" type="body"/>
          </p:nvPr>
        </p:nvSpPr>
        <p:spPr>
          <a:xfrm>
            <a:off x="324000" y="385460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Fundamentally, they solve problems for humanity. Problem solving is the very essence of mathematics.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80"/>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key aspect of any work carried out by engineers is </a:t>
            </a:r>
            <a:r>
              <a:rPr lang="en-GB">
                <a:solidFill>
                  <a:schemeClr val="accent4"/>
                </a:solidFill>
              </a:rPr>
              <a:t>precision</a:t>
            </a:r>
            <a:r>
              <a:rPr lang="en-GB"/>
              <a:t>. If they are not precise, the bridge falls down, the building collapses, or the plane falls out of the sky.</a:t>
            </a:r>
            <a:endParaRPr/>
          </a:p>
        </p:txBody>
      </p:sp>
      <p:sp>
        <p:nvSpPr>
          <p:cNvPr id="884" name="Google Shape;884;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Precision in engineering</a:t>
            </a:r>
            <a:endParaRPr/>
          </a:p>
        </p:txBody>
      </p:sp>
      <p:sp>
        <p:nvSpPr>
          <p:cNvPr id="885" name="Google Shape;885;p80"/>
          <p:cNvSpPr txBox="1"/>
          <p:nvPr>
            <p:ph idx="1" type="body"/>
          </p:nvPr>
        </p:nvSpPr>
        <p:spPr>
          <a:xfrm>
            <a:off x="324000" y="2054700"/>
            <a:ext cx="6495600" cy="645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Look at your ruler. What are these tiny,</a:t>
            </a:r>
            <a:r>
              <a:rPr lang="en-GB"/>
              <a:t> precise </a:t>
            </a:r>
            <a:r>
              <a:rPr lang="en-GB"/>
              <a:t>measurements in between each centimetre?</a:t>
            </a:r>
            <a:endParaRPr/>
          </a:p>
        </p:txBody>
      </p:sp>
      <p:grpSp>
        <p:nvGrpSpPr>
          <p:cNvPr id="886" name="Google Shape;886;p80"/>
          <p:cNvGrpSpPr/>
          <p:nvPr/>
        </p:nvGrpSpPr>
        <p:grpSpPr>
          <a:xfrm>
            <a:off x="1300325" y="3708200"/>
            <a:ext cx="4771675" cy="1101900"/>
            <a:chOff x="1300325" y="3174800"/>
            <a:chExt cx="4771675" cy="1101900"/>
          </a:xfrm>
        </p:grpSpPr>
        <p:grpSp>
          <p:nvGrpSpPr>
            <p:cNvPr id="887" name="Google Shape;887;p80"/>
            <p:cNvGrpSpPr/>
            <p:nvPr/>
          </p:nvGrpSpPr>
          <p:grpSpPr>
            <a:xfrm>
              <a:off x="1675975" y="3251221"/>
              <a:ext cx="4006519" cy="537900"/>
              <a:chOff x="1675975" y="3251221"/>
              <a:chExt cx="4006519" cy="537900"/>
            </a:xfrm>
          </p:grpSpPr>
          <p:cxnSp>
            <p:nvCxnSpPr>
              <p:cNvPr id="888" name="Google Shape;888;p80"/>
              <p:cNvCxnSpPr/>
              <p:nvPr/>
            </p:nvCxnSpPr>
            <p:spPr>
              <a:xfrm>
                <a:off x="1675975" y="3251221"/>
                <a:ext cx="0" cy="537900"/>
              </a:xfrm>
              <a:prstGeom prst="straightConnector1">
                <a:avLst/>
              </a:prstGeom>
              <a:noFill/>
              <a:ln cap="flat" cmpd="sng" w="28575">
                <a:solidFill>
                  <a:schemeClr val="dk1"/>
                </a:solidFill>
                <a:prstDash val="solid"/>
                <a:round/>
                <a:headEnd len="med" w="med" type="none"/>
                <a:tailEnd len="med" w="med" type="none"/>
              </a:ln>
            </p:spPr>
          </p:cxnSp>
          <p:cxnSp>
            <p:nvCxnSpPr>
              <p:cNvPr id="889" name="Google Shape;889;p80"/>
              <p:cNvCxnSpPr/>
              <p:nvPr/>
            </p:nvCxnSpPr>
            <p:spPr>
              <a:xfrm>
                <a:off x="1797097"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890" name="Google Shape;890;p80"/>
              <p:cNvCxnSpPr/>
              <p:nvPr/>
            </p:nvCxnSpPr>
            <p:spPr>
              <a:xfrm>
                <a:off x="1918220"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891" name="Google Shape;891;p80"/>
              <p:cNvCxnSpPr/>
              <p:nvPr/>
            </p:nvCxnSpPr>
            <p:spPr>
              <a:xfrm>
                <a:off x="2039343"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892" name="Google Shape;892;p80"/>
              <p:cNvCxnSpPr/>
              <p:nvPr/>
            </p:nvCxnSpPr>
            <p:spPr>
              <a:xfrm>
                <a:off x="2160465"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893" name="Google Shape;893;p80"/>
              <p:cNvCxnSpPr/>
              <p:nvPr/>
            </p:nvCxnSpPr>
            <p:spPr>
              <a:xfrm>
                <a:off x="2402710"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894" name="Google Shape;894;p80"/>
              <p:cNvCxnSpPr/>
              <p:nvPr/>
            </p:nvCxnSpPr>
            <p:spPr>
              <a:xfrm>
                <a:off x="2523833"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895" name="Google Shape;895;p80"/>
              <p:cNvCxnSpPr/>
              <p:nvPr/>
            </p:nvCxnSpPr>
            <p:spPr>
              <a:xfrm>
                <a:off x="2644955"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896" name="Google Shape;896;p80"/>
              <p:cNvCxnSpPr/>
              <p:nvPr/>
            </p:nvCxnSpPr>
            <p:spPr>
              <a:xfrm>
                <a:off x="2887200" y="3251221"/>
                <a:ext cx="0" cy="537900"/>
              </a:xfrm>
              <a:prstGeom prst="straightConnector1">
                <a:avLst/>
              </a:prstGeom>
              <a:noFill/>
              <a:ln cap="flat" cmpd="sng" w="28575">
                <a:solidFill>
                  <a:schemeClr val="dk1"/>
                </a:solidFill>
                <a:prstDash val="solid"/>
                <a:round/>
                <a:headEnd len="med" w="med" type="none"/>
                <a:tailEnd len="med" w="med" type="none"/>
              </a:ln>
            </p:spPr>
          </p:cxnSp>
          <p:cxnSp>
            <p:nvCxnSpPr>
              <p:cNvPr id="897" name="Google Shape;897;p80"/>
              <p:cNvCxnSpPr/>
              <p:nvPr/>
            </p:nvCxnSpPr>
            <p:spPr>
              <a:xfrm>
                <a:off x="2281600" y="3251221"/>
                <a:ext cx="0" cy="390000"/>
              </a:xfrm>
              <a:prstGeom prst="straightConnector1">
                <a:avLst/>
              </a:prstGeom>
              <a:noFill/>
              <a:ln cap="flat" cmpd="sng" w="28575">
                <a:solidFill>
                  <a:schemeClr val="dk1"/>
                </a:solidFill>
                <a:prstDash val="solid"/>
                <a:round/>
                <a:headEnd len="med" w="med" type="none"/>
                <a:tailEnd len="med" w="med" type="none"/>
              </a:ln>
            </p:spPr>
          </p:cxnSp>
          <p:cxnSp>
            <p:nvCxnSpPr>
              <p:cNvPr id="898" name="Google Shape;898;p80"/>
              <p:cNvCxnSpPr/>
              <p:nvPr/>
            </p:nvCxnSpPr>
            <p:spPr>
              <a:xfrm>
                <a:off x="2766078"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899" name="Google Shape;899;p80"/>
              <p:cNvCxnSpPr/>
              <p:nvPr/>
            </p:nvCxnSpPr>
            <p:spPr>
              <a:xfrm>
                <a:off x="3001849"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00" name="Google Shape;900;p80"/>
              <p:cNvCxnSpPr/>
              <p:nvPr/>
            </p:nvCxnSpPr>
            <p:spPr>
              <a:xfrm>
                <a:off x="3122972"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01" name="Google Shape;901;p80"/>
              <p:cNvCxnSpPr/>
              <p:nvPr/>
            </p:nvCxnSpPr>
            <p:spPr>
              <a:xfrm>
                <a:off x="3244094"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02" name="Google Shape;902;p80"/>
              <p:cNvCxnSpPr/>
              <p:nvPr/>
            </p:nvCxnSpPr>
            <p:spPr>
              <a:xfrm>
                <a:off x="3365217"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03" name="Google Shape;903;p80"/>
              <p:cNvCxnSpPr/>
              <p:nvPr/>
            </p:nvCxnSpPr>
            <p:spPr>
              <a:xfrm>
                <a:off x="3607462"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04" name="Google Shape;904;p80"/>
              <p:cNvCxnSpPr/>
              <p:nvPr/>
            </p:nvCxnSpPr>
            <p:spPr>
              <a:xfrm>
                <a:off x="3728584"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05" name="Google Shape;905;p80"/>
              <p:cNvCxnSpPr/>
              <p:nvPr/>
            </p:nvCxnSpPr>
            <p:spPr>
              <a:xfrm>
                <a:off x="3849707"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06" name="Google Shape;906;p80"/>
              <p:cNvCxnSpPr/>
              <p:nvPr/>
            </p:nvCxnSpPr>
            <p:spPr>
              <a:xfrm>
                <a:off x="4091952" y="3251221"/>
                <a:ext cx="0" cy="537900"/>
              </a:xfrm>
              <a:prstGeom prst="straightConnector1">
                <a:avLst/>
              </a:prstGeom>
              <a:noFill/>
              <a:ln cap="flat" cmpd="sng" w="28575">
                <a:solidFill>
                  <a:schemeClr val="dk1"/>
                </a:solidFill>
                <a:prstDash val="solid"/>
                <a:round/>
                <a:headEnd len="med" w="med" type="none"/>
                <a:tailEnd len="med" w="med" type="none"/>
              </a:ln>
            </p:spPr>
          </p:cxnSp>
          <p:cxnSp>
            <p:nvCxnSpPr>
              <p:cNvPr id="907" name="Google Shape;907;p80"/>
              <p:cNvCxnSpPr/>
              <p:nvPr/>
            </p:nvCxnSpPr>
            <p:spPr>
              <a:xfrm>
                <a:off x="3486352" y="3251221"/>
                <a:ext cx="0" cy="390000"/>
              </a:xfrm>
              <a:prstGeom prst="straightConnector1">
                <a:avLst/>
              </a:prstGeom>
              <a:noFill/>
              <a:ln cap="flat" cmpd="sng" w="28575">
                <a:solidFill>
                  <a:schemeClr val="dk1"/>
                </a:solidFill>
                <a:prstDash val="solid"/>
                <a:round/>
                <a:headEnd len="med" w="med" type="none"/>
                <a:tailEnd len="med" w="med" type="none"/>
              </a:ln>
            </p:spPr>
          </p:cxnSp>
          <p:cxnSp>
            <p:nvCxnSpPr>
              <p:cNvPr id="908" name="Google Shape;908;p80"/>
              <p:cNvCxnSpPr/>
              <p:nvPr/>
            </p:nvCxnSpPr>
            <p:spPr>
              <a:xfrm>
                <a:off x="3970829"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09" name="Google Shape;909;p80"/>
              <p:cNvCxnSpPr/>
              <p:nvPr/>
            </p:nvCxnSpPr>
            <p:spPr>
              <a:xfrm>
                <a:off x="4221049"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10" name="Google Shape;910;p80"/>
              <p:cNvCxnSpPr/>
              <p:nvPr/>
            </p:nvCxnSpPr>
            <p:spPr>
              <a:xfrm>
                <a:off x="4342172"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11" name="Google Shape;911;p80"/>
              <p:cNvCxnSpPr/>
              <p:nvPr/>
            </p:nvCxnSpPr>
            <p:spPr>
              <a:xfrm>
                <a:off x="4463294"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12" name="Google Shape;912;p80"/>
              <p:cNvCxnSpPr/>
              <p:nvPr/>
            </p:nvCxnSpPr>
            <p:spPr>
              <a:xfrm>
                <a:off x="4584417"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13" name="Google Shape;913;p80"/>
              <p:cNvCxnSpPr/>
              <p:nvPr/>
            </p:nvCxnSpPr>
            <p:spPr>
              <a:xfrm>
                <a:off x="4826662"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14" name="Google Shape;914;p80"/>
              <p:cNvCxnSpPr/>
              <p:nvPr/>
            </p:nvCxnSpPr>
            <p:spPr>
              <a:xfrm>
                <a:off x="4947784"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15" name="Google Shape;915;p80"/>
              <p:cNvCxnSpPr/>
              <p:nvPr/>
            </p:nvCxnSpPr>
            <p:spPr>
              <a:xfrm>
                <a:off x="5068907"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16" name="Google Shape;916;p80"/>
              <p:cNvCxnSpPr/>
              <p:nvPr/>
            </p:nvCxnSpPr>
            <p:spPr>
              <a:xfrm>
                <a:off x="5311152" y="3251221"/>
                <a:ext cx="0" cy="537900"/>
              </a:xfrm>
              <a:prstGeom prst="straightConnector1">
                <a:avLst/>
              </a:prstGeom>
              <a:noFill/>
              <a:ln cap="flat" cmpd="sng" w="28575">
                <a:solidFill>
                  <a:schemeClr val="dk1"/>
                </a:solidFill>
                <a:prstDash val="solid"/>
                <a:round/>
                <a:headEnd len="med" w="med" type="none"/>
                <a:tailEnd len="med" w="med" type="none"/>
              </a:ln>
            </p:spPr>
          </p:cxnSp>
          <p:cxnSp>
            <p:nvCxnSpPr>
              <p:cNvPr id="917" name="Google Shape;917;p80"/>
              <p:cNvCxnSpPr/>
              <p:nvPr/>
            </p:nvCxnSpPr>
            <p:spPr>
              <a:xfrm>
                <a:off x="4705552" y="3251221"/>
                <a:ext cx="0" cy="390000"/>
              </a:xfrm>
              <a:prstGeom prst="straightConnector1">
                <a:avLst/>
              </a:prstGeom>
              <a:noFill/>
              <a:ln cap="flat" cmpd="sng" w="28575">
                <a:solidFill>
                  <a:schemeClr val="dk1"/>
                </a:solidFill>
                <a:prstDash val="solid"/>
                <a:round/>
                <a:headEnd len="med" w="med" type="none"/>
                <a:tailEnd len="med" w="med" type="none"/>
              </a:ln>
            </p:spPr>
          </p:cxnSp>
          <p:cxnSp>
            <p:nvCxnSpPr>
              <p:cNvPr id="918" name="Google Shape;918;p80"/>
              <p:cNvCxnSpPr/>
              <p:nvPr/>
            </p:nvCxnSpPr>
            <p:spPr>
              <a:xfrm>
                <a:off x="5190029"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19" name="Google Shape;919;p80"/>
              <p:cNvCxnSpPr/>
              <p:nvPr/>
            </p:nvCxnSpPr>
            <p:spPr>
              <a:xfrm>
                <a:off x="5440249"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20" name="Google Shape;920;p80"/>
              <p:cNvCxnSpPr/>
              <p:nvPr/>
            </p:nvCxnSpPr>
            <p:spPr>
              <a:xfrm>
                <a:off x="5561372" y="3251221"/>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921" name="Google Shape;921;p80"/>
              <p:cNvCxnSpPr/>
              <p:nvPr/>
            </p:nvCxnSpPr>
            <p:spPr>
              <a:xfrm>
                <a:off x="5682494" y="3251221"/>
                <a:ext cx="0" cy="260100"/>
              </a:xfrm>
              <a:prstGeom prst="straightConnector1">
                <a:avLst/>
              </a:prstGeom>
              <a:noFill/>
              <a:ln cap="flat" cmpd="sng" w="28575">
                <a:solidFill>
                  <a:schemeClr val="dk1"/>
                </a:solidFill>
                <a:prstDash val="solid"/>
                <a:round/>
                <a:headEnd len="med" w="med" type="none"/>
                <a:tailEnd len="med" w="med" type="none"/>
              </a:ln>
            </p:spPr>
          </p:cxnSp>
        </p:grpSp>
        <p:sp>
          <p:nvSpPr>
            <p:cNvPr id="922" name="Google Shape;922;p80"/>
            <p:cNvSpPr/>
            <p:nvPr/>
          </p:nvSpPr>
          <p:spPr>
            <a:xfrm>
              <a:off x="1300325" y="3261500"/>
              <a:ext cx="4695600" cy="939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3" name="Google Shape;923;p80"/>
            <p:cNvSpPr/>
            <p:nvPr/>
          </p:nvSpPr>
          <p:spPr>
            <a:xfrm>
              <a:off x="5774400" y="3174800"/>
              <a:ext cx="297600" cy="1101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4" name="Google Shape;924;p80"/>
            <p:cNvSpPr txBox="1"/>
            <p:nvPr/>
          </p:nvSpPr>
          <p:spPr>
            <a:xfrm>
              <a:off x="1521006" y="3681448"/>
              <a:ext cx="297600" cy="32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solidFill>
                  <a:schemeClr val="dk1"/>
                </a:solidFill>
                <a:latin typeface="Times New Roman"/>
                <a:ea typeface="Times New Roman"/>
                <a:cs typeface="Times New Roman"/>
                <a:sym typeface="Times New Roman"/>
              </a:endParaRPr>
            </a:p>
          </p:txBody>
        </p:sp>
        <p:sp>
          <p:nvSpPr>
            <p:cNvPr id="925" name="Google Shape;925;p80"/>
            <p:cNvSpPr txBox="1"/>
            <p:nvPr/>
          </p:nvSpPr>
          <p:spPr>
            <a:xfrm>
              <a:off x="2740206" y="3681448"/>
              <a:ext cx="297600" cy="32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926" name="Google Shape;926;p80"/>
            <p:cNvSpPr txBox="1"/>
            <p:nvPr/>
          </p:nvSpPr>
          <p:spPr>
            <a:xfrm>
              <a:off x="3926550" y="3681448"/>
              <a:ext cx="297600" cy="32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927" name="Google Shape;927;p80"/>
            <p:cNvSpPr txBox="1"/>
            <p:nvPr/>
          </p:nvSpPr>
          <p:spPr>
            <a:xfrm>
              <a:off x="5160198" y="3681448"/>
              <a:ext cx="297600" cy="32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a:t>
              </a:r>
              <a:endParaRPr sz="2000">
                <a:solidFill>
                  <a:schemeClr val="dk1"/>
                </a:solidFill>
                <a:latin typeface="Times New Roman"/>
                <a:ea typeface="Times New Roman"/>
                <a:cs typeface="Times New Roman"/>
                <a:sym typeface="Times New Roman"/>
              </a:endParaRPr>
            </a:p>
          </p:txBody>
        </p:sp>
        <p:sp>
          <p:nvSpPr>
            <p:cNvPr id="928" name="Google Shape;928;p80"/>
            <p:cNvSpPr txBox="1"/>
            <p:nvPr/>
          </p:nvSpPr>
          <p:spPr>
            <a:xfrm>
              <a:off x="1735160" y="3685410"/>
              <a:ext cx="553200" cy="32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cm</a:t>
              </a:r>
              <a:endParaRPr sz="2000">
                <a:solidFill>
                  <a:schemeClr val="dk1"/>
                </a:solidFill>
                <a:latin typeface="Times New Roman"/>
                <a:ea typeface="Times New Roman"/>
                <a:cs typeface="Times New Roman"/>
                <a:sym typeface="Times New Roman"/>
              </a:endParaRPr>
            </a:p>
          </p:txBody>
        </p:sp>
      </p:grpSp>
      <p:cxnSp>
        <p:nvCxnSpPr>
          <p:cNvPr id="929" name="Google Shape;929;p80"/>
          <p:cNvCxnSpPr/>
          <p:nvPr/>
        </p:nvCxnSpPr>
        <p:spPr>
          <a:xfrm>
            <a:off x="3576563" y="2809538"/>
            <a:ext cx="144300" cy="874800"/>
          </a:xfrm>
          <a:prstGeom prst="straightConnector1">
            <a:avLst/>
          </a:prstGeom>
          <a:noFill/>
          <a:ln cap="flat" cmpd="sng" w="28575">
            <a:solidFill>
              <a:schemeClr val="accent4"/>
            </a:solidFill>
            <a:prstDash val="solid"/>
            <a:round/>
            <a:headEnd len="med" w="med" type="none"/>
            <a:tailEnd len="med" w="med" type="triangle"/>
          </a:ln>
        </p:spPr>
      </p:cxnSp>
      <p:sp>
        <p:nvSpPr>
          <p:cNvPr id="930" name="Google Shape;930;p80"/>
          <p:cNvSpPr txBox="1"/>
          <p:nvPr>
            <p:ph idx="1" type="body"/>
          </p:nvPr>
        </p:nvSpPr>
        <p:spPr>
          <a:xfrm>
            <a:off x="3938256" y="2940204"/>
            <a:ext cx="4935000" cy="645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They are millimetres and there are ten millimetres in one</a:t>
            </a:r>
            <a:r>
              <a:rPr lang="en-GB"/>
              <a:t> centimetre.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81"/>
          <p:cNvSpPr txBox="1"/>
          <p:nvPr>
            <p:ph idx="1" type="body"/>
          </p:nvPr>
        </p:nvSpPr>
        <p:spPr>
          <a:xfrm>
            <a:off x="324000" y="75930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M</a:t>
            </a:r>
            <a:r>
              <a:rPr lang="en-GB"/>
              <a:t>illimetres and centimetres are metric measurements.</a:t>
            </a:r>
            <a:endParaRPr/>
          </a:p>
        </p:txBody>
      </p:sp>
      <p:sp>
        <p:nvSpPr>
          <p:cNvPr id="936" name="Google Shape;936;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grpSp>
        <p:nvGrpSpPr>
          <p:cNvPr id="937" name="Google Shape;937;p81"/>
          <p:cNvGrpSpPr/>
          <p:nvPr/>
        </p:nvGrpSpPr>
        <p:grpSpPr>
          <a:xfrm>
            <a:off x="1679742" y="3622331"/>
            <a:ext cx="5581115" cy="1288861"/>
            <a:chOff x="446076" y="1277725"/>
            <a:chExt cx="8145235" cy="1881000"/>
          </a:xfrm>
        </p:grpSpPr>
        <p:grpSp>
          <p:nvGrpSpPr>
            <p:cNvPr id="938" name="Google Shape;938;p81"/>
            <p:cNvGrpSpPr/>
            <p:nvPr/>
          </p:nvGrpSpPr>
          <p:grpSpPr>
            <a:xfrm>
              <a:off x="446076" y="1277725"/>
              <a:ext cx="8145235" cy="1881000"/>
              <a:chOff x="446076" y="1277725"/>
              <a:chExt cx="8145235" cy="1881000"/>
            </a:xfrm>
          </p:grpSpPr>
          <p:cxnSp>
            <p:nvCxnSpPr>
              <p:cNvPr id="939" name="Google Shape;939;p81"/>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940" name="Google Shape;940;p81"/>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941" name="Google Shape;941;p81"/>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942" name="Google Shape;942;p81"/>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943" name="Google Shape;943;p81"/>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944" name="Google Shape;944;p81"/>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5" name="Google Shape;945;p81"/>
              <p:cNvSpPr/>
              <p:nvPr/>
            </p:nvSpPr>
            <p:spPr>
              <a:xfrm>
                <a:off x="8083412" y="1277725"/>
                <a:ext cx="507900" cy="188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46" name="Google Shape;946;p81"/>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947" name="Google Shape;947;p81"/>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948" name="Google Shape;948;p81"/>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949" name="Google Shape;949;p81"/>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950" name="Google Shape;950;p81"/>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951" name="Google Shape;951;p81"/>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952" name="Google Shape;952;p81"/>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953" name="Google Shape;953;p81"/>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954" name="Google Shape;954;p81"/>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955" name="Google Shape;955;p81"/>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956" name="Google Shape;956;p81"/>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957" name="Google Shape;957;p81"/>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958" name="Google Shape;958;p81"/>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959" name="Google Shape;959;p81"/>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960" name="Google Shape;960;p81"/>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961" name="Google Shape;961;p81"/>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962" name="Google Shape;962;p81"/>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963" name="Google Shape;963;p81"/>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964" name="Google Shape;964;p81"/>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965" name="Google Shape;965;p81"/>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966" name="Google Shape;966;p81"/>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967" name="Google Shape;967;p81"/>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968" name="Google Shape;968;p81"/>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sp>
          <p:nvSpPr>
            <p:cNvPr id="969" name="Google Shape;969;p81"/>
            <p:cNvSpPr txBox="1"/>
            <p:nvPr/>
          </p:nvSpPr>
          <p:spPr>
            <a:xfrm>
              <a:off x="87737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solidFill>
                  <a:schemeClr val="dk1"/>
                </a:solidFill>
                <a:latin typeface="Times New Roman"/>
                <a:ea typeface="Times New Roman"/>
                <a:cs typeface="Times New Roman"/>
                <a:sym typeface="Times New Roman"/>
              </a:endParaRPr>
            </a:p>
          </p:txBody>
        </p:sp>
        <p:sp>
          <p:nvSpPr>
            <p:cNvPr id="970" name="Google Shape;970;p81"/>
            <p:cNvSpPr txBox="1"/>
            <p:nvPr/>
          </p:nvSpPr>
          <p:spPr>
            <a:xfrm>
              <a:off x="1167744" y="2224736"/>
              <a:ext cx="6477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in</a:t>
              </a:r>
              <a:endParaRPr sz="2000">
                <a:solidFill>
                  <a:schemeClr val="dk1"/>
                </a:solidFill>
                <a:latin typeface="Times New Roman"/>
                <a:ea typeface="Times New Roman"/>
                <a:cs typeface="Times New Roman"/>
                <a:sym typeface="Times New Roman"/>
              </a:endParaRPr>
            </a:p>
          </p:txBody>
        </p:sp>
        <p:sp>
          <p:nvSpPr>
            <p:cNvPr id="971" name="Google Shape;971;p81"/>
            <p:cNvSpPr txBox="1"/>
            <p:nvPr/>
          </p:nvSpPr>
          <p:spPr>
            <a:xfrm>
              <a:off x="29492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972" name="Google Shape;972;p81"/>
            <p:cNvSpPr txBox="1"/>
            <p:nvPr/>
          </p:nvSpPr>
          <p:spPr>
            <a:xfrm>
              <a:off x="50066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973" name="Google Shape;973;p81"/>
            <p:cNvSpPr txBox="1"/>
            <p:nvPr/>
          </p:nvSpPr>
          <p:spPr>
            <a:xfrm>
              <a:off x="70640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a:t>
              </a:r>
              <a:endParaRPr sz="2000">
                <a:solidFill>
                  <a:schemeClr val="dk1"/>
                </a:solidFill>
                <a:latin typeface="Times New Roman"/>
                <a:ea typeface="Times New Roman"/>
                <a:cs typeface="Times New Roman"/>
                <a:sym typeface="Times New Roman"/>
              </a:endParaRPr>
            </a:p>
          </p:txBody>
        </p:sp>
      </p:grpSp>
      <p:sp>
        <p:nvSpPr>
          <p:cNvPr id="974" name="Google Shape;974;p81"/>
          <p:cNvSpPr txBox="1"/>
          <p:nvPr>
            <p:ph idx="1" type="body"/>
          </p:nvPr>
        </p:nvSpPr>
        <p:spPr>
          <a:xfrm>
            <a:off x="324000" y="129270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Turn your ruler around.</a:t>
            </a:r>
            <a:endParaRPr/>
          </a:p>
        </p:txBody>
      </p:sp>
      <p:sp>
        <p:nvSpPr>
          <p:cNvPr id="975" name="Google Shape;975;p81"/>
          <p:cNvSpPr txBox="1"/>
          <p:nvPr>
            <p:ph idx="1" type="body"/>
          </p:nvPr>
        </p:nvSpPr>
        <p:spPr>
          <a:xfrm>
            <a:off x="324000" y="1793244"/>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does the ‘</a:t>
            </a:r>
            <a:r>
              <a:rPr lang="en-GB" sz="2400">
                <a:latin typeface="Times New Roman"/>
                <a:ea typeface="Times New Roman"/>
                <a:cs typeface="Times New Roman"/>
                <a:sym typeface="Times New Roman"/>
              </a:rPr>
              <a:t>in</a:t>
            </a:r>
            <a:r>
              <a:rPr lang="en-GB"/>
              <a:t>’ stand for and to what family of measures does it belong?</a:t>
            </a:r>
            <a:endParaRPr/>
          </a:p>
        </p:txBody>
      </p:sp>
      <p:sp>
        <p:nvSpPr>
          <p:cNvPr id="976" name="Google Shape;976;p81"/>
          <p:cNvSpPr txBox="1"/>
          <p:nvPr>
            <p:ph idx="1" type="body"/>
          </p:nvPr>
        </p:nvSpPr>
        <p:spPr>
          <a:xfrm>
            <a:off x="324000" y="2707644"/>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t>
            </a:r>
            <a:r>
              <a:rPr lang="en-GB" sz="2400">
                <a:latin typeface="Times New Roman"/>
                <a:ea typeface="Times New Roman"/>
                <a:cs typeface="Times New Roman"/>
                <a:sym typeface="Times New Roman"/>
              </a:rPr>
              <a:t>in</a:t>
            </a:r>
            <a:r>
              <a:rPr lang="en-GB"/>
              <a:t>’ stands for inches, an imperial measurement. Historically in the UK we used the imperial measurement system.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82"/>
          <p:cNvSpPr txBox="1"/>
          <p:nvPr>
            <p:ph idx="1" type="body"/>
          </p:nvPr>
        </p:nvSpPr>
        <p:spPr>
          <a:xfrm>
            <a:off x="324000" y="75930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do you think we call these small, precise measurements in between the inches?</a:t>
            </a:r>
            <a:endParaRPr/>
          </a:p>
        </p:txBody>
      </p:sp>
      <p:sp>
        <p:nvSpPr>
          <p:cNvPr id="982" name="Google Shape;982;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grpSp>
        <p:nvGrpSpPr>
          <p:cNvPr id="983" name="Google Shape;983;p82"/>
          <p:cNvGrpSpPr/>
          <p:nvPr/>
        </p:nvGrpSpPr>
        <p:grpSpPr>
          <a:xfrm>
            <a:off x="1679742" y="3622331"/>
            <a:ext cx="5581115" cy="1288861"/>
            <a:chOff x="446076" y="1277725"/>
            <a:chExt cx="8145235" cy="1881000"/>
          </a:xfrm>
        </p:grpSpPr>
        <p:grpSp>
          <p:nvGrpSpPr>
            <p:cNvPr id="984" name="Google Shape;984;p82"/>
            <p:cNvGrpSpPr/>
            <p:nvPr/>
          </p:nvGrpSpPr>
          <p:grpSpPr>
            <a:xfrm>
              <a:off x="446076" y="1277725"/>
              <a:ext cx="8145235" cy="1881000"/>
              <a:chOff x="446076" y="1277725"/>
              <a:chExt cx="8145235" cy="1881000"/>
            </a:xfrm>
          </p:grpSpPr>
          <p:cxnSp>
            <p:nvCxnSpPr>
              <p:cNvPr id="985" name="Google Shape;985;p82"/>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986" name="Google Shape;986;p82"/>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987" name="Google Shape;987;p82"/>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988" name="Google Shape;988;p82"/>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989" name="Google Shape;989;p82"/>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990" name="Google Shape;990;p82"/>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1" name="Google Shape;991;p82"/>
              <p:cNvSpPr/>
              <p:nvPr/>
            </p:nvSpPr>
            <p:spPr>
              <a:xfrm>
                <a:off x="8083412" y="1277725"/>
                <a:ext cx="507900" cy="188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92" name="Google Shape;992;p82"/>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993" name="Google Shape;993;p82"/>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994" name="Google Shape;994;p82"/>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995" name="Google Shape;995;p82"/>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996" name="Google Shape;996;p82"/>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997" name="Google Shape;997;p82"/>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998" name="Google Shape;998;p82"/>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999" name="Google Shape;999;p82"/>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000" name="Google Shape;1000;p82"/>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01" name="Google Shape;1001;p82"/>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02" name="Google Shape;1002;p82"/>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03" name="Google Shape;1003;p82"/>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04" name="Google Shape;1004;p82"/>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005" name="Google Shape;1005;p82"/>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006" name="Google Shape;1006;p82"/>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007" name="Google Shape;1007;p82"/>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008" name="Google Shape;1008;p82"/>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09" name="Google Shape;1009;p82"/>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10" name="Google Shape;1010;p82"/>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11" name="Google Shape;1011;p82"/>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12" name="Google Shape;1012;p82"/>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013" name="Google Shape;1013;p82"/>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14" name="Google Shape;1014;p82"/>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sp>
          <p:nvSpPr>
            <p:cNvPr id="1015" name="Google Shape;1015;p82"/>
            <p:cNvSpPr txBox="1"/>
            <p:nvPr/>
          </p:nvSpPr>
          <p:spPr>
            <a:xfrm>
              <a:off x="87737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solidFill>
                  <a:schemeClr val="dk1"/>
                </a:solidFill>
                <a:latin typeface="Times New Roman"/>
                <a:ea typeface="Times New Roman"/>
                <a:cs typeface="Times New Roman"/>
                <a:sym typeface="Times New Roman"/>
              </a:endParaRPr>
            </a:p>
          </p:txBody>
        </p:sp>
        <p:sp>
          <p:nvSpPr>
            <p:cNvPr id="1016" name="Google Shape;1016;p82"/>
            <p:cNvSpPr txBox="1"/>
            <p:nvPr/>
          </p:nvSpPr>
          <p:spPr>
            <a:xfrm>
              <a:off x="1167744" y="2224736"/>
              <a:ext cx="6477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in</a:t>
              </a:r>
              <a:endParaRPr sz="2000">
                <a:solidFill>
                  <a:schemeClr val="dk1"/>
                </a:solidFill>
                <a:latin typeface="Times New Roman"/>
                <a:ea typeface="Times New Roman"/>
                <a:cs typeface="Times New Roman"/>
                <a:sym typeface="Times New Roman"/>
              </a:endParaRPr>
            </a:p>
          </p:txBody>
        </p:sp>
        <p:sp>
          <p:nvSpPr>
            <p:cNvPr id="1017" name="Google Shape;1017;p82"/>
            <p:cNvSpPr txBox="1"/>
            <p:nvPr/>
          </p:nvSpPr>
          <p:spPr>
            <a:xfrm>
              <a:off x="29492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1018" name="Google Shape;1018;p82"/>
            <p:cNvSpPr txBox="1"/>
            <p:nvPr/>
          </p:nvSpPr>
          <p:spPr>
            <a:xfrm>
              <a:off x="50066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019" name="Google Shape;1019;p82"/>
            <p:cNvSpPr txBox="1"/>
            <p:nvPr/>
          </p:nvSpPr>
          <p:spPr>
            <a:xfrm>
              <a:off x="70640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a:t>
              </a:r>
              <a:endParaRPr sz="2000">
                <a:solidFill>
                  <a:schemeClr val="dk1"/>
                </a:solidFill>
                <a:latin typeface="Times New Roman"/>
                <a:ea typeface="Times New Roman"/>
                <a:cs typeface="Times New Roman"/>
                <a:sym typeface="Times New Roman"/>
              </a:endParaRPr>
            </a:p>
          </p:txBody>
        </p:sp>
      </p:grpSp>
      <p:cxnSp>
        <p:nvCxnSpPr>
          <p:cNvPr id="1020" name="Google Shape;1020;p82"/>
          <p:cNvCxnSpPr/>
          <p:nvPr/>
        </p:nvCxnSpPr>
        <p:spPr>
          <a:xfrm>
            <a:off x="2817375" y="1578775"/>
            <a:ext cx="1008600" cy="2091000"/>
          </a:xfrm>
          <a:prstGeom prst="straightConnector1">
            <a:avLst/>
          </a:prstGeom>
          <a:noFill/>
          <a:ln cap="flat" cmpd="sng" w="28575">
            <a:solidFill>
              <a:schemeClr val="accent4"/>
            </a:solidFill>
            <a:prstDash val="solid"/>
            <a:round/>
            <a:headEnd len="med" w="med" type="none"/>
            <a:tailEnd len="med" w="med" type="triangle"/>
          </a:ln>
        </p:spPr>
      </p:cxnSp>
      <p:cxnSp>
        <p:nvCxnSpPr>
          <p:cNvPr id="1021" name="Google Shape;1021;p82"/>
          <p:cNvCxnSpPr/>
          <p:nvPr/>
        </p:nvCxnSpPr>
        <p:spPr>
          <a:xfrm>
            <a:off x="2817375" y="1578775"/>
            <a:ext cx="1205700" cy="2082600"/>
          </a:xfrm>
          <a:prstGeom prst="straightConnector1">
            <a:avLst/>
          </a:prstGeom>
          <a:noFill/>
          <a:ln cap="flat" cmpd="sng" w="28575">
            <a:solidFill>
              <a:schemeClr val="accent4"/>
            </a:solidFill>
            <a:prstDash val="solid"/>
            <a:round/>
            <a:headEnd len="med" w="med" type="none"/>
            <a:tailEnd len="med" w="med" type="triangle"/>
          </a:ln>
        </p:spPr>
      </p:cxnSp>
      <p:cxnSp>
        <p:nvCxnSpPr>
          <p:cNvPr id="1022" name="Google Shape;1022;p82"/>
          <p:cNvCxnSpPr/>
          <p:nvPr/>
        </p:nvCxnSpPr>
        <p:spPr>
          <a:xfrm>
            <a:off x="2817518" y="1578740"/>
            <a:ext cx="1386600" cy="2065500"/>
          </a:xfrm>
          <a:prstGeom prst="straightConnector1">
            <a:avLst/>
          </a:prstGeom>
          <a:noFill/>
          <a:ln cap="flat" cmpd="sng" w="28575">
            <a:solidFill>
              <a:schemeClr val="accent4"/>
            </a:solidFill>
            <a:prstDash val="solid"/>
            <a:round/>
            <a:headEnd len="med" w="med" type="none"/>
            <a:tailEnd len="med" w="med" type="triangle"/>
          </a:ln>
        </p:spPr>
      </p:cxnSp>
      <p:sp>
        <p:nvSpPr>
          <p:cNvPr id="1023" name="Google Shape;1023;p82"/>
          <p:cNvSpPr txBox="1"/>
          <p:nvPr>
            <p:ph idx="1" type="body"/>
          </p:nvPr>
        </p:nvSpPr>
        <p:spPr>
          <a:xfrm>
            <a:off x="4333704" y="1626396"/>
            <a:ext cx="3331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No. It’s not milli-inches!</a:t>
            </a:r>
            <a:endParaRPr/>
          </a:p>
        </p:txBody>
      </p:sp>
      <p:sp>
        <p:nvSpPr>
          <p:cNvPr id="1024" name="Google Shape;1024;p82"/>
          <p:cNvSpPr txBox="1"/>
          <p:nvPr>
            <p:ph idx="1" type="body"/>
          </p:nvPr>
        </p:nvSpPr>
        <p:spPr>
          <a:xfrm>
            <a:off x="4333704" y="2159796"/>
            <a:ext cx="3331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They don’t have a name. They are described as fractions of an inch.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83"/>
          <p:cNvSpPr txBox="1"/>
          <p:nvPr>
            <p:ph idx="1" type="body"/>
          </p:nvPr>
        </p:nvSpPr>
        <p:spPr>
          <a:xfrm>
            <a:off x="324000" y="3959700"/>
            <a:ext cx="2031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“Half an inch”</a:t>
            </a:r>
            <a:endParaRPr/>
          </a:p>
        </p:txBody>
      </p:sp>
      <p:sp>
        <p:nvSpPr>
          <p:cNvPr id="1030" name="Google Shape;1030;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grpSp>
        <p:nvGrpSpPr>
          <p:cNvPr id="1031" name="Google Shape;1031;p83"/>
          <p:cNvGrpSpPr/>
          <p:nvPr/>
        </p:nvGrpSpPr>
        <p:grpSpPr>
          <a:xfrm>
            <a:off x="945401" y="2134111"/>
            <a:ext cx="7610908" cy="1757606"/>
            <a:chOff x="446076" y="1277725"/>
            <a:chExt cx="8145235" cy="1881000"/>
          </a:xfrm>
        </p:grpSpPr>
        <p:grpSp>
          <p:nvGrpSpPr>
            <p:cNvPr id="1032" name="Google Shape;1032;p83"/>
            <p:cNvGrpSpPr/>
            <p:nvPr/>
          </p:nvGrpSpPr>
          <p:grpSpPr>
            <a:xfrm>
              <a:off x="446076" y="1277725"/>
              <a:ext cx="8145235" cy="1881000"/>
              <a:chOff x="446076" y="1277725"/>
              <a:chExt cx="8145235" cy="1881000"/>
            </a:xfrm>
          </p:grpSpPr>
          <p:cxnSp>
            <p:nvCxnSpPr>
              <p:cNvPr id="1033" name="Google Shape;1033;p83"/>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034" name="Google Shape;1034;p83"/>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035" name="Google Shape;1035;p83"/>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036" name="Google Shape;1036;p83"/>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037" name="Google Shape;1037;p83"/>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1038" name="Google Shape;1038;p83"/>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9" name="Google Shape;1039;p83"/>
              <p:cNvSpPr/>
              <p:nvPr/>
            </p:nvSpPr>
            <p:spPr>
              <a:xfrm>
                <a:off x="8083412" y="1277725"/>
                <a:ext cx="507900" cy="188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40" name="Google Shape;1040;p83"/>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41" name="Google Shape;1041;p83"/>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42" name="Google Shape;1042;p83"/>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43" name="Google Shape;1043;p83"/>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44" name="Google Shape;1044;p83"/>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045" name="Google Shape;1045;p83"/>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046" name="Google Shape;1046;p83"/>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047" name="Google Shape;1047;p83"/>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048" name="Google Shape;1048;p83"/>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49" name="Google Shape;1049;p83"/>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50" name="Google Shape;1050;p83"/>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51" name="Google Shape;1051;p83"/>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52" name="Google Shape;1052;p83"/>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053" name="Google Shape;1053;p83"/>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054" name="Google Shape;1054;p83"/>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055" name="Google Shape;1055;p83"/>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056" name="Google Shape;1056;p83"/>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57" name="Google Shape;1057;p83"/>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58" name="Google Shape;1058;p83"/>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59" name="Google Shape;1059;p83"/>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60" name="Google Shape;1060;p83"/>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061" name="Google Shape;1061;p83"/>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62" name="Google Shape;1062;p83"/>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sp>
          <p:nvSpPr>
            <p:cNvPr id="1063" name="Google Shape;1063;p83"/>
            <p:cNvSpPr txBox="1"/>
            <p:nvPr/>
          </p:nvSpPr>
          <p:spPr>
            <a:xfrm>
              <a:off x="87737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solidFill>
                  <a:schemeClr val="dk1"/>
                </a:solidFill>
                <a:latin typeface="Times New Roman"/>
                <a:ea typeface="Times New Roman"/>
                <a:cs typeface="Times New Roman"/>
                <a:sym typeface="Times New Roman"/>
              </a:endParaRPr>
            </a:p>
          </p:txBody>
        </p:sp>
        <p:sp>
          <p:nvSpPr>
            <p:cNvPr id="1064" name="Google Shape;1064;p83"/>
            <p:cNvSpPr txBox="1"/>
            <p:nvPr/>
          </p:nvSpPr>
          <p:spPr>
            <a:xfrm>
              <a:off x="1167744" y="2224736"/>
              <a:ext cx="6477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in</a:t>
              </a:r>
              <a:endParaRPr sz="2000">
                <a:solidFill>
                  <a:schemeClr val="dk1"/>
                </a:solidFill>
                <a:latin typeface="Times New Roman"/>
                <a:ea typeface="Times New Roman"/>
                <a:cs typeface="Times New Roman"/>
                <a:sym typeface="Times New Roman"/>
              </a:endParaRPr>
            </a:p>
          </p:txBody>
        </p:sp>
        <p:sp>
          <p:nvSpPr>
            <p:cNvPr id="1065" name="Google Shape;1065;p83"/>
            <p:cNvSpPr txBox="1"/>
            <p:nvPr/>
          </p:nvSpPr>
          <p:spPr>
            <a:xfrm>
              <a:off x="29492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1066" name="Google Shape;1066;p83"/>
            <p:cNvSpPr txBox="1"/>
            <p:nvPr/>
          </p:nvSpPr>
          <p:spPr>
            <a:xfrm>
              <a:off x="50066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067" name="Google Shape;1067;p83"/>
            <p:cNvSpPr txBox="1"/>
            <p:nvPr/>
          </p:nvSpPr>
          <p:spPr>
            <a:xfrm>
              <a:off x="70640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a:t>
              </a:r>
              <a:endParaRPr sz="2000">
                <a:solidFill>
                  <a:schemeClr val="dk1"/>
                </a:solidFill>
                <a:latin typeface="Times New Roman"/>
                <a:ea typeface="Times New Roman"/>
                <a:cs typeface="Times New Roman"/>
                <a:sym typeface="Times New Roman"/>
              </a:endParaRPr>
            </a:p>
          </p:txBody>
        </p:sp>
      </p:grpSp>
      <p:pic>
        <p:nvPicPr>
          <p:cNvPr descr="&lt;math xmlns=&quot;http://www.w3.org/1998/Math/MathML&quot; display=&quot;block&quot; data-is-equatio=&quot;1&quot; data-latex=&quot;\frac{1}{2}&quot;&gt;&lt;mfrac&gt;&lt;mn&gt;1&lt;/mn&gt;&lt;mn&gt;2&lt;/mn&gt;&lt;/mfrac&gt;&lt;/math&gt;" id="1068" name="Google Shape;1068;p83" title="one half"/>
          <p:cNvPicPr preferRelativeResize="0"/>
          <p:nvPr/>
        </p:nvPicPr>
        <p:blipFill>
          <a:blip r:embed="rId3">
            <a:alphaModFix/>
          </a:blip>
          <a:stretch>
            <a:fillRect/>
          </a:stretch>
        </p:blipFill>
        <p:spPr>
          <a:xfrm>
            <a:off x="2374492" y="1440663"/>
            <a:ext cx="226308" cy="721024"/>
          </a:xfrm>
          <a:prstGeom prst="rect">
            <a:avLst/>
          </a:prstGeom>
          <a:noFill/>
          <a:ln>
            <a:noFill/>
          </a:ln>
        </p:spPr>
      </p:pic>
      <p:pic>
        <p:nvPicPr>
          <p:cNvPr descr="&lt;math xmlns=&quot;http://www.w3.org/1998/Math/MathML&quot; display=&quot;block&quot; data-is-equatio=&quot;1&quot; data-latex=&quot;\frac{1}{4}&quot;&gt;&lt;mfrac&gt;&lt;mn&gt;1&lt;/mn&gt;&lt;mn&gt;4&lt;/mn&gt;&lt;/mfrac&gt;&lt;/math&gt;" id="1069" name="Google Shape;1069;p83" title="one fourth"/>
          <p:cNvPicPr preferRelativeResize="0"/>
          <p:nvPr/>
        </p:nvPicPr>
        <p:blipFill>
          <a:blip r:embed="rId4">
            <a:alphaModFix/>
          </a:blip>
          <a:stretch>
            <a:fillRect/>
          </a:stretch>
        </p:blipFill>
        <p:spPr>
          <a:xfrm>
            <a:off x="1869955" y="1455111"/>
            <a:ext cx="226308" cy="721024"/>
          </a:xfrm>
          <a:prstGeom prst="rect">
            <a:avLst/>
          </a:prstGeom>
          <a:noFill/>
          <a:ln>
            <a:noFill/>
          </a:ln>
        </p:spPr>
      </p:pic>
      <p:sp>
        <p:nvSpPr>
          <p:cNvPr id="1070" name="Google Shape;1070;p83"/>
          <p:cNvSpPr txBox="1"/>
          <p:nvPr>
            <p:ph idx="1" type="body"/>
          </p:nvPr>
        </p:nvSpPr>
        <p:spPr>
          <a:xfrm>
            <a:off x="324000" y="4493100"/>
            <a:ext cx="2235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quarter inch”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pic>
        <p:nvPicPr>
          <p:cNvPr descr="&lt;math xmlns=&quot;http://www.w3.org/1998/Math/MathML&quot; display=&quot;block&quot; data-is-equatio=&quot;1&quot; data-latex=&quot;\frac{1}{8}&quot;&gt;&lt;mfrac&gt;&lt;mn&gt;1&lt;/mn&gt;&lt;mn&gt;8&lt;/mn&gt;&lt;/mfrac&gt;&lt;/math&gt;" id="1075" name="Google Shape;1075;p84" title="one eighth"/>
          <p:cNvPicPr preferRelativeResize="0"/>
          <p:nvPr/>
        </p:nvPicPr>
        <p:blipFill>
          <a:blip r:embed="rId3">
            <a:alphaModFix/>
          </a:blip>
          <a:stretch>
            <a:fillRect/>
          </a:stretch>
        </p:blipFill>
        <p:spPr>
          <a:xfrm>
            <a:off x="1180202" y="749602"/>
            <a:ext cx="218157" cy="721978"/>
          </a:xfrm>
          <a:prstGeom prst="rect">
            <a:avLst/>
          </a:prstGeom>
          <a:noFill/>
          <a:ln>
            <a:noFill/>
          </a:ln>
        </p:spPr>
      </p:pic>
      <p:sp>
        <p:nvSpPr>
          <p:cNvPr id="1076" name="Google Shape;1076;p84"/>
          <p:cNvSpPr/>
          <p:nvPr/>
        </p:nvSpPr>
        <p:spPr>
          <a:xfrm>
            <a:off x="1141400" y="722375"/>
            <a:ext cx="318000" cy="821400"/>
          </a:xfrm>
          <a:prstGeom prst="roundRect">
            <a:avLst>
              <a:gd fmla="val 16667" name="adj"/>
            </a:avLst>
          </a:prstGeom>
          <a:solidFill>
            <a:schemeClr val="lt1"/>
          </a:solidFill>
          <a:ln cap="flat" cmpd="sng" w="38100">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7" name="Google Shape;1077;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grpSp>
        <p:nvGrpSpPr>
          <p:cNvPr id="1078" name="Google Shape;1078;p84"/>
          <p:cNvGrpSpPr/>
          <p:nvPr/>
        </p:nvGrpSpPr>
        <p:grpSpPr>
          <a:xfrm>
            <a:off x="945401" y="2057911"/>
            <a:ext cx="7610908" cy="1757606"/>
            <a:chOff x="446076" y="1277725"/>
            <a:chExt cx="8145235" cy="1881000"/>
          </a:xfrm>
        </p:grpSpPr>
        <p:grpSp>
          <p:nvGrpSpPr>
            <p:cNvPr id="1079" name="Google Shape;1079;p84"/>
            <p:cNvGrpSpPr/>
            <p:nvPr/>
          </p:nvGrpSpPr>
          <p:grpSpPr>
            <a:xfrm>
              <a:off x="446076" y="1277725"/>
              <a:ext cx="8145235" cy="1881000"/>
              <a:chOff x="446076" y="1277725"/>
              <a:chExt cx="8145235" cy="1881000"/>
            </a:xfrm>
          </p:grpSpPr>
          <p:cxnSp>
            <p:nvCxnSpPr>
              <p:cNvPr id="1080" name="Google Shape;1080;p84"/>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081" name="Google Shape;1081;p84"/>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082" name="Google Shape;1082;p84"/>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083" name="Google Shape;1083;p84"/>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084" name="Google Shape;1084;p84"/>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1085" name="Google Shape;1085;p84"/>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6" name="Google Shape;1086;p84"/>
              <p:cNvSpPr/>
              <p:nvPr/>
            </p:nvSpPr>
            <p:spPr>
              <a:xfrm>
                <a:off x="8083412" y="1277725"/>
                <a:ext cx="507900" cy="1881000"/>
              </a:xfrm>
              <a:prstGeom prst="rect">
                <a:avLst/>
              </a:prstGeom>
              <a:solidFill>
                <a:srgbClr val="F2EEFA"/>
              </a:solidFill>
              <a:ln cap="flat" cmpd="sng" w="9525">
                <a:solidFill>
                  <a:srgbClr val="F2EE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87" name="Google Shape;1087;p84"/>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88" name="Google Shape;1088;p84"/>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89" name="Google Shape;1089;p84"/>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90" name="Google Shape;1090;p84"/>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91" name="Google Shape;1091;p84"/>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092" name="Google Shape;1092;p84"/>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093" name="Google Shape;1093;p84"/>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094" name="Google Shape;1094;p84"/>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095" name="Google Shape;1095;p84"/>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96" name="Google Shape;1096;p84"/>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97" name="Google Shape;1097;p84"/>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98" name="Google Shape;1098;p84"/>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099" name="Google Shape;1099;p84"/>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100" name="Google Shape;1100;p84"/>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101" name="Google Shape;1101;p84"/>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102" name="Google Shape;1102;p84"/>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103" name="Google Shape;1103;p84"/>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04" name="Google Shape;1104;p84"/>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05" name="Google Shape;1105;p84"/>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06" name="Google Shape;1106;p84"/>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07" name="Google Shape;1107;p84"/>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108" name="Google Shape;1108;p84"/>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09" name="Google Shape;1109;p84"/>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sp>
          <p:nvSpPr>
            <p:cNvPr id="1110" name="Google Shape;1110;p84"/>
            <p:cNvSpPr txBox="1"/>
            <p:nvPr/>
          </p:nvSpPr>
          <p:spPr>
            <a:xfrm>
              <a:off x="87737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solidFill>
                  <a:schemeClr val="dk1"/>
                </a:solidFill>
                <a:latin typeface="Times New Roman"/>
                <a:ea typeface="Times New Roman"/>
                <a:cs typeface="Times New Roman"/>
                <a:sym typeface="Times New Roman"/>
              </a:endParaRPr>
            </a:p>
          </p:txBody>
        </p:sp>
        <p:sp>
          <p:nvSpPr>
            <p:cNvPr id="1111" name="Google Shape;1111;p84"/>
            <p:cNvSpPr txBox="1"/>
            <p:nvPr/>
          </p:nvSpPr>
          <p:spPr>
            <a:xfrm>
              <a:off x="1167744" y="2224736"/>
              <a:ext cx="6477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in</a:t>
              </a:r>
              <a:endParaRPr sz="2000">
                <a:solidFill>
                  <a:schemeClr val="dk1"/>
                </a:solidFill>
                <a:latin typeface="Times New Roman"/>
                <a:ea typeface="Times New Roman"/>
                <a:cs typeface="Times New Roman"/>
                <a:sym typeface="Times New Roman"/>
              </a:endParaRPr>
            </a:p>
          </p:txBody>
        </p:sp>
        <p:sp>
          <p:nvSpPr>
            <p:cNvPr id="1112" name="Google Shape;1112;p84"/>
            <p:cNvSpPr txBox="1"/>
            <p:nvPr/>
          </p:nvSpPr>
          <p:spPr>
            <a:xfrm>
              <a:off x="29492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1113" name="Google Shape;1113;p84"/>
            <p:cNvSpPr txBox="1"/>
            <p:nvPr/>
          </p:nvSpPr>
          <p:spPr>
            <a:xfrm>
              <a:off x="50066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114" name="Google Shape;1114;p84"/>
            <p:cNvSpPr txBox="1"/>
            <p:nvPr/>
          </p:nvSpPr>
          <p:spPr>
            <a:xfrm>
              <a:off x="70640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a:t>
              </a:r>
              <a:endParaRPr sz="2000">
                <a:solidFill>
                  <a:schemeClr val="dk1"/>
                </a:solidFill>
                <a:latin typeface="Times New Roman"/>
                <a:ea typeface="Times New Roman"/>
                <a:cs typeface="Times New Roman"/>
                <a:sym typeface="Times New Roman"/>
              </a:endParaRPr>
            </a:p>
          </p:txBody>
        </p:sp>
      </p:grpSp>
      <p:pic>
        <p:nvPicPr>
          <p:cNvPr descr="&lt;math xmlns=&quot;http://www.w3.org/1998/Math/MathML&quot; display=&quot;block&quot; data-is-equatio=&quot;1&quot; data-latex=&quot;\frac{1}{2}&quot;&gt;&lt;mfrac&gt;&lt;mn&gt;1&lt;/mn&gt;&lt;mn&gt;2&lt;/mn&gt;&lt;/mfrac&gt;&lt;/math&gt;" id="1115" name="Google Shape;1115;p84" title="one half"/>
          <p:cNvPicPr preferRelativeResize="0"/>
          <p:nvPr/>
        </p:nvPicPr>
        <p:blipFill>
          <a:blip r:embed="rId4">
            <a:alphaModFix/>
          </a:blip>
          <a:stretch>
            <a:fillRect/>
          </a:stretch>
        </p:blipFill>
        <p:spPr>
          <a:xfrm>
            <a:off x="2374492" y="1364463"/>
            <a:ext cx="226308" cy="721024"/>
          </a:xfrm>
          <a:prstGeom prst="rect">
            <a:avLst/>
          </a:prstGeom>
          <a:noFill/>
          <a:ln>
            <a:noFill/>
          </a:ln>
        </p:spPr>
      </p:pic>
      <p:pic>
        <p:nvPicPr>
          <p:cNvPr descr="&lt;math xmlns=&quot;http://www.w3.org/1998/Math/MathML&quot; display=&quot;block&quot; data-is-equatio=&quot;1&quot; data-latex=&quot;\frac{1}{4}&quot;&gt;&lt;mfrac&gt;&lt;mn&gt;1&lt;/mn&gt;&lt;mn&gt;4&lt;/mn&gt;&lt;/mfrac&gt;&lt;/math&gt;" id="1116" name="Google Shape;1116;p84" title="one fourth"/>
          <p:cNvPicPr preferRelativeResize="0"/>
          <p:nvPr/>
        </p:nvPicPr>
        <p:blipFill>
          <a:blip r:embed="rId5">
            <a:alphaModFix/>
          </a:blip>
          <a:stretch>
            <a:fillRect/>
          </a:stretch>
        </p:blipFill>
        <p:spPr>
          <a:xfrm>
            <a:off x="1869955" y="1378911"/>
            <a:ext cx="226308" cy="721024"/>
          </a:xfrm>
          <a:prstGeom prst="rect">
            <a:avLst/>
          </a:prstGeom>
          <a:noFill/>
          <a:ln>
            <a:noFill/>
          </a:ln>
        </p:spPr>
      </p:pic>
      <p:pic>
        <p:nvPicPr>
          <p:cNvPr descr="&lt;math xmlns=&quot;http://www.w3.org/1998/Math/MathML&quot; display=&quot;block&quot; data-is-equatio=&quot;1&quot; data-latex=&quot;\frac{3}{4}&quot;&gt;&lt;mfrac&gt;&lt;mn&gt;3&lt;/mn&gt;&lt;mn&gt;4&lt;/mn&gt;&lt;/mfrac&gt;&lt;/math&gt;" id="1117" name="Google Shape;1117;p84" title="three fourths"/>
          <p:cNvPicPr preferRelativeResize="0"/>
          <p:nvPr/>
        </p:nvPicPr>
        <p:blipFill>
          <a:blip r:embed="rId6">
            <a:alphaModFix/>
          </a:blip>
          <a:stretch>
            <a:fillRect/>
          </a:stretch>
        </p:blipFill>
        <p:spPr>
          <a:xfrm>
            <a:off x="2906234" y="754863"/>
            <a:ext cx="226308" cy="721024"/>
          </a:xfrm>
          <a:prstGeom prst="rect">
            <a:avLst/>
          </a:prstGeom>
          <a:noFill/>
          <a:ln>
            <a:noFill/>
          </a:ln>
        </p:spPr>
      </p:pic>
      <p:pic>
        <p:nvPicPr>
          <p:cNvPr descr="&lt;math xmlns=&quot;http://www.w3.org/1998/Math/MathML&quot; display=&quot;block&quot; data-is-equatio=&quot;1&quot; data-latex=&quot;\frac{7}{8}&quot;&gt;&lt;mfrac&gt;&lt;mn&gt;7&lt;/mn&gt;&lt;mn&gt;8&lt;/mn&gt;&lt;/mfrac&gt;&lt;/math&gt;" id="1118" name="Google Shape;1118;p84" title="seven eighths"/>
          <p:cNvPicPr preferRelativeResize="0"/>
          <p:nvPr/>
        </p:nvPicPr>
        <p:blipFill>
          <a:blip r:embed="rId7">
            <a:alphaModFix/>
          </a:blip>
          <a:stretch>
            <a:fillRect/>
          </a:stretch>
        </p:blipFill>
        <p:spPr>
          <a:xfrm>
            <a:off x="3616999" y="764048"/>
            <a:ext cx="221045" cy="731550"/>
          </a:xfrm>
          <a:prstGeom prst="rect">
            <a:avLst/>
          </a:prstGeom>
          <a:noFill/>
          <a:ln>
            <a:noFill/>
          </a:ln>
        </p:spPr>
      </p:pic>
      <p:sp>
        <p:nvSpPr>
          <p:cNvPr id="1119" name="Google Shape;1119;p84"/>
          <p:cNvSpPr txBox="1"/>
          <p:nvPr>
            <p:ph idx="1" type="body"/>
          </p:nvPr>
        </p:nvSpPr>
        <p:spPr>
          <a:xfrm>
            <a:off x="324000" y="4416900"/>
            <a:ext cx="2235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quarter inch”</a:t>
            </a:r>
            <a:endParaRPr/>
          </a:p>
        </p:txBody>
      </p:sp>
      <p:sp>
        <p:nvSpPr>
          <p:cNvPr id="1120" name="Google Shape;1120;p84"/>
          <p:cNvSpPr txBox="1"/>
          <p:nvPr>
            <p:ph idx="1" type="body"/>
          </p:nvPr>
        </p:nvSpPr>
        <p:spPr>
          <a:xfrm>
            <a:off x="4972200" y="759300"/>
            <a:ext cx="2970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would we call these measures?</a:t>
            </a:r>
            <a:endParaRPr/>
          </a:p>
        </p:txBody>
      </p:sp>
      <p:sp>
        <p:nvSpPr>
          <p:cNvPr id="1121" name="Google Shape;1121;p84"/>
          <p:cNvSpPr/>
          <p:nvPr/>
        </p:nvSpPr>
        <p:spPr>
          <a:xfrm>
            <a:off x="2832248" y="722375"/>
            <a:ext cx="318000" cy="821400"/>
          </a:xfrm>
          <a:prstGeom prst="roundRect">
            <a:avLst>
              <a:gd fmla="val 16667" name="adj"/>
            </a:avLst>
          </a:prstGeom>
          <a:solidFill>
            <a:schemeClr val="lt1"/>
          </a:solidFill>
          <a:ln cap="flat" cmpd="sng" w="38100">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2" name="Google Shape;1122;p84"/>
          <p:cNvSpPr/>
          <p:nvPr/>
        </p:nvSpPr>
        <p:spPr>
          <a:xfrm>
            <a:off x="3579800" y="722375"/>
            <a:ext cx="318000" cy="821400"/>
          </a:xfrm>
          <a:prstGeom prst="roundRect">
            <a:avLst>
              <a:gd fmla="val 16667" name="adj"/>
            </a:avLst>
          </a:prstGeom>
          <a:solidFill>
            <a:schemeClr val="lt1"/>
          </a:solidFill>
          <a:ln cap="flat" cmpd="sng" w="38100">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23" name="Google Shape;1123;p84"/>
          <p:cNvCxnSpPr/>
          <p:nvPr/>
        </p:nvCxnSpPr>
        <p:spPr>
          <a:xfrm>
            <a:off x="1456450" y="1545213"/>
            <a:ext cx="274200" cy="583500"/>
          </a:xfrm>
          <a:prstGeom prst="straightConnector1">
            <a:avLst/>
          </a:prstGeom>
          <a:noFill/>
          <a:ln cap="flat" cmpd="sng" w="28575">
            <a:solidFill>
              <a:schemeClr val="accent4"/>
            </a:solidFill>
            <a:prstDash val="solid"/>
            <a:round/>
            <a:headEnd len="med" w="med" type="none"/>
            <a:tailEnd len="med" w="med" type="triangle"/>
          </a:ln>
        </p:spPr>
      </p:cxnSp>
      <p:cxnSp>
        <p:nvCxnSpPr>
          <p:cNvPr id="1124" name="Google Shape;1124;p84"/>
          <p:cNvCxnSpPr>
            <a:stCxn id="1121" idx="2"/>
          </p:cNvCxnSpPr>
          <p:nvPr/>
        </p:nvCxnSpPr>
        <p:spPr>
          <a:xfrm flipH="1">
            <a:off x="2945048" y="1543775"/>
            <a:ext cx="46200" cy="585000"/>
          </a:xfrm>
          <a:prstGeom prst="straightConnector1">
            <a:avLst/>
          </a:prstGeom>
          <a:noFill/>
          <a:ln cap="flat" cmpd="sng" w="28575">
            <a:solidFill>
              <a:schemeClr val="accent4"/>
            </a:solidFill>
            <a:prstDash val="solid"/>
            <a:round/>
            <a:headEnd len="med" w="med" type="none"/>
            <a:tailEnd len="med" w="med" type="triangle"/>
          </a:ln>
        </p:spPr>
      </p:cxnSp>
      <p:cxnSp>
        <p:nvCxnSpPr>
          <p:cNvPr id="1125" name="Google Shape;1125;p84"/>
          <p:cNvCxnSpPr/>
          <p:nvPr/>
        </p:nvCxnSpPr>
        <p:spPr>
          <a:xfrm flipH="1">
            <a:off x="3202175" y="1548250"/>
            <a:ext cx="406500" cy="580500"/>
          </a:xfrm>
          <a:prstGeom prst="straightConnector1">
            <a:avLst/>
          </a:prstGeom>
          <a:noFill/>
          <a:ln cap="flat" cmpd="sng" w="28575">
            <a:solidFill>
              <a:schemeClr val="accent4"/>
            </a:solidFill>
            <a:prstDash val="solid"/>
            <a:round/>
            <a:headEnd len="med" w="med" type="none"/>
            <a:tailEnd len="med" w="med" type="triangle"/>
          </a:ln>
        </p:spPr>
      </p:cxnSp>
      <p:sp>
        <p:nvSpPr>
          <p:cNvPr id="1126" name="Google Shape;1126;p84"/>
          <p:cNvSpPr txBox="1"/>
          <p:nvPr>
            <p:ph idx="1" type="body"/>
          </p:nvPr>
        </p:nvSpPr>
        <p:spPr>
          <a:xfrm>
            <a:off x="3372000" y="3731100"/>
            <a:ext cx="3548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latin typeface="Kalam"/>
                <a:ea typeface="Kalam"/>
                <a:cs typeface="Kalam"/>
                <a:sym typeface="Kalam"/>
              </a:rPr>
              <a:t>“One eighth of an inch”</a:t>
            </a:r>
            <a:endParaRPr sz="2100">
              <a:latin typeface="Kalam"/>
              <a:ea typeface="Kalam"/>
              <a:cs typeface="Kalam"/>
              <a:sym typeface="Kalam"/>
            </a:endParaRPr>
          </a:p>
        </p:txBody>
      </p:sp>
      <p:sp>
        <p:nvSpPr>
          <p:cNvPr id="1127" name="Google Shape;1127;p84"/>
          <p:cNvSpPr txBox="1"/>
          <p:nvPr>
            <p:ph idx="1" type="body"/>
          </p:nvPr>
        </p:nvSpPr>
        <p:spPr>
          <a:xfrm>
            <a:off x="3372000" y="4097652"/>
            <a:ext cx="3548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latin typeface="Kalam"/>
                <a:ea typeface="Kalam"/>
                <a:cs typeface="Kalam"/>
                <a:sym typeface="Kalam"/>
              </a:rPr>
              <a:t>“Three quarters of an inch”</a:t>
            </a:r>
            <a:endParaRPr sz="2100">
              <a:latin typeface="Kalam"/>
              <a:ea typeface="Kalam"/>
              <a:cs typeface="Kalam"/>
              <a:sym typeface="Kalam"/>
            </a:endParaRPr>
          </a:p>
        </p:txBody>
      </p:sp>
      <p:sp>
        <p:nvSpPr>
          <p:cNvPr id="1128" name="Google Shape;1128;p84"/>
          <p:cNvSpPr txBox="1"/>
          <p:nvPr>
            <p:ph idx="1" type="body"/>
          </p:nvPr>
        </p:nvSpPr>
        <p:spPr>
          <a:xfrm>
            <a:off x="3372000" y="4474692"/>
            <a:ext cx="3346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latin typeface="Kalam"/>
                <a:ea typeface="Kalam"/>
                <a:cs typeface="Kalam"/>
                <a:sym typeface="Kalam"/>
              </a:rPr>
              <a:t>“Seven eighths of an inch”</a:t>
            </a:r>
            <a:endParaRPr sz="2100">
              <a:latin typeface="Kalam"/>
              <a:ea typeface="Kalam"/>
              <a:cs typeface="Kalam"/>
              <a:sym typeface="Kalam"/>
            </a:endParaRPr>
          </a:p>
        </p:txBody>
      </p:sp>
      <p:sp>
        <p:nvSpPr>
          <p:cNvPr id="1129" name="Google Shape;1129;p84"/>
          <p:cNvSpPr txBox="1"/>
          <p:nvPr>
            <p:ph idx="1" type="body"/>
          </p:nvPr>
        </p:nvSpPr>
        <p:spPr>
          <a:xfrm>
            <a:off x="324000" y="3883500"/>
            <a:ext cx="2031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“Half an inch”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7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1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2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2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1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pic>
        <p:nvPicPr>
          <p:cNvPr descr="&lt;math xmlns=&quot;http://www.w3.org/1998/Math/MathML&quot; display=&quot;block&quot; data-is-equatio=&quot;1&quot; data-latex=&quot;\frac{1}{16}&quot;&gt;&lt;mfrac&gt;&lt;mn&gt;1&lt;/mn&gt;&lt;mn&gt;16&lt;/mn&gt;&lt;/mfrac&gt;&lt;/math&gt;" id="1134" name="Google Shape;1134;p85" title="1 over 16"/>
          <p:cNvPicPr preferRelativeResize="0"/>
          <p:nvPr/>
        </p:nvPicPr>
        <p:blipFill>
          <a:blip r:embed="rId3">
            <a:alphaModFix/>
          </a:blip>
          <a:stretch>
            <a:fillRect/>
          </a:stretch>
        </p:blipFill>
        <p:spPr>
          <a:xfrm>
            <a:off x="561975" y="756921"/>
            <a:ext cx="395228" cy="721025"/>
          </a:xfrm>
          <a:prstGeom prst="rect">
            <a:avLst/>
          </a:prstGeom>
          <a:noFill/>
          <a:ln>
            <a:noFill/>
          </a:ln>
        </p:spPr>
      </p:pic>
      <p:pic>
        <p:nvPicPr>
          <p:cNvPr descr="&lt;math xmlns=&quot;http://www.w3.org/1998/Math/MathML&quot; display=&quot;block&quot; data-is-equatio=&quot;1&quot; data-latex=&quot;\frac{1}{8}&quot;&gt;&lt;mfrac&gt;&lt;mn&gt;1&lt;/mn&gt;&lt;mn&gt;8&lt;/mn&gt;&lt;/mfrac&gt;&lt;/math&gt;" id="1135" name="Google Shape;1135;p85" title="one eighth"/>
          <p:cNvPicPr preferRelativeResize="0"/>
          <p:nvPr/>
        </p:nvPicPr>
        <p:blipFill>
          <a:blip r:embed="rId4">
            <a:alphaModFix/>
          </a:blip>
          <a:stretch>
            <a:fillRect/>
          </a:stretch>
        </p:blipFill>
        <p:spPr>
          <a:xfrm>
            <a:off x="1285298" y="749602"/>
            <a:ext cx="218157" cy="721978"/>
          </a:xfrm>
          <a:prstGeom prst="rect">
            <a:avLst/>
          </a:prstGeom>
          <a:noFill/>
          <a:ln>
            <a:noFill/>
          </a:ln>
        </p:spPr>
      </p:pic>
      <p:sp>
        <p:nvSpPr>
          <p:cNvPr id="1136" name="Google Shape;1136;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grpSp>
        <p:nvGrpSpPr>
          <p:cNvPr id="1137" name="Google Shape;1137;p85"/>
          <p:cNvGrpSpPr/>
          <p:nvPr/>
        </p:nvGrpSpPr>
        <p:grpSpPr>
          <a:xfrm>
            <a:off x="945401" y="2057911"/>
            <a:ext cx="7610908" cy="1757606"/>
            <a:chOff x="446076" y="1277725"/>
            <a:chExt cx="8145235" cy="1881000"/>
          </a:xfrm>
        </p:grpSpPr>
        <p:grpSp>
          <p:nvGrpSpPr>
            <p:cNvPr id="1138" name="Google Shape;1138;p85"/>
            <p:cNvGrpSpPr/>
            <p:nvPr/>
          </p:nvGrpSpPr>
          <p:grpSpPr>
            <a:xfrm>
              <a:off x="446076" y="1277725"/>
              <a:ext cx="8145235" cy="1881000"/>
              <a:chOff x="446076" y="1277725"/>
              <a:chExt cx="8145235" cy="1881000"/>
            </a:xfrm>
          </p:grpSpPr>
          <p:cxnSp>
            <p:nvCxnSpPr>
              <p:cNvPr id="1139" name="Google Shape;1139;p85"/>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140" name="Google Shape;1140;p85"/>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141" name="Google Shape;1141;p85"/>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142" name="Google Shape;1142;p85"/>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143" name="Google Shape;1143;p85"/>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1144" name="Google Shape;1144;p85"/>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5" name="Google Shape;1145;p85"/>
              <p:cNvSpPr/>
              <p:nvPr/>
            </p:nvSpPr>
            <p:spPr>
              <a:xfrm>
                <a:off x="8083412" y="1277725"/>
                <a:ext cx="507900" cy="188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46" name="Google Shape;1146;p85"/>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47" name="Google Shape;1147;p85"/>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48" name="Google Shape;1148;p85"/>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49" name="Google Shape;1149;p85"/>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50" name="Google Shape;1150;p85"/>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151" name="Google Shape;1151;p85"/>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152" name="Google Shape;1152;p85"/>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153" name="Google Shape;1153;p85"/>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154" name="Google Shape;1154;p85"/>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55" name="Google Shape;1155;p85"/>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56" name="Google Shape;1156;p85"/>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57" name="Google Shape;1157;p85"/>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58" name="Google Shape;1158;p85"/>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159" name="Google Shape;1159;p85"/>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160" name="Google Shape;1160;p85"/>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161" name="Google Shape;1161;p85"/>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162" name="Google Shape;1162;p85"/>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63" name="Google Shape;1163;p85"/>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64" name="Google Shape;1164;p85"/>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65" name="Google Shape;1165;p85"/>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66" name="Google Shape;1166;p85"/>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167" name="Google Shape;1167;p85"/>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68" name="Google Shape;1168;p85"/>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sp>
          <p:nvSpPr>
            <p:cNvPr id="1169" name="Google Shape;1169;p85"/>
            <p:cNvSpPr txBox="1"/>
            <p:nvPr/>
          </p:nvSpPr>
          <p:spPr>
            <a:xfrm>
              <a:off x="87737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solidFill>
                  <a:schemeClr val="dk1"/>
                </a:solidFill>
                <a:latin typeface="Times New Roman"/>
                <a:ea typeface="Times New Roman"/>
                <a:cs typeface="Times New Roman"/>
                <a:sym typeface="Times New Roman"/>
              </a:endParaRPr>
            </a:p>
          </p:txBody>
        </p:sp>
        <p:sp>
          <p:nvSpPr>
            <p:cNvPr id="1170" name="Google Shape;1170;p85"/>
            <p:cNvSpPr txBox="1"/>
            <p:nvPr/>
          </p:nvSpPr>
          <p:spPr>
            <a:xfrm>
              <a:off x="1167744" y="2224736"/>
              <a:ext cx="6477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in</a:t>
              </a:r>
              <a:endParaRPr sz="2000">
                <a:solidFill>
                  <a:schemeClr val="dk1"/>
                </a:solidFill>
                <a:latin typeface="Times New Roman"/>
                <a:ea typeface="Times New Roman"/>
                <a:cs typeface="Times New Roman"/>
                <a:sym typeface="Times New Roman"/>
              </a:endParaRPr>
            </a:p>
          </p:txBody>
        </p:sp>
        <p:sp>
          <p:nvSpPr>
            <p:cNvPr id="1171" name="Google Shape;1171;p85"/>
            <p:cNvSpPr txBox="1"/>
            <p:nvPr/>
          </p:nvSpPr>
          <p:spPr>
            <a:xfrm>
              <a:off x="29492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1172" name="Google Shape;1172;p85"/>
            <p:cNvSpPr txBox="1"/>
            <p:nvPr/>
          </p:nvSpPr>
          <p:spPr>
            <a:xfrm>
              <a:off x="50066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173" name="Google Shape;1173;p85"/>
            <p:cNvSpPr txBox="1"/>
            <p:nvPr/>
          </p:nvSpPr>
          <p:spPr>
            <a:xfrm>
              <a:off x="70640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a:t>
              </a:r>
              <a:endParaRPr sz="2000">
                <a:solidFill>
                  <a:schemeClr val="dk1"/>
                </a:solidFill>
                <a:latin typeface="Times New Roman"/>
                <a:ea typeface="Times New Roman"/>
                <a:cs typeface="Times New Roman"/>
                <a:sym typeface="Times New Roman"/>
              </a:endParaRPr>
            </a:p>
          </p:txBody>
        </p:sp>
      </p:grpSp>
      <p:pic>
        <p:nvPicPr>
          <p:cNvPr descr="&lt;math xmlns=&quot;http://www.w3.org/1998/Math/MathML&quot; display=&quot;block&quot; data-is-equatio=&quot;1&quot; data-latex=&quot;\frac{1}{2}&quot;&gt;&lt;mfrac&gt;&lt;mn&gt;1&lt;/mn&gt;&lt;mn&gt;2&lt;/mn&gt;&lt;/mfrac&gt;&lt;/math&gt;" id="1174" name="Google Shape;1174;p85" title="one half"/>
          <p:cNvPicPr preferRelativeResize="0"/>
          <p:nvPr/>
        </p:nvPicPr>
        <p:blipFill>
          <a:blip r:embed="rId5">
            <a:alphaModFix/>
          </a:blip>
          <a:stretch>
            <a:fillRect/>
          </a:stretch>
        </p:blipFill>
        <p:spPr>
          <a:xfrm>
            <a:off x="2417836" y="749602"/>
            <a:ext cx="226308" cy="721024"/>
          </a:xfrm>
          <a:prstGeom prst="rect">
            <a:avLst/>
          </a:prstGeom>
          <a:noFill/>
          <a:ln>
            <a:noFill/>
          </a:ln>
        </p:spPr>
      </p:pic>
      <p:pic>
        <p:nvPicPr>
          <p:cNvPr descr="&lt;math xmlns=&quot;http://www.w3.org/1998/Math/MathML&quot; display=&quot;block&quot; data-is-equatio=&quot;1&quot; data-latex=&quot;\frac{1}{4}&quot;&gt;&lt;mfrac&gt;&lt;mn&gt;1&lt;/mn&gt;&lt;mn&gt;4&lt;/mn&gt;&lt;/mfrac&gt;&lt;/math&gt;" id="1175" name="Google Shape;1175;p85" title="one fourth"/>
          <p:cNvPicPr preferRelativeResize="0"/>
          <p:nvPr/>
        </p:nvPicPr>
        <p:blipFill>
          <a:blip r:embed="rId6">
            <a:alphaModFix/>
          </a:blip>
          <a:stretch>
            <a:fillRect/>
          </a:stretch>
        </p:blipFill>
        <p:spPr>
          <a:xfrm>
            <a:off x="1869955" y="749602"/>
            <a:ext cx="226308" cy="721024"/>
          </a:xfrm>
          <a:prstGeom prst="rect">
            <a:avLst/>
          </a:prstGeom>
          <a:noFill/>
          <a:ln>
            <a:noFill/>
          </a:ln>
        </p:spPr>
      </p:pic>
      <p:sp>
        <p:nvSpPr>
          <p:cNvPr id="1176" name="Google Shape;1176;p85"/>
          <p:cNvSpPr txBox="1"/>
          <p:nvPr>
            <p:ph idx="1" type="body"/>
          </p:nvPr>
        </p:nvSpPr>
        <p:spPr>
          <a:xfrm>
            <a:off x="3067200" y="687060"/>
            <a:ext cx="4087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You might find a ruler even more precise than this one.</a:t>
            </a:r>
            <a:endParaRPr/>
          </a:p>
        </p:txBody>
      </p:sp>
      <p:cxnSp>
        <p:nvCxnSpPr>
          <p:cNvPr id="1177" name="Google Shape;1177;p85"/>
          <p:cNvCxnSpPr/>
          <p:nvPr/>
        </p:nvCxnSpPr>
        <p:spPr>
          <a:xfrm>
            <a:off x="1456450" y="1545213"/>
            <a:ext cx="274200" cy="583500"/>
          </a:xfrm>
          <a:prstGeom prst="straightConnector1">
            <a:avLst/>
          </a:prstGeom>
          <a:noFill/>
          <a:ln cap="flat" cmpd="sng" w="28575">
            <a:solidFill>
              <a:schemeClr val="accent4"/>
            </a:solidFill>
            <a:prstDash val="solid"/>
            <a:round/>
            <a:headEnd len="med" w="med" type="none"/>
            <a:tailEnd len="med" w="med" type="triangle"/>
          </a:ln>
        </p:spPr>
      </p:cxnSp>
      <p:cxnSp>
        <p:nvCxnSpPr>
          <p:cNvPr id="1178" name="Google Shape;1178;p85"/>
          <p:cNvCxnSpPr/>
          <p:nvPr/>
        </p:nvCxnSpPr>
        <p:spPr>
          <a:xfrm flipH="1">
            <a:off x="1982500" y="1543825"/>
            <a:ext cx="600" cy="585000"/>
          </a:xfrm>
          <a:prstGeom prst="straightConnector1">
            <a:avLst/>
          </a:prstGeom>
          <a:noFill/>
          <a:ln cap="flat" cmpd="sng" w="28575">
            <a:solidFill>
              <a:schemeClr val="accent4"/>
            </a:solidFill>
            <a:prstDash val="solid"/>
            <a:round/>
            <a:headEnd len="med" w="med" type="none"/>
            <a:tailEnd len="med" w="med" type="triangle"/>
          </a:ln>
        </p:spPr>
      </p:cxnSp>
      <p:sp>
        <p:nvSpPr>
          <p:cNvPr id="1179" name="Google Shape;1179;p85"/>
          <p:cNvSpPr txBox="1"/>
          <p:nvPr>
            <p:ph idx="1" type="body"/>
          </p:nvPr>
        </p:nvSpPr>
        <p:spPr>
          <a:xfrm>
            <a:off x="3067200" y="1572564"/>
            <a:ext cx="5450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do you think this new fraction is?</a:t>
            </a:r>
            <a:endParaRPr/>
          </a:p>
        </p:txBody>
      </p:sp>
      <p:cxnSp>
        <p:nvCxnSpPr>
          <p:cNvPr id="1180" name="Google Shape;1180;p85"/>
          <p:cNvCxnSpPr/>
          <p:nvPr/>
        </p:nvCxnSpPr>
        <p:spPr>
          <a:xfrm flipH="1">
            <a:off x="2473400" y="1543775"/>
            <a:ext cx="46200" cy="585000"/>
          </a:xfrm>
          <a:prstGeom prst="straightConnector1">
            <a:avLst/>
          </a:prstGeom>
          <a:noFill/>
          <a:ln cap="flat" cmpd="sng" w="28575">
            <a:solidFill>
              <a:schemeClr val="accent4"/>
            </a:solidFill>
            <a:prstDash val="solid"/>
            <a:round/>
            <a:headEnd len="med" w="med" type="none"/>
            <a:tailEnd len="med" w="med" type="triangle"/>
          </a:ln>
        </p:spPr>
      </p:cxnSp>
      <p:grpSp>
        <p:nvGrpSpPr>
          <p:cNvPr id="1181" name="Google Shape;1181;p85"/>
          <p:cNvGrpSpPr/>
          <p:nvPr/>
        </p:nvGrpSpPr>
        <p:grpSpPr>
          <a:xfrm>
            <a:off x="946621" y="2054162"/>
            <a:ext cx="7610908" cy="1757606"/>
            <a:chOff x="446076" y="1277725"/>
            <a:chExt cx="8145235" cy="1881000"/>
          </a:xfrm>
        </p:grpSpPr>
        <p:grpSp>
          <p:nvGrpSpPr>
            <p:cNvPr id="1182" name="Google Shape;1182;p85"/>
            <p:cNvGrpSpPr/>
            <p:nvPr/>
          </p:nvGrpSpPr>
          <p:grpSpPr>
            <a:xfrm>
              <a:off x="446076" y="1277725"/>
              <a:ext cx="8145235" cy="1881000"/>
              <a:chOff x="446076" y="1277725"/>
              <a:chExt cx="8145235" cy="1881000"/>
            </a:xfrm>
          </p:grpSpPr>
          <p:cxnSp>
            <p:nvCxnSpPr>
              <p:cNvPr id="1183" name="Google Shape;1183;p85"/>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184" name="Google Shape;1184;p85"/>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185" name="Google Shape;1185;p85"/>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186" name="Google Shape;1186;p85"/>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187" name="Google Shape;1187;p85"/>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1188" name="Google Shape;1188;p85"/>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9" name="Google Shape;1189;p85"/>
              <p:cNvSpPr/>
              <p:nvPr/>
            </p:nvSpPr>
            <p:spPr>
              <a:xfrm>
                <a:off x="8083412" y="1277725"/>
                <a:ext cx="507900" cy="188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90" name="Google Shape;1190;p85"/>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91" name="Google Shape;1191;p85"/>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92" name="Google Shape;1192;p85"/>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93" name="Google Shape;1193;p85"/>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94" name="Google Shape;1194;p85"/>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195" name="Google Shape;1195;p85"/>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196" name="Google Shape;1196;p85"/>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197" name="Google Shape;1197;p85"/>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198" name="Google Shape;1198;p85"/>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199" name="Google Shape;1199;p85"/>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00" name="Google Shape;1200;p85"/>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01" name="Google Shape;1201;p85"/>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02" name="Google Shape;1202;p85"/>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203" name="Google Shape;1203;p85"/>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204" name="Google Shape;1204;p85"/>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205" name="Google Shape;1205;p85"/>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206" name="Google Shape;1206;p85"/>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07" name="Google Shape;1207;p85"/>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08" name="Google Shape;1208;p85"/>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09" name="Google Shape;1209;p85"/>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10" name="Google Shape;1210;p85"/>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211" name="Google Shape;1211;p85"/>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12" name="Google Shape;1212;p85"/>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213" name="Google Shape;1213;p85"/>
            <p:cNvGrpSpPr/>
            <p:nvPr/>
          </p:nvGrpSpPr>
          <p:grpSpPr>
            <a:xfrm>
              <a:off x="1160489" y="1408155"/>
              <a:ext cx="516896" cy="239620"/>
              <a:chOff x="1298462" y="1408175"/>
              <a:chExt cx="516896" cy="315000"/>
            </a:xfrm>
          </p:grpSpPr>
          <p:cxnSp>
            <p:nvCxnSpPr>
              <p:cNvPr id="1214" name="Google Shape;1214;p85"/>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15" name="Google Shape;1215;p85"/>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216" name="Google Shape;1216;p85"/>
            <p:cNvGrpSpPr/>
            <p:nvPr/>
          </p:nvGrpSpPr>
          <p:grpSpPr>
            <a:xfrm>
              <a:off x="1421945" y="1408155"/>
              <a:ext cx="516896" cy="239620"/>
              <a:chOff x="1298462" y="1408175"/>
              <a:chExt cx="516896" cy="315000"/>
            </a:xfrm>
          </p:grpSpPr>
          <p:cxnSp>
            <p:nvCxnSpPr>
              <p:cNvPr id="1217" name="Google Shape;1217;p85"/>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18" name="Google Shape;1218;p85"/>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219" name="Google Shape;1219;p85"/>
            <p:cNvGrpSpPr/>
            <p:nvPr/>
          </p:nvGrpSpPr>
          <p:grpSpPr>
            <a:xfrm>
              <a:off x="2198393" y="1408155"/>
              <a:ext cx="516896" cy="239620"/>
              <a:chOff x="1298462" y="1408175"/>
              <a:chExt cx="516896" cy="315000"/>
            </a:xfrm>
          </p:grpSpPr>
          <p:cxnSp>
            <p:nvCxnSpPr>
              <p:cNvPr id="1220" name="Google Shape;1220;p85"/>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21" name="Google Shape;1221;p85"/>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222" name="Google Shape;1222;p85"/>
            <p:cNvGrpSpPr/>
            <p:nvPr/>
          </p:nvGrpSpPr>
          <p:grpSpPr>
            <a:xfrm>
              <a:off x="2459849" y="1408155"/>
              <a:ext cx="516896" cy="239620"/>
              <a:chOff x="1298462" y="1408175"/>
              <a:chExt cx="516896" cy="315000"/>
            </a:xfrm>
          </p:grpSpPr>
          <p:cxnSp>
            <p:nvCxnSpPr>
              <p:cNvPr id="1223" name="Google Shape;1223;p85"/>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24" name="Google Shape;1224;p85"/>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225" name="Google Shape;1225;p85"/>
            <p:cNvGrpSpPr/>
            <p:nvPr/>
          </p:nvGrpSpPr>
          <p:grpSpPr>
            <a:xfrm>
              <a:off x="3236297" y="1408155"/>
              <a:ext cx="516896" cy="239620"/>
              <a:chOff x="1298462" y="1408175"/>
              <a:chExt cx="516896" cy="315000"/>
            </a:xfrm>
          </p:grpSpPr>
          <p:cxnSp>
            <p:nvCxnSpPr>
              <p:cNvPr id="1226" name="Google Shape;1226;p85"/>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27" name="Google Shape;1227;p85"/>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228" name="Google Shape;1228;p85"/>
            <p:cNvGrpSpPr/>
            <p:nvPr/>
          </p:nvGrpSpPr>
          <p:grpSpPr>
            <a:xfrm>
              <a:off x="3493793" y="1408155"/>
              <a:ext cx="516896" cy="239620"/>
              <a:chOff x="1298462" y="1408175"/>
              <a:chExt cx="516896" cy="315000"/>
            </a:xfrm>
          </p:grpSpPr>
          <p:cxnSp>
            <p:nvCxnSpPr>
              <p:cNvPr id="1229" name="Google Shape;1229;p85"/>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30" name="Google Shape;1230;p85"/>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231" name="Google Shape;1231;p85"/>
            <p:cNvGrpSpPr/>
            <p:nvPr/>
          </p:nvGrpSpPr>
          <p:grpSpPr>
            <a:xfrm>
              <a:off x="4270241" y="1408155"/>
              <a:ext cx="516896" cy="239620"/>
              <a:chOff x="1298462" y="1408175"/>
              <a:chExt cx="516896" cy="315000"/>
            </a:xfrm>
          </p:grpSpPr>
          <p:cxnSp>
            <p:nvCxnSpPr>
              <p:cNvPr id="1232" name="Google Shape;1232;p85"/>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33" name="Google Shape;1233;p85"/>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234" name="Google Shape;1234;p85"/>
            <p:cNvGrpSpPr/>
            <p:nvPr/>
          </p:nvGrpSpPr>
          <p:grpSpPr>
            <a:xfrm>
              <a:off x="4517249" y="1408155"/>
              <a:ext cx="516896" cy="239620"/>
              <a:chOff x="1298462" y="1408175"/>
              <a:chExt cx="516896" cy="315000"/>
            </a:xfrm>
          </p:grpSpPr>
          <p:cxnSp>
            <p:nvCxnSpPr>
              <p:cNvPr id="1235" name="Google Shape;1235;p85"/>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36" name="Google Shape;1236;p85"/>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237" name="Google Shape;1237;p85"/>
            <p:cNvGrpSpPr/>
            <p:nvPr/>
          </p:nvGrpSpPr>
          <p:grpSpPr>
            <a:xfrm>
              <a:off x="5293697" y="1408155"/>
              <a:ext cx="516896" cy="239620"/>
              <a:chOff x="1298462" y="1408175"/>
              <a:chExt cx="516896" cy="315000"/>
            </a:xfrm>
          </p:grpSpPr>
          <p:cxnSp>
            <p:nvCxnSpPr>
              <p:cNvPr id="1238" name="Google Shape;1238;p85"/>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39" name="Google Shape;1239;p85"/>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240" name="Google Shape;1240;p85"/>
            <p:cNvGrpSpPr/>
            <p:nvPr/>
          </p:nvGrpSpPr>
          <p:grpSpPr>
            <a:xfrm>
              <a:off x="5536745" y="1408155"/>
              <a:ext cx="516896" cy="239620"/>
              <a:chOff x="1298462" y="1408175"/>
              <a:chExt cx="516896" cy="315000"/>
            </a:xfrm>
          </p:grpSpPr>
          <p:cxnSp>
            <p:nvCxnSpPr>
              <p:cNvPr id="1241" name="Google Shape;1241;p85"/>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42" name="Google Shape;1242;p85"/>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243" name="Google Shape;1243;p85"/>
            <p:cNvGrpSpPr/>
            <p:nvPr/>
          </p:nvGrpSpPr>
          <p:grpSpPr>
            <a:xfrm>
              <a:off x="6317153" y="1408155"/>
              <a:ext cx="516896" cy="239620"/>
              <a:chOff x="1298462" y="1408175"/>
              <a:chExt cx="516896" cy="315000"/>
            </a:xfrm>
          </p:grpSpPr>
          <p:cxnSp>
            <p:nvCxnSpPr>
              <p:cNvPr id="1244" name="Google Shape;1244;p85"/>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45" name="Google Shape;1245;p85"/>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246" name="Google Shape;1246;p85"/>
            <p:cNvGrpSpPr/>
            <p:nvPr/>
          </p:nvGrpSpPr>
          <p:grpSpPr>
            <a:xfrm>
              <a:off x="6574649" y="1408155"/>
              <a:ext cx="516896" cy="239620"/>
              <a:chOff x="1298462" y="1408175"/>
              <a:chExt cx="516896" cy="315000"/>
            </a:xfrm>
          </p:grpSpPr>
          <p:cxnSp>
            <p:nvCxnSpPr>
              <p:cNvPr id="1247" name="Google Shape;1247;p85"/>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48" name="Google Shape;1248;p85"/>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249" name="Google Shape;1249;p85"/>
            <p:cNvGrpSpPr/>
            <p:nvPr/>
          </p:nvGrpSpPr>
          <p:grpSpPr>
            <a:xfrm>
              <a:off x="7340608" y="1408155"/>
              <a:ext cx="516896" cy="239620"/>
              <a:chOff x="1298462" y="1408175"/>
              <a:chExt cx="516896" cy="315000"/>
            </a:xfrm>
          </p:grpSpPr>
          <p:cxnSp>
            <p:nvCxnSpPr>
              <p:cNvPr id="1250" name="Google Shape;1250;p85"/>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51" name="Google Shape;1251;p85"/>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cxnSp>
          <p:nvCxnSpPr>
            <p:cNvPr id="1252" name="Google Shape;1252;p85"/>
            <p:cNvCxnSpPr/>
            <p:nvPr/>
          </p:nvCxnSpPr>
          <p:spPr>
            <a:xfrm>
              <a:off x="7602064" y="1408155"/>
              <a:ext cx="0" cy="239700"/>
            </a:xfrm>
            <a:prstGeom prst="straightConnector1">
              <a:avLst/>
            </a:prstGeom>
            <a:noFill/>
            <a:ln cap="flat" cmpd="sng" w="28575">
              <a:solidFill>
                <a:schemeClr val="dk1"/>
              </a:solidFill>
              <a:prstDash val="solid"/>
              <a:round/>
              <a:headEnd len="med" w="med" type="none"/>
              <a:tailEnd len="med" w="med" type="none"/>
            </a:ln>
          </p:spPr>
        </p:cxnSp>
      </p:grpSp>
      <p:sp>
        <p:nvSpPr>
          <p:cNvPr id="1253" name="Google Shape;1253;p85"/>
          <p:cNvSpPr/>
          <p:nvPr/>
        </p:nvSpPr>
        <p:spPr>
          <a:xfrm>
            <a:off x="542112" y="722375"/>
            <a:ext cx="456300" cy="821400"/>
          </a:xfrm>
          <a:prstGeom prst="roundRect">
            <a:avLst>
              <a:gd fmla="val 16667" name="adj"/>
            </a:avLst>
          </a:prstGeom>
          <a:solidFill>
            <a:schemeClr val="lt1"/>
          </a:solidFill>
          <a:ln cap="flat" cmpd="sng" w="38100">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54" name="Google Shape;1254;p85"/>
          <p:cNvCxnSpPr/>
          <p:nvPr/>
        </p:nvCxnSpPr>
        <p:spPr>
          <a:xfrm>
            <a:off x="980153" y="1545220"/>
            <a:ext cx="583500" cy="583500"/>
          </a:xfrm>
          <a:prstGeom prst="straightConnector1">
            <a:avLst/>
          </a:prstGeom>
          <a:noFill/>
          <a:ln cap="flat" cmpd="sng" w="28575">
            <a:solidFill>
              <a:schemeClr val="accent4"/>
            </a:solidFill>
            <a:prstDash val="solid"/>
            <a:round/>
            <a:headEnd len="med" w="med" type="none"/>
            <a:tailEnd len="med" w="med" type="triangle"/>
          </a:ln>
        </p:spPr>
      </p:cxnSp>
      <p:sp>
        <p:nvSpPr>
          <p:cNvPr id="1255" name="Google Shape;1255;p85"/>
          <p:cNvSpPr txBox="1"/>
          <p:nvPr>
            <p:ph idx="1" type="body"/>
          </p:nvPr>
        </p:nvSpPr>
        <p:spPr>
          <a:xfrm>
            <a:off x="324000" y="3731100"/>
            <a:ext cx="7969200" cy="1013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One sixteenth of an inch is about as accurate as can be cut by human hand so old rulers were rarely more accurate than this.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5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pic>
        <p:nvPicPr>
          <p:cNvPr descr="&lt;math xmlns=&quot;http://www.w3.org/1998/Math/MathML&quot; display=&quot;block&quot; data-is-equatio=&quot;1&quot; data-latex=&quot;\frac{1}{16}&quot;&gt;&lt;mfrac&gt;&lt;mn&gt;1&lt;/mn&gt;&lt;mn&gt;16&lt;/mn&gt;&lt;/mfrac&gt;&lt;/math&gt;" id="1260" name="Google Shape;1260;p86" title="1 over 16"/>
          <p:cNvPicPr preferRelativeResize="0"/>
          <p:nvPr/>
        </p:nvPicPr>
        <p:blipFill>
          <a:blip r:embed="rId3">
            <a:alphaModFix/>
          </a:blip>
          <a:stretch>
            <a:fillRect/>
          </a:stretch>
        </p:blipFill>
        <p:spPr>
          <a:xfrm>
            <a:off x="561975" y="833121"/>
            <a:ext cx="395228" cy="721025"/>
          </a:xfrm>
          <a:prstGeom prst="rect">
            <a:avLst/>
          </a:prstGeom>
          <a:noFill/>
          <a:ln>
            <a:noFill/>
          </a:ln>
        </p:spPr>
      </p:pic>
      <p:pic>
        <p:nvPicPr>
          <p:cNvPr descr="&lt;math xmlns=&quot;http://www.w3.org/1998/Math/MathML&quot; display=&quot;block&quot; data-is-equatio=&quot;1&quot; data-latex=&quot;\frac{1}{8}&quot;&gt;&lt;mfrac&gt;&lt;mn&gt;1&lt;/mn&gt;&lt;mn&gt;8&lt;/mn&gt;&lt;/mfrac&gt;&lt;/math&gt;" id="1261" name="Google Shape;1261;p86" title="one eighth"/>
          <p:cNvPicPr preferRelativeResize="0"/>
          <p:nvPr/>
        </p:nvPicPr>
        <p:blipFill>
          <a:blip r:embed="rId4">
            <a:alphaModFix/>
          </a:blip>
          <a:stretch>
            <a:fillRect/>
          </a:stretch>
        </p:blipFill>
        <p:spPr>
          <a:xfrm>
            <a:off x="1285298" y="825802"/>
            <a:ext cx="218157" cy="721978"/>
          </a:xfrm>
          <a:prstGeom prst="rect">
            <a:avLst/>
          </a:prstGeom>
          <a:noFill/>
          <a:ln>
            <a:noFill/>
          </a:ln>
        </p:spPr>
      </p:pic>
      <p:sp>
        <p:nvSpPr>
          <p:cNvPr id="1262" name="Google Shape;1262;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grpSp>
        <p:nvGrpSpPr>
          <p:cNvPr id="1263" name="Google Shape;1263;p86"/>
          <p:cNvGrpSpPr/>
          <p:nvPr/>
        </p:nvGrpSpPr>
        <p:grpSpPr>
          <a:xfrm>
            <a:off x="945401" y="2134111"/>
            <a:ext cx="7610908" cy="1757606"/>
            <a:chOff x="446076" y="1277725"/>
            <a:chExt cx="8145235" cy="1881000"/>
          </a:xfrm>
        </p:grpSpPr>
        <p:grpSp>
          <p:nvGrpSpPr>
            <p:cNvPr id="1264" name="Google Shape;1264;p86"/>
            <p:cNvGrpSpPr/>
            <p:nvPr/>
          </p:nvGrpSpPr>
          <p:grpSpPr>
            <a:xfrm>
              <a:off x="446076" y="1277725"/>
              <a:ext cx="8145235" cy="1881000"/>
              <a:chOff x="446076" y="1277725"/>
              <a:chExt cx="8145235" cy="1881000"/>
            </a:xfrm>
          </p:grpSpPr>
          <p:cxnSp>
            <p:nvCxnSpPr>
              <p:cNvPr id="1265" name="Google Shape;1265;p86"/>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266" name="Google Shape;1266;p86"/>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267" name="Google Shape;1267;p86"/>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268" name="Google Shape;1268;p86"/>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269" name="Google Shape;1269;p86"/>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1270" name="Google Shape;1270;p86"/>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1" name="Google Shape;1271;p86"/>
              <p:cNvSpPr/>
              <p:nvPr/>
            </p:nvSpPr>
            <p:spPr>
              <a:xfrm>
                <a:off x="8083412" y="1277725"/>
                <a:ext cx="507900" cy="188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72" name="Google Shape;1272;p8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73" name="Google Shape;1273;p86"/>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74" name="Google Shape;1274;p8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75" name="Google Shape;1275;p86"/>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76" name="Google Shape;1276;p86"/>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277" name="Google Shape;1277;p86"/>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278" name="Google Shape;1278;p86"/>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279" name="Google Shape;1279;p86"/>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280" name="Google Shape;1280;p86"/>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81" name="Google Shape;1281;p86"/>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82" name="Google Shape;1282;p86"/>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83" name="Google Shape;1283;p86"/>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84" name="Google Shape;1284;p86"/>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285" name="Google Shape;1285;p86"/>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286" name="Google Shape;1286;p86"/>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287" name="Google Shape;1287;p86"/>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288" name="Google Shape;1288;p86"/>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89" name="Google Shape;1289;p86"/>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90" name="Google Shape;1290;p86"/>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91" name="Google Shape;1291;p86"/>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92" name="Google Shape;1292;p86"/>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293" name="Google Shape;1293;p86"/>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294" name="Google Shape;1294;p86"/>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sp>
          <p:nvSpPr>
            <p:cNvPr id="1295" name="Google Shape;1295;p86"/>
            <p:cNvSpPr txBox="1"/>
            <p:nvPr/>
          </p:nvSpPr>
          <p:spPr>
            <a:xfrm>
              <a:off x="87737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solidFill>
                  <a:schemeClr val="dk1"/>
                </a:solidFill>
                <a:latin typeface="Times New Roman"/>
                <a:ea typeface="Times New Roman"/>
                <a:cs typeface="Times New Roman"/>
                <a:sym typeface="Times New Roman"/>
              </a:endParaRPr>
            </a:p>
          </p:txBody>
        </p:sp>
        <p:sp>
          <p:nvSpPr>
            <p:cNvPr id="1296" name="Google Shape;1296;p86"/>
            <p:cNvSpPr txBox="1"/>
            <p:nvPr/>
          </p:nvSpPr>
          <p:spPr>
            <a:xfrm>
              <a:off x="1167744" y="2224736"/>
              <a:ext cx="6477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in</a:t>
              </a:r>
              <a:endParaRPr sz="2000">
                <a:solidFill>
                  <a:schemeClr val="dk1"/>
                </a:solidFill>
                <a:latin typeface="Times New Roman"/>
                <a:ea typeface="Times New Roman"/>
                <a:cs typeface="Times New Roman"/>
                <a:sym typeface="Times New Roman"/>
              </a:endParaRPr>
            </a:p>
          </p:txBody>
        </p:sp>
        <p:sp>
          <p:nvSpPr>
            <p:cNvPr id="1297" name="Google Shape;1297;p86"/>
            <p:cNvSpPr txBox="1"/>
            <p:nvPr/>
          </p:nvSpPr>
          <p:spPr>
            <a:xfrm>
              <a:off x="29492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1298" name="Google Shape;1298;p86"/>
            <p:cNvSpPr txBox="1"/>
            <p:nvPr/>
          </p:nvSpPr>
          <p:spPr>
            <a:xfrm>
              <a:off x="50066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299" name="Google Shape;1299;p86"/>
            <p:cNvSpPr txBox="1"/>
            <p:nvPr/>
          </p:nvSpPr>
          <p:spPr>
            <a:xfrm>
              <a:off x="70640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a:t>
              </a:r>
              <a:endParaRPr sz="2000">
                <a:solidFill>
                  <a:schemeClr val="dk1"/>
                </a:solidFill>
                <a:latin typeface="Times New Roman"/>
                <a:ea typeface="Times New Roman"/>
                <a:cs typeface="Times New Roman"/>
                <a:sym typeface="Times New Roman"/>
              </a:endParaRPr>
            </a:p>
          </p:txBody>
        </p:sp>
      </p:grpSp>
      <p:pic>
        <p:nvPicPr>
          <p:cNvPr descr="&lt;math xmlns=&quot;http://www.w3.org/1998/Math/MathML&quot; display=&quot;block&quot; data-is-equatio=&quot;1&quot; data-latex=&quot;\frac{1}{2}&quot;&gt;&lt;mfrac&gt;&lt;mn&gt;1&lt;/mn&gt;&lt;mn&gt;2&lt;/mn&gt;&lt;/mfrac&gt;&lt;/math&gt;" id="1300" name="Google Shape;1300;p86" title="one half"/>
          <p:cNvPicPr preferRelativeResize="0"/>
          <p:nvPr/>
        </p:nvPicPr>
        <p:blipFill>
          <a:blip r:embed="rId5">
            <a:alphaModFix/>
          </a:blip>
          <a:stretch>
            <a:fillRect/>
          </a:stretch>
        </p:blipFill>
        <p:spPr>
          <a:xfrm>
            <a:off x="2417836" y="825802"/>
            <a:ext cx="226308" cy="721024"/>
          </a:xfrm>
          <a:prstGeom prst="rect">
            <a:avLst/>
          </a:prstGeom>
          <a:noFill/>
          <a:ln>
            <a:noFill/>
          </a:ln>
        </p:spPr>
      </p:pic>
      <p:pic>
        <p:nvPicPr>
          <p:cNvPr descr="&lt;math xmlns=&quot;http://www.w3.org/1998/Math/MathML&quot; display=&quot;block&quot; data-is-equatio=&quot;1&quot; data-latex=&quot;\frac{1}{4}&quot;&gt;&lt;mfrac&gt;&lt;mn&gt;1&lt;/mn&gt;&lt;mn&gt;4&lt;/mn&gt;&lt;/mfrac&gt;&lt;/math&gt;" id="1301" name="Google Shape;1301;p86" title="one fourth"/>
          <p:cNvPicPr preferRelativeResize="0"/>
          <p:nvPr/>
        </p:nvPicPr>
        <p:blipFill>
          <a:blip r:embed="rId6">
            <a:alphaModFix/>
          </a:blip>
          <a:stretch>
            <a:fillRect/>
          </a:stretch>
        </p:blipFill>
        <p:spPr>
          <a:xfrm>
            <a:off x="1869955" y="825802"/>
            <a:ext cx="226308" cy="721024"/>
          </a:xfrm>
          <a:prstGeom prst="rect">
            <a:avLst/>
          </a:prstGeom>
          <a:noFill/>
          <a:ln>
            <a:noFill/>
          </a:ln>
        </p:spPr>
      </p:pic>
      <p:sp>
        <p:nvSpPr>
          <p:cNvPr id="1302" name="Google Shape;1302;p86"/>
          <p:cNvSpPr txBox="1"/>
          <p:nvPr>
            <p:ph idx="1" type="body"/>
          </p:nvPr>
        </p:nvSpPr>
        <p:spPr>
          <a:xfrm>
            <a:off x="3372000" y="1659252"/>
            <a:ext cx="5142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Times New Roman"/>
                <a:ea typeface="Times New Roman"/>
                <a:cs typeface="Times New Roman"/>
                <a:sym typeface="Times New Roman"/>
              </a:rPr>
              <a:t>2</a:t>
            </a:r>
            <a:r>
              <a:rPr lang="en-GB"/>
              <a:t>, </a:t>
            </a:r>
            <a:r>
              <a:rPr lang="en-GB" sz="2400">
                <a:latin typeface="Times New Roman"/>
                <a:ea typeface="Times New Roman"/>
                <a:cs typeface="Times New Roman"/>
                <a:sym typeface="Times New Roman"/>
              </a:rPr>
              <a:t>4</a:t>
            </a:r>
            <a:r>
              <a:rPr lang="en-GB"/>
              <a:t>, </a:t>
            </a:r>
            <a:r>
              <a:rPr lang="en-GB" sz="2400">
                <a:latin typeface="Times New Roman"/>
                <a:ea typeface="Times New Roman"/>
                <a:cs typeface="Times New Roman"/>
                <a:sym typeface="Times New Roman"/>
              </a:rPr>
              <a:t>8</a:t>
            </a:r>
            <a:r>
              <a:rPr lang="en-GB"/>
              <a:t> and </a:t>
            </a:r>
            <a:r>
              <a:rPr lang="en-GB" sz="2400">
                <a:latin typeface="Times New Roman"/>
                <a:ea typeface="Times New Roman"/>
                <a:cs typeface="Times New Roman"/>
                <a:sym typeface="Times New Roman"/>
              </a:rPr>
              <a:t>16</a:t>
            </a:r>
            <a:r>
              <a:rPr lang="en-GB"/>
              <a:t> are all </a:t>
            </a:r>
            <a:r>
              <a:rPr lang="en-GB">
                <a:solidFill>
                  <a:schemeClr val="accent4"/>
                </a:solidFill>
              </a:rPr>
              <a:t>powers of </a:t>
            </a:r>
            <a:r>
              <a:rPr lang="en-GB" sz="2400">
                <a:solidFill>
                  <a:schemeClr val="accent4"/>
                </a:solidFill>
                <a:latin typeface="Times New Roman"/>
                <a:ea typeface="Times New Roman"/>
                <a:cs typeface="Times New Roman"/>
                <a:sym typeface="Times New Roman"/>
              </a:rPr>
              <a:t>2</a:t>
            </a:r>
            <a:endParaRPr sz="2400">
              <a:solidFill>
                <a:schemeClr val="accent4"/>
              </a:solidFill>
              <a:latin typeface="Times New Roman"/>
              <a:ea typeface="Times New Roman"/>
              <a:cs typeface="Times New Roman"/>
              <a:sym typeface="Times New Roman"/>
            </a:endParaRPr>
          </a:p>
        </p:txBody>
      </p:sp>
      <p:cxnSp>
        <p:nvCxnSpPr>
          <p:cNvPr id="1303" name="Google Shape;1303;p86"/>
          <p:cNvCxnSpPr/>
          <p:nvPr/>
        </p:nvCxnSpPr>
        <p:spPr>
          <a:xfrm>
            <a:off x="1456450" y="1621413"/>
            <a:ext cx="274200" cy="583500"/>
          </a:xfrm>
          <a:prstGeom prst="straightConnector1">
            <a:avLst/>
          </a:prstGeom>
          <a:noFill/>
          <a:ln cap="flat" cmpd="sng" w="28575">
            <a:solidFill>
              <a:schemeClr val="accent4"/>
            </a:solidFill>
            <a:prstDash val="solid"/>
            <a:round/>
            <a:headEnd len="med" w="med" type="none"/>
            <a:tailEnd len="med" w="med" type="triangle"/>
          </a:ln>
        </p:spPr>
      </p:cxnSp>
      <p:cxnSp>
        <p:nvCxnSpPr>
          <p:cNvPr id="1304" name="Google Shape;1304;p86"/>
          <p:cNvCxnSpPr/>
          <p:nvPr/>
        </p:nvCxnSpPr>
        <p:spPr>
          <a:xfrm flipH="1">
            <a:off x="1982500" y="1620025"/>
            <a:ext cx="600" cy="585000"/>
          </a:xfrm>
          <a:prstGeom prst="straightConnector1">
            <a:avLst/>
          </a:prstGeom>
          <a:noFill/>
          <a:ln cap="flat" cmpd="sng" w="28575">
            <a:solidFill>
              <a:schemeClr val="accent4"/>
            </a:solidFill>
            <a:prstDash val="solid"/>
            <a:round/>
            <a:headEnd len="med" w="med" type="none"/>
            <a:tailEnd len="med" w="med" type="triangle"/>
          </a:ln>
        </p:spPr>
      </p:cxnSp>
      <p:cxnSp>
        <p:nvCxnSpPr>
          <p:cNvPr id="1305" name="Google Shape;1305;p86"/>
          <p:cNvCxnSpPr/>
          <p:nvPr/>
        </p:nvCxnSpPr>
        <p:spPr>
          <a:xfrm flipH="1">
            <a:off x="2473400" y="1619975"/>
            <a:ext cx="46200" cy="585000"/>
          </a:xfrm>
          <a:prstGeom prst="straightConnector1">
            <a:avLst/>
          </a:prstGeom>
          <a:noFill/>
          <a:ln cap="flat" cmpd="sng" w="28575">
            <a:solidFill>
              <a:schemeClr val="accent4"/>
            </a:solidFill>
            <a:prstDash val="solid"/>
            <a:round/>
            <a:headEnd len="med" w="med" type="none"/>
            <a:tailEnd len="med" w="med" type="triangle"/>
          </a:ln>
        </p:spPr>
      </p:cxnSp>
      <p:grpSp>
        <p:nvGrpSpPr>
          <p:cNvPr id="1306" name="Google Shape;1306;p86"/>
          <p:cNvGrpSpPr/>
          <p:nvPr/>
        </p:nvGrpSpPr>
        <p:grpSpPr>
          <a:xfrm>
            <a:off x="946621" y="2130362"/>
            <a:ext cx="7610908" cy="1757606"/>
            <a:chOff x="446076" y="1277725"/>
            <a:chExt cx="8145235" cy="1881000"/>
          </a:xfrm>
        </p:grpSpPr>
        <p:grpSp>
          <p:nvGrpSpPr>
            <p:cNvPr id="1307" name="Google Shape;1307;p86"/>
            <p:cNvGrpSpPr/>
            <p:nvPr/>
          </p:nvGrpSpPr>
          <p:grpSpPr>
            <a:xfrm>
              <a:off x="446076" y="1277725"/>
              <a:ext cx="8145235" cy="1881000"/>
              <a:chOff x="446076" y="1277725"/>
              <a:chExt cx="8145235" cy="1881000"/>
            </a:xfrm>
          </p:grpSpPr>
          <p:cxnSp>
            <p:nvCxnSpPr>
              <p:cNvPr id="1308" name="Google Shape;1308;p86"/>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309" name="Google Shape;1309;p86"/>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310" name="Google Shape;1310;p86"/>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311" name="Google Shape;1311;p86"/>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312" name="Google Shape;1312;p86"/>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1313" name="Google Shape;1313;p86"/>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4" name="Google Shape;1314;p86"/>
              <p:cNvSpPr/>
              <p:nvPr/>
            </p:nvSpPr>
            <p:spPr>
              <a:xfrm>
                <a:off x="8083412" y="1277725"/>
                <a:ext cx="507900" cy="188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15" name="Google Shape;1315;p8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16" name="Google Shape;1316;p86"/>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17" name="Google Shape;1317;p8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18" name="Google Shape;1318;p86"/>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19" name="Google Shape;1319;p86"/>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320" name="Google Shape;1320;p86"/>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321" name="Google Shape;1321;p86"/>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322" name="Google Shape;1322;p86"/>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323" name="Google Shape;1323;p86"/>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24" name="Google Shape;1324;p86"/>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25" name="Google Shape;1325;p86"/>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26" name="Google Shape;1326;p86"/>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27" name="Google Shape;1327;p86"/>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328" name="Google Shape;1328;p86"/>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329" name="Google Shape;1329;p86"/>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330" name="Google Shape;1330;p86"/>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331" name="Google Shape;1331;p86"/>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32" name="Google Shape;1332;p86"/>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33" name="Google Shape;1333;p86"/>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34" name="Google Shape;1334;p86"/>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35" name="Google Shape;1335;p86"/>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336" name="Google Shape;1336;p86"/>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37" name="Google Shape;1337;p86"/>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338" name="Google Shape;1338;p86"/>
            <p:cNvGrpSpPr/>
            <p:nvPr/>
          </p:nvGrpSpPr>
          <p:grpSpPr>
            <a:xfrm>
              <a:off x="1160489" y="1408155"/>
              <a:ext cx="516896" cy="239620"/>
              <a:chOff x="1298462" y="1408175"/>
              <a:chExt cx="516896" cy="315000"/>
            </a:xfrm>
          </p:grpSpPr>
          <p:cxnSp>
            <p:nvCxnSpPr>
              <p:cNvPr id="1339" name="Google Shape;1339;p8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40" name="Google Shape;1340;p8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341" name="Google Shape;1341;p86"/>
            <p:cNvGrpSpPr/>
            <p:nvPr/>
          </p:nvGrpSpPr>
          <p:grpSpPr>
            <a:xfrm>
              <a:off x="1421945" y="1408155"/>
              <a:ext cx="516896" cy="239620"/>
              <a:chOff x="1298462" y="1408175"/>
              <a:chExt cx="516896" cy="315000"/>
            </a:xfrm>
          </p:grpSpPr>
          <p:cxnSp>
            <p:nvCxnSpPr>
              <p:cNvPr id="1342" name="Google Shape;1342;p8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43" name="Google Shape;1343;p8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344" name="Google Shape;1344;p86"/>
            <p:cNvGrpSpPr/>
            <p:nvPr/>
          </p:nvGrpSpPr>
          <p:grpSpPr>
            <a:xfrm>
              <a:off x="2198393" y="1408155"/>
              <a:ext cx="516896" cy="239620"/>
              <a:chOff x="1298462" y="1408175"/>
              <a:chExt cx="516896" cy="315000"/>
            </a:xfrm>
          </p:grpSpPr>
          <p:cxnSp>
            <p:nvCxnSpPr>
              <p:cNvPr id="1345" name="Google Shape;1345;p8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46" name="Google Shape;1346;p8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347" name="Google Shape;1347;p86"/>
            <p:cNvGrpSpPr/>
            <p:nvPr/>
          </p:nvGrpSpPr>
          <p:grpSpPr>
            <a:xfrm>
              <a:off x="2459849" y="1408155"/>
              <a:ext cx="516896" cy="239620"/>
              <a:chOff x="1298462" y="1408175"/>
              <a:chExt cx="516896" cy="315000"/>
            </a:xfrm>
          </p:grpSpPr>
          <p:cxnSp>
            <p:nvCxnSpPr>
              <p:cNvPr id="1348" name="Google Shape;1348;p8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49" name="Google Shape;1349;p8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350" name="Google Shape;1350;p86"/>
            <p:cNvGrpSpPr/>
            <p:nvPr/>
          </p:nvGrpSpPr>
          <p:grpSpPr>
            <a:xfrm>
              <a:off x="3236297" y="1408155"/>
              <a:ext cx="516896" cy="239620"/>
              <a:chOff x="1298462" y="1408175"/>
              <a:chExt cx="516896" cy="315000"/>
            </a:xfrm>
          </p:grpSpPr>
          <p:cxnSp>
            <p:nvCxnSpPr>
              <p:cNvPr id="1351" name="Google Shape;1351;p8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52" name="Google Shape;1352;p8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353" name="Google Shape;1353;p86"/>
            <p:cNvGrpSpPr/>
            <p:nvPr/>
          </p:nvGrpSpPr>
          <p:grpSpPr>
            <a:xfrm>
              <a:off x="3493793" y="1408155"/>
              <a:ext cx="516896" cy="239620"/>
              <a:chOff x="1298462" y="1408175"/>
              <a:chExt cx="516896" cy="315000"/>
            </a:xfrm>
          </p:grpSpPr>
          <p:cxnSp>
            <p:nvCxnSpPr>
              <p:cNvPr id="1354" name="Google Shape;1354;p8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55" name="Google Shape;1355;p8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356" name="Google Shape;1356;p86"/>
            <p:cNvGrpSpPr/>
            <p:nvPr/>
          </p:nvGrpSpPr>
          <p:grpSpPr>
            <a:xfrm>
              <a:off x="4270241" y="1408155"/>
              <a:ext cx="516896" cy="239620"/>
              <a:chOff x="1298462" y="1408175"/>
              <a:chExt cx="516896" cy="315000"/>
            </a:xfrm>
          </p:grpSpPr>
          <p:cxnSp>
            <p:nvCxnSpPr>
              <p:cNvPr id="1357" name="Google Shape;1357;p8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58" name="Google Shape;1358;p8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359" name="Google Shape;1359;p86"/>
            <p:cNvGrpSpPr/>
            <p:nvPr/>
          </p:nvGrpSpPr>
          <p:grpSpPr>
            <a:xfrm>
              <a:off x="4517249" y="1408155"/>
              <a:ext cx="516896" cy="239620"/>
              <a:chOff x="1298462" y="1408175"/>
              <a:chExt cx="516896" cy="315000"/>
            </a:xfrm>
          </p:grpSpPr>
          <p:cxnSp>
            <p:nvCxnSpPr>
              <p:cNvPr id="1360" name="Google Shape;1360;p8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61" name="Google Shape;1361;p8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362" name="Google Shape;1362;p86"/>
            <p:cNvGrpSpPr/>
            <p:nvPr/>
          </p:nvGrpSpPr>
          <p:grpSpPr>
            <a:xfrm>
              <a:off x="5293697" y="1408155"/>
              <a:ext cx="516896" cy="239620"/>
              <a:chOff x="1298462" y="1408175"/>
              <a:chExt cx="516896" cy="315000"/>
            </a:xfrm>
          </p:grpSpPr>
          <p:cxnSp>
            <p:nvCxnSpPr>
              <p:cNvPr id="1363" name="Google Shape;1363;p8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64" name="Google Shape;1364;p8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365" name="Google Shape;1365;p86"/>
            <p:cNvGrpSpPr/>
            <p:nvPr/>
          </p:nvGrpSpPr>
          <p:grpSpPr>
            <a:xfrm>
              <a:off x="5536745" y="1408155"/>
              <a:ext cx="516896" cy="239620"/>
              <a:chOff x="1298462" y="1408175"/>
              <a:chExt cx="516896" cy="315000"/>
            </a:xfrm>
          </p:grpSpPr>
          <p:cxnSp>
            <p:nvCxnSpPr>
              <p:cNvPr id="1366" name="Google Shape;1366;p8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67" name="Google Shape;1367;p8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368" name="Google Shape;1368;p86"/>
            <p:cNvGrpSpPr/>
            <p:nvPr/>
          </p:nvGrpSpPr>
          <p:grpSpPr>
            <a:xfrm>
              <a:off x="6317153" y="1408155"/>
              <a:ext cx="516896" cy="239620"/>
              <a:chOff x="1298462" y="1408175"/>
              <a:chExt cx="516896" cy="315000"/>
            </a:xfrm>
          </p:grpSpPr>
          <p:cxnSp>
            <p:nvCxnSpPr>
              <p:cNvPr id="1369" name="Google Shape;1369;p8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70" name="Google Shape;1370;p8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371" name="Google Shape;1371;p86"/>
            <p:cNvGrpSpPr/>
            <p:nvPr/>
          </p:nvGrpSpPr>
          <p:grpSpPr>
            <a:xfrm>
              <a:off x="6574649" y="1408155"/>
              <a:ext cx="516896" cy="239620"/>
              <a:chOff x="1298462" y="1408175"/>
              <a:chExt cx="516896" cy="315000"/>
            </a:xfrm>
          </p:grpSpPr>
          <p:cxnSp>
            <p:nvCxnSpPr>
              <p:cNvPr id="1372" name="Google Shape;1372;p8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73" name="Google Shape;1373;p8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374" name="Google Shape;1374;p86"/>
            <p:cNvGrpSpPr/>
            <p:nvPr/>
          </p:nvGrpSpPr>
          <p:grpSpPr>
            <a:xfrm>
              <a:off x="7340608" y="1408155"/>
              <a:ext cx="516896" cy="239620"/>
              <a:chOff x="1298462" y="1408175"/>
              <a:chExt cx="516896" cy="315000"/>
            </a:xfrm>
          </p:grpSpPr>
          <p:cxnSp>
            <p:nvCxnSpPr>
              <p:cNvPr id="1375" name="Google Shape;1375;p8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76" name="Google Shape;1376;p8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cxnSp>
          <p:nvCxnSpPr>
            <p:cNvPr id="1377" name="Google Shape;1377;p86"/>
            <p:cNvCxnSpPr/>
            <p:nvPr/>
          </p:nvCxnSpPr>
          <p:spPr>
            <a:xfrm>
              <a:off x="7602064" y="1408155"/>
              <a:ext cx="0" cy="239700"/>
            </a:xfrm>
            <a:prstGeom prst="straightConnector1">
              <a:avLst/>
            </a:prstGeom>
            <a:noFill/>
            <a:ln cap="flat" cmpd="sng" w="28575">
              <a:solidFill>
                <a:schemeClr val="dk1"/>
              </a:solidFill>
              <a:prstDash val="solid"/>
              <a:round/>
              <a:headEnd len="med" w="med" type="none"/>
              <a:tailEnd len="med" w="med" type="none"/>
            </a:ln>
          </p:spPr>
        </p:cxnSp>
      </p:grpSp>
      <p:cxnSp>
        <p:nvCxnSpPr>
          <p:cNvPr id="1378" name="Google Shape;1378;p86"/>
          <p:cNvCxnSpPr/>
          <p:nvPr/>
        </p:nvCxnSpPr>
        <p:spPr>
          <a:xfrm>
            <a:off x="980153" y="1621420"/>
            <a:ext cx="583500" cy="583500"/>
          </a:xfrm>
          <a:prstGeom prst="straightConnector1">
            <a:avLst/>
          </a:prstGeom>
          <a:noFill/>
          <a:ln cap="flat" cmpd="sng" w="28575">
            <a:solidFill>
              <a:schemeClr val="accent4"/>
            </a:solidFill>
            <a:prstDash val="solid"/>
            <a:round/>
            <a:headEnd len="med" w="med" type="none"/>
            <a:tailEnd len="med" w="med" type="triangle"/>
          </a:ln>
        </p:spPr>
      </p:cxnSp>
      <p:sp>
        <p:nvSpPr>
          <p:cNvPr id="1379" name="Google Shape;1379;p86"/>
          <p:cNvSpPr txBox="1"/>
          <p:nvPr>
            <p:ph idx="1" type="body"/>
          </p:nvPr>
        </p:nvSpPr>
        <p:spPr>
          <a:xfrm>
            <a:off x="324000" y="3811250"/>
            <a:ext cx="7135200" cy="722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This is deliberate because half of a half is a quarter, h</a:t>
            </a:r>
            <a:r>
              <a:rPr lang="en-GB"/>
              <a:t>alf of a quarter is an eighth, and half of an eighth is one sixteenth.</a:t>
            </a:r>
            <a:endParaRPr sz="2400">
              <a:solidFill>
                <a:schemeClr val="accent4"/>
              </a:solidFill>
              <a:latin typeface="Times New Roman"/>
              <a:ea typeface="Times New Roman"/>
              <a:cs typeface="Times New Roman"/>
              <a:sym typeface="Times New Roman"/>
            </a:endParaRPr>
          </a:p>
        </p:txBody>
      </p:sp>
      <p:sp>
        <p:nvSpPr>
          <p:cNvPr id="1380" name="Google Shape;1380;p86"/>
          <p:cNvSpPr txBox="1"/>
          <p:nvPr>
            <p:ph idx="1" type="body"/>
          </p:nvPr>
        </p:nvSpPr>
        <p:spPr>
          <a:xfrm>
            <a:off x="3372000" y="759300"/>
            <a:ext cx="5492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do you notice about the denominators of the fractions?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4" name="Shape 1384"/>
        <p:cNvGrpSpPr/>
        <p:nvPr/>
      </p:nvGrpSpPr>
      <p:grpSpPr>
        <a:xfrm>
          <a:off x="0" y="0"/>
          <a:ext cx="0" cy="0"/>
          <a:chOff x="0" y="0"/>
          <a:chExt cx="0" cy="0"/>
        </a:xfrm>
      </p:grpSpPr>
      <p:grpSp>
        <p:nvGrpSpPr>
          <p:cNvPr id="1385" name="Google Shape;1385;p87"/>
          <p:cNvGrpSpPr/>
          <p:nvPr/>
        </p:nvGrpSpPr>
        <p:grpSpPr>
          <a:xfrm>
            <a:off x="946621" y="2130362"/>
            <a:ext cx="7610908" cy="1757606"/>
            <a:chOff x="446076" y="1277725"/>
            <a:chExt cx="8145235" cy="1881000"/>
          </a:xfrm>
        </p:grpSpPr>
        <p:grpSp>
          <p:nvGrpSpPr>
            <p:cNvPr id="1386" name="Google Shape;1386;p87"/>
            <p:cNvGrpSpPr/>
            <p:nvPr/>
          </p:nvGrpSpPr>
          <p:grpSpPr>
            <a:xfrm>
              <a:off x="446076" y="1277725"/>
              <a:ext cx="8145235" cy="1881000"/>
              <a:chOff x="446076" y="1277725"/>
              <a:chExt cx="8145235" cy="1881000"/>
            </a:xfrm>
          </p:grpSpPr>
          <p:cxnSp>
            <p:nvCxnSpPr>
              <p:cNvPr id="1387" name="Google Shape;1387;p87"/>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388" name="Google Shape;1388;p87"/>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389" name="Google Shape;1389;p87"/>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390" name="Google Shape;1390;p87"/>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391" name="Google Shape;1391;p87"/>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1392" name="Google Shape;1392;p87"/>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3" name="Google Shape;1393;p87"/>
              <p:cNvSpPr/>
              <p:nvPr/>
            </p:nvSpPr>
            <p:spPr>
              <a:xfrm>
                <a:off x="8083412" y="1277725"/>
                <a:ext cx="507900" cy="188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94" name="Google Shape;1394;p87"/>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95" name="Google Shape;1395;p87"/>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96" name="Google Shape;1396;p87"/>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97" name="Google Shape;1397;p87"/>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398" name="Google Shape;1398;p87"/>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399" name="Google Shape;1399;p87"/>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400" name="Google Shape;1400;p87"/>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401" name="Google Shape;1401;p87"/>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402" name="Google Shape;1402;p87"/>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03" name="Google Shape;1403;p87"/>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04" name="Google Shape;1404;p87"/>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05" name="Google Shape;1405;p87"/>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06" name="Google Shape;1406;p87"/>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407" name="Google Shape;1407;p87"/>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408" name="Google Shape;1408;p87"/>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409" name="Google Shape;1409;p87"/>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410" name="Google Shape;1410;p87"/>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11" name="Google Shape;1411;p87"/>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12" name="Google Shape;1412;p87"/>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13" name="Google Shape;1413;p87"/>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14" name="Google Shape;1414;p87"/>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415" name="Google Shape;1415;p87"/>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16" name="Google Shape;1416;p87"/>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417" name="Google Shape;1417;p87"/>
            <p:cNvGrpSpPr/>
            <p:nvPr/>
          </p:nvGrpSpPr>
          <p:grpSpPr>
            <a:xfrm>
              <a:off x="1160489" y="1408155"/>
              <a:ext cx="516896" cy="239620"/>
              <a:chOff x="1298462" y="1408175"/>
              <a:chExt cx="516896" cy="315000"/>
            </a:xfrm>
          </p:grpSpPr>
          <p:cxnSp>
            <p:nvCxnSpPr>
              <p:cNvPr id="1418" name="Google Shape;1418;p87"/>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19" name="Google Shape;1419;p87"/>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420" name="Google Shape;1420;p87"/>
            <p:cNvGrpSpPr/>
            <p:nvPr/>
          </p:nvGrpSpPr>
          <p:grpSpPr>
            <a:xfrm>
              <a:off x="1421945" y="1408155"/>
              <a:ext cx="516896" cy="239620"/>
              <a:chOff x="1298462" y="1408175"/>
              <a:chExt cx="516896" cy="315000"/>
            </a:xfrm>
          </p:grpSpPr>
          <p:cxnSp>
            <p:nvCxnSpPr>
              <p:cNvPr id="1421" name="Google Shape;1421;p87"/>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22" name="Google Shape;1422;p87"/>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423" name="Google Shape;1423;p87"/>
            <p:cNvGrpSpPr/>
            <p:nvPr/>
          </p:nvGrpSpPr>
          <p:grpSpPr>
            <a:xfrm>
              <a:off x="2198393" y="1408155"/>
              <a:ext cx="516896" cy="239620"/>
              <a:chOff x="1298462" y="1408175"/>
              <a:chExt cx="516896" cy="315000"/>
            </a:xfrm>
          </p:grpSpPr>
          <p:cxnSp>
            <p:nvCxnSpPr>
              <p:cNvPr id="1424" name="Google Shape;1424;p87"/>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25" name="Google Shape;1425;p87"/>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426" name="Google Shape;1426;p87"/>
            <p:cNvGrpSpPr/>
            <p:nvPr/>
          </p:nvGrpSpPr>
          <p:grpSpPr>
            <a:xfrm>
              <a:off x="2459849" y="1408155"/>
              <a:ext cx="516896" cy="239620"/>
              <a:chOff x="1298462" y="1408175"/>
              <a:chExt cx="516896" cy="315000"/>
            </a:xfrm>
          </p:grpSpPr>
          <p:cxnSp>
            <p:nvCxnSpPr>
              <p:cNvPr id="1427" name="Google Shape;1427;p87"/>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28" name="Google Shape;1428;p87"/>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429" name="Google Shape;1429;p87"/>
            <p:cNvGrpSpPr/>
            <p:nvPr/>
          </p:nvGrpSpPr>
          <p:grpSpPr>
            <a:xfrm>
              <a:off x="3236297" y="1408155"/>
              <a:ext cx="516896" cy="239620"/>
              <a:chOff x="1298462" y="1408175"/>
              <a:chExt cx="516896" cy="315000"/>
            </a:xfrm>
          </p:grpSpPr>
          <p:cxnSp>
            <p:nvCxnSpPr>
              <p:cNvPr id="1430" name="Google Shape;1430;p87"/>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31" name="Google Shape;1431;p87"/>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432" name="Google Shape;1432;p87"/>
            <p:cNvGrpSpPr/>
            <p:nvPr/>
          </p:nvGrpSpPr>
          <p:grpSpPr>
            <a:xfrm>
              <a:off x="3493793" y="1408155"/>
              <a:ext cx="516896" cy="239620"/>
              <a:chOff x="1298462" y="1408175"/>
              <a:chExt cx="516896" cy="315000"/>
            </a:xfrm>
          </p:grpSpPr>
          <p:cxnSp>
            <p:nvCxnSpPr>
              <p:cNvPr id="1433" name="Google Shape;1433;p87"/>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34" name="Google Shape;1434;p87"/>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435" name="Google Shape;1435;p87"/>
            <p:cNvGrpSpPr/>
            <p:nvPr/>
          </p:nvGrpSpPr>
          <p:grpSpPr>
            <a:xfrm>
              <a:off x="4270241" y="1408155"/>
              <a:ext cx="516896" cy="239620"/>
              <a:chOff x="1298462" y="1408175"/>
              <a:chExt cx="516896" cy="315000"/>
            </a:xfrm>
          </p:grpSpPr>
          <p:cxnSp>
            <p:nvCxnSpPr>
              <p:cNvPr id="1436" name="Google Shape;1436;p87"/>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37" name="Google Shape;1437;p87"/>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438" name="Google Shape;1438;p87"/>
            <p:cNvGrpSpPr/>
            <p:nvPr/>
          </p:nvGrpSpPr>
          <p:grpSpPr>
            <a:xfrm>
              <a:off x="4517249" y="1408155"/>
              <a:ext cx="516896" cy="239620"/>
              <a:chOff x="1298462" y="1408175"/>
              <a:chExt cx="516896" cy="315000"/>
            </a:xfrm>
          </p:grpSpPr>
          <p:cxnSp>
            <p:nvCxnSpPr>
              <p:cNvPr id="1439" name="Google Shape;1439;p87"/>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40" name="Google Shape;1440;p87"/>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441" name="Google Shape;1441;p87"/>
            <p:cNvGrpSpPr/>
            <p:nvPr/>
          </p:nvGrpSpPr>
          <p:grpSpPr>
            <a:xfrm>
              <a:off x="5293697" y="1408155"/>
              <a:ext cx="516896" cy="239620"/>
              <a:chOff x="1298462" y="1408175"/>
              <a:chExt cx="516896" cy="315000"/>
            </a:xfrm>
          </p:grpSpPr>
          <p:cxnSp>
            <p:nvCxnSpPr>
              <p:cNvPr id="1442" name="Google Shape;1442;p87"/>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43" name="Google Shape;1443;p87"/>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444" name="Google Shape;1444;p87"/>
            <p:cNvGrpSpPr/>
            <p:nvPr/>
          </p:nvGrpSpPr>
          <p:grpSpPr>
            <a:xfrm>
              <a:off x="5536745" y="1408155"/>
              <a:ext cx="516896" cy="239620"/>
              <a:chOff x="1298462" y="1408175"/>
              <a:chExt cx="516896" cy="315000"/>
            </a:xfrm>
          </p:grpSpPr>
          <p:cxnSp>
            <p:nvCxnSpPr>
              <p:cNvPr id="1445" name="Google Shape;1445;p87"/>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46" name="Google Shape;1446;p87"/>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447" name="Google Shape;1447;p87"/>
            <p:cNvGrpSpPr/>
            <p:nvPr/>
          </p:nvGrpSpPr>
          <p:grpSpPr>
            <a:xfrm>
              <a:off x="6317153" y="1408155"/>
              <a:ext cx="516896" cy="239620"/>
              <a:chOff x="1298462" y="1408175"/>
              <a:chExt cx="516896" cy="315000"/>
            </a:xfrm>
          </p:grpSpPr>
          <p:cxnSp>
            <p:nvCxnSpPr>
              <p:cNvPr id="1448" name="Google Shape;1448;p87"/>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49" name="Google Shape;1449;p87"/>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450" name="Google Shape;1450;p87"/>
            <p:cNvGrpSpPr/>
            <p:nvPr/>
          </p:nvGrpSpPr>
          <p:grpSpPr>
            <a:xfrm>
              <a:off x="6574649" y="1408155"/>
              <a:ext cx="516896" cy="239620"/>
              <a:chOff x="1298462" y="1408175"/>
              <a:chExt cx="516896" cy="315000"/>
            </a:xfrm>
          </p:grpSpPr>
          <p:cxnSp>
            <p:nvCxnSpPr>
              <p:cNvPr id="1451" name="Google Shape;1451;p87"/>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52" name="Google Shape;1452;p87"/>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453" name="Google Shape;1453;p87"/>
            <p:cNvGrpSpPr/>
            <p:nvPr/>
          </p:nvGrpSpPr>
          <p:grpSpPr>
            <a:xfrm>
              <a:off x="7340608" y="1408155"/>
              <a:ext cx="516896" cy="239620"/>
              <a:chOff x="1298462" y="1408175"/>
              <a:chExt cx="516896" cy="315000"/>
            </a:xfrm>
          </p:grpSpPr>
          <p:cxnSp>
            <p:nvCxnSpPr>
              <p:cNvPr id="1454" name="Google Shape;1454;p87"/>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55" name="Google Shape;1455;p87"/>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cxnSp>
          <p:nvCxnSpPr>
            <p:cNvPr id="1456" name="Google Shape;1456;p87"/>
            <p:cNvCxnSpPr/>
            <p:nvPr/>
          </p:nvCxnSpPr>
          <p:spPr>
            <a:xfrm>
              <a:off x="7602064" y="1408155"/>
              <a:ext cx="0" cy="239700"/>
            </a:xfrm>
            <a:prstGeom prst="straightConnector1">
              <a:avLst/>
            </a:prstGeom>
            <a:noFill/>
            <a:ln cap="flat" cmpd="sng" w="28575">
              <a:solidFill>
                <a:schemeClr val="dk1"/>
              </a:solidFill>
              <a:prstDash val="solid"/>
              <a:round/>
              <a:headEnd len="med" w="med" type="none"/>
              <a:tailEnd len="med" w="med" type="none"/>
            </a:ln>
          </p:spPr>
        </p:cxnSp>
      </p:grpSp>
      <p:pic>
        <p:nvPicPr>
          <p:cNvPr descr="&lt;math xmlns=&quot;http://www.w3.org/1998/Math/MathML&quot; display=&quot;block&quot; data-is-equatio=&quot;1&quot; data-latex=&quot;\frac{1}{16}&quot;&gt;&lt;mfrac&gt;&lt;mn&gt;1&lt;/mn&gt;&lt;mn&gt;16&lt;/mn&gt;&lt;/mfrac&gt;&lt;/math&gt;" id="1457" name="Google Shape;1457;p87" title="1 over 16"/>
          <p:cNvPicPr preferRelativeResize="0"/>
          <p:nvPr/>
        </p:nvPicPr>
        <p:blipFill>
          <a:blip r:embed="rId3">
            <a:alphaModFix/>
          </a:blip>
          <a:stretch>
            <a:fillRect/>
          </a:stretch>
        </p:blipFill>
        <p:spPr>
          <a:xfrm>
            <a:off x="561975" y="833121"/>
            <a:ext cx="395228" cy="721025"/>
          </a:xfrm>
          <a:prstGeom prst="rect">
            <a:avLst/>
          </a:prstGeom>
          <a:noFill/>
          <a:ln>
            <a:noFill/>
          </a:ln>
        </p:spPr>
      </p:pic>
      <p:pic>
        <p:nvPicPr>
          <p:cNvPr descr="&lt;math xmlns=&quot;http://www.w3.org/1998/Math/MathML&quot; display=&quot;block&quot; data-is-equatio=&quot;1&quot; data-latex=&quot;\frac{1}{8}&quot;&gt;&lt;mfrac&gt;&lt;mn&gt;1&lt;/mn&gt;&lt;mn&gt;8&lt;/mn&gt;&lt;/mfrac&gt;&lt;/math&gt;" id="1458" name="Google Shape;1458;p87" title="one eighth"/>
          <p:cNvPicPr preferRelativeResize="0"/>
          <p:nvPr/>
        </p:nvPicPr>
        <p:blipFill>
          <a:blip r:embed="rId4">
            <a:alphaModFix/>
          </a:blip>
          <a:stretch>
            <a:fillRect/>
          </a:stretch>
        </p:blipFill>
        <p:spPr>
          <a:xfrm>
            <a:off x="1285298" y="825802"/>
            <a:ext cx="218157" cy="721978"/>
          </a:xfrm>
          <a:prstGeom prst="rect">
            <a:avLst/>
          </a:prstGeom>
          <a:noFill/>
          <a:ln>
            <a:noFill/>
          </a:ln>
        </p:spPr>
      </p:pic>
      <p:sp>
        <p:nvSpPr>
          <p:cNvPr id="1459" name="Google Shape;1459;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pic>
        <p:nvPicPr>
          <p:cNvPr descr="&lt;math xmlns=&quot;http://www.w3.org/1998/Math/MathML&quot; display=&quot;block&quot; data-is-equatio=&quot;1&quot; data-latex=&quot;\frac{1}{2}&quot;&gt;&lt;mfrac&gt;&lt;mn&gt;1&lt;/mn&gt;&lt;mn&gt;2&lt;/mn&gt;&lt;/mfrac&gt;&lt;/math&gt;" id="1460" name="Google Shape;1460;p87" title="one half"/>
          <p:cNvPicPr preferRelativeResize="0"/>
          <p:nvPr/>
        </p:nvPicPr>
        <p:blipFill>
          <a:blip r:embed="rId5">
            <a:alphaModFix/>
          </a:blip>
          <a:stretch>
            <a:fillRect/>
          </a:stretch>
        </p:blipFill>
        <p:spPr>
          <a:xfrm>
            <a:off x="2417836" y="825802"/>
            <a:ext cx="226308" cy="721024"/>
          </a:xfrm>
          <a:prstGeom prst="rect">
            <a:avLst/>
          </a:prstGeom>
          <a:noFill/>
          <a:ln>
            <a:noFill/>
          </a:ln>
        </p:spPr>
      </p:pic>
      <p:pic>
        <p:nvPicPr>
          <p:cNvPr descr="&lt;math xmlns=&quot;http://www.w3.org/1998/Math/MathML&quot; display=&quot;block&quot; data-is-equatio=&quot;1&quot; data-latex=&quot;\frac{1}{4}&quot;&gt;&lt;mfrac&gt;&lt;mn&gt;1&lt;/mn&gt;&lt;mn&gt;4&lt;/mn&gt;&lt;/mfrac&gt;&lt;/math&gt;" id="1461" name="Google Shape;1461;p87" title="one fourth"/>
          <p:cNvPicPr preferRelativeResize="0"/>
          <p:nvPr/>
        </p:nvPicPr>
        <p:blipFill>
          <a:blip r:embed="rId6">
            <a:alphaModFix/>
          </a:blip>
          <a:stretch>
            <a:fillRect/>
          </a:stretch>
        </p:blipFill>
        <p:spPr>
          <a:xfrm>
            <a:off x="1869955" y="825802"/>
            <a:ext cx="226308" cy="721024"/>
          </a:xfrm>
          <a:prstGeom prst="rect">
            <a:avLst/>
          </a:prstGeom>
          <a:noFill/>
          <a:ln>
            <a:noFill/>
          </a:ln>
        </p:spPr>
      </p:pic>
      <p:sp>
        <p:nvSpPr>
          <p:cNvPr id="1462" name="Google Shape;1462;p87"/>
          <p:cNvSpPr txBox="1"/>
          <p:nvPr>
            <p:ph idx="1" type="body"/>
          </p:nvPr>
        </p:nvSpPr>
        <p:spPr>
          <a:xfrm>
            <a:off x="3372000" y="806604"/>
            <a:ext cx="5142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600">
                <a:latin typeface="Times New Roman"/>
                <a:ea typeface="Times New Roman"/>
                <a:cs typeface="Times New Roman"/>
                <a:sym typeface="Times New Roman"/>
              </a:rPr>
              <a:t>2</a:t>
            </a:r>
            <a:r>
              <a:rPr lang="en-GB" sz="2400"/>
              <a:t>, </a:t>
            </a:r>
            <a:r>
              <a:rPr lang="en-GB" sz="2600">
                <a:latin typeface="Times New Roman"/>
                <a:ea typeface="Times New Roman"/>
                <a:cs typeface="Times New Roman"/>
                <a:sym typeface="Times New Roman"/>
              </a:rPr>
              <a:t>4</a:t>
            </a:r>
            <a:r>
              <a:rPr lang="en-GB" sz="2400"/>
              <a:t>, </a:t>
            </a:r>
            <a:r>
              <a:rPr lang="en-GB" sz="2600">
                <a:latin typeface="Times New Roman"/>
                <a:ea typeface="Times New Roman"/>
                <a:cs typeface="Times New Roman"/>
                <a:sym typeface="Times New Roman"/>
              </a:rPr>
              <a:t>8</a:t>
            </a:r>
            <a:r>
              <a:rPr lang="en-GB" sz="2400"/>
              <a:t> and </a:t>
            </a:r>
            <a:r>
              <a:rPr lang="en-GB" sz="2600">
                <a:latin typeface="Times New Roman"/>
                <a:ea typeface="Times New Roman"/>
                <a:cs typeface="Times New Roman"/>
                <a:sym typeface="Times New Roman"/>
              </a:rPr>
              <a:t>16</a:t>
            </a:r>
            <a:r>
              <a:rPr lang="en-GB" sz="2400"/>
              <a:t> are all </a:t>
            </a:r>
            <a:r>
              <a:rPr lang="en-GB" sz="2400">
                <a:solidFill>
                  <a:schemeClr val="accent4"/>
                </a:solidFill>
              </a:rPr>
              <a:t>powers of </a:t>
            </a:r>
            <a:r>
              <a:rPr lang="en-GB" sz="2600">
                <a:solidFill>
                  <a:schemeClr val="accent4"/>
                </a:solidFill>
                <a:latin typeface="Times New Roman"/>
                <a:ea typeface="Times New Roman"/>
                <a:cs typeface="Times New Roman"/>
                <a:sym typeface="Times New Roman"/>
              </a:rPr>
              <a:t>2</a:t>
            </a:r>
            <a:endParaRPr sz="2600">
              <a:solidFill>
                <a:schemeClr val="accent4"/>
              </a:solidFill>
              <a:latin typeface="Times New Roman"/>
              <a:ea typeface="Times New Roman"/>
              <a:cs typeface="Times New Roman"/>
              <a:sym typeface="Times New Roman"/>
            </a:endParaRPr>
          </a:p>
        </p:txBody>
      </p:sp>
      <p:cxnSp>
        <p:nvCxnSpPr>
          <p:cNvPr id="1463" name="Google Shape;1463;p87"/>
          <p:cNvCxnSpPr/>
          <p:nvPr/>
        </p:nvCxnSpPr>
        <p:spPr>
          <a:xfrm>
            <a:off x="1456450" y="1621413"/>
            <a:ext cx="274200" cy="583500"/>
          </a:xfrm>
          <a:prstGeom prst="straightConnector1">
            <a:avLst/>
          </a:prstGeom>
          <a:noFill/>
          <a:ln cap="flat" cmpd="sng" w="28575">
            <a:solidFill>
              <a:schemeClr val="accent4"/>
            </a:solidFill>
            <a:prstDash val="solid"/>
            <a:round/>
            <a:headEnd len="med" w="med" type="none"/>
            <a:tailEnd len="med" w="med" type="triangle"/>
          </a:ln>
        </p:spPr>
      </p:cxnSp>
      <p:cxnSp>
        <p:nvCxnSpPr>
          <p:cNvPr id="1464" name="Google Shape;1464;p87"/>
          <p:cNvCxnSpPr/>
          <p:nvPr/>
        </p:nvCxnSpPr>
        <p:spPr>
          <a:xfrm flipH="1">
            <a:off x="1982500" y="1620025"/>
            <a:ext cx="600" cy="585000"/>
          </a:xfrm>
          <a:prstGeom prst="straightConnector1">
            <a:avLst/>
          </a:prstGeom>
          <a:noFill/>
          <a:ln cap="flat" cmpd="sng" w="28575">
            <a:solidFill>
              <a:schemeClr val="accent4"/>
            </a:solidFill>
            <a:prstDash val="solid"/>
            <a:round/>
            <a:headEnd len="med" w="med" type="none"/>
            <a:tailEnd len="med" w="med" type="triangle"/>
          </a:ln>
        </p:spPr>
      </p:cxnSp>
      <p:cxnSp>
        <p:nvCxnSpPr>
          <p:cNvPr id="1465" name="Google Shape;1465;p87"/>
          <p:cNvCxnSpPr/>
          <p:nvPr/>
        </p:nvCxnSpPr>
        <p:spPr>
          <a:xfrm flipH="1">
            <a:off x="2473400" y="1619975"/>
            <a:ext cx="46200" cy="585000"/>
          </a:xfrm>
          <a:prstGeom prst="straightConnector1">
            <a:avLst/>
          </a:prstGeom>
          <a:noFill/>
          <a:ln cap="flat" cmpd="sng" w="28575">
            <a:solidFill>
              <a:schemeClr val="accent4"/>
            </a:solidFill>
            <a:prstDash val="solid"/>
            <a:round/>
            <a:headEnd len="med" w="med" type="none"/>
            <a:tailEnd len="med" w="med" type="triangle"/>
          </a:ln>
        </p:spPr>
      </p:cxnSp>
      <p:cxnSp>
        <p:nvCxnSpPr>
          <p:cNvPr id="1466" name="Google Shape;1466;p87"/>
          <p:cNvCxnSpPr/>
          <p:nvPr/>
        </p:nvCxnSpPr>
        <p:spPr>
          <a:xfrm>
            <a:off x="980153" y="1621420"/>
            <a:ext cx="583500" cy="583500"/>
          </a:xfrm>
          <a:prstGeom prst="straightConnector1">
            <a:avLst/>
          </a:prstGeom>
          <a:noFill/>
          <a:ln cap="flat" cmpd="sng" w="28575">
            <a:solidFill>
              <a:schemeClr val="accent4"/>
            </a:solidFill>
            <a:prstDash val="solid"/>
            <a:round/>
            <a:headEnd len="med" w="med" type="none"/>
            <a:tailEnd len="med" w="med" type="triangle"/>
          </a:ln>
        </p:spPr>
      </p:cxnSp>
      <p:grpSp>
        <p:nvGrpSpPr>
          <p:cNvPr id="1467" name="Google Shape;1467;p87"/>
          <p:cNvGrpSpPr/>
          <p:nvPr/>
        </p:nvGrpSpPr>
        <p:grpSpPr>
          <a:xfrm>
            <a:off x="945401" y="2134100"/>
            <a:ext cx="7563380" cy="1757606"/>
            <a:chOff x="446076" y="1277713"/>
            <a:chExt cx="8094371" cy="1881000"/>
          </a:xfrm>
        </p:grpSpPr>
        <p:grpSp>
          <p:nvGrpSpPr>
            <p:cNvPr id="1468" name="Google Shape;1468;p87"/>
            <p:cNvGrpSpPr/>
            <p:nvPr/>
          </p:nvGrpSpPr>
          <p:grpSpPr>
            <a:xfrm>
              <a:off x="446076" y="1277713"/>
              <a:ext cx="8094371" cy="1881000"/>
              <a:chOff x="446076" y="1277713"/>
              <a:chExt cx="8094371" cy="1881000"/>
            </a:xfrm>
          </p:grpSpPr>
          <p:cxnSp>
            <p:nvCxnSpPr>
              <p:cNvPr id="1469" name="Google Shape;1469;p87"/>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470" name="Google Shape;1470;p87"/>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471" name="Google Shape;1471;p87"/>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472" name="Google Shape;1472;p87"/>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473" name="Google Shape;1473;p87"/>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1474" name="Google Shape;1474;p87"/>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75" name="Google Shape;1475;p87"/>
              <p:cNvSpPr/>
              <p:nvPr/>
            </p:nvSpPr>
            <p:spPr>
              <a:xfrm>
                <a:off x="3305147" y="1277713"/>
                <a:ext cx="5235300" cy="188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76" name="Google Shape;1476;p87"/>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77" name="Google Shape;1477;p87"/>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78" name="Google Shape;1478;p87"/>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79" name="Google Shape;1479;p87"/>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80" name="Google Shape;1480;p87"/>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481" name="Google Shape;1481;p87"/>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482" name="Google Shape;1482;p87"/>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483" name="Google Shape;1483;p87"/>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484" name="Google Shape;1484;p87"/>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85" name="Google Shape;1485;p87"/>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86" name="Google Shape;1486;p87"/>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87" name="Google Shape;1487;p87"/>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88" name="Google Shape;1488;p87"/>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489" name="Google Shape;1489;p87"/>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490" name="Google Shape;1490;p87"/>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491" name="Google Shape;1491;p87"/>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492" name="Google Shape;1492;p87"/>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93" name="Google Shape;1493;p87"/>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94" name="Google Shape;1494;p87"/>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95" name="Google Shape;1495;p87"/>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96" name="Google Shape;1496;p87"/>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497" name="Google Shape;1497;p87"/>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498" name="Google Shape;1498;p87"/>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sp>
          <p:nvSpPr>
            <p:cNvPr id="1499" name="Google Shape;1499;p87"/>
            <p:cNvSpPr txBox="1"/>
            <p:nvPr/>
          </p:nvSpPr>
          <p:spPr>
            <a:xfrm>
              <a:off x="87737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solidFill>
                  <a:schemeClr val="dk1"/>
                </a:solidFill>
                <a:latin typeface="Times New Roman"/>
                <a:ea typeface="Times New Roman"/>
                <a:cs typeface="Times New Roman"/>
                <a:sym typeface="Times New Roman"/>
              </a:endParaRPr>
            </a:p>
          </p:txBody>
        </p:sp>
        <p:sp>
          <p:nvSpPr>
            <p:cNvPr id="1500" name="Google Shape;1500;p87"/>
            <p:cNvSpPr txBox="1"/>
            <p:nvPr/>
          </p:nvSpPr>
          <p:spPr>
            <a:xfrm>
              <a:off x="1167744" y="2224736"/>
              <a:ext cx="6477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in</a:t>
              </a:r>
              <a:endParaRPr sz="2000">
                <a:solidFill>
                  <a:schemeClr val="dk1"/>
                </a:solidFill>
                <a:latin typeface="Times New Roman"/>
                <a:ea typeface="Times New Roman"/>
                <a:cs typeface="Times New Roman"/>
                <a:sym typeface="Times New Roman"/>
              </a:endParaRPr>
            </a:p>
          </p:txBody>
        </p:sp>
        <p:sp>
          <p:nvSpPr>
            <p:cNvPr id="1501" name="Google Shape;1501;p87"/>
            <p:cNvSpPr txBox="1"/>
            <p:nvPr/>
          </p:nvSpPr>
          <p:spPr>
            <a:xfrm>
              <a:off x="29492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1502" name="Google Shape;1502;p87"/>
            <p:cNvSpPr txBox="1"/>
            <p:nvPr/>
          </p:nvSpPr>
          <p:spPr>
            <a:xfrm>
              <a:off x="50066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503" name="Google Shape;1503;p87"/>
            <p:cNvSpPr txBox="1"/>
            <p:nvPr/>
          </p:nvSpPr>
          <p:spPr>
            <a:xfrm>
              <a:off x="70640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a:t>
              </a:r>
              <a:endParaRPr sz="2000">
                <a:solidFill>
                  <a:schemeClr val="dk1"/>
                </a:solidFill>
                <a:latin typeface="Times New Roman"/>
                <a:ea typeface="Times New Roman"/>
                <a:cs typeface="Times New Roman"/>
                <a:sym typeface="Times New Roman"/>
              </a:endParaRPr>
            </a:p>
          </p:txBody>
        </p:sp>
      </p:grpSp>
      <p:sp>
        <p:nvSpPr>
          <p:cNvPr id="1504" name="Google Shape;1504;p87"/>
          <p:cNvSpPr/>
          <p:nvPr/>
        </p:nvSpPr>
        <p:spPr>
          <a:xfrm>
            <a:off x="3616916" y="2134100"/>
            <a:ext cx="4891800" cy="1757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5" name="Google Shape;1505;p87"/>
          <p:cNvSpPr txBox="1"/>
          <p:nvPr>
            <p:ph idx="1" type="body"/>
          </p:nvPr>
        </p:nvSpPr>
        <p:spPr>
          <a:xfrm>
            <a:off x="3753000" y="1372850"/>
            <a:ext cx="5067000" cy="1386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These powers of two, combined with one other key fact, allowed early engineers to accurately communicate with one another.</a:t>
            </a:r>
            <a:endParaRPr sz="2600">
              <a:solidFill>
                <a:schemeClr val="accent4"/>
              </a:solidFill>
              <a:latin typeface="Times New Roman"/>
              <a:ea typeface="Times New Roman"/>
              <a:cs typeface="Times New Roman"/>
              <a:sym typeface="Times New Roman"/>
            </a:endParaRPr>
          </a:p>
        </p:txBody>
      </p:sp>
      <p:pic>
        <p:nvPicPr>
          <p:cNvPr id="1506" name="Google Shape;1506;p87"/>
          <p:cNvPicPr preferRelativeResize="0"/>
          <p:nvPr/>
        </p:nvPicPr>
        <p:blipFill>
          <a:blip r:embed="rId7">
            <a:alphaModFix/>
          </a:blip>
          <a:stretch>
            <a:fillRect/>
          </a:stretch>
        </p:blipFill>
        <p:spPr>
          <a:xfrm>
            <a:off x="6073690" y="2908000"/>
            <a:ext cx="2235600" cy="1911975"/>
          </a:xfrm>
          <a:prstGeom prst="rect">
            <a:avLst/>
          </a:prstGeom>
          <a:noFill/>
          <a:ln>
            <a:noFill/>
          </a:ln>
        </p:spPr>
      </p:pic>
      <p:sp>
        <p:nvSpPr>
          <p:cNvPr id="1507" name="Google Shape;1507;p87"/>
          <p:cNvSpPr txBox="1"/>
          <p:nvPr>
            <p:ph idx="1" type="body"/>
          </p:nvPr>
        </p:nvSpPr>
        <p:spPr>
          <a:xfrm>
            <a:off x="324000" y="3887450"/>
            <a:ext cx="5760300" cy="720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At its widest point, an adult thumb is approximately one inch in diameter.</a:t>
            </a:r>
            <a:endParaRPr sz="2600">
              <a:solidFill>
                <a:schemeClr val="accent4"/>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1" name="Shape 1511"/>
        <p:cNvGrpSpPr/>
        <p:nvPr/>
      </p:nvGrpSpPr>
      <p:grpSpPr>
        <a:xfrm>
          <a:off x="0" y="0"/>
          <a:ext cx="0" cy="0"/>
          <a:chOff x="0" y="0"/>
          <a:chExt cx="0" cy="0"/>
        </a:xfrm>
      </p:grpSpPr>
      <p:grpSp>
        <p:nvGrpSpPr>
          <p:cNvPr id="1512" name="Google Shape;1512;p88"/>
          <p:cNvGrpSpPr/>
          <p:nvPr/>
        </p:nvGrpSpPr>
        <p:grpSpPr>
          <a:xfrm>
            <a:off x="413221" y="682562"/>
            <a:ext cx="7610908" cy="1757606"/>
            <a:chOff x="446076" y="1277725"/>
            <a:chExt cx="8145235" cy="1881000"/>
          </a:xfrm>
        </p:grpSpPr>
        <p:grpSp>
          <p:nvGrpSpPr>
            <p:cNvPr id="1513" name="Google Shape;1513;p88"/>
            <p:cNvGrpSpPr/>
            <p:nvPr/>
          </p:nvGrpSpPr>
          <p:grpSpPr>
            <a:xfrm>
              <a:off x="446076" y="1277725"/>
              <a:ext cx="8145235" cy="1881000"/>
              <a:chOff x="446076" y="1277725"/>
              <a:chExt cx="8145235" cy="1881000"/>
            </a:xfrm>
          </p:grpSpPr>
          <p:cxnSp>
            <p:nvCxnSpPr>
              <p:cNvPr id="1514" name="Google Shape;1514;p88"/>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515" name="Google Shape;1515;p88"/>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516" name="Google Shape;1516;p88"/>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517" name="Google Shape;1517;p88"/>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518" name="Google Shape;1518;p88"/>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1519" name="Google Shape;1519;p88"/>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0" name="Google Shape;1520;p88"/>
              <p:cNvSpPr/>
              <p:nvPr/>
            </p:nvSpPr>
            <p:spPr>
              <a:xfrm>
                <a:off x="8083412" y="1277725"/>
                <a:ext cx="507900" cy="1881000"/>
              </a:xfrm>
              <a:prstGeom prst="rect">
                <a:avLst/>
              </a:prstGeom>
              <a:solidFill>
                <a:srgbClr val="F2EEFA"/>
              </a:solidFill>
              <a:ln cap="flat" cmpd="sng" w="9525">
                <a:solidFill>
                  <a:srgbClr val="F2EE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21" name="Google Shape;1521;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22" name="Google Shape;1522;p88"/>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23" name="Google Shape;1523;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24" name="Google Shape;1524;p88"/>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25" name="Google Shape;1525;p88"/>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526" name="Google Shape;1526;p88"/>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527" name="Google Shape;1527;p88"/>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528" name="Google Shape;1528;p88"/>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529" name="Google Shape;1529;p88"/>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30" name="Google Shape;1530;p88"/>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31" name="Google Shape;1531;p88"/>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32" name="Google Shape;1532;p88"/>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33" name="Google Shape;1533;p88"/>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534" name="Google Shape;1534;p88"/>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535" name="Google Shape;1535;p88"/>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536" name="Google Shape;1536;p88"/>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537" name="Google Shape;1537;p88"/>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38" name="Google Shape;1538;p88"/>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39" name="Google Shape;1539;p88"/>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40" name="Google Shape;1540;p88"/>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41" name="Google Shape;1541;p88"/>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542" name="Google Shape;1542;p88"/>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43" name="Google Shape;1543;p88"/>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544" name="Google Shape;1544;p88"/>
            <p:cNvGrpSpPr/>
            <p:nvPr/>
          </p:nvGrpSpPr>
          <p:grpSpPr>
            <a:xfrm>
              <a:off x="1160489" y="1408155"/>
              <a:ext cx="516896" cy="239620"/>
              <a:chOff x="1298462" y="1408175"/>
              <a:chExt cx="516896" cy="315000"/>
            </a:xfrm>
          </p:grpSpPr>
          <p:cxnSp>
            <p:nvCxnSpPr>
              <p:cNvPr id="1545" name="Google Shape;1545;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46" name="Google Shape;1546;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547" name="Google Shape;1547;p88"/>
            <p:cNvGrpSpPr/>
            <p:nvPr/>
          </p:nvGrpSpPr>
          <p:grpSpPr>
            <a:xfrm>
              <a:off x="1421945" y="1408155"/>
              <a:ext cx="516896" cy="239620"/>
              <a:chOff x="1298462" y="1408175"/>
              <a:chExt cx="516896" cy="315000"/>
            </a:xfrm>
          </p:grpSpPr>
          <p:cxnSp>
            <p:nvCxnSpPr>
              <p:cNvPr id="1548" name="Google Shape;1548;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49" name="Google Shape;1549;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550" name="Google Shape;1550;p88"/>
            <p:cNvGrpSpPr/>
            <p:nvPr/>
          </p:nvGrpSpPr>
          <p:grpSpPr>
            <a:xfrm>
              <a:off x="2198393" y="1408155"/>
              <a:ext cx="516896" cy="239620"/>
              <a:chOff x="1298462" y="1408175"/>
              <a:chExt cx="516896" cy="315000"/>
            </a:xfrm>
          </p:grpSpPr>
          <p:cxnSp>
            <p:nvCxnSpPr>
              <p:cNvPr id="1551" name="Google Shape;1551;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52" name="Google Shape;1552;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553" name="Google Shape;1553;p88"/>
            <p:cNvGrpSpPr/>
            <p:nvPr/>
          </p:nvGrpSpPr>
          <p:grpSpPr>
            <a:xfrm>
              <a:off x="2459849" y="1408155"/>
              <a:ext cx="516896" cy="239620"/>
              <a:chOff x="1298462" y="1408175"/>
              <a:chExt cx="516896" cy="315000"/>
            </a:xfrm>
          </p:grpSpPr>
          <p:cxnSp>
            <p:nvCxnSpPr>
              <p:cNvPr id="1554" name="Google Shape;1554;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55" name="Google Shape;1555;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556" name="Google Shape;1556;p88"/>
            <p:cNvGrpSpPr/>
            <p:nvPr/>
          </p:nvGrpSpPr>
          <p:grpSpPr>
            <a:xfrm>
              <a:off x="3236297" y="1408155"/>
              <a:ext cx="516896" cy="239620"/>
              <a:chOff x="1298462" y="1408175"/>
              <a:chExt cx="516896" cy="315000"/>
            </a:xfrm>
          </p:grpSpPr>
          <p:cxnSp>
            <p:nvCxnSpPr>
              <p:cNvPr id="1557" name="Google Shape;1557;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58" name="Google Shape;1558;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559" name="Google Shape;1559;p88"/>
            <p:cNvGrpSpPr/>
            <p:nvPr/>
          </p:nvGrpSpPr>
          <p:grpSpPr>
            <a:xfrm>
              <a:off x="3493793" y="1408155"/>
              <a:ext cx="516896" cy="239620"/>
              <a:chOff x="1298462" y="1408175"/>
              <a:chExt cx="516896" cy="315000"/>
            </a:xfrm>
          </p:grpSpPr>
          <p:cxnSp>
            <p:nvCxnSpPr>
              <p:cNvPr id="1560" name="Google Shape;1560;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61" name="Google Shape;1561;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562" name="Google Shape;1562;p88"/>
            <p:cNvGrpSpPr/>
            <p:nvPr/>
          </p:nvGrpSpPr>
          <p:grpSpPr>
            <a:xfrm>
              <a:off x="4270241" y="1408155"/>
              <a:ext cx="516896" cy="239620"/>
              <a:chOff x="1298462" y="1408175"/>
              <a:chExt cx="516896" cy="315000"/>
            </a:xfrm>
          </p:grpSpPr>
          <p:cxnSp>
            <p:nvCxnSpPr>
              <p:cNvPr id="1563" name="Google Shape;1563;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64" name="Google Shape;1564;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565" name="Google Shape;1565;p88"/>
            <p:cNvGrpSpPr/>
            <p:nvPr/>
          </p:nvGrpSpPr>
          <p:grpSpPr>
            <a:xfrm>
              <a:off x="4517249" y="1408155"/>
              <a:ext cx="516896" cy="239620"/>
              <a:chOff x="1298462" y="1408175"/>
              <a:chExt cx="516896" cy="315000"/>
            </a:xfrm>
          </p:grpSpPr>
          <p:cxnSp>
            <p:nvCxnSpPr>
              <p:cNvPr id="1566" name="Google Shape;1566;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67" name="Google Shape;1567;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568" name="Google Shape;1568;p88"/>
            <p:cNvGrpSpPr/>
            <p:nvPr/>
          </p:nvGrpSpPr>
          <p:grpSpPr>
            <a:xfrm>
              <a:off x="5293697" y="1408155"/>
              <a:ext cx="516896" cy="239620"/>
              <a:chOff x="1298462" y="1408175"/>
              <a:chExt cx="516896" cy="315000"/>
            </a:xfrm>
          </p:grpSpPr>
          <p:cxnSp>
            <p:nvCxnSpPr>
              <p:cNvPr id="1569" name="Google Shape;1569;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70" name="Google Shape;1570;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571" name="Google Shape;1571;p88"/>
            <p:cNvGrpSpPr/>
            <p:nvPr/>
          </p:nvGrpSpPr>
          <p:grpSpPr>
            <a:xfrm>
              <a:off x="5536745" y="1408155"/>
              <a:ext cx="516896" cy="239620"/>
              <a:chOff x="1298462" y="1408175"/>
              <a:chExt cx="516896" cy="315000"/>
            </a:xfrm>
          </p:grpSpPr>
          <p:cxnSp>
            <p:nvCxnSpPr>
              <p:cNvPr id="1572" name="Google Shape;1572;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73" name="Google Shape;1573;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574" name="Google Shape;1574;p88"/>
            <p:cNvGrpSpPr/>
            <p:nvPr/>
          </p:nvGrpSpPr>
          <p:grpSpPr>
            <a:xfrm>
              <a:off x="6317153" y="1408155"/>
              <a:ext cx="516896" cy="239620"/>
              <a:chOff x="1298462" y="1408175"/>
              <a:chExt cx="516896" cy="315000"/>
            </a:xfrm>
          </p:grpSpPr>
          <p:cxnSp>
            <p:nvCxnSpPr>
              <p:cNvPr id="1575" name="Google Shape;1575;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76" name="Google Shape;1576;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577" name="Google Shape;1577;p88"/>
            <p:cNvGrpSpPr/>
            <p:nvPr/>
          </p:nvGrpSpPr>
          <p:grpSpPr>
            <a:xfrm>
              <a:off x="6574649" y="1408155"/>
              <a:ext cx="516896" cy="239620"/>
              <a:chOff x="1298462" y="1408175"/>
              <a:chExt cx="516896" cy="315000"/>
            </a:xfrm>
          </p:grpSpPr>
          <p:cxnSp>
            <p:nvCxnSpPr>
              <p:cNvPr id="1578" name="Google Shape;1578;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79" name="Google Shape;1579;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580" name="Google Shape;1580;p88"/>
            <p:cNvGrpSpPr/>
            <p:nvPr/>
          </p:nvGrpSpPr>
          <p:grpSpPr>
            <a:xfrm>
              <a:off x="7340608" y="1408155"/>
              <a:ext cx="516896" cy="239620"/>
              <a:chOff x="1298462" y="1408175"/>
              <a:chExt cx="516896" cy="315000"/>
            </a:xfrm>
          </p:grpSpPr>
          <p:cxnSp>
            <p:nvCxnSpPr>
              <p:cNvPr id="1581" name="Google Shape;1581;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82" name="Google Shape;1582;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cxnSp>
          <p:nvCxnSpPr>
            <p:cNvPr id="1583" name="Google Shape;1583;p88"/>
            <p:cNvCxnSpPr/>
            <p:nvPr/>
          </p:nvCxnSpPr>
          <p:spPr>
            <a:xfrm>
              <a:off x="7602064" y="1408155"/>
              <a:ext cx="0" cy="239700"/>
            </a:xfrm>
            <a:prstGeom prst="straightConnector1">
              <a:avLst/>
            </a:prstGeom>
            <a:noFill/>
            <a:ln cap="flat" cmpd="sng" w="28575">
              <a:solidFill>
                <a:schemeClr val="dk1"/>
              </a:solidFill>
              <a:prstDash val="solid"/>
              <a:round/>
              <a:headEnd len="med" w="med" type="none"/>
              <a:tailEnd len="med" w="med" type="none"/>
            </a:ln>
          </p:spPr>
        </p:cxnSp>
      </p:grpSp>
      <p:sp>
        <p:nvSpPr>
          <p:cNvPr id="1584" name="Google Shape;1584;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grpSp>
        <p:nvGrpSpPr>
          <p:cNvPr id="1585" name="Google Shape;1585;p88"/>
          <p:cNvGrpSpPr/>
          <p:nvPr/>
        </p:nvGrpSpPr>
        <p:grpSpPr>
          <a:xfrm>
            <a:off x="412001" y="808203"/>
            <a:ext cx="7489590" cy="1500647"/>
            <a:chOff x="446076" y="1408175"/>
            <a:chExt cx="8015400" cy="1606001"/>
          </a:xfrm>
        </p:grpSpPr>
        <p:grpSp>
          <p:nvGrpSpPr>
            <p:cNvPr id="1586" name="Google Shape;1586;p88"/>
            <p:cNvGrpSpPr/>
            <p:nvPr/>
          </p:nvGrpSpPr>
          <p:grpSpPr>
            <a:xfrm>
              <a:off x="446076" y="1408175"/>
              <a:ext cx="8015400" cy="1606001"/>
              <a:chOff x="446076" y="1408175"/>
              <a:chExt cx="8015400" cy="1606001"/>
            </a:xfrm>
          </p:grpSpPr>
          <p:cxnSp>
            <p:nvCxnSpPr>
              <p:cNvPr id="1587" name="Google Shape;1587;p88"/>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588" name="Google Shape;1588;p88"/>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589" name="Google Shape;1589;p88"/>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590" name="Google Shape;1590;p88"/>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591" name="Google Shape;1591;p88"/>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1592" name="Google Shape;1592;p88"/>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93" name="Google Shape;1593;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94" name="Google Shape;1594;p88"/>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95" name="Google Shape;1595;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96" name="Google Shape;1596;p88"/>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597" name="Google Shape;1597;p88"/>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598" name="Google Shape;1598;p88"/>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599" name="Google Shape;1599;p88"/>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600" name="Google Shape;1600;p88"/>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601" name="Google Shape;1601;p88"/>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02" name="Google Shape;1602;p88"/>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03" name="Google Shape;1603;p88"/>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04" name="Google Shape;1604;p88"/>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05" name="Google Shape;1605;p88"/>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606" name="Google Shape;1606;p88"/>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607" name="Google Shape;1607;p88"/>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608" name="Google Shape;1608;p88"/>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609" name="Google Shape;1609;p88"/>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10" name="Google Shape;1610;p88"/>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11" name="Google Shape;1611;p88"/>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12" name="Google Shape;1612;p88"/>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13" name="Google Shape;1613;p88"/>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614" name="Google Shape;1614;p88"/>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15" name="Google Shape;1615;p88"/>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sp>
          <p:nvSpPr>
            <p:cNvPr id="1616" name="Google Shape;1616;p88"/>
            <p:cNvSpPr txBox="1"/>
            <p:nvPr/>
          </p:nvSpPr>
          <p:spPr>
            <a:xfrm>
              <a:off x="87737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solidFill>
                  <a:schemeClr val="dk1"/>
                </a:solidFill>
                <a:latin typeface="Times New Roman"/>
                <a:ea typeface="Times New Roman"/>
                <a:cs typeface="Times New Roman"/>
                <a:sym typeface="Times New Roman"/>
              </a:endParaRPr>
            </a:p>
          </p:txBody>
        </p:sp>
        <p:sp>
          <p:nvSpPr>
            <p:cNvPr id="1617" name="Google Shape;1617;p88"/>
            <p:cNvSpPr txBox="1"/>
            <p:nvPr/>
          </p:nvSpPr>
          <p:spPr>
            <a:xfrm>
              <a:off x="1167744" y="2224736"/>
              <a:ext cx="6477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in</a:t>
              </a:r>
              <a:endParaRPr sz="2000">
                <a:solidFill>
                  <a:schemeClr val="dk1"/>
                </a:solidFill>
                <a:latin typeface="Times New Roman"/>
                <a:ea typeface="Times New Roman"/>
                <a:cs typeface="Times New Roman"/>
                <a:sym typeface="Times New Roman"/>
              </a:endParaRPr>
            </a:p>
          </p:txBody>
        </p:sp>
        <p:sp>
          <p:nvSpPr>
            <p:cNvPr id="1618" name="Google Shape;1618;p88"/>
            <p:cNvSpPr txBox="1"/>
            <p:nvPr/>
          </p:nvSpPr>
          <p:spPr>
            <a:xfrm>
              <a:off x="29492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1619" name="Google Shape;1619;p88"/>
            <p:cNvSpPr txBox="1"/>
            <p:nvPr/>
          </p:nvSpPr>
          <p:spPr>
            <a:xfrm>
              <a:off x="50066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620" name="Google Shape;1620;p88"/>
            <p:cNvSpPr txBox="1"/>
            <p:nvPr/>
          </p:nvSpPr>
          <p:spPr>
            <a:xfrm>
              <a:off x="7064021"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a:t>
              </a:r>
              <a:endParaRPr sz="2000">
                <a:solidFill>
                  <a:schemeClr val="dk1"/>
                </a:solidFill>
                <a:latin typeface="Times New Roman"/>
                <a:ea typeface="Times New Roman"/>
                <a:cs typeface="Times New Roman"/>
                <a:sym typeface="Times New Roman"/>
              </a:endParaRPr>
            </a:p>
          </p:txBody>
        </p:sp>
      </p:grpSp>
      <p:sp>
        <p:nvSpPr>
          <p:cNvPr id="1621" name="Google Shape;1621;p88"/>
          <p:cNvSpPr txBox="1"/>
          <p:nvPr>
            <p:ph idx="1" type="body"/>
          </p:nvPr>
        </p:nvSpPr>
        <p:spPr>
          <a:xfrm>
            <a:off x="324000" y="3401350"/>
            <a:ext cx="6278700" cy="41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Half of </a:t>
            </a:r>
            <a:r>
              <a:rPr lang="en-GB" sz="2400"/>
              <a:t>__________</a:t>
            </a:r>
            <a:r>
              <a:rPr lang="en-GB" sz="2400"/>
              <a:t> is one sixteenth.</a:t>
            </a:r>
            <a:endParaRPr sz="2600">
              <a:solidFill>
                <a:schemeClr val="accent4"/>
              </a:solidFill>
              <a:latin typeface="Times New Roman"/>
              <a:ea typeface="Times New Roman"/>
              <a:cs typeface="Times New Roman"/>
              <a:sym typeface="Times New Roman"/>
            </a:endParaRPr>
          </a:p>
        </p:txBody>
      </p:sp>
      <p:sp>
        <p:nvSpPr>
          <p:cNvPr id="1622" name="Google Shape;1622;p88"/>
          <p:cNvSpPr txBox="1"/>
          <p:nvPr>
            <p:ph idx="1" type="body"/>
          </p:nvPr>
        </p:nvSpPr>
        <p:spPr>
          <a:xfrm>
            <a:off x="324000" y="4254002"/>
            <a:ext cx="6033000" cy="41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Half of one sixteenth is __________.</a:t>
            </a:r>
            <a:endParaRPr sz="2600">
              <a:solidFill>
                <a:schemeClr val="accent4"/>
              </a:solidFill>
              <a:latin typeface="Times New Roman"/>
              <a:ea typeface="Times New Roman"/>
              <a:cs typeface="Times New Roman"/>
              <a:sym typeface="Times New Roman"/>
            </a:endParaRPr>
          </a:p>
        </p:txBody>
      </p:sp>
      <p:sp>
        <p:nvSpPr>
          <p:cNvPr id="1623" name="Google Shape;1623;p88"/>
          <p:cNvSpPr txBox="1"/>
          <p:nvPr>
            <p:ph idx="1" type="body"/>
          </p:nvPr>
        </p:nvSpPr>
        <p:spPr>
          <a:xfrm>
            <a:off x="324000" y="2559194"/>
            <a:ext cx="8496000" cy="41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Half of a half is __________.</a:t>
            </a:r>
            <a:endParaRPr sz="2600">
              <a:solidFill>
                <a:schemeClr val="accent4"/>
              </a:solidFill>
              <a:latin typeface="Times New Roman"/>
              <a:ea typeface="Times New Roman"/>
              <a:cs typeface="Times New Roman"/>
              <a:sym typeface="Times New Roman"/>
            </a:endParaRPr>
          </a:p>
        </p:txBody>
      </p:sp>
      <p:grpSp>
        <p:nvGrpSpPr>
          <p:cNvPr id="1624" name="Google Shape;1624;p88"/>
          <p:cNvGrpSpPr/>
          <p:nvPr/>
        </p:nvGrpSpPr>
        <p:grpSpPr>
          <a:xfrm>
            <a:off x="413221" y="682562"/>
            <a:ext cx="7610908" cy="1757606"/>
            <a:chOff x="446076" y="1277725"/>
            <a:chExt cx="8145235" cy="1881000"/>
          </a:xfrm>
        </p:grpSpPr>
        <p:grpSp>
          <p:nvGrpSpPr>
            <p:cNvPr id="1625" name="Google Shape;1625;p88"/>
            <p:cNvGrpSpPr/>
            <p:nvPr/>
          </p:nvGrpSpPr>
          <p:grpSpPr>
            <a:xfrm>
              <a:off x="446076" y="1277725"/>
              <a:ext cx="8145235" cy="1881000"/>
              <a:chOff x="446076" y="1277725"/>
              <a:chExt cx="8145235" cy="1881000"/>
            </a:xfrm>
          </p:grpSpPr>
          <p:cxnSp>
            <p:nvCxnSpPr>
              <p:cNvPr id="1626" name="Google Shape;1626;p88"/>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627" name="Google Shape;1627;p88"/>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628" name="Google Shape;1628;p88"/>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629" name="Google Shape;1629;p88"/>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630" name="Google Shape;1630;p88"/>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1631" name="Google Shape;1631;p88"/>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32" name="Google Shape;1632;p88"/>
              <p:cNvSpPr/>
              <p:nvPr/>
            </p:nvSpPr>
            <p:spPr>
              <a:xfrm>
                <a:off x="8083412" y="1277725"/>
                <a:ext cx="507900" cy="1881000"/>
              </a:xfrm>
              <a:prstGeom prst="rect">
                <a:avLst/>
              </a:prstGeom>
              <a:solidFill>
                <a:srgbClr val="F2EEFA"/>
              </a:solidFill>
              <a:ln cap="flat" cmpd="sng" w="9525">
                <a:solidFill>
                  <a:srgbClr val="F2EE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633" name="Google Shape;1633;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34" name="Google Shape;1634;p88"/>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35" name="Google Shape;1635;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36" name="Google Shape;1636;p88"/>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37" name="Google Shape;1637;p88"/>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638" name="Google Shape;1638;p88"/>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639" name="Google Shape;1639;p88"/>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640" name="Google Shape;1640;p88"/>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641" name="Google Shape;1641;p88"/>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42" name="Google Shape;1642;p88"/>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43" name="Google Shape;1643;p88"/>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44" name="Google Shape;1644;p88"/>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45" name="Google Shape;1645;p88"/>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646" name="Google Shape;1646;p88"/>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647" name="Google Shape;1647;p88"/>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648" name="Google Shape;1648;p88"/>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649" name="Google Shape;1649;p88"/>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50" name="Google Shape;1650;p88"/>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51" name="Google Shape;1651;p88"/>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52" name="Google Shape;1652;p88"/>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53" name="Google Shape;1653;p88"/>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654" name="Google Shape;1654;p88"/>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55" name="Google Shape;1655;p88"/>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656" name="Google Shape;1656;p88"/>
            <p:cNvGrpSpPr/>
            <p:nvPr/>
          </p:nvGrpSpPr>
          <p:grpSpPr>
            <a:xfrm>
              <a:off x="1160489" y="1408155"/>
              <a:ext cx="516896" cy="239620"/>
              <a:chOff x="1298462" y="1408175"/>
              <a:chExt cx="516896" cy="315000"/>
            </a:xfrm>
          </p:grpSpPr>
          <p:cxnSp>
            <p:nvCxnSpPr>
              <p:cNvPr id="1657" name="Google Shape;1657;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58" name="Google Shape;1658;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659" name="Google Shape;1659;p88"/>
            <p:cNvGrpSpPr/>
            <p:nvPr/>
          </p:nvGrpSpPr>
          <p:grpSpPr>
            <a:xfrm>
              <a:off x="1421945" y="1408155"/>
              <a:ext cx="516896" cy="239620"/>
              <a:chOff x="1298462" y="1408175"/>
              <a:chExt cx="516896" cy="315000"/>
            </a:xfrm>
          </p:grpSpPr>
          <p:cxnSp>
            <p:nvCxnSpPr>
              <p:cNvPr id="1660" name="Google Shape;1660;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61" name="Google Shape;1661;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662" name="Google Shape;1662;p88"/>
            <p:cNvGrpSpPr/>
            <p:nvPr/>
          </p:nvGrpSpPr>
          <p:grpSpPr>
            <a:xfrm>
              <a:off x="2198393" y="1408155"/>
              <a:ext cx="516896" cy="239620"/>
              <a:chOff x="1298462" y="1408175"/>
              <a:chExt cx="516896" cy="315000"/>
            </a:xfrm>
          </p:grpSpPr>
          <p:cxnSp>
            <p:nvCxnSpPr>
              <p:cNvPr id="1663" name="Google Shape;1663;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64" name="Google Shape;1664;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665" name="Google Shape;1665;p88"/>
            <p:cNvGrpSpPr/>
            <p:nvPr/>
          </p:nvGrpSpPr>
          <p:grpSpPr>
            <a:xfrm>
              <a:off x="2459849" y="1408155"/>
              <a:ext cx="516896" cy="239620"/>
              <a:chOff x="1298462" y="1408175"/>
              <a:chExt cx="516896" cy="315000"/>
            </a:xfrm>
          </p:grpSpPr>
          <p:cxnSp>
            <p:nvCxnSpPr>
              <p:cNvPr id="1666" name="Google Shape;1666;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67" name="Google Shape;1667;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668" name="Google Shape;1668;p88"/>
            <p:cNvGrpSpPr/>
            <p:nvPr/>
          </p:nvGrpSpPr>
          <p:grpSpPr>
            <a:xfrm>
              <a:off x="3236297" y="1408155"/>
              <a:ext cx="516896" cy="239620"/>
              <a:chOff x="1298462" y="1408175"/>
              <a:chExt cx="516896" cy="315000"/>
            </a:xfrm>
          </p:grpSpPr>
          <p:cxnSp>
            <p:nvCxnSpPr>
              <p:cNvPr id="1669" name="Google Shape;1669;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70" name="Google Shape;1670;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671" name="Google Shape;1671;p88"/>
            <p:cNvGrpSpPr/>
            <p:nvPr/>
          </p:nvGrpSpPr>
          <p:grpSpPr>
            <a:xfrm>
              <a:off x="3493793" y="1408155"/>
              <a:ext cx="516896" cy="239620"/>
              <a:chOff x="1298462" y="1408175"/>
              <a:chExt cx="516896" cy="315000"/>
            </a:xfrm>
          </p:grpSpPr>
          <p:cxnSp>
            <p:nvCxnSpPr>
              <p:cNvPr id="1672" name="Google Shape;1672;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73" name="Google Shape;1673;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674" name="Google Shape;1674;p88"/>
            <p:cNvGrpSpPr/>
            <p:nvPr/>
          </p:nvGrpSpPr>
          <p:grpSpPr>
            <a:xfrm>
              <a:off x="4270241" y="1408155"/>
              <a:ext cx="516896" cy="239620"/>
              <a:chOff x="1298462" y="1408175"/>
              <a:chExt cx="516896" cy="315000"/>
            </a:xfrm>
          </p:grpSpPr>
          <p:cxnSp>
            <p:nvCxnSpPr>
              <p:cNvPr id="1675" name="Google Shape;1675;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76" name="Google Shape;1676;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677" name="Google Shape;1677;p88"/>
            <p:cNvGrpSpPr/>
            <p:nvPr/>
          </p:nvGrpSpPr>
          <p:grpSpPr>
            <a:xfrm>
              <a:off x="4517249" y="1408155"/>
              <a:ext cx="516896" cy="239620"/>
              <a:chOff x="1298462" y="1408175"/>
              <a:chExt cx="516896" cy="315000"/>
            </a:xfrm>
          </p:grpSpPr>
          <p:cxnSp>
            <p:nvCxnSpPr>
              <p:cNvPr id="1678" name="Google Shape;1678;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79" name="Google Shape;1679;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680" name="Google Shape;1680;p88"/>
            <p:cNvGrpSpPr/>
            <p:nvPr/>
          </p:nvGrpSpPr>
          <p:grpSpPr>
            <a:xfrm>
              <a:off x="5293697" y="1408155"/>
              <a:ext cx="516896" cy="239620"/>
              <a:chOff x="1298462" y="1408175"/>
              <a:chExt cx="516896" cy="315000"/>
            </a:xfrm>
          </p:grpSpPr>
          <p:cxnSp>
            <p:nvCxnSpPr>
              <p:cNvPr id="1681" name="Google Shape;1681;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82" name="Google Shape;1682;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683" name="Google Shape;1683;p88"/>
            <p:cNvGrpSpPr/>
            <p:nvPr/>
          </p:nvGrpSpPr>
          <p:grpSpPr>
            <a:xfrm>
              <a:off x="5536745" y="1408155"/>
              <a:ext cx="516896" cy="239620"/>
              <a:chOff x="1298462" y="1408175"/>
              <a:chExt cx="516896" cy="315000"/>
            </a:xfrm>
          </p:grpSpPr>
          <p:cxnSp>
            <p:nvCxnSpPr>
              <p:cNvPr id="1684" name="Google Shape;1684;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85" name="Google Shape;1685;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686" name="Google Shape;1686;p88"/>
            <p:cNvGrpSpPr/>
            <p:nvPr/>
          </p:nvGrpSpPr>
          <p:grpSpPr>
            <a:xfrm>
              <a:off x="6317153" y="1408155"/>
              <a:ext cx="516896" cy="239620"/>
              <a:chOff x="1298462" y="1408175"/>
              <a:chExt cx="516896" cy="315000"/>
            </a:xfrm>
          </p:grpSpPr>
          <p:cxnSp>
            <p:nvCxnSpPr>
              <p:cNvPr id="1687" name="Google Shape;1687;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88" name="Google Shape;1688;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689" name="Google Shape;1689;p88"/>
            <p:cNvGrpSpPr/>
            <p:nvPr/>
          </p:nvGrpSpPr>
          <p:grpSpPr>
            <a:xfrm>
              <a:off x="6574649" y="1408155"/>
              <a:ext cx="516896" cy="239620"/>
              <a:chOff x="1298462" y="1408175"/>
              <a:chExt cx="516896" cy="315000"/>
            </a:xfrm>
          </p:grpSpPr>
          <p:cxnSp>
            <p:nvCxnSpPr>
              <p:cNvPr id="1690" name="Google Shape;1690;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91" name="Google Shape;1691;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692" name="Google Shape;1692;p88"/>
            <p:cNvGrpSpPr/>
            <p:nvPr/>
          </p:nvGrpSpPr>
          <p:grpSpPr>
            <a:xfrm>
              <a:off x="7340608" y="1408155"/>
              <a:ext cx="516896" cy="239620"/>
              <a:chOff x="1298462" y="1408175"/>
              <a:chExt cx="516896" cy="315000"/>
            </a:xfrm>
          </p:grpSpPr>
          <p:cxnSp>
            <p:nvCxnSpPr>
              <p:cNvPr id="1693" name="Google Shape;1693;p88"/>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694" name="Google Shape;1694;p88"/>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cxnSp>
          <p:nvCxnSpPr>
            <p:cNvPr id="1695" name="Google Shape;1695;p88"/>
            <p:cNvCxnSpPr/>
            <p:nvPr/>
          </p:nvCxnSpPr>
          <p:spPr>
            <a:xfrm>
              <a:off x="7602064" y="1408155"/>
              <a:ext cx="0" cy="239700"/>
            </a:xfrm>
            <a:prstGeom prst="straightConnector1">
              <a:avLst/>
            </a:prstGeom>
            <a:noFill/>
            <a:ln cap="flat" cmpd="sng" w="28575">
              <a:solidFill>
                <a:schemeClr val="dk1"/>
              </a:solidFill>
              <a:prstDash val="solid"/>
              <a:round/>
              <a:headEnd len="med" w="med" type="none"/>
              <a:tailEnd len="med" w="med" type="none"/>
            </a:ln>
          </p:spPr>
        </p:cxnSp>
      </p:grpSp>
      <p:sp>
        <p:nvSpPr>
          <p:cNvPr id="1696" name="Google Shape;1696;p88"/>
          <p:cNvSpPr/>
          <p:nvPr/>
        </p:nvSpPr>
        <p:spPr>
          <a:xfrm>
            <a:off x="2632075" y="2845350"/>
            <a:ext cx="2142000" cy="141300"/>
          </a:xfrm>
          <a:prstGeom prst="rect">
            <a:avLst/>
          </a:prstGeom>
          <a:solidFill>
            <a:srgbClr val="F2EE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7" name="Google Shape;1697;p88"/>
          <p:cNvSpPr/>
          <p:nvPr/>
        </p:nvSpPr>
        <p:spPr>
          <a:xfrm>
            <a:off x="1366625" y="3670750"/>
            <a:ext cx="2215800" cy="141300"/>
          </a:xfrm>
          <a:prstGeom prst="rect">
            <a:avLst/>
          </a:prstGeom>
          <a:solidFill>
            <a:srgbClr val="F2EE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8" name="Google Shape;1698;p88"/>
          <p:cNvSpPr/>
          <p:nvPr/>
        </p:nvSpPr>
        <p:spPr>
          <a:xfrm>
            <a:off x="3785975" y="4517325"/>
            <a:ext cx="2109900" cy="141300"/>
          </a:xfrm>
          <a:prstGeom prst="rect">
            <a:avLst/>
          </a:prstGeom>
          <a:solidFill>
            <a:srgbClr val="F2EE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9" name="Google Shape;1699;p88"/>
          <p:cNvSpPr txBox="1"/>
          <p:nvPr>
            <p:ph idx="1" type="body"/>
          </p:nvPr>
        </p:nvSpPr>
        <p:spPr>
          <a:xfrm>
            <a:off x="3067200" y="2555878"/>
            <a:ext cx="1156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Kalam"/>
                <a:ea typeface="Kalam"/>
                <a:cs typeface="Kalam"/>
                <a:sym typeface="Kalam"/>
              </a:rPr>
              <a:t>a</a:t>
            </a:r>
            <a:r>
              <a:rPr lang="en-GB" sz="2400">
                <a:latin typeface="Kalam"/>
                <a:ea typeface="Kalam"/>
                <a:cs typeface="Kalam"/>
                <a:sym typeface="Kalam"/>
              </a:rPr>
              <a:t> quarter</a:t>
            </a:r>
            <a:endParaRPr sz="2400">
              <a:latin typeface="Kalam"/>
              <a:ea typeface="Kalam"/>
              <a:cs typeface="Kalam"/>
              <a:sym typeface="Kalam"/>
            </a:endParaRPr>
          </a:p>
        </p:txBody>
      </p:sp>
      <p:sp>
        <p:nvSpPr>
          <p:cNvPr id="1700" name="Google Shape;1700;p88"/>
          <p:cNvSpPr txBox="1"/>
          <p:nvPr>
            <p:ph idx="1" type="body"/>
          </p:nvPr>
        </p:nvSpPr>
        <p:spPr>
          <a:xfrm>
            <a:off x="1757352" y="3409167"/>
            <a:ext cx="1444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Kalam"/>
                <a:ea typeface="Kalam"/>
                <a:cs typeface="Kalam"/>
                <a:sym typeface="Kalam"/>
              </a:rPr>
              <a:t>one eighth</a:t>
            </a:r>
            <a:endParaRPr sz="2400">
              <a:latin typeface="Kalam"/>
              <a:ea typeface="Kalam"/>
              <a:cs typeface="Kalam"/>
              <a:sym typeface="Kalam"/>
            </a:endParaRPr>
          </a:p>
        </p:txBody>
      </p:sp>
      <p:pic>
        <p:nvPicPr>
          <p:cNvPr descr="&lt;math xmlns=&quot;http://www.w3.org/1998/Math/MathML&quot; display=&quot;block&quot; data-is-equatio=&quot;1&quot; data-latex=&quot;\frac{1}{32}&quot;&gt;&lt;mfrac&gt;&lt;mn&gt;1&lt;/mn&gt;&lt;mn&gt;32&lt;/mn&gt;&lt;/mfrac&gt;&lt;/math&gt;" id="1701" name="Google Shape;1701;p88" title="1 over 32"/>
          <p:cNvPicPr preferRelativeResize="0"/>
          <p:nvPr/>
        </p:nvPicPr>
        <p:blipFill>
          <a:blip r:embed="rId3">
            <a:alphaModFix/>
          </a:blip>
          <a:stretch>
            <a:fillRect/>
          </a:stretch>
        </p:blipFill>
        <p:spPr>
          <a:xfrm>
            <a:off x="4684300" y="3923973"/>
            <a:ext cx="344562" cy="6386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5" name="Shape 1705"/>
        <p:cNvGrpSpPr/>
        <p:nvPr/>
      </p:nvGrpSpPr>
      <p:grpSpPr>
        <a:xfrm>
          <a:off x="0" y="0"/>
          <a:ext cx="0" cy="0"/>
          <a:chOff x="0" y="0"/>
          <a:chExt cx="0" cy="0"/>
        </a:xfrm>
      </p:grpSpPr>
      <p:sp>
        <p:nvSpPr>
          <p:cNvPr id="1706" name="Google Shape;1706;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sp>
        <p:nvSpPr>
          <p:cNvPr id="1707" name="Google Shape;1707;p89"/>
          <p:cNvSpPr txBox="1"/>
          <p:nvPr>
            <p:ph idx="1" type="body"/>
          </p:nvPr>
        </p:nvSpPr>
        <p:spPr>
          <a:xfrm>
            <a:off x="324000" y="2178200"/>
            <a:ext cx="7203300" cy="41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This length is approximately</a:t>
            </a:r>
            <a:r>
              <a:rPr lang="en-GB" sz="2400"/>
              <a:t> __________ long.</a:t>
            </a:r>
            <a:endParaRPr sz="2600">
              <a:solidFill>
                <a:schemeClr val="accent4"/>
              </a:solidFill>
              <a:latin typeface="Times New Roman"/>
              <a:ea typeface="Times New Roman"/>
              <a:cs typeface="Times New Roman"/>
              <a:sym typeface="Times New Roman"/>
            </a:endParaRPr>
          </a:p>
        </p:txBody>
      </p:sp>
      <p:pic>
        <p:nvPicPr>
          <p:cNvPr id="1708" name="Google Shape;1708;p89"/>
          <p:cNvPicPr preferRelativeResize="0"/>
          <p:nvPr/>
        </p:nvPicPr>
        <p:blipFill>
          <a:blip r:embed="rId3">
            <a:alphaModFix/>
          </a:blip>
          <a:stretch>
            <a:fillRect/>
          </a:stretch>
        </p:blipFill>
        <p:spPr>
          <a:xfrm>
            <a:off x="1433350" y="683900"/>
            <a:ext cx="1080600" cy="995850"/>
          </a:xfrm>
          <a:prstGeom prst="rect">
            <a:avLst/>
          </a:prstGeom>
          <a:noFill/>
          <a:ln>
            <a:noFill/>
          </a:ln>
        </p:spPr>
      </p:pic>
      <p:pic>
        <p:nvPicPr>
          <p:cNvPr id="1709" name="Google Shape;1709;p89"/>
          <p:cNvPicPr preferRelativeResize="0"/>
          <p:nvPr/>
        </p:nvPicPr>
        <p:blipFill>
          <a:blip r:embed="rId3">
            <a:alphaModFix/>
          </a:blip>
          <a:stretch>
            <a:fillRect/>
          </a:stretch>
        </p:blipFill>
        <p:spPr>
          <a:xfrm>
            <a:off x="2533006" y="683900"/>
            <a:ext cx="1080600" cy="995850"/>
          </a:xfrm>
          <a:prstGeom prst="rect">
            <a:avLst/>
          </a:prstGeom>
          <a:noFill/>
          <a:ln>
            <a:noFill/>
          </a:ln>
        </p:spPr>
      </p:pic>
      <p:pic>
        <p:nvPicPr>
          <p:cNvPr id="1710" name="Google Shape;1710;p89"/>
          <p:cNvPicPr preferRelativeResize="0"/>
          <p:nvPr/>
        </p:nvPicPr>
        <p:blipFill>
          <a:blip r:embed="rId3">
            <a:alphaModFix/>
          </a:blip>
          <a:stretch>
            <a:fillRect/>
          </a:stretch>
        </p:blipFill>
        <p:spPr>
          <a:xfrm>
            <a:off x="3632662" y="683900"/>
            <a:ext cx="1080600" cy="995850"/>
          </a:xfrm>
          <a:prstGeom prst="rect">
            <a:avLst/>
          </a:prstGeom>
          <a:noFill/>
          <a:ln>
            <a:noFill/>
          </a:ln>
        </p:spPr>
      </p:pic>
      <p:pic>
        <p:nvPicPr>
          <p:cNvPr id="1711" name="Google Shape;1711;p89"/>
          <p:cNvPicPr preferRelativeResize="0"/>
          <p:nvPr/>
        </p:nvPicPr>
        <p:blipFill>
          <a:blip r:embed="rId3">
            <a:alphaModFix/>
          </a:blip>
          <a:stretch>
            <a:fillRect/>
          </a:stretch>
        </p:blipFill>
        <p:spPr>
          <a:xfrm>
            <a:off x="4742806" y="683900"/>
            <a:ext cx="1080600" cy="995850"/>
          </a:xfrm>
          <a:prstGeom prst="rect">
            <a:avLst/>
          </a:prstGeom>
          <a:noFill/>
          <a:ln>
            <a:noFill/>
          </a:ln>
        </p:spPr>
      </p:pic>
      <p:pic>
        <p:nvPicPr>
          <p:cNvPr id="1712" name="Google Shape;1712;p89"/>
          <p:cNvPicPr preferRelativeResize="0"/>
          <p:nvPr/>
        </p:nvPicPr>
        <p:blipFill>
          <a:blip r:embed="rId3">
            <a:alphaModFix/>
          </a:blip>
          <a:stretch>
            <a:fillRect/>
          </a:stretch>
        </p:blipFill>
        <p:spPr>
          <a:xfrm>
            <a:off x="1433350" y="2893700"/>
            <a:ext cx="1080600" cy="995850"/>
          </a:xfrm>
          <a:prstGeom prst="rect">
            <a:avLst/>
          </a:prstGeom>
          <a:noFill/>
          <a:ln>
            <a:noFill/>
          </a:ln>
        </p:spPr>
      </p:pic>
      <p:pic>
        <p:nvPicPr>
          <p:cNvPr id="1713" name="Google Shape;1713;p89"/>
          <p:cNvPicPr preferRelativeResize="0"/>
          <p:nvPr/>
        </p:nvPicPr>
        <p:blipFill>
          <a:blip r:embed="rId3">
            <a:alphaModFix/>
          </a:blip>
          <a:stretch>
            <a:fillRect/>
          </a:stretch>
        </p:blipFill>
        <p:spPr>
          <a:xfrm>
            <a:off x="2533006" y="2893700"/>
            <a:ext cx="1080600" cy="995850"/>
          </a:xfrm>
          <a:prstGeom prst="rect">
            <a:avLst/>
          </a:prstGeom>
          <a:noFill/>
          <a:ln>
            <a:noFill/>
          </a:ln>
        </p:spPr>
      </p:pic>
      <p:pic>
        <p:nvPicPr>
          <p:cNvPr id="1714" name="Google Shape;1714;p89"/>
          <p:cNvPicPr preferRelativeResize="0"/>
          <p:nvPr/>
        </p:nvPicPr>
        <p:blipFill>
          <a:blip r:embed="rId3">
            <a:alphaModFix/>
          </a:blip>
          <a:stretch>
            <a:fillRect/>
          </a:stretch>
        </p:blipFill>
        <p:spPr>
          <a:xfrm>
            <a:off x="3632662" y="2893700"/>
            <a:ext cx="1080600" cy="995850"/>
          </a:xfrm>
          <a:prstGeom prst="rect">
            <a:avLst/>
          </a:prstGeom>
          <a:noFill/>
          <a:ln>
            <a:noFill/>
          </a:ln>
        </p:spPr>
      </p:pic>
      <p:cxnSp>
        <p:nvCxnSpPr>
          <p:cNvPr id="1715" name="Google Shape;1715;p89"/>
          <p:cNvCxnSpPr/>
          <p:nvPr/>
        </p:nvCxnSpPr>
        <p:spPr>
          <a:xfrm>
            <a:off x="1433350" y="1853825"/>
            <a:ext cx="4361400" cy="0"/>
          </a:xfrm>
          <a:prstGeom prst="straightConnector1">
            <a:avLst/>
          </a:prstGeom>
          <a:noFill/>
          <a:ln cap="flat" cmpd="sng" w="38100">
            <a:solidFill>
              <a:schemeClr val="dk1"/>
            </a:solidFill>
            <a:prstDash val="solid"/>
            <a:round/>
            <a:headEnd len="med" w="med" type="triangle"/>
            <a:tailEnd len="med" w="med" type="triangle"/>
          </a:ln>
        </p:spPr>
      </p:cxnSp>
      <p:cxnSp>
        <p:nvCxnSpPr>
          <p:cNvPr id="1716" name="Google Shape;1716;p89"/>
          <p:cNvCxnSpPr/>
          <p:nvPr/>
        </p:nvCxnSpPr>
        <p:spPr>
          <a:xfrm>
            <a:off x="1433350" y="4063625"/>
            <a:ext cx="2799900" cy="0"/>
          </a:xfrm>
          <a:prstGeom prst="straightConnector1">
            <a:avLst/>
          </a:prstGeom>
          <a:noFill/>
          <a:ln cap="flat" cmpd="sng" w="38100">
            <a:solidFill>
              <a:schemeClr val="dk1"/>
            </a:solidFill>
            <a:prstDash val="solid"/>
            <a:round/>
            <a:headEnd len="med" w="med" type="triangle"/>
            <a:tailEnd len="med" w="med" type="triangle"/>
          </a:ln>
        </p:spPr>
      </p:cxnSp>
      <p:sp>
        <p:nvSpPr>
          <p:cNvPr id="1717" name="Google Shape;1717;p89"/>
          <p:cNvSpPr txBox="1"/>
          <p:nvPr>
            <p:ph idx="1" type="body"/>
          </p:nvPr>
        </p:nvSpPr>
        <p:spPr>
          <a:xfrm>
            <a:off x="324000" y="4326248"/>
            <a:ext cx="7203300" cy="41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This length is approximately __________ long.</a:t>
            </a:r>
            <a:endParaRPr sz="2600">
              <a:solidFill>
                <a:schemeClr val="accent4"/>
              </a:solidFill>
              <a:latin typeface="Times New Roman"/>
              <a:ea typeface="Times New Roman"/>
              <a:cs typeface="Times New Roman"/>
              <a:sym typeface="Times New Roman"/>
            </a:endParaRPr>
          </a:p>
        </p:txBody>
      </p:sp>
      <p:sp>
        <p:nvSpPr>
          <p:cNvPr id="1718" name="Google Shape;1718;p89"/>
          <p:cNvSpPr/>
          <p:nvPr/>
        </p:nvSpPr>
        <p:spPr>
          <a:xfrm>
            <a:off x="4497000" y="2447600"/>
            <a:ext cx="2215800" cy="141300"/>
          </a:xfrm>
          <a:prstGeom prst="rect">
            <a:avLst/>
          </a:prstGeom>
          <a:solidFill>
            <a:srgbClr val="F2EE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19" name="Google Shape;1719;p89"/>
          <p:cNvSpPr txBox="1"/>
          <p:nvPr>
            <p:ph idx="1" type="body"/>
          </p:nvPr>
        </p:nvSpPr>
        <p:spPr>
          <a:xfrm>
            <a:off x="4852656" y="2189967"/>
            <a:ext cx="1504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Kalam"/>
                <a:ea typeface="Kalam"/>
                <a:cs typeface="Kalam"/>
                <a:sym typeface="Kalam"/>
              </a:rPr>
              <a:t>four inches</a:t>
            </a:r>
            <a:endParaRPr sz="2400">
              <a:latin typeface="Kalam"/>
              <a:ea typeface="Kalam"/>
              <a:cs typeface="Kalam"/>
              <a:sym typeface="Kalam"/>
            </a:endParaRPr>
          </a:p>
        </p:txBody>
      </p:sp>
      <p:sp>
        <p:nvSpPr>
          <p:cNvPr id="1720" name="Google Shape;1720;p89"/>
          <p:cNvSpPr/>
          <p:nvPr/>
        </p:nvSpPr>
        <p:spPr>
          <a:xfrm>
            <a:off x="4497000" y="4595650"/>
            <a:ext cx="2215800" cy="141300"/>
          </a:xfrm>
          <a:prstGeom prst="rect">
            <a:avLst/>
          </a:prstGeom>
          <a:solidFill>
            <a:srgbClr val="F2EE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21" name="Google Shape;1721;p89"/>
          <p:cNvSpPr txBox="1"/>
          <p:nvPr>
            <p:ph idx="1" type="body"/>
          </p:nvPr>
        </p:nvSpPr>
        <p:spPr>
          <a:xfrm>
            <a:off x="4928850" y="3912400"/>
            <a:ext cx="1504500" cy="70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Kalam"/>
                <a:ea typeface="Kalam"/>
                <a:cs typeface="Kalam"/>
                <a:sym typeface="Kalam"/>
              </a:rPr>
              <a:t>two and a half</a:t>
            </a:r>
            <a:r>
              <a:rPr lang="en-GB" sz="2400">
                <a:latin typeface="Kalam"/>
                <a:ea typeface="Kalam"/>
                <a:cs typeface="Kalam"/>
                <a:sym typeface="Kalam"/>
              </a:rPr>
              <a:t> inches</a:t>
            </a:r>
            <a:endParaRPr sz="24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5" name="Shape 1725"/>
        <p:cNvGrpSpPr/>
        <p:nvPr/>
      </p:nvGrpSpPr>
      <p:grpSpPr>
        <a:xfrm>
          <a:off x="0" y="0"/>
          <a:ext cx="0" cy="0"/>
          <a:chOff x="0" y="0"/>
          <a:chExt cx="0" cy="0"/>
        </a:xfrm>
      </p:grpSpPr>
      <p:pic>
        <p:nvPicPr>
          <p:cNvPr descr="&lt;math xmlns=&quot;http://www.w3.org/1998/Math/MathML&quot; display=&quot;block&quot; data-is-equatio=&quot;1&quot; data-latex=&quot;1\frac{1}{2}&quot;&gt;&lt;mn&gt;1&lt;/mn&gt;&lt;mfrac&gt;&lt;mn&gt;1&lt;/mn&gt;&lt;mn&gt;2&lt;/mn&gt;&lt;/mfrac&gt;&lt;/math&gt;" id="1726" name="Google Shape;1726;p90" title="1 and one half"/>
          <p:cNvPicPr preferRelativeResize="0"/>
          <p:nvPr/>
        </p:nvPicPr>
        <p:blipFill>
          <a:blip r:embed="rId3">
            <a:alphaModFix/>
          </a:blip>
          <a:stretch>
            <a:fillRect/>
          </a:stretch>
        </p:blipFill>
        <p:spPr>
          <a:xfrm>
            <a:off x="2708979" y="1711522"/>
            <a:ext cx="286565" cy="523457"/>
          </a:xfrm>
          <a:prstGeom prst="rect">
            <a:avLst/>
          </a:prstGeom>
          <a:noFill/>
          <a:ln>
            <a:noFill/>
          </a:ln>
        </p:spPr>
      </p:pic>
      <p:pic>
        <p:nvPicPr>
          <p:cNvPr descr="&lt;math xmlns=&quot;http://www.w3.org/1998/Math/MathML&quot; display=&quot;block&quot; data-is-equatio=&quot;1&quot; data-latex=&quot;1\frac{3}{4}&quot;&gt;&lt;mn&gt;1&lt;/mn&gt;&lt;mfrac&gt;&lt;mn&gt;3&lt;/mn&gt;&lt;mn&gt;4&lt;/mn&gt;&lt;/mfrac&gt;&lt;/math&gt;" id="1727" name="Google Shape;1727;p90" title="1 and three fourths"/>
          <p:cNvPicPr preferRelativeResize="0"/>
          <p:nvPr/>
        </p:nvPicPr>
        <p:blipFill>
          <a:blip r:embed="rId4">
            <a:alphaModFix/>
          </a:blip>
          <a:stretch>
            <a:fillRect/>
          </a:stretch>
        </p:blipFill>
        <p:spPr>
          <a:xfrm>
            <a:off x="3160482" y="1750966"/>
            <a:ext cx="286565" cy="523457"/>
          </a:xfrm>
          <a:prstGeom prst="rect">
            <a:avLst/>
          </a:prstGeom>
          <a:noFill/>
          <a:ln>
            <a:noFill/>
          </a:ln>
        </p:spPr>
      </p:pic>
      <p:pic>
        <p:nvPicPr>
          <p:cNvPr descr="&lt;math xmlns=&quot;http://www.w3.org/1998/Math/MathML&quot; display=&quot;block&quot; data-is-equatio=&quot;1&quot; data-latex=&quot;1\frac{5}{8}&quot;&gt;&lt;mn&gt;1&lt;/mn&gt;&lt;mfrac&gt;&lt;mn&gt;5&lt;/mn&gt;&lt;mn&gt;8&lt;/mn&gt;&lt;/mfrac&gt;&lt;/math&gt;" id="1728" name="Google Shape;1728;p90" title="1 and five eighths"/>
          <p:cNvPicPr preferRelativeResize="0"/>
          <p:nvPr/>
        </p:nvPicPr>
        <p:blipFill>
          <a:blip r:embed="rId5">
            <a:alphaModFix/>
          </a:blip>
          <a:stretch>
            <a:fillRect/>
          </a:stretch>
        </p:blipFill>
        <p:spPr>
          <a:xfrm>
            <a:off x="2941353" y="1751785"/>
            <a:ext cx="282745" cy="515815"/>
          </a:xfrm>
          <a:prstGeom prst="rect">
            <a:avLst/>
          </a:prstGeom>
          <a:noFill/>
          <a:ln>
            <a:noFill/>
          </a:ln>
        </p:spPr>
      </p:pic>
      <p:sp>
        <p:nvSpPr>
          <p:cNvPr id="1729" name="Google Shape;1729;p90"/>
          <p:cNvSpPr txBox="1"/>
          <p:nvPr>
            <p:ph idx="1" type="body"/>
          </p:nvPr>
        </p:nvSpPr>
        <p:spPr>
          <a:xfrm>
            <a:off x="324000" y="821050"/>
            <a:ext cx="8496000" cy="41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This rule of thumb enabled engineers in the UK to measure, cut and communicate to a good degree of precision.</a:t>
            </a:r>
            <a:endParaRPr sz="2600">
              <a:solidFill>
                <a:schemeClr val="accent4"/>
              </a:solidFill>
              <a:latin typeface="Times New Roman"/>
              <a:ea typeface="Times New Roman"/>
              <a:cs typeface="Times New Roman"/>
              <a:sym typeface="Times New Roman"/>
            </a:endParaRPr>
          </a:p>
        </p:txBody>
      </p:sp>
      <p:sp>
        <p:nvSpPr>
          <p:cNvPr id="1730" name="Google Shape;1730;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pic>
        <p:nvPicPr>
          <p:cNvPr id="1731" name="Google Shape;1731;p90"/>
          <p:cNvPicPr preferRelativeResize="0"/>
          <p:nvPr/>
        </p:nvPicPr>
        <p:blipFill>
          <a:blip r:embed="rId6">
            <a:alphaModFix/>
          </a:blip>
          <a:stretch>
            <a:fillRect/>
          </a:stretch>
        </p:blipFill>
        <p:spPr>
          <a:xfrm>
            <a:off x="518950" y="3383756"/>
            <a:ext cx="1547684" cy="1426300"/>
          </a:xfrm>
          <a:prstGeom prst="rect">
            <a:avLst/>
          </a:prstGeom>
          <a:noFill/>
          <a:ln>
            <a:noFill/>
          </a:ln>
        </p:spPr>
      </p:pic>
      <p:pic>
        <p:nvPicPr>
          <p:cNvPr id="1732" name="Google Shape;1732;p90"/>
          <p:cNvPicPr preferRelativeResize="0"/>
          <p:nvPr/>
        </p:nvPicPr>
        <p:blipFill>
          <a:blip r:embed="rId6">
            <a:alphaModFix/>
          </a:blip>
          <a:stretch>
            <a:fillRect/>
          </a:stretch>
        </p:blipFill>
        <p:spPr>
          <a:xfrm>
            <a:off x="2093927" y="3383756"/>
            <a:ext cx="1547684" cy="1426300"/>
          </a:xfrm>
          <a:prstGeom prst="rect">
            <a:avLst/>
          </a:prstGeom>
          <a:noFill/>
          <a:ln>
            <a:noFill/>
          </a:ln>
        </p:spPr>
      </p:pic>
      <p:pic>
        <p:nvPicPr>
          <p:cNvPr id="1733" name="Google Shape;1733;p90"/>
          <p:cNvPicPr preferRelativeResize="0"/>
          <p:nvPr/>
        </p:nvPicPr>
        <p:blipFill>
          <a:blip r:embed="rId7">
            <a:alphaModFix/>
          </a:blip>
          <a:stretch>
            <a:fillRect/>
          </a:stretch>
        </p:blipFill>
        <p:spPr>
          <a:xfrm>
            <a:off x="533400" y="2444475"/>
            <a:ext cx="3786599" cy="823250"/>
          </a:xfrm>
          <a:prstGeom prst="rect">
            <a:avLst/>
          </a:prstGeom>
          <a:noFill/>
          <a:ln cap="flat" cmpd="sng" w="38100">
            <a:solidFill>
              <a:schemeClr val="dk1"/>
            </a:solidFill>
            <a:prstDash val="solid"/>
            <a:round/>
            <a:headEnd len="sm" w="sm" type="none"/>
            <a:tailEnd len="sm" w="sm" type="none"/>
          </a:ln>
        </p:spPr>
      </p:pic>
      <p:cxnSp>
        <p:nvCxnSpPr>
          <p:cNvPr id="1734" name="Google Shape;1734;p90"/>
          <p:cNvCxnSpPr/>
          <p:nvPr/>
        </p:nvCxnSpPr>
        <p:spPr>
          <a:xfrm>
            <a:off x="2083346" y="2160000"/>
            <a:ext cx="0" cy="2660400"/>
          </a:xfrm>
          <a:prstGeom prst="straightConnector1">
            <a:avLst/>
          </a:prstGeom>
          <a:noFill/>
          <a:ln cap="flat" cmpd="sng" w="38100">
            <a:solidFill>
              <a:schemeClr val="accent4"/>
            </a:solidFill>
            <a:prstDash val="dash"/>
            <a:round/>
            <a:headEnd len="med" w="med" type="none"/>
            <a:tailEnd len="med" w="med" type="none"/>
          </a:ln>
        </p:spPr>
      </p:cxnSp>
      <p:cxnSp>
        <p:nvCxnSpPr>
          <p:cNvPr id="1735" name="Google Shape;1735;p90"/>
          <p:cNvCxnSpPr/>
          <p:nvPr/>
        </p:nvCxnSpPr>
        <p:spPr>
          <a:xfrm>
            <a:off x="3654646" y="2160000"/>
            <a:ext cx="0" cy="2660400"/>
          </a:xfrm>
          <a:prstGeom prst="straightConnector1">
            <a:avLst/>
          </a:prstGeom>
          <a:noFill/>
          <a:ln cap="flat" cmpd="sng" w="38100">
            <a:solidFill>
              <a:schemeClr val="accent4"/>
            </a:solidFill>
            <a:prstDash val="dash"/>
            <a:round/>
            <a:headEnd len="med" w="med" type="none"/>
            <a:tailEnd len="med" w="med" type="none"/>
          </a:ln>
        </p:spPr>
      </p:cxnSp>
      <p:sp>
        <p:nvSpPr>
          <p:cNvPr id="1736" name="Google Shape;1736;p90"/>
          <p:cNvSpPr txBox="1"/>
          <p:nvPr>
            <p:ph idx="1" type="body"/>
          </p:nvPr>
        </p:nvSpPr>
        <p:spPr>
          <a:xfrm>
            <a:off x="2014848" y="1797200"/>
            <a:ext cx="246000" cy="41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300">
                <a:latin typeface="Times New Roman"/>
                <a:ea typeface="Times New Roman"/>
                <a:cs typeface="Times New Roman"/>
                <a:sym typeface="Times New Roman"/>
              </a:rPr>
              <a:t>1</a:t>
            </a:r>
            <a:endParaRPr sz="2500">
              <a:solidFill>
                <a:schemeClr val="accent4"/>
              </a:solidFill>
              <a:latin typeface="Times New Roman"/>
              <a:ea typeface="Times New Roman"/>
              <a:cs typeface="Times New Roman"/>
              <a:sym typeface="Times New Roman"/>
            </a:endParaRPr>
          </a:p>
        </p:txBody>
      </p:sp>
      <p:sp>
        <p:nvSpPr>
          <p:cNvPr id="1737" name="Google Shape;1737;p90"/>
          <p:cNvSpPr txBox="1"/>
          <p:nvPr>
            <p:ph idx="1" type="body"/>
          </p:nvPr>
        </p:nvSpPr>
        <p:spPr>
          <a:xfrm>
            <a:off x="3600600" y="1797200"/>
            <a:ext cx="246000" cy="41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300">
                <a:latin typeface="Times New Roman"/>
                <a:ea typeface="Times New Roman"/>
                <a:cs typeface="Times New Roman"/>
                <a:sym typeface="Times New Roman"/>
              </a:rPr>
              <a:t>2</a:t>
            </a:r>
            <a:endParaRPr sz="2500">
              <a:solidFill>
                <a:schemeClr val="accent4"/>
              </a:solidFill>
              <a:latin typeface="Times New Roman"/>
              <a:ea typeface="Times New Roman"/>
              <a:cs typeface="Times New Roman"/>
              <a:sym typeface="Times New Roman"/>
            </a:endParaRPr>
          </a:p>
        </p:txBody>
      </p:sp>
      <p:cxnSp>
        <p:nvCxnSpPr>
          <p:cNvPr id="1738" name="Google Shape;1738;p90"/>
          <p:cNvCxnSpPr/>
          <p:nvPr/>
        </p:nvCxnSpPr>
        <p:spPr>
          <a:xfrm>
            <a:off x="3284140" y="2264600"/>
            <a:ext cx="0" cy="2555700"/>
          </a:xfrm>
          <a:prstGeom prst="straightConnector1">
            <a:avLst/>
          </a:prstGeom>
          <a:noFill/>
          <a:ln cap="flat" cmpd="sng" w="38100">
            <a:solidFill>
              <a:schemeClr val="accent4"/>
            </a:solidFill>
            <a:prstDash val="dash"/>
            <a:round/>
            <a:headEnd len="med" w="med" type="none"/>
            <a:tailEnd len="med" w="med" type="none"/>
          </a:ln>
        </p:spPr>
      </p:cxnSp>
      <p:cxnSp>
        <p:nvCxnSpPr>
          <p:cNvPr id="1739" name="Google Shape;1739;p90"/>
          <p:cNvCxnSpPr/>
          <p:nvPr/>
        </p:nvCxnSpPr>
        <p:spPr>
          <a:xfrm>
            <a:off x="2874246" y="2264648"/>
            <a:ext cx="0" cy="2555700"/>
          </a:xfrm>
          <a:prstGeom prst="straightConnector1">
            <a:avLst/>
          </a:prstGeom>
          <a:noFill/>
          <a:ln cap="flat" cmpd="sng" w="38100">
            <a:solidFill>
              <a:schemeClr val="accent4"/>
            </a:solidFill>
            <a:prstDash val="dash"/>
            <a:round/>
            <a:headEnd len="med" w="med" type="none"/>
            <a:tailEnd len="med" w="med" type="none"/>
          </a:ln>
        </p:spPr>
      </p:cxnSp>
      <p:sp>
        <p:nvSpPr>
          <p:cNvPr id="1740" name="Google Shape;1740;p90"/>
          <p:cNvSpPr txBox="1"/>
          <p:nvPr>
            <p:ph idx="1" type="body"/>
          </p:nvPr>
        </p:nvSpPr>
        <p:spPr>
          <a:xfrm>
            <a:off x="4817506" y="2283302"/>
            <a:ext cx="3896100" cy="704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We can</a:t>
            </a:r>
            <a:r>
              <a:rPr lang="en-GB" sz="2400"/>
              <a:t> measure a precise </a:t>
            </a:r>
            <a:r>
              <a:rPr lang="en-GB" sz="2400"/>
              <a:t>length like </a:t>
            </a:r>
            <a:r>
              <a:rPr lang="en-GB" sz="2400"/>
              <a:t>one and five eighths of an inch.</a:t>
            </a:r>
            <a:endParaRPr sz="2600">
              <a:solidFill>
                <a:schemeClr val="accent4"/>
              </a:solidFill>
              <a:latin typeface="Times New Roman"/>
              <a:ea typeface="Times New Roman"/>
              <a:cs typeface="Times New Roman"/>
              <a:sym typeface="Times New Roman"/>
            </a:endParaRPr>
          </a:p>
        </p:txBody>
      </p:sp>
      <p:cxnSp>
        <p:nvCxnSpPr>
          <p:cNvPr id="1741" name="Google Shape;1741;p90"/>
          <p:cNvCxnSpPr/>
          <p:nvPr/>
        </p:nvCxnSpPr>
        <p:spPr>
          <a:xfrm>
            <a:off x="3088396" y="2264600"/>
            <a:ext cx="0" cy="2555700"/>
          </a:xfrm>
          <a:prstGeom prst="straightConnector1">
            <a:avLst/>
          </a:prstGeom>
          <a:noFill/>
          <a:ln cap="flat" cmpd="sng" w="38100">
            <a:solidFill>
              <a:schemeClr val="accent4"/>
            </a:solidFill>
            <a:prstDash val="dash"/>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72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7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72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5" name="Shape 1745"/>
        <p:cNvGrpSpPr/>
        <p:nvPr/>
      </p:nvGrpSpPr>
      <p:grpSpPr>
        <a:xfrm>
          <a:off x="0" y="0"/>
          <a:ext cx="0" cy="0"/>
          <a:chOff x="0" y="0"/>
          <a:chExt cx="0" cy="0"/>
        </a:xfrm>
      </p:grpSpPr>
      <p:sp>
        <p:nvSpPr>
          <p:cNvPr id="1746" name="Google Shape;1746;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pic>
        <p:nvPicPr>
          <p:cNvPr id="1747" name="Google Shape;1747;p91"/>
          <p:cNvPicPr preferRelativeResize="0"/>
          <p:nvPr/>
        </p:nvPicPr>
        <p:blipFill>
          <a:blip r:embed="rId3">
            <a:alphaModFix/>
          </a:blip>
          <a:stretch>
            <a:fillRect/>
          </a:stretch>
        </p:blipFill>
        <p:spPr>
          <a:xfrm>
            <a:off x="518950" y="3383756"/>
            <a:ext cx="1547684" cy="1426300"/>
          </a:xfrm>
          <a:prstGeom prst="rect">
            <a:avLst/>
          </a:prstGeom>
          <a:noFill/>
          <a:ln>
            <a:noFill/>
          </a:ln>
        </p:spPr>
      </p:pic>
      <p:pic>
        <p:nvPicPr>
          <p:cNvPr id="1748" name="Google Shape;1748;p91"/>
          <p:cNvPicPr preferRelativeResize="0"/>
          <p:nvPr/>
        </p:nvPicPr>
        <p:blipFill>
          <a:blip r:embed="rId3">
            <a:alphaModFix/>
          </a:blip>
          <a:stretch>
            <a:fillRect/>
          </a:stretch>
        </p:blipFill>
        <p:spPr>
          <a:xfrm>
            <a:off x="2093927" y="3383756"/>
            <a:ext cx="1547684" cy="1426300"/>
          </a:xfrm>
          <a:prstGeom prst="rect">
            <a:avLst/>
          </a:prstGeom>
          <a:noFill/>
          <a:ln>
            <a:noFill/>
          </a:ln>
        </p:spPr>
      </p:pic>
      <p:pic>
        <p:nvPicPr>
          <p:cNvPr id="1749" name="Google Shape;1749;p91"/>
          <p:cNvPicPr preferRelativeResize="0"/>
          <p:nvPr/>
        </p:nvPicPr>
        <p:blipFill>
          <a:blip r:embed="rId3">
            <a:alphaModFix/>
          </a:blip>
          <a:stretch>
            <a:fillRect/>
          </a:stretch>
        </p:blipFill>
        <p:spPr>
          <a:xfrm>
            <a:off x="3668905" y="3383756"/>
            <a:ext cx="1547684" cy="1426300"/>
          </a:xfrm>
          <a:prstGeom prst="rect">
            <a:avLst/>
          </a:prstGeom>
          <a:noFill/>
          <a:ln>
            <a:noFill/>
          </a:ln>
        </p:spPr>
      </p:pic>
      <p:sp>
        <p:nvSpPr>
          <p:cNvPr id="1750" name="Google Shape;1750;p91"/>
          <p:cNvSpPr txBox="1"/>
          <p:nvPr>
            <p:ph idx="1" type="body"/>
          </p:nvPr>
        </p:nvSpPr>
        <p:spPr>
          <a:xfrm>
            <a:off x="324000" y="821050"/>
            <a:ext cx="8496000" cy="41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Measure out two and one eighth of an inch.</a:t>
            </a:r>
            <a:endParaRPr sz="2600">
              <a:solidFill>
                <a:schemeClr val="accent4"/>
              </a:solidFill>
              <a:latin typeface="Times New Roman"/>
              <a:ea typeface="Times New Roman"/>
              <a:cs typeface="Times New Roman"/>
              <a:sym typeface="Times New Roman"/>
            </a:endParaRPr>
          </a:p>
        </p:txBody>
      </p:sp>
      <p:pic>
        <p:nvPicPr>
          <p:cNvPr id="1751" name="Google Shape;1751;p91"/>
          <p:cNvPicPr preferRelativeResize="0"/>
          <p:nvPr/>
        </p:nvPicPr>
        <p:blipFill>
          <a:blip r:embed="rId4">
            <a:alphaModFix/>
          </a:blip>
          <a:stretch>
            <a:fillRect/>
          </a:stretch>
        </p:blipFill>
        <p:spPr>
          <a:xfrm>
            <a:off x="533400" y="2444475"/>
            <a:ext cx="6213826" cy="823250"/>
          </a:xfrm>
          <a:prstGeom prst="rect">
            <a:avLst/>
          </a:prstGeom>
          <a:noFill/>
          <a:ln cap="flat" cmpd="sng" w="38100">
            <a:solidFill>
              <a:schemeClr val="dk1"/>
            </a:solidFill>
            <a:prstDash val="solid"/>
            <a:round/>
            <a:headEnd len="sm" w="sm" type="none"/>
            <a:tailEnd len="sm" w="sm" type="none"/>
          </a:ln>
        </p:spPr>
      </p:pic>
      <p:cxnSp>
        <p:nvCxnSpPr>
          <p:cNvPr id="1752" name="Google Shape;1752;p91"/>
          <p:cNvCxnSpPr/>
          <p:nvPr/>
        </p:nvCxnSpPr>
        <p:spPr>
          <a:xfrm>
            <a:off x="3654650" y="2160000"/>
            <a:ext cx="0" cy="2660400"/>
          </a:xfrm>
          <a:prstGeom prst="straightConnector1">
            <a:avLst/>
          </a:prstGeom>
          <a:noFill/>
          <a:ln cap="flat" cmpd="sng" w="38100">
            <a:solidFill>
              <a:schemeClr val="accent4"/>
            </a:solidFill>
            <a:prstDash val="dash"/>
            <a:round/>
            <a:headEnd len="med" w="med" type="none"/>
            <a:tailEnd len="med" w="med" type="none"/>
          </a:ln>
        </p:spPr>
      </p:cxnSp>
      <p:cxnSp>
        <p:nvCxnSpPr>
          <p:cNvPr id="1753" name="Google Shape;1753;p91"/>
          <p:cNvCxnSpPr/>
          <p:nvPr/>
        </p:nvCxnSpPr>
        <p:spPr>
          <a:xfrm>
            <a:off x="5225950" y="2160000"/>
            <a:ext cx="0" cy="2660400"/>
          </a:xfrm>
          <a:prstGeom prst="straightConnector1">
            <a:avLst/>
          </a:prstGeom>
          <a:noFill/>
          <a:ln cap="flat" cmpd="sng" w="38100">
            <a:solidFill>
              <a:schemeClr val="accent4"/>
            </a:solidFill>
            <a:prstDash val="dash"/>
            <a:round/>
            <a:headEnd len="med" w="med" type="none"/>
            <a:tailEnd len="med" w="med" type="none"/>
          </a:ln>
        </p:spPr>
      </p:cxnSp>
      <p:sp>
        <p:nvSpPr>
          <p:cNvPr id="1754" name="Google Shape;1754;p91"/>
          <p:cNvSpPr txBox="1"/>
          <p:nvPr>
            <p:ph idx="1" type="body"/>
          </p:nvPr>
        </p:nvSpPr>
        <p:spPr>
          <a:xfrm>
            <a:off x="3586152" y="1826096"/>
            <a:ext cx="246000" cy="41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300">
                <a:latin typeface="Times New Roman"/>
                <a:ea typeface="Times New Roman"/>
                <a:cs typeface="Times New Roman"/>
                <a:sym typeface="Times New Roman"/>
              </a:rPr>
              <a:t>2</a:t>
            </a:r>
            <a:endParaRPr sz="2500">
              <a:solidFill>
                <a:schemeClr val="accent4"/>
              </a:solidFill>
              <a:latin typeface="Times New Roman"/>
              <a:ea typeface="Times New Roman"/>
              <a:cs typeface="Times New Roman"/>
              <a:sym typeface="Times New Roman"/>
            </a:endParaRPr>
          </a:p>
        </p:txBody>
      </p:sp>
      <p:sp>
        <p:nvSpPr>
          <p:cNvPr id="1755" name="Google Shape;1755;p91"/>
          <p:cNvSpPr txBox="1"/>
          <p:nvPr>
            <p:ph idx="1" type="body"/>
          </p:nvPr>
        </p:nvSpPr>
        <p:spPr>
          <a:xfrm>
            <a:off x="5171904" y="1826096"/>
            <a:ext cx="246000" cy="41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300">
                <a:latin typeface="Times New Roman"/>
                <a:ea typeface="Times New Roman"/>
                <a:cs typeface="Times New Roman"/>
                <a:sym typeface="Times New Roman"/>
              </a:rPr>
              <a:t>3</a:t>
            </a:r>
            <a:endParaRPr sz="2500">
              <a:solidFill>
                <a:schemeClr val="accent4"/>
              </a:solidFill>
              <a:latin typeface="Times New Roman"/>
              <a:ea typeface="Times New Roman"/>
              <a:cs typeface="Times New Roman"/>
              <a:sym typeface="Times New Roman"/>
            </a:endParaRPr>
          </a:p>
        </p:txBody>
      </p:sp>
      <p:cxnSp>
        <p:nvCxnSpPr>
          <p:cNvPr id="1756" name="Google Shape;1756;p91"/>
          <p:cNvCxnSpPr/>
          <p:nvPr/>
        </p:nvCxnSpPr>
        <p:spPr>
          <a:xfrm>
            <a:off x="4050100" y="2264600"/>
            <a:ext cx="0" cy="2555700"/>
          </a:xfrm>
          <a:prstGeom prst="straightConnector1">
            <a:avLst/>
          </a:prstGeom>
          <a:noFill/>
          <a:ln cap="flat" cmpd="sng" w="38100">
            <a:solidFill>
              <a:schemeClr val="accent4"/>
            </a:solidFill>
            <a:prstDash val="dash"/>
            <a:round/>
            <a:headEnd len="med" w="med" type="none"/>
            <a:tailEnd len="med" w="med" type="none"/>
          </a:ln>
        </p:spPr>
      </p:cxnSp>
      <p:cxnSp>
        <p:nvCxnSpPr>
          <p:cNvPr id="1757" name="Google Shape;1757;p91"/>
          <p:cNvCxnSpPr/>
          <p:nvPr/>
        </p:nvCxnSpPr>
        <p:spPr>
          <a:xfrm>
            <a:off x="3849100" y="1826100"/>
            <a:ext cx="0" cy="2994300"/>
          </a:xfrm>
          <a:prstGeom prst="straightConnector1">
            <a:avLst/>
          </a:prstGeom>
          <a:noFill/>
          <a:ln cap="flat" cmpd="sng" w="38100">
            <a:solidFill>
              <a:schemeClr val="accent4"/>
            </a:solidFill>
            <a:prstDash val="dash"/>
            <a:round/>
            <a:headEnd len="med" w="med" type="none"/>
            <a:tailEnd len="med" w="med" type="none"/>
          </a:ln>
        </p:spPr>
      </p:cxnSp>
      <p:cxnSp>
        <p:nvCxnSpPr>
          <p:cNvPr id="1758" name="Google Shape;1758;p91"/>
          <p:cNvCxnSpPr/>
          <p:nvPr/>
        </p:nvCxnSpPr>
        <p:spPr>
          <a:xfrm>
            <a:off x="4445550" y="2264648"/>
            <a:ext cx="0" cy="2555700"/>
          </a:xfrm>
          <a:prstGeom prst="straightConnector1">
            <a:avLst/>
          </a:prstGeom>
          <a:noFill/>
          <a:ln cap="flat" cmpd="sng" w="38100">
            <a:solidFill>
              <a:schemeClr val="accent4"/>
            </a:solidFill>
            <a:prstDash val="dash"/>
            <a:round/>
            <a:headEnd len="med" w="med" type="none"/>
            <a:tailEnd len="med" w="med" type="none"/>
          </a:ln>
        </p:spPr>
      </p:cxnSp>
      <p:pic>
        <p:nvPicPr>
          <p:cNvPr descr="&lt;math xmlns=&quot;http://www.w3.org/1998/Math/MathML&quot; display=&quot;block&quot; data-is-equatio=&quot;1&quot; data-latex=&quot;2\frac{1}{2}&quot;&gt;&lt;mn&gt;2&lt;/mn&gt;&lt;mfrac&gt;&lt;mn&gt;1&lt;/mn&gt;&lt;mn&gt;2&lt;/mn&gt;&lt;/mfrac&gt;&lt;/math&gt;" id="1759" name="Google Shape;1759;p91" title="2 and one half"/>
          <p:cNvPicPr preferRelativeResize="0"/>
          <p:nvPr/>
        </p:nvPicPr>
        <p:blipFill>
          <a:blip r:embed="rId5">
            <a:alphaModFix/>
          </a:blip>
          <a:stretch>
            <a:fillRect/>
          </a:stretch>
        </p:blipFill>
        <p:spPr>
          <a:xfrm>
            <a:off x="4268398" y="1707764"/>
            <a:ext cx="303602" cy="513503"/>
          </a:xfrm>
          <a:prstGeom prst="rect">
            <a:avLst/>
          </a:prstGeom>
          <a:noFill/>
          <a:ln>
            <a:noFill/>
          </a:ln>
        </p:spPr>
      </p:pic>
      <p:pic>
        <p:nvPicPr>
          <p:cNvPr descr="&lt;math xmlns=&quot;http://www.w3.org/1998/Math/MathML&quot; display=&quot;block&quot; data-is-equatio=&quot;1&quot; data-latex=&quot;2\frac{1}{8}&quot;&gt;&lt;mn&gt;2&lt;/mn&gt;&lt;mfrac&gt;&lt;mn&gt;1&lt;/mn&gt;&lt;mn&gt;8&lt;/mn&gt;&lt;/mfrac&gt;&lt;/math&gt;" id="1760" name="Google Shape;1760;p91" title="2 and one eighth"/>
          <p:cNvPicPr preferRelativeResize="0"/>
          <p:nvPr/>
        </p:nvPicPr>
        <p:blipFill>
          <a:blip r:embed="rId6">
            <a:alphaModFix/>
          </a:blip>
          <a:stretch>
            <a:fillRect/>
          </a:stretch>
        </p:blipFill>
        <p:spPr>
          <a:xfrm>
            <a:off x="3710698" y="1205823"/>
            <a:ext cx="307350" cy="520999"/>
          </a:xfrm>
          <a:prstGeom prst="rect">
            <a:avLst/>
          </a:prstGeom>
          <a:noFill/>
          <a:ln>
            <a:noFill/>
          </a:ln>
        </p:spPr>
      </p:pic>
      <p:pic>
        <p:nvPicPr>
          <p:cNvPr descr="&lt;math xmlns=&quot;http://www.w3.org/1998/Math/MathML&quot; display=&quot;block&quot; data-is-equatio=&quot;1&quot; data-latex=&quot;2\frac{1}{4}&quot;&gt;&lt;mn&gt;2&lt;/mn&gt;&lt;mfrac&gt;&lt;mn&gt;1&lt;/mn&gt;&lt;mn&gt;4&lt;/mn&gt;&lt;/mfrac&gt;&lt;/math&gt;" id="1761" name="Google Shape;1761;p91" title="2 and one fourth"/>
          <p:cNvPicPr preferRelativeResize="0"/>
          <p:nvPr/>
        </p:nvPicPr>
        <p:blipFill>
          <a:blip r:embed="rId7">
            <a:alphaModFix/>
          </a:blip>
          <a:stretch>
            <a:fillRect/>
          </a:stretch>
        </p:blipFill>
        <p:spPr>
          <a:xfrm>
            <a:off x="3880525" y="1704065"/>
            <a:ext cx="303602" cy="5135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5" name="Shape 1765"/>
        <p:cNvGrpSpPr/>
        <p:nvPr/>
      </p:nvGrpSpPr>
      <p:grpSpPr>
        <a:xfrm>
          <a:off x="0" y="0"/>
          <a:ext cx="0" cy="0"/>
          <a:chOff x="0" y="0"/>
          <a:chExt cx="0" cy="0"/>
        </a:xfrm>
      </p:grpSpPr>
      <p:sp>
        <p:nvSpPr>
          <p:cNvPr id="1766" name="Google Shape;1766;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sp>
        <p:nvSpPr>
          <p:cNvPr id="1767" name="Google Shape;1767;p92"/>
          <p:cNvSpPr txBox="1"/>
          <p:nvPr>
            <p:ph idx="1" type="body"/>
          </p:nvPr>
        </p:nvSpPr>
        <p:spPr>
          <a:xfrm>
            <a:off x="324000" y="4079252"/>
            <a:ext cx="66111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A</a:t>
            </a:r>
            <a:r>
              <a:rPr lang="en-GB" sz="2400"/>
              <a:t> five foot folding rule. This was also known as a Carpenter’s Rule or a Mason’s Rule.</a:t>
            </a:r>
            <a:endParaRPr sz="2600">
              <a:solidFill>
                <a:schemeClr val="accent4"/>
              </a:solidFill>
              <a:latin typeface="Times New Roman"/>
              <a:ea typeface="Times New Roman"/>
              <a:cs typeface="Times New Roman"/>
              <a:sym typeface="Times New Roman"/>
            </a:endParaRPr>
          </a:p>
        </p:txBody>
      </p:sp>
      <p:pic>
        <p:nvPicPr>
          <p:cNvPr id="1768" name="Google Shape;1768;p92"/>
          <p:cNvPicPr preferRelativeResize="0"/>
          <p:nvPr/>
        </p:nvPicPr>
        <p:blipFill>
          <a:blip r:embed="rId3">
            <a:alphaModFix/>
          </a:blip>
          <a:stretch>
            <a:fillRect/>
          </a:stretch>
        </p:blipFill>
        <p:spPr>
          <a:xfrm rot="455903">
            <a:off x="3776395" y="1802680"/>
            <a:ext cx="4803513" cy="398125"/>
          </a:xfrm>
          <a:prstGeom prst="rect">
            <a:avLst/>
          </a:prstGeom>
          <a:noFill/>
          <a:ln>
            <a:noFill/>
          </a:ln>
        </p:spPr>
      </p:pic>
      <p:pic>
        <p:nvPicPr>
          <p:cNvPr id="1769" name="Google Shape;1769;p92"/>
          <p:cNvPicPr preferRelativeResize="0"/>
          <p:nvPr/>
        </p:nvPicPr>
        <p:blipFill>
          <a:blip r:embed="rId3">
            <a:alphaModFix/>
          </a:blip>
          <a:stretch>
            <a:fillRect/>
          </a:stretch>
        </p:blipFill>
        <p:spPr>
          <a:xfrm rot="10599334">
            <a:off x="3759833" y="2262473"/>
            <a:ext cx="4807967" cy="397708"/>
          </a:xfrm>
          <a:prstGeom prst="rect">
            <a:avLst/>
          </a:prstGeom>
          <a:noFill/>
          <a:ln>
            <a:noFill/>
          </a:ln>
        </p:spPr>
      </p:pic>
      <p:sp>
        <p:nvSpPr>
          <p:cNvPr id="1770" name="Google Shape;1770;p92"/>
          <p:cNvSpPr/>
          <p:nvPr/>
        </p:nvSpPr>
        <p:spPr>
          <a:xfrm>
            <a:off x="8450088" y="2211583"/>
            <a:ext cx="236100" cy="222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771" name="Google Shape;1771;p92"/>
          <p:cNvPicPr preferRelativeResize="0"/>
          <p:nvPr/>
        </p:nvPicPr>
        <p:blipFill>
          <a:blip r:embed="rId3">
            <a:alphaModFix/>
          </a:blip>
          <a:stretch>
            <a:fillRect/>
          </a:stretch>
        </p:blipFill>
        <p:spPr>
          <a:xfrm rot="267084">
            <a:off x="3774583" y="2611445"/>
            <a:ext cx="4807138" cy="397786"/>
          </a:xfrm>
          <a:prstGeom prst="rect">
            <a:avLst/>
          </a:prstGeom>
          <a:noFill/>
          <a:ln>
            <a:noFill/>
          </a:ln>
        </p:spPr>
      </p:pic>
      <p:pic>
        <p:nvPicPr>
          <p:cNvPr id="1772" name="Google Shape;1772;p92"/>
          <p:cNvPicPr preferRelativeResize="0"/>
          <p:nvPr/>
        </p:nvPicPr>
        <p:blipFill>
          <a:blip r:embed="rId3">
            <a:alphaModFix/>
          </a:blip>
          <a:stretch>
            <a:fillRect/>
          </a:stretch>
        </p:blipFill>
        <p:spPr>
          <a:xfrm rot="10472403">
            <a:off x="3746392" y="3070985"/>
            <a:ext cx="4806180" cy="397876"/>
          </a:xfrm>
          <a:prstGeom prst="rect">
            <a:avLst/>
          </a:prstGeom>
          <a:noFill/>
          <a:ln>
            <a:noFill/>
          </a:ln>
        </p:spPr>
      </p:pic>
      <p:sp>
        <p:nvSpPr>
          <p:cNvPr id="1773" name="Google Shape;1773;p92"/>
          <p:cNvSpPr/>
          <p:nvPr/>
        </p:nvSpPr>
        <p:spPr>
          <a:xfrm>
            <a:off x="8435754" y="2922173"/>
            <a:ext cx="236100" cy="222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774" name="Google Shape;1774;p92"/>
          <p:cNvPicPr preferRelativeResize="0"/>
          <p:nvPr/>
        </p:nvPicPr>
        <p:blipFill>
          <a:blip r:embed="rId3">
            <a:alphaModFix/>
          </a:blip>
          <a:stretch>
            <a:fillRect/>
          </a:stretch>
        </p:blipFill>
        <p:spPr>
          <a:xfrm rot="455903">
            <a:off x="3762061" y="3623268"/>
            <a:ext cx="4803513" cy="398125"/>
          </a:xfrm>
          <a:prstGeom prst="rect">
            <a:avLst/>
          </a:prstGeom>
          <a:noFill/>
          <a:ln>
            <a:noFill/>
          </a:ln>
        </p:spPr>
      </p:pic>
      <p:sp>
        <p:nvSpPr>
          <p:cNvPr id="1775" name="Google Shape;1775;p92"/>
          <p:cNvSpPr/>
          <p:nvPr/>
        </p:nvSpPr>
        <p:spPr>
          <a:xfrm>
            <a:off x="3658447" y="2495560"/>
            <a:ext cx="236100" cy="222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76" name="Google Shape;1776;p92"/>
          <p:cNvSpPr/>
          <p:nvPr/>
        </p:nvSpPr>
        <p:spPr>
          <a:xfrm>
            <a:off x="3644113" y="3392380"/>
            <a:ext cx="236100" cy="222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77" name="Google Shape;1777;p92"/>
          <p:cNvSpPr txBox="1"/>
          <p:nvPr>
            <p:ph idx="1" type="body"/>
          </p:nvPr>
        </p:nvSpPr>
        <p:spPr>
          <a:xfrm>
            <a:off x="324000" y="806597"/>
            <a:ext cx="84960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For longer measurements carpenters used to carry another interesting tool.</a:t>
            </a:r>
            <a:endParaRPr sz="2600">
              <a:solidFill>
                <a:schemeClr val="accent4"/>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1" name="Shape 1781"/>
        <p:cNvGrpSpPr/>
        <p:nvPr/>
      </p:nvGrpSpPr>
      <p:grpSpPr>
        <a:xfrm>
          <a:off x="0" y="0"/>
          <a:ext cx="0" cy="0"/>
          <a:chOff x="0" y="0"/>
          <a:chExt cx="0" cy="0"/>
        </a:xfrm>
      </p:grpSpPr>
      <p:pic>
        <p:nvPicPr>
          <p:cNvPr id="1782" name="Google Shape;1782;p93"/>
          <p:cNvPicPr preferRelativeResize="0"/>
          <p:nvPr/>
        </p:nvPicPr>
        <p:blipFill>
          <a:blip r:embed="rId3">
            <a:alphaModFix/>
          </a:blip>
          <a:stretch>
            <a:fillRect/>
          </a:stretch>
        </p:blipFill>
        <p:spPr>
          <a:xfrm rot="-536226">
            <a:off x="6941829" y="1313680"/>
            <a:ext cx="1674688" cy="180720"/>
          </a:xfrm>
          <a:prstGeom prst="rect">
            <a:avLst/>
          </a:prstGeom>
          <a:noFill/>
          <a:ln>
            <a:noFill/>
          </a:ln>
        </p:spPr>
      </p:pic>
      <p:pic>
        <p:nvPicPr>
          <p:cNvPr id="1783" name="Google Shape;1783;p93"/>
          <p:cNvPicPr preferRelativeResize="0"/>
          <p:nvPr/>
        </p:nvPicPr>
        <p:blipFill>
          <a:blip r:embed="rId3">
            <a:alphaModFix/>
          </a:blip>
          <a:stretch>
            <a:fillRect/>
          </a:stretch>
        </p:blipFill>
        <p:spPr>
          <a:xfrm rot="-536226">
            <a:off x="5294325" y="1571176"/>
            <a:ext cx="1674688" cy="180720"/>
          </a:xfrm>
          <a:prstGeom prst="rect">
            <a:avLst/>
          </a:prstGeom>
          <a:noFill/>
          <a:ln>
            <a:noFill/>
          </a:ln>
        </p:spPr>
      </p:pic>
      <p:pic>
        <p:nvPicPr>
          <p:cNvPr id="1784" name="Google Shape;1784;p93"/>
          <p:cNvPicPr preferRelativeResize="0"/>
          <p:nvPr/>
        </p:nvPicPr>
        <p:blipFill>
          <a:blip r:embed="rId3">
            <a:alphaModFix/>
          </a:blip>
          <a:stretch>
            <a:fillRect/>
          </a:stretch>
        </p:blipFill>
        <p:spPr>
          <a:xfrm rot="-536226">
            <a:off x="3641628" y="1834697"/>
            <a:ext cx="1674688" cy="180720"/>
          </a:xfrm>
          <a:prstGeom prst="rect">
            <a:avLst/>
          </a:prstGeom>
          <a:noFill/>
          <a:ln>
            <a:noFill/>
          </a:ln>
        </p:spPr>
      </p:pic>
      <p:sp>
        <p:nvSpPr>
          <p:cNvPr id="1785" name="Google Shape;1785;p93"/>
          <p:cNvSpPr/>
          <p:nvPr/>
        </p:nvSpPr>
        <p:spPr>
          <a:xfrm>
            <a:off x="5265334" y="1747410"/>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86" name="Google Shape;1786;p93"/>
          <p:cNvSpPr/>
          <p:nvPr/>
        </p:nvSpPr>
        <p:spPr>
          <a:xfrm>
            <a:off x="6926875" y="1483889"/>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787" name="Google Shape;1787;p93"/>
          <p:cNvPicPr preferRelativeResize="0"/>
          <p:nvPr/>
        </p:nvPicPr>
        <p:blipFill>
          <a:blip r:embed="rId3">
            <a:alphaModFix/>
          </a:blip>
          <a:stretch>
            <a:fillRect/>
          </a:stretch>
        </p:blipFill>
        <p:spPr>
          <a:xfrm rot="-536226">
            <a:off x="1982510" y="2091229"/>
            <a:ext cx="1674688" cy="180720"/>
          </a:xfrm>
          <a:prstGeom prst="rect">
            <a:avLst/>
          </a:prstGeom>
          <a:noFill/>
          <a:ln>
            <a:noFill/>
          </a:ln>
        </p:spPr>
      </p:pic>
      <p:sp>
        <p:nvSpPr>
          <p:cNvPr id="1788" name="Google Shape;1788;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pic>
        <p:nvPicPr>
          <p:cNvPr id="1789" name="Google Shape;1789;p93"/>
          <p:cNvPicPr preferRelativeResize="0"/>
          <p:nvPr/>
        </p:nvPicPr>
        <p:blipFill>
          <a:blip r:embed="rId3">
            <a:alphaModFix/>
          </a:blip>
          <a:stretch>
            <a:fillRect/>
          </a:stretch>
        </p:blipFill>
        <p:spPr>
          <a:xfrm rot="-536226">
            <a:off x="329813" y="2354749"/>
            <a:ext cx="1674688" cy="180720"/>
          </a:xfrm>
          <a:prstGeom prst="rect">
            <a:avLst/>
          </a:prstGeom>
          <a:noFill/>
          <a:ln>
            <a:noFill/>
          </a:ln>
        </p:spPr>
      </p:pic>
      <p:sp>
        <p:nvSpPr>
          <p:cNvPr id="1790" name="Google Shape;1790;p93"/>
          <p:cNvSpPr/>
          <p:nvPr/>
        </p:nvSpPr>
        <p:spPr>
          <a:xfrm>
            <a:off x="1953519" y="2267463"/>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1" name="Google Shape;1791;p93"/>
          <p:cNvSpPr/>
          <p:nvPr/>
        </p:nvSpPr>
        <p:spPr>
          <a:xfrm>
            <a:off x="3615060" y="2003942"/>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2" name="Google Shape;1792;p93"/>
          <p:cNvSpPr txBox="1"/>
          <p:nvPr>
            <p:ph idx="1" type="body"/>
          </p:nvPr>
        </p:nvSpPr>
        <p:spPr>
          <a:xfrm>
            <a:off x="324000" y="1249352"/>
            <a:ext cx="4176000" cy="41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This length is four feet long.</a:t>
            </a:r>
            <a:endParaRPr sz="2600">
              <a:solidFill>
                <a:schemeClr val="accent4"/>
              </a:solidFill>
              <a:latin typeface="Times New Roman"/>
              <a:ea typeface="Times New Roman"/>
              <a:cs typeface="Times New Roman"/>
              <a:sym typeface="Times New Roman"/>
            </a:endParaRPr>
          </a:p>
        </p:txBody>
      </p:sp>
      <p:cxnSp>
        <p:nvCxnSpPr>
          <p:cNvPr id="1793" name="Google Shape;1793;p93"/>
          <p:cNvCxnSpPr/>
          <p:nvPr/>
        </p:nvCxnSpPr>
        <p:spPr>
          <a:xfrm flipH="1" rot="10800000">
            <a:off x="290400" y="1276182"/>
            <a:ext cx="6636600" cy="1039500"/>
          </a:xfrm>
          <a:prstGeom prst="straightConnector1">
            <a:avLst/>
          </a:prstGeom>
          <a:noFill/>
          <a:ln cap="flat" cmpd="sng" w="38100">
            <a:solidFill>
              <a:schemeClr val="dk1"/>
            </a:solidFill>
            <a:prstDash val="solid"/>
            <a:round/>
            <a:headEnd len="med" w="med" type="triangle"/>
            <a:tailEnd len="med" w="med" type="triangle"/>
          </a:ln>
        </p:spPr>
      </p:cxnSp>
      <p:cxnSp>
        <p:nvCxnSpPr>
          <p:cNvPr id="1794" name="Google Shape;1794;p93"/>
          <p:cNvCxnSpPr/>
          <p:nvPr/>
        </p:nvCxnSpPr>
        <p:spPr>
          <a:xfrm flipH="1" rot="10800000">
            <a:off x="395500" y="2198547"/>
            <a:ext cx="4089900" cy="640500"/>
          </a:xfrm>
          <a:prstGeom prst="straightConnector1">
            <a:avLst/>
          </a:prstGeom>
          <a:noFill/>
          <a:ln cap="flat" cmpd="sng" w="38100">
            <a:solidFill>
              <a:schemeClr val="dk1"/>
            </a:solidFill>
            <a:prstDash val="solid"/>
            <a:round/>
            <a:headEnd len="med" w="med" type="triangle"/>
            <a:tailEnd len="med" w="med" type="triangle"/>
          </a:ln>
        </p:spPr>
      </p:cxnSp>
      <p:sp>
        <p:nvSpPr>
          <p:cNvPr id="1795" name="Google Shape;1795;p93"/>
          <p:cNvSpPr txBox="1"/>
          <p:nvPr>
            <p:ph idx="1" type="body"/>
          </p:nvPr>
        </p:nvSpPr>
        <p:spPr>
          <a:xfrm>
            <a:off x="3164125" y="2544750"/>
            <a:ext cx="5655900" cy="41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This length is two and a half feet long. Or, two foot six inches. (There are </a:t>
            </a:r>
            <a:r>
              <a:rPr lang="en-GB" sz="2600">
                <a:latin typeface="Times New Roman"/>
                <a:ea typeface="Times New Roman"/>
                <a:cs typeface="Times New Roman"/>
                <a:sym typeface="Times New Roman"/>
              </a:rPr>
              <a:t>12</a:t>
            </a:r>
            <a:r>
              <a:rPr lang="en-GB" sz="2400"/>
              <a:t> inches in one foot)</a:t>
            </a:r>
            <a:endParaRPr sz="2600">
              <a:solidFill>
                <a:schemeClr val="accent4"/>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9" name="Shape 1799"/>
        <p:cNvGrpSpPr/>
        <p:nvPr/>
      </p:nvGrpSpPr>
      <p:grpSpPr>
        <a:xfrm>
          <a:off x="0" y="0"/>
          <a:ext cx="0" cy="0"/>
          <a:chOff x="0" y="0"/>
          <a:chExt cx="0" cy="0"/>
        </a:xfrm>
      </p:grpSpPr>
      <p:pic>
        <p:nvPicPr>
          <p:cNvPr id="1800" name="Google Shape;1800;p94"/>
          <p:cNvPicPr preferRelativeResize="0"/>
          <p:nvPr/>
        </p:nvPicPr>
        <p:blipFill>
          <a:blip r:embed="rId3">
            <a:alphaModFix/>
          </a:blip>
          <a:stretch>
            <a:fillRect/>
          </a:stretch>
        </p:blipFill>
        <p:spPr>
          <a:xfrm rot="-536226">
            <a:off x="6941829" y="1313680"/>
            <a:ext cx="1674688" cy="180720"/>
          </a:xfrm>
          <a:prstGeom prst="rect">
            <a:avLst/>
          </a:prstGeom>
          <a:noFill/>
          <a:ln>
            <a:noFill/>
          </a:ln>
        </p:spPr>
      </p:pic>
      <p:pic>
        <p:nvPicPr>
          <p:cNvPr id="1801" name="Google Shape;1801;p94"/>
          <p:cNvPicPr preferRelativeResize="0"/>
          <p:nvPr/>
        </p:nvPicPr>
        <p:blipFill>
          <a:blip r:embed="rId3">
            <a:alphaModFix/>
          </a:blip>
          <a:stretch>
            <a:fillRect/>
          </a:stretch>
        </p:blipFill>
        <p:spPr>
          <a:xfrm rot="-536226">
            <a:off x="5294325" y="1571176"/>
            <a:ext cx="1674688" cy="180720"/>
          </a:xfrm>
          <a:prstGeom prst="rect">
            <a:avLst/>
          </a:prstGeom>
          <a:noFill/>
          <a:ln>
            <a:noFill/>
          </a:ln>
        </p:spPr>
      </p:pic>
      <p:pic>
        <p:nvPicPr>
          <p:cNvPr id="1802" name="Google Shape;1802;p94"/>
          <p:cNvPicPr preferRelativeResize="0"/>
          <p:nvPr/>
        </p:nvPicPr>
        <p:blipFill>
          <a:blip r:embed="rId3">
            <a:alphaModFix/>
          </a:blip>
          <a:stretch>
            <a:fillRect/>
          </a:stretch>
        </p:blipFill>
        <p:spPr>
          <a:xfrm rot="-536226">
            <a:off x="3641628" y="1834697"/>
            <a:ext cx="1674688" cy="180720"/>
          </a:xfrm>
          <a:prstGeom prst="rect">
            <a:avLst/>
          </a:prstGeom>
          <a:noFill/>
          <a:ln>
            <a:noFill/>
          </a:ln>
        </p:spPr>
      </p:pic>
      <p:sp>
        <p:nvSpPr>
          <p:cNvPr id="1803" name="Google Shape;1803;p94"/>
          <p:cNvSpPr/>
          <p:nvPr/>
        </p:nvSpPr>
        <p:spPr>
          <a:xfrm>
            <a:off x="5265334" y="1747410"/>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04" name="Google Shape;1804;p94"/>
          <p:cNvSpPr/>
          <p:nvPr/>
        </p:nvSpPr>
        <p:spPr>
          <a:xfrm>
            <a:off x="6926875" y="1483889"/>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805" name="Google Shape;1805;p94"/>
          <p:cNvPicPr preferRelativeResize="0"/>
          <p:nvPr/>
        </p:nvPicPr>
        <p:blipFill>
          <a:blip r:embed="rId3">
            <a:alphaModFix/>
          </a:blip>
          <a:stretch>
            <a:fillRect/>
          </a:stretch>
        </p:blipFill>
        <p:spPr>
          <a:xfrm rot="-536226">
            <a:off x="1982510" y="2091229"/>
            <a:ext cx="1674688" cy="180720"/>
          </a:xfrm>
          <a:prstGeom prst="rect">
            <a:avLst/>
          </a:prstGeom>
          <a:noFill/>
          <a:ln>
            <a:noFill/>
          </a:ln>
        </p:spPr>
      </p:pic>
      <p:sp>
        <p:nvSpPr>
          <p:cNvPr id="1806" name="Google Shape;1806;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pic>
        <p:nvPicPr>
          <p:cNvPr id="1807" name="Google Shape;1807;p94"/>
          <p:cNvPicPr preferRelativeResize="0"/>
          <p:nvPr/>
        </p:nvPicPr>
        <p:blipFill>
          <a:blip r:embed="rId3">
            <a:alphaModFix/>
          </a:blip>
          <a:stretch>
            <a:fillRect/>
          </a:stretch>
        </p:blipFill>
        <p:spPr>
          <a:xfrm rot="-536226">
            <a:off x="329813" y="2354749"/>
            <a:ext cx="1674688" cy="180720"/>
          </a:xfrm>
          <a:prstGeom prst="rect">
            <a:avLst/>
          </a:prstGeom>
          <a:noFill/>
          <a:ln>
            <a:noFill/>
          </a:ln>
        </p:spPr>
      </p:pic>
      <p:sp>
        <p:nvSpPr>
          <p:cNvPr id="1808" name="Google Shape;1808;p94"/>
          <p:cNvSpPr/>
          <p:nvPr/>
        </p:nvSpPr>
        <p:spPr>
          <a:xfrm>
            <a:off x="1953519" y="2267463"/>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09" name="Google Shape;1809;p94"/>
          <p:cNvSpPr/>
          <p:nvPr/>
        </p:nvSpPr>
        <p:spPr>
          <a:xfrm>
            <a:off x="3615060" y="2003942"/>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10" name="Google Shape;1810;p94"/>
          <p:cNvSpPr txBox="1"/>
          <p:nvPr>
            <p:ph idx="1" type="body"/>
          </p:nvPr>
        </p:nvSpPr>
        <p:spPr>
          <a:xfrm>
            <a:off x="3164125" y="2711598"/>
            <a:ext cx="5655900" cy="41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There are __________ in a foot.</a:t>
            </a:r>
            <a:endParaRPr sz="2600">
              <a:solidFill>
                <a:schemeClr val="accent4"/>
              </a:solidFill>
              <a:latin typeface="Times New Roman"/>
              <a:ea typeface="Times New Roman"/>
              <a:cs typeface="Times New Roman"/>
              <a:sym typeface="Times New Roman"/>
            </a:endParaRPr>
          </a:p>
        </p:txBody>
      </p:sp>
      <p:sp>
        <p:nvSpPr>
          <p:cNvPr id="1811" name="Google Shape;1811;p94"/>
          <p:cNvSpPr txBox="1"/>
          <p:nvPr>
            <p:ph idx="1" type="body"/>
          </p:nvPr>
        </p:nvSpPr>
        <p:spPr>
          <a:xfrm>
            <a:off x="324000" y="1020750"/>
            <a:ext cx="5450400" cy="41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This is a __________ folding rule.</a:t>
            </a:r>
            <a:endParaRPr sz="2600">
              <a:solidFill>
                <a:schemeClr val="accent4"/>
              </a:solidFill>
              <a:latin typeface="Times New Roman"/>
              <a:ea typeface="Times New Roman"/>
              <a:cs typeface="Times New Roman"/>
              <a:sym typeface="Times New Roman"/>
            </a:endParaRPr>
          </a:p>
        </p:txBody>
      </p:sp>
      <p:sp>
        <p:nvSpPr>
          <p:cNvPr id="1812" name="Google Shape;1812;p94"/>
          <p:cNvSpPr/>
          <p:nvPr/>
        </p:nvSpPr>
        <p:spPr>
          <a:xfrm>
            <a:off x="1547625" y="1272100"/>
            <a:ext cx="2215800" cy="141300"/>
          </a:xfrm>
          <a:prstGeom prst="rect">
            <a:avLst/>
          </a:prstGeom>
          <a:solidFill>
            <a:srgbClr val="F2EE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13" name="Google Shape;1813;p94"/>
          <p:cNvSpPr txBox="1"/>
          <p:nvPr>
            <p:ph idx="1" type="body"/>
          </p:nvPr>
        </p:nvSpPr>
        <p:spPr>
          <a:xfrm>
            <a:off x="2033250" y="1016800"/>
            <a:ext cx="1175700" cy="33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Kalam"/>
                <a:ea typeface="Kalam"/>
                <a:cs typeface="Kalam"/>
                <a:sym typeface="Kalam"/>
              </a:rPr>
              <a:t>five foot</a:t>
            </a:r>
            <a:endParaRPr sz="2400">
              <a:latin typeface="Kalam"/>
              <a:ea typeface="Kalam"/>
              <a:cs typeface="Kalam"/>
              <a:sym typeface="Kalam"/>
            </a:endParaRPr>
          </a:p>
        </p:txBody>
      </p:sp>
      <p:sp>
        <p:nvSpPr>
          <p:cNvPr id="1814" name="Google Shape;1814;p94"/>
          <p:cNvSpPr/>
          <p:nvPr/>
        </p:nvSpPr>
        <p:spPr>
          <a:xfrm>
            <a:off x="4616850" y="2959900"/>
            <a:ext cx="2215800" cy="141300"/>
          </a:xfrm>
          <a:prstGeom prst="rect">
            <a:avLst/>
          </a:prstGeom>
          <a:solidFill>
            <a:srgbClr val="F2EE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15" name="Google Shape;1815;p94"/>
          <p:cNvSpPr txBox="1"/>
          <p:nvPr>
            <p:ph idx="1" type="body"/>
          </p:nvPr>
        </p:nvSpPr>
        <p:spPr>
          <a:xfrm>
            <a:off x="4852650" y="2708284"/>
            <a:ext cx="1744200" cy="33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Kalam"/>
                <a:ea typeface="Kalam"/>
                <a:cs typeface="Kalam"/>
                <a:sym typeface="Kalam"/>
              </a:rPr>
              <a:t>twelve inches</a:t>
            </a:r>
            <a:endParaRPr sz="24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9" name="Shape 1819"/>
        <p:cNvGrpSpPr/>
        <p:nvPr/>
      </p:nvGrpSpPr>
      <p:grpSpPr>
        <a:xfrm>
          <a:off x="0" y="0"/>
          <a:ext cx="0" cy="0"/>
          <a:chOff x="0" y="0"/>
          <a:chExt cx="0" cy="0"/>
        </a:xfrm>
      </p:grpSpPr>
      <p:sp>
        <p:nvSpPr>
          <p:cNvPr id="1820" name="Google Shape;1820;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sp>
        <p:nvSpPr>
          <p:cNvPr id="1821" name="Google Shape;1821;p95"/>
          <p:cNvSpPr txBox="1"/>
          <p:nvPr>
            <p:ph idx="1" type="body"/>
          </p:nvPr>
        </p:nvSpPr>
        <p:spPr>
          <a:xfrm>
            <a:off x="324000" y="806594"/>
            <a:ext cx="8496000" cy="1386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Measuring in feet and inches and being </a:t>
            </a:r>
            <a:r>
              <a:rPr lang="en-GB" sz="2400"/>
              <a:t>accurate</a:t>
            </a:r>
            <a:r>
              <a:rPr lang="en-GB" sz="2400"/>
              <a:t> to within one sixteenth of an inch was fine for the challenges of the past. Buildings only a few stories high still stand if built to this level of </a:t>
            </a:r>
            <a:r>
              <a:rPr lang="en-GB" sz="2400"/>
              <a:t>precision</a:t>
            </a:r>
            <a:r>
              <a:rPr lang="en-GB" sz="2400"/>
              <a:t>. </a:t>
            </a:r>
            <a:endParaRPr sz="2600">
              <a:solidFill>
                <a:schemeClr val="accent4"/>
              </a:solidFill>
              <a:latin typeface="Times New Roman"/>
              <a:ea typeface="Times New Roman"/>
              <a:cs typeface="Times New Roman"/>
              <a:sym typeface="Times New Roman"/>
            </a:endParaRPr>
          </a:p>
        </p:txBody>
      </p:sp>
      <p:sp>
        <p:nvSpPr>
          <p:cNvPr id="1822" name="Google Shape;1822;p95"/>
          <p:cNvSpPr txBox="1"/>
          <p:nvPr>
            <p:ph idx="1" type="body"/>
          </p:nvPr>
        </p:nvSpPr>
        <p:spPr>
          <a:xfrm>
            <a:off x="324000" y="2559203"/>
            <a:ext cx="8496000" cy="2125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However, today we build skyscrapers almost a kilometre tall, bridges that suspend a million tons of load, and jets and rockets </a:t>
            </a:r>
            <a:r>
              <a:rPr lang="en-GB" sz="2400"/>
              <a:t>which</a:t>
            </a:r>
            <a:r>
              <a:rPr lang="en-GB" sz="2400"/>
              <a:t> travel at almost 1000 mph. These modern demands mean that a sixteenth of an inch will not suffice. Engineers’ levels of precision today have to be far more </a:t>
            </a:r>
            <a:r>
              <a:rPr lang="en-GB" sz="2400"/>
              <a:t>accurate than that</a:t>
            </a:r>
            <a:r>
              <a:rPr lang="en-GB" sz="2400"/>
              <a:t>.</a:t>
            </a:r>
            <a:endParaRPr sz="2600">
              <a:solidFill>
                <a:schemeClr val="accent4"/>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6" name="Shape 1826"/>
        <p:cNvGrpSpPr/>
        <p:nvPr/>
      </p:nvGrpSpPr>
      <p:grpSpPr>
        <a:xfrm>
          <a:off x="0" y="0"/>
          <a:ext cx="0" cy="0"/>
          <a:chOff x="0" y="0"/>
          <a:chExt cx="0" cy="0"/>
        </a:xfrm>
      </p:grpSpPr>
      <p:sp>
        <p:nvSpPr>
          <p:cNvPr id="1827" name="Google Shape;1827;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cxnSp>
        <p:nvCxnSpPr>
          <p:cNvPr id="1828" name="Google Shape;1828;p96"/>
          <p:cNvCxnSpPr/>
          <p:nvPr/>
        </p:nvCxnSpPr>
        <p:spPr>
          <a:xfrm>
            <a:off x="591297" y="2855773"/>
            <a:ext cx="0" cy="537900"/>
          </a:xfrm>
          <a:prstGeom prst="straightConnector1">
            <a:avLst/>
          </a:prstGeom>
          <a:noFill/>
          <a:ln cap="flat" cmpd="sng" w="28575">
            <a:solidFill>
              <a:schemeClr val="dk1"/>
            </a:solidFill>
            <a:prstDash val="solid"/>
            <a:round/>
            <a:headEnd len="med" w="med" type="none"/>
            <a:tailEnd len="med" w="med" type="none"/>
          </a:ln>
        </p:spPr>
      </p:cxnSp>
      <p:cxnSp>
        <p:nvCxnSpPr>
          <p:cNvPr id="1829" name="Google Shape;1829;p96"/>
          <p:cNvCxnSpPr/>
          <p:nvPr/>
        </p:nvCxnSpPr>
        <p:spPr>
          <a:xfrm>
            <a:off x="682086"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30" name="Google Shape;1830;p96"/>
          <p:cNvCxnSpPr/>
          <p:nvPr/>
        </p:nvCxnSpPr>
        <p:spPr>
          <a:xfrm>
            <a:off x="772874"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31" name="Google Shape;1831;p96"/>
          <p:cNvCxnSpPr/>
          <p:nvPr/>
        </p:nvCxnSpPr>
        <p:spPr>
          <a:xfrm>
            <a:off x="863663"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32" name="Google Shape;1832;p96"/>
          <p:cNvCxnSpPr/>
          <p:nvPr/>
        </p:nvCxnSpPr>
        <p:spPr>
          <a:xfrm>
            <a:off x="954451"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33" name="Google Shape;1833;p96"/>
          <p:cNvCxnSpPr/>
          <p:nvPr/>
        </p:nvCxnSpPr>
        <p:spPr>
          <a:xfrm>
            <a:off x="1136028"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34" name="Google Shape;1834;p96"/>
          <p:cNvCxnSpPr/>
          <p:nvPr/>
        </p:nvCxnSpPr>
        <p:spPr>
          <a:xfrm>
            <a:off x="1226817"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35" name="Google Shape;1835;p96"/>
          <p:cNvCxnSpPr/>
          <p:nvPr/>
        </p:nvCxnSpPr>
        <p:spPr>
          <a:xfrm>
            <a:off x="1317605"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36" name="Google Shape;1836;p96"/>
          <p:cNvCxnSpPr/>
          <p:nvPr/>
        </p:nvCxnSpPr>
        <p:spPr>
          <a:xfrm>
            <a:off x="1499183" y="2855773"/>
            <a:ext cx="0" cy="537900"/>
          </a:xfrm>
          <a:prstGeom prst="straightConnector1">
            <a:avLst/>
          </a:prstGeom>
          <a:noFill/>
          <a:ln cap="flat" cmpd="sng" w="28575">
            <a:solidFill>
              <a:schemeClr val="dk1"/>
            </a:solidFill>
            <a:prstDash val="solid"/>
            <a:round/>
            <a:headEnd len="med" w="med" type="none"/>
            <a:tailEnd len="med" w="med" type="none"/>
          </a:ln>
        </p:spPr>
      </p:cxnSp>
      <p:cxnSp>
        <p:nvCxnSpPr>
          <p:cNvPr id="1837" name="Google Shape;1837;p96"/>
          <p:cNvCxnSpPr/>
          <p:nvPr/>
        </p:nvCxnSpPr>
        <p:spPr>
          <a:xfrm>
            <a:off x="1045249" y="2855773"/>
            <a:ext cx="0" cy="390000"/>
          </a:xfrm>
          <a:prstGeom prst="straightConnector1">
            <a:avLst/>
          </a:prstGeom>
          <a:noFill/>
          <a:ln cap="flat" cmpd="sng" w="28575">
            <a:solidFill>
              <a:schemeClr val="dk1"/>
            </a:solidFill>
            <a:prstDash val="solid"/>
            <a:round/>
            <a:headEnd len="med" w="med" type="none"/>
            <a:tailEnd len="med" w="med" type="none"/>
          </a:ln>
        </p:spPr>
      </p:cxnSp>
      <p:cxnSp>
        <p:nvCxnSpPr>
          <p:cNvPr id="1838" name="Google Shape;1838;p96"/>
          <p:cNvCxnSpPr/>
          <p:nvPr/>
        </p:nvCxnSpPr>
        <p:spPr>
          <a:xfrm>
            <a:off x="1408394"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39" name="Google Shape;1839;p96"/>
          <p:cNvCxnSpPr/>
          <p:nvPr/>
        </p:nvCxnSpPr>
        <p:spPr>
          <a:xfrm>
            <a:off x="1585119"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40" name="Google Shape;1840;p96"/>
          <p:cNvCxnSpPr/>
          <p:nvPr/>
        </p:nvCxnSpPr>
        <p:spPr>
          <a:xfrm>
            <a:off x="1675908"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41" name="Google Shape;1841;p96"/>
          <p:cNvCxnSpPr/>
          <p:nvPr/>
        </p:nvCxnSpPr>
        <p:spPr>
          <a:xfrm>
            <a:off x="1766696"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42" name="Google Shape;1842;p96"/>
          <p:cNvCxnSpPr/>
          <p:nvPr/>
        </p:nvCxnSpPr>
        <p:spPr>
          <a:xfrm>
            <a:off x="1857485"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43" name="Google Shape;1843;p96"/>
          <p:cNvCxnSpPr/>
          <p:nvPr/>
        </p:nvCxnSpPr>
        <p:spPr>
          <a:xfrm>
            <a:off x="2039062"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44" name="Google Shape;1844;p96"/>
          <p:cNvCxnSpPr/>
          <p:nvPr/>
        </p:nvCxnSpPr>
        <p:spPr>
          <a:xfrm>
            <a:off x="2129850"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45" name="Google Shape;1845;p96"/>
          <p:cNvCxnSpPr/>
          <p:nvPr/>
        </p:nvCxnSpPr>
        <p:spPr>
          <a:xfrm>
            <a:off x="2220639"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46" name="Google Shape;1846;p96"/>
          <p:cNvCxnSpPr/>
          <p:nvPr/>
        </p:nvCxnSpPr>
        <p:spPr>
          <a:xfrm>
            <a:off x="2402216" y="2855773"/>
            <a:ext cx="0" cy="537900"/>
          </a:xfrm>
          <a:prstGeom prst="straightConnector1">
            <a:avLst/>
          </a:prstGeom>
          <a:noFill/>
          <a:ln cap="flat" cmpd="sng" w="28575">
            <a:solidFill>
              <a:schemeClr val="dk1"/>
            </a:solidFill>
            <a:prstDash val="solid"/>
            <a:round/>
            <a:headEnd len="med" w="med" type="none"/>
            <a:tailEnd len="med" w="med" type="none"/>
          </a:ln>
        </p:spPr>
      </p:cxnSp>
      <p:cxnSp>
        <p:nvCxnSpPr>
          <p:cNvPr id="1847" name="Google Shape;1847;p96"/>
          <p:cNvCxnSpPr/>
          <p:nvPr/>
        </p:nvCxnSpPr>
        <p:spPr>
          <a:xfrm>
            <a:off x="1948283" y="2855773"/>
            <a:ext cx="0" cy="390000"/>
          </a:xfrm>
          <a:prstGeom prst="straightConnector1">
            <a:avLst/>
          </a:prstGeom>
          <a:noFill/>
          <a:ln cap="flat" cmpd="sng" w="28575">
            <a:solidFill>
              <a:schemeClr val="dk1"/>
            </a:solidFill>
            <a:prstDash val="solid"/>
            <a:round/>
            <a:headEnd len="med" w="med" type="none"/>
            <a:tailEnd len="med" w="med" type="none"/>
          </a:ln>
        </p:spPr>
      </p:cxnSp>
      <p:cxnSp>
        <p:nvCxnSpPr>
          <p:cNvPr id="1848" name="Google Shape;1848;p96"/>
          <p:cNvCxnSpPr/>
          <p:nvPr/>
        </p:nvCxnSpPr>
        <p:spPr>
          <a:xfrm>
            <a:off x="2311428"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49" name="Google Shape;1849;p96"/>
          <p:cNvCxnSpPr/>
          <p:nvPr/>
        </p:nvCxnSpPr>
        <p:spPr>
          <a:xfrm>
            <a:off x="2498982"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50" name="Google Shape;1850;p96"/>
          <p:cNvCxnSpPr/>
          <p:nvPr/>
        </p:nvCxnSpPr>
        <p:spPr>
          <a:xfrm>
            <a:off x="2589771"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51" name="Google Shape;1851;p96"/>
          <p:cNvCxnSpPr/>
          <p:nvPr/>
        </p:nvCxnSpPr>
        <p:spPr>
          <a:xfrm>
            <a:off x="2680559"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52" name="Google Shape;1852;p96"/>
          <p:cNvCxnSpPr/>
          <p:nvPr/>
        </p:nvCxnSpPr>
        <p:spPr>
          <a:xfrm>
            <a:off x="2771348"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53" name="Google Shape;1853;p96"/>
          <p:cNvCxnSpPr/>
          <p:nvPr/>
        </p:nvCxnSpPr>
        <p:spPr>
          <a:xfrm>
            <a:off x="2952925"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54" name="Google Shape;1854;p96"/>
          <p:cNvCxnSpPr/>
          <p:nvPr/>
        </p:nvCxnSpPr>
        <p:spPr>
          <a:xfrm>
            <a:off x="3043714"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55" name="Google Shape;1855;p96"/>
          <p:cNvCxnSpPr/>
          <p:nvPr/>
        </p:nvCxnSpPr>
        <p:spPr>
          <a:xfrm>
            <a:off x="3134502"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56" name="Google Shape;1856;p96"/>
          <p:cNvCxnSpPr/>
          <p:nvPr/>
        </p:nvCxnSpPr>
        <p:spPr>
          <a:xfrm>
            <a:off x="3316079" y="2855773"/>
            <a:ext cx="0" cy="537900"/>
          </a:xfrm>
          <a:prstGeom prst="straightConnector1">
            <a:avLst/>
          </a:prstGeom>
          <a:noFill/>
          <a:ln cap="flat" cmpd="sng" w="28575">
            <a:solidFill>
              <a:schemeClr val="dk1"/>
            </a:solidFill>
            <a:prstDash val="solid"/>
            <a:round/>
            <a:headEnd len="med" w="med" type="none"/>
            <a:tailEnd len="med" w="med" type="none"/>
          </a:ln>
        </p:spPr>
      </p:cxnSp>
      <p:cxnSp>
        <p:nvCxnSpPr>
          <p:cNvPr id="1857" name="Google Shape;1857;p96"/>
          <p:cNvCxnSpPr/>
          <p:nvPr/>
        </p:nvCxnSpPr>
        <p:spPr>
          <a:xfrm>
            <a:off x="2862146" y="2855773"/>
            <a:ext cx="0" cy="390000"/>
          </a:xfrm>
          <a:prstGeom prst="straightConnector1">
            <a:avLst/>
          </a:prstGeom>
          <a:noFill/>
          <a:ln cap="flat" cmpd="sng" w="28575">
            <a:solidFill>
              <a:schemeClr val="dk1"/>
            </a:solidFill>
            <a:prstDash val="solid"/>
            <a:round/>
            <a:headEnd len="med" w="med" type="none"/>
            <a:tailEnd len="med" w="med" type="none"/>
          </a:ln>
        </p:spPr>
      </p:cxnSp>
      <p:cxnSp>
        <p:nvCxnSpPr>
          <p:cNvPr id="1858" name="Google Shape;1858;p96"/>
          <p:cNvCxnSpPr/>
          <p:nvPr/>
        </p:nvCxnSpPr>
        <p:spPr>
          <a:xfrm>
            <a:off x="3225291"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59" name="Google Shape;1859;p96"/>
          <p:cNvCxnSpPr/>
          <p:nvPr/>
        </p:nvCxnSpPr>
        <p:spPr>
          <a:xfrm>
            <a:off x="3412846"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60" name="Google Shape;1860;p96"/>
          <p:cNvCxnSpPr/>
          <p:nvPr/>
        </p:nvCxnSpPr>
        <p:spPr>
          <a:xfrm>
            <a:off x="3503634" y="2855773"/>
            <a:ext cx="0" cy="260100"/>
          </a:xfrm>
          <a:prstGeom prst="straightConnector1">
            <a:avLst/>
          </a:prstGeom>
          <a:noFill/>
          <a:ln cap="flat" cmpd="sng" w="28575">
            <a:solidFill>
              <a:schemeClr val="dk1"/>
            </a:solidFill>
            <a:prstDash val="solid"/>
            <a:round/>
            <a:headEnd len="med" w="med" type="none"/>
            <a:tailEnd len="med" w="med" type="none"/>
          </a:ln>
        </p:spPr>
      </p:cxnSp>
      <p:cxnSp>
        <p:nvCxnSpPr>
          <p:cNvPr id="1861" name="Google Shape;1861;p96"/>
          <p:cNvCxnSpPr/>
          <p:nvPr/>
        </p:nvCxnSpPr>
        <p:spPr>
          <a:xfrm>
            <a:off x="3594423" y="2855773"/>
            <a:ext cx="0" cy="260100"/>
          </a:xfrm>
          <a:prstGeom prst="straightConnector1">
            <a:avLst/>
          </a:prstGeom>
          <a:noFill/>
          <a:ln cap="flat" cmpd="sng" w="28575">
            <a:solidFill>
              <a:schemeClr val="dk1"/>
            </a:solidFill>
            <a:prstDash val="solid"/>
            <a:round/>
            <a:headEnd len="med" w="med" type="none"/>
            <a:tailEnd len="med" w="med" type="none"/>
          </a:ln>
        </p:spPr>
      </p:cxnSp>
      <p:sp>
        <p:nvSpPr>
          <p:cNvPr id="1862" name="Google Shape;1862;p96"/>
          <p:cNvSpPr/>
          <p:nvPr/>
        </p:nvSpPr>
        <p:spPr>
          <a:xfrm>
            <a:off x="309725" y="2866052"/>
            <a:ext cx="3519600" cy="939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3" name="Google Shape;1863;p96"/>
          <p:cNvSpPr/>
          <p:nvPr/>
        </p:nvSpPr>
        <p:spPr>
          <a:xfrm>
            <a:off x="3663311" y="2779352"/>
            <a:ext cx="223200" cy="1101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4" name="Google Shape;1864;p96"/>
          <p:cNvSpPr txBox="1"/>
          <p:nvPr>
            <p:ph idx="1" type="body"/>
          </p:nvPr>
        </p:nvSpPr>
        <p:spPr>
          <a:xfrm>
            <a:off x="542112" y="3397398"/>
            <a:ext cx="177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0</a:t>
            </a:r>
            <a:endParaRPr sz="2000">
              <a:latin typeface="Times New Roman"/>
              <a:ea typeface="Times New Roman"/>
              <a:cs typeface="Times New Roman"/>
              <a:sym typeface="Times New Roman"/>
            </a:endParaRPr>
          </a:p>
        </p:txBody>
      </p:sp>
      <p:sp>
        <p:nvSpPr>
          <p:cNvPr id="1865" name="Google Shape;1865;p96"/>
          <p:cNvSpPr txBox="1"/>
          <p:nvPr>
            <p:ph idx="1" type="body"/>
          </p:nvPr>
        </p:nvSpPr>
        <p:spPr>
          <a:xfrm>
            <a:off x="708960" y="3397398"/>
            <a:ext cx="42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cm</a:t>
            </a:r>
            <a:endParaRPr sz="2000">
              <a:latin typeface="Times New Roman"/>
              <a:ea typeface="Times New Roman"/>
              <a:cs typeface="Times New Roman"/>
              <a:sym typeface="Times New Roman"/>
            </a:endParaRPr>
          </a:p>
        </p:txBody>
      </p:sp>
      <p:sp>
        <p:nvSpPr>
          <p:cNvPr id="1866" name="Google Shape;1866;p96"/>
          <p:cNvSpPr txBox="1"/>
          <p:nvPr>
            <p:ph idx="1" type="body"/>
          </p:nvPr>
        </p:nvSpPr>
        <p:spPr>
          <a:xfrm>
            <a:off x="1438104" y="3397398"/>
            <a:ext cx="177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p:txBody>
      </p:sp>
      <p:sp>
        <p:nvSpPr>
          <p:cNvPr id="1867" name="Google Shape;1867;p96"/>
          <p:cNvSpPr txBox="1"/>
          <p:nvPr>
            <p:ph idx="1" type="body"/>
          </p:nvPr>
        </p:nvSpPr>
        <p:spPr>
          <a:xfrm>
            <a:off x="2338056" y="3397398"/>
            <a:ext cx="177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p:txBody>
      </p:sp>
      <p:sp>
        <p:nvSpPr>
          <p:cNvPr id="1868" name="Google Shape;1868;p96"/>
          <p:cNvSpPr txBox="1"/>
          <p:nvPr>
            <p:ph idx="1" type="body"/>
          </p:nvPr>
        </p:nvSpPr>
        <p:spPr>
          <a:xfrm>
            <a:off x="3252456" y="3397398"/>
            <a:ext cx="177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p:txBody>
      </p:sp>
      <p:grpSp>
        <p:nvGrpSpPr>
          <p:cNvPr id="1869" name="Google Shape;1869;p96"/>
          <p:cNvGrpSpPr/>
          <p:nvPr/>
        </p:nvGrpSpPr>
        <p:grpSpPr>
          <a:xfrm>
            <a:off x="333983" y="682580"/>
            <a:ext cx="8486100" cy="2056873"/>
            <a:chOff x="830818" y="1277725"/>
            <a:chExt cx="7760494" cy="1881000"/>
          </a:xfrm>
        </p:grpSpPr>
        <p:grpSp>
          <p:nvGrpSpPr>
            <p:cNvPr id="1870" name="Google Shape;1870;p96"/>
            <p:cNvGrpSpPr/>
            <p:nvPr/>
          </p:nvGrpSpPr>
          <p:grpSpPr>
            <a:xfrm>
              <a:off x="830818" y="1277725"/>
              <a:ext cx="7760494" cy="1881000"/>
              <a:chOff x="830818" y="1277725"/>
              <a:chExt cx="7760494" cy="1881000"/>
            </a:xfrm>
          </p:grpSpPr>
          <p:cxnSp>
            <p:nvCxnSpPr>
              <p:cNvPr id="1871" name="Google Shape;1871;p96"/>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872" name="Google Shape;1872;p96"/>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873" name="Google Shape;1873;p96"/>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874" name="Google Shape;1874;p96"/>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875" name="Google Shape;1875;p96"/>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1876" name="Google Shape;1876;p96"/>
              <p:cNvSpPr/>
              <p:nvPr/>
            </p:nvSpPr>
            <p:spPr>
              <a:xfrm>
                <a:off x="830818" y="1411276"/>
                <a:ext cx="76305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77" name="Google Shape;1877;p96"/>
              <p:cNvSpPr/>
              <p:nvPr/>
            </p:nvSpPr>
            <p:spPr>
              <a:xfrm>
                <a:off x="8083412" y="1277725"/>
                <a:ext cx="507900" cy="188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878" name="Google Shape;1878;p9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879" name="Google Shape;1879;p96"/>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880" name="Google Shape;1880;p9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881" name="Google Shape;1881;p96"/>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882" name="Google Shape;1882;p96"/>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883" name="Google Shape;1883;p96"/>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884" name="Google Shape;1884;p96"/>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885" name="Google Shape;1885;p96"/>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886" name="Google Shape;1886;p96"/>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887" name="Google Shape;1887;p96"/>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888" name="Google Shape;1888;p96"/>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889" name="Google Shape;1889;p96"/>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890" name="Google Shape;1890;p96"/>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891" name="Google Shape;1891;p96"/>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1892" name="Google Shape;1892;p96"/>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1893" name="Google Shape;1893;p96"/>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894" name="Google Shape;1894;p96"/>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895" name="Google Shape;1895;p96"/>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896" name="Google Shape;1896;p96"/>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897" name="Google Shape;1897;p96"/>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898" name="Google Shape;1898;p96"/>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1899" name="Google Shape;1899;p96"/>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900" name="Google Shape;1900;p96"/>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cxnSp>
          <p:nvCxnSpPr>
            <p:cNvPr id="1901" name="Google Shape;1901;p96"/>
            <p:cNvCxnSpPr/>
            <p:nvPr/>
          </p:nvCxnSpPr>
          <p:spPr>
            <a:xfrm>
              <a:off x="3753193" y="1408155"/>
              <a:ext cx="0" cy="239620"/>
            </a:xfrm>
            <a:prstGeom prst="straightConnector1">
              <a:avLst/>
            </a:prstGeom>
            <a:noFill/>
            <a:ln cap="flat" cmpd="sng" w="28575">
              <a:solidFill>
                <a:schemeClr val="dk1"/>
              </a:solidFill>
              <a:prstDash val="solid"/>
              <a:round/>
              <a:headEnd len="med" w="med" type="none"/>
              <a:tailEnd len="med" w="med" type="none"/>
            </a:ln>
          </p:spPr>
        </p:cxnSp>
        <p:grpSp>
          <p:nvGrpSpPr>
            <p:cNvPr id="1902" name="Google Shape;1902;p96"/>
            <p:cNvGrpSpPr/>
            <p:nvPr/>
          </p:nvGrpSpPr>
          <p:grpSpPr>
            <a:xfrm>
              <a:off x="3493793" y="1408155"/>
              <a:ext cx="516896" cy="239620"/>
              <a:chOff x="1298462" y="1408175"/>
              <a:chExt cx="516896" cy="315000"/>
            </a:xfrm>
          </p:grpSpPr>
          <p:cxnSp>
            <p:nvCxnSpPr>
              <p:cNvPr id="1903" name="Google Shape;1903;p9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904" name="Google Shape;1904;p9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905" name="Google Shape;1905;p96"/>
            <p:cNvGrpSpPr/>
            <p:nvPr/>
          </p:nvGrpSpPr>
          <p:grpSpPr>
            <a:xfrm>
              <a:off x="4270241" y="1408155"/>
              <a:ext cx="516896" cy="239620"/>
              <a:chOff x="1298462" y="1408175"/>
              <a:chExt cx="516896" cy="315000"/>
            </a:xfrm>
          </p:grpSpPr>
          <p:cxnSp>
            <p:nvCxnSpPr>
              <p:cNvPr id="1906" name="Google Shape;1906;p9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907" name="Google Shape;1907;p9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908" name="Google Shape;1908;p96"/>
            <p:cNvGrpSpPr/>
            <p:nvPr/>
          </p:nvGrpSpPr>
          <p:grpSpPr>
            <a:xfrm>
              <a:off x="4517249" y="1408155"/>
              <a:ext cx="516896" cy="239620"/>
              <a:chOff x="1298462" y="1408175"/>
              <a:chExt cx="516896" cy="315000"/>
            </a:xfrm>
          </p:grpSpPr>
          <p:cxnSp>
            <p:nvCxnSpPr>
              <p:cNvPr id="1909" name="Google Shape;1909;p9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910" name="Google Shape;1910;p9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911" name="Google Shape;1911;p96"/>
            <p:cNvGrpSpPr/>
            <p:nvPr/>
          </p:nvGrpSpPr>
          <p:grpSpPr>
            <a:xfrm>
              <a:off x="5293697" y="1408155"/>
              <a:ext cx="516896" cy="239620"/>
              <a:chOff x="1298462" y="1408175"/>
              <a:chExt cx="516896" cy="315000"/>
            </a:xfrm>
          </p:grpSpPr>
          <p:cxnSp>
            <p:nvCxnSpPr>
              <p:cNvPr id="1912" name="Google Shape;1912;p9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913" name="Google Shape;1913;p9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914" name="Google Shape;1914;p96"/>
            <p:cNvGrpSpPr/>
            <p:nvPr/>
          </p:nvGrpSpPr>
          <p:grpSpPr>
            <a:xfrm>
              <a:off x="5536745" y="1408155"/>
              <a:ext cx="516896" cy="239620"/>
              <a:chOff x="1298462" y="1408175"/>
              <a:chExt cx="516896" cy="315000"/>
            </a:xfrm>
          </p:grpSpPr>
          <p:cxnSp>
            <p:nvCxnSpPr>
              <p:cNvPr id="1915" name="Google Shape;1915;p9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916" name="Google Shape;1916;p9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917" name="Google Shape;1917;p96"/>
            <p:cNvGrpSpPr/>
            <p:nvPr/>
          </p:nvGrpSpPr>
          <p:grpSpPr>
            <a:xfrm>
              <a:off x="6317153" y="1408155"/>
              <a:ext cx="516896" cy="239620"/>
              <a:chOff x="1298462" y="1408175"/>
              <a:chExt cx="516896" cy="315000"/>
            </a:xfrm>
          </p:grpSpPr>
          <p:cxnSp>
            <p:nvCxnSpPr>
              <p:cNvPr id="1918" name="Google Shape;1918;p9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919" name="Google Shape;1919;p9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920" name="Google Shape;1920;p96"/>
            <p:cNvGrpSpPr/>
            <p:nvPr/>
          </p:nvGrpSpPr>
          <p:grpSpPr>
            <a:xfrm>
              <a:off x="6574649" y="1408155"/>
              <a:ext cx="516896" cy="239620"/>
              <a:chOff x="1298462" y="1408175"/>
              <a:chExt cx="516896" cy="315000"/>
            </a:xfrm>
          </p:grpSpPr>
          <p:cxnSp>
            <p:nvCxnSpPr>
              <p:cNvPr id="1921" name="Google Shape;1921;p9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922" name="Google Shape;1922;p9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923" name="Google Shape;1923;p96"/>
            <p:cNvGrpSpPr/>
            <p:nvPr/>
          </p:nvGrpSpPr>
          <p:grpSpPr>
            <a:xfrm>
              <a:off x="7340608" y="1408155"/>
              <a:ext cx="516896" cy="239620"/>
              <a:chOff x="1298462" y="1408175"/>
              <a:chExt cx="516896" cy="315000"/>
            </a:xfrm>
          </p:grpSpPr>
          <p:cxnSp>
            <p:nvCxnSpPr>
              <p:cNvPr id="1924" name="Google Shape;1924;p9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925" name="Google Shape;1925;p9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grpSp>
        <p:cxnSp>
          <p:nvCxnSpPr>
            <p:cNvPr id="1926" name="Google Shape;1926;p96"/>
            <p:cNvCxnSpPr/>
            <p:nvPr/>
          </p:nvCxnSpPr>
          <p:spPr>
            <a:xfrm>
              <a:off x="7602064" y="1408155"/>
              <a:ext cx="0" cy="239700"/>
            </a:xfrm>
            <a:prstGeom prst="straightConnector1">
              <a:avLst/>
            </a:prstGeom>
            <a:noFill/>
            <a:ln cap="flat" cmpd="sng" w="28575">
              <a:solidFill>
                <a:schemeClr val="dk1"/>
              </a:solidFill>
              <a:prstDash val="solid"/>
              <a:round/>
              <a:headEnd len="med" w="med" type="none"/>
              <a:tailEnd len="med" w="med" type="none"/>
            </a:ln>
          </p:spPr>
        </p:cxnSp>
      </p:grpSp>
      <p:sp>
        <p:nvSpPr>
          <p:cNvPr id="1927" name="Google Shape;1927;p96"/>
          <p:cNvSpPr/>
          <p:nvPr/>
        </p:nvSpPr>
        <p:spPr>
          <a:xfrm>
            <a:off x="3225300" y="686900"/>
            <a:ext cx="5537100" cy="2057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28" name="Google Shape;1928;p96"/>
          <p:cNvSpPr txBox="1"/>
          <p:nvPr>
            <p:ph idx="1" type="body"/>
          </p:nvPr>
        </p:nvSpPr>
        <p:spPr>
          <a:xfrm>
            <a:off x="513216" y="1887846"/>
            <a:ext cx="177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0</a:t>
            </a:r>
            <a:endParaRPr sz="2000">
              <a:latin typeface="Times New Roman"/>
              <a:ea typeface="Times New Roman"/>
              <a:cs typeface="Times New Roman"/>
              <a:sym typeface="Times New Roman"/>
            </a:endParaRPr>
          </a:p>
        </p:txBody>
      </p:sp>
      <p:sp>
        <p:nvSpPr>
          <p:cNvPr id="1929" name="Google Shape;1929;p96"/>
          <p:cNvSpPr txBox="1"/>
          <p:nvPr>
            <p:ph idx="1" type="body"/>
          </p:nvPr>
        </p:nvSpPr>
        <p:spPr>
          <a:xfrm>
            <a:off x="832464" y="1887846"/>
            <a:ext cx="42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in</a:t>
            </a:r>
            <a:endParaRPr sz="2000">
              <a:latin typeface="Times New Roman"/>
              <a:ea typeface="Times New Roman"/>
              <a:cs typeface="Times New Roman"/>
              <a:sym typeface="Times New Roman"/>
            </a:endParaRPr>
          </a:p>
        </p:txBody>
      </p:sp>
      <p:sp>
        <p:nvSpPr>
          <p:cNvPr id="1930" name="Google Shape;1930;p96"/>
          <p:cNvSpPr txBox="1"/>
          <p:nvPr>
            <p:ph idx="1" type="body"/>
          </p:nvPr>
        </p:nvSpPr>
        <p:spPr>
          <a:xfrm>
            <a:off x="2766360" y="1887846"/>
            <a:ext cx="177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p:txBody>
      </p:sp>
      <p:sp>
        <p:nvSpPr>
          <p:cNvPr id="1931" name="Google Shape;1931;p96"/>
          <p:cNvSpPr txBox="1"/>
          <p:nvPr>
            <p:ph idx="1" type="body"/>
          </p:nvPr>
        </p:nvSpPr>
        <p:spPr>
          <a:xfrm>
            <a:off x="4153356" y="821050"/>
            <a:ext cx="4673100" cy="2125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300"/>
              <a:t>You can see on your ruler that one millimetre is smaller than a sixteenth of an inch. That makes it a more accurate measure to use. However, that is still not </a:t>
            </a:r>
            <a:r>
              <a:rPr lang="en-GB" sz="2300"/>
              <a:t>accurate</a:t>
            </a:r>
            <a:r>
              <a:rPr lang="en-GB" sz="2300"/>
              <a:t> enough for modern day engineering challenges.</a:t>
            </a:r>
            <a:endParaRPr sz="2500">
              <a:solidFill>
                <a:schemeClr val="accent4"/>
              </a:solidFill>
              <a:latin typeface="Times New Roman"/>
              <a:ea typeface="Times New Roman"/>
              <a:cs typeface="Times New Roman"/>
              <a:sym typeface="Times New Roman"/>
            </a:endParaRPr>
          </a:p>
        </p:txBody>
      </p:sp>
      <p:sp>
        <p:nvSpPr>
          <p:cNvPr id="1932" name="Google Shape;1932;p96"/>
          <p:cNvSpPr txBox="1"/>
          <p:nvPr>
            <p:ph idx="1" type="body"/>
          </p:nvPr>
        </p:nvSpPr>
        <p:spPr>
          <a:xfrm>
            <a:off x="333975" y="4021450"/>
            <a:ext cx="6052200" cy="390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300"/>
              <a:t>Do you know any metric measures of length smaller than one millimetre?</a:t>
            </a:r>
            <a:endParaRPr sz="2500">
              <a:solidFill>
                <a:schemeClr val="accent4"/>
              </a:solidFill>
              <a:latin typeface="Times New Roman"/>
              <a:ea typeface="Times New Roman"/>
              <a:cs typeface="Times New Roman"/>
              <a:sym typeface="Times New Roman"/>
            </a:endParaRPr>
          </a:p>
        </p:txBody>
      </p:sp>
      <p:grpSp>
        <p:nvGrpSpPr>
          <p:cNvPr id="1933" name="Google Shape;1933;p96"/>
          <p:cNvGrpSpPr/>
          <p:nvPr/>
        </p:nvGrpSpPr>
        <p:grpSpPr>
          <a:xfrm>
            <a:off x="692945" y="825205"/>
            <a:ext cx="2249767" cy="260096"/>
            <a:chOff x="1298462" y="1408175"/>
            <a:chExt cx="2057400" cy="315000"/>
          </a:xfrm>
        </p:grpSpPr>
        <p:cxnSp>
          <p:nvCxnSpPr>
            <p:cNvPr id="1934" name="Google Shape;1934;p9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935" name="Google Shape;1935;p96"/>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936" name="Google Shape;1936;p9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937" name="Google Shape;1937;p96"/>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938" name="Google Shape;1938;p96"/>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1939" name="Google Shape;1939;p96"/>
          <p:cNvGrpSpPr/>
          <p:nvPr/>
        </p:nvGrpSpPr>
        <p:grpSpPr>
          <a:xfrm>
            <a:off x="983297" y="825205"/>
            <a:ext cx="2249767" cy="260096"/>
            <a:chOff x="1298462" y="1408175"/>
            <a:chExt cx="2057400" cy="315000"/>
          </a:xfrm>
        </p:grpSpPr>
        <p:cxnSp>
          <p:nvCxnSpPr>
            <p:cNvPr id="1940" name="Google Shape;1940;p96"/>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941" name="Google Shape;1941;p96"/>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942" name="Google Shape;1942;p96"/>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943" name="Google Shape;1943;p96"/>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1944" name="Google Shape;1944;p96"/>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8" name="Shape 1948"/>
        <p:cNvGrpSpPr/>
        <p:nvPr/>
      </p:nvGrpSpPr>
      <p:grpSpPr>
        <a:xfrm>
          <a:off x="0" y="0"/>
          <a:ext cx="0" cy="0"/>
          <a:chOff x="0" y="0"/>
          <a:chExt cx="0" cy="0"/>
        </a:xfrm>
      </p:grpSpPr>
      <p:sp>
        <p:nvSpPr>
          <p:cNvPr id="1949" name="Google Shape;1949;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sp>
        <p:nvSpPr>
          <p:cNvPr id="1950" name="Google Shape;1950;p97"/>
          <p:cNvSpPr txBox="1"/>
          <p:nvPr>
            <p:ph idx="1" type="body"/>
          </p:nvPr>
        </p:nvSpPr>
        <p:spPr>
          <a:xfrm>
            <a:off x="324000" y="806600"/>
            <a:ext cx="17853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One metre</a:t>
            </a:r>
            <a:endParaRPr sz="2600">
              <a:solidFill>
                <a:schemeClr val="accent4"/>
              </a:solidFill>
              <a:latin typeface="Times New Roman"/>
              <a:ea typeface="Times New Roman"/>
              <a:cs typeface="Times New Roman"/>
              <a:sym typeface="Times New Roman"/>
            </a:endParaRPr>
          </a:p>
        </p:txBody>
      </p:sp>
      <p:sp>
        <p:nvSpPr>
          <p:cNvPr id="1951" name="Google Shape;1951;p97"/>
          <p:cNvSpPr txBox="1"/>
          <p:nvPr>
            <p:ph idx="1" type="body"/>
          </p:nvPr>
        </p:nvSpPr>
        <p:spPr>
          <a:xfrm>
            <a:off x="324000" y="1465375"/>
            <a:ext cx="25632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One centimetre</a:t>
            </a:r>
            <a:endParaRPr sz="2600">
              <a:solidFill>
                <a:schemeClr val="accent4"/>
              </a:solidFill>
              <a:latin typeface="Times New Roman"/>
              <a:ea typeface="Times New Roman"/>
              <a:cs typeface="Times New Roman"/>
              <a:sym typeface="Times New Roman"/>
            </a:endParaRPr>
          </a:p>
        </p:txBody>
      </p:sp>
      <p:sp>
        <p:nvSpPr>
          <p:cNvPr id="1952" name="Google Shape;1952;p97"/>
          <p:cNvSpPr txBox="1"/>
          <p:nvPr>
            <p:ph idx="1" type="body"/>
          </p:nvPr>
        </p:nvSpPr>
        <p:spPr>
          <a:xfrm>
            <a:off x="324000" y="2157006"/>
            <a:ext cx="24789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One millimetre</a:t>
            </a:r>
            <a:endParaRPr sz="2600">
              <a:solidFill>
                <a:schemeClr val="accent4"/>
              </a:solidFill>
              <a:latin typeface="Times New Roman"/>
              <a:ea typeface="Times New Roman"/>
              <a:cs typeface="Times New Roman"/>
              <a:sym typeface="Times New Roman"/>
            </a:endParaRPr>
          </a:p>
        </p:txBody>
      </p:sp>
      <p:sp>
        <p:nvSpPr>
          <p:cNvPr id="1953" name="Google Shape;1953;p97"/>
          <p:cNvSpPr txBox="1"/>
          <p:nvPr>
            <p:ph idx="1" type="body"/>
          </p:nvPr>
        </p:nvSpPr>
        <p:spPr>
          <a:xfrm>
            <a:off x="324000" y="2895916"/>
            <a:ext cx="2666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One micrometre</a:t>
            </a:r>
            <a:endParaRPr sz="2600">
              <a:solidFill>
                <a:schemeClr val="accent4"/>
              </a:solidFill>
              <a:latin typeface="Times New Roman"/>
              <a:ea typeface="Times New Roman"/>
              <a:cs typeface="Times New Roman"/>
              <a:sym typeface="Times New Roman"/>
            </a:endParaRPr>
          </a:p>
        </p:txBody>
      </p:sp>
      <p:sp>
        <p:nvSpPr>
          <p:cNvPr id="1954" name="Google Shape;1954;p97"/>
          <p:cNvSpPr txBox="1"/>
          <p:nvPr>
            <p:ph idx="1" type="body"/>
          </p:nvPr>
        </p:nvSpPr>
        <p:spPr>
          <a:xfrm>
            <a:off x="324000" y="3616443"/>
            <a:ext cx="2666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One nanometre</a:t>
            </a:r>
            <a:endParaRPr sz="2600">
              <a:solidFill>
                <a:schemeClr val="accent4"/>
              </a:solidFill>
              <a:latin typeface="Times New Roman"/>
              <a:ea typeface="Times New Roman"/>
              <a:cs typeface="Times New Roman"/>
              <a:sym typeface="Times New Roman"/>
            </a:endParaRPr>
          </a:p>
        </p:txBody>
      </p:sp>
      <p:sp>
        <p:nvSpPr>
          <p:cNvPr id="1955" name="Google Shape;1955;p97"/>
          <p:cNvSpPr txBox="1"/>
          <p:nvPr>
            <p:ph idx="1" type="body"/>
          </p:nvPr>
        </p:nvSpPr>
        <p:spPr>
          <a:xfrm>
            <a:off x="324000" y="4336970"/>
            <a:ext cx="24066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One picometre</a:t>
            </a:r>
            <a:endParaRPr sz="2600">
              <a:solidFill>
                <a:schemeClr val="accent4"/>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100}&quot;&gt;&lt;mfrac&gt;&lt;mn&gt;1&lt;/mn&gt;&lt;mn&gt;100&lt;/mn&gt;&lt;/mfrac&gt;&lt;/math&gt;" id="1956" name="Google Shape;1956;p97" title="1 over 100"/>
          <p:cNvPicPr preferRelativeResize="0"/>
          <p:nvPr/>
        </p:nvPicPr>
        <p:blipFill>
          <a:blip r:embed="rId3">
            <a:alphaModFix/>
          </a:blip>
          <a:stretch>
            <a:fillRect/>
          </a:stretch>
        </p:blipFill>
        <p:spPr>
          <a:xfrm>
            <a:off x="2887923" y="1342227"/>
            <a:ext cx="443553" cy="548301"/>
          </a:xfrm>
          <a:prstGeom prst="rect">
            <a:avLst/>
          </a:prstGeom>
          <a:noFill/>
          <a:ln>
            <a:noFill/>
          </a:ln>
        </p:spPr>
      </p:pic>
      <p:pic>
        <p:nvPicPr>
          <p:cNvPr descr="&lt;math xmlns=&quot;http://www.w3.org/1998/Math/MathML&quot; display=&quot;block&quot; data-is-equatio=&quot;1&quot; data-latex=&quot;\frac{1}{1000}&quot;&gt;&lt;mfrac&gt;&lt;mn&gt;1&lt;/mn&gt;&lt;mn&gt;1000&lt;/mn&gt;&lt;/mfrac&gt;&lt;/math&gt;" id="1957" name="Google Shape;1957;p97" title="1 over 1000"/>
          <p:cNvPicPr preferRelativeResize="0"/>
          <p:nvPr/>
        </p:nvPicPr>
        <p:blipFill>
          <a:blip r:embed="rId4">
            <a:alphaModFix/>
          </a:blip>
          <a:stretch>
            <a:fillRect/>
          </a:stretch>
        </p:blipFill>
        <p:spPr>
          <a:xfrm>
            <a:off x="2885330" y="2074227"/>
            <a:ext cx="577839" cy="548301"/>
          </a:xfrm>
          <a:prstGeom prst="rect">
            <a:avLst/>
          </a:prstGeom>
          <a:noFill/>
          <a:ln>
            <a:noFill/>
          </a:ln>
        </p:spPr>
      </p:pic>
      <p:pic>
        <p:nvPicPr>
          <p:cNvPr descr="&lt;math xmlns=&quot;http://www.w3.org/1998/Math/MathML&quot; display=&quot;block&quot; data-is-equatio=&quot;1&quot; data-latex=&quot;\frac{1}{1\ 000\ 000}&quot;&gt;&lt;mfrac&gt;&lt;mn&gt;1&lt;/mn&gt;&lt;mrow&gt;&lt;mn&gt;1&lt;/mn&gt;&lt;mtext&gt;&lt;/mtext&gt;&lt;mn&gt;000&lt;/mn&gt;&lt;mtext&gt;&lt;/mtext&gt;&lt;mn&gt;000&lt;/mn&gt;&lt;/mrow&gt;&lt;/mfrac&gt;&lt;/math&gt;" id="1958" name="Google Shape;1958;p97" title="the fraction with numerator 1 and denominator 1 000 000"/>
          <p:cNvPicPr preferRelativeResize="0"/>
          <p:nvPr/>
        </p:nvPicPr>
        <p:blipFill>
          <a:blip r:embed="rId5">
            <a:alphaModFix/>
          </a:blip>
          <a:stretch>
            <a:fillRect/>
          </a:stretch>
        </p:blipFill>
        <p:spPr>
          <a:xfrm>
            <a:off x="2894689" y="2803983"/>
            <a:ext cx="1123124" cy="548301"/>
          </a:xfrm>
          <a:prstGeom prst="rect">
            <a:avLst/>
          </a:prstGeom>
          <a:noFill/>
          <a:ln>
            <a:noFill/>
          </a:ln>
        </p:spPr>
      </p:pic>
      <p:pic>
        <p:nvPicPr>
          <p:cNvPr descr="&lt;math xmlns=&quot;http://www.w3.org/1998/Math/MathML&quot; display=&quot;block&quot; data-is-equatio=&quot;1&quot; data-latex=&quot;\frac{1}{1\ 000\ 000\ 000}&quot;&gt;&lt;mfrac&gt;&lt;mn&gt;1&lt;/mn&gt;&lt;mrow&gt;&lt;mn&gt;1&lt;/mn&gt;&lt;mtext&gt;&lt;/mtext&gt;&lt;mn&gt;000&lt;/mn&gt;&lt;mtext&gt;&lt;/mtext&gt;&lt;mn&gt;000&lt;/mn&gt;&lt;mtext&gt;&lt;/mtext&gt;&lt;mn&gt;000&lt;/mn&gt;&lt;/mrow&gt;&lt;/mfrac&gt;&lt;/math&gt;" id="1959" name="Google Shape;1959;p97" title="the fraction with numerator 1 and denominator 1 000 000 000"/>
          <p:cNvPicPr preferRelativeResize="0"/>
          <p:nvPr/>
        </p:nvPicPr>
        <p:blipFill>
          <a:blip r:embed="rId6">
            <a:alphaModFix/>
          </a:blip>
          <a:stretch>
            <a:fillRect/>
          </a:stretch>
        </p:blipFill>
        <p:spPr>
          <a:xfrm>
            <a:off x="2883104" y="3531102"/>
            <a:ext cx="1603294" cy="548299"/>
          </a:xfrm>
          <a:prstGeom prst="rect">
            <a:avLst/>
          </a:prstGeom>
          <a:noFill/>
          <a:ln>
            <a:noFill/>
          </a:ln>
        </p:spPr>
      </p:pic>
      <p:pic>
        <p:nvPicPr>
          <p:cNvPr descr="&lt;math xmlns=&quot;http://www.w3.org/1998/Math/MathML&quot; display=&quot;block&quot; data-is-equatio=&quot;1&quot; data-latex=&quot;\frac{1}{1\ 000\ 000\ 000\ 000\ 000}&quot;&gt;&lt;mfrac&gt;&lt;mn&gt;1&lt;/mn&gt;&lt;mrow&gt;&lt;mn&gt;1&lt;/mn&gt;&lt;mtext&gt;&lt;/mtext&gt;&lt;mn&gt;000&lt;/mn&gt;&lt;mtext&gt;&lt;/mtext&gt;&lt;mn&gt;000&lt;/mn&gt;&lt;mtext&gt;&lt;/mtext&gt;&lt;mn&gt;000&lt;/mn&gt;&lt;mtext&gt;&lt;/mtext&gt;&lt;mn&gt;000&lt;/mn&gt;&lt;mtext&gt;&lt;/mtext&gt;&lt;mn&gt;000&lt;/mn&gt;&lt;/mrow&gt;&lt;/mfrac&gt;&lt;/math&gt;" id="1960" name="Google Shape;1960;p97" title="the fraction with numerator 1 and denominator 1 000 000 000 000 000"/>
          <p:cNvPicPr preferRelativeResize="0"/>
          <p:nvPr/>
        </p:nvPicPr>
        <p:blipFill>
          <a:blip r:embed="rId7">
            <a:alphaModFix/>
          </a:blip>
          <a:stretch>
            <a:fillRect/>
          </a:stretch>
        </p:blipFill>
        <p:spPr>
          <a:xfrm>
            <a:off x="2895847" y="4277549"/>
            <a:ext cx="2079407" cy="548301"/>
          </a:xfrm>
          <a:prstGeom prst="rect">
            <a:avLst/>
          </a:prstGeom>
          <a:noFill/>
          <a:ln>
            <a:noFill/>
          </a:ln>
        </p:spPr>
      </p:pic>
      <p:sp>
        <p:nvSpPr>
          <p:cNvPr id="1961" name="Google Shape;1961;p97"/>
          <p:cNvSpPr txBox="1"/>
          <p:nvPr>
            <p:ph idx="1" type="body"/>
          </p:nvPr>
        </p:nvSpPr>
        <p:spPr>
          <a:xfrm>
            <a:off x="3448200" y="1416200"/>
            <a:ext cx="347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m</a:t>
            </a:r>
            <a:endParaRPr sz="2600">
              <a:solidFill>
                <a:schemeClr val="accent4"/>
              </a:solidFill>
              <a:latin typeface="Times New Roman"/>
              <a:ea typeface="Times New Roman"/>
              <a:cs typeface="Times New Roman"/>
              <a:sym typeface="Times New Roman"/>
            </a:endParaRPr>
          </a:p>
        </p:txBody>
      </p:sp>
      <p:sp>
        <p:nvSpPr>
          <p:cNvPr id="1962" name="Google Shape;1962;p97"/>
          <p:cNvSpPr txBox="1"/>
          <p:nvPr>
            <p:ph idx="1" type="body"/>
          </p:nvPr>
        </p:nvSpPr>
        <p:spPr>
          <a:xfrm>
            <a:off x="3600600" y="2178200"/>
            <a:ext cx="347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m</a:t>
            </a:r>
            <a:endParaRPr sz="2600">
              <a:solidFill>
                <a:schemeClr val="accent4"/>
              </a:solidFill>
              <a:latin typeface="Times New Roman"/>
              <a:ea typeface="Times New Roman"/>
              <a:cs typeface="Times New Roman"/>
              <a:sym typeface="Times New Roman"/>
            </a:endParaRPr>
          </a:p>
        </p:txBody>
      </p:sp>
      <p:sp>
        <p:nvSpPr>
          <p:cNvPr id="1963" name="Google Shape;1963;p97"/>
          <p:cNvSpPr txBox="1"/>
          <p:nvPr>
            <p:ph idx="1" type="body"/>
          </p:nvPr>
        </p:nvSpPr>
        <p:spPr>
          <a:xfrm>
            <a:off x="4134000" y="2892896"/>
            <a:ext cx="347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m</a:t>
            </a:r>
            <a:endParaRPr sz="2600">
              <a:solidFill>
                <a:schemeClr val="accent4"/>
              </a:solidFill>
              <a:latin typeface="Times New Roman"/>
              <a:ea typeface="Times New Roman"/>
              <a:cs typeface="Times New Roman"/>
              <a:sym typeface="Times New Roman"/>
            </a:endParaRPr>
          </a:p>
        </p:txBody>
      </p:sp>
      <p:sp>
        <p:nvSpPr>
          <p:cNvPr id="1964" name="Google Shape;1964;p97"/>
          <p:cNvSpPr txBox="1"/>
          <p:nvPr>
            <p:ph idx="1" type="body"/>
          </p:nvPr>
        </p:nvSpPr>
        <p:spPr>
          <a:xfrm>
            <a:off x="4652952" y="3607592"/>
            <a:ext cx="347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m</a:t>
            </a:r>
            <a:endParaRPr sz="2600">
              <a:solidFill>
                <a:schemeClr val="accent4"/>
              </a:solidFill>
              <a:latin typeface="Times New Roman"/>
              <a:ea typeface="Times New Roman"/>
              <a:cs typeface="Times New Roman"/>
              <a:sym typeface="Times New Roman"/>
            </a:endParaRPr>
          </a:p>
        </p:txBody>
      </p:sp>
      <p:sp>
        <p:nvSpPr>
          <p:cNvPr id="1965" name="Google Shape;1965;p97"/>
          <p:cNvSpPr txBox="1"/>
          <p:nvPr>
            <p:ph idx="1" type="body"/>
          </p:nvPr>
        </p:nvSpPr>
        <p:spPr>
          <a:xfrm>
            <a:off x="5110152" y="4369592"/>
            <a:ext cx="347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m</a:t>
            </a:r>
            <a:endParaRPr sz="2600">
              <a:solidFill>
                <a:schemeClr val="accent4"/>
              </a:solidFill>
              <a:latin typeface="Times New Roman"/>
              <a:ea typeface="Times New Roman"/>
              <a:cs typeface="Times New Roman"/>
              <a:sym typeface="Times New Roman"/>
            </a:endParaRPr>
          </a:p>
        </p:txBody>
      </p:sp>
      <p:sp>
        <p:nvSpPr>
          <p:cNvPr id="1966" name="Google Shape;1966;p97"/>
          <p:cNvSpPr txBox="1"/>
          <p:nvPr>
            <p:ph idx="1" type="body"/>
          </p:nvPr>
        </p:nvSpPr>
        <p:spPr>
          <a:xfrm>
            <a:off x="5655400" y="4137278"/>
            <a:ext cx="2893800" cy="548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A</a:t>
            </a:r>
            <a:r>
              <a:rPr lang="en-GB" sz="2000"/>
              <a:t>n atom is about </a:t>
            </a:r>
            <a:r>
              <a:rPr lang="en-GB">
                <a:latin typeface="Times New Roman"/>
                <a:ea typeface="Times New Roman"/>
                <a:cs typeface="Times New Roman"/>
                <a:sym typeface="Times New Roman"/>
              </a:rPr>
              <a:t>100</a:t>
            </a:r>
            <a:r>
              <a:rPr lang="en-GB" sz="2000"/>
              <a:t> picometres in diameter.</a:t>
            </a:r>
            <a:endParaRPr>
              <a:solidFill>
                <a:schemeClr val="accent4"/>
              </a:solidFill>
              <a:latin typeface="Times New Roman"/>
              <a:ea typeface="Times New Roman"/>
              <a:cs typeface="Times New Roman"/>
              <a:sym typeface="Times New Roman"/>
            </a:endParaRPr>
          </a:p>
        </p:txBody>
      </p:sp>
      <p:sp>
        <p:nvSpPr>
          <p:cNvPr id="1967" name="Google Shape;1967;p97"/>
          <p:cNvSpPr txBox="1"/>
          <p:nvPr>
            <p:ph idx="1" type="body"/>
          </p:nvPr>
        </p:nvSpPr>
        <p:spPr>
          <a:xfrm>
            <a:off x="4809550" y="2141625"/>
            <a:ext cx="3968400" cy="1313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Laser cutting technology means modern engineers can cut to within</a:t>
            </a:r>
            <a:r>
              <a:rPr lang="en-GB"/>
              <a:t> </a:t>
            </a:r>
            <a:r>
              <a:rPr lang="en-GB" sz="2400">
                <a:latin typeface="Times New Roman"/>
                <a:ea typeface="Times New Roman"/>
                <a:cs typeface="Times New Roman"/>
                <a:sym typeface="Times New Roman"/>
              </a:rPr>
              <a:t>25</a:t>
            </a:r>
            <a:r>
              <a:rPr lang="en-GB"/>
              <a:t> microns (micrometres) in accuracy.</a:t>
            </a:r>
            <a:endParaRPr sz="2400">
              <a:solidFill>
                <a:schemeClr val="accent4"/>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1" name="Shape 1971"/>
        <p:cNvGrpSpPr/>
        <p:nvPr/>
      </p:nvGrpSpPr>
      <p:grpSpPr>
        <a:xfrm>
          <a:off x="0" y="0"/>
          <a:ext cx="0" cy="0"/>
          <a:chOff x="0" y="0"/>
          <a:chExt cx="0" cy="0"/>
        </a:xfrm>
      </p:grpSpPr>
      <p:sp>
        <p:nvSpPr>
          <p:cNvPr id="1972" name="Google Shape;1972;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sp>
        <p:nvSpPr>
          <p:cNvPr id="1973" name="Google Shape;1973;p98"/>
          <p:cNvSpPr txBox="1"/>
          <p:nvPr>
            <p:ph idx="1" type="body"/>
          </p:nvPr>
        </p:nvSpPr>
        <p:spPr>
          <a:xfrm>
            <a:off x="324000" y="806600"/>
            <a:ext cx="84960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Engineers </a:t>
            </a:r>
            <a:r>
              <a:rPr lang="en-GB" sz="2400"/>
              <a:t>describe</a:t>
            </a:r>
            <a:r>
              <a:rPr lang="en-GB" sz="2400"/>
              <a:t> these measures in standard form.</a:t>
            </a:r>
            <a:endParaRPr sz="2600">
              <a:solidFill>
                <a:schemeClr val="accent4"/>
              </a:solidFill>
              <a:latin typeface="Times New Roman"/>
              <a:ea typeface="Times New Roman"/>
              <a:cs typeface="Times New Roman"/>
              <a:sym typeface="Times New Roman"/>
            </a:endParaRPr>
          </a:p>
        </p:txBody>
      </p:sp>
      <p:sp>
        <p:nvSpPr>
          <p:cNvPr id="1974" name="Google Shape;1974;p98"/>
          <p:cNvSpPr txBox="1"/>
          <p:nvPr>
            <p:ph idx="1" type="body"/>
          </p:nvPr>
        </p:nvSpPr>
        <p:spPr>
          <a:xfrm>
            <a:off x="324000" y="1465375"/>
            <a:ext cx="25632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One centimetre</a:t>
            </a:r>
            <a:endParaRPr sz="2600">
              <a:solidFill>
                <a:schemeClr val="accent4"/>
              </a:solidFill>
              <a:latin typeface="Times New Roman"/>
              <a:ea typeface="Times New Roman"/>
              <a:cs typeface="Times New Roman"/>
              <a:sym typeface="Times New Roman"/>
            </a:endParaRPr>
          </a:p>
        </p:txBody>
      </p:sp>
      <p:sp>
        <p:nvSpPr>
          <p:cNvPr id="1975" name="Google Shape;1975;p98"/>
          <p:cNvSpPr txBox="1"/>
          <p:nvPr>
            <p:ph idx="1" type="body"/>
          </p:nvPr>
        </p:nvSpPr>
        <p:spPr>
          <a:xfrm>
            <a:off x="324000" y="2157006"/>
            <a:ext cx="24789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One millimetre</a:t>
            </a:r>
            <a:endParaRPr sz="2600">
              <a:solidFill>
                <a:schemeClr val="accent4"/>
              </a:solidFill>
              <a:latin typeface="Times New Roman"/>
              <a:ea typeface="Times New Roman"/>
              <a:cs typeface="Times New Roman"/>
              <a:sym typeface="Times New Roman"/>
            </a:endParaRPr>
          </a:p>
        </p:txBody>
      </p:sp>
      <p:sp>
        <p:nvSpPr>
          <p:cNvPr id="1976" name="Google Shape;1976;p98"/>
          <p:cNvSpPr txBox="1"/>
          <p:nvPr>
            <p:ph idx="1" type="body"/>
          </p:nvPr>
        </p:nvSpPr>
        <p:spPr>
          <a:xfrm>
            <a:off x="324000" y="2895916"/>
            <a:ext cx="2666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One micrometre</a:t>
            </a:r>
            <a:endParaRPr sz="2600">
              <a:solidFill>
                <a:schemeClr val="accent4"/>
              </a:solidFill>
              <a:latin typeface="Times New Roman"/>
              <a:ea typeface="Times New Roman"/>
              <a:cs typeface="Times New Roman"/>
              <a:sym typeface="Times New Roman"/>
            </a:endParaRPr>
          </a:p>
        </p:txBody>
      </p:sp>
      <p:sp>
        <p:nvSpPr>
          <p:cNvPr id="1977" name="Google Shape;1977;p98"/>
          <p:cNvSpPr txBox="1"/>
          <p:nvPr>
            <p:ph idx="1" type="body"/>
          </p:nvPr>
        </p:nvSpPr>
        <p:spPr>
          <a:xfrm>
            <a:off x="324000" y="3616443"/>
            <a:ext cx="2666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One nanometre</a:t>
            </a:r>
            <a:endParaRPr sz="2600">
              <a:solidFill>
                <a:schemeClr val="accent4"/>
              </a:solidFill>
              <a:latin typeface="Times New Roman"/>
              <a:ea typeface="Times New Roman"/>
              <a:cs typeface="Times New Roman"/>
              <a:sym typeface="Times New Roman"/>
            </a:endParaRPr>
          </a:p>
        </p:txBody>
      </p:sp>
      <p:sp>
        <p:nvSpPr>
          <p:cNvPr id="1978" name="Google Shape;1978;p98"/>
          <p:cNvSpPr txBox="1"/>
          <p:nvPr>
            <p:ph idx="1" type="body"/>
          </p:nvPr>
        </p:nvSpPr>
        <p:spPr>
          <a:xfrm>
            <a:off x="324000" y="4336970"/>
            <a:ext cx="24066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One picometre</a:t>
            </a:r>
            <a:endParaRPr sz="2600">
              <a:solidFill>
                <a:schemeClr val="accent4"/>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100}&quot;&gt;&lt;mfrac&gt;&lt;mn&gt;1&lt;/mn&gt;&lt;mn&gt;100&lt;/mn&gt;&lt;/mfrac&gt;&lt;/math&gt;" id="1979" name="Google Shape;1979;p98" title="1 over 100"/>
          <p:cNvPicPr preferRelativeResize="0"/>
          <p:nvPr/>
        </p:nvPicPr>
        <p:blipFill>
          <a:blip r:embed="rId3">
            <a:alphaModFix/>
          </a:blip>
          <a:stretch>
            <a:fillRect/>
          </a:stretch>
        </p:blipFill>
        <p:spPr>
          <a:xfrm>
            <a:off x="2887923" y="1342227"/>
            <a:ext cx="443553" cy="548301"/>
          </a:xfrm>
          <a:prstGeom prst="rect">
            <a:avLst/>
          </a:prstGeom>
          <a:noFill/>
          <a:ln>
            <a:noFill/>
          </a:ln>
        </p:spPr>
      </p:pic>
      <p:pic>
        <p:nvPicPr>
          <p:cNvPr descr="&lt;math xmlns=&quot;http://www.w3.org/1998/Math/MathML&quot; display=&quot;block&quot; data-is-equatio=&quot;1&quot; data-latex=&quot;\frac{1}{1000}&quot;&gt;&lt;mfrac&gt;&lt;mn&gt;1&lt;/mn&gt;&lt;mn&gt;1000&lt;/mn&gt;&lt;/mfrac&gt;&lt;/math&gt;" id="1980" name="Google Shape;1980;p98" title="1 over 1000"/>
          <p:cNvPicPr preferRelativeResize="0"/>
          <p:nvPr/>
        </p:nvPicPr>
        <p:blipFill>
          <a:blip r:embed="rId4">
            <a:alphaModFix/>
          </a:blip>
          <a:stretch>
            <a:fillRect/>
          </a:stretch>
        </p:blipFill>
        <p:spPr>
          <a:xfrm>
            <a:off x="2885330" y="2074227"/>
            <a:ext cx="577839" cy="548301"/>
          </a:xfrm>
          <a:prstGeom prst="rect">
            <a:avLst/>
          </a:prstGeom>
          <a:noFill/>
          <a:ln>
            <a:noFill/>
          </a:ln>
        </p:spPr>
      </p:pic>
      <p:pic>
        <p:nvPicPr>
          <p:cNvPr descr="&lt;math xmlns=&quot;http://www.w3.org/1998/Math/MathML&quot; display=&quot;block&quot; data-is-equatio=&quot;1&quot; data-latex=&quot;\frac{1}{1\ 000\ 000}&quot;&gt;&lt;mfrac&gt;&lt;mn&gt;1&lt;/mn&gt;&lt;mrow&gt;&lt;mn&gt;1&lt;/mn&gt;&lt;mtext&gt;&lt;/mtext&gt;&lt;mn&gt;000&lt;/mn&gt;&lt;mtext&gt;&lt;/mtext&gt;&lt;mn&gt;000&lt;/mn&gt;&lt;/mrow&gt;&lt;/mfrac&gt;&lt;/math&gt;" id="1981" name="Google Shape;1981;p98" title="the fraction with numerator 1 and denominator 1 000 000"/>
          <p:cNvPicPr preferRelativeResize="0"/>
          <p:nvPr/>
        </p:nvPicPr>
        <p:blipFill>
          <a:blip r:embed="rId5">
            <a:alphaModFix/>
          </a:blip>
          <a:stretch>
            <a:fillRect/>
          </a:stretch>
        </p:blipFill>
        <p:spPr>
          <a:xfrm>
            <a:off x="2894689" y="2803983"/>
            <a:ext cx="1123124" cy="548301"/>
          </a:xfrm>
          <a:prstGeom prst="rect">
            <a:avLst/>
          </a:prstGeom>
          <a:noFill/>
          <a:ln>
            <a:noFill/>
          </a:ln>
        </p:spPr>
      </p:pic>
      <p:pic>
        <p:nvPicPr>
          <p:cNvPr descr="&lt;math xmlns=&quot;http://www.w3.org/1998/Math/MathML&quot; display=&quot;block&quot; data-is-equatio=&quot;1&quot; data-latex=&quot;\frac{1}{1\ 000\ 000\ 000}&quot;&gt;&lt;mfrac&gt;&lt;mn&gt;1&lt;/mn&gt;&lt;mrow&gt;&lt;mn&gt;1&lt;/mn&gt;&lt;mtext&gt;&lt;/mtext&gt;&lt;mn&gt;000&lt;/mn&gt;&lt;mtext&gt;&lt;/mtext&gt;&lt;mn&gt;000&lt;/mn&gt;&lt;mtext&gt;&lt;/mtext&gt;&lt;mn&gt;000&lt;/mn&gt;&lt;/mrow&gt;&lt;/mfrac&gt;&lt;/math&gt;" id="1982" name="Google Shape;1982;p98" title="the fraction with numerator 1 and denominator 1 000 000 000"/>
          <p:cNvPicPr preferRelativeResize="0"/>
          <p:nvPr/>
        </p:nvPicPr>
        <p:blipFill>
          <a:blip r:embed="rId6">
            <a:alphaModFix/>
          </a:blip>
          <a:stretch>
            <a:fillRect/>
          </a:stretch>
        </p:blipFill>
        <p:spPr>
          <a:xfrm>
            <a:off x="2883104" y="3531102"/>
            <a:ext cx="1603294" cy="548299"/>
          </a:xfrm>
          <a:prstGeom prst="rect">
            <a:avLst/>
          </a:prstGeom>
          <a:noFill/>
          <a:ln>
            <a:noFill/>
          </a:ln>
        </p:spPr>
      </p:pic>
      <p:pic>
        <p:nvPicPr>
          <p:cNvPr descr="&lt;math xmlns=&quot;http://www.w3.org/1998/Math/MathML&quot; display=&quot;block&quot; data-is-equatio=&quot;1&quot; data-latex=&quot;\frac{1}{1\ 000\ 000\ 000\ 000\ 000}&quot;&gt;&lt;mfrac&gt;&lt;mn&gt;1&lt;/mn&gt;&lt;mrow&gt;&lt;mn&gt;1&lt;/mn&gt;&lt;mtext&gt;&lt;/mtext&gt;&lt;mn&gt;000&lt;/mn&gt;&lt;mtext&gt;&lt;/mtext&gt;&lt;mn&gt;000&lt;/mn&gt;&lt;mtext&gt;&lt;/mtext&gt;&lt;mn&gt;000&lt;/mn&gt;&lt;mtext&gt;&lt;/mtext&gt;&lt;mn&gt;000&lt;/mn&gt;&lt;mtext&gt;&lt;/mtext&gt;&lt;mn&gt;000&lt;/mn&gt;&lt;/mrow&gt;&lt;/mfrac&gt;&lt;/math&gt;" id="1983" name="Google Shape;1983;p98" title="the fraction with numerator 1 and denominator 1 000 000 000 000 000"/>
          <p:cNvPicPr preferRelativeResize="0"/>
          <p:nvPr/>
        </p:nvPicPr>
        <p:blipFill>
          <a:blip r:embed="rId7">
            <a:alphaModFix/>
          </a:blip>
          <a:stretch>
            <a:fillRect/>
          </a:stretch>
        </p:blipFill>
        <p:spPr>
          <a:xfrm>
            <a:off x="2895847" y="4277549"/>
            <a:ext cx="2079407" cy="548301"/>
          </a:xfrm>
          <a:prstGeom prst="rect">
            <a:avLst/>
          </a:prstGeom>
          <a:noFill/>
          <a:ln>
            <a:noFill/>
          </a:ln>
        </p:spPr>
      </p:pic>
      <p:sp>
        <p:nvSpPr>
          <p:cNvPr id="1984" name="Google Shape;1984;p98"/>
          <p:cNvSpPr txBox="1"/>
          <p:nvPr>
            <p:ph idx="1" type="body"/>
          </p:nvPr>
        </p:nvSpPr>
        <p:spPr>
          <a:xfrm>
            <a:off x="3448200" y="1416200"/>
            <a:ext cx="347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m</a:t>
            </a:r>
            <a:endParaRPr sz="2600">
              <a:solidFill>
                <a:schemeClr val="accent4"/>
              </a:solidFill>
              <a:latin typeface="Times New Roman"/>
              <a:ea typeface="Times New Roman"/>
              <a:cs typeface="Times New Roman"/>
              <a:sym typeface="Times New Roman"/>
            </a:endParaRPr>
          </a:p>
        </p:txBody>
      </p:sp>
      <p:sp>
        <p:nvSpPr>
          <p:cNvPr id="1985" name="Google Shape;1985;p98"/>
          <p:cNvSpPr txBox="1"/>
          <p:nvPr>
            <p:ph idx="1" type="body"/>
          </p:nvPr>
        </p:nvSpPr>
        <p:spPr>
          <a:xfrm>
            <a:off x="3600600" y="2178200"/>
            <a:ext cx="347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m</a:t>
            </a:r>
            <a:endParaRPr sz="2600">
              <a:solidFill>
                <a:schemeClr val="accent4"/>
              </a:solidFill>
              <a:latin typeface="Times New Roman"/>
              <a:ea typeface="Times New Roman"/>
              <a:cs typeface="Times New Roman"/>
              <a:sym typeface="Times New Roman"/>
            </a:endParaRPr>
          </a:p>
        </p:txBody>
      </p:sp>
      <p:sp>
        <p:nvSpPr>
          <p:cNvPr id="1986" name="Google Shape;1986;p98"/>
          <p:cNvSpPr txBox="1"/>
          <p:nvPr>
            <p:ph idx="1" type="body"/>
          </p:nvPr>
        </p:nvSpPr>
        <p:spPr>
          <a:xfrm>
            <a:off x="4134000" y="2892896"/>
            <a:ext cx="347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m</a:t>
            </a:r>
            <a:endParaRPr sz="2600">
              <a:solidFill>
                <a:schemeClr val="accent4"/>
              </a:solidFill>
              <a:latin typeface="Times New Roman"/>
              <a:ea typeface="Times New Roman"/>
              <a:cs typeface="Times New Roman"/>
              <a:sym typeface="Times New Roman"/>
            </a:endParaRPr>
          </a:p>
        </p:txBody>
      </p:sp>
      <p:sp>
        <p:nvSpPr>
          <p:cNvPr id="1987" name="Google Shape;1987;p98"/>
          <p:cNvSpPr txBox="1"/>
          <p:nvPr>
            <p:ph idx="1" type="body"/>
          </p:nvPr>
        </p:nvSpPr>
        <p:spPr>
          <a:xfrm>
            <a:off x="4652952" y="3607592"/>
            <a:ext cx="347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m</a:t>
            </a:r>
            <a:endParaRPr sz="2600">
              <a:solidFill>
                <a:schemeClr val="accent4"/>
              </a:solidFill>
              <a:latin typeface="Times New Roman"/>
              <a:ea typeface="Times New Roman"/>
              <a:cs typeface="Times New Roman"/>
              <a:sym typeface="Times New Roman"/>
            </a:endParaRPr>
          </a:p>
        </p:txBody>
      </p:sp>
      <p:sp>
        <p:nvSpPr>
          <p:cNvPr id="1988" name="Google Shape;1988;p98"/>
          <p:cNvSpPr txBox="1"/>
          <p:nvPr>
            <p:ph idx="1" type="body"/>
          </p:nvPr>
        </p:nvSpPr>
        <p:spPr>
          <a:xfrm>
            <a:off x="5110152" y="4369592"/>
            <a:ext cx="347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m</a:t>
            </a:r>
            <a:endParaRPr sz="2600">
              <a:solidFill>
                <a:schemeClr val="accent4"/>
              </a:solidFill>
              <a:latin typeface="Times New Roman"/>
              <a:ea typeface="Times New Roman"/>
              <a:cs typeface="Times New Roman"/>
              <a:sym typeface="Times New Roman"/>
            </a:endParaRPr>
          </a:p>
        </p:txBody>
      </p:sp>
      <p:sp>
        <p:nvSpPr>
          <p:cNvPr id="1989" name="Google Shape;1989;p98"/>
          <p:cNvSpPr txBox="1"/>
          <p:nvPr>
            <p:ph idx="1" type="body"/>
          </p:nvPr>
        </p:nvSpPr>
        <p:spPr>
          <a:xfrm>
            <a:off x="5600450" y="1441379"/>
            <a:ext cx="15291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600">
                <a:latin typeface="Times New Roman"/>
                <a:ea typeface="Times New Roman"/>
                <a:cs typeface="Times New Roman"/>
                <a:sym typeface="Times New Roman"/>
              </a:rPr>
              <a:t>1 × 10</a:t>
            </a:r>
            <a:r>
              <a:rPr baseline="30000" lang="en-GB" sz="2600">
                <a:latin typeface="Times New Roman"/>
                <a:ea typeface="Times New Roman"/>
                <a:cs typeface="Times New Roman"/>
                <a:sym typeface="Times New Roman"/>
              </a:rPr>
              <a:t>−2</a:t>
            </a:r>
            <a:r>
              <a:rPr lang="en-GB" sz="2600">
                <a:latin typeface="Times New Roman"/>
                <a:ea typeface="Times New Roman"/>
                <a:cs typeface="Times New Roman"/>
                <a:sym typeface="Times New Roman"/>
              </a:rPr>
              <a:t> m</a:t>
            </a:r>
            <a:endParaRPr sz="2600">
              <a:solidFill>
                <a:schemeClr val="accent4"/>
              </a:solidFill>
              <a:latin typeface="Times New Roman"/>
              <a:ea typeface="Times New Roman"/>
              <a:cs typeface="Times New Roman"/>
              <a:sym typeface="Times New Roman"/>
            </a:endParaRPr>
          </a:p>
        </p:txBody>
      </p:sp>
      <p:sp>
        <p:nvSpPr>
          <p:cNvPr id="1990" name="Google Shape;1990;p98"/>
          <p:cNvSpPr txBox="1"/>
          <p:nvPr>
            <p:ph idx="1" type="body"/>
          </p:nvPr>
        </p:nvSpPr>
        <p:spPr>
          <a:xfrm>
            <a:off x="5600450" y="2145588"/>
            <a:ext cx="15291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600">
                <a:latin typeface="Times New Roman"/>
                <a:ea typeface="Times New Roman"/>
                <a:cs typeface="Times New Roman"/>
                <a:sym typeface="Times New Roman"/>
              </a:rPr>
              <a:t>1 × 10</a:t>
            </a:r>
            <a:r>
              <a:rPr baseline="30000" lang="en-GB" sz="2600">
                <a:latin typeface="Times New Roman"/>
                <a:ea typeface="Times New Roman"/>
                <a:cs typeface="Times New Roman"/>
                <a:sym typeface="Times New Roman"/>
              </a:rPr>
              <a:t>−3</a:t>
            </a:r>
            <a:r>
              <a:rPr lang="en-GB" sz="2600">
                <a:latin typeface="Times New Roman"/>
                <a:ea typeface="Times New Roman"/>
                <a:cs typeface="Times New Roman"/>
                <a:sym typeface="Times New Roman"/>
              </a:rPr>
              <a:t> m</a:t>
            </a:r>
            <a:endParaRPr sz="2600">
              <a:solidFill>
                <a:schemeClr val="accent4"/>
              </a:solidFill>
              <a:latin typeface="Times New Roman"/>
              <a:ea typeface="Times New Roman"/>
              <a:cs typeface="Times New Roman"/>
              <a:sym typeface="Times New Roman"/>
            </a:endParaRPr>
          </a:p>
        </p:txBody>
      </p:sp>
      <p:sp>
        <p:nvSpPr>
          <p:cNvPr id="1991" name="Google Shape;1991;p98"/>
          <p:cNvSpPr txBox="1"/>
          <p:nvPr>
            <p:ph idx="1" type="body"/>
          </p:nvPr>
        </p:nvSpPr>
        <p:spPr>
          <a:xfrm>
            <a:off x="5600450" y="2874734"/>
            <a:ext cx="15291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600">
                <a:latin typeface="Times New Roman"/>
                <a:ea typeface="Times New Roman"/>
                <a:cs typeface="Times New Roman"/>
                <a:sym typeface="Times New Roman"/>
              </a:rPr>
              <a:t>1 × 10</a:t>
            </a:r>
            <a:r>
              <a:rPr baseline="30000" lang="en-GB" sz="2600">
                <a:latin typeface="Times New Roman"/>
                <a:ea typeface="Times New Roman"/>
                <a:cs typeface="Times New Roman"/>
                <a:sym typeface="Times New Roman"/>
              </a:rPr>
              <a:t>−6</a:t>
            </a:r>
            <a:r>
              <a:rPr lang="en-GB" sz="2600">
                <a:latin typeface="Times New Roman"/>
                <a:ea typeface="Times New Roman"/>
                <a:cs typeface="Times New Roman"/>
                <a:sym typeface="Times New Roman"/>
              </a:rPr>
              <a:t> m</a:t>
            </a:r>
            <a:endParaRPr sz="2600">
              <a:solidFill>
                <a:schemeClr val="accent4"/>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5" name="Shape 1995"/>
        <p:cNvGrpSpPr/>
        <p:nvPr/>
      </p:nvGrpSpPr>
      <p:grpSpPr>
        <a:xfrm>
          <a:off x="0" y="0"/>
          <a:ext cx="0" cy="0"/>
          <a:chOff x="0" y="0"/>
          <a:chExt cx="0" cy="0"/>
        </a:xfrm>
      </p:grpSpPr>
      <p:sp>
        <p:nvSpPr>
          <p:cNvPr id="1996" name="Google Shape;1996;p9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sp>
        <p:nvSpPr>
          <p:cNvPr id="1997" name="Google Shape;1997;p99"/>
          <p:cNvSpPr txBox="1"/>
          <p:nvPr>
            <p:ph idx="1" type="body"/>
          </p:nvPr>
        </p:nvSpPr>
        <p:spPr>
          <a:xfrm>
            <a:off x="324000" y="1465375"/>
            <a:ext cx="25632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One centimetre</a:t>
            </a:r>
            <a:endParaRPr sz="2600">
              <a:solidFill>
                <a:schemeClr val="accent4"/>
              </a:solidFill>
              <a:latin typeface="Times New Roman"/>
              <a:ea typeface="Times New Roman"/>
              <a:cs typeface="Times New Roman"/>
              <a:sym typeface="Times New Roman"/>
            </a:endParaRPr>
          </a:p>
        </p:txBody>
      </p:sp>
      <p:sp>
        <p:nvSpPr>
          <p:cNvPr id="1998" name="Google Shape;1998;p99"/>
          <p:cNvSpPr txBox="1"/>
          <p:nvPr>
            <p:ph idx="1" type="body"/>
          </p:nvPr>
        </p:nvSpPr>
        <p:spPr>
          <a:xfrm>
            <a:off x="324000" y="2157006"/>
            <a:ext cx="24789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One millimetre</a:t>
            </a:r>
            <a:endParaRPr sz="2600">
              <a:solidFill>
                <a:schemeClr val="accent4"/>
              </a:solidFill>
              <a:latin typeface="Times New Roman"/>
              <a:ea typeface="Times New Roman"/>
              <a:cs typeface="Times New Roman"/>
              <a:sym typeface="Times New Roman"/>
            </a:endParaRPr>
          </a:p>
        </p:txBody>
      </p:sp>
      <p:sp>
        <p:nvSpPr>
          <p:cNvPr id="1999" name="Google Shape;1999;p99"/>
          <p:cNvSpPr txBox="1"/>
          <p:nvPr>
            <p:ph idx="1" type="body"/>
          </p:nvPr>
        </p:nvSpPr>
        <p:spPr>
          <a:xfrm>
            <a:off x="324000" y="2895916"/>
            <a:ext cx="2666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One micrometre</a:t>
            </a:r>
            <a:endParaRPr sz="2600">
              <a:solidFill>
                <a:schemeClr val="accent4"/>
              </a:solidFill>
              <a:latin typeface="Times New Roman"/>
              <a:ea typeface="Times New Roman"/>
              <a:cs typeface="Times New Roman"/>
              <a:sym typeface="Times New Roman"/>
            </a:endParaRPr>
          </a:p>
        </p:txBody>
      </p:sp>
      <p:sp>
        <p:nvSpPr>
          <p:cNvPr id="2000" name="Google Shape;2000;p99"/>
          <p:cNvSpPr txBox="1"/>
          <p:nvPr>
            <p:ph idx="1" type="body"/>
          </p:nvPr>
        </p:nvSpPr>
        <p:spPr>
          <a:xfrm>
            <a:off x="324000" y="3616443"/>
            <a:ext cx="2666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One nanometre</a:t>
            </a:r>
            <a:endParaRPr sz="2600">
              <a:solidFill>
                <a:schemeClr val="accent4"/>
              </a:solidFill>
              <a:latin typeface="Times New Roman"/>
              <a:ea typeface="Times New Roman"/>
              <a:cs typeface="Times New Roman"/>
              <a:sym typeface="Times New Roman"/>
            </a:endParaRPr>
          </a:p>
        </p:txBody>
      </p:sp>
      <p:sp>
        <p:nvSpPr>
          <p:cNvPr id="2001" name="Google Shape;2001;p99"/>
          <p:cNvSpPr txBox="1"/>
          <p:nvPr>
            <p:ph idx="1" type="body"/>
          </p:nvPr>
        </p:nvSpPr>
        <p:spPr>
          <a:xfrm>
            <a:off x="324000" y="4336970"/>
            <a:ext cx="24066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One picometre</a:t>
            </a:r>
            <a:endParaRPr sz="2600">
              <a:solidFill>
                <a:schemeClr val="accent4"/>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100}&quot;&gt;&lt;mfrac&gt;&lt;mn&gt;1&lt;/mn&gt;&lt;mn&gt;100&lt;/mn&gt;&lt;/mfrac&gt;&lt;/math&gt;" id="2002" name="Google Shape;2002;p99" title="1 over 100"/>
          <p:cNvPicPr preferRelativeResize="0"/>
          <p:nvPr/>
        </p:nvPicPr>
        <p:blipFill>
          <a:blip r:embed="rId3">
            <a:alphaModFix/>
          </a:blip>
          <a:stretch>
            <a:fillRect/>
          </a:stretch>
        </p:blipFill>
        <p:spPr>
          <a:xfrm>
            <a:off x="2887923" y="1342227"/>
            <a:ext cx="443553" cy="548301"/>
          </a:xfrm>
          <a:prstGeom prst="rect">
            <a:avLst/>
          </a:prstGeom>
          <a:noFill/>
          <a:ln>
            <a:noFill/>
          </a:ln>
        </p:spPr>
      </p:pic>
      <p:pic>
        <p:nvPicPr>
          <p:cNvPr descr="&lt;math xmlns=&quot;http://www.w3.org/1998/Math/MathML&quot; display=&quot;block&quot; data-is-equatio=&quot;1&quot; data-latex=&quot;\frac{1}{1000}&quot;&gt;&lt;mfrac&gt;&lt;mn&gt;1&lt;/mn&gt;&lt;mn&gt;1000&lt;/mn&gt;&lt;/mfrac&gt;&lt;/math&gt;" id="2003" name="Google Shape;2003;p99" title="1 over 1000"/>
          <p:cNvPicPr preferRelativeResize="0"/>
          <p:nvPr/>
        </p:nvPicPr>
        <p:blipFill>
          <a:blip r:embed="rId4">
            <a:alphaModFix/>
          </a:blip>
          <a:stretch>
            <a:fillRect/>
          </a:stretch>
        </p:blipFill>
        <p:spPr>
          <a:xfrm>
            <a:off x="2885330" y="2074227"/>
            <a:ext cx="577839" cy="548301"/>
          </a:xfrm>
          <a:prstGeom prst="rect">
            <a:avLst/>
          </a:prstGeom>
          <a:noFill/>
          <a:ln>
            <a:noFill/>
          </a:ln>
        </p:spPr>
      </p:pic>
      <p:pic>
        <p:nvPicPr>
          <p:cNvPr descr="&lt;math xmlns=&quot;http://www.w3.org/1998/Math/MathML&quot; display=&quot;block&quot; data-is-equatio=&quot;1&quot; data-latex=&quot;\frac{1}{1\ 000\ 000}&quot;&gt;&lt;mfrac&gt;&lt;mn&gt;1&lt;/mn&gt;&lt;mrow&gt;&lt;mn&gt;1&lt;/mn&gt;&lt;mtext&gt;&lt;/mtext&gt;&lt;mn&gt;000&lt;/mn&gt;&lt;mtext&gt;&lt;/mtext&gt;&lt;mn&gt;000&lt;/mn&gt;&lt;/mrow&gt;&lt;/mfrac&gt;&lt;/math&gt;" id="2004" name="Google Shape;2004;p99" title="the fraction with numerator 1 and denominator 1 000 000"/>
          <p:cNvPicPr preferRelativeResize="0"/>
          <p:nvPr/>
        </p:nvPicPr>
        <p:blipFill>
          <a:blip r:embed="rId5">
            <a:alphaModFix/>
          </a:blip>
          <a:stretch>
            <a:fillRect/>
          </a:stretch>
        </p:blipFill>
        <p:spPr>
          <a:xfrm>
            <a:off x="2894689" y="2803983"/>
            <a:ext cx="1123124" cy="548301"/>
          </a:xfrm>
          <a:prstGeom prst="rect">
            <a:avLst/>
          </a:prstGeom>
          <a:noFill/>
          <a:ln>
            <a:noFill/>
          </a:ln>
        </p:spPr>
      </p:pic>
      <p:pic>
        <p:nvPicPr>
          <p:cNvPr descr="&lt;math xmlns=&quot;http://www.w3.org/1998/Math/MathML&quot; display=&quot;block&quot; data-is-equatio=&quot;1&quot; data-latex=&quot;\frac{1}{1\ 000\ 000\ 000}&quot;&gt;&lt;mfrac&gt;&lt;mn&gt;1&lt;/mn&gt;&lt;mrow&gt;&lt;mn&gt;1&lt;/mn&gt;&lt;mtext&gt;&lt;/mtext&gt;&lt;mn&gt;000&lt;/mn&gt;&lt;mtext&gt;&lt;/mtext&gt;&lt;mn&gt;000&lt;/mn&gt;&lt;mtext&gt;&lt;/mtext&gt;&lt;mn&gt;000&lt;/mn&gt;&lt;/mrow&gt;&lt;/mfrac&gt;&lt;/math&gt;" id="2005" name="Google Shape;2005;p99" title="the fraction with numerator 1 and denominator 1 000 000 000"/>
          <p:cNvPicPr preferRelativeResize="0"/>
          <p:nvPr/>
        </p:nvPicPr>
        <p:blipFill>
          <a:blip r:embed="rId6">
            <a:alphaModFix/>
          </a:blip>
          <a:stretch>
            <a:fillRect/>
          </a:stretch>
        </p:blipFill>
        <p:spPr>
          <a:xfrm>
            <a:off x="2883104" y="3531102"/>
            <a:ext cx="1603294" cy="548299"/>
          </a:xfrm>
          <a:prstGeom prst="rect">
            <a:avLst/>
          </a:prstGeom>
          <a:noFill/>
          <a:ln>
            <a:noFill/>
          </a:ln>
        </p:spPr>
      </p:pic>
      <p:pic>
        <p:nvPicPr>
          <p:cNvPr descr="&lt;math xmlns=&quot;http://www.w3.org/1998/Math/MathML&quot; display=&quot;block&quot; data-is-equatio=&quot;1&quot; data-latex=&quot;\frac{1}{1\ 000\ 000\ 000\ 000\ 000}&quot;&gt;&lt;mfrac&gt;&lt;mn&gt;1&lt;/mn&gt;&lt;mrow&gt;&lt;mn&gt;1&lt;/mn&gt;&lt;mtext&gt;&lt;/mtext&gt;&lt;mn&gt;000&lt;/mn&gt;&lt;mtext&gt;&lt;/mtext&gt;&lt;mn&gt;000&lt;/mn&gt;&lt;mtext&gt;&lt;/mtext&gt;&lt;mn&gt;000&lt;/mn&gt;&lt;mtext&gt;&lt;/mtext&gt;&lt;mn&gt;000&lt;/mn&gt;&lt;mtext&gt;&lt;/mtext&gt;&lt;mn&gt;000&lt;/mn&gt;&lt;/mrow&gt;&lt;/mfrac&gt;&lt;/math&gt;" id="2006" name="Google Shape;2006;p99" title="the fraction with numerator 1 and denominator 1 000 000 000 000 000"/>
          <p:cNvPicPr preferRelativeResize="0"/>
          <p:nvPr/>
        </p:nvPicPr>
        <p:blipFill>
          <a:blip r:embed="rId7">
            <a:alphaModFix/>
          </a:blip>
          <a:stretch>
            <a:fillRect/>
          </a:stretch>
        </p:blipFill>
        <p:spPr>
          <a:xfrm>
            <a:off x="2895847" y="4277549"/>
            <a:ext cx="2079407" cy="548301"/>
          </a:xfrm>
          <a:prstGeom prst="rect">
            <a:avLst/>
          </a:prstGeom>
          <a:noFill/>
          <a:ln>
            <a:noFill/>
          </a:ln>
        </p:spPr>
      </p:pic>
      <p:sp>
        <p:nvSpPr>
          <p:cNvPr id="2007" name="Google Shape;2007;p99"/>
          <p:cNvSpPr txBox="1"/>
          <p:nvPr>
            <p:ph idx="1" type="body"/>
          </p:nvPr>
        </p:nvSpPr>
        <p:spPr>
          <a:xfrm>
            <a:off x="3448200" y="1416200"/>
            <a:ext cx="347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m</a:t>
            </a:r>
            <a:endParaRPr sz="2600">
              <a:solidFill>
                <a:schemeClr val="accent4"/>
              </a:solidFill>
              <a:latin typeface="Times New Roman"/>
              <a:ea typeface="Times New Roman"/>
              <a:cs typeface="Times New Roman"/>
              <a:sym typeface="Times New Roman"/>
            </a:endParaRPr>
          </a:p>
        </p:txBody>
      </p:sp>
      <p:sp>
        <p:nvSpPr>
          <p:cNvPr id="2008" name="Google Shape;2008;p99"/>
          <p:cNvSpPr txBox="1"/>
          <p:nvPr>
            <p:ph idx="1" type="body"/>
          </p:nvPr>
        </p:nvSpPr>
        <p:spPr>
          <a:xfrm>
            <a:off x="3600600" y="2178200"/>
            <a:ext cx="347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m</a:t>
            </a:r>
            <a:endParaRPr sz="2600">
              <a:solidFill>
                <a:schemeClr val="accent4"/>
              </a:solidFill>
              <a:latin typeface="Times New Roman"/>
              <a:ea typeface="Times New Roman"/>
              <a:cs typeface="Times New Roman"/>
              <a:sym typeface="Times New Roman"/>
            </a:endParaRPr>
          </a:p>
        </p:txBody>
      </p:sp>
      <p:sp>
        <p:nvSpPr>
          <p:cNvPr id="2009" name="Google Shape;2009;p99"/>
          <p:cNvSpPr txBox="1"/>
          <p:nvPr>
            <p:ph idx="1" type="body"/>
          </p:nvPr>
        </p:nvSpPr>
        <p:spPr>
          <a:xfrm>
            <a:off x="4134000" y="2892896"/>
            <a:ext cx="347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m</a:t>
            </a:r>
            <a:endParaRPr sz="2600">
              <a:solidFill>
                <a:schemeClr val="accent4"/>
              </a:solidFill>
              <a:latin typeface="Times New Roman"/>
              <a:ea typeface="Times New Roman"/>
              <a:cs typeface="Times New Roman"/>
              <a:sym typeface="Times New Roman"/>
            </a:endParaRPr>
          </a:p>
        </p:txBody>
      </p:sp>
      <p:sp>
        <p:nvSpPr>
          <p:cNvPr id="2010" name="Google Shape;2010;p99"/>
          <p:cNvSpPr txBox="1"/>
          <p:nvPr>
            <p:ph idx="1" type="body"/>
          </p:nvPr>
        </p:nvSpPr>
        <p:spPr>
          <a:xfrm>
            <a:off x="4652952" y="3607592"/>
            <a:ext cx="347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m</a:t>
            </a:r>
            <a:endParaRPr sz="2600">
              <a:solidFill>
                <a:schemeClr val="accent4"/>
              </a:solidFill>
              <a:latin typeface="Times New Roman"/>
              <a:ea typeface="Times New Roman"/>
              <a:cs typeface="Times New Roman"/>
              <a:sym typeface="Times New Roman"/>
            </a:endParaRPr>
          </a:p>
        </p:txBody>
      </p:sp>
      <p:sp>
        <p:nvSpPr>
          <p:cNvPr id="2011" name="Google Shape;2011;p99"/>
          <p:cNvSpPr txBox="1"/>
          <p:nvPr>
            <p:ph idx="1" type="body"/>
          </p:nvPr>
        </p:nvSpPr>
        <p:spPr>
          <a:xfrm>
            <a:off x="5110152" y="4369592"/>
            <a:ext cx="347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m</a:t>
            </a:r>
            <a:endParaRPr sz="2600">
              <a:solidFill>
                <a:schemeClr val="accent4"/>
              </a:solidFill>
              <a:latin typeface="Times New Roman"/>
              <a:ea typeface="Times New Roman"/>
              <a:cs typeface="Times New Roman"/>
              <a:sym typeface="Times New Roman"/>
            </a:endParaRPr>
          </a:p>
        </p:txBody>
      </p:sp>
      <p:sp>
        <p:nvSpPr>
          <p:cNvPr id="2012" name="Google Shape;2012;p99"/>
          <p:cNvSpPr txBox="1"/>
          <p:nvPr>
            <p:ph idx="1" type="body"/>
          </p:nvPr>
        </p:nvSpPr>
        <p:spPr>
          <a:xfrm>
            <a:off x="5600450" y="1441379"/>
            <a:ext cx="15291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600">
                <a:latin typeface="Times New Roman"/>
                <a:ea typeface="Times New Roman"/>
                <a:cs typeface="Times New Roman"/>
                <a:sym typeface="Times New Roman"/>
              </a:rPr>
              <a:t>1 × 10</a:t>
            </a:r>
            <a:r>
              <a:rPr baseline="30000" lang="en-GB" sz="2600">
                <a:latin typeface="Times New Roman"/>
                <a:ea typeface="Times New Roman"/>
                <a:cs typeface="Times New Roman"/>
                <a:sym typeface="Times New Roman"/>
              </a:rPr>
              <a:t>−2</a:t>
            </a:r>
            <a:r>
              <a:rPr lang="en-GB" sz="2600">
                <a:latin typeface="Times New Roman"/>
                <a:ea typeface="Times New Roman"/>
                <a:cs typeface="Times New Roman"/>
                <a:sym typeface="Times New Roman"/>
              </a:rPr>
              <a:t> m</a:t>
            </a:r>
            <a:endParaRPr sz="2600">
              <a:solidFill>
                <a:schemeClr val="accent4"/>
              </a:solidFill>
              <a:latin typeface="Times New Roman"/>
              <a:ea typeface="Times New Roman"/>
              <a:cs typeface="Times New Roman"/>
              <a:sym typeface="Times New Roman"/>
            </a:endParaRPr>
          </a:p>
        </p:txBody>
      </p:sp>
      <p:sp>
        <p:nvSpPr>
          <p:cNvPr id="2013" name="Google Shape;2013;p99"/>
          <p:cNvSpPr txBox="1"/>
          <p:nvPr>
            <p:ph idx="1" type="body"/>
          </p:nvPr>
        </p:nvSpPr>
        <p:spPr>
          <a:xfrm>
            <a:off x="5600450" y="2145588"/>
            <a:ext cx="15291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600">
                <a:latin typeface="Times New Roman"/>
                <a:ea typeface="Times New Roman"/>
                <a:cs typeface="Times New Roman"/>
                <a:sym typeface="Times New Roman"/>
              </a:rPr>
              <a:t>1 × 10</a:t>
            </a:r>
            <a:r>
              <a:rPr baseline="30000" lang="en-GB" sz="2600">
                <a:latin typeface="Times New Roman"/>
                <a:ea typeface="Times New Roman"/>
                <a:cs typeface="Times New Roman"/>
                <a:sym typeface="Times New Roman"/>
              </a:rPr>
              <a:t>−3</a:t>
            </a:r>
            <a:r>
              <a:rPr lang="en-GB" sz="2600">
                <a:latin typeface="Times New Roman"/>
                <a:ea typeface="Times New Roman"/>
                <a:cs typeface="Times New Roman"/>
                <a:sym typeface="Times New Roman"/>
              </a:rPr>
              <a:t> m</a:t>
            </a:r>
            <a:endParaRPr sz="2600">
              <a:solidFill>
                <a:schemeClr val="accent4"/>
              </a:solidFill>
              <a:latin typeface="Times New Roman"/>
              <a:ea typeface="Times New Roman"/>
              <a:cs typeface="Times New Roman"/>
              <a:sym typeface="Times New Roman"/>
            </a:endParaRPr>
          </a:p>
        </p:txBody>
      </p:sp>
      <p:sp>
        <p:nvSpPr>
          <p:cNvPr id="2014" name="Google Shape;2014;p99"/>
          <p:cNvSpPr txBox="1"/>
          <p:nvPr>
            <p:ph idx="1" type="body"/>
          </p:nvPr>
        </p:nvSpPr>
        <p:spPr>
          <a:xfrm>
            <a:off x="5600450" y="2874734"/>
            <a:ext cx="15291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600">
                <a:latin typeface="Times New Roman"/>
                <a:ea typeface="Times New Roman"/>
                <a:cs typeface="Times New Roman"/>
                <a:sym typeface="Times New Roman"/>
              </a:rPr>
              <a:t>1 × 10</a:t>
            </a:r>
            <a:r>
              <a:rPr baseline="30000" lang="en-GB" sz="2600">
                <a:latin typeface="Times New Roman"/>
                <a:ea typeface="Times New Roman"/>
                <a:cs typeface="Times New Roman"/>
                <a:sym typeface="Times New Roman"/>
              </a:rPr>
              <a:t>−6</a:t>
            </a:r>
            <a:r>
              <a:rPr lang="en-GB" sz="2600">
                <a:latin typeface="Times New Roman"/>
                <a:ea typeface="Times New Roman"/>
                <a:cs typeface="Times New Roman"/>
                <a:sym typeface="Times New Roman"/>
              </a:rPr>
              <a:t> m</a:t>
            </a:r>
            <a:endParaRPr sz="2600">
              <a:solidFill>
                <a:schemeClr val="accent4"/>
              </a:solidFill>
              <a:latin typeface="Times New Roman"/>
              <a:ea typeface="Times New Roman"/>
              <a:cs typeface="Times New Roman"/>
              <a:sym typeface="Times New Roman"/>
            </a:endParaRPr>
          </a:p>
        </p:txBody>
      </p:sp>
      <p:sp>
        <p:nvSpPr>
          <p:cNvPr id="2015" name="Google Shape;2015;p99"/>
          <p:cNvSpPr txBox="1"/>
          <p:nvPr>
            <p:ph idx="1" type="body"/>
          </p:nvPr>
        </p:nvSpPr>
        <p:spPr>
          <a:xfrm>
            <a:off x="5600450" y="3661669"/>
            <a:ext cx="15291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600">
                <a:latin typeface="Times New Roman"/>
                <a:ea typeface="Times New Roman"/>
                <a:cs typeface="Times New Roman"/>
                <a:sym typeface="Times New Roman"/>
              </a:rPr>
              <a:t>1 × 10</a:t>
            </a:r>
            <a:r>
              <a:rPr baseline="30000" lang="en-GB" sz="2600">
                <a:latin typeface="Times New Roman"/>
                <a:ea typeface="Times New Roman"/>
                <a:cs typeface="Times New Roman"/>
                <a:sym typeface="Times New Roman"/>
              </a:rPr>
              <a:t>−9</a:t>
            </a:r>
            <a:r>
              <a:rPr lang="en-GB" sz="2600">
                <a:latin typeface="Times New Roman"/>
                <a:ea typeface="Times New Roman"/>
                <a:cs typeface="Times New Roman"/>
                <a:sym typeface="Times New Roman"/>
              </a:rPr>
              <a:t> m</a:t>
            </a:r>
            <a:endParaRPr sz="2600">
              <a:solidFill>
                <a:schemeClr val="accent4"/>
              </a:solidFill>
              <a:latin typeface="Times New Roman"/>
              <a:ea typeface="Times New Roman"/>
              <a:cs typeface="Times New Roman"/>
              <a:sym typeface="Times New Roman"/>
            </a:endParaRPr>
          </a:p>
        </p:txBody>
      </p:sp>
      <p:sp>
        <p:nvSpPr>
          <p:cNvPr id="2016" name="Google Shape;2016;p99"/>
          <p:cNvSpPr txBox="1"/>
          <p:nvPr>
            <p:ph idx="1" type="body"/>
          </p:nvPr>
        </p:nvSpPr>
        <p:spPr>
          <a:xfrm>
            <a:off x="5600450" y="4394774"/>
            <a:ext cx="15291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600">
                <a:latin typeface="Times New Roman"/>
                <a:ea typeface="Times New Roman"/>
                <a:cs typeface="Times New Roman"/>
                <a:sym typeface="Times New Roman"/>
              </a:rPr>
              <a:t>1 × 10</a:t>
            </a:r>
            <a:r>
              <a:rPr baseline="30000" lang="en-GB" sz="2600">
                <a:latin typeface="Times New Roman"/>
                <a:ea typeface="Times New Roman"/>
                <a:cs typeface="Times New Roman"/>
                <a:sym typeface="Times New Roman"/>
              </a:rPr>
              <a:t>−12</a:t>
            </a:r>
            <a:r>
              <a:rPr lang="en-GB" sz="2600">
                <a:latin typeface="Times New Roman"/>
                <a:ea typeface="Times New Roman"/>
                <a:cs typeface="Times New Roman"/>
                <a:sym typeface="Times New Roman"/>
              </a:rPr>
              <a:t> m</a:t>
            </a:r>
            <a:endParaRPr sz="2600">
              <a:solidFill>
                <a:schemeClr val="accent4"/>
              </a:solidFill>
              <a:latin typeface="Times New Roman"/>
              <a:ea typeface="Times New Roman"/>
              <a:cs typeface="Times New Roman"/>
              <a:sym typeface="Times New Roman"/>
            </a:endParaRPr>
          </a:p>
        </p:txBody>
      </p:sp>
      <p:sp>
        <p:nvSpPr>
          <p:cNvPr id="2017" name="Google Shape;2017;p99"/>
          <p:cNvSpPr/>
          <p:nvPr/>
        </p:nvSpPr>
        <p:spPr>
          <a:xfrm>
            <a:off x="5589731" y="3646871"/>
            <a:ext cx="1529100" cy="461400"/>
          </a:xfrm>
          <a:prstGeom prst="roundRect">
            <a:avLst>
              <a:gd fmla="val 16667" name="adj"/>
            </a:avLst>
          </a:prstGeom>
          <a:solidFill>
            <a:schemeClr val="lt1"/>
          </a:solidFill>
          <a:ln cap="flat" cmpd="sng" w="38100">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18" name="Google Shape;2018;p99"/>
          <p:cNvSpPr/>
          <p:nvPr/>
        </p:nvSpPr>
        <p:spPr>
          <a:xfrm>
            <a:off x="5589731" y="4361567"/>
            <a:ext cx="1529100" cy="461400"/>
          </a:xfrm>
          <a:prstGeom prst="roundRect">
            <a:avLst>
              <a:gd fmla="val 16667" name="adj"/>
            </a:avLst>
          </a:prstGeom>
          <a:solidFill>
            <a:schemeClr val="lt1"/>
          </a:solidFill>
          <a:ln cap="flat" cmpd="sng" w="38100">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19" name="Google Shape;2019;p99"/>
          <p:cNvSpPr txBox="1"/>
          <p:nvPr>
            <p:ph idx="1" type="body"/>
          </p:nvPr>
        </p:nvSpPr>
        <p:spPr>
          <a:xfrm>
            <a:off x="324000" y="806600"/>
            <a:ext cx="84960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Engineers describe these measures in standard form.</a:t>
            </a:r>
            <a:endParaRPr sz="2600">
              <a:solidFill>
                <a:schemeClr val="accent4"/>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1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3" name="Shape 2023"/>
        <p:cNvGrpSpPr/>
        <p:nvPr/>
      </p:nvGrpSpPr>
      <p:grpSpPr>
        <a:xfrm>
          <a:off x="0" y="0"/>
          <a:ext cx="0" cy="0"/>
          <a:chOff x="0" y="0"/>
          <a:chExt cx="0" cy="0"/>
        </a:xfrm>
      </p:grpSpPr>
      <p:sp>
        <p:nvSpPr>
          <p:cNvPr id="2024" name="Google Shape;2024;p100"/>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sp>
        <p:nvSpPr>
          <p:cNvPr id="2025" name="Google Shape;2025;p100"/>
          <p:cNvSpPr txBox="1"/>
          <p:nvPr>
            <p:ph idx="1" type="subTitle"/>
          </p:nvPr>
        </p:nvSpPr>
        <p:spPr>
          <a:xfrm>
            <a:off x="3792073" y="1623623"/>
            <a:ext cx="5568300" cy="324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One micron (micrometre) </a:t>
            </a:r>
            <a:r>
              <a:rPr lang="en-GB" sz="2400">
                <a:latin typeface="Times New Roman"/>
                <a:ea typeface="Times New Roman"/>
                <a:cs typeface="Times New Roman"/>
                <a:sym typeface="Times New Roman"/>
              </a:rPr>
              <a:t>= 1 × 10</a:t>
            </a:r>
            <a:r>
              <a:rPr baseline="30000" lang="en-GB" sz="2400">
                <a:latin typeface="Times New Roman"/>
                <a:ea typeface="Times New Roman"/>
                <a:cs typeface="Times New Roman"/>
                <a:sym typeface="Times New Roman"/>
              </a:rPr>
              <a:t>−6</a:t>
            </a:r>
            <a:r>
              <a:rPr lang="en-GB" sz="2400">
                <a:latin typeface="Times New Roman"/>
                <a:ea typeface="Times New Roman"/>
                <a:cs typeface="Times New Roman"/>
                <a:sym typeface="Times New Roman"/>
              </a:rPr>
              <a:t> m</a:t>
            </a:r>
            <a:endParaRPr sz="2400">
              <a:solidFill>
                <a:schemeClr val="accent4"/>
              </a:solidFill>
              <a:latin typeface="Times New Roman"/>
              <a:ea typeface="Times New Roman"/>
              <a:cs typeface="Times New Roman"/>
              <a:sym typeface="Times New Roman"/>
            </a:endParaRPr>
          </a:p>
        </p:txBody>
      </p:sp>
      <p:sp>
        <p:nvSpPr>
          <p:cNvPr id="2026" name="Google Shape;2026;p100"/>
          <p:cNvSpPr txBox="1"/>
          <p:nvPr>
            <p:ph idx="4" type="subTitle"/>
          </p:nvPr>
        </p:nvSpPr>
        <p:spPr>
          <a:xfrm>
            <a:off x="1034425" y="1814671"/>
            <a:ext cx="1623900" cy="324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600">
                <a:latin typeface="Times New Roman"/>
                <a:ea typeface="Times New Roman"/>
                <a:cs typeface="Times New Roman"/>
                <a:sym typeface="Times New Roman"/>
              </a:rPr>
              <a:t>25</a:t>
            </a:r>
            <a:r>
              <a:rPr lang="en-GB" sz="2600">
                <a:latin typeface="Times New Roman"/>
                <a:ea typeface="Times New Roman"/>
                <a:cs typeface="Times New Roman"/>
                <a:sym typeface="Times New Roman"/>
              </a:rPr>
              <a:t> × 10</a:t>
            </a:r>
            <a:r>
              <a:rPr baseline="30000" lang="en-GB" sz="2600">
                <a:latin typeface="Times New Roman"/>
                <a:ea typeface="Times New Roman"/>
                <a:cs typeface="Times New Roman"/>
                <a:sym typeface="Times New Roman"/>
              </a:rPr>
              <a:t>−6</a:t>
            </a:r>
            <a:r>
              <a:rPr lang="en-GB" sz="2600">
                <a:latin typeface="Times New Roman"/>
                <a:ea typeface="Times New Roman"/>
                <a:cs typeface="Times New Roman"/>
                <a:sym typeface="Times New Roman"/>
              </a:rPr>
              <a:t> m</a:t>
            </a:r>
            <a:endParaRPr sz="2600">
              <a:solidFill>
                <a:schemeClr val="accent4"/>
              </a:solidFill>
              <a:latin typeface="Times New Roman"/>
              <a:ea typeface="Times New Roman"/>
              <a:cs typeface="Times New Roman"/>
              <a:sym typeface="Times New Roman"/>
            </a:endParaRPr>
          </a:p>
        </p:txBody>
      </p:sp>
      <p:sp>
        <p:nvSpPr>
          <p:cNvPr id="2027" name="Google Shape;2027;p100"/>
          <p:cNvSpPr txBox="1"/>
          <p:nvPr>
            <p:ph idx="4294967295" type="body"/>
          </p:nvPr>
        </p:nvSpPr>
        <p:spPr>
          <a:xfrm>
            <a:off x="324000" y="806600"/>
            <a:ext cx="84960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t>Engineers can use </a:t>
            </a:r>
            <a:r>
              <a:rPr lang="en-GB" sz="2400"/>
              <a:t>laser</a:t>
            </a:r>
            <a:r>
              <a:rPr lang="en-GB" sz="2400"/>
              <a:t> cutting devices to be precise to within </a:t>
            </a:r>
            <a:r>
              <a:rPr lang="en-GB" sz="2600">
                <a:latin typeface="Times New Roman"/>
                <a:ea typeface="Times New Roman"/>
                <a:cs typeface="Times New Roman"/>
                <a:sym typeface="Times New Roman"/>
              </a:rPr>
              <a:t>25</a:t>
            </a:r>
            <a:r>
              <a:rPr lang="en-GB" sz="2400"/>
              <a:t> microns. What is this in standard form?</a:t>
            </a:r>
            <a:endParaRPr sz="2600">
              <a:solidFill>
                <a:schemeClr val="accent4"/>
              </a:solidFill>
              <a:latin typeface="Times New Roman"/>
              <a:ea typeface="Times New Roman"/>
              <a:cs typeface="Times New Roman"/>
              <a:sym typeface="Times New Roman"/>
            </a:endParaRPr>
          </a:p>
        </p:txBody>
      </p:sp>
      <p:sp>
        <p:nvSpPr>
          <p:cNvPr id="2028" name="Google Shape;2028;p100"/>
          <p:cNvSpPr txBox="1"/>
          <p:nvPr>
            <p:ph idx="4" type="subTitle"/>
          </p:nvPr>
        </p:nvSpPr>
        <p:spPr>
          <a:xfrm>
            <a:off x="1034425" y="2790825"/>
            <a:ext cx="1768500" cy="324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600">
                <a:latin typeface="Times New Roman"/>
                <a:ea typeface="Times New Roman"/>
                <a:cs typeface="Times New Roman"/>
                <a:sym typeface="Times New Roman"/>
              </a:rPr>
              <a:t>2.5 × 10</a:t>
            </a:r>
            <a:r>
              <a:rPr baseline="30000" lang="en-GB" sz="2600">
                <a:latin typeface="Times New Roman"/>
                <a:ea typeface="Times New Roman"/>
                <a:cs typeface="Times New Roman"/>
                <a:sym typeface="Times New Roman"/>
              </a:rPr>
              <a:t>−5</a:t>
            </a:r>
            <a:r>
              <a:rPr lang="en-GB" sz="2600">
                <a:latin typeface="Times New Roman"/>
                <a:ea typeface="Times New Roman"/>
                <a:cs typeface="Times New Roman"/>
                <a:sym typeface="Times New Roman"/>
              </a:rPr>
              <a:t> m</a:t>
            </a:r>
            <a:endParaRPr sz="2600">
              <a:solidFill>
                <a:schemeClr val="accent4"/>
              </a:solidFill>
              <a:latin typeface="Times New Roman"/>
              <a:ea typeface="Times New Roman"/>
              <a:cs typeface="Times New Roman"/>
              <a:sym typeface="Times New Roman"/>
            </a:endParaRPr>
          </a:p>
        </p:txBody>
      </p:sp>
      <p:sp>
        <p:nvSpPr>
          <p:cNvPr id="2029" name="Google Shape;2029;p100"/>
          <p:cNvSpPr txBox="1"/>
          <p:nvPr>
            <p:ph idx="4" type="subTitle"/>
          </p:nvPr>
        </p:nvSpPr>
        <p:spPr>
          <a:xfrm>
            <a:off x="1034425" y="3763023"/>
            <a:ext cx="1852800" cy="324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600">
                <a:latin typeface="Times New Roman"/>
                <a:ea typeface="Times New Roman"/>
                <a:cs typeface="Times New Roman"/>
                <a:sym typeface="Times New Roman"/>
              </a:rPr>
              <a:t>2.5 × 100</a:t>
            </a:r>
            <a:r>
              <a:rPr baseline="30000" lang="en-GB" sz="2600">
                <a:latin typeface="Times New Roman"/>
                <a:ea typeface="Times New Roman"/>
                <a:cs typeface="Times New Roman"/>
                <a:sym typeface="Times New Roman"/>
              </a:rPr>
              <a:t>−6</a:t>
            </a:r>
            <a:r>
              <a:rPr lang="en-GB" sz="2600">
                <a:latin typeface="Times New Roman"/>
                <a:ea typeface="Times New Roman"/>
                <a:cs typeface="Times New Roman"/>
                <a:sym typeface="Times New Roman"/>
              </a:rPr>
              <a:t> m</a:t>
            </a:r>
            <a:endParaRPr sz="2600">
              <a:solidFill>
                <a:schemeClr val="accent4"/>
              </a:solidFill>
              <a:latin typeface="Times New Roman"/>
              <a:ea typeface="Times New Roman"/>
              <a:cs typeface="Times New Roman"/>
              <a:sym typeface="Times New Roman"/>
            </a:endParaRPr>
          </a:p>
        </p:txBody>
      </p:sp>
      <p:pic>
        <p:nvPicPr>
          <p:cNvPr id="2030" name="Google Shape;2030;p100"/>
          <p:cNvPicPr preferRelativeResize="0"/>
          <p:nvPr/>
        </p:nvPicPr>
        <p:blipFill>
          <a:blip r:embed="rId3">
            <a:alphaModFix/>
          </a:blip>
          <a:stretch>
            <a:fillRect/>
          </a:stretch>
        </p:blipFill>
        <p:spPr>
          <a:xfrm>
            <a:off x="2942127" y="2781998"/>
            <a:ext cx="396000" cy="419100"/>
          </a:xfrm>
          <a:prstGeom prst="rect">
            <a:avLst/>
          </a:prstGeom>
          <a:noFill/>
          <a:ln>
            <a:noFill/>
          </a:ln>
        </p:spPr>
      </p:pic>
      <p:sp>
        <p:nvSpPr>
          <p:cNvPr id="2031" name="Google Shape;2031;p100"/>
          <p:cNvSpPr txBox="1"/>
          <p:nvPr>
            <p:ph idx="4294967295" type="body"/>
          </p:nvPr>
        </p:nvSpPr>
        <p:spPr>
          <a:xfrm>
            <a:off x="3829200" y="2254400"/>
            <a:ext cx="4764900" cy="1977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Kalam"/>
                <a:ea typeface="Kalam"/>
                <a:cs typeface="Kalam"/>
                <a:sym typeface="Kalam"/>
              </a:rPr>
              <a:t>By using the standardised international (SI) unit of metric measure (the metre) and the global language of mathematics (standard form) engineers all over the world can now accurately communicate with one another.</a:t>
            </a:r>
            <a:endParaRPr sz="2400">
              <a:solidFill>
                <a:schemeClr val="accent4"/>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5" name="Shape 2035"/>
        <p:cNvGrpSpPr/>
        <p:nvPr/>
      </p:nvGrpSpPr>
      <p:grpSpPr>
        <a:xfrm>
          <a:off x="0" y="0"/>
          <a:ext cx="0" cy="0"/>
          <a:chOff x="0" y="0"/>
          <a:chExt cx="0" cy="0"/>
        </a:xfrm>
      </p:grpSpPr>
      <p:sp>
        <p:nvSpPr>
          <p:cNvPr id="2036" name="Google Shape;2036;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Precision in engineering</a:t>
            </a:r>
            <a:endParaRPr/>
          </a:p>
        </p:txBody>
      </p:sp>
      <p:grpSp>
        <p:nvGrpSpPr>
          <p:cNvPr id="2037" name="Google Shape;2037;p101"/>
          <p:cNvGrpSpPr/>
          <p:nvPr/>
        </p:nvGrpSpPr>
        <p:grpSpPr>
          <a:xfrm>
            <a:off x="4103684" y="2599158"/>
            <a:ext cx="4813020" cy="1111483"/>
            <a:chOff x="446076" y="3182725"/>
            <a:chExt cx="8145235" cy="1881000"/>
          </a:xfrm>
        </p:grpSpPr>
        <p:grpSp>
          <p:nvGrpSpPr>
            <p:cNvPr id="2038" name="Google Shape;2038;p101"/>
            <p:cNvGrpSpPr/>
            <p:nvPr/>
          </p:nvGrpSpPr>
          <p:grpSpPr>
            <a:xfrm>
              <a:off x="446076" y="3182725"/>
              <a:ext cx="8145235" cy="1881000"/>
              <a:chOff x="446076" y="1277725"/>
              <a:chExt cx="8145235" cy="1881000"/>
            </a:xfrm>
          </p:grpSpPr>
          <p:cxnSp>
            <p:nvCxnSpPr>
              <p:cNvPr id="2039" name="Google Shape;2039;p101"/>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040" name="Google Shape;2040;p101"/>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041" name="Google Shape;2041;p101"/>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042" name="Google Shape;2042;p101"/>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043" name="Google Shape;2043;p101"/>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2044" name="Google Shape;2044;p101"/>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45" name="Google Shape;2045;p101"/>
              <p:cNvSpPr/>
              <p:nvPr/>
            </p:nvSpPr>
            <p:spPr>
              <a:xfrm>
                <a:off x="8083412" y="1277725"/>
                <a:ext cx="507900" cy="188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46" name="Google Shape;2046;p101"/>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47" name="Google Shape;2047;p101"/>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48" name="Google Shape;2048;p101"/>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49" name="Google Shape;2049;p101"/>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50" name="Google Shape;2050;p101"/>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051" name="Google Shape;2051;p101"/>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052" name="Google Shape;2052;p101"/>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053" name="Google Shape;2053;p101"/>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054" name="Google Shape;2054;p101"/>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55" name="Google Shape;2055;p101"/>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56" name="Google Shape;2056;p101"/>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57" name="Google Shape;2057;p101"/>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58" name="Google Shape;2058;p101"/>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059" name="Google Shape;2059;p101"/>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060" name="Google Shape;2060;p101"/>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061" name="Google Shape;2061;p101"/>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062" name="Google Shape;2062;p101"/>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63" name="Google Shape;2063;p101"/>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64" name="Google Shape;2064;p101"/>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65" name="Google Shape;2065;p101"/>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66" name="Google Shape;2066;p101"/>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067" name="Google Shape;2067;p101"/>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68" name="Google Shape;2068;p101"/>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2069" name="Google Shape;2069;p101"/>
            <p:cNvGrpSpPr/>
            <p:nvPr/>
          </p:nvGrpSpPr>
          <p:grpSpPr>
            <a:xfrm>
              <a:off x="768956" y="4147459"/>
              <a:ext cx="6448682" cy="391642"/>
              <a:chOff x="755155" y="2224715"/>
              <a:chExt cx="6446748" cy="419137"/>
            </a:xfrm>
          </p:grpSpPr>
          <p:sp>
            <p:nvSpPr>
              <p:cNvPr id="2070" name="Google Shape;2070;p101"/>
              <p:cNvSpPr txBox="1"/>
              <p:nvPr/>
            </p:nvSpPr>
            <p:spPr>
              <a:xfrm>
                <a:off x="755155"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solidFill>
                    <a:schemeClr val="dk1"/>
                  </a:solidFill>
                  <a:latin typeface="Times New Roman"/>
                  <a:ea typeface="Times New Roman"/>
                  <a:cs typeface="Times New Roman"/>
                  <a:sym typeface="Times New Roman"/>
                </a:endParaRPr>
              </a:p>
            </p:txBody>
          </p:sp>
          <p:sp>
            <p:nvSpPr>
              <p:cNvPr id="2071" name="Google Shape;2071;p101"/>
              <p:cNvSpPr txBox="1"/>
              <p:nvPr/>
            </p:nvSpPr>
            <p:spPr>
              <a:xfrm>
                <a:off x="1296671" y="2224715"/>
                <a:ext cx="7833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in</a:t>
                </a:r>
                <a:endParaRPr sz="2000">
                  <a:solidFill>
                    <a:schemeClr val="dk1"/>
                  </a:solidFill>
                  <a:latin typeface="Times New Roman"/>
                  <a:ea typeface="Times New Roman"/>
                  <a:cs typeface="Times New Roman"/>
                  <a:sym typeface="Times New Roman"/>
                </a:endParaRPr>
              </a:p>
            </p:txBody>
          </p:sp>
          <p:sp>
            <p:nvSpPr>
              <p:cNvPr id="2072" name="Google Shape;2072;p101"/>
              <p:cNvSpPr txBox="1"/>
              <p:nvPr/>
            </p:nvSpPr>
            <p:spPr>
              <a:xfrm>
                <a:off x="28270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2073" name="Google Shape;2073;p101"/>
              <p:cNvSpPr txBox="1"/>
              <p:nvPr/>
            </p:nvSpPr>
            <p:spPr>
              <a:xfrm>
                <a:off x="48844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074" name="Google Shape;2074;p101"/>
              <p:cNvSpPr txBox="1"/>
              <p:nvPr/>
            </p:nvSpPr>
            <p:spPr>
              <a:xfrm>
                <a:off x="69418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a:t>
                </a:r>
                <a:endParaRPr sz="2000">
                  <a:solidFill>
                    <a:schemeClr val="dk1"/>
                  </a:solidFill>
                  <a:latin typeface="Times New Roman"/>
                  <a:ea typeface="Times New Roman"/>
                  <a:cs typeface="Times New Roman"/>
                  <a:sym typeface="Times New Roman"/>
                </a:endParaRPr>
              </a:p>
            </p:txBody>
          </p:sp>
        </p:grpSp>
      </p:grpSp>
      <p:sp>
        <p:nvSpPr>
          <p:cNvPr id="2075" name="Google Shape;2075;p101"/>
          <p:cNvSpPr txBox="1"/>
          <p:nvPr>
            <p:ph idx="1" type="body"/>
          </p:nvPr>
        </p:nvSpPr>
        <p:spPr>
          <a:xfrm>
            <a:off x="324000" y="759300"/>
            <a:ext cx="3360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Read these measures.</a:t>
            </a:r>
            <a:endParaRPr/>
          </a:p>
        </p:txBody>
      </p:sp>
      <p:grpSp>
        <p:nvGrpSpPr>
          <p:cNvPr id="2076" name="Google Shape;2076;p101"/>
          <p:cNvGrpSpPr/>
          <p:nvPr/>
        </p:nvGrpSpPr>
        <p:grpSpPr>
          <a:xfrm>
            <a:off x="750884" y="3789462"/>
            <a:ext cx="4813020" cy="1111483"/>
            <a:chOff x="446076" y="3182725"/>
            <a:chExt cx="8145235" cy="1881000"/>
          </a:xfrm>
        </p:grpSpPr>
        <p:grpSp>
          <p:nvGrpSpPr>
            <p:cNvPr id="2077" name="Google Shape;2077;p101"/>
            <p:cNvGrpSpPr/>
            <p:nvPr/>
          </p:nvGrpSpPr>
          <p:grpSpPr>
            <a:xfrm>
              <a:off x="446076" y="3182725"/>
              <a:ext cx="8145235" cy="1881000"/>
              <a:chOff x="446076" y="1277725"/>
              <a:chExt cx="8145235" cy="1881000"/>
            </a:xfrm>
          </p:grpSpPr>
          <p:cxnSp>
            <p:nvCxnSpPr>
              <p:cNvPr id="2078" name="Google Shape;2078;p101"/>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079" name="Google Shape;2079;p101"/>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080" name="Google Shape;2080;p101"/>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081" name="Google Shape;2081;p101"/>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082" name="Google Shape;2082;p101"/>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2083" name="Google Shape;2083;p101"/>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84" name="Google Shape;2084;p101"/>
              <p:cNvSpPr/>
              <p:nvPr/>
            </p:nvSpPr>
            <p:spPr>
              <a:xfrm>
                <a:off x="8083412" y="1277725"/>
                <a:ext cx="507900" cy="188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85" name="Google Shape;2085;p101"/>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86" name="Google Shape;2086;p101"/>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87" name="Google Shape;2087;p101"/>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88" name="Google Shape;2088;p101"/>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89" name="Google Shape;2089;p101"/>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090" name="Google Shape;2090;p101"/>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091" name="Google Shape;2091;p101"/>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092" name="Google Shape;2092;p101"/>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093" name="Google Shape;2093;p101"/>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94" name="Google Shape;2094;p101"/>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95" name="Google Shape;2095;p101"/>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96" name="Google Shape;2096;p101"/>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097" name="Google Shape;2097;p101"/>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098" name="Google Shape;2098;p101"/>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099" name="Google Shape;2099;p101"/>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100" name="Google Shape;2100;p101"/>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101" name="Google Shape;2101;p101"/>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02" name="Google Shape;2102;p101"/>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03" name="Google Shape;2103;p101"/>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04" name="Google Shape;2104;p101"/>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05" name="Google Shape;2105;p101"/>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106" name="Google Shape;2106;p101"/>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07" name="Google Shape;2107;p101"/>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2108" name="Google Shape;2108;p101"/>
            <p:cNvGrpSpPr/>
            <p:nvPr/>
          </p:nvGrpSpPr>
          <p:grpSpPr>
            <a:xfrm>
              <a:off x="768956" y="4147459"/>
              <a:ext cx="6448682" cy="391642"/>
              <a:chOff x="755155" y="2224715"/>
              <a:chExt cx="6446748" cy="419137"/>
            </a:xfrm>
          </p:grpSpPr>
          <p:sp>
            <p:nvSpPr>
              <p:cNvPr id="2109" name="Google Shape;2109;p101"/>
              <p:cNvSpPr txBox="1"/>
              <p:nvPr/>
            </p:nvSpPr>
            <p:spPr>
              <a:xfrm>
                <a:off x="755155"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solidFill>
                    <a:schemeClr val="dk1"/>
                  </a:solidFill>
                  <a:latin typeface="Times New Roman"/>
                  <a:ea typeface="Times New Roman"/>
                  <a:cs typeface="Times New Roman"/>
                  <a:sym typeface="Times New Roman"/>
                </a:endParaRPr>
              </a:p>
            </p:txBody>
          </p:sp>
          <p:sp>
            <p:nvSpPr>
              <p:cNvPr id="2110" name="Google Shape;2110;p101"/>
              <p:cNvSpPr txBox="1"/>
              <p:nvPr/>
            </p:nvSpPr>
            <p:spPr>
              <a:xfrm>
                <a:off x="1296671" y="2224715"/>
                <a:ext cx="7833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in</a:t>
                </a:r>
                <a:endParaRPr sz="2000">
                  <a:solidFill>
                    <a:schemeClr val="dk1"/>
                  </a:solidFill>
                  <a:latin typeface="Times New Roman"/>
                  <a:ea typeface="Times New Roman"/>
                  <a:cs typeface="Times New Roman"/>
                  <a:sym typeface="Times New Roman"/>
                </a:endParaRPr>
              </a:p>
            </p:txBody>
          </p:sp>
          <p:sp>
            <p:nvSpPr>
              <p:cNvPr id="2111" name="Google Shape;2111;p101"/>
              <p:cNvSpPr txBox="1"/>
              <p:nvPr/>
            </p:nvSpPr>
            <p:spPr>
              <a:xfrm>
                <a:off x="28270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2112" name="Google Shape;2112;p101"/>
              <p:cNvSpPr txBox="1"/>
              <p:nvPr/>
            </p:nvSpPr>
            <p:spPr>
              <a:xfrm>
                <a:off x="48844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113" name="Google Shape;2113;p101"/>
              <p:cNvSpPr txBox="1"/>
              <p:nvPr/>
            </p:nvSpPr>
            <p:spPr>
              <a:xfrm>
                <a:off x="69418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a:t>
                </a:r>
                <a:endParaRPr sz="2000">
                  <a:solidFill>
                    <a:schemeClr val="dk1"/>
                  </a:solidFill>
                  <a:latin typeface="Times New Roman"/>
                  <a:ea typeface="Times New Roman"/>
                  <a:cs typeface="Times New Roman"/>
                  <a:sym typeface="Times New Roman"/>
                </a:endParaRPr>
              </a:p>
            </p:txBody>
          </p:sp>
        </p:grpSp>
      </p:grpSp>
      <p:grpSp>
        <p:nvGrpSpPr>
          <p:cNvPr id="2114" name="Google Shape;2114;p101"/>
          <p:cNvGrpSpPr/>
          <p:nvPr/>
        </p:nvGrpSpPr>
        <p:grpSpPr>
          <a:xfrm>
            <a:off x="750884" y="1408854"/>
            <a:ext cx="4813020" cy="1111483"/>
            <a:chOff x="446076" y="3182725"/>
            <a:chExt cx="8145235" cy="1881000"/>
          </a:xfrm>
        </p:grpSpPr>
        <p:grpSp>
          <p:nvGrpSpPr>
            <p:cNvPr id="2115" name="Google Shape;2115;p101"/>
            <p:cNvGrpSpPr/>
            <p:nvPr/>
          </p:nvGrpSpPr>
          <p:grpSpPr>
            <a:xfrm>
              <a:off x="446076" y="3182725"/>
              <a:ext cx="8145235" cy="1881000"/>
              <a:chOff x="446076" y="1277725"/>
              <a:chExt cx="8145235" cy="1881000"/>
            </a:xfrm>
          </p:grpSpPr>
          <p:cxnSp>
            <p:nvCxnSpPr>
              <p:cNvPr id="2116" name="Google Shape;2116;p101"/>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117" name="Google Shape;2117;p101"/>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118" name="Google Shape;2118;p101"/>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119" name="Google Shape;2119;p101"/>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120" name="Google Shape;2120;p101"/>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2121" name="Google Shape;2121;p101"/>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22" name="Google Shape;2122;p101"/>
              <p:cNvSpPr/>
              <p:nvPr/>
            </p:nvSpPr>
            <p:spPr>
              <a:xfrm>
                <a:off x="8083412" y="1277725"/>
                <a:ext cx="507900" cy="188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23" name="Google Shape;2123;p101"/>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24" name="Google Shape;2124;p101"/>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25" name="Google Shape;2125;p101"/>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26" name="Google Shape;2126;p101"/>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27" name="Google Shape;2127;p101"/>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128" name="Google Shape;2128;p101"/>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129" name="Google Shape;2129;p101"/>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130" name="Google Shape;2130;p101"/>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131" name="Google Shape;2131;p101"/>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32" name="Google Shape;2132;p101"/>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33" name="Google Shape;2133;p101"/>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34" name="Google Shape;2134;p101"/>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35" name="Google Shape;2135;p101"/>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136" name="Google Shape;2136;p101"/>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137" name="Google Shape;2137;p101"/>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138" name="Google Shape;2138;p101"/>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139" name="Google Shape;2139;p101"/>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40" name="Google Shape;2140;p101"/>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41" name="Google Shape;2141;p101"/>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42" name="Google Shape;2142;p101"/>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43" name="Google Shape;2143;p101"/>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144" name="Google Shape;2144;p101"/>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145" name="Google Shape;2145;p101"/>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2146" name="Google Shape;2146;p101"/>
            <p:cNvGrpSpPr/>
            <p:nvPr/>
          </p:nvGrpSpPr>
          <p:grpSpPr>
            <a:xfrm>
              <a:off x="768956" y="4147459"/>
              <a:ext cx="6448682" cy="391642"/>
              <a:chOff x="755155" y="2224715"/>
              <a:chExt cx="6446748" cy="419137"/>
            </a:xfrm>
          </p:grpSpPr>
          <p:sp>
            <p:nvSpPr>
              <p:cNvPr id="2147" name="Google Shape;2147;p101"/>
              <p:cNvSpPr txBox="1"/>
              <p:nvPr/>
            </p:nvSpPr>
            <p:spPr>
              <a:xfrm>
                <a:off x="755155"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solidFill>
                    <a:schemeClr val="dk1"/>
                  </a:solidFill>
                  <a:latin typeface="Times New Roman"/>
                  <a:ea typeface="Times New Roman"/>
                  <a:cs typeface="Times New Roman"/>
                  <a:sym typeface="Times New Roman"/>
                </a:endParaRPr>
              </a:p>
            </p:txBody>
          </p:sp>
          <p:sp>
            <p:nvSpPr>
              <p:cNvPr id="2148" name="Google Shape;2148;p101"/>
              <p:cNvSpPr txBox="1"/>
              <p:nvPr/>
            </p:nvSpPr>
            <p:spPr>
              <a:xfrm>
                <a:off x="1296671" y="2224715"/>
                <a:ext cx="7833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in</a:t>
                </a:r>
                <a:endParaRPr sz="2000">
                  <a:solidFill>
                    <a:schemeClr val="dk1"/>
                  </a:solidFill>
                  <a:latin typeface="Times New Roman"/>
                  <a:ea typeface="Times New Roman"/>
                  <a:cs typeface="Times New Roman"/>
                  <a:sym typeface="Times New Roman"/>
                </a:endParaRPr>
              </a:p>
            </p:txBody>
          </p:sp>
          <p:sp>
            <p:nvSpPr>
              <p:cNvPr id="2149" name="Google Shape;2149;p101"/>
              <p:cNvSpPr txBox="1"/>
              <p:nvPr/>
            </p:nvSpPr>
            <p:spPr>
              <a:xfrm>
                <a:off x="28270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2150" name="Google Shape;2150;p101"/>
              <p:cNvSpPr txBox="1"/>
              <p:nvPr/>
            </p:nvSpPr>
            <p:spPr>
              <a:xfrm>
                <a:off x="48844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151" name="Google Shape;2151;p101"/>
              <p:cNvSpPr txBox="1"/>
              <p:nvPr/>
            </p:nvSpPr>
            <p:spPr>
              <a:xfrm>
                <a:off x="69418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a:t>
                </a:r>
                <a:endParaRPr sz="2000">
                  <a:solidFill>
                    <a:schemeClr val="dk1"/>
                  </a:solidFill>
                  <a:latin typeface="Times New Roman"/>
                  <a:ea typeface="Times New Roman"/>
                  <a:cs typeface="Times New Roman"/>
                  <a:sym typeface="Times New Roman"/>
                </a:endParaRPr>
              </a:p>
            </p:txBody>
          </p:sp>
        </p:grpSp>
      </p:grpSp>
      <p:cxnSp>
        <p:nvCxnSpPr>
          <p:cNvPr id="2152" name="Google Shape;2152;p101"/>
          <p:cNvCxnSpPr/>
          <p:nvPr/>
        </p:nvCxnSpPr>
        <p:spPr>
          <a:xfrm>
            <a:off x="4145200" y="1094448"/>
            <a:ext cx="0" cy="350400"/>
          </a:xfrm>
          <a:prstGeom prst="straightConnector1">
            <a:avLst/>
          </a:prstGeom>
          <a:noFill/>
          <a:ln cap="flat" cmpd="sng" w="38100">
            <a:solidFill>
              <a:schemeClr val="accent4"/>
            </a:solidFill>
            <a:prstDash val="solid"/>
            <a:round/>
            <a:headEnd len="med" w="med" type="none"/>
            <a:tailEnd len="med" w="med" type="triangle"/>
          </a:ln>
        </p:spPr>
      </p:cxnSp>
      <p:cxnSp>
        <p:nvCxnSpPr>
          <p:cNvPr id="2153" name="Google Shape;2153;p101"/>
          <p:cNvCxnSpPr/>
          <p:nvPr/>
        </p:nvCxnSpPr>
        <p:spPr>
          <a:xfrm>
            <a:off x="6575680" y="2266296"/>
            <a:ext cx="0" cy="350400"/>
          </a:xfrm>
          <a:prstGeom prst="straightConnector1">
            <a:avLst/>
          </a:prstGeom>
          <a:noFill/>
          <a:ln cap="flat" cmpd="sng" w="38100">
            <a:solidFill>
              <a:schemeClr val="accent4"/>
            </a:solidFill>
            <a:prstDash val="solid"/>
            <a:round/>
            <a:headEnd len="med" w="med" type="none"/>
            <a:tailEnd len="med" w="med" type="triangle"/>
          </a:ln>
        </p:spPr>
      </p:cxnSp>
      <p:cxnSp>
        <p:nvCxnSpPr>
          <p:cNvPr id="2154" name="Google Shape;2154;p101"/>
          <p:cNvCxnSpPr/>
          <p:nvPr/>
        </p:nvCxnSpPr>
        <p:spPr>
          <a:xfrm>
            <a:off x="2780128" y="3438192"/>
            <a:ext cx="0" cy="350400"/>
          </a:xfrm>
          <a:prstGeom prst="straightConnector1">
            <a:avLst/>
          </a:prstGeom>
          <a:noFill/>
          <a:ln cap="flat" cmpd="sng" w="38100">
            <a:solidFill>
              <a:schemeClr val="accent4"/>
            </a:solidFill>
            <a:prstDash val="solid"/>
            <a:round/>
            <a:headEnd len="med" w="med" type="none"/>
            <a:tailEnd len="med" w="med" type="triangle"/>
          </a:ln>
        </p:spPr>
      </p:cxnSp>
      <p:sp>
        <p:nvSpPr>
          <p:cNvPr id="2155" name="Google Shape;2155;p101"/>
          <p:cNvSpPr txBox="1"/>
          <p:nvPr>
            <p:ph idx="1" type="body"/>
          </p:nvPr>
        </p:nvSpPr>
        <p:spPr>
          <a:xfrm>
            <a:off x="324000" y="1492400"/>
            <a:ext cx="340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a:t>
            </a:r>
            <a:r>
              <a:rPr lang="en-GB"/>
              <a:t>)</a:t>
            </a:r>
            <a:endParaRPr/>
          </a:p>
        </p:txBody>
      </p:sp>
      <p:sp>
        <p:nvSpPr>
          <p:cNvPr id="2156" name="Google Shape;2156;p101"/>
          <p:cNvSpPr txBox="1"/>
          <p:nvPr>
            <p:ph idx="1" type="body"/>
          </p:nvPr>
        </p:nvSpPr>
        <p:spPr>
          <a:xfrm>
            <a:off x="324000" y="3883496"/>
            <a:ext cx="340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a:t>
            </a:r>
            <a:r>
              <a:rPr lang="en-GB"/>
              <a:t>)</a:t>
            </a:r>
            <a:endParaRPr/>
          </a:p>
        </p:txBody>
      </p:sp>
      <p:sp>
        <p:nvSpPr>
          <p:cNvPr id="2157" name="Google Shape;2157;p101"/>
          <p:cNvSpPr txBox="1"/>
          <p:nvPr>
            <p:ph idx="1" type="body"/>
          </p:nvPr>
        </p:nvSpPr>
        <p:spPr>
          <a:xfrm>
            <a:off x="3676800" y="2678744"/>
            <a:ext cx="340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b</a:t>
            </a:r>
            <a:r>
              <a:rPr lang="en-GB"/>
              <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1" name="Shape 2161"/>
        <p:cNvGrpSpPr/>
        <p:nvPr/>
      </p:nvGrpSpPr>
      <p:grpSpPr>
        <a:xfrm>
          <a:off x="0" y="0"/>
          <a:ext cx="0" cy="0"/>
          <a:chOff x="0" y="0"/>
          <a:chExt cx="0" cy="0"/>
        </a:xfrm>
      </p:grpSpPr>
      <p:sp>
        <p:nvSpPr>
          <p:cNvPr id="2162" name="Google Shape;2162;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Precision in engineering</a:t>
            </a:r>
            <a:endParaRPr/>
          </a:p>
        </p:txBody>
      </p:sp>
      <p:sp>
        <p:nvSpPr>
          <p:cNvPr id="2163" name="Google Shape;2163;p102"/>
          <p:cNvSpPr txBox="1"/>
          <p:nvPr>
            <p:ph idx="1" type="body"/>
          </p:nvPr>
        </p:nvSpPr>
        <p:spPr>
          <a:xfrm>
            <a:off x="324000" y="759300"/>
            <a:ext cx="6596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a:t>
            </a:r>
            <a:r>
              <a:rPr lang="en-GB"/>
              <a:t>) Use a rule of thumb to measure out the below:</a:t>
            </a:r>
            <a:endParaRPr/>
          </a:p>
        </p:txBody>
      </p:sp>
      <p:sp>
        <p:nvSpPr>
          <p:cNvPr id="2164" name="Google Shape;2164;p102"/>
          <p:cNvSpPr txBox="1"/>
          <p:nvPr>
            <p:ph idx="1" type="body"/>
          </p:nvPr>
        </p:nvSpPr>
        <p:spPr>
          <a:xfrm>
            <a:off x="324000" y="1187600"/>
            <a:ext cx="3008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One and three eighths of an inch.</a:t>
            </a:r>
            <a:endParaRPr/>
          </a:p>
        </p:txBody>
      </p:sp>
      <p:sp>
        <p:nvSpPr>
          <p:cNvPr id="2165" name="Google Shape;2165;p102"/>
          <p:cNvSpPr txBox="1"/>
          <p:nvPr>
            <p:ph idx="1" type="body"/>
          </p:nvPr>
        </p:nvSpPr>
        <p:spPr>
          <a:xfrm>
            <a:off x="3872625" y="1187600"/>
            <a:ext cx="3933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b</a:t>
            </a:r>
            <a:r>
              <a:rPr lang="en-GB"/>
              <a:t>) Two and three sixteenths of an inch.</a:t>
            </a:r>
            <a:endParaRPr/>
          </a:p>
        </p:txBody>
      </p:sp>
      <p:pic>
        <p:nvPicPr>
          <p:cNvPr id="2166" name="Google Shape;2166;p102"/>
          <p:cNvPicPr preferRelativeResize="0"/>
          <p:nvPr/>
        </p:nvPicPr>
        <p:blipFill>
          <a:blip r:embed="rId3">
            <a:alphaModFix/>
          </a:blip>
          <a:stretch>
            <a:fillRect/>
          </a:stretch>
        </p:blipFill>
        <p:spPr>
          <a:xfrm>
            <a:off x="3923084" y="3631831"/>
            <a:ext cx="1289722" cy="1188567"/>
          </a:xfrm>
          <a:prstGeom prst="rect">
            <a:avLst/>
          </a:prstGeom>
          <a:noFill/>
          <a:ln>
            <a:noFill/>
          </a:ln>
        </p:spPr>
      </p:pic>
      <p:pic>
        <p:nvPicPr>
          <p:cNvPr id="2167" name="Google Shape;2167;p102"/>
          <p:cNvPicPr preferRelativeResize="0"/>
          <p:nvPr/>
        </p:nvPicPr>
        <p:blipFill>
          <a:blip r:embed="rId3">
            <a:alphaModFix/>
          </a:blip>
          <a:stretch>
            <a:fillRect/>
          </a:stretch>
        </p:blipFill>
        <p:spPr>
          <a:xfrm>
            <a:off x="5235551" y="3631831"/>
            <a:ext cx="1289722" cy="1188567"/>
          </a:xfrm>
          <a:prstGeom prst="rect">
            <a:avLst/>
          </a:prstGeom>
          <a:noFill/>
          <a:ln>
            <a:noFill/>
          </a:ln>
        </p:spPr>
      </p:pic>
      <p:pic>
        <p:nvPicPr>
          <p:cNvPr id="2168" name="Google Shape;2168;p102"/>
          <p:cNvPicPr preferRelativeResize="0"/>
          <p:nvPr/>
        </p:nvPicPr>
        <p:blipFill>
          <a:blip r:embed="rId3">
            <a:alphaModFix/>
          </a:blip>
          <a:stretch>
            <a:fillRect/>
          </a:stretch>
        </p:blipFill>
        <p:spPr>
          <a:xfrm>
            <a:off x="6548018" y="3631831"/>
            <a:ext cx="1289722" cy="1188567"/>
          </a:xfrm>
          <a:prstGeom prst="rect">
            <a:avLst/>
          </a:prstGeom>
          <a:noFill/>
          <a:ln>
            <a:noFill/>
          </a:ln>
        </p:spPr>
      </p:pic>
      <p:pic>
        <p:nvPicPr>
          <p:cNvPr id="2169" name="Google Shape;2169;p102"/>
          <p:cNvPicPr preferRelativeResize="0"/>
          <p:nvPr/>
        </p:nvPicPr>
        <p:blipFill>
          <a:blip r:embed="rId4">
            <a:alphaModFix/>
          </a:blip>
          <a:stretch>
            <a:fillRect/>
          </a:stretch>
        </p:blipFill>
        <p:spPr>
          <a:xfrm>
            <a:off x="3935139" y="2849094"/>
            <a:ext cx="4845387" cy="686049"/>
          </a:xfrm>
          <a:prstGeom prst="rect">
            <a:avLst/>
          </a:prstGeom>
          <a:noFill/>
          <a:ln cap="flat" cmpd="sng" w="38100">
            <a:solidFill>
              <a:schemeClr val="dk1"/>
            </a:solidFill>
            <a:prstDash val="solid"/>
            <a:round/>
            <a:headEnd len="sm" w="sm" type="none"/>
            <a:tailEnd len="sm" w="sm" type="none"/>
          </a:ln>
        </p:spPr>
      </p:pic>
      <p:pic>
        <p:nvPicPr>
          <p:cNvPr id="2170" name="Google Shape;2170;p102"/>
          <p:cNvPicPr preferRelativeResize="0"/>
          <p:nvPr/>
        </p:nvPicPr>
        <p:blipFill>
          <a:blip r:embed="rId3">
            <a:alphaModFix/>
          </a:blip>
          <a:stretch>
            <a:fillRect/>
          </a:stretch>
        </p:blipFill>
        <p:spPr>
          <a:xfrm>
            <a:off x="363475" y="3631831"/>
            <a:ext cx="1289722" cy="1188567"/>
          </a:xfrm>
          <a:prstGeom prst="rect">
            <a:avLst/>
          </a:prstGeom>
          <a:noFill/>
          <a:ln>
            <a:noFill/>
          </a:ln>
        </p:spPr>
      </p:pic>
      <p:pic>
        <p:nvPicPr>
          <p:cNvPr id="2171" name="Google Shape;2171;p102"/>
          <p:cNvPicPr preferRelativeResize="0"/>
          <p:nvPr/>
        </p:nvPicPr>
        <p:blipFill>
          <a:blip r:embed="rId3">
            <a:alphaModFix/>
          </a:blip>
          <a:stretch>
            <a:fillRect/>
          </a:stretch>
        </p:blipFill>
        <p:spPr>
          <a:xfrm>
            <a:off x="1675942" y="3631831"/>
            <a:ext cx="1289722" cy="1188567"/>
          </a:xfrm>
          <a:prstGeom prst="rect">
            <a:avLst/>
          </a:prstGeom>
          <a:noFill/>
          <a:ln>
            <a:noFill/>
          </a:ln>
        </p:spPr>
      </p:pic>
      <p:pic>
        <p:nvPicPr>
          <p:cNvPr id="2172" name="Google Shape;2172;p102"/>
          <p:cNvPicPr preferRelativeResize="0"/>
          <p:nvPr/>
        </p:nvPicPr>
        <p:blipFill>
          <a:blip r:embed="rId4">
            <a:alphaModFix/>
          </a:blip>
          <a:stretch>
            <a:fillRect/>
          </a:stretch>
        </p:blipFill>
        <p:spPr>
          <a:xfrm>
            <a:off x="375534" y="2849094"/>
            <a:ext cx="3008612" cy="686049"/>
          </a:xfrm>
          <a:prstGeom prst="rect">
            <a:avLst/>
          </a:prstGeom>
          <a:noFill/>
          <a:ln cap="flat" cmpd="sng" w="38100">
            <a:solidFill>
              <a:schemeClr val="dk1"/>
            </a:solidFill>
            <a:prstDash val="solid"/>
            <a:round/>
            <a:headEnd len="sm" w="sm" type="none"/>
            <a:tailEnd len="sm" w="sm" type="none"/>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6" name="Shape 2176"/>
        <p:cNvGrpSpPr/>
        <p:nvPr/>
      </p:nvGrpSpPr>
      <p:grpSpPr>
        <a:xfrm>
          <a:off x="0" y="0"/>
          <a:ext cx="0" cy="0"/>
          <a:chOff x="0" y="0"/>
          <a:chExt cx="0" cy="0"/>
        </a:xfrm>
      </p:grpSpPr>
      <p:sp>
        <p:nvSpPr>
          <p:cNvPr id="2177" name="Google Shape;2177;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Precision in engineering</a:t>
            </a:r>
            <a:endParaRPr/>
          </a:p>
        </p:txBody>
      </p:sp>
      <p:sp>
        <p:nvSpPr>
          <p:cNvPr id="2178" name="Google Shape;2178;p103"/>
          <p:cNvSpPr txBox="1"/>
          <p:nvPr>
            <p:ph idx="4294967295" type="body"/>
          </p:nvPr>
        </p:nvSpPr>
        <p:spPr>
          <a:xfrm>
            <a:off x="3538848" y="907452"/>
            <a:ext cx="20529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One centimetre</a:t>
            </a:r>
            <a:endParaRPr sz="1800">
              <a:solidFill>
                <a:schemeClr val="accent4"/>
              </a:solidFill>
              <a:latin typeface="Times New Roman"/>
              <a:ea typeface="Times New Roman"/>
              <a:cs typeface="Times New Roman"/>
              <a:sym typeface="Times New Roman"/>
            </a:endParaRPr>
          </a:p>
        </p:txBody>
      </p:sp>
      <p:sp>
        <p:nvSpPr>
          <p:cNvPr id="2179" name="Google Shape;2179;p103"/>
          <p:cNvSpPr txBox="1"/>
          <p:nvPr>
            <p:ph idx="4294967295" type="body"/>
          </p:nvPr>
        </p:nvSpPr>
        <p:spPr>
          <a:xfrm>
            <a:off x="3538848" y="1461363"/>
            <a:ext cx="19854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One millimetre</a:t>
            </a:r>
            <a:endParaRPr sz="1800">
              <a:solidFill>
                <a:schemeClr val="accent4"/>
              </a:solidFill>
              <a:latin typeface="Times New Roman"/>
              <a:ea typeface="Times New Roman"/>
              <a:cs typeface="Times New Roman"/>
              <a:sym typeface="Times New Roman"/>
            </a:endParaRPr>
          </a:p>
        </p:txBody>
      </p:sp>
      <p:sp>
        <p:nvSpPr>
          <p:cNvPr id="2180" name="Google Shape;2180;p103"/>
          <p:cNvSpPr txBox="1"/>
          <p:nvPr>
            <p:ph idx="4294967295" type="body"/>
          </p:nvPr>
        </p:nvSpPr>
        <p:spPr>
          <a:xfrm>
            <a:off x="3538848" y="2053138"/>
            <a:ext cx="21357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One micrometre</a:t>
            </a:r>
            <a:endParaRPr sz="1800">
              <a:solidFill>
                <a:schemeClr val="accent4"/>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100}&quot;&gt;&lt;mfrac&gt;&lt;mn&gt;1&lt;/mn&gt;&lt;mn&gt;100&lt;/mn&gt;&lt;/mfrac&gt;&lt;/math&gt;" id="2181" name="Google Shape;2181;p103" title="1 over 100"/>
          <p:cNvPicPr preferRelativeResize="0"/>
          <p:nvPr/>
        </p:nvPicPr>
        <p:blipFill>
          <a:blip r:embed="rId3">
            <a:alphaModFix/>
          </a:blip>
          <a:stretch>
            <a:fillRect/>
          </a:stretch>
        </p:blipFill>
        <p:spPr>
          <a:xfrm>
            <a:off x="5414793" y="823273"/>
            <a:ext cx="345719" cy="427363"/>
          </a:xfrm>
          <a:prstGeom prst="rect">
            <a:avLst/>
          </a:prstGeom>
          <a:noFill/>
          <a:ln>
            <a:noFill/>
          </a:ln>
        </p:spPr>
      </p:pic>
      <p:pic>
        <p:nvPicPr>
          <p:cNvPr descr="&lt;math xmlns=&quot;http://www.w3.org/1998/Math/MathML&quot; display=&quot;block&quot; data-is-equatio=&quot;1&quot; data-latex=&quot;\frac{1}{1000}&quot;&gt;&lt;mfrac&gt;&lt;mn&gt;1&lt;/mn&gt;&lt;mn&gt;1000&lt;/mn&gt;&lt;/mfrac&gt;&lt;/math&gt;" id="2182" name="Google Shape;2182;p103" title="1 over 1000"/>
          <p:cNvPicPr preferRelativeResize="0"/>
          <p:nvPr/>
        </p:nvPicPr>
        <p:blipFill>
          <a:blip r:embed="rId4">
            <a:alphaModFix/>
          </a:blip>
          <a:stretch>
            <a:fillRect/>
          </a:stretch>
        </p:blipFill>
        <p:spPr>
          <a:xfrm>
            <a:off x="5412772" y="1393818"/>
            <a:ext cx="450386" cy="427363"/>
          </a:xfrm>
          <a:prstGeom prst="rect">
            <a:avLst/>
          </a:prstGeom>
          <a:noFill/>
          <a:ln>
            <a:noFill/>
          </a:ln>
        </p:spPr>
      </p:pic>
      <p:pic>
        <p:nvPicPr>
          <p:cNvPr descr="&lt;math xmlns=&quot;http://www.w3.org/1998/Math/MathML&quot; display=&quot;block&quot; data-is-equatio=&quot;1&quot; data-latex=&quot;\frac{1}{1\ 000\ 000}&quot;&gt;&lt;mfrac&gt;&lt;mn&gt;1&lt;/mn&gt;&lt;mrow&gt;&lt;mn&gt;1&lt;/mn&gt;&lt;mtext&gt;&lt;/mtext&gt;&lt;mn&gt;000&lt;/mn&gt;&lt;mtext&gt;&lt;/mtext&gt;&lt;mn&gt;000&lt;/mn&gt;&lt;/mrow&gt;&lt;/mfrac&gt;&lt;/math&gt;" id="2183" name="Google Shape;2183;p103" title="the fraction with numerator 1 and denominator 1 000 000"/>
          <p:cNvPicPr preferRelativeResize="0"/>
          <p:nvPr/>
        </p:nvPicPr>
        <p:blipFill>
          <a:blip r:embed="rId5">
            <a:alphaModFix/>
          </a:blip>
          <a:stretch>
            <a:fillRect/>
          </a:stretch>
        </p:blipFill>
        <p:spPr>
          <a:xfrm>
            <a:off x="5420067" y="1962613"/>
            <a:ext cx="875398" cy="427363"/>
          </a:xfrm>
          <a:prstGeom prst="rect">
            <a:avLst/>
          </a:prstGeom>
          <a:noFill/>
          <a:ln>
            <a:noFill/>
          </a:ln>
        </p:spPr>
      </p:pic>
      <p:sp>
        <p:nvSpPr>
          <p:cNvPr id="2184" name="Google Shape;2184;p103"/>
          <p:cNvSpPr txBox="1"/>
          <p:nvPr>
            <p:ph idx="4294967295" type="body"/>
          </p:nvPr>
        </p:nvSpPr>
        <p:spPr>
          <a:xfrm>
            <a:off x="5801856" y="882517"/>
            <a:ext cx="2784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m</a:t>
            </a:r>
            <a:endParaRPr>
              <a:solidFill>
                <a:schemeClr val="accent4"/>
              </a:solidFill>
              <a:latin typeface="Times New Roman"/>
              <a:ea typeface="Times New Roman"/>
              <a:cs typeface="Times New Roman"/>
              <a:sym typeface="Times New Roman"/>
            </a:endParaRPr>
          </a:p>
        </p:txBody>
      </p:sp>
      <p:sp>
        <p:nvSpPr>
          <p:cNvPr id="2185" name="Google Shape;2185;p103"/>
          <p:cNvSpPr txBox="1"/>
          <p:nvPr>
            <p:ph idx="4294967295" type="body"/>
          </p:nvPr>
        </p:nvSpPr>
        <p:spPr>
          <a:xfrm>
            <a:off x="5923909" y="1492785"/>
            <a:ext cx="2784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m</a:t>
            </a:r>
            <a:endParaRPr>
              <a:solidFill>
                <a:schemeClr val="accent4"/>
              </a:solidFill>
              <a:latin typeface="Times New Roman"/>
              <a:ea typeface="Times New Roman"/>
              <a:cs typeface="Times New Roman"/>
              <a:sym typeface="Times New Roman"/>
            </a:endParaRPr>
          </a:p>
        </p:txBody>
      </p:sp>
      <p:sp>
        <p:nvSpPr>
          <p:cNvPr id="2186" name="Google Shape;2186;p103"/>
          <p:cNvSpPr txBox="1"/>
          <p:nvPr>
            <p:ph idx="4294967295" type="body"/>
          </p:nvPr>
        </p:nvSpPr>
        <p:spPr>
          <a:xfrm>
            <a:off x="6351096" y="2065168"/>
            <a:ext cx="2784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m</a:t>
            </a:r>
            <a:endParaRPr>
              <a:solidFill>
                <a:schemeClr val="accent4"/>
              </a:solidFill>
              <a:latin typeface="Times New Roman"/>
              <a:ea typeface="Times New Roman"/>
              <a:cs typeface="Times New Roman"/>
              <a:sym typeface="Times New Roman"/>
            </a:endParaRPr>
          </a:p>
        </p:txBody>
      </p:sp>
      <p:sp>
        <p:nvSpPr>
          <p:cNvPr id="2187" name="Google Shape;2187;p103"/>
          <p:cNvSpPr txBox="1"/>
          <p:nvPr>
            <p:ph idx="4294967295" type="body"/>
          </p:nvPr>
        </p:nvSpPr>
        <p:spPr>
          <a:xfrm>
            <a:off x="7536029" y="888234"/>
            <a:ext cx="1224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1 × 10</a:t>
            </a:r>
            <a:r>
              <a:rPr baseline="30000" lang="en-GB">
                <a:latin typeface="Times New Roman"/>
                <a:ea typeface="Times New Roman"/>
                <a:cs typeface="Times New Roman"/>
                <a:sym typeface="Times New Roman"/>
              </a:rPr>
              <a:t>−2</a:t>
            </a:r>
            <a:r>
              <a:rPr lang="en-GB">
                <a:latin typeface="Times New Roman"/>
                <a:ea typeface="Times New Roman"/>
                <a:cs typeface="Times New Roman"/>
                <a:sym typeface="Times New Roman"/>
              </a:rPr>
              <a:t> m</a:t>
            </a:r>
            <a:endParaRPr>
              <a:solidFill>
                <a:schemeClr val="accent4"/>
              </a:solidFill>
              <a:latin typeface="Times New Roman"/>
              <a:ea typeface="Times New Roman"/>
              <a:cs typeface="Times New Roman"/>
              <a:sym typeface="Times New Roman"/>
            </a:endParaRPr>
          </a:p>
        </p:txBody>
      </p:sp>
      <p:sp>
        <p:nvSpPr>
          <p:cNvPr id="2188" name="Google Shape;2188;p103"/>
          <p:cNvSpPr txBox="1"/>
          <p:nvPr>
            <p:ph idx="4294967295" type="body"/>
          </p:nvPr>
        </p:nvSpPr>
        <p:spPr>
          <a:xfrm>
            <a:off x="7536029" y="1452219"/>
            <a:ext cx="1224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1 × 10</a:t>
            </a:r>
            <a:r>
              <a:rPr baseline="30000" lang="en-GB">
                <a:latin typeface="Times New Roman"/>
                <a:ea typeface="Times New Roman"/>
                <a:cs typeface="Times New Roman"/>
                <a:sym typeface="Times New Roman"/>
              </a:rPr>
              <a:t>−3</a:t>
            </a:r>
            <a:r>
              <a:rPr lang="en-GB">
                <a:latin typeface="Times New Roman"/>
                <a:ea typeface="Times New Roman"/>
                <a:cs typeface="Times New Roman"/>
                <a:sym typeface="Times New Roman"/>
              </a:rPr>
              <a:t> m</a:t>
            </a:r>
            <a:endParaRPr>
              <a:solidFill>
                <a:schemeClr val="accent4"/>
              </a:solidFill>
              <a:latin typeface="Times New Roman"/>
              <a:ea typeface="Times New Roman"/>
              <a:cs typeface="Times New Roman"/>
              <a:sym typeface="Times New Roman"/>
            </a:endParaRPr>
          </a:p>
        </p:txBody>
      </p:sp>
      <p:sp>
        <p:nvSpPr>
          <p:cNvPr id="2189" name="Google Shape;2189;p103"/>
          <p:cNvSpPr txBox="1"/>
          <p:nvPr>
            <p:ph idx="4294967295" type="body"/>
          </p:nvPr>
        </p:nvSpPr>
        <p:spPr>
          <a:xfrm>
            <a:off x="7536029" y="2036174"/>
            <a:ext cx="1224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1 × 10</a:t>
            </a:r>
            <a:r>
              <a:rPr baseline="30000" lang="en-GB">
                <a:latin typeface="Times New Roman"/>
                <a:ea typeface="Times New Roman"/>
                <a:cs typeface="Times New Roman"/>
                <a:sym typeface="Times New Roman"/>
              </a:rPr>
              <a:t>−6</a:t>
            </a:r>
            <a:r>
              <a:rPr lang="en-GB">
                <a:latin typeface="Times New Roman"/>
                <a:ea typeface="Times New Roman"/>
                <a:cs typeface="Times New Roman"/>
                <a:sym typeface="Times New Roman"/>
              </a:rPr>
              <a:t> m</a:t>
            </a:r>
            <a:endParaRPr>
              <a:solidFill>
                <a:schemeClr val="accent4"/>
              </a:solidFill>
              <a:latin typeface="Times New Roman"/>
              <a:ea typeface="Times New Roman"/>
              <a:cs typeface="Times New Roman"/>
              <a:sym typeface="Times New Roman"/>
            </a:endParaRPr>
          </a:p>
        </p:txBody>
      </p:sp>
      <p:sp>
        <p:nvSpPr>
          <p:cNvPr id="2190" name="Google Shape;2190;p103"/>
          <p:cNvSpPr txBox="1"/>
          <p:nvPr>
            <p:ph idx="4294967295" type="body"/>
          </p:nvPr>
        </p:nvSpPr>
        <p:spPr>
          <a:xfrm>
            <a:off x="324000" y="806600"/>
            <a:ext cx="2135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3) a) How many millimetres in a centimetre?</a:t>
            </a:r>
            <a:endParaRPr>
              <a:solidFill>
                <a:schemeClr val="accent4"/>
              </a:solidFill>
              <a:latin typeface="Times New Roman"/>
              <a:ea typeface="Times New Roman"/>
              <a:cs typeface="Times New Roman"/>
              <a:sym typeface="Times New Roman"/>
            </a:endParaRPr>
          </a:p>
        </p:txBody>
      </p:sp>
      <p:sp>
        <p:nvSpPr>
          <p:cNvPr id="2191" name="Google Shape;2191;p103"/>
          <p:cNvSpPr txBox="1"/>
          <p:nvPr>
            <p:ph idx="4294967295" type="body"/>
          </p:nvPr>
        </p:nvSpPr>
        <p:spPr>
          <a:xfrm>
            <a:off x="324000" y="2102000"/>
            <a:ext cx="2276700" cy="826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b</a:t>
            </a:r>
            <a:r>
              <a:rPr lang="en-GB" sz="2000"/>
              <a:t>) How many micrometres in a millimetre?</a:t>
            </a:r>
            <a:endParaRPr>
              <a:solidFill>
                <a:schemeClr val="accent4"/>
              </a:solidFill>
              <a:latin typeface="Times New Roman"/>
              <a:ea typeface="Times New Roman"/>
              <a:cs typeface="Times New Roman"/>
              <a:sym typeface="Times New Roman"/>
            </a:endParaRPr>
          </a:p>
        </p:txBody>
      </p:sp>
      <p:sp>
        <p:nvSpPr>
          <p:cNvPr id="2192" name="Google Shape;2192;p103"/>
          <p:cNvSpPr txBox="1"/>
          <p:nvPr>
            <p:ph idx="4294967295" type="body"/>
          </p:nvPr>
        </p:nvSpPr>
        <p:spPr>
          <a:xfrm>
            <a:off x="324000" y="3245000"/>
            <a:ext cx="58782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c</a:t>
            </a:r>
            <a:r>
              <a:rPr lang="en-GB" sz="2000"/>
              <a:t>) How many micrometres in a centimetre?</a:t>
            </a:r>
            <a:endParaRPr>
              <a:solidFill>
                <a:schemeClr val="accent4"/>
              </a:solidFill>
              <a:latin typeface="Times New Roman"/>
              <a:ea typeface="Times New Roman"/>
              <a:cs typeface="Times New Roman"/>
              <a:sym typeface="Times New Roman"/>
            </a:endParaRPr>
          </a:p>
        </p:txBody>
      </p:sp>
      <p:sp>
        <p:nvSpPr>
          <p:cNvPr id="2193" name="Google Shape;2193;p103"/>
          <p:cNvSpPr txBox="1"/>
          <p:nvPr>
            <p:ph idx="4294967295" type="body"/>
          </p:nvPr>
        </p:nvSpPr>
        <p:spPr>
          <a:xfrm>
            <a:off x="324000" y="3930800"/>
            <a:ext cx="68553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d</a:t>
            </a:r>
            <a:r>
              <a:rPr lang="en-GB" sz="2000"/>
              <a:t>) Engineers can laser cut to a precision of </a:t>
            </a:r>
            <a:r>
              <a:rPr lang="en-GB">
                <a:latin typeface="Times New Roman"/>
                <a:ea typeface="Times New Roman"/>
                <a:cs typeface="Times New Roman"/>
                <a:sym typeface="Times New Roman"/>
              </a:rPr>
              <a:t>2.5 × 10</a:t>
            </a:r>
            <a:r>
              <a:rPr baseline="30000" lang="en-GB">
                <a:latin typeface="Times New Roman"/>
                <a:ea typeface="Times New Roman"/>
                <a:cs typeface="Times New Roman"/>
                <a:sym typeface="Times New Roman"/>
              </a:rPr>
              <a:t>−5</a:t>
            </a:r>
            <a:r>
              <a:rPr lang="en-GB">
                <a:latin typeface="Times New Roman"/>
                <a:ea typeface="Times New Roman"/>
                <a:cs typeface="Times New Roman"/>
                <a:sym typeface="Times New Roman"/>
              </a:rPr>
              <a:t> m</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GB" sz="2000"/>
              <a:t>What fraction of a centimetre is this?</a:t>
            </a:r>
            <a:endParaRPr>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7" name="Shape 2197"/>
        <p:cNvGrpSpPr/>
        <p:nvPr/>
      </p:nvGrpSpPr>
      <p:grpSpPr>
        <a:xfrm>
          <a:off x="0" y="0"/>
          <a:ext cx="0" cy="0"/>
          <a:chOff x="0" y="0"/>
          <a:chExt cx="0" cy="0"/>
        </a:xfrm>
      </p:grpSpPr>
      <p:pic>
        <p:nvPicPr>
          <p:cNvPr descr="&lt;math xmlns=&quot;http://www.w3.org/1998/Math/MathML&quot; display=&quot;block&quot; data-is-equatio=&quot;1&quot; data-latex=&quot;1\frac{3}{4}&quot;&gt;&lt;mn&gt;1&lt;/mn&gt;&lt;mfrac&gt;&lt;mn&gt;3&lt;/mn&gt;&lt;mn&gt;4&lt;/mn&gt;&lt;/mfrac&gt;&lt;/math&gt;" id="2198" name="Google Shape;2198;p104" title="1 and three fourths"/>
          <p:cNvPicPr preferRelativeResize="0"/>
          <p:nvPr/>
        </p:nvPicPr>
        <p:blipFill>
          <a:blip r:embed="rId3">
            <a:alphaModFix/>
          </a:blip>
          <a:stretch>
            <a:fillRect/>
          </a:stretch>
        </p:blipFill>
        <p:spPr>
          <a:xfrm>
            <a:off x="6440100" y="1558201"/>
            <a:ext cx="349973" cy="639280"/>
          </a:xfrm>
          <a:prstGeom prst="rect">
            <a:avLst/>
          </a:prstGeom>
          <a:noFill/>
          <a:ln>
            <a:noFill/>
          </a:ln>
        </p:spPr>
      </p:pic>
      <p:pic>
        <p:nvPicPr>
          <p:cNvPr descr="&lt;math xmlns=&quot;http://www.w3.org/1998/Math/MathML&quot; display=&quot;block&quot; data-is-equatio=&quot;1&quot; data-latex=&quot;1\frac{3}{8}&quot;&gt;&lt;mn&gt;1&lt;/mn&gt;&lt;mfrac&gt;&lt;mn&gt;3&lt;/mn&gt;&lt;mn&gt;8&lt;/mn&gt;&lt;/mfrac&gt;&lt;/math&gt;" id="2199" name="Google Shape;2199;p104" title="1 and three eighths"/>
          <p:cNvPicPr preferRelativeResize="0"/>
          <p:nvPr/>
        </p:nvPicPr>
        <p:blipFill>
          <a:blip r:embed="rId4">
            <a:alphaModFix/>
          </a:blip>
          <a:stretch>
            <a:fillRect/>
          </a:stretch>
        </p:blipFill>
        <p:spPr>
          <a:xfrm>
            <a:off x="2362842" y="2770392"/>
            <a:ext cx="354639" cy="648613"/>
          </a:xfrm>
          <a:prstGeom prst="rect">
            <a:avLst/>
          </a:prstGeom>
          <a:noFill/>
          <a:ln>
            <a:noFill/>
          </a:ln>
        </p:spPr>
      </p:pic>
      <p:sp>
        <p:nvSpPr>
          <p:cNvPr id="2200" name="Google Shape;2200;p10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Precision in engineering</a:t>
            </a:r>
            <a:endParaRPr/>
          </a:p>
        </p:txBody>
      </p:sp>
      <p:grpSp>
        <p:nvGrpSpPr>
          <p:cNvPr id="2201" name="Google Shape;2201;p104"/>
          <p:cNvGrpSpPr/>
          <p:nvPr/>
        </p:nvGrpSpPr>
        <p:grpSpPr>
          <a:xfrm>
            <a:off x="4103684" y="2599158"/>
            <a:ext cx="4813020" cy="1111483"/>
            <a:chOff x="446076" y="3182725"/>
            <a:chExt cx="8145235" cy="1881000"/>
          </a:xfrm>
        </p:grpSpPr>
        <p:grpSp>
          <p:nvGrpSpPr>
            <p:cNvPr id="2202" name="Google Shape;2202;p104"/>
            <p:cNvGrpSpPr/>
            <p:nvPr/>
          </p:nvGrpSpPr>
          <p:grpSpPr>
            <a:xfrm>
              <a:off x="446076" y="3182725"/>
              <a:ext cx="8145235" cy="1881000"/>
              <a:chOff x="446076" y="1277725"/>
              <a:chExt cx="8145235" cy="1881000"/>
            </a:xfrm>
          </p:grpSpPr>
          <p:cxnSp>
            <p:nvCxnSpPr>
              <p:cNvPr id="2203" name="Google Shape;2203;p104"/>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204" name="Google Shape;2204;p104"/>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205" name="Google Shape;2205;p104"/>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206" name="Google Shape;2206;p104"/>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207" name="Google Shape;2207;p104"/>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2208" name="Google Shape;2208;p104"/>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9" name="Google Shape;2209;p104"/>
              <p:cNvSpPr/>
              <p:nvPr/>
            </p:nvSpPr>
            <p:spPr>
              <a:xfrm>
                <a:off x="8083412" y="1277725"/>
                <a:ext cx="507900" cy="1881000"/>
              </a:xfrm>
              <a:prstGeom prst="rect">
                <a:avLst/>
              </a:prstGeom>
              <a:solidFill>
                <a:srgbClr val="F2EEFA"/>
              </a:solidFill>
              <a:ln cap="flat" cmpd="sng" w="9525">
                <a:solidFill>
                  <a:srgbClr val="F2EE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10" name="Google Shape;2210;p104"/>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11" name="Google Shape;2211;p104"/>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12" name="Google Shape;2212;p104"/>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13" name="Google Shape;2213;p104"/>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14" name="Google Shape;2214;p104"/>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215" name="Google Shape;2215;p104"/>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216" name="Google Shape;2216;p104"/>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217" name="Google Shape;2217;p104"/>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218" name="Google Shape;2218;p104"/>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19" name="Google Shape;2219;p104"/>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20" name="Google Shape;2220;p104"/>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21" name="Google Shape;2221;p104"/>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22" name="Google Shape;2222;p104"/>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223" name="Google Shape;2223;p104"/>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224" name="Google Shape;2224;p104"/>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225" name="Google Shape;2225;p104"/>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226" name="Google Shape;2226;p104"/>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27" name="Google Shape;2227;p104"/>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28" name="Google Shape;2228;p104"/>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29" name="Google Shape;2229;p104"/>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30" name="Google Shape;2230;p104"/>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231" name="Google Shape;2231;p104"/>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32" name="Google Shape;2232;p104"/>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2233" name="Google Shape;2233;p104"/>
            <p:cNvGrpSpPr/>
            <p:nvPr/>
          </p:nvGrpSpPr>
          <p:grpSpPr>
            <a:xfrm>
              <a:off x="768956" y="4147459"/>
              <a:ext cx="6448682" cy="391642"/>
              <a:chOff x="755155" y="2224715"/>
              <a:chExt cx="6446748" cy="419137"/>
            </a:xfrm>
          </p:grpSpPr>
          <p:sp>
            <p:nvSpPr>
              <p:cNvPr id="2234" name="Google Shape;2234;p104"/>
              <p:cNvSpPr txBox="1"/>
              <p:nvPr/>
            </p:nvSpPr>
            <p:spPr>
              <a:xfrm>
                <a:off x="755155"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solidFill>
                    <a:schemeClr val="dk1"/>
                  </a:solidFill>
                  <a:latin typeface="Times New Roman"/>
                  <a:ea typeface="Times New Roman"/>
                  <a:cs typeface="Times New Roman"/>
                  <a:sym typeface="Times New Roman"/>
                </a:endParaRPr>
              </a:p>
            </p:txBody>
          </p:sp>
          <p:sp>
            <p:nvSpPr>
              <p:cNvPr id="2235" name="Google Shape;2235;p104"/>
              <p:cNvSpPr txBox="1"/>
              <p:nvPr/>
            </p:nvSpPr>
            <p:spPr>
              <a:xfrm>
                <a:off x="1296671" y="2224715"/>
                <a:ext cx="7833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in</a:t>
                </a:r>
                <a:endParaRPr sz="2000">
                  <a:solidFill>
                    <a:schemeClr val="dk1"/>
                  </a:solidFill>
                  <a:latin typeface="Times New Roman"/>
                  <a:ea typeface="Times New Roman"/>
                  <a:cs typeface="Times New Roman"/>
                  <a:sym typeface="Times New Roman"/>
                </a:endParaRPr>
              </a:p>
            </p:txBody>
          </p:sp>
          <p:sp>
            <p:nvSpPr>
              <p:cNvPr id="2236" name="Google Shape;2236;p104"/>
              <p:cNvSpPr txBox="1"/>
              <p:nvPr/>
            </p:nvSpPr>
            <p:spPr>
              <a:xfrm>
                <a:off x="28270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2237" name="Google Shape;2237;p104"/>
              <p:cNvSpPr txBox="1"/>
              <p:nvPr/>
            </p:nvSpPr>
            <p:spPr>
              <a:xfrm>
                <a:off x="48844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238" name="Google Shape;2238;p104"/>
              <p:cNvSpPr txBox="1"/>
              <p:nvPr/>
            </p:nvSpPr>
            <p:spPr>
              <a:xfrm>
                <a:off x="69418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a:t>
                </a:r>
                <a:endParaRPr sz="2000">
                  <a:solidFill>
                    <a:schemeClr val="dk1"/>
                  </a:solidFill>
                  <a:latin typeface="Times New Roman"/>
                  <a:ea typeface="Times New Roman"/>
                  <a:cs typeface="Times New Roman"/>
                  <a:sym typeface="Times New Roman"/>
                </a:endParaRPr>
              </a:p>
            </p:txBody>
          </p:sp>
        </p:grpSp>
      </p:grpSp>
      <p:sp>
        <p:nvSpPr>
          <p:cNvPr id="2239" name="Google Shape;2239;p104"/>
          <p:cNvSpPr txBox="1"/>
          <p:nvPr>
            <p:ph idx="1" type="body"/>
          </p:nvPr>
        </p:nvSpPr>
        <p:spPr>
          <a:xfrm>
            <a:off x="324000" y="759300"/>
            <a:ext cx="3429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Read these measures.</a:t>
            </a:r>
            <a:endParaRPr/>
          </a:p>
        </p:txBody>
      </p:sp>
      <p:grpSp>
        <p:nvGrpSpPr>
          <p:cNvPr id="2240" name="Google Shape;2240;p104"/>
          <p:cNvGrpSpPr/>
          <p:nvPr/>
        </p:nvGrpSpPr>
        <p:grpSpPr>
          <a:xfrm>
            <a:off x="750884" y="3789462"/>
            <a:ext cx="4813020" cy="1111483"/>
            <a:chOff x="446076" y="3182725"/>
            <a:chExt cx="8145235" cy="1881000"/>
          </a:xfrm>
        </p:grpSpPr>
        <p:grpSp>
          <p:nvGrpSpPr>
            <p:cNvPr id="2241" name="Google Shape;2241;p104"/>
            <p:cNvGrpSpPr/>
            <p:nvPr/>
          </p:nvGrpSpPr>
          <p:grpSpPr>
            <a:xfrm>
              <a:off x="446076" y="3182725"/>
              <a:ext cx="8145235" cy="1881000"/>
              <a:chOff x="446076" y="1277725"/>
              <a:chExt cx="8145235" cy="1881000"/>
            </a:xfrm>
          </p:grpSpPr>
          <p:cxnSp>
            <p:nvCxnSpPr>
              <p:cNvPr id="2242" name="Google Shape;2242;p104"/>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243" name="Google Shape;2243;p104"/>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244" name="Google Shape;2244;p104"/>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245" name="Google Shape;2245;p104"/>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246" name="Google Shape;2246;p104"/>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2247" name="Google Shape;2247;p104"/>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48" name="Google Shape;2248;p104"/>
              <p:cNvSpPr/>
              <p:nvPr/>
            </p:nvSpPr>
            <p:spPr>
              <a:xfrm>
                <a:off x="8083412" y="1277725"/>
                <a:ext cx="507900" cy="1881000"/>
              </a:xfrm>
              <a:prstGeom prst="rect">
                <a:avLst/>
              </a:prstGeom>
              <a:solidFill>
                <a:srgbClr val="F2EEFA"/>
              </a:solidFill>
              <a:ln cap="flat" cmpd="sng" w="9525">
                <a:solidFill>
                  <a:srgbClr val="F2EE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49" name="Google Shape;2249;p104"/>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50" name="Google Shape;2250;p104"/>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51" name="Google Shape;2251;p104"/>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52" name="Google Shape;2252;p104"/>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53" name="Google Shape;2253;p104"/>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254" name="Google Shape;2254;p104"/>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255" name="Google Shape;2255;p104"/>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256" name="Google Shape;2256;p104"/>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257" name="Google Shape;2257;p104"/>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58" name="Google Shape;2258;p104"/>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59" name="Google Shape;2259;p104"/>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60" name="Google Shape;2260;p104"/>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61" name="Google Shape;2261;p104"/>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262" name="Google Shape;2262;p104"/>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263" name="Google Shape;2263;p104"/>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264" name="Google Shape;2264;p104"/>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265" name="Google Shape;2265;p104"/>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66" name="Google Shape;2266;p104"/>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67" name="Google Shape;2267;p104"/>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68" name="Google Shape;2268;p104"/>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69" name="Google Shape;2269;p104"/>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270" name="Google Shape;2270;p104"/>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71" name="Google Shape;2271;p104"/>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2272" name="Google Shape;2272;p104"/>
            <p:cNvGrpSpPr/>
            <p:nvPr/>
          </p:nvGrpSpPr>
          <p:grpSpPr>
            <a:xfrm>
              <a:off x="768956" y="4147459"/>
              <a:ext cx="6448682" cy="391642"/>
              <a:chOff x="755155" y="2224715"/>
              <a:chExt cx="6446748" cy="419137"/>
            </a:xfrm>
          </p:grpSpPr>
          <p:sp>
            <p:nvSpPr>
              <p:cNvPr id="2273" name="Google Shape;2273;p104"/>
              <p:cNvSpPr txBox="1"/>
              <p:nvPr/>
            </p:nvSpPr>
            <p:spPr>
              <a:xfrm>
                <a:off x="755155"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solidFill>
                    <a:schemeClr val="dk1"/>
                  </a:solidFill>
                  <a:latin typeface="Times New Roman"/>
                  <a:ea typeface="Times New Roman"/>
                  <a:cs typeface="Times New Roman"/>
                  <a:sym typeface="Times New Roman"/>
                </a:endParaRPr>
              </a:p>
            </p:txBody>
          </p:sp>
          <p:sp>
            <p:nvSpPr>
              <p:cNvPr id="2274" name="Google Shape;2274;p104"/>
              <p:cNvSpPr txBox="1"/>
              <p:nvPr/>
            </p:nvSpPr>
            <p:spPr>
              <a:xfrm>
                <a:off x="1296671" y="2224715"/>
                <a:ext cx="7833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in</a:t>
                </a:r>
                <a:endParaRPr sz="2000">
                  <a:solidFill>
                    <a:schemeClr val="dk1"/>
                  </a:solidFill>
                  <a:latin typeface="Times New Roman"/>
                  <a:ea typeface="Times New Roman"/>
                  <a:cs typeface="Times New Roman"/>
                  <a:sym typeface="Times New Roman"/>
                </a:endParaRPr>
              </a:p>
            </p:txBody>
          </p:sp>
          <p:sp>
            <p:nvSpPr>
              <p:cNvPr id="2275" name="Google Shape;2275;p104"/>
              <p:cNvSpPr txBox="1"/>
              <p:nvPr/>
            </p:nvSpPr>
            <p:spPr>
              <a:xfrm>
                <a:off x="28270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2276" name="Google Shape;2276;p104"/>
              <p:cNvSpPr txBox="1"/>
              <p:nvPr/>
            </p:nvSpPr>
            <p:spPr>
              <a:xfrm>
                <a:off x="48844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277" name="Google Shape;2277;p104"/>
              <p:cNvSpPr txBox="1"/>
              <p:nvPr/>
            </p:nvSpPr>
            <p:spPr>
              <a:xfrm>
                <a:off x="69418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a:t>
                </a:r>
                <a:endParaRPr sz="2000">
                  <a:solidFill>
                    <a:schemeClr val="dk1"/>
                  </a:solidFill>
                  <a:latin typeface="Times New Roman"/>
                  <a:ea typeface="Times New Roman"/>
                  <a:cs typeface="Times New Roman"/>
                  <a:sym typeface="Times New Roman"/>
                </a:endParaRPr>
              </a:p>
            </p:txBody>
          </p:sp>
        </p:grpSp>
      </p:grpSp>
      <p:grpSp>
        <p:nvGrpSpPr>
          <p:cNvPr id="2278" name="Google Shape;2278;p104"/>
          <p:cNvGrpSpPr/>
          <p:nvPr/>
        </p:nvGrpSpPr>
        <p:grpSpPr>
          <a:xfrm>
            <a:off x="750884" y="1408854"/>
            <a:ext cx="4813020" cy="1111483"/>
            <a:chOff x="446076" y="3182725"/>
            <a:chExt cx="8145235" cy="1881000"/>
          </a:xfrm>
        </p:grpSpPr>
        <p:grpSp>
          <p:nvGrpSpPr>
            <p:cNvPr id="2279" name="Google Shape;2279;p104"/>
            <p:cNvGrpSpPr/>
            <p:nvPr/>
          </p:nvGrpSpPr>
          <p:grpSpPr>
            <a:xfrm>
              <a:off x="446076" y="3182725"/>
              <a:ext cx="8145235" cy="1881000"/>
              <a:chOff x="446076" y="1277725"/>
              <a:chExt cx="8145235" cy="1881000"/>
            </a:xfrm>
          </p:grpSpPr>
          <p:cxnSp>
            <p:nvCxnSpPr>
              <p:cNvPr id="2280" name="Google Shape;2280;p104"/>
              <p:cNvCxnSpPr/>
              <p:nvPr/>
            </p:nvCxnSpPr>
            <p:spPr>
              <a:xfrm>
                <a:off x="1040014"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281" name="Google Shape;2281;p104"/>
              <p:cNvCxnSpPr/>
              <p:nvPr/>
            </p:nvCxnSpPr>
            <p:spPr>
              <a:xfrm>
                <a:off x="15569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282" name="Google Shape;2282;p104"/>
              <p:cNvCxnSpPr/>
              <p:nvPr/>
            </p:nvCxnSpPr>
            <p:spPr>
              <a:xfrm>
                <a:off x="31075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283" name="Google Shape;2283;p104"/>
              <p:cNvCxnSpPr/>
              <p:nvPr/>
            </p:nvCxnSpPr>
            <p:spPr>
              <a:xfrm>
                <a:off x="20738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284" name="Google Shape;2284;p104"/>
              <p:cNvCxnSpPr/>
              <p:nvPr/>
            </p:nvCxnSpPr>
            <p:spPr>
              <a:xfrm>
                <a:off x="2590703" y="1408175"/>
                <a:ext cx="0" cy="547500"/>
              </a:xfrm>
              <a:prstGeom prst="straightConnector1">
                <a:avLst/>
              </a:prstGeom>
              <a:noFill/>
              <a:ln cap="flat" cmpd="sng" w="28575">
                <a:solidFill>
                  <a:schemeClr val="dk1"/>
                </a:solidFill>
                <a:prstDash val="solid"/>
                <a:round/>
                <a:headEnd len="med" w="med" type="none"/>
                <a:tailEnd len="med" w="med" type="none"/>
              </a:ln>
            </p:spPr>
          </p:cxnSp>
          <p:sp>
            <p:nvSpPr>
              <p:cNvPr id="2285" name="Google Shape;2285;p104"/>
              <p:cNvSpPr/>
              <p:nvPr/>
            </p:nvSpPr>
            <p:spPr>
              <a:xfrm>
                <a:off x="446076" y="1411276"/>
                <a:ext cx="8015400" cy="160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86" name="Google Shape;2286;p104"/>
              <p:cNvSpPr/>
              <p:nvPr/>
            </p:nvSpPr>
            <p:spPr>
              <a:xfrm>
                <a:off x="8083412" y="1277725"/>
                <a:ext cx="507900" cy="1881000"/>
              </a:xfrm>
              <a:prstGeom prst="rect">
                <a:avLst/>
              </a:prstGeom>
              <a:solidFill>
                <a:srgbClr val="EDE9F4"/>
              </a:solidFill>
              <a:ln cap="flat" cmpd="sng" w="9525">
                <a:solidFill>
                  <a:srgbClr val="F2EE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87" name="Google Shape;2287;p104"/>
              <p:cNvCxnSpPr/>
              <p:nvPr/>
            </p:nvCxnSpPr>
            <p:spPr>
              <a:xfrm>
                <a:off x="12984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88" name="Google Shape;2288;p104"/>
              <p:cNvCxnSpPr/>
              <p:nvPr/>
            </p:nvCxnSpPr>
            <p:spPr>
              <a:xfrm>
                <a:off x="23322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89" name="Google Shape;2289;p104"/>
              <p:cNvCxnSpPr/>
              <p:nvPr/>
            </p:nvCxnSpPr>
            <p:spPr>
              <a:xfrm>
                <a:off x="18153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90" name="Google Shape;2290;p104"/>
              <p:cNvCxnSpPr/>
              <p:nvPr/>
            </p:nvCxnSpPr>
            <p:spPr>
              <a:xfrm>
                <a:off x="28491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91" name="Google Shape;2291;p104"/>
              <p:cNvCxnSpPr/>
              <p:nvPr/>
            </p:nvCxnSpPr>
            <p:spPr>
              <a:xfrm>
                <a:off x="36143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292" name="Google Shape;2292;p104"/>
              <p:cNvCxnSpPr/>
              <p:nvPr/>
            </p:nvCxnSpPr>
            <p:spPr>
              <a:xfrm>
                <a:off x="51649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293" name="Google Shape;2293;p104"/>
              <p:cNvCxnSpPr/>
              <p:nvPr/>
            </p:nvCxnSpPr>
            <p:spPr>
              <a:xfrm>
                <a:off x="41312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294" name="Google Shape;2294;p104"/>
              <p:cNvCxnSpPr/>
              <p:nvPr/>
            </p:nvCxnSpPr>
            <p:spPr>
              <a:xfrm>
                <a:off x="46481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295" name="Google Shape;2295;p104"/>
              <p:cNvCxnSpPr/>
              <p:nvPr/>
            </p:nvCxnSpPr>
            <p:spPr>
              <a:xfrm>
                <a:off x="33558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96" name="Google Shape;2296;p104"/>
              <p:cNvCxnSpPr/>
              <p:nvPr/>
            </p:nvCxnSpPr>
            <p:spPr>
              <a:xfrm>
                <a:off x="43896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97" name="Google Shape;2297;p104"/>
              <p:cNvCxnSpPr/>
              <p:nvPr/>
            </p:nvCxnSpPr>
            <p:spPr>
              <a:xfrm>
                <a:off x="38727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98" name="Google Shape;2298;p104"/>
              <p:cNvCxnSpPr/>
              <p:nvPr/>
            </p:nvCxnSpPr>
            <p:spPr>
              <a:xfrm>
                <a:off x="49065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299" name="Google Shape;2299;p104"/>
              <p:cNvCxnSpPr/>
              <p:nvPr/>
            </p:nvCxnSpPr>
            <p:spPr>
              <a:xfrm>
                <a:off x="56717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300" name="Google Shape;2300;p104"/>
              <p:cNvCxnSpPr/>
              <p:nvPr/>
            </p:nvCxnSpPr>
            <p:spPr>
              <a:xfrm>
                <a:off x="7222399" y="1408177"/>
                <a:ext cx="0" cy="918300"/>
              </a:xfrm>
              <a:prstGeom prst="straightConnector1">
                <a:avLst/>
              </a:prstGeom>
              <a:noFill/>
              <a:ln cap="flat" cmpd="sng" w="28575">
                <a:solidFill>
                  <a:schemeClr val="dk1"/>
                </a:solidFill>
                <a:prstDash val="solid"/>
                <a:round/>
                <a:headEnd len="med" w="med" type="none"/>
                <a:tailEnd len="med" w="med" type="none"/>
              </a:ln>
            </p:spPr>
          </p:cxnSp>
          <p:cxnSp>
            <p:nvCxnSpPr>
              <p:cNvPr id="2301" name="Google Shape;2301;p104"/>
              <p:cNvCxnSpPr/>
              <p:nvPr/>
            </p:nvCxnSpPr>
            <p:spPr>
              <a:xfrm>
                <a:off x="6188607" y="1408177"/>
                <a:ext cx="0" cy="665700"/>
              </a:xfrm>
              <a:prstGeom prst="straightConnector1">
                <a:avLst/>
              </a:prstGeom>
              <a:noFill/>
              <a:ln cap="flat" cmpd="sng" w="28575">
                <a:solidFill>
                  <a:schemeClr val="dk1"/>
                </a:solidFill>
                <a:prstDash val="solid"/>
                <a:round/>
                <a:headEnd len="med" w="med" type="none"/>
                <a:tailEnd len="med" w="med" type="none"/>
              </a:ln>
            </p:spPr>
          </p:cxnSp>
          <p:cxnSp>
            <p:nvCxnSpPr>
              <p:cNvPr id="2302" name="Google Shape;2302;p104"/>
              <p:cNvCxnSpPr/>
              <p:nvPr/>
            </p:nvCxnSpPr>
            <p:spPr>
              <a:xfrm>
                <a:off x="6705503"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303" name="Google Shape;2303;p104"/>
              <p:cNvCxnSpPr/>
              <p:nvPr/>
            </p:nvCxnSpPr>
            <p:spPr>
              <a:xfrm>
                <a:off x="54132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304" name="Google Shape;2304;p104"/>
              <p:cNvCxnSpPr/>
              <p:nvPr/>
            </p:nvCxnSpPr>
            <p:spPr>
              <a:xfrm>
                <a:off x="6447055"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305" name="Google Shape;2305;p104"/>
              <p:cNvCxnSpPr/>
              <p:nvPr/>
            </p:nvCxnSpPr>
            <p:spPr>
              <a:xfrm>
                <a:off x="5930159"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306" name="Google Shape;2306;p104"/>
              <p:cNvCxnSpPr/>
              <p:nvPr/>
            </p:nvCxnSpPr>
            <p:spPr>
              <a:xfrm>
                <a:off x="6963951"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307" name="Google Shape;2307;p104"/>
              <p:cNvCxnSpPr/>
              <p:nvPr/>
            </p:nvCxnSpPr>
            <p:spPr>
              <a:xfrm>
                <a:off x="7729110" y="1408175"/>
                <a:ext cx="0" cy="547500"/>
              </a:xfrm>
              <a:prstGeom prst="straightConnector1">
                <a:avLst/>
              </a:prstGeom>
              <a:noFill/>
              <a:ln cap="flat" cmpd="sng" w="28575">
                <a:solidFill>
                  <a:schemeClr val="dk1"/>
                </a:solidFill>
                <a:prstDash val="solid"/>
                <a:round/>
                <a:headEnd len="med" w="med" type="none"/>
                <a:tailEnd len="med" w="med" type="none"/>
              </a:ln>
            </p:spPr>
          </p:cxnSp>
          <p:cxnSp>
            <p:nvCxnSpPr>
              <p:cNvPr id="2308" name="Google Shape;2308;p104"/>
              <p:cNvCxnSpPr/>
              <p:nvPr/>
            </p:nvCxnSpPr>
            <p:spPr>
              <a:xfrm>
                <a:off x="7470662" y="1408175"/>
                <a:ext cx="0" cy="315000"/>
              </a:xfrm>
              <a:prstGeom prst="straightConnector1">
                <a:avLst/>
              </a:prstGeom>
              <a:noFill/>
              <a:ln cap="flat" cmpd="sng" w="28575">
                <a:solidFill>
                  <a:schemeClr val="dk1"/>
                </a:solidFill>
                <a:prstDash val="solid"/>
                <a:round/>
                <a:headEnd len="med" w="med" type="none"/>
                <a:tailEnd len="med" w="med" type="none"/>
              </a:ln>
            </p:spPr>
          </p:cxnSp>
          <p:cxnSp>
            <p:nvCxnSpPr>
              <p:cNvPr id="2309" name="Google Shape;2309;p104"/>
              <p:cNvCxnSpPr/>
              <p:nvPr/>
            </p:nvCxnSpPr>
            <p:spPr>
              <a:xfrm>
                <a:off x="7987559" y="1408175"/>
                <a:ext cx="0" cy="315000"/>
              </a:xfrm>
              <a:prstGeom prst="straightConnector1">
                <a:avLst/>
              </a:prstGeom>
              <a:noFill/>
              <a:ln cap="flat" cmpd="sng" w="28575">
                <a:solidFill>
                  <a:schemeClr val="dk1"/>
                </a:solidFill>
                <a:prstDash val="solid"/>
                <a:round/>
                <a:headEnd len="med" w="med" type="none"/>
                <a:tailEnd len="med" w="med" type="none"/>
              </a:ln>
            </p:spPr>
          </p:cxnSp>
        </p:grpSp>
        <p:grpSp>
          <p:nvGrpSpPr>
            <p:cNvPr id="2310" name="Google Shape;2310;p104"/>
            <p:cNvGrpSpPr/>
            <p:nvPr/>
          </p:nvGrpSpPr>
          <p:grpSpPr>
            <a:xfrm>
              <a:off x="768956" y="4147459"/>
              <a:ext cx="6448682" cy="391642"/>
              <a:chOff x="755155" y="2224715"/>
              <a:chExt cx="6446748" cy="419137"/>
            </a:xfrm>
          </p:grpSpPr>
          <p:sp>
            <p:nvSpPr>
              <p:cNvPr id="2311" name="Google Shape;2311;p104"/>
              <p:cNvSpPr txBox="1"/>
              <p:nvPr/>
            </p:nvSpPr>
            <p:spPr>
              <a:xfrm>
                <a:off x="755155"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solidFill>
                    <a:schemeClr val="dk1"/>
                  </a:solidFill>
                  <a:latin typeface="Times New Roman"/>
                  <a:ea typeface="Times New Roman"/>
                  <a:cs typeface="Times New Roman"/>
                  <a:sym typeface="Times New Roman"/>
                </a:endParaRPr>
              </a:p>
            </p:txBody>
          </p:sp>
          <p:sp>
            <p:nvSpPr>
              <p:cNvPr id="2312" name="Google Shape;2312;p104"/>
              <p:cNvSpPr txBox="1"/>
              <p:nvPr/>
            </p:nvSpPr>
            <p:spPr>
              <a:xfrm>
                <a:off x="1296671" y="2224715"/>
                <a:ext cx="7833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in</a:t>
                </a:r>
                <a:endParaRPr sz="2000">
                  <a:solidFill>
                    <a:schemeClr val="dk1"/>
                  </a:solidFill>
                  <a:latin typeface="Times New Roman"/>
                  <a:ea typeface="Times New Roman"/>
                  <a:cs typeface="Times New Roman"/>
                  <a:sym typeface="Times New Roman"/>
                </a:endParaRPr>
              </a:p>
            </p:txBody>
          </p:sp>
          <p:sp>
            <p:nvSpPr>
              <p:cNvPr id="2313" name="Google Shape;2313;p104"/>
              <p:cNvSpPr txBox="1"/>
              <p:nvPr/>
            </p:nvSpPr>
            <p:spPr>
              <a:xfrm>
                <a:off x="28270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2314" name="Google Shape;2314;p104"/>
              <p:cNvSpPr txBox="1"/>
              <p:nvPr/>
            </p:nvSpPr>
            <p:spPr>
              <a:xfrm>
                <a:off x="48844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315" name="Google Shape;2315;p104"/>
              <p:cNvSpPr txBox="1"/>
              <p:nvPr/>
            </p:nvSpPr>
            <p:spPr>
              <a:xfrm>
                <a:off x="6941803" y="2224752"/>
                <a:ext cx="260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a:t>
                </a:r>
                <a:endParaRPr sz="2000">
                  <a:solidFill>
                    <a:schemeClr val="dk1"/>
                  </a:solidFill>
                  <a:latin typeface="Times New Roman"/>
                  <a:ea typeface="Times New Roman"/>
                  <a:cs typeface="Times New Roman"/>
                  <a:sym typeface="Times New Roman"/>
                </a:endParaRPr>
              </a:p>
            </p:txBody>
          </p:sp>
        </p:grpSp>
      </p:grpSp>
      <p:cxnSp>
        <p:nvCxnSpPr>
          <p:cNvPr id="2316" name="Google Shape;2316;p104"/>
          <p:cNvCxnSpPr/>
          <p:nvPr/>
        </p:nvCxnSpPr>
        <p:spPr>
          <a:xfrm>
            <a:off x="4145200" y="1094448"/>
            <a:ext cx="0" cy="350400"/>
          </a:xfrm>
          <a:prstGeom prst="straightConnector1">
            <a:avLst/>
          </a:prstGeom>
          <a:noFill/>
          <a:ln cap="flat" cmpd="sng" w="38100">
            <a:solidFill>
              <a:schemeClr val="accent4"/>
            </a:solidFill>
            <a:prstDash val="solid"/>
            <a:round/>
            <a:headEnd len="med" w="med" type="none"/>
            <a:tailEnd len="med" w="med" type="triangle"/>
          </a:ln>
        </p:spPr>
      </p:cxnSp>
      <p:cxnSp>
        <p:nvCxnSpPr>
          <p:cNvPr id="2317" name="Google Shape;2317;p104"/>
          <p:cNvCxnSpPr/>
          <p:nvPr/>
        </p:nvCxnSpPr>
        <p:spPr>
          <a:xfrm>
            <a:off x="6575680" y="2266296"/>
            <a:ext cx="0" cy="350400"/>
          </a:xfrm>
          <a:prstGeom prst="straightConnector1">
            <a:avLst/>
          </a:prstGeom>
          <a:noFill/>
          <a:ln cap="flat" cmpd="sng" w="38100">
            <a:solidFill>
              <a:schemeClr val="accent4"/>
            </a:solidFill>
            <a:prstDash val="solid"/>
            <a:round/>
            <a:headEnd len="med" w="med" type="none"/>
            <a:tailEnd len="med" w="med" type="triangle"/>
          </a:ln>
        </p:spPr>
      </p:cxnSp>
      <p:cxnSp>
        <p:nvCxnSpPr>
          <p:cNvPr id="2318" name="Google Shape;2318;p104"/>
          <p:cNvCxnSpPr/>
          <p:nvPr/>
        </p:nvCxnSpPr>
        <p:spPr>
          <a:xfrm>
            <a:off x="2780128" y="3438192"/>
            <a:ext cx="0" cy="350400"/>
          </a:xfrm>
          <a:prstGeom prst="straightConnector1">
            <a:avLst/>
          </a:prstGeom>
          <a:noFill/>
          <a:ln cap="flat" cmpd="sng" w="38100">
            <a:solidFill>
              <a:schemeClr val="accent4"/>
            </a:solidFill>
            <a:prstDash val="solid"/>
            <a:round/>
            <a:headEnd len="med" w="med" type="none"/>
            <a:tailEnd len="med" w="med" type="triangle"/>
          </a:ln>
        </p:spPr>
      </p:cxnSp>
      <p:sp>
        <p:nvSpPr>
          <p:cNvPr id="2319" name="Google Shape;2319;p104"/>
          <p:cNvSpPr txBox="1"/>
          <p:nvPr>
            <p:ph idx="1" type="body"/>
          </p:nvPr>
        </p:nvSpPr>
        <p:spPr>
          <a:xfrm>
            <a:off x="324000" y="1492400"/>
            <a:ext cx="340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a:t>
            </a:r>
            <a:endParaRPr/>
          </a:p>
        </p:txBody>
      </p:sp>
      <p:sp>
        <p:nvSpPr>
          <p:cNvPr id="2320" name="Google Shape;2320;p104"/>
          <p:cNvSpPr txBox="1"/>
          <p:nvPr>
            <p:ph idx="1" type="body"/>
          </p:nvPr>
        </p:nvSpPr>
        <p:spPr>
          <a:xfrm>
            <a:off x="324000" y="3883496"/>
            <a:ext cx="340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a:t>
            </a:r>
            <a:endParaRPr/>
          </a:p>
        </p:txBody>
      </p:sp>
      <p:sp>
        <p:nvSpPr>
          <p:cNvPr id="2321" name="Google Shape;2321;p104"/>
          <p:cNvSpPr txBox="1"/>
          <p:nvPr>
            <p:ph idx="1" type="body"/>
          </p:nvPr>
        </p:nvSpPr>
        <p:spPr>
          <a:xfrm>
            <a:off x="3676800" y="2678744"/>
            <a:ext cx="340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b)</a:t>
            </a:r>
            <a:endParaRPr/>
          </a:p>
        </p:txBody>
      </p:sp>
      <p:pic>
        <p:nvPicPr>
          <p:cNvPr descr="&lt;math xmlns=&quot;http://www.w3.org/1998/Math/MathML&quot; display=&quot;block&quot; data-is-equatio=&quot;1&quot; data-latex=&quot;2\frac{1}{2}&quot;&gt;&lt;mn&gt;2&lt;/mn&gt;&lt;mfrac&gt;&lt;mn&gt;1&lt;/mn&gt;&lt;mn&gt;2&lt;/mn&gt;&lt;/mfrac&gt;&lt;/math&gt;" id="2322" name="Google Shape;2322;p104" title="2 and one half"/>
          <p:cNvPicPr preferRelativeResize="0"/>
          <p:nvPr/>
        </p:nvPicPr>
        <p:blipFill>
          <a:blip r:embed="rId5">
            <a:alphaModFix/>
          </a:blip>
          <a:stretch>
            <a:fillRect/>
          </a:stretch>
        </p:blipFill>
        <p:spPr>
          <a:xfrm>
            <a:off x="4315705" y="750034"/>
            <a:ext cx="402529" cy="680825"/>
          </a:xfrm>
          <a:prstGeom prst="rect">
            <a:avLst/>
          </a:prstGeom>
          <a:noFill/>
          <a:ln>
            <a:noFill/>
          </a:ln>
        </p:spPr>
      </p:pic>
      <p:sp>
        <p:nvSpPr>
          <p:cNvPr id="2323" name="Google Shape;2323;p104"/>
          <p:cNvSpPr txBox="1"/>
          <p:nvPr>
            <p:ph idx="4294967295" type="body"/>
          </p:nvPr>
        </p:nvSpPr>
        <p:spPr>
          <a:xfrm>
            <a:off x="4877592" y="959000"/>
            <a:ext cx="842400" cy="350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Kalam"/>
                <a:ea typeface="Kalam"/>
                <a:cs typeface="Kalam"/>
                <a:sym typeface="Kalam"/>
              </a:rPr>
              <a:t>inches</a:t>
            </a:r>
            <a:endParaRPr sz="2400">
              <a:solidFill>
                <a:schemeClr val="accent4"/>
              </a:solidFill>
              <a:latin typeface="Kalam"/>
              <a:ea typeface="Kalam"/>
              <a:cs typeface="Kalam"/>
              <a:sym typeface="Kalam"/>
            </a:endParaRPr>
          </a:p>
        </p:txBody>
      </p:sp>
      <p:sp>
        <p:nvSpPr>
          <p:cNvPr id="2324" name="Google Shape;2324;p104"/>
          <p:cNvSpPr txBox="1"/>
          <p:nvPr>
            <p:ph idx="4294967295" type="body"/>
          </p:nvPr>
        </p:nvSpPr>
        <p:spPr>
          <a:xfrm>
            <a:off x="6906096" y="1721000"/>
            <a:ext cx="842400" cy="350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Kalam"/>
                <a:ea typeface="Kalam"/>
                <a:cs typeface="Kalam"/>
                <a:sym typeface="Kalam"/>
              </a:rPr>
              <a:t>inches</a:t>
            </a:r>
            <a:endParaRPr sz="2400">
              <a:solidFill>
                <a:schemeClr val="accent4"/>
              </a:solidFill>
              <a:latin typeface="Kalam"/>
              <a:ea typeface="Kalam"/>
              <a:cs typeface="Kalam"/>
              <a:sym typeface="Kalam"/>
            </a:endParaRPr>
          </a:p>
        </p:txBody>
      </p:sp>
      <p:sp>
        <p:nvSpPr>
          <p:cNvPr id="2325" name="Google Shape;2325;p104"/>
          <p:cNvSpPr txBox="1"/>
          <p:nvPr>
            <p:ph idx="4294967295" type="body"/>
          </p:nvPr>
        </p:nvSpPr>
        <p:spPr>
          <a:xfrm>
            <a:off x="2820192" y="2936240"/>
            <a:ext cx="842400" cy="350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Kalam"/>
                <a:ea typeface="Kalam"/>
                <a:cs typeface="Kalam"/>
                <a:sym typeface="Kalam"/>
              </a:rPr>
              <a:t>inches</a:t>
            </a:r>
            <a:endParaRPr sz="2400">
              <a:solidFill>
                <a:schemeClr val="accent4"/>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9" name="Shape 2329"/>
        <p:cNvGrpSpPr/>
        <p:nvPr/>
      </p:nvGrpSpPr>
      <p:grpSpPr>
        <a:xfrm>
          <a:off x="0" y="0"/>
          <a:ext cx="0" cy="0"/>
          <a:chOff x="0" y="0"/>
          <a:chExt cx="0" cy="0"/>
        </a:xfrm>
      </p:grpSpPr>
      <p:pic>
        <p:nvPicPr>
          <p:cNvPr descr="&lt;math xmlns=&quot;http://www.w3.org/1998/Math/MathML&quot; display=&quot;block&quot; data-is-equatio=&quot;1&quot; data-latex=&quot;2\frac{3}{16}&quot;&gt;&lt;mn&gt;2&lt;/mn&gt;&lt;mfrac&gt;&lt;mn&gt;3&lt;/mn&gt;&lt;mn&gt;16&lt;/mn&gt;&lt;/mfrac&gt;&lt;/math&gt;" id="2330" name="Google Shape;2330;p105" title="2 and 3 over 16"/>
          <p:cNvPicPr preferRelativeResize="0"/>
          <p:nvPr/>
        </p:nvPicPr>
        <p:blipFill>
          <a:blip r:embed="rId3">
            <a:alphaModFix/>
          </a:blip>
          <a:stretch>
            <a:fillRect/>
          </a:stretch>
        </p:blipFill>
        <p:spPr>
          <a:xfrm>
            <a:off x="6535870" y="1652920"/>
            <a:ext cx="430394" cy="523450"/>
          </a:xfrm>
          <a:prstGeom prst="rect">
            <a:avLst/>
          </a:prstGeom>
          <a:noFill/>
          <a:ln>
            <a:noFill/>
          </a:ln>
        </p:spPr>
      </p:pic>
      <p:sp>
        <p:nvSpPr>
          <p:cNvPr id="2331" name="Google Shape;2331;p10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Precision in engineering</a:t>
            </a:r>
            <a:endParaRPr/>
          </a:p>
        </p:txBody>
      </p:sp>
      <p:sp>
        <p:nvSpPr>
          <p:cNvPr id="2332" name="Google Shape;2332;p105"/>
          <p:cNvSpPr txBox="1"/>
          <p:nvPr>
            <p:ph idx="1" type="body"/>
          </p:nvPr>
        </p:nvSpPr>
        <p:spPr>
          <a:xfrm>
            <a:off x="324000" y="1187600"/>
            <a:ext cx="3008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One and three eighths of an inch.</a:t>
            </a:r>
            <a:endParaRPr/>
          </a:p>
        </p:txBody>
      </p:sp>
      <p:sp>
        <p:nvSpPr>
          <p:cNvPr id="2333" name="Google Shape;2333;p105"/>
          <p:cNvSpPr txBox="1"/>
          <p:nvPr>
            <p:ph idx="1" type="body"/>
          </p:nvPr>
        </p:nvSpPr>
        <p:spPr>
          <a:xfrm>
            <a:off x="3872625" y="1187600"/>
            <a:ext cx="3933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b) Two and three sixteenths of an inch.</a:t>
            </a:r>
            <a:endParaRPr/>
          </a:p>
        </p:txBody>
      </p:sp>
      <p:pic>
        <p:nvPicPr>
          <p:cNvPr id="2334" name="Google Shape;2334;p105"/>
          <p:cNvPicPr preferRelativeResize="0"/>
          <p:nvPr/>
        </p:nvPicPr>
        <p:blipFill>
          <a:blip r:embed="rId4">
            <a:alphaModFix/>
          </a:blip>
          <a:stretch>
            <a:fillRect/>
          </a:stretch>
        </p:blipFill>
        <p:spPr>
          <a:xfrm>
            <a:off x="3883609" y="3623206"/>
            <a:ext cx="1289722" cy="1188567"/>
          </a:xfrm>
          <a:prstGeom prst="rect">
            <a:avLst/>
          </a:prstGeom>
          <a:noFill/>
          <a:ln>
            <a:noFill/>
          </a:ln>
        </p:spPr>
      </p:pic>
      <p:pic>
        <p:nvPicPr>
          <p:cNvPr id="2335" name="Google Shape;2335;p105"/>
          <p:cNvPicPr preferRelativeResize="0"/>
          <p:nvPr/>
        </p:nvPicPr>
        <p:blipFill>
          <a:blip r:embed="rId4">
            <a:alphaModFix/>
          </a:blip>
          <a:stretch>
            <a:fillRect/>
          </a:stretch>
        </p:blipFill>
        <p:spPr>
          <a:xfrm>
            <a:off x="5196076" y="3623206"/>
            <a:ext cx="1289722" cy="1188567"/>
          </a:xfrm>
          <a:prstGeom prst="rect">
            <a:avLst/>
          </a:prstGeom>
          <a:noFill/>
          <a:ln>
            <a:noFill/>
          </a:ln>
        </p:spPr>
      </p:pic>
      <p:pic>
        <p:nvPicPr>
          <p:cNvPr id="2336" name="Google Shape;2336;p105"/>
          <p:cNvPicPr preferRelativeResize="0"/>
          <p:nvPr/>
        </p:nvPicPr>
        <p:blipFill>
          <a:blip r:embed="rId4">
            <a:alphaModFix/>
          </a:blip>
          <a:stretch>
            <a:fillRect/>
          </a:stretch>
        </p:blipFill>
        <p:spPr>
          <a:xfrm>
            <a:off x="6508543" y="3623206"/>
            <a:ext cx="1289722" cy="1188567"/>
          </a:xfrm>
          <a:prstGeom prst="rect">
            <a:avLst/>
          </a:prstGeom>
          <a:noFill/>
          <a:ln>
            <a:noFill/>
          </a:ln>
        </p:spPr>
      </p:pic>
      <p:pic>
        <p:nvPicPr>
          <p:cNvPr id="2337" name="Google Shape;2337;p105"/>
          <p:cNvPicPr preferRelativeResize="0"/>
          <p:nvPr/>
        </p:nvPicPr>
        <p:blipFill>
          <a:blip r:embed="rId5">
            <a:alphaModFix/>
          </a:blip>
          <a:stretch>
            <a:fillRect/>
          </a:stretch>
        </p:blipFill>
        <p:spPr>
          <a:xfrm>
            <a:off x="3895664" y="2840469"/>
            <a:ext cx="4845387" cy="686049"/>
          </a:xfrm>
          <a:prstGeom prst="rect">
            <a:avLst/>
          </a:prstGeom>
          <a:noFill/>
          <a:ln cap="flat" cmpd="sng" w="38100">
            <a:solidFill>
              <a:schemeClr val="dk1"/>
            </a:solidFill>
            <a:prstDash val="solid"/>
            <a:round/>
            <a:headEnd len="sm" w="sm" type="none"/>
            <a:tailEnd len="sm" w="sm" type="none"/>
          </a:ln>
        </p:spPr>
      </p:pic>
      <p:cxnSp>
        <p:nvCxnSpPr>
          <p:cNvPr id="2338" name="Google Shape;2338;p105"/>
          <p:cNvCxnSpPr/>
          <p:nvPr/>
        </p:nvCxnSpPr>
        <p:spPr>
          <a:xfrm>
            <a:off x="6496664" y="2603423"/>
            <a:ext cx="0" cy="2216700"/>
          </a:xfrm>
          <a:prstGeom prst="straightConnector1">
            <a:avLst/>
          </a:prstGeom>
          <a:noFill/>
          <a:ln cap="flat" cmpd="sng" w="38100">
            <a:solidFill>
              <a:schemeClr val="accent4"/>
            </a:solidFill>
            <a:prstDash val="dash"/>
            <a:round/>
            <a:headEnd len="med" w="med" type="none"/>
            <a:tailEnd len="med" w="med" type="none"/>
          </a:ln>
        </p:spPr>
      </p:cxnSp>
      <p:cxnSp>
        <p:nvCxnSpPr>
          <p:cNvPr id="2339" name="Google Shape;2339;p105"/>
          <p:cNvCxnSpPr/>
          <p:nvPr/>
        </p:nvCxnSpPr>
        <p:spPr>
          <a:xfrm>
            <a:off x="7806066" y="2603423"/>
            <a:ext cx="0" cy="2216700"/>
          </a:xfrm>
          <a:prstGeom prst="straightConnector1">
            <a:avLst/>
          </a:prstGeom>
          <a:noFill/>
          <a:ln cap="flat" cmpd="sng" w="38100">
            <a:solidFill>
              <a:schemeClr val="accent4"/>
            </a:solidFill>
            <a:prstDash val="dash"/>
            <a:round/>
            <a:headEnd len="med" w="med" type="none"/>
            <a:tailEnd len="med" w="med" type="none"/>
          </a:ln>
        </p:spPr>
      </p:cxnSp>
      <p:sp>
        <p:nvSpPr>
          <p:cNvPr id="2340" name="Google Shape;2340;p105"/>
          <p:cNvSpPr txBox="1"/>
          <p:nvPr>
            <p:ph idx="4294967295" type="body"/>
          </p:nvPr>
        </p:nvSpPr>
        <p:spPr>
          <a:xfrm>
            <a:off x="6425135" y="2220077"/>
            <a:ext cx="205200" cy="342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300">
                <a:latin typeface="Times New Roman"/>
                <a:ea typeface="Times New Roman"/>
                <a:cs typeface="Times New Roman"/>
                <a:sym typeface="Times New Roman"/>
              </a:rPr>
              <a:t>2</a:t>
            </a:r>
            <a:endParaRPr sz="2500">
              <a:solidFill>
                <a:schemeClr val="accent4"/>
              </a:solidFill>
              <a:latin typeface="Times New Roman"/>
              <a:ea typeface="Times New Roman"/>
              <a:cs typeface="Times New Roman"/>
              <a:sym typeface="Times New Roman"/>
            </a:endParaRPr>
          </a:p>
        </p:txBody>
      </p:sp>
      <p:sp>
        <p:nvSpPr>
          <p:cNvPr id="2341" name="Google Shape;2341;p105"/>
          <p:cNvSpPr txBox="1"/>
          <p:nvPr>
            <p:ph idx="4294967295" type="body"/>
          </p:nvPr>
        </p:nvSpPr>
        <p:spPr>
          <a:xfrm>
            <a:off x="7746580" y="2220077"/>
            <a:ext cx="205200" cy="342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300">
                <a:latin typeface="Times New Roman"/>
                <a:ea typeface="Times New Roman"/>
                <a:cs typeface="Times New Roman"/>
                <a:sym typeface="Times New Roman"/>
              </a:rPr>
              <a:t>3</a:t>
            </a:r>
            <a:endParaRPr sz="2500">
              <a:solidFill>
                <a:schemeClr val="accent4"/>
              </a:solidFill>
              <a:latin typeface="Times New Roman"/>
              <a:ea typeface="Times New Roman"/>
              <a:cs typeface="Times New Roman"/>
              <a:sym typeface="Times New Roman"/>
            </a:endParaRPr>
          </a:p>
        </p:txBody>
      </p:sp>
      <p:cxnSp>
        <p:nvCxnSpPr>
          <p:cNvPr id="2342" name="Google Shape;2342;p105"/>
          <p:cNvCxnSpPr/>
          <p:nvPr/>
        </p:nvCxnSpPr>
        <p:spPr>
          <a:xfrm>
            <a:off x="6824014" y="2603875"/>
            <a:ext cx="0" cy="2216700"/>
          </a:xfrm>
          <a:prstGeom prst="straightConnector1">
            <a:avLst/>
          </a:prstGeom>
          <a:noFill/>
          <a:ln cap="flat" cmpd="sng" w="38100">
            <a:solidFill>
              <a:schemeClr val="accent4"/>
            </a:solidFill>
            <a:prstDash val="dash"/>
            <a:round/>
            <a:headEnd len="med" w="med" type="none"/>
            <a:tailEnd len="med" w="med" type="none"/>
          </a:ln>
        </p:spPr>
      </p:cxnSp>
      <p:pic>
        <p:nvPicPr>
          <p:cNvPr id="2343" name="Google Shape;2343;p105"/>
          <p:cNvPicPr preferRelativeResize="0"/>
          <p:nvPr/>
        </p:nvPicPr>
        <p:blipFill>
          <a:blip r:embed="rId4">
            <a:alphaModFix/>
          </a:blip>
          <a:stretch>
            <a:fillRect/>
          </a:stretch>
        </p:blipFill>
        <p:spPr>
          <a:xfrm>
            <a:off x="348925" y="3614731"/>
            <a:ext cx="1289722" cy="1188567"/>
          </a:xfrm>
          <a:prstGeom prst="rect">
            <a:avLst/>
          </a:prstGeom>
          <a:noFill/>
          <a:ln>
            <a:noFill/>
          </a:ln>
        </p:spPr>
      </p:pic>
      <p:pic>
        <p:nvPicPr>
          <p:cNvPr id="2344" name="Google Shape;2344;p105"/>
          <p:cNvPicPr preferRelativeResize="0"/>
          <p:nvPr/>
        </p:nvPicPr>
        <p:blipFill>
          <a:blip r:embed="rId4">
            <a:alphaModFix/>
          </a:blip>
          <a:stretch>
            <a:fillRect/>
          </a:stretch>
        </p:blipFill>
        <p:spPr>
          <a:xfrm>
            <a:off x="1661392" y="3614731"/>
            <a:ext cx="1289722" cy="1188567"/>
          </a:xfrm>
          <a:prstGeom prst="rect">
            <a:avLst/>
          </a:prstGeom>
          <a:noFill/>
          <a:ln>
            <a:noFill/>
          </a:ln>
        </p:spPr>
      </p:pic>
      <p:pic>
        <p:nvPicPr>
          <p:cNvPr id="2345" name="Google Shape;2345;p105"/>
          <p:cNvPicPr preferRelativeResize="0"/>
          <p:nvPr/>
        </p:nvPicPr>
        <p:blipFill>
          <a:blip r:embed="rId5">
            <a:alphaModFix/>
          </a:blip>
          <a:stretch>
            <a:fillRect/>
          </a:stretch>
        </p:blipFill>
        <p:spPr>
          <a:xfrm>
            <a:off x="360984" y="2831994"/>
            <a:ext cx="3008612" cy="686049"/>
          </a:xfrm>
          <a:prstGeom prst="rect">
            <a:avLst/>
          </a:prstGeom>
          <a:noFill/>
          <a:ln cap="flat" cmpd="sng" w="38100">
            <a:solidFill>
              <a:schemeClr val="dk1"/>
            </a:solidFill>
            <a:prstDash val="solid"/>
            <a:round/>
            <a:headEnd len="sm" w="sm" type="none"/>
            <a:tailEnd len="sm" w="sm" type="none"/>
          </a:ln>
        </p:spPr>
      </p:pic>
      <p:cxnSp>
        <p:nvCxnSpPr>
          <p:cNvPr id="2346" name="Google Shape;2346;p105"/>
          <p:cNvCxnSpPr/>
          <p:nvPr/>
        </p:nvCxnSpPr>
        <p:spPr>
          <a:xfrm>
            <a:off x="1648749" y="2594948"/>
            <a:ext cx="0" cy="2216700"/>
          </a:xfrm>
          <a:prstGeom prst="straightConnector1">
            <a:avLst/>
          </a:prstGeom>
          <a:noFill/>
          <a:ln cap="flat" cmpd="sng" w="38100">
            <a:solidFill>
              <a:schemeClr val="accent4"/>
            </a:solidFill>
            <a:prstDash val="dash"/>
            <a:round/>
            <a:headEnd len="med" w="med" type="none"/>
            <a:tailEnd len="med" w="med" type="none"/>
          </a:ln>
        </p:spPr>
      </p:cxnSp>
      <p:cxnSp>
        <p:nvCxnSpPr>
          <p:cNvPr id="2347" name="Google Shape;2347;p105"/>
          <p:cNvCxnSpPr/>
          <p:nvPr/>
        </p:nvCxnSpPr>
        <p:spPr>
          <a:xfrm>
            <a:off x="2958151" y="2594948"/>
            <a:ext cx="0" cy="2216700"/>
          </a:xfrm>
          <a:prstGeom prst="straightConnector1">
            <a:avLst/>
          </a:prstGeom>
          <a:noFill/>
          <a:ln cap="flat" cmpd="sng" w="38100">
            <a:solidFill>
              <a:schemeClr val="accent4"/>
            </a:solidFill>
            <a:prstDash val="dash"/>
            <a:round/>
            <a:headEnd len="med" w="med" type="none"/>
            <a:tailEnd len="med" w="med" type="none"/>
          </a:ln>
        </p:spPr>
      </p:cxnSp>
      <p:sp>
        <p:nvSpPr>
          <p:cNvPr id="2348" name="Google Shape;2348;p105"/>
          <p:cNvSpPr txBox="1"/>
          <p:nvPr>
            <p:ph idx="4294967295" type="body"/>
          </p:nvPr>
        </p:nvSpPr>
        <p:spPr>
          <a:xfrm>
            <a:off x="1577220" y="2211602"/>
            <a:ext cx="205200" cy="342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300">
                <a:latin typeface="Times New Roman"/>
                <a:ea typeface="Times New Roman"/>
                <a:cs typeface="Times New Roman"/>
                <a:sym typeface="Times New Roman"/>
              </a:rPr>
              <a:t>1</a:t>
            </a:r>
            <a:endParaRPr sz="2500">
              <a:solidFill>
                <a:schemeClr val="accent4"/>
              </a:solidFill>
              <a:latin typeface="Times New Roman"/>
              <a:ea typeface="Times New Roman"/>
              <a:cs typeface="Times New Roman"/>
              <a:sym typeface="Times New Roman"/>
            </a:endParaRPr>
          </a:p>
        </p:txBody>
      </p:sp>
      <p:sp>
        <p:nvSpPr>
          <p:cNvPr id="2349" name="Google Shape;2349;p105"/>
          <p:cNvSpPr txBox="1"/>
          <p:nvPr>
            <p:ph idx="4294967295" type="body"/>
          </p:nvPr>
        </p:nvSpPr>
        <p:spPr>
          <a:xfrm>
            <a:off x="2884217" y="2211602"/>
            <a:ext cx="205200" cy="342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300">
                <a:latin typeface="Times New Roman"/>
                <a:ea typeface="Times New Roman"/>
                <a:cs typeface="Times New Roman"/>
                <a:sym typeface="Times New Roman"/>
              </a:rPr>
              <a:t>2</a:t>
            </a:r>
            <a:endParaRPr sz="2500">
              <a:solidFill>
                <a:schemeClr val="accent4"/>
              </a:solidFill>
              <a:latin typeface="Times New Roman"/>
              <a:ea typeface="Times New Roman"/>
              <a:cs typeface="Times New Roman"/>
              <a:sym typeface="Times New Roman"/>
            </a:endParaRPr>
          </a:p>
        </p:txBody>
      </p:sp>
      <p:cxnSp>
        <p:nvCxnSpPr>
          <p:cNvPr id="2350" name="Google Shape;2350;p105"/>
          <p:cNvCxnSpPr/>
          <p:nvPr/>
        </p:nvCxnSpPr>
        <p:spPr>
          <a:xfrm>
            <a:off x="2303450" y="2594948"/>
            <a:ext cx="0" cy="2216700"/>
          </a:xfrm>
          <a:prstGeom prst="straightConnector1">
            <a:avLst/>
          </a:prstGeom>
          <a:noFill/>
          <a:ln cap="flat" cmpd="sng" w="38100">
            <a:solidFill>
              <a:schemeClr val="accent4"/>
            </a:solidFill>
            <a:prstDash val="dash"/>
            <a:round/>
            <a:headEnd len="med" w="med" type="none"/>
            <a:tailEnd len="med" w="med" type="none"/>
          </a:ln>
        </p:spPr>
      </p:cxnSp>
      <p:pic>
        <p:nvPicPr>
          <p:cNvPr descr="&lt;math xmlns=&quot;http://www.w3.org/1998/Math/MathML&quot; display=&quot;block&quot; data-is-equatio=&quot;1&quot; data-latex=&quot;1\frac{1}{2}&quot;&gt;&lt;mn&gt;1&lt;/mn&gt;&lt;mfrac&gt;&lt;mn&gt;1&lt;/mn&gt;&lt;mn&gt;2&lt;/mn&gt;&lt;/mfrac&gt;&lt;/math&gt;" id="2351" name="Google Shape;2351;p105" title="1 and one half"/>
          <p:cNvPicPr preferRelativeResize="0"/>
          <p:nvPr/>
        </p:nvPicPr>
        <p:blipFill>
          <a:blip r:embed="rId6">
            <a:alphaModFix/>
          </a:blip>
          <a:stretch>
            <a:fillRect/>
          </a:stretch>
        </p:blipFill>
        <p:spPr>
          <a:xfrm>
            <a:off x="2153200" y="2040703"/>
            <a:ext cx="286565" cy="523457"/>
          </a:xfrm>
          <a:prstGeom prst="rect">
            <a:avLst/>
          </a:prstGeom>
          <a:noFill/>
          <a:ln>
            <a:noFill/>
          </a:ln>
        </p:spPr>
      </p:pic>
      <p:cxnSp>
        <p:nvCxnSpPr>
          <p:cNvPr id="2352" name="Google Shape;2352;p105"/>
          <p:cNvCxnSpPr/>
          <p:nvPr/>
        </p:nvCxnSpPr>
        <p:spPr>
          <a:xfrm>
            <a:off x="1976099" y="2594948"/>
            <a:ext cx="0" cy="2216700"/>
          </a:xfrm>
          <a:prstGeom prst="straightConnector1">
            <a:avLst/>
          </a:prstGeom>
          <a:noFill/>
          <a:ln cap="flat" cmpd="sng" w="38100">
            <a:solidFill>
              <a:schemeClr val="accent4"/>
            </a:solidFill>
            <a:prstDash val="dash"/>
            <a:round/>
            <a:headEnd len="med" w="med" type="none"/>
            <a:tailEnd len="med" w="med" type="none"/>
          </a:ln>
        </p:spPr>
      </p:cxnSp>
      <p:pic>
        <p:nvPicPr>
          <p:cNvPr descr="&lt;math xmlns=&quot;http://www.w3.org/1998/Math/MathML&quot; display=&quot;block&quot; data-is-equatio=&quot;1&quot; data-latex=&quot;1\frac{1}{4}&quot;&gt;&lt;mn&gt;1&lt;/mn&gt;&lt;mfrac&gt;&lt;mn&gt;1&lt;/mn&gt;&lt;mn&gt;4&lt;/mn&gt;&lt;/mfrac&gt;&lt;/math&gt;" id="2353" name="Google Shape;2353;p105" title="1 and one fourth"/>
          <p:cNvPicPr preferRelativeResize="0"/>
          <p:nvPr/>
        </p:nvPicPr>
        <p:blipFill>
          <a:blip r:embed="rId7">
            <a:alphaModFix/>
          </a:blip>
          <a:stretch>
            <a:fillRect/>
          </a:stretch>
        </p:blipFill>
        <p:spPr>
          <a:xfrm>
            <a:off x="1794025" y="2036602"/>
            <a:ext cx="286555" cy="523450"/>
          </a:xfrm>
          <a:prstGeom prst="rect">
            <a:avLst/>
          </a:prstGeom>
          <a:noFill/>
          <a:ln>
            <a:noFill/>
          </a:ln>
        </p:spPr>
      </p:pic>
      <p:pic>
        <p:nvPicPr>
          <p:cNvPr descr="&lt;math xmlns=&quot;http://www.w3.org/1998/Math/MathML&quot; display=&quot;block&quot; data-is-equatio=&quot;1&quot; data-latex=&quot;1\frac{3}{8}&quot;&gt;&lt;mn&gt;1&lt;/mn&gt;&lt;mfrac&gt;&lt;mn&gt;3&lt;/mn&gt;&lt;mn&gt;8&lt;/mn&gt;&lt;/mfrac&gt;&lt;/math&gt;" id="2354" name="Google Shape;2354;p105" title="1 and three eighths"/>
          <p:cNvPicPr preferRelativeResize="0"/>
          <p:nvPr/>
        </p:nvPicPr>
        <p:blipFill>
          <a:blip r:embed="rId8">
            <a:alphaModFix/>
          </a:blip>
          <a:stretch>
            <a:fillRect/>
          </a:stretch>
        </p:blipFill>
        <p:spPr>
          <a:xfrm>
            <a:off x="1976931" y="1869754"/>
            <a:ext cx="286198" cy="523450"/>
          </a:xfrm>
          <a:prstGeom prst="rect">
            <a:avLst/>
          </a:prstGeom>
          <a:noFill/>
          <a:ln>
            <a:noFill/>
          </a:ln>
        </p:spPr>
      </p:pic>
      <p:cxnSp>
        <p:nvCxnSpPr>
          <p:cNvPr id="2355" name="Google Shape;2355;p105"/>
          <p:cNvCxnSpPr/>
          <p:nvPr/>
        </p:nvCxnSpPr>
        <p:spPr>
          <a:xfrm>
            <a:off x="2142950" y="2466075"/>
            <a:ext cx="0" cy="2345700"/>
          </a:xfrm>
          <a:prstGeom prst="straightConnector1">
            <a:avLst/>
          </a:prstGeom>
          <a:noFill/>
          <a:ln cap="flat" cmpd="sng" w="38100">
            <a:solidFill>
              <a:schemeClr val="accent4"/>
            </a:solidFill>
            <a:prstDash val="dash"/>
            <a:round/>
            <a:headEnd len="med" w="med" type="none"/>
            <a:tailEnd len="med" w="med" type="none"/>
          </a:ln>
        </p:spPr>
      </p:cxnSp>
      <p:sp>
        <p:nvSpPr>
          <p:cNvPr id="2356" name="Google Shape;2356;p105"/>
          <p:cNvSpPr txBox="1"/>
          <p:nvPr>
            <p:ph idx="1" type="body"/>
          </p:nvPr>
        </p:nvSpPr>
        <p:spPr>
          <a:xfrm>
            <a:off x="324000" y="759300"/>
            <a:ext cx="6596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 Use a rule of thumb to measure out the below:</a:t>
            </a:r>
            <a:endParaRPr/>
          </a:p>
        </p:txBody>
      </p:sp>
      <p:cxnSp>
        <p:nvCxnSpPr>
          <p:cNvPr id="2357" name="Google Shape;2357;p105"/>
          <p:cNvCxnSpPr/>
          <p:nvPr/>
        </p:nvCxnSpPr>
        <p:spPr>
          <a:xfrm>
            <a:off x="7151365" y="2603875"/>
            <a:ext cx="0" cy="2216700"/>
          </a:xfrm>
          <a:prstGeom prst="straightConnector1">
            <a:avLst/>
          </a:prstGeom>
          <a:noFill/>
          <a:ln cap="flat" cmpd="sng" w="38100">
            <a:solidFill>
              <a:schemeClr val="accent4"/>
            </a:solidFill>
            <a:prstDash val="dash"/>
            <a:round/>
            <a:headEnd len="med" w="med" type="none"/>
            <a:tailEnd len="med" w="med" type="none"/>
          </a:ln>
        </p:spPr>
      </p:cxnSp>
      <p:cxnSp>
        <p:nvCxnSpPr>
          <p:cNvPr id="2358" name="Google Shape;2358;p105"/>
          <p:cNvCxnSpPr/>
          <p:nvPr/>
        </p:nvCxnSpPr>
        <p:spPr>
          <a:xfrm>
            <a:off x="6749350" y="2273450"/>
            <a:ext cx="0" cy="2547300"/>
          </a:xfrm>
          <a:prstGeom prst="straightConnector1">
            <a:avLst/>
          </a:prstGeom>
          <a:noFill/>
          <a:ln cap="flat" cmpd="sng" w="38100">
            <a:solidFill>
              <a:schemeClr val="accent4"/>
            </a:solidFill>
            <a:prstDash val="dash"/>
            <a:round/>
            <a:headEnd len="med" w="med" type="none"/>
            <a:tailEnd len="med" w="med" type="none"/>
          </a:ln>
        </p:spPr>
      </p:cxnSp>
      <p:cxnSp>
        <p:nvCxnSpPr>
          <p:cNvPr id="2359" name="Google Shape;2359;p105"/>
          <p:cNvCxnSpPr/>
          <p:nvPr/>
        </p:nvCxnSpPr>
        <p:spPr>
          <a:xfrm>
            <a:off x="7478715" y="2603875"/>
            <a:ext cx="0" cy="2216700"/>
          </a:xfrm>
          <a:prstGeom prst="straightConnector1">
            <a:avLst/>
          </a:prstGeom>
          <a:noFill/>
          <a:ln cap="flat" cmpd="sng" w="38100">
            <a:solidFill>
              <a:schemeClr val="accent4"/>
            </a:solidFill>
            <a:prstDash val="dash"/>
            <a:round/>
            <a:headEnd len="med" w="med" type="none"/>
            <a:tailEnd len="med" w="med" type="none"/>
          </a:ln>
        </p:spPr>
      </p:cxnSp>
      <p:cxnSp>
        <p:nvCxnSpPr>
          <p:cNvPr id="2360" name="Google Shape;2360;p105"/>
          <p:cNvCxnSpPr/>
          <p:nvPr/>
        </p:nvCxnSpPr>
        <p:spPr>
          <a:xfrm>
            <a:off x="7642391" y="2603875"/>
            <a:ext cx="0" cy="2216700"/>
          </a:xfrm>
          <a:prstGeom prst="straightConnector1">
            <a:avLst/>
          </a:prstGeom>
          <a:noFill/>
          <a:ln cap="flat" cmpd="sng" w="38100">
            <a:solidFill>
              <a:schemeClr val="accent4"/>
            </a:solidFill>
            <a:prstDash val="dash"/>
            <a:round/>
            <a:headEnd len="med" w="med" type="none"/>
            <a:tailEnd len="med" w="med" type="none"/>
          </a:ln>
        </p:spPr>
      </p:cxnSp>
      <p:cxnSp>
        <p:nvCxnSpPr>
          <p:cNvPr id="2361" name="Google Shape;2361;p105"/>
          <p:cNvCxnSpPr/>
          <p:nvPr/>
        </p:nvCxnSpPr>
        <p:spPr>
          <a:xfrm>
            <a:off x="7315040" y="2603875"/>
            <a:ext cx="0" cy="2216700"/>
          </a:xfrm>
          <a:prstGeom prst="straightConnector1">
            <a:avLst/>
          </a:prstGeom>
          <a:noFill/>
          <a:ln cap="flat" cmpd="sng" w="38100">
            <a:solidFill>
              <a:schemeClr val="accent4"/>
            </a:solidFill>
            <a:prstDash val="dash"/>
            <a:round/>
            <a:headEnd len="med" w="med" type="none"/>
            <a:tailEnd len="med" w="med" type="none"/>
          </a:ln>
        </p:spPr>
      </p:cxnSp>
      <p:cxnSp>
        <p:nvCxnSpPr>
          <p:cNvPr id="2362" name="Google Shape;2362;p105"/>
          <p:cNvCxnSpPr/>
          <p:nvPr/>
        </p:nvCxnSpPr>
        <p:spPr>
          <a:xfrm>
            <a:off x="6987690" y="2603875"/>
            <a:ext cx="0" cy="2216700"/>
          </a:xfrm>
          <a:prstGeom prst="straightConnector1">
            <a:avLst/>
          </a:prstGeom>
          <a:noFill/>
          <a:ln cap="flat" cmpd="sng" w="38100">
            <a:solidFill>
              <a:schemeClr val="accent4"/>
            </a:solidFill>
            <a:prstDash val="dash"/>
            <a:round/>
            <a:headEnd len="med" w="med" type="none"/>
            <a:tailEnd len="med" w="med" type="none"/>
          </a:ln>
        </p:spPr>
      </p:cxnSp>
      <p:cxnSp>
        <p:nvCxnSpPr>
          <p:cNvPr id="2363" name="Google Shape;2363;p105"/>
          <p:cNvCxnSpPr/>
          <p:nvPr/>
        </p:nvCxnSpPr>
        <p:spPr>
          <a:xfrm>
            <a:off x="6660339" y="2603875"/>
            <a:ext cx="0" cy="2216700"/>
          </a:xfrm>
          <a:prstGeom prst="straightConnector1">
            <a:avLst/>
          </a:prstGeom>
          <a:noFill/>
          <a:ln cap="flat" cmpd="sng" w="38100">
            <a:solidFill>
              <a:schemeClr val="accent4"/>
            </a:solidFill>
            <a:prstDash val="dash"/>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35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3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5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3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7" name="Shape 2367"/>
        <p:cNvGrpSpPr/>
        <p:nvPr/>
      </p:nvGrpSpPr>
      <p:grpSpPr>
        <a:xfrm>
          <a:off x="0" y="0"/>
          <a:ext cx="0" cy="0"/>
          <a:chOff x="0" y="0"/>
          <a:chExt cx="0" cy="0"/>
        </a:xfrm>
      </p:grpSpPr>
      <p:sp>
        <p:nvSpPr>
          <p:cNvPr id="2368" name="Google Shape;2368;p10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Precision in engineering</a:t>
            </a:r>
            <a:endParaRPr/>
          </a:p>
        </p:txBody>
      </p:sp>
      <p:sp>
        <p:nvSpPr>
          <p:cNvPr id="2369" name="Google Shape;2369;p106"/>
          <p:cNvSpPr txBox="1"/>
          <p:nvPr>
            <p:ph idx="4294967295" type="body"/>
          </p:nvPr>
        </p:nvSpPr>
        <p:spPr>
          <a:xfrm>
            <a:off x="3538848" y="907452"/>
            <a:ext cx="20529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One centimetre</a:t>
            </a:r>
            <a:endParaRPr sz="1800">
              <a:solidFill>
                <a:schemeClr val="accent4"/>
              </a:solidFill>
              <a:latin typeface="Times New Roman"/>
              <a:ea typeface="Times New Roman"/>
              <a:cs typeface="Times New Roman"/>
              <a:sym typeface="Times New Roman"/>
            </a:endParaRPr>
          </a:p>
        </p:txBody>
      </p:sp>
      <p:sp>
        <p:nvSpPr>
          <p:cNvPr id="2370" name="Google Shape;2370;p106"/>
          <p:cNvSpPr txBox="1"/>
          <p:nvPr>
            <p:ph idx="4294967295" type="body"/>
          </p:nvPr>
        </p:nvSpPr>
        <p:spPr>
          <a:xfrm>
            <a:off x="3538848" y="1461363"/>
            <a:ext cx="19854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One millimetre</a:t>
            </a:r>
            <a:endParaRPr sz="1800">
              <a:solidFill>
                <a:schemeClr val="accent4"/>
              </a:solidFill>
              <a:latin typeface="Times New Roman"/>
              <a:ea typeface="Times New Roman"/>
              <a:cs typeface="Times New Roman"/>
              <a:sym typeface="Times New Roman"/>
            </a:endParaRPr>
          </a:p>
        </p:txBody>
      </p:sp>
      <p:sp>
        <p:nvSpPr>
          <p:cNvPr id="2371" name="Google Shape;2371;p106"/>
          <p:cNvSpPr txBox="1"/>
          <p:nvPr>
            <p:ph idx="4294967295" type="body"/>
          </p:nvPr>
        </p:nvSpPr>
        <p:spPr>
          <a:xfrm>
            <a:off x="3538848" y="2053138"/>
            <a:ext cx="21357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One micrometre</a:t>
            </a:r>
            <a:endParaRPr sz="1800">
              <a:solidFill>
                <a:schemeClr val="accent4"/>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100}&quot;&gt;&lt;mfrac&gt;&lt;mn&gt;1&lt;/mn&gt;&lt;mn&gt;100&lt;/mn&gt;&lt;/mfrac&gt;&lt;/math&gt;" id="2372" name="Google Shape;2372;p106" title="1 over 100"/>
          <p:cNvPicPr preferRelativeResize="0"/>
          <p:nvPr/>
        </p:nvPicPr>
        <p:blipFill>
          <a:blip r:embed="rId3">
            <a:alphaModFix/>
          </a:blip>
          <a:stretch>
            <a:fillRect/>
          </a:stretch>
        </p:blipFill>
        <p:spPr>
          <a:xfrm>
            <a:off x="5414793" y="823273"/>
            <a:ext cx="345719" cy="427363"/>
          </a:xfrm>
          <a:prstGeom prst="rect">
            <a:avLst/>
          </a:prstGeom>
          <a:noFill/>
          <a:ln>
            <a:noFill/>
          </a:ln>
        </p:spPr>
      </p:pic>
      <p:pic>
        <p:nvPicPr>
          <p:cNvPr descr="&lt;math xmlns=&quot;http://www.w3.org/1998/Math/MathML&quot; display=&quot;block&quot; data-is-equatio=&quot;1&quot; data-latex=&quot;\frac{1}{1000}&quot;&gt;&lt;mfrac&gt;&lt;mn&gt;1&lt;/mn&gt;&lt;mn&gt;1000&lt;/mn&gt;&lt;/mfrac&gt;&lt;/math&gt;" id="2373" name="Google Shape;2373;p106" title="1 over 1000"/>
          <p:cNvPicPr preferRelativeResize="0"/>
          <p:nvPr/>
        </p:nvPicPr>
        <p:blipFill>
          <a:blip r:embed="rId4">
            <a:alphaModFix/>
          </a:blip>
          <a:stretch>
            <a:fillRect/>
          </a:stretch>
        </p:blipFill>
        <p:spPr>
          <a:xfrm>
            <a:off x="5412772" y="1393818"/>
            <a:ext cx="450386" cy="427363"/>
          </a:xfrm>
          <a:prstGeom prst="rect">
            <a:avLst/>
          </a:prstGeom>
          <a:noFill/>
          <a:ln>
            <a:noFill/>
          </a:ln>
        </p:spPr>
      </p:pic>
      <p:pic>
        <p:nvPicPr>
          <p:cNvPr descr="&lt;math xmlns=&quot;http://www.w3.org/1998/Math/MathML&quot; display=&quot;block&quot; data-is-equatio=&quot;1&quot; data-latex=&quot;\frac{1}{1\ 000\ 000}&quot;&gt;&lt;mfrac&gt;&lt;mn&gt;1&lt;/mn&gt;&lt;mrow&gt;&lt;mn&gt;1&lt;/mn&gt;&lt;mtext&gt;&lt;/mtext&gt;&lt;mn&gt;000&lt;/mn&gt;&lt;mtext&gt;&lt;/mtext&gt;&lt;mn&gt;000&lt;/mn&gt;&lt;/mrow&gt;&lt;/mfrac&gt;&lt;/math&gt;" id="2374" name="Google Shape;2374;p106" title="the fraction with numerator 1 and denominator 1 000 000"/>
          <p:cNvPicPr preferRelativeResize="0"/>
          <p:nvPr/>
        </p:nvPicPr>
        <p:blipFill>
          <a:blip r:embed="rId5">
            <a:alphaModFix/>
          </a:blip>
          <a:stretch>
            <a:fillRect/>
          </a:stretch>
        </p:blipFill>
        <p:spPr>
          <a:xfrm>
            <a:off x="5420067" y="1962613"/>
            <a:ext cx="875398" cy="427363"/>
          </a:xfrm>
          <a:prstGeom prst="rect">
            <a:avLst/>
          </a:prstGeom>
          <a:noFill/>
          <a:ln>
            <a:noFill/>
          </a:ln>
        </p:spPr>
      </p:pic>
      <p:sp>
        <p:nvSpPr>
          <p:cNvPr id="2375" name="Google Shape;2375;p106"/>
          <p:cNvSpPr txBox="1"/>
          <p:nvPr>
            <p:ph idx="4294967295" type="body"/>
          </p:nvPr>
        </p:nvSpPr>
        <p:spPr>
          <a:xfrm>
            <a:off x="5801856" y="882517"/>
            <a:ext cx="2784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m</a:t>
            </a:r>
            <a:endParaRPr>
              <a:solidFill>
                <a:schemeClr val="accent4"/>
              </a:solidFill>
              <a:latin typeface="Times New Roman"/>
              <a:ea typeface="Times New Roman"/>
              <a:cs typeface="Times New Roman"/>
              <a:sym typeface="Times New Roman"/>
            </a:endParaRPr>
          </a:p>
        </p:txBody>
      </p:sp>
      <p:sp>
        <p:nvSpPr>
          <p:cNvPr id="2376" name="Google Shape;2376;p106"/>
          <p:cNvSpPr txBox="1"/>
          <p:nvPr>
            <p:ph idx="4294967295" type="body"/>
          </p:nvPr>
        </p:nvSpPr>
        <p:spPr>
          <a:xfrm>
            <a:off x="5923909" y="1492785"/>
            <a:ext cx="2784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m</a:t>
            </a:r>
            <a:endParaRPr>
              <a:solidFill>
                <a:schemeClr val="accent4"/>
              </a:solidFill>
              <a:latin typeface="Times New Roman"/>
              <a:ea typeface="Times New Roman"/>
              <a:cs typeface="Times New Roman"/>
              <a:sym typeface="Times New Roman"/>
            </a:endParaRPr>
          </a:p>
        </p:txBody>
      </p:sp>
      <p:sp>
        <p:nvSpPr>
          <p:cNvPr id="2377" name="Google Shape;2377;p106"/>
          <p:cNvSpPr txBox="1"/>
          <p:nvPr>
            <p:ph idx="4294967295" type="body"/>
          </p:nvPr>
        </p:nvSpPr>
        <p:spPr>
          <a:xfrm>
            <a:off x="6351096" y="2065168"/>
            <a:ext cx="2784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m</a:t>
            </a:r>
            <a:endParaRPr>
              <a:solidFill>
                <a:schemeClr val="accent4"/>
              </a:solidFill>
              <a:latin typeface="Times New Roman"/>
              <a:ea typeface="Times New Roman"/>
              <a:cs typeface="Times New Roman"/>
              <a:sym typeface="Times New Roman"/>
            </a:endParaRPr>
          </a:p>
        </p:txBody>
      </p:sp>
      <p:sp>
        <p:nvSpPr>
          <p:cNvPr id="2378" name="Google Shape;2378;p106"/>
          <p:cNvSpPr txBox="1"/>
          <p:nvPr>
            <p:ph idx="4294967295" type="body"/>
          </p:nvPr>
        </p:nvSpPr>
        <p:spPr>
          <a:xfrm>
            <a:off x="7536029" y="888234"/>
            <a:ext cx="1224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1 × 10</a:t>
            </a:r>
            <a:r>
              <a:rPr baseline="30000" lang="en-GB">
                <a:latin typeface="Times New Roman"/>
                <a:ea typeface="Times New Roman"/>
                <a:cs typeface="Times New Roman"/>
                <a:sym typeface="Times New Roman"/>
              </a:rPr>
              <a:t>−2</a:t>
            </a:r>
            <a:r>
              <a:rPr lang="en-GB">
                <a:latin typeface="Times New Roman"/>
                <a:ea typeface="Times New Roman"/>
                <a:cs typeface="Times New Roman"/>
                <a:sym typeface="Times New Roman"/>
              </a:rPr>
              <a:t> m</a:t>
            </a:r>
            <a:endParaRPr>
              <a:solidFill>
                <a:schemeClr val="accent4"/>
              </a:solidFill>
              <a:latin typeface="Times New Roman"/>
              <a:ea typeface="Times New Roman"/>
              <a:cs typeface="Times New Roman"/>
              <a:sym typeface="Times New Roman"/>
            </a:endParaRPr>
          </a:p>
        </p:txBody>
      </p:sp>
      <p:sp>
        <p:nvSpPr>
          <p:cNvPr id="2379" name="Google Shape;2379;p106"/>
          <p:cNvSpPr txBox="1"/>
          <p:nvPr>
            <p:ph idx="4294967295" type="body"/>
          </p:nvPr>
        </p:nvSpPr>
        <p:spPr>
          <a:xfrm>
            <a:off x="7536029" y="1452219"/>
            <a:ext cx="1224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1 × 10</a:t>
            </a:r>
            <a:r>
              <a:rPr baseline="30000" lang="en-GB">
                <a:latin typeface="Times New Roman"/>
                <a:ea typeface="Times New Roman"/>
                <a:cs typeface="Times New Roman"/>
                <a:sym typeface="Times New Roman"/>
              </a:rPr>
              <a:t>−3</a:t>
            </a:r>
            <a:r>
              <a:rPr lang="en-GB">
                <a:latin typeface="Times New Roman"/>
                <a:ea typeface="Times New Roman"/>
                <a:cs typeface="Times New Roman"/>
                <a:sym typeface="Times New Roman"/>
              </a:rPr>
              <a:t> m</a:t>
            </a:r>
            <a:endParaRPr>
              <a:solidFill>
                <a:schemeClr val="accent4"/>
              </a:solidFill>
              <a:latin typeface="Times New Roman"/>
              <a:ea typeface="Times New Roman"/>
              <a:cs typeface="Times New Roman"/>
              <a:sym typeface="Times New Roman"/>
            </a:endParaRPr>
          </a:p>
        </p:txBody>
      </p:sp>
      <p:sp>
        <p:nvSpPr>
          <p:cNvPr id="2380" name="Google Shape;2380;p106"/>
          <p:cNvSpPr txBox="1"/>
          <p:nvPr>
            <p:ph idx="4294967295" type="body"/>
          </p:nvPr>
        </p:nvSpPr>
        <p:spPr>
          <a:xfrm>
            <a:off x="7536029" y="2036174"/>
            <a:ext cx="1224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1 × 10</a:t>
            </a:r>
            <a:r>
              <a:rPr baseline="30000" lang="en-GB">
                <a:latin typeface="Times New Roman"/>
                <a:ea typeface="Times New Roman"/>
                <a:cs typeface="Times New Roman"/>
                <a:sym typeface="Times New Roman"/>
              </a:rPr>
              <a:t>−6</a:t>
            </a:r>
            <a:r>
              <a:rPr lang="en-GB">
                <a:latin typeface="Times New Roman"/>
                <a:ea typeface="Times New Roman"/>
                <a:cs typeface="Times New Roman"/>
                <a:sym typeface="Times New Roman"/>
              </a:rPr>
              <a:t> m</a:t>
            </a:r>
            <a:endParaRPr>
              <a:solidFill>
                <a:schemeClr val="accent4"/>
              </a:solidFill>
              <a:latin typeface="Times New Roman"/>
              <a:ea typeface="Times New Roman"/>
              <a:cs typeface="Times New Roman"/>
              <a:sym typeface="Times New Roman"/>
            </a:endParaRPr>
          </a:p>
        </p:txBody>
      </p:sp>
      <p:sp>
        <p:nvSpPr>
          <p:cNvPr id="2381" name="Google Shape;2381;p106"/>
          <p:cNvSpPr txBox="1"/>
          <p:nvPr>
            <p:ph idx="4294967295" type="body"/>
          </p:nvPr>
        </p:nvSpPr>
        <p:spPr>
          <a:xfrm>
            <a:off x="324000" y="806600"/>
            <a:ext cx="2135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3) a) How many millimetres in a centimetre?</a:t>
            </a:r>
            <a:endParaRPr>
              <a:solidFill>
                <a:schemeClr val="accent4"/>
              </a:solidFill>
              <a:latin typeface="Times New Roman"/>
              <a:ea typeface="Times New Roman"/>
              <a:cs typeface="Times New Roman"/>
              <a:sym typeface="Times New Roman"/>
            </a:endParaRPr>
          </a:p>
        </p:txBody>
      </p:sp>
      <p:sp>
        <p:nvSpPr>
          <p:cNvPr id="2382" name="Google Shape;2382;p106"/>
          <p:cNvSpPr txBox="1"/>
          <p:nvPr>
            <p:ph idx="4294967295" type="body"/>
          </p:nvPr>
        </p:nvSpPr>
        <p:spPr>
          <a:xfrm>
            <a:off x="324000" y="2102000"/>
            <a:ext cx="2276700" cy="826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b) How many micrometres in a millimetre?</a:t>
            </a:r>
            <a:endParaRPr>
              <a:solidFill>
                <a:schemeClr val="accent4"/>
              </a:solidFill>
              <a:latin typeface="Times New Roman"/>
              <a:ea typeface="Times New Roman"/>
              <a:cs typeface="Times New Roman"/>
              <a:sym typeface="Times New Roman"/>
            </a:endParaRPr>
          </a:p>
        </p:txBody>
      </p:sp>
      <p:sp>
        <p:nvSpPr>
          <p:cNvPr id="2383" name="Google Shape;2383;p106"/>
          <p:cNvSpPr txBox="1"/>
          <p:nvPr>
            <p:ph idx="4294967295" type="body"/>
          </p:nvPr>
        </p:nvSpPr>
        <p:spPr>
          <a:xfrm>
            <a:off x="324000" y="3245000"/>
            <a:ext cx="58782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c) How many micrometres in a centimetre?</a:t>
            </a:r>
            <a:endParaRPr>
              <a:solidFill>
                <a:schemeClr val="accent4"/>
              </a:solidFill>
              <a:latin typeface="Times New Roman"/>
              <a:ea typeface="Times New Roman"/>
              <a:cs typeface="Times New Roman"/>
              <a:sym typeface="Times New Roman"/>
            </a:endParaRPr>
          </a:p>
        </p:txBody>
      </p:sp>
      <p:sp>
        <p:nvSpPr>
          <p:cNvPr id="2384" name="Google Shape;2384;p106"/>
          <p:cNvSpPr txBox="1"/>
          <p:nvPr>
            <p:ph idx="4294967295" type="body"/>
          </p:nvPr>
        </p:nvSpPr>
        <p:spPr>
          <a:xfrm>
            <a:off x="324000" y="806600"/>
            <a:ext cx="21357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3) a) How many millimetres in a centimetre?</a:t>
            </a:r>
            <a:endParaRPr>
              <a:solidFill>
                <a:schemeClr val="accent4"/>
              </a:solidFill>
              <a:latin typeface="Times New Roman"/>
              <a:ea typeface="Times New Roman"/>
              <a:cs typeface="Times New Roman"/>
              <a:sym typeface="Times New Roman"/>
            </a:endParaRPr>
          </a:p>
        </p:txBody>
      </p:sp>
      <p:sp>
        <p:nvSpPr>
          <p:cNvPr id="2385" name="Google Shape;2385;p106"/>
          <p:cNvSpPr txBox="1"/>
          <p:nvPr>
            <p:ph idx="4294967295" type="body"/>
          </p:nvPr>
        </p:nvSpPr>
        <p:spPr>
          <a:xfrm>
            <a:off x="1942608" y="1459544"/>
            <a:ext cx="4503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10</a:t>
            </a:r>
            <a:endParaRPr sz="2600">
              <a:solidFill>
                <a:schemeClr val="accent4"/>
              </a:solidFill>
              <a:latin typeface="Times New Roman"/>
              <a:ea typeface="Times New Roman"/>
              <a:cs typeface="Times New Roman"/>
              <a:sym typeface="Times New Roman"/>
            </a:endParaRPr>
          </a:p>
        </p:txBody>
      </p:sp>
      <p:sp>
        <p:nvSpPr>
          <p:cNvPr id="2386" name="Google Shape;2386;p106"/>
          <p:cNvSpPr txBox="1"/>
          <p:nvPr>
            <p:ph idx="4294967295" type="body"/>
          </p:nvPr>
        </p:nvSpPr>
        <p:spPr>
          <a:xfrm>
            <a:off x="1942608" y="2787798"/>
            <a:ext cx="37992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(1 </a:t>
            </a:r>
            <a:r>
              <a:rPr lang="en-GB" sz="2400">
                <a:latin typeface="Times New Roman"/>
                <a:ea typeface="Times New Roman"/>
                <a:cs typeface="Times New Roman"/>
                <a:sym typeface="Times New Roman"/>
              </a:rPr>
              <a:t>× 10</a:t>
            </a:r>
            <a:r>
              <a:rPr baseline="30000" lang="en-GB" sz="2400">
                <a:latin typeface="Times New Roman"/>
                <a:ea typeface="Times New Roman"/>
                <a:cs typeface="Times New Roman"/>
                <a:sym typeface="Times New Roman"/>
              </a:rPr>
              <a:t>−3</a:t>
            </a:r>
            <a:r>
              <a:rPr lang="en-GB" sz="2400">
                <a:latin typeface="Times New Roman"/>
                <a:ea typeface="Times New Roman"/>
                <a:cs typeface="Times New Roman"/>
                <a:sym typeface="Times New Roman"/>
              </a:rPr>
              <a:t>) ÷ </a:t>
            </a:r>
            <a:r>
              <a:rPr lang="en-GB" sz="2400">
                <a:latin typeface="Times New Roman"/>
                <a:ea typeface="Times New Roman"/>
                <a:cs typeface="Times New Roman"/>
                <a:sym typeface="Times New Roman"/>
              </a:rPr>
              <a:t>(1 × 10</a:t>
            </a:r>
            <a:r>
              <a:rPr baseline="30000" lang="en-GB" sz="2400">
                <a:latin typeface="Times New Roman"/>
                <a:ea typeface="Times New Roman"/>
                <a:cs typeface="Times New Roman"/>
                <a:sym typeface="Times New Roman"/>
              </a:rPr>
              <a:t>−6</a:t>
            </a:r>
            <a:r>
              <a:rPr lang="en-GB" sz="2400">
                <a:latin typeface="Times New Roman"/>
                <a:ea typeface="Times New Roman"/>
                <a:cs typeface="Times New Roman"/>
                <a:sym typeface="Times New Roman"/>
              </a:rPr>
              <a:t>) = 1000</a:t>
            </a:r>
            <a:endParaRPr sz="2400">
              <a:solidFill>
                <a:schemeClr val="accent4"/>
              </a:solidFill>
              <a:latin typeface="Times New Roman"/>
              <a:ea typeface="Times New Roman"/>
              <a:cs typeface="Times New Roman"/>
              <a:sym typeface="Times New Roman"/>
            </a:endParaRPr>
          </a:p>
        </p:txBody>
      </p:sp>
      <p:sp>
        <p:nvSpPr>
          <p:cNvPr id="2387" name="Google Shape;2387;p106"/>
          <p:cNvSpPr txBox="1"/>
          <p:nvPr>
            <p:ph idx="4294967295" type="body"/>
          </p:nvPr>
        </p:nvSpPr>
        <p:spPr>
          <a:xfrm>
            <a:off x="1942599" y="3702200"/>
            <a:ext cx="41376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(1 × 10</a:t>
            </a:r>
            <a:r>
              <a:rPr baseline="30000" lang="en-GB" sz="2400">
                <a:latin typeface="Times New Roman"/>
                <a:ea typeface="Times New Roman"/>
                <a:cs typeface="Times New Roman"/>
                <a:sym typeface="Times New Roman"/>
              </a:rPr>
              <a:t>−2</a:t>
            </a:r>
            <a:r>
              <a:rPr lang="en-GB" sz="2400">
                <a:latin typeface="Times New Roman"/>
                <a:ea typeface="Times New Roman"/>
                <a:cs typeface="Times New Roman"/>
                <a:sym typeface="Times New Roman"/>
              </a:rPr>
              <a:t>) ÷ (1 × 10</a:t>
            </a:r>
            <a:r>
              <a:rPr baseline="30000" lang="en-GB" sz="2400">
                <a:latin typeface="Times New Roman"/>
                <a:ea typeface="Times New Roman"/>
                <a:cs typeface="Times New Roman"/>
                <a:sym typeface="Times New Roman"/>
              </a:rPr>
              <a:t>−6</a:t>
            </a:r>
            <a:r>
              <a:rPr lang="en-GB" sz="2400">
                <a:latin typeface="Times New Roman"/>
                <a:ea typeface="Times New Roman"/>
                <a:cs typeface="Times New Roman"/>
                <a:sym typeface="Times New Roman"/>
              </a:rPr>
              <a:t>) = 10 000</a:t>
            </a:r>
            <a:endParaRPr sz="2400">
              <a:solidFill>
                <a:schemeClr val="accent4"/>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1" name="Shape 2391"/>
        <p:cNvGrpSpPr/>
        <p:nvPr/>
      </p:nvGrpSpPr>
      <p:grpSpPr>
        <a:xfrm>
          <a:off x="0" y="0"/>
          <a:ext cx="0" cy="0"/>
          <a:chOff x="0" y="0"/>
          <a:chExt cx="0" cy="0"/>
        </a:xfrm>
      </p:grpSpPr>
      <p:sp>
        <p:nvSpPr>
          <p:cNvPr id="2392" name="Google Shape;2392;p107"/>
          <p:cNvSpPr txBox="1"/>
          <p:nvPr>
            <p:ph idx="4294967295" type="body"/>
          </p:nvPr>
        </p:nvSpPr>
        <p:spPr>
          <a:xfrm>
            <a:off x="324000" y="730400"/>
            <a:ext cx="450300" cy="3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3)</a:t>
            </a:r>
            <a:endParaRPr>
              <a:solidFill>
                <a:schemeClr val="accent4"/>
              </a:solidFill>
              <a:latin typeface="Times New Roman"/>
              <a:ea typeface="Times New Roman"/>
              <a:cs typeface="Times New Roman"/>
              <a:sym typeface="Times New Roman"/>
            </a:endParaRPr>
          </a:p>
        </p:txBody>
      </p:sp>
      <p:sp>
        <p:nvSpPr>
          <p:cNvPr id="2393" name="Google Shape;2393;p10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Precision in engineering</a:t>
            </a:r>
            <a:endParaRPr/>
          </a:p>
        </p:txBody>
      </p:sp>
      <p:sp>
        <p:nvSpPr>
          <p:cNvPr id="2394" name="Google Shape;2394;p107"/>
          <p:cNvSpPr txBox="1"/>
          <p:nvPr>
            <p:ph idx="4294967295" type="body"/>
          </p:nvPr>
        </p:nvSpPr>
        <p:spPr>
          <a:xfrm>
            <a:off x="3538848" y="831252"/>
            <a:ext cx="20529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One centimetre</a:t>
            </a:r>
            <a:endParaRPr sz="1800">
              <a:solidFill>
                <a:schemeClr val="accent4"/>
              </a:solidFill>
              <a:latin typeface="Times New Roman"/>
              <a:ea typeface="Times New Roman"/>
              <a:cs typeface="Times New Roman"/>
              <a:sym typeface="Times New Roman"/>
            </a:endParaRPr>
          </a:p>
        </p:txBody>
      </p:sp>
      <p:sp>
        <p:nvSpPr>
          <p:cNvPr id="2395" name="Google Shape;2395;p107"/>
          <p:cNvSpPr txBox="1"/>
          <p:nvPr>
            <p:ph idx="4294967295" type="body"/>
          </p:nvPr>
        </p:nvSpPr>
        <p:spPr>
          <a:xfrm>
            <a:off x="3538848" y="1385163"/>
            <a:ext cx="19854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One millimetre</a:t>
            </a:r>
            <a:endParaRPr sz="1800">
              <a:solidFill>
                <a:schemeClr val="accent4"/>
              </a:solidFill>
              <a:latin typeface="Times New Roman"/>
              <a:ea typeface="Times New Roman"/>
              <a:cs typeface="Times New Roman"/>
              <a:sym typeface="Times New Roman"/>
            </a:endParaRPr>
          </a:p>
        </p:txBody>
      </p:sp>
      <p:sp>
        <p:nvSpPr>
          <p:cNvPr id="2396" name="Google Shape;2396;p107"/>
          <p:cNvSpPr txBox="1"/>
          <p:nvPr>
            <p:ph idx="4294967295" type="body"/>
          </p:nvPr>
        </p:nvSpPr>
        <p:spPr>
          <a:xfrm>
            <a:off x="3538848" y="1976938"/>
            <a:ext cx="21357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One micrometre</a:t>
            </a:r>
            <a:endParaRPr sz="1800">
              <a:solidFill>
                <a:schemeClr val="accent4"/>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100}&quot;&gt;&lt;mfrac&gt;&lt;mn&gt;1&lt;/mn&gt;&lt;mn&gt;100&lt;/mn&gt;&lt;/mfrac&gt;&lt;/math&gt;" id="2397" name="Google Shape;2397;p107" title="1 over 100"/>
          <p:cNvPicPr preferRelativeResize="0"/>
          <p:nvPr/>
        </p:nvPicPr>
        <p:blipFill>
          <a:blip r:embed="rId3">
            <a:alphaModFix/>
          </a:blip>
          <a:stretch>
            <a:fillRect/>
          </a:stretch>
        </p:blipFill>
        <p:spPr>
          <a:xfrm>
            <a:off x="5414793" y="747073"/>
            <a:ext cx="345719" cy="427363"/>
          </a:xfrm>
          <a:prstGeom prst="rect">
            <a:avLst/>
          </a:prstGeom>
          <a:noFill/>
          <a:ln>
            <a:noFill/>
          </a:ln>
        </p:spPr>
      </p:pic>
      <p:pic>
        <p:nvPicPr>
          <p:cNvPr descr="&lt;math xmlns=&quot;http://www.w3.org/1998/Math/MathML&quot; display=&quot;block&quot; data-is-equatio=&quot;1&quot; data-latex=&quot;\frac{1}{1000}&quot;&gt;&lt;mfrac&gt;&lt;mn&gt;1&lt;/mn&gt;&lt;mn&gt;1000&lt;/mn&gt;&lt;/mfrac&gt;&lt;/math&gt;" id="2398" name="Google Shape;2398;p107" title="1 over 1000"/>
          <p:cNvPicPr preferRelativeResize="0"/>
          <p:nvPr/>
        </p:nvPicPr>
        <p:blipFill>
          <a:blip r:embed="rId4">
            <a:alphaModFix/>
          </a:blip>
          <a:stretch>
            <a:fillRect/>
          </a:stretch>
        </p:blipFill>
        <p:spPr>
          <a:xfrm>
            <a:off x="5412772" y="1317618"/>
            <a:ext cx="450386" cy="427363"/>
          </a:xfrm>
          <a:prstGeom prst="rect">
            <a:avLst/>
          </a:prstGeom>
          <a:noFill/>
          <a:ln>
            <a:noFill/>
          </a:ln>
        </p:spPr>
      </p:pic>
      <p:pic>
        <p:nvPicPr>
          <p:cNvPr descr="&lt;math xmlns=&quot;http://www.w3.org/1998/Math/MathML&quot; display=&quot;block&quot; data-is-equatio=&quot;1&quot; data-latex=&quot;\frac{1}{1\ 000\ 000}&quot;&gt;&lt;mfrac&gt;&lt;mn&gt;1&lt;/mn&gt;&lt;mrow&gt;&lt;mn&gt;1&lt;/mn&gt;&lt;mtext&gt;&lt;/mtext&gt;&lt;mn&gt;000&lt;/mn&gt;&lt;mtext&gt;&lt;/mtext&gt;&lt;mn&gt;000&lt;/mn&gt;&lt;/mrow&gt;&lt;/mfrac&gt;&lt;/math&gt;" id="2399" name="Google Shape;2399;p107" title="the fraction with numerator 1 and denominator 1 000 000"/>
          <p:cNvPicPr preferRelativeResize="0"/>
          <p:nvPr/>
        </p:nvPicPr>
        <p:blipFill>
          <a:blip r:embed="rId5">
            <a:alphaModFix/>
          </a:blip>
          <a:stretch>
            <a:fillRect/>
          </a:stretch>
        </p:blipFill>
        <p:spPr>
          <a:xfrm>
            <a:off x="5420067" y="1886413"/>
            <a:ext cx="875398" cy="427363"/>
          </a:xfrm>
          <a:prstGeom prst="rect">
            <a:avLst/>
          </a:prstGeom>
          <a:noFill/>
          <a:ln>
            <a:noFill/>
          </a:ln>
        </p:spPr>
      </p:pic>
      <p:sp>
        <p:nvSpPr>
          <p:cNvPr id="2400" name="Google Shape;2400;p107"/>
          <p:cNvSpPr txBox="1"/>
          <p:nvPr>
            <p:ph idx="4294967295" type="body"/>
          </p:nvPr>
        </p:nvSpPr>
        <p:spPr>
          <a:xfrm>
            <a:off x="5801856" y="806317"/>
            <a:ext cx="2784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m</a:t>
            </a:r>
            <a:endParaRPr>
              <a:solidFill>
                <a:schemeClr val="accent4"/>
              </a:solidFill>
              <a:latin typeface="Times New Roman"/>
              <a:ea typeface="Times New Roman"/>
              <a:cs typeface="Times New Roman"/>
              <a:sym typeface="Times New Roman"/>
            </a:endParaRPr>
          </a:p>
        </p:txBody>
      </p:sp>
      <p:sp>
        <p:nvSpPr>
          <p:cNvPr id="2401" name="Google Shape;2401;p107"/>
          <p:cNvSpPr txBox="1"/>
          <p:nvPr>
            <p:ph idx="4294967295" type="body"/>
          </p:nvPr>
        </p:nvSpPr>
        <p:spPr>
          <a:xfrm>
            <a:off x="5923909" y="1416585"/>
            <a:ext cx="2784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m</a:t>
            </a:r>
            <a:endParaRPr>
              <a:solidFill>
                <a:schemeClr val="accent4"/>
              </a:solidFill>
              <a:latin typeface="Times New Roman"/>
              <a:ea typeface="Times New Roman"/>
              <a:cs typeface="Times New Roman"/>
              <a:sym typeface="Times New Roman"/>
            </a:endParaRPr>
          </a:p>
        </p:txBody>
      </p:sp>
      <p:sp>
        <p:nvSpPr>
          <p:cNvPr id="2402" name="Google Shape;2402;p107"/>
          <p:cNvSpPr txBox="1"/>
          <p:nvPr>
            <p:ph idx="4294967295" type="body"/>
          </p:nvPr>
        </p:nvSpPr>
        <p:spPr>
          <a:xfrm>
            <a:off x="6351096" y="1988968"/>
            <a:ext cx="2784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m</a:t>
            </a:r>
            <a:endParaRPr>
              <a:solidFill>
                <a:schemeClr val="accent4"/>
              </a:solidFill>
              <a:latin typeface="Times New Roman"/>
              <a:ea typeface="Times New Roman"/>
              <a:cs typeface="Times New Roman"/>
              <a:sym typeface="Times New Roman"/>
            </a:endParaRPr>
          </a:p>
        </p:txBody>
      </p:sp>
      <p:sp>
        <p:nvSpPr>
          <p:cNvPr id="2403" name="Google Shape;2403;p107"/>
          <p:cNvSpPr txBox="1"/>
          <p:nvPr>
            <p:ph idx="4294967295" type="body"/>
          </p:nvPr>
        </p:nvSpPr>
        <p:spPr>
          <a:xfrm>
            <a:off x="7536029" y="812034"/>
            <a:ext cx="1224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1 × 10</a:t>
            </a:r>
            <a:r>
              <a:rPr baseline="30000" lang="en-GB">
                <a:latin typeface="Times New Roman"/>
                <a:ea typeface="Times New Roman"/>
                <a:cs typeface="Times New Roman"/>
                <a:sym typeface="Times New Roman"/>
              </a:rPr>
              <a:t>−2</a:t>
            </a:r>
            <a:r>
              <a:rPr lang="en-GB">
                <a:latin typeface="Times New Roman"/>
                <a:ea typeface="Times New Roman"/>
                <a:cs typeface="Times New Roman"/>
                <a:sym typeface="Times New Roman"/>
              </a:rPr>
              <a:t> m</a:t>
            </a:r>
            <a:endParaRPr>
              <a:solidFill>
                <a:schemeClr val="accent4"/>
              </a:solidFill>
              <a:latin typeface="Times New Roman"/>
              <a:ea typeface="Times New Roman"/>
              <a:cs typeface="Times New Roman"/>
              <a:sym typeface="Times New Roman"/>
            </a:endParaRPr>
          </a:p>
        </p:txBody>
      </p:sp>
      <p:sp>
        <p:nvSpPr>
          <p:cNvPr id="2404" name="Google Shape;2404;p107"/>
          <p:cNvSpPr txBox="1"/>
          <p:nvPr>
            <p:ph idx="4294967295" type="body"/>
          </p:nvPr>
        </p:nvSpPr>
        <p:spPr>
          <a:xfrm>
            <a:off x="7536029" y="1376019"/>
            <a:ext cx="1224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1 × 10</a:t>
            </a:r>
            <a:r>
              <a:rPr baseline="30000" lang="en-GB">
                <a:latin typeface="Times New Roman"/>
                <a:ea typeface="Times New Roman"/>
                <a:cs typeface="Times New Roman"/>
                <a:sym typeface="Times New Roman"/>
              </a:rPr>
              <a:t>−3</a:t>
            </a:r>
            <a:r>
              <a:rPr lang="en-GB">
                <a:latin typeface="Times New Roman"/>
                <a:ea typeface="Times New Roman"/>
                <a:cs typeface="Times New Roman"/>
                <a:sym typeface="Times New Roman"/>
              </a:rPr>
              <a:t> m</a:t>
            </a:r>
            <a:endParaRPr>
              <a:solidFill>
                <a:schemeClr val="accent4"/>
              </a:solidFill>
              <a:latin typeface="Times New Roman"/>
              <a:ea typeface="Times New Roman"/>
              <a:cs typeface="Times New Roman"/>
              <a:sym typeface="Times New Roman"/>
            </a:endParaRPr>
          </a:p>
        </p:txBody>
      </p:sp>
      <p:sp>
        <p:nvSpPr>
          <p:cNvPr id="2405" name="Google Shape;2405;p107"/>
          <p:cNvSpPr txBox="1"/>
          <p:nvPr>
            <p:ph idx="4294967295" type="body"/>
          </p:nvPr>
        </p:nvSpPr>
        <p:spPr>
          <a:xfrm>
            <a:off x="7536029" y="1959974"/>
            <a:ext cx="1224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1 × 10</a:t>
            </a:r>
            <a:r>
              <a:rPr baseline="30000" lang="en-GB">
                <a:latin typeface="Times New Roman"/>
                <a:ea typeface="Times New Roman"/>
                <a:cs typeface="Times New Roman"/>
                <a:sym typeface="Times New Roman"/>
              </a:rPr>
              <a:t>−6</a:t>
            </a:r>
            <a:r>
              <a:rPr lang="en-GB">
                <a:latin typeface="Times New Roman"/>
                <a:ea typeface="Times New Roman"/>
                <a:cs typeface="Times New Roman"/>
                <a:sym typeface="Times New Roman"/>
              </a:rPr>
              <a:t> m</a:t>
            </a:r>
            <a:endParaRPr>
              <a:solidFill>
                <a:schemeClr val="accent4"/>
              </a:solidFill>
              <a:latin typeface="Times New Roman"/>
              <a:ea typeface="Times New Roman"/>
              <a:cs typeface="Times New Roman"/>
              <a:sym typeface="Times New Roman"/>
            </a:endParaRPr>
          </a:p>
        </p:txBody>
      </p:sp>
      <p:sp>
        <p:nvSpPr>
          <p:cNvPr id="2406" name="Google Shape;2406;p107"/>
          <p:cNvSpPr txBox="1"/>
          <p:nvPr>
            <p:ph idx="4294967295" type="body"/>
          </p:nvPr>
        </p:nvSpPr>
        <p:spPr>
          <a:xfrm>
            <a:off x="324000" y="2468552"/>
            <a:ext cx="68553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d) Engineers can laser cut to a precision of </a:t>
            </a:r>
            <a:r>
              <a:rPr lang="en-GB">
                <a:latin typeface="Times New Roman"/>
                <a:ea typeface="Times New Roman"/>
                <a:cs typeface="Times New Roman"/>
                <a:sym typeface="Times New Roman"/>
              </a:rPr>
              <a:t>2.5 × 10</a:t>
            </a:r>
            <a:r>
              <a:rPr baseline="30000" lang="en-GB">
                <a:latin typeface="Times New Roman"/>
                <a:ea typeface="Times New Roman"/>
                <a:cs typeface="Times New Roman"/>
                <a:sym typeface="Times New Roman"/>
              </a:rPr>
              <a:t>−5</a:t>
            </a:r>
            <a:r>
              <a:rPr lang="en-GB">
                <a:latin typeface="Times New Roman"/>
                <a:ea typeface="Times New Roman"/>
                <a:cs typeface="Times New Roman"/>
                <a:sym typeface="Times New Roman"/>
              </a:rPr>
              <a:t> m</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GB" sz="2000"/>
              <a:t>What fraction of a centimetre is this?</a:t>
            </a:r>
            <a:endParaRPr>
              <a:latin typeface="Times New Roman"/>
              <a:ea typeface="Times New Roman"/>
              <a:cs typeface="Times New Roman"/>
              <a:sym typeface="Times New Roman"/>
            </a:endParaRPr>
          </a:p>
        </p:txBody>
      </p:sp>
      <p:pic>
        <p:nvPicPr>
          <p:cNvPr descr="&lt;math xmlns=&quot;http://www.w3.org/1998/Math/MathML&quot; display=&quot;block&quot; data-is-equatio=&quot;1&quot; data-latex=&quot;\frac{2.5\times10^{-5}}{1\times10^{-2}}=\frac{2.5\times10^{-5}\times10^5}{1\times10^{-2}\times10^5}=\frac{2.5}{10^3}=\frac{25}{10\ 000}=\frac{1}{400}&quot;&gt;&lt;mfrac&gt;&lt;mrow&gt;&lt;mn&gt;2.5&lt;/mn&gt;&lt;mo&gt;×&lt;/mo&gt;&lt;msup&gt;&lt;mn&gt;10&lt;/mn&gt;&lt;mrow data-mjx-texclass=&quot;ORD&quot;&gt;&lt;mo&gt;−&lt;/mo&gt;&lt;mn&gt;5&lt;/mn&gt;&lt;/mrow&gt;&lt;/msup&gt;&lt;/mrow&gt;&lt;mrow&gt;&lt;mn&gt;1&lt;/mn&gt;&lt;mo&gt;×&lt;/mo&gt;&lt;msup&gt;&lt;mn&gt;10&lt;/mn&gt;&lt;mrow data-mjx-texclass=&quot;ORD&quot;&gt;&lt;mo&gt;−&lt;/mo&gt;&lt;mn&gt;2&lt;/mn&gt;&lt;/mrow&gt;&lt;/msup&gt;&lt;/mrow&gt;&lt;/mfrac&gt;&lt;mo&gt;=&lt;/mo&gt;&lt;mfrac&gt;&lt;mrow&gt;&lt;mn&gt;2.5&lt;/mn&gt;&lt;mo&gt;×&lt;/mo&gt;&lt;msup&gt;&lt;mn&gt;10&lt;/mn&gt;&lt;mrow data-mjx-texclass=&quot;ORD&quot;&gt;&lt;mo&gt;−&lt;/mo&gt;&lt;mn&gt;5&lt;/mn&gt;&lt;/mrow&gt;&lt;/msup&gt;&lt;mo&gt;×&lt;/mo&gt;&lt;msup&gt;&lt;mn&gt;10&lt;/mn&gt;&lt;mn&gt;5&lt;/mn&gt;&lt;/msup&gt;&lt;/mrow&gt;&lt;mrow&gt;&lt;mn&gt;1&lt;/mn&gt;&lt;mo&gt;×&lt;/mo&gt;&lt;msup&gt;&lt;mn&gt;10&lt;/mn&gt;&lt;mrow data-mjx-texclass=&quot;ORD&quot;&gt;&lt;mo&gt;−&lt;/mo&gt;&lt;mn&gt;2&lt;/mn&gt;&lt;/mrow&gt;&lt;/msup&gt;&lt;mo&gt;×&lt;/mo&gt;&lt;msup&gt;&lt;mn&gt;10&lt;/mn&gt;&lt;mn&gt;5&lt;/mn&gt;&lt;/msup&gt;&lt;/mrow&gt;&lt;/mfrac&gt;&lt;mo&gt;=&lt;/mo&gt;&lt;mfrac&gt;&lt;mn&gt;2.5&lt;/mn&gt;&lt;msup&gt;&lt;mn&gt;10&lt;/mn&gt;&lt;mn&gt;3&lt;/mn&gt;&lt;/msup&gt;&lt;/mfrac&gt;&lt;mo&gt;=&lt;/mo&gt;&lt;mfrac&gt;&lt;mn&gt;25&lt;/mn&gt;&lt;mrow&gt;&lt;mn&gt;10&lt;/mn&gt;&lt;mtext&gt;&lt;/mtext&gt;&lt;mn&gt;000&lt;/mn&gt;&lt;/mrow&gt;&lt;/mfrac&gt;&lt;mo&gt;=&lt;/mo&gt;&lt;mfrac&gt;&lt;mn&gt;1&lt;/mn&gt;&lt;mn&gt;400&lt;/mn&gt;&lt;/mfrac&gt;&lt;/math&gt;" id="2407" name="Google Shape;2407;p107" title="the fraction with numerator 2.5 times 10 to the negative 5 power and denominator 1 times 10 to the negative 2 power equals the fraction with numerator 2.5 times 10 to the negative 5 power times 10 to the fifth power and denominator 1 times 10 to the negative 2 power times 10 to the fifth power equals the fraction with numerator 2.5 and denominator 10 cubed equals the fraction with numerator 25 and denominator 10 000 equals 1 over 400"/>
          <p:cNvPicPr preferRelativeResize="0"/>
          <p:nvPr/>
        </p:nvPicPr>
        <p:blipFill>
          <a:blip r:embed="rId6">
            <a:alphaModFix/>
          </a:blip>
          <a:stretch>
            <a:fillRect/>
          </a:stretch>
        </p:blipFill>
        <p:spPr>
          <a:xfrm>
            <a:off x="688369" y="3246044"/>
            <a:ext cx="6722099" cy="723766"/>
          </a:xfrm>
          <a:prstGeom prst="rect">
            <a:avLst/>
          </a:prstGeom>
          <a:noFill/>
          <a:ln>
            <a:noFill/>
          </a:ln>
        </p:spPr>
      </p:pic>
      <p:sp>
        <p:nvSpPr>
          <p:cNvPr id="2408" name="Google Shape;2408;p107"/>
          <p:cNvSpPr txBox="1"/>
          <p:nvPr>
            <p:ph idx="4294967295" type="body"/>
          </p:nvPr>
        </p:nvSpPr>
        <p:spPr>
          <a:xfrm>
            <a:off x="324000" y="4144948"/>
            <a:ext cx="6855300" cy="599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Kalam"/>
                <a:ea typeface="Kalam"/>
                <a:cs typeface="Kalam"/>
                <a:sym typeface="Kalam"/>
              </a:rPr>
              <a:t>Can you imagine one four-hundredth of a centimetre! This is the kind of precision engineers operate to.</a:t>
            </a:r>
            <a:endParaRPr sz="24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2" name="Shape 2412"/>
        <p:cNvGrpSpPr/>
        <p:nvPr/>
      </p:nvGrpSpPr>
      <p:grpSpPr>
        <a:xfrm>
          <a:off x="0" y="0"/>
          <a:ext cx="0" cy="0"/>
          <a:chOff x="0" y="0"/>
          <a:chExt cx="0" cy="0"/>
        </a:xfrm>
      </p:grpSpPr>
      <p:sp>
        <p:nvSpPr>
          <p:cNvPr id="2413" name="Google Shape;2413;p10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Precision in engineering</a:t>
            </a:r>
            <a:endParaRPr/>
          </a:p>
        </p:txBody>
      </p:sp>
      <p:sp>
        <p:nvSpPr>
          <p:cNvPr id="2414" name="Google Shape;2414;p10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applications of maths</a:t>
            </a:r>
            <a:endParaRPr/>
          </a:p>
        </p:txBody>
      </p:sp>
      <p:sp>
        <p:nvSpPr>
          <p:cNvPr id="2415" name="Google Shape;2415;p10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Engineer</a:t>
            </a:r>
            <a:endParaRPr/>
          </a:p>
        </p:txBody>
      </p:sp>
      <p:pic>
        <p:nvPicPr>
          <p:cNvPr id="2416" name="Google Shape;2416;p108"/>
          <p:cNvPicPr preferRelativeResize="0"/>
          <p:nvPr/>
        </p:nvPicPr>
        <p:blipFill>
          <a:blip r:embed="rId3">
            <a:alphaModFix/>
          </a:blip>
          <a:stretch>
            <a:fillRect/>
          </a:stretch>
        </p:blipFill>
        <p:spPr>
          <a:xfrm>
            <a:off x="417902" y="2992017"/>
            <a:ext cx="450575" cy="4467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0" name="Shape 2420"/>
        <p:cNvGrpSpPr/>
        <p:nvPr/>
      </p:nvGrpSpPr>
      <p:grpSpPr>
        <a:xfrm>
          <a:off x="0" y="0"/>
          <a:ext cx="0" cy="0"/>
          <a:chOff x="0" y="0"/>
          <a:chExt cx="0" cy="0"/>
        </a:xfrm>
      </p:grpSpPr>
      <p:sp>
        <p:nvSpPr>
          <p:cNvPr id="2421" name="Google Shape;2421;p109"/>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Mason’s Rule was often a five-foot folding rule. Not four, not six. Five. This was for a reason.</a:t>
            </a:r>
            <a:endParaRPr/>
          </a:p>
        </p:txBody>
      </p:sp>
      <p:sp>
        <p:nvSpPr>
          <p:cNvPr id="2422" name="Google Shape;2422;p10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applications of maths</a:t>
            </a:r>
            <a:endParaRPr/>
          </a:p>
        </p:txBody>
      </p:sp>
      <p:pic>
        <p:nvPicPr>
          <p:cNvPr id="2423" name="Google Shape;2423;p109"/>
          <p:cNvPicPr preferRelativeResize="0"/>
          <p:nvPr/>
        </p:nvPicPr>
        <p:blipFill>
          <a:blip r:embed="rId3">
            <a:alphaModFix/>
          </a:blip>
          <a:stretch>
            <a:fillRect/>
          </a:stretch>
        </p:blipFill>
        <p:spPr>
          <a:xfrm rot="455903">
            <a:off x="3776395" y="1878880"/>
            <a:ext cx="4803513" cy="398125"/>
          </a:xfrm>
          <a:prstGeom prst="rect">
            <a:avLst/>
          </a:prstGeom>
          <a:noFill/>
          <a:ln>
            <a:noFill/>
          </a:ln>
        </p:spPr>
      </p:pic>
      <p:pic>
        <p:nvPicPr>
          <p:cNvPr id="2424" name="Google Shape;2424;p109"/>
          <p:cNvPicPr preferRelativeResize="0"/>
          <p:nvPr/>
        </p:nvPicPr>
        <p:blipFill>
          <a:blip r:embed="rId3">
            <a:alphaModFix/>
          </a:blip>
          <a:stretch>
            <a:fillRect/>
          </a:stretch>
        </p:blipFill>
        <p:spPr>
          <a:xfrm rot="10599334">
            <a:off x="3759833" y="2338673"/>
            <a:ext cx="4807967" cy="397708"/>
          </a:xfrm>
          <a:prstGeom prst="rect">
            <a:avLst/>
          </a:prstGeom>
          <a:noFill/>
          <a:ln>
            <a:noFill/>
          </a:ln>
        </p:spPr>
      </p:pic>
      <p:sp>
        <p:nvSpPr>
          <p:cNvPr id="2425" name="Google Shape;2425;p109"/>
          <p:cNvSpPr/>
          <p:nvPr/>
        </p:nvSpPr>
        <p:spPr>
          <a:xfrm>
            <a:off x="8450088" y="2287783"/>
            <a:ext cx="236100" cy="222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2426" name="Google Shape;2426;p109"/>
          <p:cNvPicPr preferRelativeResize="0"/>
          <p:nvPr/>
        </p:nvPicPr>
        <p:blipFill>
          <a:blip r:embed="rId3">
            <a:alphaModFix/>
          </a:blip>
          <a:stretch>
            <a:fillRect/>
          </a:stretch>
        </p:blipFill>
        <p:spPr>
          <a:xfrm rot="267084">
            <a:off x="3774583" y="2687645"/>
            <a:ext cx="4807138" cy="397786"/>
          </a:xfrm>
          <a:prstGeom prst="rect">
            <a:avLst/>
          </a:prstGeom>
          <a:noFill/>
          <a:ln>
            <a:noFill/>
          </a:ln>
        </p:spPr>
      </p:pic>
      <p:pic>
        <p:nvPicPr>
          <p:cNvPr id="2427" name="Google Shape;2427;p109"/>
          <p:cNvPicPr preferRelativeResize="0"/>
          <p:nvPr/>
        </p:nvPicPr>
        <p:blipFill>
          <a:blip r:embed="rId3">
            <a:alphaModFix/>
          </a:blip>
          <a:stretch>
            <a:fillRect/>
          </a:stretch>
        </p:blipFill>
        <p:spPr>
          <a:xfrm rot="10472403">
            <a:off x="3746392" y="3147185"/>
            <a:ext cx="4806180" cy="397876"/>
          </a:xfrm>
          <a:prstGeom prst="rect">
            <a:avLst/>
          </a:prstGeom>
          <a:noFill/>
          <a:ln>
            <a:noFill/>
          </a:ln>
        </p:spPr>
      </p:pic>
      <p:sp>
        <p:nvSpPr>
          <p:cNvPr id="2428" name="Google Shape;2428;p109"/>
          <p:cNvSpPr/>
          <p:nvPr/>
        </p:nvSpPr>
        <p:spPr>
          <a:xfrm>
            <a:off x="8435754" y="2998373"/>
            <a:ext cx="236100" cy="222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2429" name="Google Shape;2429;p109"/>
          <p:cNvPicPr preferRelativeResize="0"/>
          <p:nvPr/>
        </p:nvPicPr>
        <p:blipFill>
          <a:blip r:embed="rId3">
            <a:alphaModFix/>
          </a:blip>
          <a:stretch>
            <a:fillRect/>
          </a:stretch>
        </p:blipFill>
        <p:spPr>
          <a:xfrm rot="455903">
            <a:off x="3762061" y="3699468"/>
            <a:ext cx="4803513" cy="398125"/>
          </a:xfrm>
          <a:prstGeom prst="rect">
            <a:avLst/>
          </a:prstGeom>
          <a:noFill/>
          <a:ln>
            <a:noFill/>
          </a:ln>
        </p:spPr>
      </p:pic>
      <p:sp>
        <p:nvSpPr>
          <p:cNvPr id="2430" name="Google Shape;2430;p109"/>
          <p:cNvSpPr/>
          <p:nvPr/>
        </p:nvSpPr>
        <p:spPr>
          <a:xfrm>
            <a:off x="3658447" y="2571760"/>
            <a:ext cx="236100" cy="222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31" name="Google Shape;2431;p109"/>
          <p:cNvSpPr/>
          <p:nvPr/>
        </p:nvSpPr>
        <p:spPr>
          <a:xfrm>
            <a:off x="3644113" y="3468580"/>
            <a:ext cx="236100" cy="222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5" name="Shape 2435"/>
        <p:cNvGrpSpPr/>
        <p:nvPr/>
      </p:nvGrpSpPr>
      <p:grpSpPr>
        <a:xfrm>
          <a:off x="0" y="0"/>
          <a:ext cx="0" cy="0"/>
          <a:chOff x="0" y="0"/>
          <a:chExt cx="0" cy="0"/>
        </a:xfrm>
      </p:grpSpPr>
      <p:sp>
        <p:nvSpPr>
          <p:cNvPr id="2436" name="Google Shape;2436;p110"/>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When </a:t>
            </a:r>
            <a:r>
              <a:rPr lang="en-GB"/>
              <a:t>building</a:t>
            </a:r>
            <a:r>
              <a:rPr lang="en-GB"/>
              <a:t> a wall</a:t>
            </a:r>
            <a:r>
              <a:rPr lang="en-GB"/>
              <a:t>, early in the process, </a:t>
            </a:r>
            <a:r>
              <a:rPr lang="en-GB"/>
              <a:t> a mason</a:t>
            </a:r>
            <a:r>
              <a:rPr lang="en-GB"/>
              <a:t> would measure three feet up the wall, and four feet from the base.</a:t>
            </a:r>
            <a:endParaRPr/>
          </a:p>
        </p:txBody>
      </p:sp>
      <p:sp>
        <p:nvSpPr>
          <p:cNvPr id="2437" name="Google Shape;2437;p11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applications of maths</a:t>
            </a:r>
            <a:endParaRPr/>
          </a:p>
        </p:txBody>
      </p:sp>
      <p:cxnSp>
        <p:nvCxnSpPr>
          <p:cNvPr id="2438" name="Google Shape;2438;p110"/>
          <p:cNvCxnSpPr/>
          <p:nvPr/>
        </p:nvCxnSpPr>
        <p:spPr>
          <a:xfrm>
            <a:off x="3000273" y="4338350"/>
            <a:ext cx="5808000" cy="0"/>
          </a:xfrm>
          <a:prstGeom prst="straightConnector1">
            <a:avLst/>
          </a:prstGeom>
          <a:noFill/>
          <a:ln cap="flat" cmpd="sng" w="38100">
            <a:solidFill>
              <a:schemeClr val="dk1"/>
            </a:solidFill>
            <a:prstDash val="solid"/>
            <a:round/>
            <a:headEnd len="med" w="med" type="none"/>
            <a:tailEnd len="med" w="med" type="none"/>
          </a:ln>
        </p:spPr>
      </p:cxnSp>
      <p:sp>
        <p:nvSpPr>
          <p:cNvPr id="2439" name="Google Shape;2439;p110"/>
          <p:cNvSpPr/>
          <p:nvPr/>
        </p:nvSpPr>
        <p:spPr>
          <a:xfrm>
            <a:off x="7469625"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40" name="Google Shape;2440;p110"/>
          <p:cNvSpPr/>
          <p:nvPr/>
        </p:nvSpPr>
        <p:spPr>
          <a:xfrm>
            <a:off x="7469625" y="3732801"/>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41" name="Google Shape;2441;p110"/>
          <p:cNvSpPr/>
          <p:nvPr/>
        </p:nvSpPr>
        <p:spPr>
          <a:xfrm>
            <a:off x="7469625" y="3439062"/>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42" name="Google Shape;2442;p110"/>
          <p:cNvSpPr/>
          <p:nvPr/>
        </p:nvSpPr>
        <p:spPr>
          <a:xfrm>
            <a:off x="7469625" y="3148134"/>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43" name="Google Shape;2443;p110"/>
          <p:cNvSpPr/>
          <p:nvPr/>
        </p:nvSpPr>
        <p:spPr>
          <a:xfrm>
            <a:off x="7469625" y="2864650"/>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44" name="Google Shape;2444;p110"/>
          <p:cNvSpPr/>
          <p:nvPr/>
        </p:nvSpPr>
        <p:spPr>
          <a:xfrm>
            <a:off x="7469625" y="2564291"/>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45" name="Google Shape;2445;p110"/>
          <p:cNvSpPr/>
          <p:nvPr/>
        </p:nvSpPr>
        <p:spPr>
          <a:xfrm>
            <a:off x="7469625" y="2270553"/>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46" name="Google Shape;2446;p110"/>
          <p:cNvSpPr/>
          <p:nvPr/>
        </p:nvSpPr>
        <p:spPr>
          <a:xfrm>
            <a:off x="7469625" y="1976814"/>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47" name="Google Shape;2447;p110"/>
          <p:cNvSpPr/>
          <p:nvPr/>
        </p:nvSpPr>
        <p:spPr>
          <a:xfrm>
            <a:off x="7469625" y="1685886"/>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448" name="Google Shape;2448;p110"/>
          <p:cNvGrpSpPr/>
          <p:nvPr/>
        </p:nvGrpSpPr>
        <p:grpSpPr>
          <a:xfrm rot="-1676501">
            <a:off x="3739759" y="2674740"/>
            <a:ext cx="4061527" cy="724319"/>
            <a:chOff x="477525" y="1337228"/>
            <a:chExt cx="8296079" cy="1479494"/>
          </a:xfrm>
        </p:grpSpPr>
        <p:pic>
          <p:nvPicPr>
            <p:cNvPr id="2449" name="Google Shape;2449;p110"/>
            <p:cNvPicPr preferRelativeResize="0"/>
            <p:nvPr/>
          </p:nvPicPr>
          <p:blipFill>
            <a:blip r:embed="rId3">
              <a:alphaModFix/>
            </a:blip>
            <a:stretch>
              <a:fillRect/>
            </a:stretch>
          </p:blipFill>
          <p:spPr>
            <a:xfrm rot="-536226">
              <a:off x="7094229" y="1466080"/>
              <a:ext cx="1674688" cy="180720"/>
            </a:xfrm>
            <a:prstGeom prst="rect">
              <a:avLst/>
            </a:prstGeom>
            <a:noFill/>
            <a:ln>
              <a:noFill/>
            </a:ln>
          </p:spPr>
        </p:pic>
        <p:pic>
          <p:nvPicPr>
            <p:cNvPr id="2450" name="Google Shape;2450;p110"/>
            <p:cNvPicPr preferRelativeResize="0"/>
            <p:nvPr/>
          </p:nvPicPr>
          <p:blipFill>
            <a:blip r:embed="rId3">
              <a:alphaModFix/>
            </a:blip>
            <a:stretch>
              <a:fillRect/>
            </a:stretch>
          </p:blipFill>
          <p:spPr>
            <a:xfrm rot="-536226">
              <a:off x="5446725" y="1723576"/>
              <a:ext cx="1674688" cy="180720"/>
            </a:xfrm>
            <a:prstGeom prst="rect">
              <a:avLst/>
            </a:prstGeom>
            <a:noFill/>
            <a:ln>
              <a:noFill/>
            </a:ln>
          </p:spPr>
        </p:pic>
        <p:pic>
          <p:nvPicPr>
            <p:cNvPr id="2451" name="Google Shape;2451;p110"/>
            <p:cNvPicPr preferRelativeResize="0"/>
            <p:nvPr/>
          </p:nvPicPr>
          <p:blipFill>
            <a:blip r:embed="rId3">
              <a:alphaModFix/>
            </a:blip>
            <a:stretch>
              <a:fillRect/>
            </a:stretch>
          </p:blipFill>
          <p:spPr>
            <a:xfrm rot="-536226">
              <a:off x="3794028" y="1987097"/>
              <a:ext cx="1674688" cy="180720"/>
            </a:xfrm>
            <a:prstGeom prst="rect">
              <a:avLst/>
            </a:prstGeom>
            <a:noFill/>
            <a:ln>
              <a:noFill/>
            </a:ln>
          </p:spPr>
        </p:pic>
        <p:sp>
          <p:nvSpPr>
            <p:cNvPr id="2452" name="Google Shape;2452;p110"/>
            <p:cNvSpPr/>
            <p:nvPr/>
          </p:nvSpPr>
          <p:spPr>
            <a:xfrm>
              <a:off x="5417734" y="1899810"/>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53" name="Google Shape;2453;p110"/>
            <p:cNvSpPr/>
            <p:nvPr/>
          </p:nvSpPr>
          <p:spPr>
            <a:xfrm>
              <a:off x="7079275" y="1636289"/>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2454" name="Google Shape;2454;p110"/>
            <p:cNvPicPr preferRelativeResize="0"/>
            <p:nvPr/>
          </p:nvPicPr>
          <p:blipFill>
            <a:blip r:embed="rId3">
              <a:alphaModFix/>
            </a:blip>
            <a:stretch>
              <a:fillRect/>
            </a:stretch>
          </p:blipFill>
          <p:spPr>
            <a:xfrm rot="-536226">
              <a:off x="2134910" y="2243629"/>
              <a:ext cx="1674688" cy="180720"/>
            </a:xfrm>
            <a:prstGeom prst="rect">
              <a:avLst/>
            </a:prstGeom>
            <a:noFill/>
            <a:ln>
              <a:noFill/>
            </a:ln>
          </p:spPr>
        </p:pic>
        <p:pic>
          <p:nvPicPr>
            <p:cNvPr id="2455" name="Google Shape;2455;p110"/>
            <p:cNvPicPr preferRelativeResize="0"/>
            <p:nvPr/>
          </p:nvPicPr>
          <p:blipFill>
            <a:blip r:embed="rId3">
              <a:alphaModFix/>
            </a:blip>
            <a:stretch>
              <a:fillRect/>
            </a:stretch>
          </p:blipFill>
          <p:spPr>
            <a:xfrm rot="-536226">
              <a:off x="482213" y="2507149"/>
              <a:ext cx="1674688" cy="180720"/>
            </a:xfrm>
            <a:prstGeom prst="rect">
              <a:avLst/>
            </a:prstGeom>
            <a:noFill/>
            <a:ln>
              <a:noFill/>
            </a:ln>
          </p:spPr>
        </p:pic>
        <p:sp>
          <p:nvSpPr>
            <p:cNvPr id="2456" name="Google Shape;2456;p110"/>
            <p:cNvSpPr/>
            <p:nvPr/>
          </p:nvSpPr>
          <p:spPr>
            <a:xfrm>
              <a:off x="2105919" y="2419863"/>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57" name="Google Shape;2457;p110"/>
            <p:cNvSpPr/>
            <p:nvPr/>
          </p:nvSpPr>
          <p:spPr>
            <a:xfrm>
              <a:off x="3767460" y="2156342"/>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2458" name="Google Shape;2458;p110"/>
          <p:cNvCxnSpPr/>
          <p:nvPr/>
        </p:nvCxnSpPr>
        <p:spPr>
          <a:xfrm rot="10800000">
            <a:off x="4162471" y="4453044"/>
            <a:ext cx="3292800" cy="15300"/>
          </a:xfrm>
          <a:prstGeom prst="straightConnector1">
            <a:avLst/>
          </a:prstGeom>
          <a:noFill/>
          <a:ln cap="flat" cmpd="sng" w="28575">
            <a:solidFill>
              <a:schemeClr val="dk1"/>
            </a:solidFill>
            <a:prstDash val="solid"/>
            <a:round/>
            <a:headEnd len="med" w="med" type="triangle"/>
            <a:tailEnd len="med" w="med" type="triangle"/>
          </a:ln>
        </p:spPr>
      </p:cxnSp>
      <p:cxnSp>
        <p:nvCxnSpPr>
          <p:cNvPr id="2459" name="Google Shape;2459;p110"/>
          <p:cNvCxnSpPr/>
          <p:nvPr/>
        </p:nvCxnSpPr>
        <p:spPr>
          <a:xfrm flipH="1" rot="10800000">
            <a:off x="8245635" y="1871286"/>
            <a:ext cx="2100" cy="2430300"/>
          </a:xfrm>
          <a:prstGeom prst="straightConnector1">
            <a:avLst/>
          </a:prstGeom>
          <a:noFill/>
          <a:ln cap="flat" cmpd="sng" w="28575">
            <a:solidFill>
              <a:schemeClr val="dk1"/>
            </a:solidFill>
            <a:prstDash val="solid"/>
            <a:round/>
            <a:headEnd len="med" w="med" type="triangle"/>
            <a:tailEnd len="med" w="med" type="triangle"/>
          </a:ln>
        </p:spPr>
      </p:cxnSp>
      <p:sp>
        <p:nvSpPr>
          <p:cNvPr id="2460" name="Google Shape;2460;p110"/>
          <p:cNvSpPr txBox="1"/>
          <p:nvPr>
            <p:ph idx="1" type="body"/>
          </p:nvPr>
        </p:nvSpPr>
        <p:spPr>
          <a:xfrm>
            <a:off x="5631024" y="4500225"/>
            <a:ext cx="426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4 ft</a:t>
            </a:r>
            <a:endParaRPr baseline="30000">
              <a:solidFill>
                <a:schemeClr val="accent4"/>
              </a:solidFill>
              <a:latin typeface="Times New Roman"/>
              <a:ea typeface="Times New Roman"/>
              <a:cs typeface="Times New Roman"/>
              <a:sym typeface="Times New Roman"/>
            </a:endParaRPr>
          </a:p>
        </p:txBody>
      </p:sp>
      <p:sp>
        <p:nvSpPr>
          <p:cNvPr id="2461" name="Google Shape;2461;p110"/>
          <p:cNvSpPr txBox="1"/>
          <p:nvPr>
            <p:ph idx="1" type="body"/>
          </p:nvPr>
        </p:nvSpPr>
        <p:spPr>
          <a:xfrm>
            <a:off x="8378184" y="2823825"/>
            <a:ext cx="426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3</a:t>
            </a:r>
            <a:r>
              <a:rPr lang="en-GB">
                <a:latin typeface="Times New Roman"/>
                <a:ea typeface="Times New Roman"/>
                <a:cs typeface="Times New Roman"/>
                <a:sym typeface="Times New Roman"/>
              </a:rPr>
              <a:t> ft</a:t>
            </a:r>
            <a:endParaRPr baseline="30000">
              <a:solidFill>
                <a:schemeClr val="accent4"/>
              </a:solidFill>
              <a:latin typeface="Times New Roman"/>
              <a:ea typeface="Times New Roman"/>
              <a:cs typeface="Times New Roman"/>
              <a:sym typeface="Times New Roman"/>
            </a:endParaRPr>
          </a:p>
        </p:txBody>
      </p:sp>
      <p:sp>
        <p:nvSpPr>
          <p:cNvPr id="2462" name="Google Shape;2462;p110"/>
          <p:cNvSpPr txBox="1"/>
          <p:nvPr>
            <p:ph idx="1" type="body"/>
          </p:nvPr>
        </p:nvSpPr>
        <p:spPr>
          <a:xfrm>
            <a:off x="324000" y="1721004"/>
            <a:ext cx="6524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They would then see if the five foot rule ‘fitted’.</a:t>
            </a:r>
            <a:endParaRPr/>
          </a:p>
        </p:txBody>
      </p:sp>
      <p:sp>
        <p:nvSpPr>
          <p:cNvPr id="2463" name="Google Shape;2463;p110"/>
          <p:cNvSpPr txBox="1"/>
          <p:nvPr>
            <p:ph idx="1" type="body"/>
          </p:nvPr>
        </p:nvSpPr>
        <p:spPr>
          <a:xfrm>
            <a:off x="324000" y="2316156"/>
            <a:ext cx="4357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Why do you think they did this?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7" name="Shape 2467"/>
        <p:cNvGrpSpPr/>
        <p:nvPr/>
      </p:nvGrpSpPr>
      <p:grpSpPr>
        <a:xfrm>
          <a:off x="0" y="0"/>
          <a:ext cx="0" cy="0"/>
          <a:chOff x="0" y="0"/>
          <a:chExt cx="0" cy="0"/>
        </a:xfrm>
      </p:grpSpPr>
      <p:sp>
        <p:nvSpPr>
          <p:cNvPr id="2468" name="Google Shape;2468;p111"/>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This is Pythagoras’ theorem in action!</a:t>
            </a:r>
            <a:endParaRPr/>
          </a:p>
        </p:txBody>
      </p:sp>
      <p:sp>
        <p:nvSpPr>
          <p:cNvPr id="2469" name="Google Shape;2469;p11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applications of maths</a:t>
            </a:r>
            <a:endParaRPr/>
          </a:p>
        </p:txBody>
      </p:sp>
      <p:cxnSp>
        <p:nvCxnSpPr>
          <p:cNvPr id="2470" name="Google Shape;2470;p111"/>
          <p:cNvCxnSpPr/>
          <p:nvPr/>
        </p:nvCxnSpPr>
        <p:spPr>
          <a:xfrm>
            <a:off x="3000273" y="4338350"/>
            <a:ext cx="5808000" cy="0"/>
          </a:xfrm>
          <a:prstGeom prst="straightConnector1">
            <a:avLst/>
          </a:prstGeom>
          <a:noFill/>
          <a:ln cap="flat" cmpd="sng" w="38100">
            <a:solidFill>
              <a:schemeClr val="dk1"/>
            </a:solidFill>
            <a:prstDash val="solid"/>
            <a:round/>
            <a:headEnd len="med" w="med" type="none"/>
            <a:tailEnd len="med" w="med" type="none"/>
          </a:ln>
        </p:spPr>
      </p:cxnSp>
      <p:sp>
        <p:nvSpPr>
          <p:cNvPr id="2471" name="Google Shape;2471;p111"/>
          <p:cNvSpPr/>
          <p:nvPr/>
        </p:nvSpPr>
        <p:spPr>
          <a:xfrm>
            <a:off x="7469625"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72" name="Google Shape;2472;p111"/>
          <p:cNvSpPr/>
          <p:nvPr/>
        </p:nvSpPr>
        <p:spPr>
          <a:xfrm>
            <a:off x="7469625" y="3732801"/>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73" name="Google Shape;2473;p111"/>
          <p:cNvSpPr/>
          <p:nvPr/>
        </p:nvSpPr>
        <p:spPr>
          <a:xfrm>
            <a:off x="7469625" y="3439062"/>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74" name="Google Shape;2474;p111"/>
          <p:cNvSpPr/>
          <p:nvPr/>
        </p:nvSpPr>
        <p:spPr>
          <a:xfrm>
            <a:off x="7469625" y="3148134"/>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75" name="Google Shape;2475;p111"/>
          <p:cNvSpPr/>
          <p:nvPr/>
        </p:nvSpPr>
        <p:spPr>
          <a:xfrm>
            <a:off x="7469625" y="2864650"/>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76" name="Google Shape;2476;p111"/>
          <p:cNvSpPr/>
          <p:nvPr/>
        </p:nvSpPr>
        <p:spPr>
          <a:xfrm>
            <a:off x="7469625" y="2564291"/>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77" name="Google Shape;2477;p111"/>
          <p:cNvSpPr/>
          <p:nvPr/>
        </p:nvSpPr>
        <p:spPr>
          <a:xfrm>
            <a:off x="7469625" y="2270553"/>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78" name="Google Shape;2478;p111"/>
          <p:cNvSpPr/>
          <p:nvPr/>
        </p:nvSpPr>
        <p:spPr>
          <a:xfrm>
            <a:off x="7469625" y="1976814"/>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79" name="Google Shape;2479;p111"/>
          <p:cNvSpPr/>
          <p:nvPr/>
        </p:nvSpPr>
        <p:spPr>
          <a:xfrm>
            <a:off x="7469625" y="1685886"/>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480" name="Google Shape;2480;p111"/>
          <p:cNvGrpSpPr/>
          <p:nvPr/>
        </p:nvGrpSpPr>
        <p:grpSpPr>
          <a:xfrm rot="-1676501">
            <a:off x="3739759" y="2674740"/>
            <a:ext cx="4061527" cy="724319"/>
            <a:chOff x="477525" y="1337228"/>
            <a:chExt cx="8296079" cy="1479494"/>
          </a:xfrm>
        </p:grpSpPr>
        <p:pic>
          <p:nvPicPr>
            <p:cNvPr id="2481" name="Google Shape;2481;p111"/>
            <p:cNvPicPr preferRelativeResize="0"/>
            <p:nvPr/>
          </p:nvPicPr>
          <p:blipFill>
            <a:blip r:embed="rId3">
              <a:alphaModFix/>
            </a:blip>
            <a:stretch>
              <a:fillRect/>
            </a:stretch>
          </p:blipFill>
          <p:spPr>
            <a:xfrm rot="-536226">
              <a:off x="7094229" y="1466080"/>
              <a:ext cx="1674688" cy="180720"/>
            </a:xfrm>
            <a:prstGeom prst="rect">
              <a:avLst/>
            </a:prstGeom>
            <a:noFill/>
            <a:ln>
              <a:noFill/>
            </a:ln>
          </p:spPr>
        </p:pic>
        <p:pic>
          <p:nvPicPr>
            <p:cNvPr id="2482" name="Google Shape;2482;p111"/>
            <p:cNvPicPr preferRelativeResize="0"/>
            <p:nvPr/>
          </p:nvPicPr>
          <p:blipFill>
            <a:blip r:embed="rId3">
              <a:alphaModFix/>
            </a:blip>
            <a:stretch>
              <a:fillRect/>
            </a:stretch>
          </p:blipFill>
          <p:spPr>
            <a:xfrm rot="-536226">
              <a:off x="5446725" y="1723576"/>
              <a:ext cx="1674688" cy="180720"/>
            </a:xfrm>
            <a:prstGeom prst="rect">
              <a:avLst/>
            </a:prstGeom>
            <a:noFill/>
            <a:ln>
              <a:noFill/>
            </a:ln>
          </p:spPr>
        </p:pic>
        <p:pic>
          <p:nvPicPr>
            <p:cNvPr id="2483" name="Google Shape;2483;p111"/>
            <p:cNvPicPr preferRelativeResize="0"/>
            <p:nvPr/>
          </p:nvPicPr>
          <p:blipFill>
            <a:blip r:embed="rId3">
              <a:alphaModFix/>
            </a:blip>
            <a:stretch>
              <a:fillRect/>
            </a:stretch>
          </p:blipFill>
          <p:spPr>
            <a:xfrm rot="-536226">
              <a:off x="3794028" y="1987097"/>
              <a:ext cx="1674688" cy="180720"/>
            </a:xfrm>
            <a:prstGeom prst="rect">
              <a:avLst/>
            </a:prstGeom>
            <a:noFill/>
            <a:ln>
              <a:noFill/>
            </a:ln>
          </p:spPr>
        </p:pic>
        <p:sp>
          <p:nvSpPr>
            <p:cNvPr id="2484" name="Google Shape;2484;p111"/>
            <p:cNvSpPr/>
            <p:nvPr/>
          </p:nvSpPr>
          <p:spPr>
            <a:xfrm>
              <a:off x="5417734" y="1899810"/>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85" name="Google Shape;2485;p111"/>
            <p:cNvSpPr/>
            <p:nvPr/>
          </p:nvSpPr>
          <p:spPr>
            <a:xfrm>
              <a:off x="7079275" y="1636289"/>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2486" name="Google Shape;2486;p111"/>
            <p:cNvPicPr preferRelativeResize="0"/>
            <p:nvPr/>
          </p:nvPicPr>
          <p:blipFill>
            <a:blip r:embed="rId3">
              <a:alphaModFix/>
            </a:blip>
            <a:stretch>
              <a:fillRect/>
            </a:stretch>
          </p:blipFill>
          <p:spPr>
            <a:xfrm rot="-536226">
              <a:off x="2134910" y="2243629"/>
              <a:ext cx="1674688" cy="180720"/>
            </a:xfrm>
            <a:prstGeom prst="rect">
              <a:avLst/>
            </a:prstGeom>
            <a:noFill/>
            <a:ln>
              <a:noFill/>
            </a:ln>
          </p:spPr>
        </p:pic>
        <p:pic>
          <p:nvPicPr>
            <p:cNvPr id="2487" name="Google Shape;2487;p111"/>
            <p:cNvPicPr preferRelativeResize="0"/>
            <p:nvPr/>
          </p:nvPicPr>
          <p:blipFill>
            <a:blip r:embed="rId3">
              <a:alphaModFix/>
            </a:blip>
            <a:stretch>
              <a:fillRect/>
            </a:stretch>
          </p:blipFill>
          <p:spPr>
            <a:xfrm rot="-536226">
              <a:off x="482213" y="2507149"/>
              <a:ext cx="1674688" cy="180720"/>
            </a:xfrm>
            <a:prstGeom prst="rect">
              <a:avLst/>
            </a:prstGeom>
            <a:noFill/>
            <a:ln>
              <a:noFill/>
            </a:ln>
          </p:spPr>
        </p:pic>
        <p:sp>
          <p:nvSpPr>
            <p:cNvPr id="2488" name="Google Shape;2488;p111"/>
            <p:cNvSpPr/>
            <p:nvPr/>
          </p:nvSpPr>
          <p:spPr>
            <a:xfrm>
              <a:off x="2105919" y="2419863"/>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89" name="Google Shape;2489;p111"/>
            <p:cNvSpPr/>
            <p:nvPr/>
          </p:nvSpPr>
          <p:spPr>
            <a:xfrm>
              <a:off x="3767460" y="2156342"/>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2490" name="Google Shape;2490;p111"/>
          <p:cNvCxnSpPr/>
          <p:nvPr/>
        </p:nvCxnSpPr>
        <p:spPr>
          <a:xfrm rot="10800000">
            <a:off x="4162471" y="4453044"/>
            <a:ext cx="3292800" cy="15300"/>
          </a:xfrm>
          <a:prstGeom prst="straightConnector1">
            <a:avLst/>
          </a:prstGeom>
          <a:noFill/>
          <a:ln cap="flat" cmpd="sng" w="28575">
            <a:solidFill>
              <a:schemeClr val="dk1"/>
            </a:solidFill>
            <a:prstDash val="solid"/>
            <a:round/>
            <a:headEnd len="med" w="med" type="triangle"/>
            <a:tailEnd len="med" w="med" type="triangle"/>
          </a:ln>
        </p:spPr>
      </p:cxnSp>
      <p:cxnSp>
        <p:nvCxnSpPr>
          <p:cNvPr id="2491" name="Google Shape;2491;p111"/>
          <p:cNvCxnSpPr/>
          <p:nvPr/>
        </p:nvCxnSpPr>
        <p:spPr>
          <a:xfrm flipH="1" rot="10800000">
            <a:off x="8245635" y="1871286"/>
            <a:ext cx="2100" cy="2430300"/>
          </a:xfrm>
          <a:prstGeom prst="straightConnector1">
            <a:avLst/>
          </a:prstGeom>
          <a:noFill/>
          <a:ln cap="flat" cmpd="sng" w="28575">
            <a:solidFill>
              <a:schemeClr val="dk1"/>
            </a:solidFill>
            <a:prstDash val="solid"/>
            <a:round/>
            <a:headEnd len="med" w="med" type="triangle"/>
            <a:tailEnd len="med" w="med" type="triangle"/>
          </a:ln>
        </p:spPr>
      </p:cxnSp>
      <p:sp>
        <p:nvSpPr>
          <p:cNvPr id="2492" name="Google Shape;2492;p111"/>
          <p:cNvSpPr txBox="1"/>
          <p:nvPr>
            <p:ph idx="1" type="body"/>
          </p:nvPr>
        </p:nvSpPr>
        <p:spPr>
          <a:xfrm>
            <a:off x="344329" y="1376025"/>
            <a:ext cx="45414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3</a:t>
            </a:r>
            <a:r>
              <a:rPr baseline="30000" lang="en-GB" sz="2400">
                <a:latin typeface="Times New Roman"/>
                <a:ea typeface="Times New Roman"/>
                <a:cs typeface="Times New Roman"/>
                <a:sym typeface="Times New Roman"/>
              </a:rPr>
              <a:t>2</a:t>
            </a:r>
            <a:r>
              <a:rPr lang="en-GB" sz="2400">
                <a:latin typeface="Times New Roman"/>
                <a:ea typeface="Times New Roman"/>
                <a:cs typeface="Times New Roman"/>
                <a:sym typeface="Times New Roman"/>
              </a:rPr>
              <a:t> + 4</a:t>
            </a:r>
            <a:r>
              <a:rPr baseline="30000" lang="en-GB" sz="2400">
                <a:latin typeface="Times New Roman"/>
                <a:ea typeface="Times New Roman"/>
                <a:cs typeface="Times New Roman"/>
                <a:sym typeface="Times New Roman"/>
              </a:rPr>
              <a:t>2</a:t>
            </a:r>
            <a:r>
              <a:rPr lang="en-GB" sz="2400">
                <a:latin typeface="Times New Roman"/>
                <a:ea typeface="Times New Roman"/>
                <a:cs typeface="Times New Roman"/>
                <a:sym typeface="Times New Roman"/>
              </a:rPr>
              <a:t> = 5</a:t>
            </a:r>
            <a:r>
              <a:rPr baseline="30000" lang="en-GB" sz="2400">
                <a:latin typeface="Times New Roman"/>
                <a:ea typeface="Times New Roman"/>
                <a:cs typeface="Times New Roman"/>
                <a:sym typeface="Times New Roman"/>
              </a:rPr>
              <a:t>2</a:t>
            </a:r>
            <a:r>
              <a:rPr lang="en-GB"/>
              <a:t>, a Pythagorean triplet.</a:t>
            </a:r>
            <a:endParaRPr baseline="30000" sz="2400">
              <a:solidFill>
                <a:schemeClr val="accent4"/>
              </a:solidFill>
              <a:latin typeface="Times New Roman"/>
              <a:ea typeface="Times New Roman"/>
              <a:cs typeface="Times New Roman"/>
              <a:sym typeface="Times New Roman"/>
            </a:endParaRPr>
          </a:p>
        </p:txBody>
      </p:sp>
      <p:sp>
        <p:nvSpPr>
          <p:cNvPr id="2493" name="Google Shape;2493;p111"/>
          <p:cNvSpPr txBox="1"/>
          <p:nvPr>
            <p:ph idx="1" type="body"/>
          </p:nvPr>
        </p:nvSpPr>
        <p:spPr>
          <a:xfrm>
            <a:off x="5631024" y="4500225"/>
            <a:ext cx="426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4 ft</a:t>
            </a:r>
            <a:endParaRPr baseline="30000">
              <a:solidFill>
                <a:schemeClr val="accent4"/>
              </a:solidFill>
              <a:latin typeface="Times New Roman"/>
              <a:ea typeface="Times New Roman"/>
              <a:cs typeface="Times New Roman"/>
              <a:sym typeface="Times New Roman"/>
            </a:endParaRPr>
          </a:p>
        </p:txBody>
      </p:sp>
      <p:sp>
        <p:nvSpPr>
          <p:cNvPr id="2494" name="Google Shape;2494;p111"/>
          <p:cNvSpPr txBox="1"/>
          <p:nvPr>
            <p:ph idx="1" type="body"/>
          </p:nvPr>
        </p:nvSpPr>
        <p:spPr>
          <a:xfrm>
            <a:off x="8378184" y="2823825"/>
            <a:ext cx="426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3 ft</a:t>
            </a:r>
            <a:endParaRPr baseline="30000">
              <a:solidFill>
                <a:schemeClr val="accent4"/>
              </a:solidFill>
              <a:latin typeface="Times New Roman"/>
              <a:ea typeface="Times New Roman"/>
              <a:cs typeface="Times New Roman"/>
              <a:sym typeface="Times New Roman"/>
            </a:endParaRPr>
          </a:p>
        </p:txBody>
      </p:sp>
      <p:sp>
        <p:nvSpPr>
          <p:cNvPr id="2495" name="Google Shape;2495;p111"/>
          <p:cNvSpPr txBox="1"/>
          <p:nvPr>
            <p:ph idx="1" type="body"/>
          </p:nvPr>
        </p:nvSpPr>
        <p:spPr>
          <a:xfrm>
            <a:off x="5402424" y="2595225"/>
            <a:ext cx="426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5</a:t>
            </a:r>
            <a:r>
              <a:rPr lang="en-GB">
                <a:latin typeface="Times New Roman"/>
                <a:ea typeface="Times New Roman"/>
                <a:cs typeface="Times New Roman"/>
                <a:sym typeface="Times New Roman"/>
              </a:rPr>
              <a:t> ft</a:t>
            </a:r>
            <a:endParaRPr baseline="30000">
              <a:solidFill>
                <a:schemeClr val="accent4"/>
              </a:solidFill>
              <a:latin typeface="Times New Roman"/>
              <a:ea typeface="Times New Roman"/>
              <a:cs typeface="Times New Roman"/>
              <a:sym typeface="Times New Roman"/>
            </a:endParaRPr>
          </a:p>
        </p:txBody>
      </p:sp>
      <p:sp>
        <p:nvSpPr>
          <p:cNvPr id="2496" name="Google Shape;2496;p111"/>
          <p:cNvSpPr txBox="1"/>
          <p:nvPr>
            <p:ph idx="1" type="body"/>
          </p:nvPr>
        </p:nvSpPr>
        <p:spPr>
          <a:xfrm>
            <a:off x="324000" y="1978500"/>
            <a:ext cx="4068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This shows that this is a right-angled triangle. More </a:t>
            </a:r>
            <a:r>
              <a:rPr lang="en-GB"/>
              <a:t>importantly</a:t>
            </a:r>
            <a:r>
              <a:rPr lang="en-GB"/>
              <a:t>, the wall is being built perfectly upright!</a:t>
            </a:r>
            <a:endParaRPr/>
          </a:p>
        </p:txBody>
      </p:sp>
      <p:sp>
        <p:nvSpPr>
          <p:cNvPr id="2497" name="Google Shape;2497;p111"/>
          <p:cNvSpPr/>
          <p:nvPr/>
        </p:nvSpPr>
        <p:spPr>
          <a:xfrm>
            <a:off x="6833923" y="3702646"/>
            <a:ext cx="635700" cy="635700"/>
          </a:xfrm>
          <a:prstGeom prst="rect">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1" name="Shape 2501"/>
        <p:cNvGrpSpPr/>
        <p:nvPr/>
      </p:nvGrpSpPr>
      <p:grpSpPr>
        <a:xfrm>
          <a:off x="0" y="0"/>
          <a:ext cx="0" cy="0"/>
          <a:chOff x="0" y="0"/>
          <a:chExt cx="0" cy="0"/>
        </a:xfrm>
      </p:grpSpPr>
      <p:sp>
        <p:nvSpPr>
          <p:cNvPr id="2502" name="Google Shape;2502;p112"/>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If the wall were not ‘right’, the five-foot rule would not fit.</a:t>
            </a:r>
            <a:endParaRPr/>
          </a:p>
        </p:txBody>
      </p:sp>
      <p:sp>
        <p:nvSpPr>
          <p:cNvPr id="2503" name="Google Shape;2503;p11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applications of maths</a:t>
            </a:r>
            <a:endParaRPr/>
          </a:p>
        </p:txBody>
      </p:sp>
      <p:cxnSp>
        <p:nvCxnSpPr>
          <p:cNvPr id="2504" name="Google Shape;2504;p112"/>
          <p:cNvCxnSpPr/>
          <p:nvPr/>
        </p:nvCxnSpPr>
        <p:spPr>
          <a:xfrm>
            <a:off x="3000273" y="4338350"/>
            <a:ext cx="5808000" cy="0"/>
          </a:xfrm>
          <a:prstGeom prst="straightConnector1">
            <a:avLst/>
          </a:prstGeom>
          <a:noFill/>
          <a:ln cap="flat" cmpd="sng" w="38100">
            <a:solidFill>
              <a:schemeClr val="dk1"/>
            </a:solidFill>
            <a:prstDash val="solid"/>
            <a:round/>
            <a:headEnd len="med" w="med" type="none"/>
            <a:tailEnd len="med" w="med" type="none"/>
          </a:ln>
        </p:spPr>
      </p:cxnSp>
      <p:sp>
        <p:nvSpPr>
          <p:cNvPr id="2505" name="Google Shape;2505;p112"/>
          <p:cNvSpPr/>
          <p:nvPr/>
        </p:nvSpPr>
        <p:spPr>
          <a:xfrm rot="-396714">
            <a:off x="7454494" y="3968488"/>
            <a:ext cx="635728" cy="297473"/>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06" name="Google Shape;2506;p112"/>
          <p:cNvSpPr/>
          <p:nvPr/>
        </p:nvSpPr>
        <p:spPr>
          <a:xfrm rot="-396714">
            <a:off x="7420613" y="3676710"/>
            <a:ext cx="635728" cy="297473"/>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07" name="Google Shape;2507;p112"/>
          <p:cNvSpPr/>
          <p:nvPr/>
        </p:nvSpPr>
        <p:spPr>
          <a:xfrm rot="-396714">
            <a:off x="7386732" y="3384932"/>
            <a:ext cx="635728" cy="297473"/>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08" name="Google Shape;2508;p112"/>
          <p:cNvSpPr/>
          <p:nvPr/>
        </p:nvSpPr>
        <p:spPr>
          <a:xfrm rot="-396714">
            <a:off x="7353175" y="3095946"/>
            <a:ext cx="635728" cy="297473"/>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09" name="Google Shape;2509;p112"/>
          <p:cNvSpPr/>
          <p:nvPr/>
        </p:nvSpPr>
        <p:spPr>
          <a:xfrm rot="-396714">
            <a:off x="7320477" y="2814354"/>
            <a:ext cx="635728" cy="297473"/>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10" name="Google Shape;2510;p112"/>
          <p:cNvSpPr/>
          <p:nvPr/>
        </p:nvSpPr>
        <p:spPr>
          <a:xfrm rot="-396714">
            <a:off x="7285832" y="2516000"/>
            <a:ext cx="635728" cy="297473"/>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11" name="Google Shape;2511;p112"/>
          <p:cNvSpPr/>
          <p:nvPr/>
        </p:nvSpPr>
        <p:spPr>
          <a:xfrm rot="-396714">
            <a:off x="7251951" y="2224222"/>
            <a:ext cx="635728" cy="297473"/>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12" name="Google Shape;2512;p112"/>
          <p:cNvSpPr/>
          <p:nvPr/>
        </p:nvSpPr>
        <p:spPr>
          <a:xfrm rot="-396714">
            <a:off x="7218070" y="1932444"/>
            <a:ext cx="635728" cy="297473"/>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13" name="Google Shape;2513;p112"/>
          <p:cNvSpPr/>
          <p:nvPr/>
        </p:nvSpPr>
        <p:spPr>
          <a:xfrm rot="-396714">
            <a:off x="7184513" y="1643458"/>
            <a:ext cx="635728" cy="297473"/>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514" name="Google Shape;2514;p112"/>
          <p:cNvGrpSpPr/>
          <p:nvPr/>
        </p:nvGrpSpPr>
        <p:grpSpPr>
          <a:xfrm rot="-2185650">
            <a:off x="3591275" y="2431586"/>
            <a:ext cx="4061384" cy="724293"/>
            <a:chOff x="477525" y="1337228"/>
            <a:chExt cx="8296079" cy="1479494"/>
          </a:xfrm>
        </p:grpSpPr>
        <p:pic>
          <p:nvPicPr>
            <p:cNvPr id="2515" name="Google Shape;2515;p112"/>
            <p:cNvPicPr preferRelativeResize="0"/>
            <p:nvPr/>
          </p:nvPicPr>
          <p:blipFill>
            <a:blip r:embed="rId3">
              <a:alphaModFix/>
            </a:blip>
            <a:stretch>
              <a:fillRect/>
            </a:stretch>
          </p:blipFill>
          <p:spPr>
            <a:xfrm rot="-536226">
              <a:off x="7094229" y="1466080"/>
              <a:ext cx="1674688" cy="180720"/>
            </a:xfrm>
            <a:prstGeom prst="rect">
              <a:avLst/>
            </a:prstGeom>
            <a:noFill/>
            <a:ln>
              <a:noFill/>
            </a:ln>
          </p:spPr>
        </p:pic>
        <p:pic>
          <p:nvPicPr>
            <p:cNvPr id="2516" name="Google Shape;2516;p112"/>
            <p:cNvPicPr preferRelativeResize="0"/>
            <p:nvPr/>
          </p:nvPicPr>
          <p:blipFill>
            <a:blip r:embed="rId3">
              <a:alphaModFix/>
            </a:blip>
            <a:stretch>
              <a:fillRect/>
            </a:stretch>
          </p:blipFill>
          <p:spPr>
            <a:xfrm rot="-536226">
              <a:off x="5446725" y="1723576"/>
              <a:ext cx="1674688" cy="180720"/>
            </a:xfrm>
            <a:prstGeom prst="rect">
              <a:avLst/>
            </a:prstGeom>
            <a:noFill/>
            <a:ln>
              <a:noFill/>
            </a:ln>
          </p:spPr>
        </p:pic>
        <p:pic>
          <p:nvPicPr>
            <p:cNvPr id="2517" name="Google Shape;2517;p112"/>
            <p:cNvPicPr preferRelativeResize="0"/>
            <p:nvPr/>
          </p:nvPicPr>
          <p:blipFill>
            <a:blip r:embed="rId3">
              <a:alphaModFix/>
            </a:blip>
            <a:stretch>
              <a:fillRect/>
            </a:stretch>
          </p:blipFill>
          <p:spPr>
            <a:xfrm rot="-536226">
              <a:off x="3794028" y="1987097"/>
              <a:ext cx="1674688" cy="180720"/>
            </a:xfrm>
            <a:prstGeom prst="rect">
              <a:avLst/>
            </a:prstGeom>
            <a:noFill/>
            <a:ln>
              <a:noFill/>
            </a:ln>
          </p:spPr>
        </p:pic>
        <p:sp>
          <p:nvSpPr>
            <p:cNvPr id="2518" name="Google Shape;2518;p112"/>
            <p:cNvSpPr/>
            <p:nvPr/>
          </p:nvSpPr>
          <p:spPr>
            <a:xfrm>
              <a:off x="5417734" y="1899810"/>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19" name="Google Shape;2519;p112"/>
            <p:cNvSpPr/>
            <p:nvPr/>
          </p:nvSpPr>
          <p:spPr>
            <a:xfrm>
              <a:off x="7079275" y="1636289"/>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2520" name="Google Shape;2520;p112"/>
            <p:cNvPicPr preferRelativeResize="0"/>
            <p:nvPr/>
          </p:nvPicPr>
          <p:blipFill>
            <a:blip r:embed="rId3">
              <a:alphaModFix/>
            </a:blip>
            <a:stretch>
              <a:fillRect/>
            </a:stretch>
          </p:blipFill>
          <p:spPr>
            <a:xfrm rot="-536226">
              <a:off x="2134910" y="2243629"/>
              <a:ext cx="1674688" cy="180720"/>
            </a:xfrm>
            <a:prstGeom prst="rect">
              <a:avLst/>
            </a:prstGeom>
            <a:noFill/>
            <a:ln>
              <a:noFill/>
            </a:ln>
          </p:spPr>
        </p:pic>
        <p:pic>
          <p:nvPicPr>
            <p:cNvPr id="2521" name="Google Shape;2521;p112"/>
            <p:cNvPicPr preferRelativeResize="0"/>
            <p:nvPr/>
          </p:nvPicPr>
          <p:blipFill>
            <a:blip r:embed="rId3">
              <a:alphaModFix/>
            </a:blip>
            <a:stretch>
              <a:fillRect/>
            </a:stretch>
          </p:blipFill>
          <p:spPr>
            <a:xfrm rot="-536226">
              <a:off x="482213" y="2507149"/>
              <a:ext cx="1674688" cy="180720"/>
            </a:xfrm>
            <a:prstGeom prst="rect">
              <a:avLst/>
            </a:prstGeom>
            <a:noFill/>
            <a:ln>
              <a:noFill/>
            </a:ln>
          </p:spPr>
        </p:pic>
        <p:sp>
          <p:nvSpPr>
            <p:cNvPr id="2522" name="Google Shape;2522;p112"/>
            <p:cNvSpPr/>
            <p:nvPr/>
          </p:nvSpPr>
          <p:spPr>
            <a:xfrm>
              <a:off x="2105919" y="2419863"/>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23" name="Google Shape;2523;p112"/>
            <p:cNvSpPr/>
            <p:nvPr/>
          </p:nvSpPr>
          <p:spPr>
            <a:xfrm>
              <a:off x="3767460" y="2156342"/>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2524" name="Google Shape;2524;p112"/>
          <p:cNvCxnSpPr/>
          <p:nvPr/>
        </p:nvCxnSpPr>
        <p:spPr>
          <a:xfrm rot="10800000">
            <a:off x="4162471" y="4453044"/>
            <a:ext cx="3292800" cy="15300"/>
          </a:xfrm>
          <a:prstGeom prst="straightConnector1">
            <a:avLst/>
          </a:prstGeom>
          <a:noFill/>
          <a:ln cap="flat" cmpd="sng" w="28575">
            <a:solidFill>
              <a:schemeClr val="dk1"/>
            </a:solidFill>
            <a:prstDash val="solid"/>
            <a:round/>
            <a:headEnd len="med" w="med" type="triangle"/>
            <a:tailEnd len="med" w="med" type="triangle"/>
          </a:ln>
        </p:spPr>
      </p:cxnSp>
      <p:cxnSp>
        <p:nvCxnSpPr>
          <p:cNvPr id="2525" name="Google Shape;2525;p112"/>
          <p:cNvCxnSpPr/>
          <p:nvPr/>
        </p:nvCxnSpPr>
        <p:spPr>
          <a:xfrm flipH="1" rot="10312194">
            <a:off x="8101953" y="1767424"/>
            <a:ext cx="2121" cy="2430307"/>
          </a:xfrm>
          <a:prstGeom prst="straightConnector1">
            <a:avLst/>
          </a:prstGeom>
          <a:noFill/>
          <a:ln cap="flat" cmpd="sng" w="28575">
            <a:solidFill>
              <a:schemeClr val="dk1"/>
            </a:solidFill>
            <a:prstDash val="solid"/>
            <a:round/>
            <a:headEnd len="med" w="med" type="triangle"/>
            <a:tailEnd len="med" w="med" type="triangle"/>
          </a:ln>
        </p:spPr>
      </p:cxnSp>
      <p:sp>
        <p:nvSpPr>
          <p:cNvPr id="2526" name="Google Shape;2526;p112"/>
          <p:cNvSpPr txBox="1"/>
          <p:nvPr>
            <p:ph idx="1" type="body"/>
          </p:nvPr>
        </p:nvSpPr>
        <p:spPr>
          <a:xfrm>
            <a:off x="5631024" y="4500225"/>
            <a:ext cx="426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4 ft</a:t>
            </a:r>
            <a:endParaRPr baseline="30000">
              <a:solidFill>
                <a:schemeClr val="accent4"/>
              </a:solidFill>
              <a:latin typeface="Times New Roman"/>
              <a:ea typeface="Times New Roman"/>
              <a:cs typeface="Times New Roman"/>
              <a:sym typeface="Times New Roman"/>
            </a:endParaRPr>
          </a:p>
        </p:txBody>
      </p:sp>
      <p:sp>
        <p:nvSpPr>
          <p:cNvPr id="2527" name="Google Shape;2527;p112"/>
          <p:cNvSpPr txBox="1"/>
          <p:nvPr>
            <p:ph idx="1" type="body"/>
          </p:nvPr>
        </p:nvSpPr>
        <p:spPr>
          <a:xfrm rot="-397225">
            <a:off x="8217454" y="2681090"/>
            <a:ext cx="426746" cy="271201"/>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3 ft</a:t>
            </a:r>
            <a:endParaRPr baseline="30000">
              <a:solidFill>
                <a:schemeClr val="accent4"/>
              </a:solidFill>
              <a:latin typeface="Times New Roman"/>
              <a:ea typeface="Times New Roman"/>
              <a:cs typeface="Times New Roman"/>
              <a:sym typeface="Times New Roman"/>
            </a:endParaRPr>
          </a:p>
        </p:txBody>
      </p:sp>
      <p:sp>
        <p:nvSpPr>
          <p:cNvPr id="2528" name="Google Shape;2528;p112"/>
          <p:cNvSpPr/>
          <p:nvPr/>
        </p:nvSpPr>
        <p:spPr>
          <a:xfrm rot="-396714">
            <a:off x="7151657" y="1334698"/>
            <a:ext cx="635728" cy="297473"/>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29" name="Google Shape;2529;p112"/>
          <p:cNvSpPr txBox="1"/>
          <p:nvPr>
            <p:ph idx="1" type="body"/>
          </p:nvPr>
        </p:nvSpPr>
        <p:spPr>
          <a:xfrm>
            <a:off x="324000" y="1477921"/>
            <a:ext cx="4500000" cy="1498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a:t>
            </a:r>
            <a:r>
              <a:rPr lang="en-GB"/>
              <a:t>he rule needs to meet with both the point at </a:t>
            </a:r>
            <a:r>
              <a:rPr lang="en-GB" sz="2400">
                <a:latin typeface="Times New Roman"/>
                <a:ea typeface="Times New Roman"/>
                <a:cs typeface="Times New Roman"/>
                <a:sym typeface="Times New Roman"/>
              </a:rPr>
              <a:t>4 ft</a:t>
            </a:r>
            <a:r>
              <a:rPr lang="en-GB"/>
              <a:t> from the base and the point at </a:t>
            </a:r>
            <a:r>
              <a:rPr lang="en-GB" sz="2400">
                <a:latin typeface="Times New Roman"/>
                <a:ea typeface="Times New Roman"/>
                <a:cs typeface="Times New Roman"/>
                <a:sym typeface="Times New Roman"/>
              </a:rPr>
              <a:t>3 ft</a:t>
            </a:r>
            <a:r>
              <a:rPr lang="en-GB"/>
              <a:t> up the wall in order to make a </a:t>
            </a:r>
            <a:r>
              <a:rPr lang="en-GB" sz="2400">
                <a:latin typeface="Times New Roman"/>
                <a:ea typeface="Times New Roman"/>
                <a:cs typeface="Times New Roman"/>
                <a:sym typeface="Times New Roman"/>
              </a:rPr>
              <a:t>3</a:t>
            </a:r>
            <a:r>
              <a:rPr lang="en-GB"/>
              <a:t>, </a:t>
            </a:r>
            <a:r>
              <a:rPr lang="en-GB" sz="2400">
                <a:latin typeface="Times New Roman"/>
                <a:ea typeface="Times New Roman"/>
                <a:cs typeface="Times New Roman"/>
                <a:sym typeface="Times New Roman"/>
              </a:rPr>
              <a:t>4</a:t>
            </a:r>
            <a:r>
              <a:rPr lang="en-GB"/>
              <a:t>, </a:t>
            </a:r>
            <a:r>
              <a:rPr lang="en-GB" sz="2400">
                <a:latin typeface="Times New Roman"/>
                <a:ea typeface="Times New Roman"/>
                <a:cs typeface="Times New Roman"/>
                <a:sym typeface="Times New Roman"/>
              </a:rPr>
              <a:t>5</a:t>
            </a:r>
            <a:r>
              <a:rPr lang="en-GB"/>
              <a:t>, right-angled triangle.</a:t>
            </a:r>
            <a:endParaRPr/>
          </a:p>
        </p:txBody>
      </p:sp>
      <p:sp>
        <p:nvSpPr>
          <p:cNvPr id="2530" name="Google Shape;2530;p112"/>
          <p:cNvSpPr txBox="1"/>
          <p:nvPr>
            <p:ph idx="1" type="body"/>
          </p:nvPr>
        </p:nvSpPr>
        <p:spPr>
          <a:xfrm>
            <a:off x="4072248" y="4144925"/>
            <a:ext cx="282300" cy="36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600">
                <a:solidFill>
                  <a:schemeClr val="accent5"/>
                </a:solidFill>
              </a:rPr>
              <a:t>✖</a:t>
            </a:r>
            <a:endParaRPr sz="2600">
              <a:solidFill>
                <a:schemeClr val="accent5"/>
              </a:solidFill>
            </a:endParaRPr>
          </a:p>
        </p:txBody>
      </p:sp>
      <p:sp>
        <p:nvSpPr>
          <p:cNvPr id="2531" name="Google Shape;2531;p112"/>
          <p:cNvSpPr txBox="1"/>
          <p:nvPr>
            <p:ph idx="1" type="body"/>
          </p:nvPr>
        </p:nvSpPr>
        <p:spPr>
          <a:xfrm>
            <a:off x="7044048" y="1739381"/>
            <a:ext cx="282300" cy="36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600">
                <a:solidFill>
                  <a:schemeClr val="accent5"/>
                </a:solidFill>
              </a:rPr>
              <a:t>✖</a:t>
            </a:r>
            <a:endParaRPr sz="2600">
              <a:solidFill>
                <a:schemeClr val="accent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5" name="Shape 2535"/>
        <p:cNvGrpSpPr/>
        <p:nvPr/>
      </p:nvGrpSpPr>
      <p:grpSpPr>
        <a:xfrm>
          <a:off x="0" y="0"/>
          <a:ext cx="0" cy="0"/>
          <a:chOff x="0" y="0"/>
          <a:chExt cx="0" cy="0"/>
        </a:xfrm>
      </p:grpSpPr>
      <p:sp>
        <p:nvSpPr>
          <p:cNvPr id="2536" name="Google Shape;2536;p11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applications of maths</a:t>
            </a:r>
            <a:endParaRPr/>
          </a:p>
        </p:txBody>
      </p:sp>
      <p:sp>
        <p:nvSpPr>
          <p:cNvPr id="2537" name="Google Shape;2537;p113"/>
          <p:cNvSpPr/>
          <p:nvPr/>
        </p:nvSpPr>
        <p:spPr>
          <a:xfrm>
            <a:off x="6821925"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538" name="Google Shape;2538;p113"/>
          <p:cNvGrpSpPr/>
          <p:nvPr/>
        </p:nvGrpSpPr>
        <p:grpSpPr>
          <a:xfrm rot="-1895312">
            <a:off x="3635659" y="2191154"/>
            <a:ext cx="4266702" cy="760909"/>
            <a:chOff x="477525" y="1337228"/>
            <a:chExt cx="8296079" cy="1479494"/>
          </a:xfrm>
        </p:grpSpPr>
        <p:pic>
          <p:nvPicPr>
            <p:cNvPr id="2539" name="Google Shape;2539;p113"/>
            <p:cNvPicPr preferRelativeResize="0"/>
            <p:nvPr/>
          </p:nvPicPr>
          <p:blipFill>
            <a:blip r:embed="rId3">
              <a:alphaModFix/>
            </a:blip>
            <a:stretch>
              <a:fillRect/>
            </a:stretch>
          </p:blipFill>
          <p:spPr>
            <a:xfrm rot="-536226">
              <a:off x="7094229" y="1466080"/>
              <a:ext cx="1674688" cy="180720"/>
            </a:xfrm>
            <a:prstGeom prst="rect">
              <a:avLst/>
            </a:prstGeom>
            <a:noFill/>
            <a:ln>
              <a:noFill/>
            </a:ln>
          </p:spPr>
        </p:pic>
        <p:pic>
          <p:nvPicPr>
            <p:cNvPr id="2540" name="Google Shape;2540;p113"/>
            <p:cNvPicPr preferRelativeResize="0"/>
            <p:nvPr/>
          </p:nvPicPr>
          <p:blipFill>
            <a:blip r:embed="rId3">
              <a:alphaModFix/>
            </a:blip>
            <a:stretch>
              <a:fillRect/>
            </a:stretch>
          </p:blipFill>
          <p:spPr>
            <a:xfrm rot="-536226">
              <a:off x="5446725" y="1723576"/>
              <a:ext cx="1674688" cy="180720"/>
            </a:xfrm>
            <a:prstGeom prst="rect">
              <a:avLst/>
            </a:prstGeom>
            <a:noFill/>
            <a:ln>
              <a:noFill/>
            </a:ln>
          </p:spPr>
        </p:pic>
        <p:pic>
          <p:nvPicPr>
            <p:cNvPr id="2541" name="Google Shape;2541;p113"/>
            <p:cNvPicPr preferRelativeResize="0"/>
            <p:nvPr/>
          </p:nvPicPr>
          <p:blipFill>
            <a:blip r:embed="rId3">
              <a:alphaModFix/>
            </a:blip>
            <a:stretch>
              <a:fillRect/>
            </a:stretch>
          </p:blipFill>
          <p:spPr>
            <a:xfrm rot="-536226">
              <a:off x="3794028" y="1987097"/>
              <a:ext cx="1674688" cy="180720"/>
            </a:xfrm>
            <a:prstGeom prst="rect">
              <a:avLst/>
            </a:prstGeom>
            <a:noFill/>
            <a:ln>
              <a:noFill/>
            </a:ln>
          </p:spPr>
        </p:pic>
        <p:sp>
          <p:nvSpPr>
            <p:cNvPr id="2542" name="Google Shape;2542;p113"/>
            <p:cNvSpPr/>
            <p:nvPr/>
          </p:nvSpPr>
          <p:spPr>
            <a:xfrm>
              <a:off x="5417734" y="1899810"/>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43" name="Google Shape;2543;p113"/>
            <p:cNvSpPr/>
            <p:nvPr/>
          </p:nvSpPr>
          <p:spPr>
            <a:xfrm>
              <a:off x="7079275" y="1636289"/>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2544" name="Google Shape;2544;p113"/>
            <p:cNvPicPr preferRelativeResize="0"/>
            <p:nvPr/>
          </p:nvPicPr>
          <p:blipFill>
            <a:blip r:embed="rId3">
              <a:alphaModFix/>
            </a:blip>
            <a:stretch>
              <a:fillRect/>
            </a:stretch>
          </p:blipFill>
          <p:spPr>
            <a:xfrm rot="-536226">
              <a:off x="2134910" y="2243629"/>
              <a:ext cx="1674688" cy="180720"/>
            </a:xfrm>
            <a:prstGeom prst="rect">
              <a:avLst/>
            </a:prstGeom>
            <a:noFill/>
            <a:ln>
              <a:noFill/>
            </a:ln>
          </p:spPr>
        </p:pic>
        <p:pic>
          <p:nvPicPr>
            <p:cNvPr id="2545" name="Google Shape;2545;p113"/>
            <p:cNvPicPr preferRelativeResize="0"/>
            <p:nvPr/>
          </p:nvPicPr>
          <p:blipFill>
            <a:blip r:embed="rId3">
              <a:alphaModFix/>
            </a:blip>
            <a:stretch>
              <a:fillRect/>
            </a:stretch>
          </p:blipFill>
          <p:spPr>
            <a:xfrm rot="-536226">
              <a:off x="482213" y="2507149"/>
              <a:ext cx="1674688" cy="180720"/>
            </a:xfrm>
            <a:prstGeom prst="rect">
              <a:avLst/>
            </a:prstGeom>
            <a:noFill/>
            <a:ln>
              <a:noFill/>
            </a:ln>
          </p:spPr>
        </p:pic>
        <p:sp>
          <p:nvSpPr>
            <p:cNvPr id="2546" name="Google Shape;2546;p113"/>
            <p:cNvSpPr/>
            <p:nvPr/>
          </p:nvSpPr>
          <p:spPr>
            <a:xfrm>
              <a:off x="2105919" y="2419863"/>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47" name="Google Shape;2547;p113"/>
            <p:cNvSpPr/>
            <p:nvPr/>
          </p:nvSpPr>
          <p:spPr>
            <a:xfrm>
              <a:off x="3767460" y="2156342"/>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2548" name="Google Shape;2548;p113"/>
          <p:cNvCxnSpPr/>
          <p:nvPr/>
        </p:nvCxnSpPr>
        <p:spPr>
          <a:xfrm rot="10800000">
            <a:off x="4152821" y="4453050"/>
            <a:ext cx="3301200" cy="15300"/>
          </a:xfrm>
          <a:prstGeom prst="straightConnector1">
            <a:avLst/>
          </a:prstGeom>
          <a:noFill/>
          <a:ln cap="flat" cmpd="sng" w="28575">
            <a:solidFill>
              <a:schemeClr val="dk1"/>
            </a:solidFill>
            <a:prstDash val="solid"/>
            <a:round/>
            <a:headEnd len="med" w="med" type="triangle"/>
            <a:tailEnd len="med" w="med" type="triangle"/>
          </a:ln>
        </p:spPr>
      </p:cxnSp>
      <p:cxnSp>
        <p:nvCxnSpPr>
          <p:cNvPr id="2549" name="Google Shape;2549;p113"/>
          <p:cNvCxnSpPr/>
          <p:nvPr/>
        </p:nvCxnSpPr>
        <p:spPr>
          <a:xfrm flipH="1" rot="10800000">
            <a:off x="7940820" y="1587959"/>
            <a:ext cx="2100" cy="2436600"/>
          </a:xfrm>
          <a:prstGeom prst="straightConnector1">
            <a:avLst/>
          </a:prstGeom>
          <a:noFill/>
          <a:ln cap="flat" cmpd="sng" w="28575">
            <a:solidFill>
              <a:schemeClr val="dk1"/>
            </a:solidFill>
            <a:prstDash val="solid"/>
            <a:round/>
            <a:headEnd len="med" w="med" type="triangle"/>
            <a:tailEnd len="med" w="med" type="triangle"/>
          </a:ln>
        </p:spPr>
      </p:cxnSp>
      <p:sp>
        <p:nvSpPr>
          <p:cNvPr id="2550" name="Google Shape;2550;p113"/>
          <p:cNvSpPr txBox="1"/>
          <p:nvPr>
            <p:ph idx="1" type="body"/>
          </p:nvPr>
        </p:nvSpPr>
        <p:spPr>
          <a:xfrm>
            <a:off x="5631024" y="4500225"/>
            <a:ext cx="426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4 ft</a:t>
            </a:r>
            <a:endParaRPr baseline="30000">
              <a:solidFill>
                <a:schemeClr val="accent4"/>
              </a:solidFill>
              <a:latin typeface="Times New Roman"/>
              <a:ea typeface="Times New Roman"/>
              <a:cs typeface="Times New Roman"/>
              <a:sym typeface="Times New Roman"/>
            </a:endParaRPr>
          </a:p>
        </p:txBody>
      </p:sp>
      <p:sp>
        <p:nvSpPr>
          <p:cNvPr id="2551" name="Google Shape;2551;p113"/>
          <p:cNvSpPr txBox="1"/>
          <p:nvPr>
            <p:ph idx="1" type="body"/>
          </p:nvPr>
        </p:nvSpPr>
        <p:spPr>
          <a:xfrm>
            <a:off x="8073384" y="2547921"/>
            <a:ext cx="426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3 ft</a:t>
            </a:r>
            <a:endParaRPr baseline="30000">
              <a:solidFill>
                <a:schemeClr val="accent4"/>
              </a:solidFill>
              <a:latin typeface="Times New Roman"/>
              <a:ea typeface="Times New Roman"/>
              <a:cs typeface="Times New Roman"/>
              <a:sym typeface="Times New Roman"/>
            </a:endParaRPr>
          </a:p>
        </p:txBody>
      </p:sp>
      <p:sp>
        <p:nvSpPr>
          <p:cNvPr id="2552" name="Google Shape;2552;p113"/>
          <p:cNvSpPr txBox="1"/>
          <p:nvPr>
            <p:ph idx="1" type="body"/>
          </p:nvPr>
        </p:nvSpPr>
        <p:spPr>
          <a:xfrm>
            <a:off x="5402424" y="2138025"/>
            <a:ext cx="426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5 ft</a:t>
            </a:r>
            <a:endParaRPr baseline="30000">
              <a:solidFill>
                <a:schemeClr val="accent4"/>
              </a:solidFill>
              <a:latin typeface="Times New Roman"/>
              <a:ea typeface="Times New Roman"/>
              <a:cs typeface="Times New Roman"/>
              <a:sym typeface="Times New Roman"/>
            </a:endParaRPr>
          </a:p>
        </p:txBody>
      </p:sp>
      <p:sp>
        <p:nvSpPr>
          <p:cNvPr id="2553" name="Google Shape;2553;p113"/>
          <p:cNvSpPr txBox="1"/>
          <p:nvPr>
            <p:ph idx="1" type="body"/>
          </p:nvPr>
        </p:nvSpPr>
        <p:spPr>
          <a:xfrm>
            <a:off x="324000" y="1626400"/>
            <a:ext cx="4585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How do we know the two walls are not perfectly perpendicular?</a:t>
            </a:r>
            <a:endParaRPr/>
          </a:p>
        </p:txBody>
      </p:sp>
      <p:sp>
        <p:nvSpPr>
          <p:cNvPr id="2554" name="Google Shape;2554;p113"/>
          <p:cNvSpPr/>
          <p:nvPr/>
        </p:nvSpPr>
        <p:spPr>
          <a:xfrm>
            <a:off x="6183750"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55" name="Google Shape;2555;p113"/>
          <p:cNvSpPr/>
          <p:nvPr/>
        </p:nvSpPr>
        <p:spPr>
          <a:xfrm>
            <a:off x="5545575"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56" name="Google Shape;2556;p113"/>
          <p:cNvSpPr/>
          <p:nvPr/>
        </p:nvSpPr>
        <p:spPr>
          <a:xfrm>
            <a:off x="4912163"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57" name="Google Shape;2557;p113"/>
          <p:cNvSpPr/>
          <p:nvPr/>
        </p:nvSpPr>
        <p:spPr>
          <a:xfrm>
            <a:off x="4273988"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58" name="Google Shape;2558;p113"/>
          <p:cNvSpPr/>
          <p:nvPr/>
        </p:nvSpPr>
        <p:spPr>
          <a:xfrm>
            <a:off x="3640575"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59" name="Google Shape;2559;p113"/>
          <p:cNvSpPr/>
          <p:nvPr/>
        </p:nvSpPr>
        <p:spPr>
          <a:xfrm>
            <a:off x="3002400"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60" name="Google Shape;2560;p113"/>
          <p:cNvSpPr/>
          <p:nvPr/>
        </p:nvSpPr>
        <p:spPr>
          <a:xfrm rot="5400000">
            <a:off x="7318964" y="3856668"/>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61" name="Google Shape;2561;p113"/>
          <p:cNvSpPr/>
          <p:nvPr/>
        </p:nvSpPr>
        <p:spPr>
          <a:xfrm rot="5400000">
            <a:off x="7318964" y="3218493"/>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62" name="Google Shape;2562;p113"/>
          <p:cNvSpPr/>
          <p:nvPr/>
        </p:nvSpPr>
        <p:spPr>
          <a:xfrm rot="5400000">
            <a:off x="7318964" y="2580318"/>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63" name="Google Shape;2563;p113"/>
          <p:cNvSpPr/>
          <p:nvPr/>
        </p:nvSpPr>
        <p:spPr>
          <a:xfrm rot="5400000">
            <a:off x="7318964" y="1946905"/>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64" name="Google Shape;2564;p113"/>
          <p:cNvSpPr/>
          <p:nvPr/>
        </p:nvSpPr>
        <p:spPr>
          <a:xfrm rot="5400000">
            <a:off x="7318964" y="1308730"/>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65" name="Google Shape;2565;p113"/>
          <p:cNvSpPr txBox="1"/>
          <p:nvPr>
            <p:ph idx="1" type="body"/>
          </p:nvPr>
        </p:nvSpPr>
        <p:spPr>
          <a:xfrm>
            <a:off x="324000" y="759300"/>
            <a:ext cx="5932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These bricks are being laid at the corner of a new building.</a:t>
            </a:r>
            <a:endParaRPr/>
          </a:p>
        </p:txBody>
      </p:sp>
      <p:sp>
        <p:nvSpPr>
          <p:cNvPr id="2566" name="Google Shape;2566;p113"/>
          <p:cNvSpPr txBox="1"/>
          <p:nvPr>
            <p:ph idx="1" type="body"/>
          </p:nvPr>
        </p:nvSpPr>
        <p:spPr>
          <a:xfrm>
            <a:off x="324000" y="2489578"/>
            <a:ext cx="4140600" cy="1319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You </a:t>
            </a:r>
            <a:r>
              <a:rPr lang="en-GB">
                <a:latin typeface="Kalam"/>
                <a:ea typeface="Kalam"/>
                <a:cs typeface="Kalam"/>
                <a:sym typeface="Kalam"/>
              </a:rPr>
              <a:t>might</a:t>
            </a:r>
            <a:r>
              <a:rPr lang="en-GB">
                <a:latin typeface="Kalam"/>
                <a:ea typeface="Kalam"/>
                <a:cs typeface="Kalam"/>
                <a:sym typeface="Kalam"/>
              </a:rPr>
              <a:t> have said, “The rule does not ‘fit’ to make a 3, 4, 5, right triangle so we know the corner is not a right angle”.</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0" name="Shape 2570"/>
        <p:cNvGrpSpPr/>
        <p:nvPr/>
      </p:nvGrpSpPr>
      <p:grpSpPr>
        <a:xfrm>
          <a:off x="0" y="0"/>
          <a:ext cx="0" cy="0"/>
          <a:chOff x="0" y="0"/>
          <a:chExt cx="0" cy="0"/>
        </a:xfrm>
      </p:grpSpPr>
      <p:sp>
        <p:nvSpPr>
          <p:cNvPr id="2571" name="Google Shape;2571;p114"/>
          <p:cNvSpPr/>
          <p:nvPr/>
        </p:nvSpPr>
        <p:spPr>
          <a:xfrm>
            <a:off x="7490827" y="3669790"/>
            <a:ext cx="635700" cy="635700"/>
          </a:xfrm>
          <a:prstGeom prst="rect">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72" name="Google Shape;2572;p114"/>
          <p:cNvSpPr txBox="1"/>
          <p:nvPr>
            <p:ph idx="1" type="body"/>
          </p:nvPr>
        </p:nvSpPr>
        <p:spPr>
          <a:xfrm>
            <a:off x="324000" y="759300"/>
            <a:ext cx="82377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Ancient Egyptian</a:t>
            </a:r>
            <a:r>
              <a:rPr lang="en-GB" sz="2100"/>
              <a:t> engineers used to make a </a:t>
            </a:r>
            <a:r>
              <a:rPr lang="en-GB" sz="2300">
                <a:latin typeface="Times New Roman"/>
                <a:ea typeface="Times New Roman"/>
                <a:cs typeface="Times New Roman"/>
                <a:sym typeface="Times New Roman"/>
              </a:rPr>
              <a:t>3</a:t>
            </a:r>
            <a:r>
              <a:rPr lang="en-GB" sz="2100"/>
              <a:t>, </a:t>
            </a:r>
            <a:r>
              <a:rPr lang="en-GB" sz="2300">
                <a:latin typeface="Times New Roman"/>
                <a:ea typeface="Times New Roman"/>
                <a:cs typeface="Times New Roman"/>
                <a:sym typeface="Times New Roman"/>
              </a:rPr>
              <a:t>4</a:t>
            </a:r>
            <a:r>
              <a:rPr lang="en-GB" sz="2100"/>
              <a:t>, </a:t>
            </a:r>
            <a:r>
              <a:rPr lang="en-GB" sz="2300">
                <a:latin typeface="Times New Roman"/>
                <a:ea typeface="Times New Roman"/>
                <a:cs typeface="Times New Roman"/>
                <a:sym typeface="Times New Roman"/>
              </a:rPr>
              <a:t>5</a:t>
            </a:r>
            <a:r>
              <a:rPr lang="en-GB" sz="2100"/>
              <a:t> </a:t>
            </a:r>
            <a:r>
              <a:rPr lang="en-GB" sz="2100"/>
              <a:t>triangle</a:t>
            </a:r>
            <a:r>
              <a:rPr lang="en-GB" sz="2100"/>
              <a:t> out of rope marked out by knots.</a:t>
            </a:r>
            <a:endParaRPr sz="2100"/>
          </a:p>
        </p:txBody>
      </p:sp>
      <p:sp>
        <p:nvSpPr>
          <p:cNvPr id="2573" name="Google Shape;2573;p11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applications of maths</a:t>
            </a:r>
            <a:endParaRPr/>
          </a:p>
        </p:txBody>
      </p:sp>
      <p:sp>
        <p:nvSpPr>
          <p:cNvPr id="2574" name="Google Shape;2574;p114"/>
          <p:cNvSpPr txBox="1"/>
          <p:nvPr>
            <p:ph idx="1" type="body"/>
          </p:nvPr>
        </p:nvSpPr>
        <p:spPr>
          <a:xfrm>
            <a:off x="6169809" y="4526582"/>
            <a:ext cx="462000" cy="294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4 ft</a:t>
            </a:r>
            <a:endParaRPr baseline="30000">
              <a:solidFill>
                <a:schemeClr val="accent4"/>
              </a:solidFill>
              <a:latin typeface="Times New Roman"/>
              <a:ea typeface="Times New Roman"/>
              <a:cs typeface="Times New Roman"/>
              <a:sym typeface="Times New Roman"/>
            </a:endParaRPr>
          </a:p>
        </p:txBody>
      </p:sp>
      <p:sp>
        <p:nvSpPr>
          <p:cNvPr id="2575" name="Google Shape;2575;p114"/>
          <p:cNvSpPr txBox="1"/>
          <p:nvPr>
            <p:ph idx="1" type="body"/>
          </p:nvPr>
        </p:nvSpPr>
        <p:spPr>
          <a:xfrm>
            <a:off x="5902203" y="2525334"/>
            <a:ext cx="462000" cy="294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5 ft</a:t>
            </a:r>
            <a:endParaRPr baseline="30000">
              <a:solidFill>
                <a:schemeClr val="accent4"/>
              </a:solidFill>
              <a:latin typeface="Times New Roman"/>
              <a:ea typeface="Times New Roman"/>
              <a:cs typeface="Times New Roman"/>
              <a:sym typeface="Times New Roman"/>
            </a:endParaRPr>
          </a:p>
        </p:txBody>
      </p:sp>
      <p:grpSp>
        <p:nvGrpSpPr>
          <p:cNvPr id="2576" name="Google Shape;2576;p114"/>
          <p:cNvGrpSpPr/>
          <p:nvPr/>
        </p:nvGrpSpPr>
        <p:grpSpPr>
          <a:xfrm>
            <a:off x="4460222" y="1619921"/>
            <a:ext cx="3858983" cy="2868414"/>
            <a:chOff x="4071781" y="1759652"/>
            <a:chExt cx="3562248" cy="2647848"/>
          </a:xfrm>
        </p:grpSpPr>
        <p:grpSp>
          <p:nvGrpSpPr>
            <p:cNvPr id="2577" name="Google Shape;2577;p114"/>
            <p:cNvGrpSpPr/>
            <p:nvPr/>
          </p:nvGrpSpPr>
          <p:grpSpPr>
            <a:xfrm rot="-2141293">
              <a:off x="3782901" y="2946208"/>
              <a:ext cx="4127174" cy="271165"/>
              <a:chOff x="3369600" y="3450500"/>
              <a:chExt cx="4127700" cy="271200"/>
            </a:xfrm>
          </p:grpSpPr>
          <p:sp>
            <p:nvSpPr>
              <p:cNvPr id="2578" name="Google Shape;2578;p114"/>
              <p:cNvSpPr/>
              <p:nvPr/>
            </p:nvSpPr>
            <p:spPr>
              <a:xfrm>
                <a:off x="3369600" y="3528950"/>
                <a:ext cx="4127700" cy="109200"/>
              </a:xfrm>
              <a:prstGeom prst="rect">
                <a:avLst/>
              </a:prstGeom>
              <a:solidFill>
                <a:srgbClr val="F1C232"/>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79" name="Google Shape;2579;p114"/>
              <p:cNvSpPr/>
              <p:nvPr/>
            </p:nvSpPr>
            <p:spPr>
              <a:xfrm>
                <a:off x="4071781" y="3450500"/>
                <a:ext cx="271200" cy="271200"/>
              </a:xfrm>
              <a:prstGeom prst="ellipse">
                <a:avLst/>
              </a:prstGeom>
              <a:solidFill>
                <a:srgbClr val="F1C23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80" name="Google Shape;2580;p114"/>
              <p:cNvSpPr/>
              <p:nvPr/>
            </p:nvSpPr>
            <p:spPr>
              <a:xfrm>
                <a:off x="6540067" y="3450500"/>
                <a:ext cx="271200" cy="271200"/>
              </a:xfrm>
              <a:prstGeom prst="ellipse">
                <a:avLst/>
              </a:prstGeom>
              <a:solidFill>
                <a:srgbClr val="F1C23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81" name="Google Shape;2581;p114"/>
              <p:cNvSpPr/>
              <p:nvPr/>
            </p:nvSpPr>
            <p:spPr>
              <a:xfrm>
                <a:off x="5717305" y="3450500"/>
                <a:ext cx="271200" cy="271200"/>
              </a:xfrm>
              <a:prstGeom prst="ellipse">
                <a:avLst/>
              </a:prstGeom>
              <a:solidFill>
                <a:srgbClr val="F1C23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82" name="Google Shape;2582;p114"/>
              <p:cNvSpPr/>
              <p:nvPr/>
            </p:nvSpPr>
            <p:spPr>
              <a:xfrm>
                <a:off x="4894543" y="3450500"/>
                <a:ext cx="271200" cy="271200"/>
              </a:xfrm>
              <a:prstGeom prst="ellipse">
                <a:avLst/>
              </a:prstGeom>
              <a:solidFill>
                <a:srgbClr val="F1C23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2583" name="Google Shape;2583;p114"/>
            <p:cNvGrpSpPr/>
            <p:nvPr/>
          </p:nvGrpSpPr>
          <p:grpSpPr>
            <a:xfrm>
              <a:off x="7348381" y="1759652"/>
              <a:ext cx="271200" cy="2555896"/>
              <a:chOff x="7957981" y="1759652"/>
              <a:chExt cx="271200" cy="2555896"/>
            </a:xfrm>
          </p:grpSpPr>
          <p:sp>
            <p:nvSpPr>
              <p:cNvPr id="2584" name="Google Shape;2584;p114"/>
              <p:cNvSpPr/>
              <p:nvPr/>
            </p:nvSpPr>
            <p:spPr>
              <a:xfrm rot="5400000">
                <a:off x="6888775" y="3045798"/>
                <a:ext cx="2430300" cy="109200"/>
              </a:xfrm>
              <a:prstGeom prst="rect">
                <a:avLst/>
              </a:prstGeom>
              <a:solidFill>
                <a:srgbClr val="F1C232"/>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85" name="Google Shape;2585;p114"/>
              <p:cNvSpPr/>
              <p:nvPr/>
            </p:nvSpPr>
            <p:spPr>
              <a:xfrm>
                <a:off x="7957981" y="1759652"/>
                <a:ext cx="271200" cy="271200"/>
              </a:xfrm>
              <a:prstGeom prst="ellipse">
                <a:avLst/>
              </a:prstGeom>
              <a:solidFill>
                <a:srgbClr val="F1C23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86" name="Google Shape;2586;p114"/>
              <p:cNvSpPr/>
              <p:nvPr/>
            </p:nvSpPr>
            <p:spPr>
              <a:xfrm>
                <a:off x="7957981" y="2561500"/>
                <a:ext cx="271200" cy="271200"/>
              </a:xfrm>
              <a:prstGeom prst="ellipse">
                <a:avLst/>
              </a:prstGeom>
              <a:solidFill>
                <a:srgbClr val="F1C23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87" name="Google Shape;2587;p114"/>
              <p:cNvSpPr/>
              <p:nvPr/>
            </p:nvSpPr>
            <p:spPr>
              <a:xfrm>
                <a:off x="7957981" y="3363348"/>
                <a:ext cx="271200" cy="271200"/>
              </a:xfrm>
              <a:prstGeom prst="ellipse">
                <a:avLst/>
              </a:prstGeom>
              <a:solidFill>
                <a:srgbClr val="F1C23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588" name="Google Shape;2588;p114"/>
            <p:cNvSpPr/>
            <p:nvPr/>
          </p:nvSpPr>
          <p:spPr>
            <a:xfrm>
              <a:off x="4204375" y="4214743"/>
              <a:ext cx="3292800" cy="109200"/>
            </a:xfrm>
            <a:prstGeom prst="rect">
              <a:avLst/>
            </a:prstGeom>
            <a:solidFill>
              <a:srgbClr val="F1C232"/>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89" name="Google Shape;2589;p114"/>
            <p:cNvSpPr/>
            <p:nvPr/>
          </p:nvSpPr>
          <p:spPr>
            <a:xfrm>
              <a:off x="4071781" y="4136300"/>
              <a:ext cx="271200" cy="271200"/>
            </a:xfrm>
            <a:prstGeom prst="ellipse">
              <a:avLst/>
            </a:prstGeom>
            <a:solidFill>
              <a:srgbClr val="F1C23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90" name="Google Shape;2590;p114"/>
            <p:cNvSpPr/>
            <p:nvPr/>
          </p:nvSpPr>
          <p:spPr>
            <a:xfrm>
              <a:off x="7362829" y="4136300"/>
              <a:ext cx="271200" cy="271200"/>
            </a:xfrm>
            <a:prstGeom prst="ellipse">
              <a:avLst/>
            </a:prstGeom>
            <a:solidFill>
              <a:srgbClr val="F1C23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91" name="Google Shape;2591;p114"/>
            <p:cNvSpPr/>
            <p:nvPr/>
          </p:nvSpPr>
          <p:spPr>
            <a:xfrm>
              <a:off x="6540067" y="4136300"/>
              <a:ext cx="271200" cy="271200"/>
            </a:xfrm>
            <a:prstGeom prst="ellipse">
              <a:avLst/>
            </a:prstGeom>
            <a:solidFill>
              <a:srgbClr val="F1C23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92" name="Google Shape;2592;p114"/>
            <p:cNvSpPr/>
            <p:nvPr/>
          </p:nvSpPr>
          <p:spPr>
            <a:xfrm>
              <a:off x="5717305" y="4136300"/>
              <a:ext cx="271200" cy="271200"/>
            </a:xfrm>
            <a:prstGeom prst="ellipse">
              <a:avLst/>
            </a:prstGeom>
            <a:solidFill>
              <a:srgbClr val="F1C23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93" name="Google Shape;2593;p114"/>
            <p:cNvSpPr/>
            <p:nvPr/>
          </p:nvSpPr>
          <p:spPr>
            <a:xfrm>
              <a:off x="4894543" y="4136300"/>
              <a:ext cx="271200" cy="271200"/>
            </a:xfrm>
            <a:prstGeom prst="ellipse">
              <a:avLst/>
            </a:prstGeom>
            <a:solidFill>
              <a:srgbClr val="F1C23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594" name="Google Shape;2594;p114"/>
          <p:cNvSpPr txBox="1"/>
          <p:nvPr>
            <p:ph idx="1" type="body"/>
          </p:nvPr>
        </p:nvSpPr>
        <p:spPr>
          <a:xfrm>
            <a:off x="8398780" y="2911090"/>
            <a:ext cx="462000" cy="294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3</a:t>
            </a:r>
            <a:r>
              <a:rPr lang="en-GB">
                <a:latin typeface="Times New Roman"/>
                <a:ea typeface="Times New Roman"/>
                <a:cs typeface="Times New Roman"/>
                <a:sym typeface="Times New Roman"/>
              </a:rPr>
              <a:t> ft</a:t>
            </a:r>
            <a:endParaRPr baseline="30000">
              <a:solidFill>
                <a:schemeClr val="accent4"/>
              </a:solidFill>
              <a:latin typeface="Times New Roman"/>
              <a:ea typeface="Times New Roman"/>
              <a:cs typeface="Times New Roman"/>
              <a:sym typeface="Times New Roman"/>
            </a:endParaRPr>
          </a:p>
        </p:txBody>
      </p:sp>
      <p:sp>
        <p:nvSpPr>
          <p:cNvPr id="2595" name="Google Shape;2595;p114"/>
          <p:cNvSpPr txBox="1"/>
          <p:nvPr>
            <p:ph idx="1" type="body"/>
          </p:nvPr>
        </p:nvSpPr>
        <p:spPr>
          <a:xfrm>
            <a:off x="324000" y="1644804"/>
            <a:ext cx="5845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When they pulled the triangle tight, they knew they had a perfect right angle.</a:t>
            </a:r>
            <a:endParaRPr sz="2100"/>
          </a:p>
        </p:txBody>
      </p:sp>
      <p:sp>
        <p:nvSpPr>
          <p:cNvPr id="2596" name="Google Shape;2596;p114"/>
          <p:cNvSpPr txBox="1"/>
          <p:nvPr>
            <p:ph idx="1" type="body"/>
          </p:nvPr>
        </p:nvSpPr>
        <p:spPr>
          <a:xfrm>
            <a:off x="324000" y="2468556"/>
            <a:ext cx="4136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Do you think they used feet?</a:t>
            </a:r>
            <a:endParaRPr sz="2100"/>
          </a:p>
        </p:txBody>
      </p:sp>
      <p:sp>
        <p:nvSpPr>
          <p:cNvPr id="2597" name="Google Shape;2597;p114"/>
          <p:cNvSpPr txBox="1"/>
          <p:nvPr>
            <p:ph idx="1" type="body"/>
          </p:nvPr>
        </p:nvSpPr>
        <p:spPr>
          <a:xfrm>
            <a:off x="324000" y="2950650"/>
            <a:ext cx="4056600" cy="165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The Ancient Egyptians </a:t>
            </a:r>
            <a:r>
              <a:rPr lang="en-GB" sz="2100"/>
              <a:t>predate</a:t>
            </a:r>
            <a:r>
              <a:rPr lang="en-GB" sz="2100"/>
              <a:t> ‘feet’ by thousands of years but, so long as you use the same unit of measure between knots, the rope works.</a:t>
            </a:r>
            <a:endParaRPr sz="2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1" name="Shape 2601"/>
        <p:cNvGrpSpPr/>
        <p:nvPr/>
      </p:nvGrpSpPr>
      <p:grpSpPr>
        <a:xfrm>
          <a:off x="0" y="0"/>
          <a:ext cx="0" cy="0"/>
          <a:chOff x="0" y="0"/>
          <a:chExt cx="0" cy="0"/>
        </a:xfrm>
      </p:grpSpPr>
      <p:sp>
        <p:nvSpPr>
          <p:cNvPr id="2602" name="Google Shape;2602;p11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applications of maths</a:t>
            </a:r>
            <a:endParaRPr/>
          </a:p>
        </p:txBody>
      </p:sp>
      <p:pic>
        <p:nvPicPr>
          <p:cNvPr id="2603" name="Google Shape;2603;p115"/>
          <p:cNvPicPr preferRelativeResize="0"/>
          <p:nvPr/>
        </p:nvPicPr>
        <p:blipFill>
          <a:blip r:embed="rId3">
            <a:alphaModFix/>
          </a:blip>
          <a:stretch>
            <a:fillRect/>
          </a:stretch>
        </p:blipFill>
        <p:spPr>
          <a:xfrm flipH="1">
            <a:off x="334449" y="1780450"/>
            <a:ext cx="5993800" cy="3003449"/>
          </a:xfrm>
          <a:prstGeom prst="rect">
            <a:avLst/>
          </a:prstGeom>
          <a:noFill/>
          <a:ln>
            <a:noFill/>
          </a:ln>
        </p:spPr>
      </p:pic>
      <p:pic>
        <p:nvPicPr>
          <p:cNvPr id="2604" name="Google Shape;2604;p115"/>
          <p:cNvPicPr preferRelativeResize="0"/>
          <p:nvPr/>
        </p:nvPicPr>
        <p:blipFill>
          <a:blip r:embed="rId4">
            <a:alphaModFix/>
          </a:blip>
          <a:stretch>
            <a:fillRect/>
          </a:stretch>
        </p:blipFill>
        <p:spPr>
          <a:xfrm>
            <a:off x="6669311" y="1428250"/>
            <a:ext cx="2153414" cy="1067300"/>
          </a:xfrm>
          <a:prstGeom prst="rect">
            <a:avLst/>
          </a:prstGeom>
          <a:noFill/>
          <a:ln>
            <a:noFill/>
          </a:ln>
        </p:spPr>
      </p:pic>
      <p:sp>
        <p:nvSpPr>
          <p:cNvPr id="2605" name="Google Shape;2605;p115"/>
          <p:cNvSpPr txBox="1"/>
          <p:nvPr>
            <p:ph idx="1" type="body"/>
          </p:nvPr>
        </p:nvSpPr>
        <p:spPr>
          <a:xfrm>
            <a:off x="324000" y="683100"/>
            <a:ext cx="82377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Ancient Egyptian engineers were the first great builders in human history. They used </a:t>
            </a:r>
            <a:r>
              <a:rPr lang="en-GB" sz="2400">
                <a:latin typeface="Times New Roman"/>
                <a:ea typeface="Times New Roman"/>
                <a:cs typeface="Times New Roman"/>
                <a:sym typeface="Times New Roman"/>
              </a:rPr>
              <a:t>3</a:t>
            </a:r>
            <a:r>
              <a:rPr lang="en-GB"/>
              <a:t>, </a:t>
            </a:r>
            <a:r>
              <a:rPr lang="en-GB" sz="2400">
                <a:latin typeface="Times New Roman"/>
                <a:ea typeface="Times New Roman"/>
                <a:cs typeface="Times New Roman"/>
                <a:sym typeface="Times New Roman"/>
              </a:rPr>
              <a:t>4</a:t>
            </a:r>
            <a:r>
              <a:rPr lang="en-GB"/>
              <a:t>, </a:t>
            </a:r>
            <a:r>
              <a:rPr lang="en-GB" sz="2400">
                <a:latin typeface="Times New Roman"/>
                <a:ea typeface="Times New Roman"/>
                <a:cs typeface="Times New Roman"/>
                <a:sym typeface="Times New Roman"/>
              </a:rPr>
              <a:t>5</a:t>
            </a:r>
            <a:r>
              <a:rPr lang="en-GB"/>
              <a:t> triangles to check that everything was ‘right’ as they built.</a:t>
            </a:r>
            <a:endParaRPr/>
          </a:p>
        </p:txBody>
      </p:sp>
      <p:sp>
        <p:nvSpPr>
          <p:cNvPr id="2606" name="Google Shape;2606;p115"/>
          <p:cNvSpPr txBox="1"/>
          <p:nvPr>
            <p:ph idx="1" type="body"/>
          </p:nvPr>
        </p:nvSpPr>
        <p:spPr>
          <a:xfrm>
            <a:off x="4562304" y="2592060"/>
            <a:ext cx="43428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Interestingly t</a:t>
            </a:r>
            <a:r>
              <a:rPr lang="en-GB"/>
              <a:t>hey were doing this two thousand years before Pythagoras was even born!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0" name="Shape 2610"/>
        <p:cNvGrpSpPr/>
        <p:nvPr/>
      </p:nvGrpSpPr>
      <p:grpSpPr>
        <a:xfrm>
          <a:off x="0" y="0"/>
          <a:ext cx="0" cy="0"/>
          <a:chOff x="0" y="0"/>
          <a:chExt cx="0" cy="0"/>
        </a:xfrm>
      </p:grpSpPr>
      <p:sp>
        <p:nvSpPr>
          <p:cNvPr id="2611" name="Google Shape;2611;p116"/>
          <p:cNvSpPr txBox="1"/>
          <p:nvPr>
            <p:ph idx="1" type="body"/>
          </p:nvPr>
        </p:nvSpPr>
        <p:spPr>
          <a:xfrm>
            <a:off x="324000" y="683100"/>
            <a:ext cx="5932800" cy="6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Which of these</a:t>
            </a:r>
            <a:r>
              <a:rPr lang="en-GB"/>
              <a:t> ropes could the Egyptians have used to </a:t>
            </a:r>
            <a:r>
              <a:rPr lang="en-GB"/>
              <a:t>check</a:t>
            </a:r>
            <a:r>
              <a:rPr lang="en-GB"/>
              <a:t> that things are ‘right’?</a:t>
            </a:r>
            <a:endParaRPr/>
          </a:p>
        </p:txBody>
      </p:sp>
      <p:sp>
        <p:nvSpPr>
          <p:cNvPr id="2612" name="Google Shape;2612;p11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applications of maths</a:t>
            </a:r>
            <a:endParaRPr/>
          </a:p>
        </p:txBody>
      </p:sp>
      <p:grpSp>
        <p:nvGrpSpPr>
          <p:cNvPr id="2613" name="Google Shape;2613;p116"/>
          <p:cNvGrpSpPr/>
          <p:nvPr/>
        </p:nvGrpSpPr>
        <p:grpSpPr>
          <a:xfrm rot="10800000">
            <a:off x="354124" y="1561141"/>
            <a:ext cx="2522428" cy="1874941"/>
            <a:chOff x="4071781" y="1759652"/>
            <a:chExt cx="3562248" cy="2647848"/>
          </a:xfrm>
        </p:grpSpPr>
        <p:grpSp>
          <p:nvGrpSpPr>
            <p:cNvPr id="2614" name="Google Shape;2614;p116"/>
            <p:cNvGrpSpPr/>
            <p:nvPr/>
          </p:nvGrpSpPr>
          <p:grpSpPr>
            <a:xfrm rot="-2141293">
              <a:off x="3782901" y="2946208"/>
              <a:ext cx="4127174" cy="271165"/>
              <a:chOff x="3369600" y="3450500"/>
              <a:chExt cx="4127700" cy="271200"/>
            </a:xfrm>
          </p:grpSpPr>
          <p:sp>
            <p:nvSpPr>
              <p:cNvPr id="2615" name="Google Shape;2615;p116"/>
              <p:cNvSpPr/>
              <p:nvPr/>
            </p:nvSpPr>
            <p:spPr>
              <a:xfrm>
                <a:off x="3369600" y="3528950"/>
                <a:ext cx="4127700" cy="109200"/>
              </a:xfrm>
              <a:prstGeom prst="rect">
                <a:avLst/>
              </a:prstGeom>
              <a:solidFill>
                <a:srgbClr val="F1C232"/>
              </a:solid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16" name="Google Shape;2616;p116"/>
              <p:cNvSpPr/>
              <p:nvPr/>
            </p:nvSpPr>
            <p:spPr>
              <a:xfrm>
                <a:off x="4071781" y="3450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17" name="Google Shape;2617;p116"/>
              <p:cNvSpPr/>
              <p:nvPr/>
            </p:nvSpPr>
            <p:spPr>
              <a:xfrm>
                <a:off x="6540067" y="3450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18" name="Google Shape;2618;p116"/>
              <p:cNvSpPr/>
              <p:nvPr/>
            </p:nvSpPr>
            <p:spPr>
              <a:xfrm>
                <a:off x="5717305" y="3450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19" name="Google Shape;2619;p116"/>
              <p:cNvSpPr/>
              <p:nvPr/>
            </p:nvSpPr>
            <p:spPr>
              <a:xfrm>
                <a:off x="4894543" y="3450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2620" name="Google Shape;2620;p116"/>
            <p:cNvGrpSpPr/>
            <p:nvPr/>
          </p:nvGrpSpPr>
          <p:grpSpPr>
            <a:xfrm>
              <a:off x="7348381" y="1759652"/>
              <a:ext cx="271200" cy="2555896"/>
              <a:chOff x="7957981" y="1759652"/>
              <a:chExt cx="271200" cy="2555896"/>
            </a:xfrm>
          </p:grpSpPr>
          <p:sp>
            <p:nvSpPr>
              <p:cNvPr id="2621" name="Google Shape;2621;p116"/>
              <p:cNvSpPr/>
              <p:nvPr/>
            </p:nvSpPr>
            <p:spPr>
              <a:xfrm rot="5400000">
                <a:off x="6888775" y="3045798"/>
                <a:ext cx="2430300" cy="109200"/>
              </a:xfrm>
              <a:prstGeom prst="rect">
                <a:avLst/>
              </a:prstGeom>
              <a:solidFill>
                <a:srgbClr val="F1C232"/>
              </a:solid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22" name="Google Shape;2622;p116"/>
              <p:cNvSpPr/>
              <p:nvPr/>
            </p:nvSpPr>
            <p:spPr>
              <a:xfrm>
                <a:off x="7957981" y="1759652"/>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23" name="Google Shape;2623;p116"/>
              <p:cNvSpPr/>
              <p:nvPr/>
            </p:nvSpPr>
            <p:spPr>
              <a:xfrm>
                <a:off x="7957981" y="2561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24" name="Google Shape;2624;p116"/>
              <p:cNvSpPr/>
              <p:nvPr/>
            </p:nvSpPr>
            <p:spPr>
              <a:xfrm>
                <a:off x="7957981" y="3363348"/>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625" name="Google Shape;2625;p116"/>
            <p:cNvSpPr/>
            <p:nvPr/>
          </p:nvSpPr>
          <p:spPr>
            <a:xfrm>
              <a:off x="4204375" y="4214743"/>
              <a:ext cx="3292800" cy="109200"/>
            </a:xfrm>
            <a:prstGeom prst="rect">
              <a:avLst/>
            </a:prstGeom>
            <a:solidFill>
              <a:srgbClr val="F1C232"/>
            </a:solid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26" name="Google Shape;2626;p116"/>
            <p:cNvSpPr/>
            <p:nvPr/>
          </p:nvSpPr>
          <p:spPr>
            <a:xfrm>
              <a:off x="4071781" y="41363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27" name="Google Shape;2627;p116"/>
            <p:cNvSpPr/>
            <p:nvPr/>
          </p:nvSpPr>
          <p:spPr>
            <a:xfrm>
              <a:off x="7362829" y="41363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28" name="Google Shape;2628;p116"/>
            <p:cNvSpPr/>
            <p:nvPr/>
          </p:nvSpPr>
          <p:spPr>
            <a:xfrm>
              <a:off x="6540067" y="41363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29" name="Google Shape;2629;p116"/>
            <p:cNvSpPr/>
            <p:nvPr/>
          </p:nvSpPr>
          <p:spPr>
            <a:xfrm>
              <a:off x="5717305" y="41363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30" name="Google Shape;2630;p116"/>
            <p:cNvSpPr/>
            <p:nvPr/>
          </p:nvSpPr>
          <p:spPr>
            <a:xfrm>
              <a:off x="4894543" y="41363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2631" name="Google Shape;2631;p116"/>
          <p:cNvGrpSpPr/>
          <p:nvPr/>
        </p:nvGrpSpPr>
        <p:grpSpPr>
          <a:xfrm>
            <a:off x="1979412" y="2437638"/>
            <a:ext cx="2951617" cy="2355891"/>
            <a:chOff x="858971" y="1999024"/>
            <a:chExt cx="3309729" cy="2641725"/>
          </a:xfrm>
        </p:grpSpPr>
        <p:grpSp>
          <p:nvGrpSpPr>
            <p:cNvPr id="2632" name="Google Shape;2632;p116"/>
            <p:cNvGrpSpPr/>
            <p:nvPr/>
          </p:nvGrpSpPr>
          <p:grpSpPr>
            <a:xfrm>
              <a:off x="858971" y="2030979"/>
              <a:ext cx="3309729" cy="2609770"/>
              <a:chOff x="858971" y="2030979"/>
              <a:chExt cx="3309729" cy="2609770"/>
            </a:xfrm>
          </p:grpSpPr>
          <p:sp>
            <p:nvSpPr>
              <p:cNvPr id="2633" name="Google Shape;2633;p116"/>
              <p:cNvSpPr/>
              <p:nvPr/>
            </p:nvSpPr>
            <p:spPr>
              <a:xfrm flipH="1" rot="8524747">
                <a:off x="534383" y="3238229"/>
                <a:ext cx="3974469" cy="133401"/>
              </a:xfrm>
              <a:prstGeom prst="rect">
                <a:avLst/>
              </a:prstGeom>
              <a:solidFill>
                <a:srgbClr val="F1C232"/>
              </a:solid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34" name="Google Shape;2634;p116"/>
              <p:cNvSpPr/>
              <p:nvPr/>
            </p:nvSpPr>
            <p:spPr>
              <a:xfrm rot="5400000">
                <a:off x="2836875" y="3252375"/>
                <a:ext cx="2460300" cy="82500"/>
              </a:xfrm>
              <a:prstGeom prst="rect">
                <a:avLst/>
              </a:prstGeom>
              <a:solidFill>
                <a:srgbClr val="F1C232"/>
              </a:solid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635" name="Google Shape;2635;p116"/>
              <p:cNvGrpSpPr/>
              <p:nvPr/>
            </p:nvGrpSpPr>
            <p:grpSpPr>
              <a:xfrm>
                <a:off x="3952892" y="2612584"/>
                <a:ext cx="204756" cy="1415547"/>
                <a:chOff x="7957981" y="1759652"/>
                <a:chExt cx="271200" cy="1874896"/>
              </a:xfrm>
            </p:grpSpPr>
            <p:sp>
              <p:nvSpPr>
                <p:cNvPr id="2636" name="Google Shape;2636;p116"/>
                <p:cNvSpPr/>
                <p:nvPr/>
              </p:nvSpPr>
              <p:spPr>
                <a:xfrm>
                  <a:off x="7957981" y="1759652"/>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37" name="Google Shape;2637;p116"/>
                <p:cNvSpPr/>
                <p:nvPr/>
              </p:nvSpPr>
              <p:spPr>
                <a:xfrm>
                  <a:off x="7957981" y="2561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38" name="Google Shape;2638;p116"/>
                <p:cNvSpPr/>
                <p:nvPr/>
              </p:nvSpPr>
              <p:spPr>
                <a:xfrm>
                  <a:off x="7957981" y="3363348"/>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639" name="Google Shape;2639;p116"/>
              <p:cNvSpPr/>
              <p:nvPr/>
            </p:nvSpPr>
            <p:spPr>
              <a:xfrm>
                <a:off x="959074" y="4495075"/>
                <a:ext cx="3106200" cy="82500"/>
              </a:xfrm>
              <a:prstGeom prst="rect">
                <a:avLst/>
              </a:prstGeom>
              <a:solidFill>
                <a:srgbClr val="F1C232"/>
              </a:solid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40" name="Google Shape;2640;p116"/>
              <p:cNvSpPr/>
              <p:nvPr/>
            </p:nvSpPr>
            <p:spPr>
              <a:xfrm>
                <a:off x="858971" y="4435849"/>
                <a:ext cx="204900" cy="2049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41" name="Google Shape;2641;p116"/>
              <p:cNvSpPr/>
              <p:nvPr/>
            </p:nvSpPr>
            <p:spPr>
              <a:xfrm>
                <a:off x="3343712" y="4435849"/>
                <a:ext cx="204900" cy="2049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42" name="Google Shape;2642;p116"/>
              <p:cNvSpPr/>
              <p:nvPr/>
            </p:nvSpPr>
            <p:spPr>
              <a:xfrm>
                <a:off x="2722527" y="4435849"/>
                <a:ext cx="204900" cy="2049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43" name="Google Shape;2643;p116"/>
              <p:cNvSpPr/>
              <p:nvPr/>
            </p:nvSpPr>
            <p:spPr>
              <a:xfrm>
                <a:off x="2101342" y="4435849"/>
                <a:ext cx="204900" cy="2049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44" name="Google Shape;2644;p116"/>
              <p:cNvSpPr/>
              <p:nvPr/>
            </p:nvSpPr>
            <p:spPr>
              <a:xfrm>
                <a:off x="1480156" y="4435849"/>
                <a:ext cx="204900" cy="2049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45" name="Google Shape;2645;p116"/>
              <p:cNvSpPr/>
              <p:nvPr/>
            </p:nvSpPr>
            <p:spPr>
              <a:xfrm>
                <a:off x="3963801" y="4435849"/>
                <a:ext cx="204900" cy="2049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646" name="Google Shape;2646;p116"/>
              <p:cNvGrpSpPr/>
              <p:nvPr/>
            </p:nvGrpSpPr>
            <p:grpSpPr>
              <a:xfrm rot="-2288178">
                <a:off x="1090611" y="3190832"/>
                <a:ext cx="2850684" cy="224423"/>
                <a:chOff x="5114399" y="4578481"/>
                <a:chExt cx="2850843" cy="224436"/>
              </a:xfrm>
            </p:grpSpPr>
            <p:sp>
              <p:nvSpPr>
                <p:cNvPr id="2647" name="Google Shape;2647;p116"/>
                <p:cNvSpPr/>
                <p:nvPr/>
              </p:nvSpPr>
              <p:spPr>
                <a:xfrm>
                  <a:off x="7099679" y="4583365"/>
                  <a:ext cx="204900" cy="2049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48" name="Google Shape;2648;p116"/>
                <p:cNvSpPr/>
                <p:nvPr/>
              </p:nvSpPr>
              <p:spPr>
                <a:xfrm>
                  <a:off x="6437919" y="4588249"/>
                  <a:ext cx="204900" cy="2049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49" name="Google Shape;2649;p116"/>
                <p:cNvSpPr/>
                <p:nvPr/>
              </p:nvSpPr>
              <p:spPr>
                <a:xfrm>
                  <a:off x="5776159" y="4593133"/>
                  <a:ext cx="204900" cy="2049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50" name="Google Shape;2650;p116"/>
                <p:cNvSpPr/>
                <p:nvPr/>
              </p:nvSpPr>
              <p:spPr>
                <a:xfrm>
                  <a:off x="5114399" y="4598017"/>
                  <a:ext cx="204900" cy="2049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51" name="Google Shape;2651;p116"/>
                <p:cNvSpPr/>
                <p:nvPr/>
              </p:nvSpPr>
              <p:spPr>
                <a:xfrm>
                  <a:off x="7760342" y="4578481"/>
                  <a:ext cx="204900" cy="2049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sp>
          <p:nvSpPr>
            <p:cNvPr id="2652" name="Google Shape;2652;p116"/>
            <p:cNvSpPr/>
            <p:nvPr/>
          </p:nvSpPr>
          <p:spPr>
            <a:xfrm>
              <a:off x="3960812" y="1999024"/>
              <a:ext cx="204900" cy="2049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2653" name="Google Shape;2653;p116"/>
          <p:cNvGrpSpPr/>
          <p:nvPr/>
        </p:nvGrpSpPr>
        <p:grpSpPr>
          <a:xfrm>
            <a:off x="6235563" y="757498"/>
            <a:ext cx="2587053" cy="3532337"/>
            <a:chOff x="1053905" y="828247"/>
            <a:chExt cx="2925869" cy="3994952"/>
          </a:xfrm>
        </p:grpSpPr>
        <p:sp>
          <p:nvSpPr>
            <p:cNvPr id="2654" name="Google Shape;2654;p116"/>
            <p:cNvSpPr/>
            <p:nvPr/>
          </p:nvSpPr>
          <p:spPr>
            <a:xfrm>
              <a:off x="1127252" y="4704925"/>
              <a:ext cx="2773800" cy="63600"/>
            </a:xfrm>
            <a:prstGeom prst="rect">
              <a:avLst/>
            </a:prstGeom>
            <a:solidFill>
              <a:srgbClr val="F1C232"/>
            </a:solid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55" name="Google Shape;2655;p116"/>
            <p:cNvSpPr/>
            <p:nvPr/>
          </p:nvSpPr>
          <p:spPr>
            <a:xfrm rot="5400000">
              <a:off x="-810600" y="2767067"/>
              <a:ext cx="3889800" cy="63600"/>
            </a:xfrm>
            <a:prstGeom prst="rect">
              <a:avLst/>
            </a:prstGeom>
            <a:solidFill>
              <a:srgbClr val="F1C232"/>
            </a:solid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656" name="Google Shape;2656;p116"/>
            <p:cNvGrpSpPr/>
            <p:nvPr/>
          </p:nvGrpSpPr>
          <p:grpSpPr>
            <a:xfrm rot="3258529">
              <a:off x="639612" y="1795692"/>
              <a:ext cx="2399857" cy="157677"/>
              <a:chOff x="3369600" y="3450500"/>
              <a:chExt cx="4127700" cy="271200"/>
            </a:xfrm>
          </p:grpSpPr>
          <p:sp>
            <p:nvSpPr>
              <p:cNvPr id="2657" name="Google Shape;2657;p116"/>
              <p:cNvSpPr/>
              <p:nvPr/>
            </p:nvSpPr>
            <p:spPr>
              <a:xfrm>
                <a:off x="3369600" y="3528950"/>
                <a:ext cx="4127700" cy="109200"/>
              </a:xfrm>
              <a:prstGeom prst="rect">
                <a:avLst/>
              </a:prstGeom>
              <a:solidFill>
                <a:srgbClr val="F1C232"/>
              </a:solid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58" name="Google Shape;2658;p116"/>
              <p:cNvSpPr/>
              <p:nvPr/>
            </p:nvSpPr>
            <p:spPr>
              <a:xfrm>
                <a:off x="4071781" y="3450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59" name="Google Shape;2659;p116"/>
              <p:cNvSpPr/>
              <p:nvPr/>
            </p:nvSpPr>
            <p:spPr>
              <a:xfrm>
                <a:off x="6540067" y="3450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60" name="Google Shape;2660;p116"/>
              <p:cNvSpPr/>
              <p:nvPr/>
            </p:nvSpPr>
            <p:spPr>
              <a:xfrm>
                <a:off x="5717305" y="3450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61" name="Google Shape;2661;p116"/>
              <p:cNvSpPr/>
              <p:nvPr/>
            </p:nvSpPr>
            <p:spPr>
              <a:xfrm>
                <a:off x="4894543" y="3450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2662" name="Google Shape;2662;p116"/>
            <p:cNvGrpSpPr/>
            <p:nvPr/>
          </p:nvGrpSpPr>
          <p:grpSpPr>
            <a:xfrm rot="3258529">
              <a:off x="1996764" y="3686244"/>
              <a:ext cx="2399857" cy="157677"/>
              <a:chOff x="3369600" y="3450500"/>
              <a:chExt cx="4127700" cy="271200"/>
            </a:xfrm>
          </p:grpSpPr>
          <p:sp>
            <p:nvSpPr>
              <p:cNvPr id="2663" name="Google Shape;2663;p116"/>
              <p:cNvSpPr/>
              <p:nvPr/>
            </p:nvSpPr>
            <p:spPr>
              <a:xfrm>
                <a:off x="3369600" y="3528950"/>
                <a:ext cx="4127700" cy="109200"/>
              </a:xfrm>
              <a:prstGeom prst="rect">
                <a:avLst/>
              </a:prstGeom>
              <a:solidFill>
                <a:srgbClr val="F1C232"/>
              </a:solid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64" name="Google Shape;2664;p116"/>
              <p:cNvSpPr/>
              <p:nvPr/>
            </p:nvSpPr>
            <p:spPr>
              <a:xfrm>
                <a:off x="4071781" y="3450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65" name="Google Shape;2665;p116"/>
              <p:cNvSpPr/>
              <p:nvPr/>
            </p:nvSpPr>
            <p:spPr>
              <a:xfrm>
                <a:off x="6540067" y="3450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66" name="Google Shape;2666;p116"/>
              <p:cNvSpPr/>
              <p:nvPr/>
            </p:nvSpPr>
            <p:spPr>
              <a:xfrm>
                <a:off x="5717305" y="3450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67" name="Google Shape;2667;p116"/>
              <p:cNvSpPr/>
              <p:nvPr/>
            </p:nvSpPr>
            <p:spPr>
              <a:xfrm>
                <a:off x="4894543" y="3450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2668" name="Google Shape;2668;p116"/>
            <p:cNvGrpSpPr/>
            <p:nvPr/>
          </p:nvGrpSpPr>
          <p:grpSpPr>
            <a:xfrm rot="5400000">
              <a:off x="1969749" y="4190723"/>
              <a:ext cx="157703" cy="1090252"/>
              <a:chOff x="7957981" y="1759652"/>
              <a:chExt cx="271200" cy="1874896"/>
            </a:xfrm>
          </p:grpSpPr>
          <p:sp>
            <p:nvSpPr>
              <p:cNvPr id="2669" name="Google Shape;2669;p116"/>
              <p:cNvSpPr/>
              <p:nvPr/>
            </p:nvSpPr>
            <p:spPr>
              <a:xfrm>
                <a:off x="7957981" y="1759652"/>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70" name="Google Shape;2670;p116"/>
              <p:cNvSpPr/>
              <p:nvPr/>
            </p:nvSpPr>
            <p:spPr>
              <a:xfrm>
                <a:off x="7957981" y="2561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71" name="Google Shape;2671;p116"/>
              <p:cNvSpPr/>
              <p:nvPr/>
            </p:nvSpPr>
            <p:spPr>
              <a:xfrm>
                <a:off x="7957981" y="3363348"/>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672" name="Google Shape;2672;p116"/>
            <p:cNvSpPr/>
            <p:nvPr/>
          </p:nvSpPr>
          <p:spPr>
            <a:xfrm rot="5400000">
              <a:off x="1053905" y="2751655"/>
              <a:ext cx="157800" cy="1578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73" name="Google Shape;2673;p116"/>
            <p:cNvSpPr/>
            <p:nvPr/>
          </p:nvSpPr>
          <p:spPr>
            <a:xfrm rot="5400000">
              <a:off x="1053905" y="4665399"/>
              <a:ext cx="157800" cy="1578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74" name="Google Shape;2674;p116"/>
            <p:cNvSpPr/>
            <p:nvPr/>
          </p:nvSpPr>
          <p:spPr>
            <a:xfrm rot="5400000">
              <a:off x="1053905" y="4186963"/>
              <a:ext cx="157800" cy="1578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75" name="Google Shape;2675;p116"/>
            <p:cNvSpPr/>
            <p:nvPr/>
          </p:nvSpPr>
          <p:spPr>
            <a:xfrm rot="5400000">
              <a:off x="1053905" y="3708527"/>
              <a:ext cx="157800" cy="1578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76" name="Google Shape;2676;p116"/>
            <p:cNvSpPr/>
            <p:nvPr/>
          </p:nvSpPr>
          <p:spPr>
            <a:xfrm rot="5400000">
              <a:off x="1053905" y="3230091"/>
              <a:ext cx="157800" cy="1578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77" name="Google Shape;2677;p116"/>
            <p:cNvSpPr/>
            <p:nvPr/>
          </p:nvSpPr>
          <p:spPr>
            <a:xfrm rot="5400000">
              <a:off x="1053905" y="828247"/>
              <a:ext cx="157800" cy="1578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78" name="Google Shape;2678;p116"/>
            <p:cNvSpPr/>
            <p:nvPr/>
          </p:nvSpPr>
          <p:spPr>
            <a:xfrm rot="5400000">
              <a:off x="1053905" y="2263555"/>
              <a:ext cx="157800" cy="1578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79" name="Google Shape;2679;p116"/>
            <p:cNvSpPr/>
            <p:nvPr/>
          </p:nvSpPr>
          <p:spPr>
            <a:xfrm rot="5400000">
              <a:off x="1053905" y="1785119"/>
              <a:ext cx="157800" cy="1578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80" name="Google Shape;2680;p116"/>
            <p:cNvSpPr/>
            <p:nvPr/>
          </p:nvSpPr>
          <p:spPr>
            <a:xfrm rot="5400000">
              <a:off x="1053905" y="1306683"/>
              <a:ext cx="157800" cy="1578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681" name="Google Shape;2681;p116"/>
            <p:cNvGrpSpPr/>
            <p:nvPr/>
          </p:nvGrpSpPr>
          <p:grpSpPr>
            <a:xfrm rot="5400000">
              <a:off x="3355797" y="4190723"/>
              <a:ext cx="157703" cy="1090252"/>
              <a:chOff x="7957981" y="1759652"/>
              <a:chExt cx="271200" cy="1874896"/>
            </a:xfrm>
          </p:grpSpPr>
          <p:sp>
            <p:nvSpPr>
              <p:cNvPr id="2682" name="Google Shape;2682;p116"/>
              <p:cNvSpPr/>
              <p:nvPr/>
            </p:nvSpPr>
            <p:spPr>
              <a:xfrm>
                <a:off x="7957981" y="1759652"/>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83" name="Google Shape;2683;p116"/>
              <p:cNvSpPr/>
              <p:nvPr/>
            </p:nvSpPr>
            <p:spPr>
              <a:xfrm>
                <a:off x="7957981" y="2561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84" name="Google Shape;2684;p116"/>
              <p:cNvSpPr/>
              <p:nvPr/>
            </p:nvSpPr>
            <p:spPr>
              <a:xfrm>
                <a:off x="7957981" y="3363348"/>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685" name="Google Shape;2685;p116"/>
            <p:cNvSpPr/>
            <p:nvPr/>
          </p:nvSpPr>
          <p:spPr>
            <a:xfrm rot="5400000">
              <a:off x="2454401" y="2751655"/>
              <a:ext cx="157800" cy="1578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2686" name="Google Shape;2686;p116"/>
          <p:cNvGrpSpPr/>
          <p:nvPr/>
        </p:nvGrpSpPr>
        <p:grpSpPr>
          <a:xfrm>
            <a:off x="582131" y="1801525"/>
            <a:ext cx="419115" cy="419115"/>
            <a:chOff x="1020916" y="1442088"/>
            <a:chExt cx="457200" cy="457200"/>
          </a:xfrm>
        </p:grpSpPr>
        <p:pic>
          <p:nvPicPr>
            <p:cNvPr id="2687" name="Google Shape;2687;p11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688" name="Google Shape;2688;p11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2200">
                  <a:solidFill>
                    <a:srgbClr val="FFFFFF"/>
                  </a:solidFill>
                  <a:latin typeface="Lexend"/>
                  <a:ea typeface="Lexend"/>
                  <a:cs typeface="Lexend"/>
                  <a:sym typeface="Lexend"/>
                </a:rPr>
                <a:t>a</a:t>
              </a:r>
              <a:endParaRPr b="1" sz="2200">
                <a:solidFill>
                  <a:srgbClr val="FFFFFF"/>
                </a:solidFill>
                <a:latin typeface="Lexend"/>
                <a:ea typeface="Lexend"/>
                <a:cs typeface="Lexend"/>
                <a:sym typeface="Lexend"/>
              </a:endParaRPr>
            </a:p>
          </p:txBody>
        </p:sp>
      </p:grpSp>
      <p:grpSp>
        <p:nvGrpSpPr>
          <p:cNvPr id="2689" name="Google Shape;2689;p116"/>
          <p:cNvGrpSpPr/>
          <p:nvPr/>
        </p:nvGrpSpPr>
        <p:grpSpPr>
          <a:xfrm>
            <a:off x="4243314" y="4163725"/>
            <a:ext cx="419115" cy="419115"/>
            <a:chOff x="1020916" y="1442088"/>
            <a:chExt cx="457200" cy="457200"/>
          </a:xfrm>
        </p:grpSpPr>
        <p:pic>
          <p:nvPicPr>
            <p:cNvPr id="2690" name="Google Shape;2690;p11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691" name="Google Shape;2691;p11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2200">
                  <a:solidFill>
                    <a:srgbClr val="FFFFFF"/>
                  </a:solidFill>
                  <a:latin typeface="Lexend"/>
                  <a:ea typeface="Lexend"/>
                  <a:cs typeface="Lexend"/>
                  <a:sym typeface="Lexend"/>
                </a:rPr>
                <a:t>b</a:t>
              </a:r>
              <a:endParaRPr b="1" sz="2200">
                <a:solidFill>
                  <a:srgbClr val="FFFFFF"/>
                </a:solidFill>
                <a:latin typeface="Lexend"/>
                <a:ea typeface="Lexend"/>
                <a:cs typeface="Lexend"/>
                <a:sym typeface="Lexend"/>
              </a:endParaRPr>
            </a:p>
          </p:txBody>
        </p:sp>
      </p:grpSp>
      <p:grpSp>
        <p:nvGrpSpPr>
          <p:cNvPr id="2692" name="Google Shape;2692;p116"/>
          <p:cNvGrpSpPr/>
          <p:nvPr/>
        </p:nvGrpSpPr>
        <p:grpSpPr>
          <a:xfrm>
            <a:off x="6456698" y="3644773"/>
            <a:ext cx="419115" cy="419115"/>
            <a:chOff x="1020916" y="1442088"/>
            <a:chExt cx="457200" cy="457200"/>
          </a:xfrm>
        </p:grpSpPr>
        <p:pic>
          <p:nvPicPr>
            <p:cNvPr id="2693" name="Google Shape;2693;p11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694" name="Google Shape;2694;p11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2200">
                  <a:solidFill>
                    <a:srgbClr val="FFFFFF"/>
                  </a:solidFill>
                  <a:latin typeface="Lexend"/>
                  <a:ea typeface="Lexend"/>
                  <a:cs typeface="Lexend"/>
                  <a:sym typeface="Lexend"/>
                </a:rPr>
                <a:t>c</a:t>
              </a:r>
              <a:endParaRPr b="1" sz="2600">
                <a:solidFill>
                  <a:srgbClr val="FFFFFF"/>
                </a:solidFill>
                <a:latin typeface="Lexend"/>
                <a:ea typeface="Lexend"/>
                <a:cs typeface="Lexend"/>
                <a:sym typeface="Lexend"/>
              </a:endParaRPr>
            </a:p>
          </p:txBody>
        </p:sp>
      </p:grpSp>
      <p:sp>
        <p:nvSpPr>
          <p:cNvPr id="2695" name="Google Shape;2695;p116"/>
          <p:cNvSpPr txBox="1"/>
          <p:nvPr>
            <p:ph idx="1" type="body"/>
          </p:nvPr>
        </p:nvSpPr>
        <p:spPr>
          <a:xfrm>
            <a:off x="2663175" y="1876575"/>
            <a:ext cx="1580100" cy="344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600">
                <a:latin typeface="Times New Roman"/>
                <a:ea typeface="Times New Roman"/>
                <a:cs typeface="Times New Roman"/>
                <a:sym typeface="Times New Roman"/>
              </a:rPr>
              <a:t>3</a:t>
            </a:r>
            <a:r>
              <a:rPr baseline="30000" lang="en-GB" sz="2600">
                <a:latin typeface="Times New Roman"/>
                <a:ea typeface="Times New Roman"/>
                <a:cs typeface="Times New Roman"/>
                <a:sym typeface="Times New Roman"/>
              </a:rPr>
              <a:t>2</a:t>
            </a:r>
            <a:r>
              <a:rPr lang="en-GB" sz="2600">
                <a:latin typeface="Times New Roman"/>
                <a:ea typeface="Times New Roman"/>
                <a:cs typeface="Times New Roman"/>
                <a:sym typeface="Times New Roman"/>
              </a:rPr>
              <a:t> + 4</a:t>
            </a:r>
            <a:r>
              <a:rPr baseline="30000" lang="en-GB" sz="2600">
                <a:latin typeface="Times New Roman"/>
                <a:ea typeface="Times New Roman"/>
                <a:cs typeface="Times New Roman"/>
                <a:sym typeface="Times New Roman"/>
              </a:rPr>
              <a:t>2</a:t>
            </a:r>
            <a:r>
              <a:rPr lang="en-GB" sz="2600">
                <a:latin typeface="Times New Roman"/>
                <a:ea typeface="Times New Roman"/>
                <a:cs typeface="Times New Roman"/>
                <a:sym typeface="Times New Roman"/>
              </a:rPr>
              <a:t> = 5</a:t>
            </a:r>
            <a:r>
              <a:rPr baseline="30000" lang="en-GB" sz="2600">
                <a:latin typeface="Times New Roman"/>
                <a:ea typeface="Times New Roman"/>
                <a:cs typeface="Times New Roman"/>
                <a:sym typeface="Times New Roman"/>
              </a:rPr>
              <a:t>2</a:t>
            </a:r>
            <a:endParaRPr baseline="30000" sz="2600">
              <a:solidFill>
                <a:schemeClr val="accent4"/>
              </a:solidFill>
              <a:latin typeface="Times New Roman"/>
              <a:ea typeface="Times New Roman"/>
              <a:cs typeface="Times New Roman"/>
              <a:sym typeface="Times New Roman"/>
            </a:endParaRPr>
          </a:p>
        </p:txBody>
      </p:sp>
      <p:sp>
        <p:nvSpPr>
          <p:cNvPr id="2696" name="Google Shape;2696;p116"/>
          <p:cNvSpPr txBox="1"/>
          <p:nvPr>
            <p:ph idx="1" type="body"/>
          </p:nvPr>
        </p:nvSpPr>
        <p:spPr>
          <a:xfrm>
            <a:off x="2144223" y="3037983"/>
            <a:ext cx="1580100" cy="344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600">
                <a:latin typeface="Times New Roman"/>
                <a:ea typeface="Times New Roman"/>
                <a:cs typeface="Times New Roman"/>
                <a:sym typeface="Times New Roman"/>
              </a:rPr>
              <a:t>4</a:t>
            </a:r>
            <a:r>
              <a:rPr baseline="30000" lang="en-GB" sz="2600">
                <a:latin typeface="Times New Roman"/>
                <a:ea typeface="Times New Roman"/>
                <a:cs typeface="Times New Roman"/>
                <a:sym typeface="Times New Roman"/>
              </a:rPr>
              <a:t>2</a:t>
            </a:r>
            <a:r>
              <a:rPr lang="en-GB" sz="2600">
                <a:latin typeface="Times New Roman"/>
                <a:ea typeface="Times New Roman"/>
                <a:cs typeface="Times New Roman"/>
                <a:sym typeface="Times New Roman"/>
              </a:rPr>
              <a:t> + 5</a:t>
            </a:r>
            <a:r>
              <a:rPr baseline="30000" lang="en-GB" sz="2600">
                <a:latin typeface="Times New Roman"/>
                <a:ea typeface="Times New Roman"/>
                <a:cs typeface="Times New Roman"/>
                <a:sym typeface="Times New Roman"/>
              </a:rPr>
              <a:t>2</a:t>
            </a:r>
            <a:r>
              <a:rPr lang="en-GB" sz="2600">
                <a:latin typeface="Times New Roman"/>
                <a:ea typeface="Times New Roman"/>
                <a:cs typeface="Times New Roman"/>
                <a:sym typeface="Times New Roman"/>
              </a:rPr>
              <a:t> ≠ 6</a:t>
            </a:r>
            <a:r>
              <a:rPr baseline="30000" lang="en-GB" sz="2600">
                <a:latin typeface="Times New Roman"/>
                <a:ea typeface="Times New Roman"/>
                <a:cs typeface="Times New Roman"/>
                <a:sym typeface="Times New Roman"/>
              </a:rPr>
              <a:t>2</a:t>
            </a:r>
            <a:endParaRPr baseline="30000" sz="2600">
              <a:solidFill>
                <a:schemeClr val="accent4"/>
              </a:solidFill>
              <a:latin typeface="Times New Roman"/>
              <a:ea typeface="Times New Roman"/>
              <a:cs typeface="Times New Roman"/>
              <a:sym typeface="Times New Roman"/>
            </a:endParaRPr>
          </a:p>
        </p:txBody>
      </p:sp>
      <p:pic>
        <p:nvPicPr>
          <p:cNvPr id="2697" name="Google Shape;2697;p116"/>
          <p:cNvPicPr preferRelativeResize="0"/>
          <p:nvPr/>
        </p:nvPicPr>
        <p:blipFill>
          <a:blip r:embed="rId4">
            <a:alphaModFix/>
          </a:blip>
          <a:stretch>
            <a:fillRect/>
          </a:stretch>
        </p:blipFill>
        <p:spPr>
          <a:xfrm>
            <a:off x="1069983" y="2048894"/>
            <a:ext cx="396000" cy="419100"/>
          </a:xfrm>
          <a:prstGeom prst="rect">
            <a:avLst/>
          </a:prstGeom>
          <a:noFill/>
          <a:ln>
            <a:noFill/>
          </a:ln>
        </p:spPr>
      </p:pic>
      <p:pic>
        <p:nvPicPr>
          <p:cNvPr id="2698" name="Google Shape;2698;p116"/>
          <p:cNvPicPr preferRelativeResize="0"/>
          <p:nvPr/>
        </p:nvPicPr>
        <p:blipFill>
          <a:blip r:embed="rId5">
            <a:alphaModFix/>
          </a:blip>
          <a:stretch>
            <a:fillRect/>
          </a:stretch>
        </p:blipFill>
        <p:spPr>
          <a:xfrm>
            <a:off x="3743938" y="3953561"/>
            <a:ext cx="396000" cy="419760"/>
          </a:xfrm>
          <a:prstGeom prst="rect">
            <a:avLst/>
          </a:prstGeom>
          <a:noFill/>
          <a:ln>
            <a:noFill/>
          </a:ln>
        </p:spPr>
      </p:pic>
      <p:pic>
        <p:nvPicPr>
          <p:cNvPr id="2699" name="Google Shape;2699;p116"/>
          <p:cNvPicPr preferRelativeResize="0"/>
          <p:nvPr/>
        </p:nvPicPr>
        <p:blipFill>
          <a:blip r:embed="rId4">
            <a:alphaModFix/>
          </a:blip>
          <a:stretch>
            <a:fillRect/>
          </a:stretch>
        </p:blipFill>
        <p:spPr>
          <a:xfrm>
            <a:off x="6922935" y="3268094"/>
            <a:ext cx="396000" cy="419100"/>
          </a:xfrm>
          <a:prstGeom prst="rect">
            <a:avLst/>
          </a:prstGeom>
          <a:noFill/>
          <a:ln>
            <a:noFill/>
          </a:ln>
        </p:spPr>
      </p:pic>
      <p:sp>
        <p:nvSpPr>
          <p:cNvPr id="2700" name="Google Shape;2700;p116"/>
          <p:cNvSpPr txBox="1"/>
          <p:nvPr>
            <p:ph idx="1" type="body"/>
          </p:nvPr>
        </p:nvSpPr>
        <p:spPr>
          <a:xfrm>
            <a:off x="1610826" y="3437383"/>
            <a:ext cx="2175900" cy="344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Kalam"/>
                <a:ea typeface="Kalam"/>
                <a:cs typeface="Kalam"/>
                <a:sym typeface="Kalam"/>
              </a:rPr>
              <a:t>Not a ‘right’ triangle.</a:t>
            </a:r>
            <a:endParaRPr baseline="30000" sz="2400">
              <a:solidFill>
                <a:schemeClr val="accent4"/>
              </a:solidFill>
              <a:latin typeface="Kalam"/>
              <a:ea typeface="Kalam"/>
              <a:cs typeface="Kalam"/>
              <a:sym typeface="Kalam"/>
            </a:endParaRPr>
          </a:p>
        </p:txBody>
      </p:sp>
      <p:sp>
        <p:nvSpPr>
          <p:cNvPr id="2701" name="Google Shape;2701;p116"/>
          <p:cNvSpPr txBox="1"/>
          <p:nvPr>
            <p:ph idx="1" type="body"/>
          </p:nvPr>
        </p:nvSpPr>
        <p:spPr>
          <a:xfrm>
            <a:off x="7086735" y="1314279"/>
            <a:ext cx="1663500" cy="344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600">
                <a:latin typeface="Times New Roman"/>
                <a:ea typeface="Times New Roman"/>
                <a:cs typeface="Times New Roman"/>
                <a:sym typeface="Times New Roman"/>
              </a:rPr>
              <a:t>6</a:t>
            </a:r>
            <a:r>
              <a:rPr baseline="30000" lang="en-GB" sz="2600">
                <a:latin typeface="Times New Roman"/>
                <a:ea typeface="Times New Roman"/>
                <a:cs typeface="Times New Roman"/>
                <a:sym typeface="Times New Roman"/>
              </a:rPr>
              <a:t>2</a:t>
            </a:r>
            <a:r>
              <a:rPr lang="en-GB" sz="2600">
                <a:latin typeface="Times New Roman"/>
                <a:ea typeface="Times New Roman"/>
                <a:cs typeface="Times New Roman"/>
                <a:sym typeface="Times New Roman"/>
              </a:rPr>
              <a:t> + 8</a:t>
            </a:r>
            <a:r>
              <a:rPr baseline="30000" lang="en-GB" sz="2600">
                <a:latin typeface="Times New Roman"/>
                <a:ea typeface="Times New Roman"/>
                <a:cs typeface="Times New Roman"/>
                <a:sym typeface="Times New Roman"/>
              </a:rPr>
              <a:t>2</a:t>
            </a:r>
            <a:r>
              <a:rPr lang="en-GB" sz="2600">
                <a:latin typeface="Times New Roman"/>
                <a:ea typeface="Times New Roman"/>
                <a:cs typeface="Times New Roman"/>
                <a:sym typeface="Times New Roman"/>
              </a:rPr>
              <a:t> = 10</a:t>
            </a:r>
            <a:r>
              <a:rPr baseline="30000" lang="en-GB" sz="2600">
                <a:latin typeface="Times New Roman"/>
                <a:ea typeface="Times New Roman"/>
                <a:cs typeface="Times New Roman"/>
                <a:sym typeface="Times New Roman"/>
              </a:rPr>
              <a:t>2</a:t>
            </a:r>
            <a:endParaRPr baseline="30000" sz="2600">
              <a:solidFill>
                <a:schemeClr val="accent4"/>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5" name="Shape 2705"/>
        <p:cNvGrpSpPr/>
        <p:nvPr/>
      </p:nvGrpSpPr>
      <p:grpSpPr>
        <a:xfrm>
          <a:off x="0" y="0"/>
          <a:ext cx="0" cy="0"/>
          <a:chOff x="0" y="0"/>
          <a:chExt cx="0" cy="0"/>
        </a:xfrm>
      </p:grpSpPr>
      <p:sp>
        <p:nvSpPr>
          <p:cNvPr id="2706" name="Google Shape;2706;p11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applications of maths</a:t>
            </a:r>
            <a:endParaRPr/>
          </a:p>
        </p:txBody>
      </p:sp>
      <p:grpSp>
        <p:nvGrpSpPr>
          <p:cNvPr id="2707" name="Google Shape;2707;p117"/>
          <p:cNvGrpSpPr/>
          <p:nvPr/>
        </p:nvGrpSpPr>
        <p:grpSpPr>
          <a:xfrm>
            <a:off x="582131" y="1877725"/>
            <a:ext cx="419115" cy="419115"/>
            <a:chOff x="1020916" y="1442088"/>
            <a:chExt cx="457200" cy="457200"/>
          </a:xfrm>
        </p:grpSpPr>
        <p:pic>
          <p:nvPicPr>
            <p:cNvPr id="2708" name="Google Shape;2708;p11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709" name="Google Shape;2709;p11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2200">
                  <a:solidFill>
                    <a:srgbClr val="FFFFFF"/>
                  </a:solidFill>
                  <a:latin typeface="Lexend"/>
                  <a:ea typeface="Lexend"/>
                  <a:cs typeface="Lexend"/>
                  <a:sym typeface="Lexend"/>
                </a:rPr>
                <a:t>a</a:t>
              </a:r>
              <a:endParaRPr b="1" sz="2200">
                <a:solidFill>
                  <a:srgbClr val="FFFFFF"/>
                </a:solidFill>
                <a:latin typeface="Lexend"/>
                <a:ea typeface="Lexend"/>
                <a:cs typeface="Lexend"/>
                <a:sym typeface="Lexend"/>
              </a:endParaRPr>
            </a:p>
          </p:txBody>
        </p:sp>
      </p:grpSp>
      <p:sp>
        <p:nvSpPr>
          <p:cNvPr id="2710" name="Google Shape;2710;p117"/>
          <p:cNvSpPr txBox="1"/>
          <p:nvPr>
            <p:ph idx="1" type="body"/>
          </p:nvPr>
        </p:nvSpPr>
        <p:spPr>
          <a:xfrm>
            <a:off x="2663175" y="1952775"/>
            <a:ext cx="1580100" cy="344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600">
                <a:latin typeface="Times New Roman"/>
                <a:ea typeface="Times New Roman"/>
                <a:cs typeface="Times New Roman"/>
                <a:sym typeface="Times New Roman"/>
              </a:rPr>
              <a:t>3</a:t>
            </a:r>
            <a:r>
              <a:rPr baseline="30000" lang="en-GB" sz="2600">
                <a:latin typeface="Times New Roman"/>
                <a:ea typeface="Times New Roman"/>
                <a:cs typeface="Times New Roman"/>
                <a:sym typeface="Times New Roman"/>
              </a:rPr>
              <a:t>2</a:t>
            </a:r>
            <a:r>
              <a:rPr lang="en-GB" sz="2600">
                <a:latin typeface="Times New Roman"/>
                <a:ea typeface="Times New Roman"/>
                <a:cs typeface="Times New Roman"/>
                <a:sym typeface="Times New Roman"/>
              </a:rPr>
              <a:t> + 4</a:t>
            </a:r>
            <a:r>
              <a:rPr baseline="30000" lang="en-GB" sz="2600">
                <a:latin typeface="Times New Roman"/>
                <a:ea typeface="Times New Roman"/>
                <a:cs typeface="Times New Roman"/>
                <a:sym typeface="Times New Roman"/>
              </a:rPr>
              <a:t>2</a:t>
            </a:r>
            <a:r>
              <a:rPr lang="en-GB" sz="2600">
                <a:latin typeface="Times New Roman"/>
                <a:ea typeface="Times New Roman"/>
                <a:cs typeface="Times New Roman"/>
                <a:sym typeface="Times New Roman"/>
              </a:rPr>
              <a:t> = 5</a:t>
            </a:r>
            <a:r>
              <a:rPr baseline="30000" lang="en-GB" sz="2600">
                <a:latin typeface="Times New Roman"/>
                <a:ea typeface="Times New Roman"/>
                <a:cs typeface="Times New Roman"/>
                <a:sym typeface="Times New Roman"/>
              </a:rPr>
              <a:t>2</a:t>
            </a:r>
            <a:endParaRPr baseline="30000" sz="2600">
              <a:solidFill>
                <a:schemeClr val="accent4"/>
              </a:solidFill>
              <a:latin typeface="Times New Roman"/>
              <a:ea typeface="Times New Roman"/>
              <a:cs typeface="Times New Roman"/>
              <a:sym typeface="Times New Roman"/>
            </a:endParaRPr>
          </a:p>
        </p:txBody>
      </p:sp>
      <p:pic>
        <p:nvPicPr>
          <p:cNvPr id="2711" name="Google Shape;2711;p117"/>
          <p:cNvPicPr preferRelativeResize="0"/>
          <p:nvPr/>
        </p:nvPicPr>
        <p:blipFill>
          <a:blip r:embed="rId4">
            <a:alphaModFix/>
          </a:blip>
          <a:stretch>
            <a:fillRect/>
          </a:stretch>
        </p:blipFill>
        <p:spPr>
          <a:xfrm>
            <a:off x="1069983" y="2125094"/>
            <a:ext cx="396000" cy="419100"/>
          </a:xfrm>
          <a:prstGeom prst="rect">
            <a:avLst/>
          </a:prstGeom>
          <a:noFill/>
          <a:ln>
            <a:noFill/>
          </a:ln>
        </p:spPr>
      </p:pic>
      <p:grpSp>
        <p:nvGrpSpPr>
          <p:cNvPr id="2712" name="Google Shape;2712;p117"/>
          <p:cNvGrpSpPr/>
          <p:nvPr/>
        </p:nvGrpSpPr>
        <p:grpSpPr>
          <a:xfrm rot="10800000">
            <a:off x="354124" y="1637341"/>
            <a:ext cx="2522428" cy="1874941"/>
            <a:chOff x="4071781" y="1759652"/>
            <a:chExt cx="3562248" cy="2647848"/>
          </a:xfrm>
        </p:grpSpPr>
        <p:grpSp>
          <p:nvGrpSpPr>
            <p:cNvPr id="2713" name="Google Shape;2713;p117"/>
            <p:cNvGrpSpPr/>
            <p:nvPr/>
          </p:nvGrpSpPr>
          <p:grpSpPr>
            <a:xfrm rot="-2141293">
              <a:off x="3782901" y="2946208"/>
              <a:ext cx="4127174" cy="271165"/>
              <a:chOff x="3369600" y="3450500"/>
              <a:chExt cx="4127700" cy="271200"/>
            </a:xfrm>
          </p:grpSpPr>
          <p:sp>
            <p:nvSpPr>
              <p:cNvPr id="2714" name="Google Shape;2714;p117"/>
              <p:cNvSpPr/>
              <p:nvPr/>
            </p:nvSpPr>
            <p:spPr>
              <a:xfrm>
                <a:off x="3369600" y="3528950"/>
                <a:ext cx="4127700" cy="109200"/>
              </a:xfrm>
              <a:prstGeom prst="rect">
                <a:avLst/>
              </a:prstGeom>
              <a:solidFill>
                <a:srgbClr val="F1C232"/>
              </a:solid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15" name="Google Shape;2715;p117"/>
              <p:cNvSpPr/>
              <p:nvPr/>
            </p:nvSpPr>
            <p:spPr>
              <a:xfrm>
                <a:off x="4071781" y="3450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16" name="Google Shape;2716;p117"/>
              <p:cNvSpPr/>
              <p:nvPr/>
            </p:nvSpPr>
            <p:spPr>
              <a:xfrm>
                <a:off x="6540067" y="3450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17" name="Google Shape;2717;p117"/>
              <p:cNvSpPr/>
              <p:nvPr/>
            </p:nvSpPr>
            <p:spPr>
              <a:xfrm>
                <a:off x="5717305" y="3450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18" name="Google Shape;2718;p117"/>
              <p:cNvSpPr/>
              <p:nvPr/>
            </p:nvSpPr>
            <p:spPr>
              <a:xfrm>
                <a:off x="4894543" y="3450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2719" name="Google Shape;2719;p117"/>
            <p:cNvGrpSpPr/>
            <p:nvPr/>
          </p:nvGrpSpPr>
          <p:grpSpPr>
            <a:xfrm>
              <a:off x="7348381" y="1759652"/>
              <a:ext cx="271200" cy="2555896"/>
              <a:chOff x="7957981" y="1759652"/>
              <a:chExt cx="271200" cy="2555896"/>
            </a:xfrm>
          </p:grpSpPr>
          <p:sp>
            <p:nvSpPr>
              <p:cNvPr id="2720" name="Google Shape;2720;p117"/>
              <p:cNvSpPr/>
              <p:nvPr/>
            </p:nvSpPr>
            <p:spPr>
              <a:xfrm rot="5400000">
                <a:off x="6888775" y="3045798"/>
                <a:ext cx="2430300" cy="109200"/>
              </a:xfrm>
              <a:prstGeom prst="rect">
                <a:avLst/>
              </a:prstGeom>
              <a:solidFill>
                <a:srgbClr val="F1C232"/>
              </a:solid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21" name="Google Shape;2721;p117"/>
              <p:cNvSpPr/>
              <p:nvPr/>
            </p:nvSpPr>
            <p:spPr>
              <a:xfrm>
                <a:off x="7957981" y="1759652"/>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22" name="Google Shape;2722;p117"/>
              <p:cNvSpPr/>
              <p:nvPr/>
            </p:nvSpPr>
            <p:spPr>
              <a:xfrm>
                <a:off x="7957981" y="25615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23" name="Google Shape;2723;p117"/>
              <p:cNvSpPr/>
              <p:nvPr/>
            </p:nvSpPr>
            <p:spPr>
              <a:xfrm>
                <a:off x="7957981" y="3363348"/>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724" name="Google Shape;2724;p117"/>
            <p:cNvSpPr/>
            <p:nvPr/>
          </p:nvSpPr>
          <p:spPr>
            <a:xfrm>
              <a:off x="4204375" y="4214743"/>
              <a:ext cx="3292800" cy="109200"/>
            </a:xfrm>
            <a:prstGeom prst="rect">
              <a:avLst/>
            </a:prstGeom>
            <a:solidFill>
              <a:srgbClr val="F1C232"/>
            </a:solid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25" name="Google Shape;2725;p117"/>
            <p:cNvSpPr/>
            <p:nvPr/>
          </p:nvSpPr>
          <p:spPr>
            <a:xfrm>
              <a:off x="4071781" y="41363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26" name="Google Shape;2726;p117"/>
            <p:cNvSpPr/>
            <p:nvPr/>
          </p:nvSpPr>
          <p:spPr>
            <a:xfrm>
              <a:off x="7362829" y="41363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27" name="Google Shape;2727;p117"/>
            <p:cNvSpPr/>
            <p:nvPr/>
          </p:nvSpPr>
          <p:spPr>
            <a:xfrm>
              <a:off x="6540067" y="41363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28" name="Google Shape;2728;p117"/>
            <p:cNvSpPr/>
            <p:nvPr/>
          </p:nvSpPr>
          <p:spPr>
            <a:xfrm>
              <a:off x="5717305" y="41363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29" name="Google Shape;2729;p117"/>
            <p:cNvSpPr/>
            <p:nvPr/>
          </p:nvSpPr>
          <p:spPr>
            <a:xfrm>
              <a:off x="4894543" y="4136300"/>
              <a:ext cx="271200" cy="271200"/>
            </a:xfrm>
            <a:prstGeom prst="ellipse">
              <a:avLst/>
            </a:prstGeom>
            <a:solidFill>
              <a:srgbClr val="F1C23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730" name="Google Shape;2730;p117"/>
          <p:cNvSpPr txBox="1"/>
          <p:nvPr>
            <p:ph idx="1" type="body"/>
          </p:nvPr>
        </p:nvSpPr>
        <p:spPr>
          <a:xfrm>
            <a:off x="1684800" y="2573652"/>
            <a:ext cx="7135200" cy="1731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Why don’t you get some string and make your own 3, 4, 5 triangle to check that things are ‘right’ in your classroom or house? You don’t have to use feet, you could make a 3 inch, 4 inch, 5 inch triangle. If you do this you’ll be </a:t>
            </a:r>
            <a:r>
              <a:rPr lang="en-GB">
                <a:latin typeface="Kalam"/>
                <a:ea typeface="Kalam"/>
                <a:cs typeface="Kalam"/>
                <a:sym typeface="Kalam"/>
              </a:rPr>
              <a:t>behaving</a:t>
            </a:r>
            <a:r>
              <a:rPr lang="en-GB">
                <a:latin typeface="Kalam"/>
                <a:ea typeface="Kalam"/>
                <a:cs typeface="Kalam"/>
                <a:sym typeface="Kalam"/>
              </a:rPr>
              <a:t> like the earliest great engineers in human history!</a:t>
            </a:r>
            <a:endParaRPr>
              <a:latin typeface="Kalam"/>
              <a:ea typeface="Kalam"/>
              <a:cs typeface="Kalam"/>
              <a:sym typeface="Kalam"/>
            </a:endParaRPr>
          </a:p>
        </p:txBody>
      </p:sp>
      <p:sp>
        <p:nvSpPr>
          <p:cNvPr id="2731" name="Google Shape;2731;p117"/>
          <p:cNvSpPr txBox="1"/>
          <p:nvPr>
            <p:ph idx="1" type="body"/>
          </p:nvPr>
        </p:nvSpPr>
        <p:spPr>
          <a:xfrm>
            <a:off x="313200" y="821050"/>
            <a:ext cx="8506800" cy="6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Ancient Egyptian engineers (and many since!) used 3, 4, 5 triangles because this the smallest triplet, therefore the most efficient to make.</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5" name="Shape 2735"/>
        <p:cNvGrpSpPr/>
        <p:nvPr/>
      </p:nvGrpSpPr>
      <p:grpSpPr>
        <a:xfrm>
          <a:off x="0" y="0"/>
          <a:ext cx="0" cy="0"/>
          <a:chOff x="0" y="0"/>
          <a:chExt cx="0" cy="0"/>
        </a:xfrm>
      </p:grpSpPr>
      <p:sp>
        <p:nvSpPr>
          <p:cNvPr id="2736" name="Google Shape;2736;p118"/>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Show whether each of these walls is upright.</a:t>
            </a:r>
            <a:endParaRPr/>
          </a:p>
        </p:txBody>
      </p:sp>
      <p:sp>
        <p:nvSpPr>
          <p:cNvPr id="2737" name="Google Shape;2737;p11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Other applications of maths</a:t>
            </a:r>
            <a:endParaRPr/>
          </a:p>
        </p:txBody>
      </p:sp>
      <p:sp>
        <p:nvSpPr>
          <p:cNvPr id="2738" name="Google Shape;2738;p118"/>
          <p:cNvSpPr txBox="1"/>
          <p:nvPr>
            <p:ph idx="1" type="body"/>
          </p:nvPr>
        </p:nvSpPr>
        <p:spPr>
          <a:xfrm>
            <a:off x="324000" y="1292700"/>
            <a:ext cx="35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a:t>
            </a:r>
            <a:r>
              <a:rPr lang="en-GB"/>
              <a:t>)</a:t>
            </a:r>
            <a:endParaRPr/>
          </a:p>
        </p:txBody>
      </p:sp>
      <p:sp>
        <p:nvSpPr>
          <p:cNvPr id="2739" name="Google Shape;2739;p118"/>
          <p:cNvSpPr txBox="1"/>
          <p:nvPr>
            <p:ph idx="1" type="body"/>
          </p:nvPr>
        </p:nvSpPr>
        <p:spPr>
          <a:xfrm>
            <a:off x="3143400" y="1292700"/>
            <a:ext cx="35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b</a:t>
            </a:r>
            <a:r>
              <a:rPr lang="en-GB"/>
              <a:t>)</a:t>
            </a:r>
            <a:endParaRPr/>
          </a:p>
        </p:txBody>
      </p:sp>
      <p:sp>
        <p:nvSpPr>
          <p:cNvPr id="2740" name="Google Shape;2740;p118"/>
          <p:cNvSpPr txBox="1"/>
          <p:nvPr>
            <p:ph idx="1" type="body"/>
          </p:nvPr>
        </p:nvSpPr>
        <p:spPr>
          <a:xfrm>
            <a:off x="6343800" y="1292700"/>
            <a:ext cx="35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a:t>
            </a:r>
            <a:r>
              <a:rPr lang="en-GB"/>
              <a:t>)</a:t>
            </a:r>
            <a:endParaRPr/>
          </a:p>
        </p:txBody>
      </p:sp>
      <p:cxnSp>
        <p:nvCxnSpPr>
          <p:cNvPr id="2741" name="Google Shape;2741;p118"/>
          <p:cNvCxnSpPr/>
          <p:nvPr/>
        </p:nvCxnSpPr>
        <p:spPr>
          <a:xfrm>
            <a:off x="324001" y="4338350"/>
            <a:ext cx="2681100" cy="0"/>
          </a:xfrm>
          <a:prstGeom prst="straightConnector1">
            <a:avLst/>
          </a:prstGeom>
          <a:noFill/>
          <a:ln cap="flat" cmpd="sng" w="38100">
            <a:solidFill>
              <a:schemeClr val="dk1"/>
            </a:solidFill>
            <a:prstDash val="solid"/>
            <a:round/>
            <a:headEnd len="med" w="med" type="none"/>
            <a:tailEnd len="med" w="med" type="none"/>
          </a:ln>
        </p:spPr>
      </p:cxnSp>
      <p:sp>
        <p:nvSpPr>
          <p:cNvPr id="2742" name="Google Shape;2742;p118"/>
          <p:cNvSpPr/>
          <p:nvPr/>
        </p:nvSpPr>
        <p:spPr>
          <a:xfrm>
            <a:off x="807374" y="4157888"/>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43" name="Google Shape;2743;p118"/>
          <p:cNvSpPr/>
          <p:nvPr/>
        </p:nvSpPr>
        <p:spPr>
          <a:xfrm>
            <a:off x="807374" y="3993738"/>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44" name="Google Shape;2744;p118"/>
          <p:cNvSpPr/>
          <p:nvPr/>
        </p:nvSpPr>
        <p:spPr>
          <a:xfrm>
            <a:off x="807374" y="382958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45" name="Google Shape;2745;p118"/>
          <p:cNvSpPr/>
          <p:nvPr/>
        </p:nvSpPr>
        <p:spPr>
          <a:xfrm>
            <a:off x="807374" y="366700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46" name="Google Shape;2746;p118"/>
          <p:cNvSpPr/>
          <p:nvPr/>
        </p:nvSpPr>
        <p:spPr>
          <a:xfrm>
            <a:off x="807374" y="350858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47" name="Google Shape;2747;p118"/>
          <p:cNvSpPr/>
          <p:nvPr/>
        </p:nvSpPr>
        <p:spPr>
          <a:xfrm>
            <a:off x="807374" y="334073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748" name="Google Shape;2748;p118"/>
          <p:cNvGrpSpPr/>
          <p:nvPr/>
        </p:nvGrpSpPr>
        <p:grpSpPr>
          <a:xfrm rot="3700061">
            <a:off x="755078" y="3135576"/>
            <a:ext cx="2345911" cy="418362"/>
            <a:chOff x="477525" y="1337228"/>
            <a:chExt cx="8296079" cy="1479494"/>
          </a:xfrm>
        </p:grpSpPr>
        <p:pic>
          <p:nvPicPr>
            <p:cNvPr id="2749" name="Google Shape;2749;p118"/>
            <p:cNvPicPr preferRelativeResize="0"/>
            <p:nvPr/>
          </p:nvPicPr>
          <p:blipFill>
            <a:blip r:embed="rId3">
              <a:alphaModFix/>
            </a:blip>
            <a:stretch>
              <a:fillRect/>
            </a:stretch>
          </p:blipFill>
          <p:spPr>
            <a:xfrm rot="-536226">
              <a:off x="7094229" y="1466080"/>
              <a:ext cx="1674688" cy="180720"/>
            </a:xfrm>
            <a:prstGeom prst="rect">
              <a:avLst/>
            </a:prstGeom>
            <a:noFill/>
            <a:ln>
              <a:noFill/>
            </a:ln>
          </p:spPr>
        </p:pic>
        <p:pic>
          <p:nvPicPr>
            <p:cNvPr id="2750" name="Google Shape;2750;p118"/>
            <p:cNvPicPr preferRelativeResize="0"/>
            <p:nvPr/>
          </p:nvPicPr>
          <p:blipFill>
            <a:blip r:embed="rId3">
              <a:alphaModFix/>
            </a:blip>
            <a:stretch>
              <a:fillRect/>
            </a:stretch>
          </p:blipFill>
          <p:spPr>
            <a:xfrm rot="-536226">
              <a:off x="5446725" y="1723576"/>
              <a:ext cx="1674688" cy="180720"/>
            </a:xfrm>
            <a:prstGeom prst="rect">
              <a:avLst/>
            </a:prstGeom>
            <a:noFill/>
            <a:ln>
              <a:noFill/>
            </a:ln>
          </p:spPr>
        </p:pic>
        <p:pic>
          <p:nvPicPr>
            <p:cNvPr id="2751" name="Google Shape;2751;p118"/>
            <p:cNvPicPr preferRelativeResize="0"/>
            <p:nvPr/>
          </p:nvPicPr>
          <p:blipFill>
            <a:blip r:embed="rId3">
              <a:alphaModFix/>
            </a:blip>
            <a:stretch>
              <a:fillRect/>
            </a:stretch>
          </p:blipFill>
          <p:spPr>
            <a:xfrm rot="-536226">
              <a:off x="3794028" y="1987097"/>
              <a:ext cx="1674688" cy="180720"/>
            </a:xfrm>
            <a:prstGeom prst="rect">
              <a:avLst/>
            </a:prstGeom>
            <a:noFill/>
            <a:ln>
              <a:noFill/>
            </a:ln>
          </p:spPr>
        </p:pic>
        <p:sp>
          <p:nvSpPr>
            <p:cNvPr id="2752" name="Google Shape;2752;p118"/>
            <p:cNvSpPr/>
            <p:nvPr/>
          </p:nvSpPr>
          <p:spPr>
            <a:xfrm>
              <a:off x="5417734" y="1899810"/>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53" name="Google Shape;2753;p118"/>
            <p:cNvSpPr/>
            <p:nvPr/>
          </p:nvSpPr>
          <p:spPr>
            <a:xfrm>
              <a:off x="7079275" y="1636289"/>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2754" name="Google Shape;2754;p118"/>
            <p:cNvPicPr preferRelativeResize="0"/>
            <p:nvPr/>
          </p:nvPicPr>
          <p:blipFill>
            <a:blip r:embed="rId3">
              <a:alphaModFix/>
            </a:blip>
            <a:stretch>
              <a:fillRect/>
            </a:stretch>
          </p:blipFill>
          <p:spPr>
            <a:xfrm rot="-536226">
              <a:off x="2134910" y="2243629"/>
              <a:ext cx="1674688" cy="180720"/>
            </a:xfrm>
            <a:prstGeom prst="rect">
              <a:avLst/>
            </a:prstGeom>
            <a:noFill/>
            <a:ln>
              <a:noFill/>
            </a:ln>
          </p:spPr>
        </p:pic>
        <p:pic>
          <p:nvPicPr>
            <p:cNvPr id="2755" name="Google Shape;2755;p118"/>
            <p:cNvPicPr preferRelativeResize="0"/>
            <p:nvPr/>
          </p:nvPicPr>
          <p:blipFill>
            <a:blip r:embed="rId3">
              <a:alphaModFix/>
            </a:blip>
            <a:stretch>
              <a:fillRect/>
            </a:stretch>
          </p:blipFill>
          <p:spPr>
            <a:xfrm rot="-536226">
              <a:off x="482213" y="2507149"/>
              <a:ext cx="1674688" cy="180720"/>
            </a:xfrm>
            <a:prstGeom prst="rect">
              <a:avLst/>
            </a:prstGeom>
            <a:noFill/>
            <a:ln>
              <a:noFill/>
            </a:ln>
          </p:spPr>
        </p:pic>
        <p:sp>
          <p:nvSpPr>
            <p:cNvPr id="2756" name="Google Shape;2756;p118"/>
            <p:cNvSpPr/>
            <p:nvPr/>
          </p:nvSpPr>
          <p:spPr>
            <a:xfrm>
              <a:off x="2105919" y="2419863"/>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57" name="Google Shape;2757;p118"/>
            <p:cNvSpPr/>
            <p:nvPr/>
          </p:nvSpPr>
          <p:spPr>
            <a:xfrm>
              <a:off x="3767460" y="2156342"/>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2758" name="Google Shape;2758;p118"/>
          <p:cNvCxnSpPr/>
          <p:nvPr/>
        </p:nvCxnSpPr>
        <p:spPr>
          <a:xfrm rot="10800000">
            <a:off x="1194431" y="4467502"/>
            <a:ext cx="1481700" cy="0"/>
          </a:xfrm>
          <a:prstGeom prst="straightConnector1">
            <a:avLst/>
          </a:prstGeom>
          <a:noFill/>
          <a:ln cap="flat" cmpd="sng" w="28575">
            <a:solidFill>
              <a:schemeClr val="dk1"/>
            </a:solidFill>
            <a:prstDash val="solid"/>
            <a:round/>
            <a:headEnd len="med" w="med" type="triangle"/>
            <a:tailEnd len="med" w="med" type="triangle"/>
          </a:ln>
        </p:spPr>
      </p:cxnSp>
      <p:cxnSp>
        <p:nvCxnSpPr>
          <p:cNvPr id="2759" name="Google Shape;2759;p118"/>
          <p:cNvCxnSpPr/>
          <p:nvPr/>
        </p:nvCxnSpPr>
        <p:spPr>
          <a:xfrm flipH="1" rot="10800000">
            <a:off x="716269" y="2353975"/>
            <a:ext cx="2100" cy="1947600"/>
          </a:xfrm>
          <a:prstGeom prst="straightConnector1">
            <a:avLst/>
          </a:prstGeom>
          <a:noFill/>
          <a:ln cap="flat" cmpd="sng" w="28575">
            <a:solidFill>
              <a:schemeClr val="dk1"/>
            </a:solidFill>
            <a:prstDash val="solid"/>
            <a:round/>
            <a:headEnd len="med" w="med" type="triangle"/>
            <a:tailEnd len="med" w="med" type="triangle"/>
          </a:ln>
        </p:spPr>
      </p:cxnSp>
      <p:sp>
        <p:nvSpPr>
          <p:cNvPr id="2760" name="Google Shape;2760;p118"/>
          <p:cNvSpPr txBox="1"/>
          <p:nvPr>
            <p:ph idx="4294967295" type="body"/>
          </p:nvPr>
        </p:nvSpPr>
        <p:spPr>
          <a:xfrm>
            <a:off x="333829" y="3133177"/>
            <a:ext cx="426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4</a:t>
            </a:r>
            <a:r>
              <a:rPr lang="en-GB" sz="2000">
                <a:latin typeface="Times New Roman"/>
                <a:ea typeface="Times New Roman"/>
                <a:cs typeface="Times New Roman"/>
                <a:sym typeface="Times New Roman"/>
              </a:rPr>
              <a:t> ft</a:t>
            </a:r>
            <a:endParaRPr baseline="30000" sz="2000">
              <a:solidFill>
                <a:schemeClr val="accent4"/>
              </a:solidFill>
              <a:latin typeface="Times New Roman"/>
              <a:ea typeface="Times New Roman"/>
              <a:cs typeface="Times New Roman"/>
              <a:sym typeface="Times New Roman"/>
            </a:endParaRPr>
          </a:p>
        </p:txBody>
      </p:sp>
      <p:sp>
        <p:nvSpPr>
          <p:cNvPr id="2761" name="Google Shape;2761;p118"/>
          <p:cNvSpPr txBox="1"/>
          <p:nvPr>
            <p:ph idx="4294967295" type="body"/>
          </p:nvPr>
        </p:nvSpPr>
        <p:spPr>
          <a:xfrm>
            <a:off x="1930080" y="2980185"/>
            <a:ext cx="426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5</a:t>
            </a:r>
            <a:r>
              <a:rPr lang="en-GB">
                <a:latin typeface="Times New Roman"/>
                <a:ea typeface="Times New Roman"/>
                <a:cs typeface="Times New Roman"/>
                <a:sym typeface="Times New Roman"/>
              </a:rPr>
              <a:t> ft</a:t>
            </a:r>
            <a:endParaRPr baseline="30000">
              <a:solidFill>
                <a:schemeClr val="accent4"/>
              </a:solidFill>
              <a:latin typeface="Times New Roman"/>
              <a:ea typeface="Times New Roman"/>
              <a:cs typeface="Times New Roman"/>
              <a:sym typeface="Times New Roman"/>
            </a:endParaRPr>
          </a:p>
        </p:txBody>
      </p:sp>
      <p:sp>
        <p:nvSpPr>
          <p:cNvPr id="2762" name="Google Shape;2762;p118"/>
          <p:cNvSpPr/>
          <p:nvPr/>
        </p:nvSpPr>
        <p:spPr>
          <a:xfrm>
            <a:off x="807374" y="316679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63" name="Google Shape;2763;p118"/>
          <p:cNvSpPr/>
          <p:nvPr/>
        </p:nvSpPr>
        <p:spPr>
          <a:xfrm>
            <a:off x="807374" y="300264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64" name="Google Shape;2764;p118"/>
          <p:cNvSpPr/>
          <p:nvPr/>
        </p:nvSpPr>
        <p:spPr>
          <a:xfrm>
            <a:off x="807374" y="283849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65" name="Google Shape;2765;p118"/>
          <p:cNvSpPr/>
          <p:nvPr/>
        </p:nvSpPr>
        <p:spPr>
          <a:xfrm>
            <a:off x="807374" y="267591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66" name="Google Shape;2766;p118"/>
          <p:cNvSpPr/>
          <p:nvPr/>
        </p:nvSpPr>
        <p:spPr>
          <a:xfrm>
            <a:off x="807374" y="251749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67" name="Google Shape;2767;p118"/>
          <p:cNvSpPr/>
          <p:nvPr/>
        </p:nvSpPr>
        <p:spPr>
          <a:xfrm>
            <a:off x="807374" y="234964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68" name="Google Shape;2768;p118"/>
          <p:cNvSpPr/>
          <p:nvPr/>
        </p:nvSpPr>
        <p:spPr>
          <a:xfrm>
            <a:off x="807374" y="218730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69" name="Google Shape;2769;p118"/>
          <p:cNvSpPr/>
          <p:nvPr/>
        </p:nvSpPr>
        <p:spPr>
          <a:xfrm>
            <a:off x="807374" y="202315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70" name="Google Shape;2770;p118"/>
          <p:cNvSpPr/>
          <p:nvPr/>
        </p:nvSpPr>
        <p:spPr>
          <a:xfrm>
            <a:off x="807374" y="186057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71" name="Google Shape;2771;p118"/>
          <p:cNvSpPr/>
          <p:nvPr/>
        </p:nvSpPr>
        <p:spPr>
          <a:xfrm>
            <a:off x="807374" y="170215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72" name="Google Shape;2772;p118"/>
          <p:cNvSpPr/>
          <p:nvPr/>
        </p:nvSpPr>
        <p:spPr>
          <a:xfrm>
            <a:off x="807374" y="153430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73" name="Google Shape;2773;p118"/>
          <p:cNvSpPr txBox="1"/>
          <p:nvPr>
            <p:ph idx="4294967295" type="body"/>
          </p:nvPr>
        </p:nvSpPr>
        <p:spPr>
          <a:xfrm>
            <a:off x="1711957" y="4471921"/>
            <a:ext cx="426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3</a:t>
            </a:r>
            <a:r>
              <a:rPr lang="en-GB" sz="2000">
                <a:latin typeface="Times New Roman"/>
                <a:ea typeface="Times New Roman"/>
                <a:cs typeface="Times New Roman"/>
                <a:sym typeface="Times New Roman"/>
              </a:rPr>
              <a:t> ft</a:t>
            </a:r>
            <a:endParaRPr baseline="30000" sz="2000">
              <a:solidFill>
                <a:schemeClr val="accent4"/>
              </a:solidFill>
              <a:latin typeface="Times New Roman"/>
              <a:ea typeface="Times New Roman"/>
              <a:cs typeface="Times New Roman"/>
              <a:sym typeface="Times New Roman"/>
            </a:endParaRPr>
          </a:p>
        </p:txBody>
      </p:sp>
      <p:sp>
        <p:nvSpPr>
          <p:cNvPr id="2774" name="Google Shape;2774;p118"/>
          <p:cNvSpPr/>
          <p:nvPr/>
        </p:nvSpPr>
        <p:spPr>
          <a:xfrm>
            <a:off x="5118970" y="3750482"/>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75" name="Google Shape;2775;p118"/>
          <p:cNvSpPr/>
          <p:nvPr/>
        </p:nvSpPr>
        <p:spPr>
          <a:xfrm>
            <a:off x="5118970" y="3601134"/>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76" name="Google Shape;2776;p118"/>
          <p:cNvSpPr/>
          <p:nvPr/>
        </p:nvSpPr>
        <p:spPr>
          <a:xfrm>
            <a:off x="5118970" y="3451787"/>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77" name="Google Shape;2777;p118"/>
          <p:cNvSpPr/>
          <p:nvPr/>
        </p:nvSpPr>
        <p:spPr>
          <a:xfrm>
            <a:off x="5118970" y="3303868"/>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78" name="Google Shape;2778;p118"/>
          <p:cNvSpPr/>
          <p:nvPr/>
        </p:nvSpPr>
        <p:spPr>
          <a:xfrm>
            <a:off x="5118970" y="3159734"/>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79" name="Google Shape;2779;p118"/>
          <p:cNvSpPr/>
          <p:nvPr/>
        </p:nvSpPr>
        <p:spPr>
          <a:xfrm>
            <a:off x="5118970" y="3007021"/>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80" name="Google Shape;2780;p118"/>
          <p:cNvSpPr/>
          <p:nvPr/>
        </p:nvSpPr>
        <p:spPr>
          <a:xfrm>
            <a:off x="5118970" y="2848767"/>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81" name="Google Shape;2781;p118"/>
          <p:cNvSpPr/>
          <p:nvPr/>
        </p:nvSpPr>
        <p:spPr>
          <a:xfrm>
            <a:off x="5118970" y="2699419"/>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82" name="Google Shape;2782;p118"/>
          <p:cNvSpPr/>
          <p:nvPr/>
        </p:nvSpPr>
        <p:spPr>
          <a:xfrm>
            <a:off x="5118970" y="2550072"/>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83" name="Google Shape;2783;p118"/>
          <p:cNvSpPr/>
          <p:nvPr/>
        </p:nvSpPr>
        <p:spPr>
          <a:xfrm>
            <a:off x="5118970" y="2402153"/>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84" name="Google Shape;2784;p118"/>
          <p:cNvSpPr/>
          <p:nvPr/>
        </p:nvSpPr>
        <p:spPr>
          <a:xfrm>
            <a:off x="5118970" y="2258019"/>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85" name="Google Shape;2785;p118"/>
          <p:cNvSpPr/>
          <p:nvPr/>
        </p:nvSpPr>
        <p:spPr>
          <a:xfrm>
            <a:off x="5118970" y="2105306"/>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86" name="Google Shape;2786;p118"/>
          <p:cNvSpPr/>
          <p:nvPr/>
        </p:nvSpPr>
        <p:spPr>
          <a:xfrm>
            <a:off x="5118970" y="1957606"/>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87" name="Google Shape;2787;p118"/>
          <p:cNvSpPr/>
          <p:nvPr/>
        </p:nvSpPr>
        <p:spPr>
          <a:xfrm>
            <a:off x="5118970" y="1808259"/>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88" name="Google Shape;2788;p118"/>
          <p:cNvSpPr/>
          <p:nvPr/>
        </p:nvSpPr>
        <p:spPr>
          <a:xfrm>
            <a:off x="5118970" y="1660340"/>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89" name="Google Shape;2789;p118"/>
          <p:cNvSpPr/>
          <p:nvPr/>
        </p:nvSpPr>
        <p:spPr>
          <a:xfrm>
            <a:off x="5118970" y="1516206"/>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90" name="Google Shape;2790;p118"/>
          <p:cNvSpPr/>
          <p:nvPr/>
        </p:nvSpPr>
        <p:spPr>
          <a:xfrm>
            <a:off x="5118970" y="1363493"/>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91" name="Google Shape;2791;p118"/>
          <p:cNvSpPr/>
          <p:nvPr/>
        </p:nvSpPr>
        <p:spPr>
          <a:xfrm>
            <a:off x="7908423" y="4157888"/>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92" name="Google Shape;2792;p118"/>
          <p:cNvSpPr/>
          <p:nvPr/>
        </p:nvSpPr>
        <p:spPr>
          <a:xfrm>
            <a:off x="7908423" y="3993738"/>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93" name="Google Shape;2793;p118"/>
          <p:cNvSpPr/>
          <p:nvPr/>
        </p:nvSpPr>
        <p:spPr>
          <a:xfrm>
            <a:off x="7908423" y="382958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94" name="Google Shape;2794;p118"/>
          <p:cNvSpPr/>
          <p:nvPr/>
        </p:nvSpPr>
        <p:spPr>
          <a:xfrm>
            <a:off x="7908423" y="366700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95" name="Google Shape;2795;p118"/>
          <p:cNvSpPr/>
          <p:nvPr/>
        </p:nvSpPr>
        <p:spPr>
          <a:xfrm>
            <a:off x="7908423" y="350858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96" name="Google Shape;2796;p118"/>
          <p:cNvSpPr/>
          <p:nvPr/>
        </p:nvSpPr>
        <p:spPr>
          <a:xfrm>
            <a:off x="7908423" y="334073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97" name="Google Shape;2797;p118"/>
          <p:cNvSpPr/>
          <p:nvPr/>
        </p:nvSpPr>
        <p:spPr>
          <a:xfrm>
            <a:off x="7908423" y="316679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98" name="Google Shape;2798;p118"/>
          <p:cNvSpPr/>
          <p:nvPr/>
        </p:nvSpPr>
        <p:spPr>
          <a:xfrm>
            <a:off x="7908423" y="300264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99" name="Google Shape;2799;p118"/>
          <p:cNvSpPr/>
          <p:nvPr/>
        </p:nvSpPr>
        <p:spPr>
          <a:xfrm>
            <a:off x="7908423" y="283849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00" name="Google Shape;2800;p118"/>
          <p:cNvSpPr/>
          <p:nvPr/>
        </p:nvSpPr>
        <p:spPr>
          <a:xfrm>
            <a:off x="7908423" y="267591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01" name="Google Shape;2801;p118"/>
          <p:cNvSpPr/>
          <p:nvPr/>
        </p:nvSpPr>
        <p:spPr>
          <a:xfrm>
            <a:off x="7908423" y="251749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02" name="Google Shape;2802;p118"/>
          <p:cNvSpPr/>
          <p:nvPr/>
        </p:nvSpPr>
        <p:spPr>
          <a:xfrm>
            <a:off x="7908423" y="234964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03" name="Google Shape;2803;p118"/>
          <p:cNvSpPr/>
          <p:nvPr/>
        </p:nvSpPr>
        <p:spPr>
          <a:xfrm>
            <a:off x="7908423" y="218730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804" name="Google Shape;2804;p118"/>
          <p:cNvCxnSpPr/>
          <p:nvPr/>
        </p:nvCxnSpPr>
        <p:spPr>
          <a:xfrm rot="10800000">
            <a:off x="3511788" y="4032173"/>
            <a:ext cx="1596900" cy="0"/>
          </a:xfrm>
          <a:prstGeom prst="straightConnector1">
            <a:avLst/>
          </a:prstGeom>
          <a:noFill/>
          <a:ln cap="flat" cmpd="sng" w="28575">
            <a:solidFill>
              <a:schemeClr val="dk1"/>
            </a:solidFill>
            <a:prstDash val="solid"/>
            <a:round/>
            <a:headEnd len="med" w="med" type="triangle"/>
            <a:tailEnd len="med" w="med" type="triangle"/>
          </a:ln>
        </p:spPr>
      </p:cxnSp>
      <p:sp>
        <p:nvSpPr>
          <p:cNvPr id="2805" name="Google Shape;2805;p118"/>
          <p:cNvSpPr txBox="1"/>
          <p:nvPr>
            <p:ph idx="4294967295" type="body"/>
          </p:nvPr>
        </p:nvSpPr>
        <p:spPr>
          <a:xfrm>
            <a:off x="4046177" y="4036200"/>
            <a:ext cx="777900" cy="291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30 cm</a:t>
            </a:r>
            <a:endParaRPr baseline="30000" sz="2000">
              <a:solidFill>
                <a:schemeClr val="accent4"/>
              </a:solidFill>
              <a:latin typeface="Times New Roman"/>
              <a:ea typeface="Times New Roman"/>
              <a:cs typeface="Times New Roman"/>
              <a:sym typeface="Times New Roman"/>
            </a:endParaRPr>
          </a:p>
        </p:txBody>
      </p:sp>
      <p:cxnSp>
        <p:nvCxnSpPr>
          <p:cNvPr id="2806" name="Google Shape;2806;p118"/>
          <p:cNvCxnSpPr/>
          <p:nvPr/>
        </p:nvCxnSpPr>
        <p:spPr>
          <a:xfrm flipH="1" rot="10800000">
            <a:off x="5543490" y="1667511"/>
            <a:ext cx="1800" cy="2213700"/>
          </a:xfrm>
          <a:prstGeom prst="straightConnector1">
            <a:avLst/>
          </a:prstGeom>
          <a:noFill/>
          <a:ln cap="flat" cmpd="sng" w="28575">
            <a:solidFill>
              <a:schemeClr val="dk1"/>
            </a:solidFill>
            <a:prstDash val="solid"/>
            <a:round/>
            <a:headEnd len="med" w="med" type="triangle"/>
            <a:tailEnd len="med" w="med" type="triangle"/>
          </a:ln>
        </p:spPr>
      </p:cxnSp>
      <p:sp>
        <p:nvSpPr>
          <p:cNvPr id="2807" name="Google Shape;2807;p118"/>
          <p:cNvSpPr txBox="1"/>
          <p:nvPr>
            <p:ph idx="4294967295" type="body"/>
          </p:nvPr>
        </p:nvSpPr>
        <p:spPr>
          <a:xfrm>
            <a:off x="5611500" y="2580300"/>
            <a:ext cx="687900" cy="291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40</a:t>
            </a:r>
            <a:r>
              <a:rPr lang="en-GB" sz="2000">
                <a:latin typeface="Times New Roman"/>
                <a:ea typeface="Times New Roman"/>
                <a:cs typeface="Times New Roman"/>
                <a:sym typeface="Times New Roman"/>
              </a:rPr>
              <a:t> cm</a:t>
            </a:r>
            <a:endParaRPr baseline="30000" sz="2000">
              <a:solidFill>
                <a:schemeClr val="accent4"/>
              </a:solidFill>
              <a:latin typeface="Times New Roman"/>
              <a:ea typeface="Times New Roman"/>
              <a:cs typeface="Times New Roman"/>
              <a:sym typeface="Times New Roman"/>
            </a:endParaRPr>
          </a:p>
        </p:txBody>
      </p:sp>
      <p:cxnSp>
        <p:nvCxnSpPr>
          <p:cNvPr id="2808" name="Google Shape;2808;p118"/>
          <p:cNvCxnSpPr/>
          <p:nvPr/>
        </p:nvCxnSpPr>
        <p:spPr>
          <a:xfrm flipH="1" rot="10800000">
            <a:off x="6807573" y="1530196"/>
            <a:ext cx="1069500" cy="2771400"/>
          </a:xfrm>
          <a:prstGeom prst="straightConnector1">
            <a:avLst/>
          </a:prstGeom>
          <a:noFill/>
          <a:ln cap="flat" cmpd="sng" w="28575">
            <a:solidFill>
              <a:schemeClr val="dk1"/>
            </a:solidFill>
            <a:prstDash val="solid"/>
            <a:round/>
            <a:headEnd len="med" w="med" type="triangle"/>
            <a:tailEnd len="med" w="med" type="triangle"/>
          </a:ln>
        </p:spPr>
      </p:cxnSp>
      <p:cxnSp>
        <p:nvCxnSpPr>
          <p:cNvPr id="2809" name="Google Shape;2809;p118"/>
          <p:cNvCxnSpPr/>
          <p:nvPr/>
        </p:nvCxnSpPr>
        <p:spPr>
          <a:xfrm flipH="1">
            <a:off x="3511616" y="1683812"/>
            <a:ext cx="1586700" cy="2217000"/>
          </a:xfrm>
          <a:prstGeom prst="straightConnector1">
            <a:avLst/>
          </a:prstGeom>
          <a:noFill/>
          <a:ln cap="flat" cmpd="sng" w="28575">
            <a:solidFill>
              <a:schemeClr val="dk1"/>
            </a:solidFill>
            <a:prstDash val="solid"/>
            <a:round/>
            <a:headEnd len="med" w="med" type="triangle"/>
            <a:tailEnd len="med" w="med" type="triangle"/>
          </a:ln>
        </p:spPr>
      </p:cxnSp>
      <p:sp>
        <p:nvSpPr>
          <p:cNvPr id="2810" name="Google Shape;2810;p118"/>
          <p:cNvSpPr txBox="1"/>
          <p:nvPr>
            <p:ph idx="4294967295" type="body"/>
          </p:nvPr>
        </p:nvSpPr>
        <p:spPr>
          <a:xfrm>
            <a:off x="3698702" y="2389075"/>
            <a:ext cx="687900" cy="291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5</a:t>
            </a:r>
            <a:r>
              <a:rPr lang="en-GB" sz="2000">
                <a:latin typeface="Times New Roman"/>
                <a:ea typeface="Times New Roman"/>
                <a:cs typeface="Times New Roman"/>
                <a:sym typeface="Times New Roman"/>
              </a:rPr>
              <a:t>0 cm</a:t>
            </a:r>
            <a:endParaRPr baseline="30000" sz="2000">
              <a:solidFill>
                <a:schemeClr val="accent4"/>
              </a:solidFill>
              <a:latin typeface="Times New Roman"/>
              <a:ea typeface="Times New Roman"/>
              <a:cs typeface="Times New Roman"/>
              <a:sym typeface="Times New Roman"/>
            </a:endParaRPr>
          </a:p>
        </p:txBody>
      </p:sp>
      <p:cxnSp>
        <p:nvCxnSpPr>
          <p:cNvPr id="2811" name="Google Shape;2811;p118"/>
          <p:cNvCxnSpPr/>
          <p:nvPr/>
        </p:nvCxnSpPr>
        <p:spPr>
          <a:xfrm flipH="1" rot="10800000">
            <a:off x="8378977" y="1514875"/>
            <a:ext cx="2100" cy="2786700"/>
          </a:xfrm>
          <a:prstGeom prst="straightConnector1">
            <a:avLst/>
          </a:prstGeom>
          <a:noFill/>
          <a:ln cap="flat" cmpd="sng" w="28575">
            <a:solidFill>
              <a:schemeClr val="dk1"/>
            </a:solidFill>
            <a:prstDash val="solid"/>
            <a:round/>
            <a:headEnd len="med" w="med" type="triangle"/>
            <a:tailEnd len="med" w="med" type="triangle"/>
          </a:ln>
        </p:spPr>
      </p:cxnSp>
      <p:cxnSp>
        <p:nvCxnSpPr>
          <p:cNvPr id="2812" name="Google Shape;2812;p118"/>
          <p:cNvCxnSpPr/>
          <p:nvPr/>
        </p:nvCxnSpPr>
        <p:spPr>
          <a:xfrm rot="10800000">
            <a:off x="6819575" y="4467500"/>
            <a:ext cx="1092000" cy="0"/>
          </a:xfrm>
          <a:prstGeom prst="straightConnector1">
            <a:avLst/>
          </a:prstGeom>
          <a:noFill/>
          <a:ln cap="flat" cmpd="sng" w="28575">
            <a:solidFill>
              <a:schemeClr val="dk1"/>
            </a:solidFill>
            <a:prstDash val="solid"/>
            <a:round/>
            <a:headEnd len="med" w="med" type="triangle"/>
            <a:tailEnd len="med" w="med" type="triangle"/>
          </a:ln>
        </p:spPr>
      </p:cxnSp>
      <p:sp>
        <p:nvSpPr>
          <p:cNvPr id="2813" name="Google Shape;2813;p118"/>
          <p:cNvSpPr txBox="1"/>
          <p:nvPr>
            <p:ph idx="4294967295" type="body"/>
          </p:nvPr>
        </p:nvSpPr>
        <p:spPr>
          <a:xfrm>
            <a:off x="7124722" y="4471925"/>
            <a:ext cx="5511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5</a:t>
            </a:r>
            <a:r>
              <a:rPr lang="en-GB" sz="2000">
                <a:latin typeface="Times New Roman"/>
                <a:ea typeface="Times New Roman"/>
                <a:cs typeface="Times New Roman"/>
                <a:sym typeface="Times New Roman"/>
              </a:rPr>
              <a:t> yd</a:t>
            </a:r>
            <a:endParaRPr baseline="30000" sz="2000">
              <a:solidFill>
                <a:schemeClr val="accent4"/>
              </a:solidFill>
              <a:latin typeface="Times New Roman"/>
              <a:ea typeface="Times New Roman"/>
              <a:cs typeface="Times New Roman"/>
              <a:sym typeface="Times New Roman"/>
            </a:endParaRPr>
          </a:p>
        </p:txBody>
      </p:sp>
      <p:sp>
        <p:nvSpPr>
          <p:cNvPr id="2814" name="Google Shape;2814;p118"/>
          <p:cNvSpPr txBox="1"/>
          <p:nvPr>
            <p:ph idx="4294967295" type="body"/>
          </p:nvPr>
        </p:nvSpPr>
        <p:spPr>
          <a:xfrm>
            <a:off x="8467426" y="2719325"/>
            <a:ext cx="6879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12</a:t>
            </a:r>
            <a:r>
              <a:rPr lang="en-GB" sz="2000">
                <a:latin typeface="Times New Roman"/>
                <a:ea typeface="Times New Roman"/>
                <a:cs typeface="Times New Roman"/>
                <a:sym typeface="Times New Roman"/>
              </a:rPr>
              <a:t> yd</a:t>
            </a:r>
            <a:endParaRPr baseline="30000" sz="2000">
              <a:solidFill>
                <a:schemeClr val="accent4"/>
              </a:solidFill>
              <a:latin typeface="Times New Roman"/>
              <a:ea typeface="Times New Roman"/>
              <a:cs typeface="Times New Roman"/>
              <a:sym typeface="Times New Roman"/>
            </a:endParaRPr>
          </a:p>
        </p:txBody>
      </p:sp>
      <p:cxnSp>
        <p:nvCxnSpPr>
          <p:cNvPr id="2815" name="Google Shape;2815;p118"/>
          <p:cNvCxnSpPr/>
          <p:nvPr/>
        </p:nvCxnSpPr>
        <p:spPr>
          <a:xfrm>
            <a:off x="3298896" y="3914670"/>
            <a:ext cx="2439300" cy="0"/>
          </a:xfrm>
          <a:prstGeom prst="straightConnector1">
            <a:avLst/>
          </a:prstGeom>
          <a:noFill/>
          <a:ln cap="flat" cmpd="sng" w="38100">
            <a:solidFill>
              <a:schemeClr val="dk1"/>
            </a:solidFill>
            <a:prstDash val="solid"/>
            <a:round/>
            <a:headEnd len="med" w="med" type="none"/>
            <a:tailEnd len="med" w="med" type="none"/>
          </a:ln>
        </p:spPr>
      </p:cxnSp>
      <p:cxnSp>
        <p:nvCxnSpPr>
          <p:cNvPr id="2816" name="Google Shape;2816;p118"/>
          <p:cNvCxnSpPr/>
          <p:nvPr/>
        </p:nvCxnSpPr>
        <p:spPr>
          <a:xfrm>
            <a:off x="6176088" y="4328526"/>
            <a:ext cx="2439300" cy="0"/>
          </a:xfrm>
          <a:prstGeom prst="straightConnector1">
            <a:avLst/>
          </a:prstGeom>
          <a:noFill/>
          <a:ln cap="flat" cmpd="sng" w="38100">
            <a:solidFill>
              <a:schemeClr val="dk1"/>
            </a:solidFill>
            <a:prstDash val="solid"/>
            <a:round/>
            <a:headEnd len="med" w="med" type="none"/>
            <a:tailEnd len="med" w="med" type="none"/>
          </a:ln>
        </p:spPr>
      </p:cxnSp>
      <p:sp>
        <p:nvSpPr>
          <p:cNvPr id="2817" name="Google Shape;2817;p118"/>
          <p:cNvSpPr/>
          <p:nvPr/>
        </p:nvSpPr>
        <p:spPr>
          <a:xfrm>
            <a:off x="7908423" y="201204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18" name="Google Shape;2818;p118"/>
          <p:cNvSpPr/>
          <p:nvPr/>
        </p:nvSpPr>
        <p:spPr>
          <a:xfrm>
            <a:off x="7908423" y="184789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19" name="Google Shape;2819;p118"/>
          <p:cNvSpPr/>
          <p:nvPr/>
        </p:nvSpPr>
        <p:spPr>
          <a:xfrm>
            <a:off x="7908423" y="168531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20" name="Google Shape;2820;p118"/>
          <p:cNvSpPr/>
          <p:nvPr/>
        </p:nvSpPr>
        <p:spPr>
          <a:xfrm>
            <a:off x="7908423" y="152689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21" name="Google Shape;2821;p118"/>
          <p:cNvSpPr/>
          <p:nvPr/>
        </p:nvSpPr>
        <p:spPr>
          <a:xfrm>
            <a:off x="7908423" y="135904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22" name="Google Shape;2822;p118"/>
          <p:cNvSpPr/>
          <p:nvPr/>
        </p:nvSpPr>
        <p:spPr>
          <a:xfrm>
            <a:off x="7908423" y="119670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23" name="Google Shape;2823;p118"/>
          <p:cNvSpPr txBox="1"/>
          <p:nvPr>
            <p:ph idx="4294967295" type="body"/>
          </p:nvPr>
        </p:nvSpPr>
        <p:spPr>
          <a:xfrm>
            <a:off x="6714826" y="2668061"/>
            <a:ext cx="6879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13 yd</a:t>
            </a:r>
            <a:endParaRPr baseline="30000" sz="2000">
              <a:solidFill>
                <a:schemeClr val="accent4"/>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7" name="Shape 2827"/>
        <p:cNvGrpSpPr/>
        <p:nvPr/>
      </p:nvGrpSpPr>
      <p:grpSpPr>
        <a:xfrm>
          <a:off x="0" y="0"/>
          <a:ext cx="0" cy="0"/>
          <a:chOff x="0" y="0"/>
          <a:chExt cx="0" cy="0"/>
        </a:xfrm>
      </p:grpSpPr>
      <p:sp>
        <p:nvSpPr>
          <p:cNvPr id="2828" name="Google Shape;2828;p119"/>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a:t>
            </a:r>
            <a:r>
              <a:rPr lang="en-GB"/>
              <a:t>) Explain how we know this corner is not ‘right’.</a:t>
            </a:r>
            <a:endParaRPr/>
          </a:p>
        </p:txBody>
      </p:sp>
      <p:sp>
        <p:nvSpPr>
          <p:cNvPr id="2829" name="Google Shape;2829;p11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Other applications of maths</a:t>
            </a:r>
            <a:endParaRPr/>
          </a:p>
        </p:txBody>
      </p:sp>
      <p:sp>
        <p:nvSpPr>
          <p:cNvPr id="2830" name="Google Shape;2830;p119"/>
          <p:cNvSpPr txBox="1"/>
          <p:nvPr>
            <p:ph idx="4294967295" type="body"/>
          </p:nvPr>
        </p:nvSpPr>
        <p:spPr>
          <a:xfrm>
            <a:off x="2535721" y="4286073"/>
            <a:ext cx="426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4 ft</a:t>
            </a:r>
            <a:endParaRPr baseline="30000">
              <a:solidFill>
                <a:schemeClr val="accent4"/>
              </a:solidFill>
              <a:latin typeface="Times New Roman"/>
              <a:ea typeface="Times New Roman"/>
              <a:cs typeface="Times New Roman"/>
              <a:sym typeface="Times New Roman"/>
            </a:endParaRPr>
          </a:p>
        </p:txBody>
      </p:sp>
      <p:sp>
        <p:nvSpPr>
          <p:cNvPr id="2831" name="Google Shape;2831;p119"/>
          <p:cNvSpPr txBox="1"/>
          <p:nvPr>
            <p:ph idx="4294967295" type="body"/>
          </p:nvPr>
        </p:nvSpPr>
        <p:spPr>
          <a:xfrm>
            <a:off x="5583721" y="3219273"/>
            <a:ext cx="426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3 ft</a:t>
            </a:r>
            <a:endParaRPr baseline="30000">
              <a:solidFill>
                <a:schemeClr val="accent4"/>
              </a:solidFill>
              <a:latin typeface="Times New Roman"/>
              <a:ea typeface="Times New Roman"/>
              <a:cs typeface="Times New Roman"/>
              <a:sym typeface="Times New Roman"/>
            </a:endParaRPr>
          </a:p>
        </p:txBody>
      </p:sp>
      <p:sp>
        <p:nvSpPr>
          <p:cNvPr id="2832" name="Google Shape;2832;p119"/>
          <p:cNvSpPr txBox="1"/>
          <p:nvPr>
            <p:ph idx="4294967295" type="body"/>
          </p:nvPr>
        </p:nvSpPr>
        <p:spPr>
          <a:xfrm>
            <a:off x="3061201" y="2519025"/>
            <a:ext cx="426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5 ft</a:t>
            </a:r>
            <a:endParaRPr baseline="30000">
              <a:solidFill>
                <a:schemeClr val="accent4"/>
              </a:solidFill>
              <a:latin typeface="Times New Roman"/>
              <a:ea typeface="Times New Roman"/>
              <a:cs typeface="Times New Roman"/>
              <a:sym typeface="Times New Roman"/>
            </a:endParaRPr>
          </a:p>
        </p:txBody>
      </p:sp>
      <p:grpSp>
        <p:nvGrpSpPr>
          <p:cNvPr id="2833" name="Google Shape;2833;p119"/>
          <p:cNvGrpSpPr/>
          <p:nvPr/>
        </p:nvGrpSpPr>
        <p:grpSpPr>
          <a:xfrm rot="962673">
            <a:off x="654915" y="943918"/>
            <a:ext cx="4940792" cy="3328853"/>
            <a:chOff x="3002400" y="1139680"/>
            <a:chExt cx="4940520" cy="3328670"/>
          </a:xfrm>
        </p:grpSpPr>
        <p:sp>
          <p:nvSpPr>
            <p:cNvPr id="2834" name="Google Shape;2834;p119"/>
            <p:cNvSpPr/>
            <p:nvPr/>
          </p:nvSpPr>
          <p:spPr>
            <a:xfrm>
              <a:off x="6821925"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835" name="Google Shape;2835;p119"/>
            <p:cNvGrpSpPr/>
            <p:nvPr/>
          </p:nvGrpSpPr>
          <p:grpSpPr>
            <a:xfrm rot="-1162525">
              <a:off x="3812383" y="2689992"/>
              <a:ext cx="3836001" cy="684099"/>
              <a:chOff x="477525" y="1337228"/>
              <a:chExt cx="8296079" cy="1479494"/>
            </a:xfrm>
          </p:grpSpPr>
          <p:pic>
            <p:nvPicPr>
              <p:cNvPr id="2836" name="Google Shape;2836;p119"/>
              <p:cNvPicPr preferRelativeResize="0"/>
              <p:nvPr/>
            </p:nvPicPr>
            <p:blipFill>
              <a:blip r:embed="rId3">
                <a:alphaModFix/>
              </a:blip>
              <a:stretch>
                <a:fillRect/>
              </a:stretch>
            </p:blipFill>
            <p:spPr>
              <a:xfrm rot="-536226">
                <a:off x="7094229" y="1466080"/>
                <a:ext cx="1674688" cy="180720"/>
              </a:xfrm>
              <a:prstGeom prst="rect">
                <a:avLst/>
              </a:prstGeom>
              <a:noFill/>
              <a:ln>
                <a:noFill/>
              </a:ln>
            </p:spPr>
          </p:pic>
          <p:pic>
            <p:nvPicPr>
              <p:cNvPr id="2837" name="Google Shape;2837;p119"/>
              <p:cNvPicPr preferRelativeResize="0"/>
              <p:nvPr/>
            </p:nvPicPr>
            <p:blipFill>
              <a:blip r:embed="rId3">
                <a:alphaModFix/>
              </a:blip>
              <a:stretch>
                <a:fillRect/>
              </a:stretch>
            </p:blipFill>
            <p:spPr>
              <a:xfrm rot="-536226">
                <a:off x="5446725" y="1723576"/>
                <a:ext cx="1674688" cy="180720"/>
              </a:xfrm>
              <a:prstGeom prst="rect">
                <a:avLst/>
              </a:prstGeom>
              <a:noFill/>
              <a:ln>
                <a:noFill/>
              </a:ln>
            </p:spPr>
          </p:pic>
          <p:pic>
            <p:nvPicPr>
              <p:cNvPr id="2838" name="Google Shape;2838;p119"/>
              <p:cNvPicPr preferRelativeResize="0"/>
              <p:nvPr/>
            </p:nvPicPr>
            <p:blipFill>
              <a:blip r:embed="rId3">
                <a:alphaModFix/>
              </a:blip>
              <a:stretch>
                <a:fillRect/>
              </a:stretch>
            </p:blipFill>
            <p:spPr>
              <a:xfrm rot="-536226">
                <a:off x="3794028" y="1987097"/>
                <a:ext cx="1674688" cy="180720"/>
              </a:xfrm>
              <a:prstGeom prst="rect">
                <a:avLst/>
              </a:prstGeom>
              <a:noFill/>
              <a:ln>
                <a:noFill/>
              </a:ln>
            </p:spPr>
          </p:pic>
          <p:sp>
            <p:nvSpPr>
              <p:cNvPr id="2839" name="Google Shape;2839;p119"/>
              <p:cNvSpPr/>
              <p:nvPr/>
            </p:nvSpPr>
            <p:spPr>
              <a:xfrm>
                <a:off x="5417734" y="1899810"/>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40" name="Google Shape;2840;p119"/>
              <p:cNvSpPr/>
              <p:nvPr/>
            </p:nvSpPr>
            <p:spPr>
              <a:xfrm>
                <a:off x="7079275" y="1636289"/>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2841" name="Google Shape;2841;p119"/>
              <p:cNvPicPr preferRelativeResize="0"/>
              <p:nvPr/>
            </p:nvPicPr>
            <p:blipFill>
              <a:blip r:embed="rId3">
                <a:alphaModFix/>
              </a:blip>
              <a:stretch>
                <a:fillRect/>
              </a:stretch>
            </p:blipFill>
            <p:spPr>
              <a:xfrm rot="-536226">
                <a:off x="2134910" y="2243629"/>
                <a:ext cx="1674688" cy="180720"/>
              </a:xfrm>
              <a:prstGeom prst="rect">
                <a:avLst/>
              </a:prstGeom>
              <a:noFill/>
              <a:ln>
                <a:noFill/>
              </a:ln>
            </p:spPr>
          </p:pic>
          <p:pic>
            <p:nvPicPr>
              <p:cNvPr id="2842" name="Google Shape;2842;p119"/>
              <p:cNvPicPr preferRelativeResize="0"/>
              <p:nvPr/>
            </p:nvPicPr>
            <p:blipFill>
              <a:blip r:embed="rId3">
                <a:alphaModFix/>
              </a:blip>
              <a:stretch>
                <a:fillRect/>
              </a:stretch>
            </p:blipFill>
            <p:spPr>
              <a:xfrm rot="-536226">
                <a:off x="482213" y="2507149"/>
                <a:ext cx="1674688" cy="180720"/>
              </a:xfrm>
              <a:prstGeom prst="rect">
                <a:avLst/>
              </a:prstGeom>
              <a:noFill/>
              <a:ln>
                <a:noFill/>
              </a:ln>
            </p:spPr>
          </p:pic>
          <p:sp>
            <p:nvSpPr>
              <p:cNvPr id="2843" name="Google Shape;2843;p119"/>
              <p:cNvSpPr/>
              <p:nvPr/>
            </p:nvSpPr>
            <p:spPr>
              <a:xfrm>
                <a:off x="2105919" y="2419863"/>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44" name="Google Shape;2844;p119"/>
              <p:cNvSpPr/>
              <p:nvPr/>
            </p:nvSpPr>
            <p:spPr>
              <a:xfrm>
                <a:off x="3767460" y="2156342"/>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2845" name="Google Shape;2845;p119"/>
            <p:cNvCxnSpPr/>
            <p:nvPr/>
          </p:nvCxnSpPr>
          <p:spPr>
            <a:xfrm rot="10800000">
              <a:off x="4045425" y="4453050"/>
              <a:ext cx="3408600" cy="15300"/>
            </a:xfrm>
            <a:prstGeom prst="straightConnector1">
              <a:avLst/>
            </a:prstGeom>
            <a:noFill/>
            <a:ln cap="flat" cmpd="sng" w="28575">
              <a:solidFill>
                <a:schemeClr val="dk1"/>
              </a:solidFill>
              <a:prstDash val="solid"/>
              <a:round/>
              <a:headEnd len="med" w="med" type="triangle"/>
              <a:tailEnd len="med" w="med" type="triangle"/>
            </a:ln>
          </p:spPr>
        </p:cxnSp>
        <p:cxnSp>
          <p:nvCxnSpPr>
            <p:cNvPr id="2846" name="Google Shape;2846;p119"/>
            <p:cNvCxnSpPr/>
            <p:nvPr/>
          </p:nvCxnSpPr>
          <p:spPr>
            <a:xfrm flipH="1" rot="10800000">
              <a:off x="7940820" y="1587959"/>
              <a:ext cx="2100" cy="2436600"/>
            </a:xfrm>
            <a:prstGeom prst="straightConnector1">
              <a:avLst/>
            </a:prstGeom>
            <a:noFill/>
            <a:ln cap="flat" cmpd="sng" w="28575">
              <a:solidFill>
                <a:schemeClr val="dk1"/>
              </a:solidFill>
              <a:prstDash val="solid"/>
              <a:round/>
              <a:headEnd len="med" w="med" type="triangle"/>
              <a:tailEnd len="med" w="med" type="triangle"/>
            </a:ln>
          </p:spPr>
        </p:cxnSp>
        <p:sp>
          <p:nvSpPr>
            <p:cNvPr id="2847" name="Google Shape;2847;p119"/>
            <p:cNvSpPr/>
            <p:nvPr/>
          </p:nvSpPr>
          <p:spPr>
            <a:xfrm>
              <a:off x="6183750"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48" name="Google Shape;2848;p119"/>
            <p:cNvSpPr/>
            <p:nvPr/>
          </p:nvSpPr>
          <p:spPr>
            <a:xfrm>
              <a:off x="5545575"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49" name="Google Shape;2849;p119"/>
            <p:cNvSpPr/>
            <p:nvPr/>
          </p:nvSpPr>
          <p:spPr>
            <a:xfrm>
              <a:off x="4912163"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50" name="Google Shape;2850;p119"/>
            <p:cNvSpPr/>
            <p:nvPr/>
          </p:nvSpPr>
          <p:spPr>
            <a:xfrm>
              <a:off x="4273988"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51" name="Google Shape;2851;p119"/>
            <p:cNvSpPr/>
            <p:nvPr/>
          </p:nvSpPr>
          <p:spPr>
            <a:xfrm>
              <a:off x="3640575"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52" name="Google Shape;2852;p119"/>
            <p:cNvSpPr/>
            <p:nvPr/>
          </p:nvSpPr>
          <p:spPr>
            <a:xfrm>
              <a:off x="3002400"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53" name="Google Shape;2853;p119"/>
            <p:cNvSpPr/>
            <p:nvPr/>
          </p:nvSpPr>
          <p:spPr>
            <a:xfrm rot="5400000">
              <a:off x="7318964" y="3856668"/>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54" name="Google Shape;2854;p119"/>
            <p:cNvSpPr/>
            <p:nvPr/>
          </p:nvSpPr>
          <p:spPr>
            <a:xfrm rot="5400000">
              <a:off x="7318964" y="3218493"/>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55" name="Google Shape;2855;p119"/>
            <p:cNvSpPr/>
            <p:nvPr/>
          </p:nvSpPr>
          <p:spPr>
            <a:xfrm rot="5400000">
              <a:off x="7318964" y="2580318"/>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56" name="Google Shape;2856;p119"/>
            <p:cNvSpPr/>
            <p:nvPr/>
          </p:nvSpPr>
          <p:spPr>
            <a:xfrm rot="5400000">
              <a:off x="7318964" y="1946905"/>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57" name="Google Shape;2857;p119"/>
            <p:cNvSpPr/>
            <p:nvPr/>
          </p:nvSpPr>
          <p:spPr>
            <a:xfrm rot="5400000">
              <a:off x="7318964" y="1308730"/>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1" name="Shape 2861"/>
        <p:cNvGrpSpPr/>
        <p:nvPr/>
      </p:nvGrpSpPr>
      <p:grpSpPr>
        <a:xfrm>
          <a:off x="0" y="0"/>
          <a:ext cx="0" cy="0"/>
          <a:chOff x="0" y="0"/>
          <a:chExt cx="0" cy="0"/>
        </a:xfrm>
      </p:grpSpPr>
      <p:sp>
        <p:nvSpPr>
          <p:cNvPr id="2862" name="Google Shape;2862;p120"/>
          <p:cNvSpPr/>
          <p:nvPr/>
        </p:nvSpPr>
        <p:spPr>
          <a:xfrm rot="-4462357">
            <a:off x="4517893" y="1358216"/>
            <a:ext cx="89093" cy="4947802"/>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63" name="Google Shape;2863;p120"/>
          <p:cNvSpPr/>
          <p:nvPr/>
        </p:nvSpPr>
        <p:spPr>
          <a:xfrm flipH="1" rot="4462357">
            <a:off x="4517939" y="1343768"/>
            <a:ext cx="89093" cy="4947802"/>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64" name="Google Shape;2864;p120"/>
          <p:cNvSpPr/>
          <p:nvPr/>
        </p:nvSpPr>
        <p:spPr>
          <a:xfrm rot="-2392454">
            <a:off x="7441814" y="2928572"/>
            <a:ext cx="128216" cy="1661698"/>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65" name="Google Shape;2865;p120"/>
          <p:cNvSpPr/>
          <p:nvPr/>
        </p:nvSpPr>
        <p:spPr>
          <a:xfrm flipH="1" rot="2392454">
            <a:off x="1507690" y="2928572"/>
            <a:ext cx="128216" cy="1661698"/>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66" name="Google Shape;2866;p120"/>
          <p:cNvSpPr/>
          <p:nvPr/>
        </p:nvSpPr>
        <p:spPr>
          <a:xfrm rot="4227801">
            <a:off x="2686573" y="633980"/>
            <a:ext cx="69077" cy="383149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67" name="Google Shape;2867;p120"/>
          <p:cNvSpPr/>
          <p:nvPr/>
        </p:nvSpPr>
        <p:spPr>
          <a:xfrm flipH="1" rot="-4227801">
            <a:off x="6300200" y="633980"/>
            <a:ext cx="69077" cy="383149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68" name="Google Shape;2868;p120"/>
          <p:cNvSpPr txBox="1"/>
          <p:nvPr>
            <p:ph idx="1" type="body"/>
          </p:nvPr>
        </p:nvSpPr>
        <p:spPr>
          <a:xfrm>
            <a:off x="324000" y="759300"/>
            <a:ext cx="8088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3</a:t>
            </a:r>
            <a:r>
              <a:rPr lang="en-GB"/>
              <a:t>) Engineers today use Pythagoras to calculate lengths. Find all the missing lengths of the girders on this bridge. The design is symmetrical.</a:t>
            </a:r>
            <a:endParaRPr/>
          </a:p>
        </p:txBody>
      </p:sp>
      <p:sp>
        <p:nvSpPr>
          <p:cNvPr id="2869" name="Google Shape;2869;p12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Other applications of maths</a:t>
            </a:r>
            <a:endParaRPr/>
          </a:p>
        </p:txBody>
      </p:sp>
      <p:sp>
        <p:nvSpPr>
          <p:cNvPr id="2870" name="Google Shape;2870;p120"/>
          <p:cNvSpPr/>
          <p:nvPr/>
        </p:nvSpPr>
        <p:spPr>
          <a:xfrm>
            <a:off x="880882" y="3233771"/>
            <a:ext cx="136800" cy="122910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71" name="Google Shape;2871;p120"/>
          <p:cNvSpPr/>
          <p:nvPr/>
        </p:nvSpPr>
        <p:spPr>
          <a:xfrm>
            <a:off x="2086798" y="3233771"/>
            <a:ext cx="136800" cy="122910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72" name="Google Shape;2872;p120"/>
          <p:cNvSpPr/>
          <p:nvPr/>
        </p:nvSpPr>
        <p:spPr>
          <a:xfrm>
            <a:off x="6830067" y="3233771"/>
            <a:ext cx="136800" cy="122910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73" name="Google Shape;2873;p120"/>
          <p:cNvSpPr/>
          <p:nvPr/>
        </p:nvSpPr>
        <p:spPr>
          <a:xfrm>
            <a:off x="8035983" y="3233771"/>
            <a:ext cx="136800" cy="122910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74" name="Google Shape;2874;p120"/>
          <p:cNvSpPr/>
          <p:nvPr/>
        </p:nvSpPr>
        <p:spPr>
          <a:xfrm rot="5400000">
            <a:off x="7436040" y="3872993"/>
            <a:ext cx="129900" cy="103950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75" name="Google Shape;2875;p120"/>
          <p:cNvSpPr/>
          <p:nvPr/>
        </p:nvSpPr>
        <p:spPr>
          <a:xfrm rot="5400000">
            <a:off x="1486855" y="3872993"/>
            <a:ext cx="129900" cy="103950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76" name="Google Shape;2876;p120"/>
          <p:cNvSpPr/>
          <p:nvPr/>
        </p:nvSpPr>
        <p:spPr>
          <a:xfrm rot="5400000">
            <a:off x="4464883" y="-488051"/>
            <a:ext cx="129900" cy="728640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77" name="Google Shape;2877;p120"/>
          <p:cNvSpPr txBox="1"/>
          <p:nvPr>
            <p:ph idx="4294967295" type="body"/>
          </p:nvPr>
        </p:nvSpPr>
        <p:spPr>
          <a:xfrm>
            <a:off x="1389007" y="4524118"/>
            <a:ext cx="4605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9</a:t>
            </a:r>
            <a:r>
              <a:rPr lang="en-GB" sz="2000">
                <a:latin typeface="Times New Roman"/>
                <a:ea typeface="Times New Roman"/>
                <a:cs typeface="Times New Roman"/>
                <a:sym typeface="Times New Roman"/>
              </a:rPr>
              <a:t> m</a:t>
            </a:r>
            <a:endParaRPr baseline="30000" sz="2000">
              <a:solidFill>
                <a:schemeClr val="accent4"/>
              </a:solidFill>
              <a:latin typeface="Times New Roman"/>
              <a:ea typeface="Times New Roman"/>
              <a:cs typeface="Times New Roman"/>
              <a:sym typeface="Times New Roman"/>
            </a:endParaRPr>
          </a:p>
        </p:txBody>
      </p:sp>
      <p:sp>
        <p:nvSpPr>
          <p:cNvPr id="2878" name="Google Shape;2878;p120"/>
          <p:cNvSpPr txBox="1"/>
          <p:nvPr>
            <p:ph idx="4294967295" type="body"/>
          </p:nvPr>
        </p:nvSpPr>
        <p:spPr>
          <a:xfrm rot="-2759344">
            <a:off x="1131781" y="3450068"/>
            <a:ext cx="639037" cy="266479"/>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1</a:t>
            </a:r>
            <a:r>
              <a:rPr lang="en-GB" sz="2000">
                <a:latin typeface="Times New Roman"/>
                <a:ea typeface="Times New Roman"/>
                <a:cs typeface="Times New Roman"/>
                <a:sym typeface="Times New Roman"/>
              </a:rPr>
              <a:t>5 m</a:t>
            </a:r>
            <a:endParaRPr baseline="30000" sz="2000">
              <a:solidFill>
                <a:schemeClr val="accent4"/>
              </a:solidFill>
              <a:latin typeface="Times New Roman"/>
              <a:ea typeface="Times New Roman"/>
              <a:cs typeface="Times New Roman"/>
              <a:sym typeface="Times New Roman"/>
            </a:endParaRPr>
          </a:p>
        </p:txBody>
      </p:sp>
      <p:sp>
        <p:nvSpPr>
          <p:cNvPr id="2879" name="Google Shape;2879;p120"/>
          <p:cNvSpPr txBox="1"/>
          <p:nvPr>
            <p:ph idx="4294967295" type="body"/>
          </p:nvPr>
        </p:nvSpPr>
        <p:spPr>
          <a:xfrm>
            <a:off x="331549" y="2366625"/>
            <a:ext cx="5658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10</a:t>
            </a:r>
            <a:r>
              <a:rPr lang="en-GB" sz="2000">
                <a:latin typeface="Times New Roman"/>
                <a:ea typeface="Times New Roman"/>
                <a:cs typeface="Times New Roman"/>
                <a:sym typeface="Times New Roman"/>
              </a:rPr>
              <a:t> m</a:t>
            </a:r>
            <a:endParaRPr baseline="30000" sz="2000">
              <a:solidFill>
                <a:schemeClr val="accent4"/>
              </a:solidFill>
              <a:latin typeface="Times New Roman"/>
              <a:ea typeface="Times New Roman"/>
              <a:cs typeface="Times New Roman"/>
              <a:sym typeface="Times New Roman"/>
            </a:endParaRPr>
          </a:p>
        </p:txBody>
      </p:sp>
      <p:cxnSp>
        <p:nvCxnSpPr>
          <p:cNvPr id="2880" name="Google Shape;2880;p120"/>
          <p:cNvCxnSpPr/>
          <p:nvPr/>
        </p:nvCxnSpPr>
        <p:spPr>
          <a:xfrm rot="10800000">
            <a:off x="443758" y="1942550"/>
            <a:ext cx="1213200" cy="0"/>
          </a:xfrm>
          <a:prstGeom prst="straightConnector1">
            <a:avLst/>
          </a:prstGeom>
          <a:noFill/>
          <a:ln cap="flat" cmpd="sng" w="38100">
            <a:solidFill>
              <a:schemeClr val="dk1"/>
            </a:solidFill>
            <a:prstDash val="dash"/>
            <a:round/>
            <a:headEnd len="med" w="med" type="none"/>
            <a:tailEnd len="med" w="med" type="none"/>
          </a:ln>
        </p:spPr>
      </p:cxnSp>
      <p:cxnSp>
        <p:nvCxnSpPr>
          <p:cNvPr id="2881" name="Google Shape;2881;p120"/>
          <p:cNvCxnSpPr/>
          <p:nvPr/>
        </p:nvCxnSpPr>
        <p:spPr>
          <a:xfrm rot="10800000">
            <a:off x="443758" y="3099996"/>
            <a:ext cx="1213200" cy="0"/>
          </a:xfrm>
          <a:prstGeom prst="straightConnector1">
            <a:avLst/>
          </a:prstGeom>
          <a:noFill/>
          <a:ln cap="flat" cmpd="sng" w="38100">
            <a:solidFill>
              <a:schemeClr val="dk1"/>
            </a:solidFill>
            <a:prstDash val="dash"/>
            <a:round/>
            <a:headEnd len="med" w="med" type="none"/>
            <a:tailEnd len="med" w="med" type="none"/>
          </a:ln>
        </p:spPr>
      </p:cxnSp>
      <p:cxnSp>
        <p:nvCxnSpPr>
          <p:cNvPr id="2882" name="Google Shape;2882;p120"/>
          <p:cNvCxnSpPr/>
          <p:nvPr/>
        </p:nvCxnSpPr>
        <p:spPr>
          <a:xfrm flipH="1" rot="10800000">
            <a:off x="873982" y="1972898"/>
            <a:ext cx="2100" cy="1127100"/>
          </a:xfrm>
          <a:prstGeom prst="straightConnector1">
            <a:avLst/>
          </a:prstGeom>
          <a:noFill/>
          <a:ln cap="flat" cmpd="sng" w="28575">
            <a:solidFill>
              <a:schemeClr val="dk1"/>
            </a:solidFill>
            <a:prstDash val="solid"/>
            <a:round/>
            <a:headEnd len="med" w="med" type="triangle"/>
            <a:tailEnd len="med" w="med" type="triangle"/>
          </a:ln>
        </p:spPr>
      </p:cxnSp>
      <p:sp>
        <p:nvSpPr>
          <p:cNvPr id="2883" name="Google Shape;2883;p120"/>
          <p:cNvSpPr txBox="1"/>
          <p:nvPr>
            <p:ph idx="4294967295" type="body"/>
          </p:nvPr>
        </p:nvSpPr>
        <p:spPr>
          <a:xfrm rot="-119441">
            <a:off x="4241550" y="2768174"/>
            <a:ext cx="639086" cy="266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48</a:t>
            </a:r>
            <a:r>
              <a:rPr lang="en-GB" sz="2000">
                <a:latin typeface="Times New Roman"/>
                <a:ea typeface="Times New Roman"/>
                <a:cs typeface="Times New Roman"/>
                <a:sym typeface="Times New Roman"/>
              </a:rPr>
              <a:t> m</a:t>
            </a:r>
            <a:endParaRPr baseline="30000" sz="2000">
              <a:solidFill>
                <a:schemeClr val="accent4"/>
              </a:solidFill>
              <a:latin typeface="Times New Roman"/>
              <a:ea typeface="Times New Roman"/>
              <a:cs typeface="Times New Roman"/>
              <a:sym typeface="Times New Roman"/>
            </a:endParaRPr>
          </a:p>
        </p:txBody>
      </p:sp>
      <p:cxnSp>
        <p:nvCxnSpPr>
          <p:cNvPr id="2884" name="Google Shape;2884;p120"/>
          <p:cNvCxnSpPr/>
          <p:nvPr/>
        </p:nvCxnSpPr>
        <p:spPr>
          <a:xfrm rot="10800000">
            <a:off x="867340" y="4532646"/>
            <a:ext cx="1356600" cy="0"/>
          </a:xfrm>
          <a:prstGeom prst="straightConnector1">
            <a:avLst/>
          </a:prstGeom>
          <a:noFill/>
          <a:ln cap="flat" cmpd="sng" w="28575">
            <a:solidFill>
              <a:schemeClr val="dk1"/>
            </a:solidFill>
            <a:prstDash val="solid"/>
            <a:round/>
            <a:headEnd len="med" w="med" type="triangle"/>
            <a:tailEnd len="med" w="med" type="triangle"/>
          </a:ln>
        </p:spPr>
      </p:cxnSp>
      <p:cxnSp>
        <p:nvCxnSpPr>
          <p:cNvPr id="2885" name="Google Shape;2885;p120"/>
          <p:cNvCxnSpPr/>
          <p:nvPr/>
        </p:nvCxnSpPr>
        <p:spPr>
          <a:xfrm flipH="1" rot="10800000">
            <a:off x="911573" y="3242946"/>
            <a:ext cx="1139700" cy="1197300"/>
          </a:xfrm>
          <a:prstGeom prst="straightConnector1">
            <a:avLst/>
          </a:prstGeom>
          <a:noFill/>
          <a:ln cap="flat" cmpd="sng" w="28575">
            <a:solidFill>
              <a:schemeClr val="dk1"/>
            </a:solidFill>
            <a:prstDash val="solid"/>
            <a:round/>
            <a:headEnd len="med" w="med" type="triangle"/>
            <a:tailEnd len="med" w="med" type="triangle"/>
          </a:ln>
        </p:spPr>
      </p:cxnSp>
      <p:cxnSp>
        <p:nvCxnSpPr>
          <p:cNvPr id="2886" name="Google Shape;2886;p120"/>
          <p:cNvCxnSpPr/>
          <p:nvPr/>
        </p:nvCxnSpPr>
        <p:spPr>
          <a:xfrm>
            <a:off x="882400" y="3040459"/>
            <a:ext cx="7290600" cy="0"/>
          </a:xfrm>
          <a:prstGeom prst="straightConnector1">
            <a:avLst/>
          </a:prstGeom>
          <a:noFill/>
          <a:ln cap="flat" cmpd="sng" w="28575">
            <a:solidFill>
              <a:schemeClr val="dk1"/>
            </a:solidFill>
            <a:prstDash val="solid"/>
            <a:round/>
            <a:headEnd len="med" w="med" type="triangl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0" name="Shape 2890"/>
        <p:cNvGrpSpPr/>
        <p:nvPr/>
      </p:nvGrpSpPr>
      <p:grpSpPr>
        <a:xfrm>
          <a:off x="0" y="0"/>
          <a:ext cx="0" cy="0"/>
          <a:chOff x="0" y="0"/>
          <a:chExt cx="0" cy="0"/>
        </a:xfrm>
      </p:grpSpPr>
      <p:sp>
        <p:nvSpPr>
          <p:cNvPr id="2891" name="Google Shape;2891;p12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Other applications of maths</a:t>
            </a:r>
            <a:endParaRPr/>
          </a:p>
        </p:txBody>
      </p:sp>
      <p:sp>
        <p:nvSpPr>
          <p:cNvPr id="2892" name="Google Shape;2892;p121"/>
          <p:cNvSpPr txBox="1"/>
          <p:nvPr>
            <p:ph idx="1" type="body"/>
          </p:nvPr>
        </p:nvSpPr>
        <p:spPr>
          <a:xfrm>
            <a:off x="324000" y="1292700"/>
            <a:ext cx="35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a:t>
            </a:r>
            <a:endParaRPr/>
          </a:p>
        </p:txBody>
      </p:sp>
      <p:sp>
        <p:nvSpPr>
          <p:cNvPr id="2893" name="Google Shape;2893;p121"/>
          <p:cNvSpPr txBox="1"/>
          <p:nvPr>
            <p:ph idx="1" type="body"/>
          </p:nvPr>
        </p:nvSpPr>
        <p:spPr>
          <a:xfrm>
            <a:off x="3143400" y="1292700"/>
            <a:ext cx="35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b)</a:t>
            </a:r>
            <a:endParaRPr/>
          </a:p>
        </p:txBody>
      </p:sp>
      <p:sp>
        <p:nvSpPr>
          <p:cNvPr id="2894" name="Google Shape;2894;p121"/>
          <p:cNvSpPr txBox="1"/>
          <p:nvPr>
            <p:ph idx="1" type="body"/>
          </p:nvPr>
        </p:nvSpPr>
        <p:spPr>
          <a:xfrm>
            <a:off x="6343800" y="1292700"/>
            <a:ext cx="35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a:t>
            </a:r>
            <a:endParaRPr/>
          </a:p>
        </p:txBody>
      </p:sp>
      <p:cxnSp>
        <p:nvCxnSpPr>
          <p:cNvPr id="2895" name="Google Shape;2895;p121"/>
          <p:cNvCxnSpPr/>
          <p:nvPr/>
        </p:nvCxnSpPr>
        <p:spPr>
          <a:xfrm>
            <a:off x="324001" y="4338350"/>
            <a:ext cx="2681100" cy="0"/>
          </a:xfrm>
          <a:prstGeom prst="straightConnector1">
            <a:avLst/>
          </a:prstGeom>
          <a:noFill/>
          <a:ln cap="flat" cmpd="sng" w="38100">
            <a:solidFill>
              <a:schemeClr val="dk1"/>
            </a:solidFill>
            <a:prstDash val="solid"/>
            <a:round/>
            <a:headEnd len="med" w="med" type="none"/>
            <a:tailEnd len="med" w="med" type="none"/>
          </a:ln>
        </p:spPr>
      </p:cxnSp>
      <p:sp>
        <p:nvSpPr>
          <p:cNvPr id="2896" name="Google Shape;2896;p121"/>
          <p:cNvSpPr/>
          <p:nvPr/>
        </p:nvSpPr>
        <p:spPr>
          <a:xfrm>
            <a:off x="807374" y="4157888"/>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97" name="Google Shape;2897;p121"/>
          <p:cNvSpPr/>
          <p:nvPr/>
        </p:nvSpPr>
        <p:spPr>
          <a:xfrm>
            <a:off x="807374" y="3993738"/>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98" name="Google Shape;2898;p121"/>
          <p:cNvSpPr/>
          <p:nvPr/>
        </p:nvSpPr>
        <p:spPr>
          <a:xfrm>
            <a:off x="807374" y="382958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99" name="Google Shape;2899;p121"/>
          <p:cNvSpPr/>
          <p:nvPr/>
        </p:nvSpPr>
        <p:spPr>
          <a:xfrm>
            <a:off x="807374" y="366700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00" name="Google Shape;2900;p121"/>
          <p:cNvSpPr/>
          <p:nvPr/>
        </p:nvSpPr>
        <p:spPr>
          <a:xfrm>
            <a:off x="807374" y="350858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01" name="Google Shape;2901;p121"/>
          <p:cNvSpPr/>
          <p:nvPr/>
        </p:nvSpPr>
        <p:spPr>
          <a:xfrm>
            <a:off x="807374" y="334073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902" name="Google Shape;2902;p121"/>
          <p:cNvGrpSpPr/>
          <p:nvPr/>
        </p:nvGrpSpPr>
        <p:grpSpPr>
          <a:xfrm rot="3700061">
            <a:off x="755078" y="3135576"/>
            <a:ext cx="2345911" cy="418362"/>
            <a:chOff x="477525" y="1337228"/>
            <a:chExt cx="8296079" cy="1479494"/>
          </a:xfrm>
        </p:grpSpPr>
        <p:pic>
          <p:nvPicPr>
            <p:cNvPr id="2903" name="Google Shape;2903;p121"/>
            <p:cNvPicPr preferRelativeResize="0"/>
            <p:nvPr/>
          </p:nvPicPr>
          <p:blipFill>
            <a:blip r:embed="rId3">
              <a:alphaModFix/>
            </a:blip>
            <a:stretch>
              <a:fillRect/>
            </a:stretch>
          </p:blipFill>
          <p:spPr>
            <a:xfrm rot="-536226">
              <a:off x="7094229" y="1466080"/>
              <a:ext cx="1674688" cy="180720"/>
            </a:xfrm>
            <a:prstGeom prst="rect">
              <a:avLst/>
            </a:prstGeom>
            <a:noFill/>
            <a:ln>
              <a:noFill/>
            </a:ln>
          </p:spPr>
        </p:pic>
        <p:pic>
          <p:nvPicPr>
            <p:cNvPr id="2904" name="Google Shape;2904;p121"/>
            <p:cNvPicPr preferRelativeResize="0"/>
            <p:nvPr/>
          </p:nvPicPr>
          <p:blipFill>
            <a:blip r:embed="rId3">
              <a:alphaModFix/>
            </a:blip>
            <a:stretch>
              <a:fillRect/>
            </a:stretch>
          </p:blipFill>
          <p:spPr>
            <a:xfrm rot="-536226">
              <a:off x="5446725" y="1723576"/>
              <a:ext cx="1674688" cy="180720"/>
            </a:xfrm>
            <a:prstGeom prst="rect">
              <a:avLst/>
            </a:prstGeom>
            <a:noFill/>
            <a:ln>
              <a:noFill/>
            </a:ln>
          </p:spPr>
        </p:pic>
        <p:pic>
          <p:nvPicPr>
            <p:cNvPr id="2905" name="Google Shape;2905;p121"/>
            <p:cNvPicPr preferRelativeResize="0"/>
            <p:nvPr/>
          </p:nvPicPr>
          <p:blipFill>
            <a:blip r:embed="rId3">
              <a:alphaModFix/>
            </a:blip>
            <a:stretch>
              <a:fillRect/>
            </a:stretch>
          </p:blipFill>
          <p:spPr>
            <a:xfrm rot="-536226">
              <a:off x="3794028" y="1987097"/>
              <a:ext cx="1674688" cy="180720"/>
            </a:xfrm>
            <a:prstGeom prst="rect">
              <a:avLst/>
            </a:prstGeom>
            <a:noFill/>
            <a:ln>
              <a:noFill/>
            </a:ln>
          </p:spPr>
        </p:pic>
        <p:sp>
          <p:nvSpPr>
            <p:cNvPr id="2906" name="Google Shape;2906;p121"/>
            <p:cNvSpPr/>
            <p:nvPr/>
          </p:nvSpPr>
          <p:spPr>
            <a:xfrm>
              <a:off x="5417734" y="1899810"/>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07" name="Google Shape;2907;p121"/>
            <p:cNvSpPr/>
            <p:nvPr/>
          </p:nvSpPr>
          <p:spPr>
            <a:xfrm>
              <a:off x="7079275" y="1636289"/>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2908" name="Google Shape;2908;p121"/>
            <p:cNvPicPr preferRelativeResize="0"/>
            <p:nvPr/>
          </p:nvPicPr>
          <p:blipFill>
            <a:blip r:embed="rId3">
              <a:alphaModFix/>
            </a:blip>
            <a:stretch>
              <a:fillRect/>
            </a:stretch>
          </p:blipFill>
          <p:spPr>
            <a:xfrm rot="-536226">
              <a:off x="2134910" y="2243629"/>
              <a:ext cx="1674688" cy="180720"/>
            </a:xfrm>
            <a:prstGeom prst="rect">
              <a:avLst/>
            </a:prstGeom>
            <a:noFill/>
            <a:ln>
              <a:noFill/>
            </a:ln>
          </p:spPr>
        </p:pic>
        <p:pic>
          <p:nvPicPr>
            <p:cNvPr id="2909" name="Google Shape;2909;p121"/>
            <p:cNvPicPr preferRelativeResize="0"/>
            <p:nvPr/>
          </p:nvPicPr>
          <p:blipFill>
            <a:blip r:embed="rId3">
              <a:alphaModFix/>
            </a:blip>
            <a:stretch>
              <a:fillRect/>
            </a:stretch>
          </p:blipFill>
          <p:spPr>
            <a:xfrm rot="-536226">
              <a:off x="482213" y="2507149"/>
              <a:ext cx="1674688" cy="180720"/>
            </a:xfrm>
            <a:prstGeom prst="rect">
              <a:avLst/>
            </a:prstGeom>
            <a:noFill/>
            <a:ln>
              <a:noFill/>
            </a:ln>
          </p:spPr>
        </p:pic>
        <p:sp>
          <p:nvSpPr>
            <p:cNvPr id="2910" name="Google Shape;2910;p121"/>
            <p:cNvSpPr/>
            <p:nvPr/>
          </p:nvSpPr>
          <p:spPr>
            <a:xfrm>
              <a:off x="2105919" y="2419863"/>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11" name="Google Shape;2911;p121"/>
            <p:cNvSpPr/>
            <p:nvPr/>
          </p:nvSpPr>
          <p:spPr>
            <a:xfrm>
              <a:off x="3767460" y="2156342"/>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2912" name="Google Shape;2912;p121"/>
          <p:cNvCxnSpPr/>
          <p:nvPr/>
        </p:nvCxnSpPr>
        <p:spPr>
          <a:xfrm rot="10800000">
            <a:off x="1194431" y="4467502"/>
            <a:ext cx="1481700" cy="0"/>
          </a:xfrm>
          <a:prstGeom prst="straightConnector1">
            <a:avLst/>
          </a:prstGeom>
          <a:noFill/>
          <a:ln cap="flat" cmpd="sng" w="28575">
            <a:solidFill>
              <a:schemeClr val="dk1"/>
            </a:solidFill>
            <a:prstDash val="solid"/>
            <a:round/>
            <a:headEnd len="med" w="med" type="triangle"/>
            <a:tailEnd len="med" w="med" type="triangle"/>
          </a:ln>
        </p:spPr>
      </p:cxnSp>
      <p:cxnSp>
        <p:nvCxnSpPr>
          <p:cNvPr id="2913" name="Google Shape;2913;p121"/>
          <p:cNvCxnSpPr/>
          <p:nvPr/>
        </p:nvCxnSpPr>
        <p:spPr>
          <a:xfrm flipH="1" rot="10800000">
            <a:off x="716269" y="2353975"/>
            <a:ext cx="2100" cy="1947600"/>
          </a:xfrm>
          <a:prstGeom prst="straightConnector1">
            <a:avLst/>
          </a:prstGeom>
          <a:noFill/>
          <a:ln cap="flat" cmpd="sng" w="28575">
            <a:solidFill>
              <a:schemeClr val="dk1"/>
            </a:solidFill>
            <a:prstDash val="solid"/>
            <a:round/>
            <a:headEnd len="med" w="med" type="triangle"/>
            <a:tailEnd len="med" w="med" type="triangle"/>
          </a:ln>
        </p:spPr>
      </p:cxnSp>
      <p:sp>
        <p:nvSpPr>
          <p:cNvPr id="2914" name="Google Shape;2914;p121"/>
          <p:cNvSpPr txBox="1"/>
          <p:nvPr>
            <p:ph idx="4294967295" type="body"/>
          </p:nvPr>
        </p:nvSpPr>
        <p:spPr>
          <a:xfrm>
            <a:off x="333829" y="3133177"/>
            <a:ext cx="426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4 ft</a:t>
            </a:r>
            <a:endParaRPr baseline="30000" sz="2000">
              <a:solidFill>
                <a:schemeClr val="accent4"/>
              </a:solidFill>
              <a:latin typeface="Times New Roman"/>
              <a:ea typeface="Times New Roman"/>
              <a:cs typeface="Times New Roman"/>
              <a:sym typeface="Times New Roman"/>
            </a:endParaRPr>
          </a:p>
        </p:txBody>
      </p:sp>
      <p:sp>
        <p:nvSpPr>
          <p:cNvPr id="2915" name="Google Shape;2915;p121"/>
          <p:cNvSpPr txBox="1"/>
          <p:nvPr>
            <p:ph idx="4294967295" type="body"/>
          </p:nvPr>
        </p:nvSpPr>
        <p:spPr>
          <a:xfrm>
            <a:off x="1930080" y="2980185"/>
            <a:ext cx="4266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5 ft</a:t>
            </a:r>
            <a:endParaRPr baseline="30000">
              <a:solidFill>
                <a:schemeClr val="accent4"/>
              </a:solidFill>
              <a:latin typeface="Times New Roman"/>
              <a:ea typeface="Times New Roman"/>
              <a:cs typeface="Times New Roman"/>
              <a:sym typeface="Times New Roman"/>
            </a:endParaRPr>
          </a:p>
        </p:txBody>
      </p:sp>
      <p:sp>
        <p:nvSpPr>
          <p:cNvPr id="2916" name="Google Shape;2916;p121"/>
          <p:cNvSpPr/>
          <p:nvPr/>
        </p:nvSpPr>
        <p:spPr>
          <a:xfrm>
            <a:off x="1166229" y="3931276"/>
            <a:ext cx="407100" cy="407100"/>
          </a:xfrm>
          <a:prstGeom prst="rect">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17" name="Google Shape;2917;p121"/>
          <p:cNvSpPr/>
          <p:nvPr/>
        </p:nvSpPr>
        <p:spPr>
          <a:xfrm>
            <a:off x="807374" y="316679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18" name="Google Shape;2918;p121"/>
          <p:cNvSpPr/>
          <p:nvPr/>
        </p:nvSpPr>
        <p:spPr>
          <a:xfrm>
            <a:off x="807374" y="300264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19" name="Google Shape;2919;p121"/>
          <p:cNvSpPr/>
          <p:nvPr/>
        </p:nvSpPr>
        <p:spPr>
          <a:xfrm>
            <a:off x="807374" y="283849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20" name="Google Shape;2920;p121"/>
          <p:cNvSpPr/>
          <p:nvPr/>
        </p:nvSpPr>
        <p:spPr>
          <a:xfrm>
            <a:off x="807374" y="267591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21" name="Google Shape;2921;p121"/>
          <p:cNvSpPr/>
          <p:nvPr/>
        </p:nvSpPr>
        <p:spPr>
          <a:xfrm>
            <a:off x="807374" y="251749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22" name="Google Shape;2922;p121"/>
          <p:cNvSpPr/>
          <p:nvPr/>
        </p:nvSpPr>
        <p:spPr>
          <a:xfrm>
            <a:off x="807374" y="234964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23" name="Google Shape;2923;p121"/>
          <p:cNvSpPr/>
          <p:nvPr/>
        </p:nvSpPr>
        <p:spPr>
          <a:xfrm>
            <a:off x="807374" y="218730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24" name="Google Shape;2924;p121"/>
          <p:cNvSpPr/>
          <p:nvPr/>
        </p:nvSpPr>
        <p:spPr>
          <a:xfrm>
            <a:off x="807374" y="202315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25" name="Google Shape;2925;p121"/>
          <p:cNvSpPr/>
          <p:nvPr/>
        </p:nvSpPr>
        <p:spPr>
          <a:xfrm>
            <a:off x="807374" y="186057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26" name="Google Shape;2926;p121"/>
          <p:cNvSpPr/>
          <p:nvPr/>
        </p:nvSpPr>
        <p:spPr>
          <a:xfrm>
            <a:off x="807374" y="170215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27" name="Google Shape;2927;p121"/>
          <p:cNvSpPr/>
          <p:nvPr/>
        </p:nvSpPr>
        <p:spPr>
          <a:xfrm>
            <a:off x="807374" y="153430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28" name="Google Shape;2928;p121"/>
          <p:cNvSpPr txBox="1"/>
          <p:nvPr>
            <p:ph idx="4294967295" type="body"/>
          </p:nvPr>
        </p:nvSpPr>
        <p:spPr>
          <a:xfrm>
            <a:off x="1711957" y="4471921"/>
            <a:ext cx="426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3 ft</a:t>
            </a:r>
            <a:endParaRPr baseline="30000" sz="2000">
              <a:solidFill>
                <a:schemeClr val="accent4"/>
              </a:solidFill>
              <a:latin typeface="Times New Roman"/>
              <a:ea typeface="Times New Roman"/>
              <a:cs typeface="Times New Roman"/>
              <a:sym typeface="Times New Roman"/>
            </a:endParaRPr>
          </a:p>
        </p:txBody>
      </p:sp>
      <p:sp>
        <p:nvSpPr>
          <p:cNvPr id="2929" name="Google Shape;2929;p121"/>
          <p:cNvSpPr/>
          <p:nvPr/>
        </p:nvSpPr>
        <p:spPr>
          <a:xfrm>
            <a:off x="5118970" y="3750482"/>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30" name="Google Shape;2930;p121"/>
          <p:cNvSpPr/>
          <p:nvPr/>
        </p:nvSpPr>
        <p:spPr>
          <a:xfrm>
            <a:off x="5118970" y="3601134"/>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31" name="Google Shape;2931;p121"/>
          <p:cNvSpPr/>
          <p:nvPr/>
        </p:nvSpPr>
        <p:spPr>
          <a:xfrm>
            <a:off x="5118970" y="3451787"/>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32" name="Google Shape;2932;p121"/>
          <p:cNvSpPr/>
          <p:nvPr/>
        </p:nvSpPr>
        <p:spPr>
          <a:xfrm>
            <a:off x="5118970" y="3303868"/>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33" name="Google Shape;2933;p121"/>
          <p:cNvSpPr/>
          <p:nvPr/>
        </p:nvSpPr>
        <p:spPr>
          <a:xfrm>
            <a:off x="5118970" y="3159734"/>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34" name="Google Shape;2934;p121"/>
          <p:cNvSpPr/>
          <p:nvPr/>
        </p:nvSpPr>
        <p:spPr>
          <a:xfrm>
            <a:off x="5118970" y="3007021"/>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35" name="Google Shape;2935;p121"/>
          <p:cNvSpPr/>
          <p:nvPr/>
        </p:nvSpPr>
        <p:spPr>
          <a:xfrm>
            <a:off x="5118970" y="2848767"/>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36" name="Google Shape;2936;p121"/>
          <p:cNvSpPr/>
          <p:nvPr/>
        </p:nvSpPr>
        <p:spPr>
          <a:xfrm>
            <a:off x="5118970" y="2699419"/>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37" name="Google Shape;2937;p121"/>
          <p:cNvSpPr/>
          <p:nvPr/>
        </p:nvSpPr>
        <p:spPr>
          <a:xfrm>
            <a:off x="5118970" y="2550072"/>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38" name="Google Shape;2938;p121"/>
          <p:cNvSpPr/>
          <p:nvPr/>
        </p:nvSpPr>
        <p:spPr>
          <a:xfrm>
            <a:off x="5118970" y="2402153"/>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39" name="Google Shape;2939;p121"/>
          <p:cNvSpPr/>
          <p:nvPr/>
        </p:nvSpPr>
        <p:spPr>
          <a:xfrm>
            <a:off x="5118970" y="2258019"/>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40" name="Google Shape;2940;p121"/>
          <p:cNvSpPr/>
          <p:nvPr/>
        </p:nvSpPr>
        <p:spPr>
          <a:xfrm>
            <a:off x="5118970" y="2105306"/>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41" name="Google Shape;2941;p121"/>
          <p:cNvSpPr/>
          <p:nvPr/>
        </p:nvSpPr>
        <p:spPr>
          <a:xfrm>
            <a:off x="5118970" y="1957606"/>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42" name="Google Shape;2942;p121"/>
          <p:cNvSpPr/>
          <p:nvPr/>
        </p:nvSpPr>
        <p:spPr>
          <a:xfrm>
            <a:off x="5118970" y="1808259"/>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43" name="Google Shape;2943;p121"/>
          <p:cNvSpPr/>
          <p:nvPr/>
        </p:nvSpPr>
        <p:spPr>
          <a:xfrm>
            <a:off x="5118970" y="1660340"/>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44" name="Google Shape;2944;p121"/>
          <p:cNvSpPr/>
          <p:nvPr/>
        </p:nvSpPr>
        <p:spPr>
          <a:xfrm>
            <a:off x="5118970" y="1516206"/>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45" name="Google Shape;2945;p121"/>
          <p:cNvSpPr/>
          <p:nvPr/>
        </p:nvSpPr>
        <p:spPr>
          <a:xfrm>
            <a:off x="5118970" y="1363493"/>
            <a:ext cx="323100" cy="151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46" name="Google Shape;2946;p121"/>
          <p:cNvSpPr/>
          <p:nvPr/>
        </p:nvSpPr>
        <p:spPr>
          <a:xfrm>
            <a:off x="7908423" y="4157888"/>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47" name="Google Shape;2947;p121"/>
          <p:cNvSpPr/>
          <p:nvPr/>
        </p:nvSpPr>
        <p:spPr>
          <a:xfrm>
            <a:off x="7908423" y="3993738"/>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48" name="Google Shape;2948;p121"/>
          <p:cNvSpPr/>
          <p:nvPr/>
        </p:nvSpPr>
        <p:spPr>
          <a:xfrm>
            <a:off x="7908423" y="382958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49" name="Google Shape;2949;p121"/>
          <p:cNvSpPr/>
          <p:nvPr/>
        </p:nvSpPr>
        <p:spPr>
          <a:xfrm>
            <a:off x="7908423" y="366700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50" name="Google Shape;2950;p121"/>
          <p:cNvSpPr/>
          <p:nvPr/>
        </p:nvSpPr>
        <p:spPr>
          <a:xfrm>
            <a:off x="7908423" y="350858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51" name="Google Shape;2951;p121"/>
          <p:cNvSpPr/>
          <p:nvPr/>
        </p:nvSpPr>
        <p:spPr>
          <a:xfrm>
            <a:off x="7908423" y="334073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52" name="Google Shape;2952;p121"/>
          <p:cNvSpPr/>
          <p:nvPr/>
        </p:nvSpPr>
        <p:spPr>
          <a:xfrm>
            <a:off x="7908423" y="316679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53" name="Google Shape;2953;p121"/>
          <p:cNvSpPr/>
          <p:nvPr/>
        </p:nvSpPr>
        <p:spPr>
          <a:xfrm>
            <a:off x="7908423" y="300264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54" name="Google Shape;2954;p121"/>
          <p:cNvSpPr/>
          <p:nvPr/>
        </p:nvSpPr>
        <p:spPr>
          <a:xfrm>
            <a:off x="7908423" y="283849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55" name="Google Shape;2955;p121"/>
          <p:cNvSpPr/>
          <p:nvPr/>
        </p:nvSpPr>
        <p:spPr>
          <a:xfrm>
            <a:off x="7908423" y="267591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56" name="Google Shape;2956;p121"/>
          <p:cNvSpPr/>
          <p:nvPr/>
        </p:nvSpPr>
        <p:spPr>
          <a:xfrm>
            <a:off x="7908423" y="251749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57" name="Google Shape;2957;p121"/>
          <p:cNvSpPr/>
          <p:nvPr/>
        </p:nvSpPr>
        <p:spPr>
          <a:xfrm>
            <a:off x="7908423" y="234964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58" name="Google Shape;2958;p121"/>
          <p:cNvSpPr/>
          <p:nvPr/>
        </p:nvSpPr>
        <p:spPr>
          <a:xfrm>
            <a:off x="7908423" y="218730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959" name="Google Shape;2959;p121"/>
          <p:cNvCxnSpPr/>
          <p:nvPr/>
        </p:nvCxnSpPr>
        <p:spPr>
          <a:xfrm rot="10800000">
            <a:off x="3511788" y="4032173"/>
            <a:ext cx="1596900" cy="0"/>
          </a:xfrm>
          <a:prstGeom prst="straightConnector1">
            <a:avLst/>
          </a:prstGeom>
          <a:noFill/>
          <a:ln cap="flat" cmpd="sng" w="28575">
            <a:solidFill>
              <a:schemeClr val="dk1"/>
            </a:solidFill>
            <a:prstDash val="solid"/>
            <a:round/>
            <a:headEnd len="med" w="med" type="triangle"/>
            <a:tailEnd len="med" w="med" type="triangle"/>
          </a:ln>
        </p:spPr>
      </p:cxnSp>
      <p:sp>
        <p:nvSpPr>
          <p:cNvPr id="2960" name="Google Shape;2960;p121"/>
          <p:cNvSpPr txBox="1"/>
          <p:nvPr>
            <p:ph idx="4294967295" type="body"/>
          </p:nvPr>
        </p:nvSpPr>
        <p:spPr>
          <a:xfrm>
            <a:off x="4046177" y="4036200"/>
            <a:ext cx="777900" cy="291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30 cm</a:t>
            </a:r>
            <a:endParaRPr baseline="30000" sz="2000">
              <a:solidFill>
                <a:schemeClr val="accent4"/>
              </a:solidFill>
              <a:latin typeface="Times New Roman"/>
              <a:ea typeface="Times New Roman"/>
              <a:cs typeface="Times New Roman"/>
              <a:sym typeface="Times New Roman"/>
            </a:endParaRPr>
          </a:p>
        </p:txBody>
      </p:sp>
      <p:cxnSp>
        <p:nvCxnSpPr>
          <p:cNvPr id="2961" name="Google Shape;2961;p121"/>
          <p:cNvCxnSpPr/>
          <p:nvPr/>
        </p:nvCxnSpPr>
        <p:spPr>
          <a:xfrm flipH="1" rot="10800000">
            <a:off x="5543490" y="1667511"/>
            <a:ext cx="1800" cy="2213700"/>
          </a:xfrm>
          <a:prstGeom prst="straightConnector1">
            <a:avLst/>
          </a:prstGeom>
          <a:noFill/>
          <a:ln cap="flat" cmpd="sng" w="28575">
            <a:solidFill>
              <a:schemeClr val="dk1"/>
            </a:solidFill>
            <a:prstDash val="solid"/>
            <a:round/>
            <a:headEnd len="med" w="med" type="triangle"/>
            <a:tailEnd len="med" w="med" type="triangle"/>
          </a:ln>
        </p:spPr>
      </p:cxnSp>
      <p:sp>
        <p:nvSpPr>
          <p:cNvPr id="2962" name="Google Shape;2962;p121"/>
          <p:cNvSpPr txBox="1"/>
          <p:nvPr>
            <p:ph idx="4294967295" type="body"/>
          </p:nvPr>
        </p:nvSpPr>
        <p:spPr>
          <a:xfrm>
            <a:off x="5611500" y="2580300"/>
            <a:ext cx="687900" cy="291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40 cm</a:t>
            </a:r>
            <a:endParaRPr baseline="30000" sz="2000">
              <a:solidFill>
                <a:schemeClr val="accent4"/>
              </a:solidFill>
              <a:latin typeface="Times New Roman"/>
              <a:ea typeface="Times New Roman"/>
              <a:cs typeface="Times New Roman"/>
              <a:sym typeface="Times New Roman"/>
            </a:endParaRPr>
          </a:p>
        </p:txBody>
      </p:sp>
      <p:cxnSp>
        <p:nvCxnSpPr>
          <p:cNvPr id="2963" name="Google Shape;2963;p121"/>
          <p:cNvCxnSpPr/>
          <p:nvPr/>
        </p:nvCxnSpPr>
        <p:spPr>
          <a:xfrm flipH="1" rot="10800000">
            <a:off x="6807573" y="1530196"/>
            <a:ext cx="1069500" cy="2771400"/>
          </a:xfrm>
          <a:prstGeom prst="straightConnector1">
            <a:avLst/>
          </a:prstGeom>
          <a:noFill/>
          <a:ln cap="flat" cmpd="sng" w="28575">
            <a:solidFill>
              <a:schemeClr val="dk1"/>
            </a:solidFill>
            <a:prstDash val="solid"/>
            <a:round/>
            <a:headEnd len="med" w="med" type="triangle"/>
            <a:tailEnd len="med" w="med" type="triangle"/>
          </a:ln>
        </p:spPr>
      </p:cxnSp>
      <p:cxnSp>
        <p:nvCxnSpPr>
          <p:cNvPr id="2964" name="Google Shape;2964;p121"/>
          <p:cNvCxnSpPr/>
          <p:nvPr/>
        </p:nvCxnSpPr>
        <p:spPr>
          <a:xfrm flipH="1">
            <a:off x="3511616" y="1683812"/>
            <a:ext cx="1586700" cy="2217000"/>
          </a:xfrm>
          <a:prstGeom prst="straightConnector1">
            <a:avLst/>
          </a:prstGeom>
          <a:noFill/>
          <a:ln cap="flat" cmpd="sng" w="28575">
            <a:solidFill>
              <a:schemeClr val="dk1"/>
            </a:solidFill>
            <a:prstDash val="solid"/>
            <a:round/>
            <a:headEnd len="med" w="med" type="triangle"/>
            <a:tailEnd len="med" w="med" type="triangle"/>
          </a:ln>
        </p:spPr>
      </p:cxnSp>
      <p:sp>
        <p:nvSpPr>
          <p:cNvPr id="2965" name="Google Shape;2965;p121"/>
          <p:cNvSpPr txBox="1"/>
          <p:nvPr>
            <p:ph idx="4294967295" type="body"/>
          </p:nvPr>
        </p:nvSpPr>
        <p:spPr>
          <a:xfrm>
            <a:off x="3698702" y="2389075"/>
            <a:ext cx="687900" cy="291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50 cm</a:t>
            </a:r>
            <a:endParaRPr baseline="30000" sz="2000">
              <a:solidFill>
                <a:schemeClr val="accent4"/>
              </a:solidFill>
              <a:latin typeface="Times New Roman"/>
              <a:ea typeface="Times New Roman"/>
              <a:cs typeface="Times New Roman"/>
              <a:sym typeface="Times New Roman"/>
            </a:endParaRPr>
          </a:p>
        </p:txBody>
      </p:sp>
      <p:sp>
        <p:nvSpPr>
          <p:cNvPr id="2966" name="Google Shape;2966;p121"/>
          <p:cNvSpPr/>
          <p:nvPr/>
        </p:nvSpPr>
        <p:spPr>
          <a:xfrm>
            <a:off x="4737140" y="3530996"/>
            <a:ext cx="370500" cy="370500"/>
          </a:xfrm>
          <a:prstGeom prst="rect">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967" name="Google Shape;2967;p121"/>
          <p:cNvCxnSpPr/>
          <p:nvPr/>
        </p:nvCxnSpPr>
        <p:spPr>
          <a:xfrm flipH="1" rot="10800000">
            <a:off x="8378977" y="1514875"/>
            <a:ext cx="2100" cy="2786700"/>
          </a:xfrm>
          <a:prstGeom prst="straightConnector1">
            <a:avLst/>
          </a:prstGeom>
          <a:noFill/>
          <a:ln cap="flat" cmpd="sng" w="28575">
            <a:solidFill>
              <a:schemeClr val="dk1"/>
            </a:solidFill>
            <a:prstDash val="solid"/>
            <a:round/>
            <a:headEnd len="med" w="med" type="triangle"/>
            <a:tailEnd len="med" w="med" type="triangle"/>
          </a:ln>
        </p:spPr>
      </p:cxnSp>
      <p:cxnSp>
        <p:nvCxnSpPr>
          <p:cNvPr id="2968" name="Google Shape;2968;p121"/>
          <p:cNvCxnSpPr/>
          <p:nvPr/>
        </p:nvCxnSpPr>
        <p:spPr>
          <a:xfrm rot="10800000">
            <a:off x="6819575" y="4467500"/>
            <a:ext cx="1092000" cy="0"/>
          </a:xfrm>
          <a:prstGeom prst="straightConnector1">
            <a:avLst/>
          </a:prstGeom>
          <a:noFill/>
          <a:ln cap="flat" cmpd="sng" w="28575">
            <a:solidFill>
              <a:schemeClr val="dk1"/>
            </a:solidFill>
            <a:prstDash val="solid"/>
            <a:round/>
            <a:headEnd len="med" w="med" type="triangle"/>
            <a:tailEnd len="med" w="med" type="triangle"/>
          </a:ln>
        </p:spPr>
      </p:cxnSp>
      <p:sp>
        <p:nvSpPr>
          <p:cNvPr id="2969" name="Google Shape;2969;p121"/>
          <p:cNvSpPr txBox="1"/>
          <p:nvPr>
            <p:ph idx="4294967295" type="body"/>
          </p:nvPr>
        </p:nvSpPr>
        <p:spPr>
          <a:xfrm>
            <a:off x="7124722" y="4471925"/>
            <a:ext cx="5511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5 yd</a:t>
            </a:r>
            <a:endParaRPr baseline="30000" sz="2000">
              <a:solidFill>
                <a:schemeClr val="accent4"/>
              </a:solidFill>
              <a:latin typeface="Times New Roman"/>
              <a:ea typeface="Times New Roman"/>
              <a:cs typeface="Times New Roman"/>
              <a:sym typeface="Times New Roman"/>
            </a:endParaRPr>
          </a:p>
        </p:txBody>
      </p:sp>
      <p:sp>
        <p:nvSpPr>
          <p:cNvPr id="2970" name="Google Shape;2970;p121"/>
          <p:cNvSpPr txBox="1"/>
          <p:nvPr>
            <p:ph idx="4294967295" type="body"/>
          </p:nvPr>
        </p:nvSpPr>
        <p:spPr>
          <a:xfrm>
            <a:off x="8467426" y="2719325"/>
            <a:ext cx="6879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12 yd</a:t>
            </a:r>
            <a:endParaRPr baseline="30000" sz="2000">
              <a:solidFill>
                <a:schemeClr val="accent4"/>
              </a:solidFill>
              <a:latin typeface="Times New Roman"/>
              <a:ea typeface="Times New Roman"/>
              <a:cs typeface="Times New Roman"/>
              <a:sym typeface="Times New Roman"/>
            </a:endParaRPr>
          </a:p>
        </p:txBody>
      </p:sp>
      <p:cxnSp>
        <p:nvCxnSpPr>
          <p:cNvPr id="2971" name="Google Shape;2971;p121"/>
          <p:cNvCxnSpPr/>
          <p:nvPr/>
        </p:nvCxnSpPr>
        <p:spPr>
          <a:xfrm>
            <a:off x="3298896" y="3914670"/>
            <a:ext cx="2439300" cy="0"/>
          </a:xfrm>
          <a:prstGeom prst="straightConnector1">
            <a:avLst/>
          </a:prstGeom>
          <a:noFill/>
          <a:ln cap="flat" cmpd="sng" w="38100">
            <a:solidFill>
              <a:schemeClr val="dk1"/>
            </a:solidFill>
            <a:prstDash val="solid"/>
            <a:round/>
            <a:headEnd len="med" w="med" type="none"/>
            <a:tailEnd len="med" w="med" type="none"/>
          </a:ln>
        </p:spPr>
      </p:cxnSp>
      <p:cxnSp>
        <p:nvCxnSpPr>
          <p:cNvPr id="2972" name="Google Shape;2972;p121"/>
          <p:cNvCxnSpPr/>
          <p:nvPr/>
        </p:nvCxnSpPr>
        <p:spPr>
          <a:xfrm>
            <a:off x="6176088" y="4328526"/>
            <a:ext cx="2439300" cy="0"/>
          </a:xfrm>
          <a:prstGeom prst="straightConnector1">
            <a:avLst/>
          </a:prstGeom>
          <a:noFill/>
          <a:ln cap="flat" cmpd="sng" w="38100">
            <a:solidFill>
              <a:schemeClr val="dk1"/>
            </a:solidFill>
            <a:prstDash val="solid"/>
            <a:round/>
            <a:headEnd len="med" w="med" type="none"/>
            <a:tailEnd len="med" w="med" type="none"/>
          </a:ln>
        </p:spPr>
      </p:cxnSp>
      <p:sp>
        <p:nvSpPr>
          <p:cNvPr id="2973" name="Google Shape;2973;p121"/>
          <p:cNvSpPr/>
          <p:nvPr/>
        </p:nvSpPr>
        <p:spPr>
          <a:xfrm>
            <a:off x="7908423" y="201204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74" name="Google Shape;2974;p121"/>
          <p:cNvSpPr/>
          <p:nvPr/>
        </p:nvSpPr>
        <p:spPr>
          <a:xfrm>
            <a:off x="7908423" y="184789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75" name="Google Shape;2975;p121"/>
          <p:cNvSpPr/>
          <p:nvPr/>
        </p:nvSpPr>
        <p:spPr>
          <a:xfrm>
            <a:off x="7908423" y="168531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76" name="Google Shape;2976;p121"/>
          <p:cNvSpPr/>
          <p:nvPr/>
        </p:nvSpPr>
        <p:spPr>
          <a:xfrm>
            <a:off x="7908423" y="152689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77" name="Google Shape;2977;p121"/>
          <p:cNvSpPr/>
          <p:nvPr/>
        </p:nvSpPr>
        <p:spPr>
          <a:xfrm>
            <a:off x="7908423" y="1359046"/>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78" name="Google Shape;2978;p121"/>
          <p:cNvSpPr/>
          <p:nvPr/>
        </p:nvSpPr>
        <p:spPr>
          <a:xfrm>
            <a:off x="7908423" y="1196707"/>
            <a:ext cx="355200" cy="1665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79" name="Google Shape;2979;p121"/>
          <p:cNvSpPr txBox="1"/>
          <p:nvPr>
            <p:ph idx="4294967295" type="body"/>
          </p:nvPr>
        </p:nvSpPr>
        <p:spPr>
          <a:xfrm>
            <a:off x="6714826" y="2668061"/>
            <a:ext cx="6879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13 yd</a:t>
            </a:r>
            <a:endParaRPr baseline="30000" sz="2000">
              <a:solidFill>
                <a:schemeClr val="accent4"/>
              </a:solidFill>
              <a:latin typeface="Times New Roman"/>
              <a:ea typeface="Times New Roman"/>
              <a:cs typeface="Times New Roman"/>
              <a:sym typeface="Times New Roman"/>
            </a:endParaRPr>
          </a:p>
        </p:txBody>
      </p:sp>
      <p:sp>
        <p:nvSpPr>
          <p:cNvPr id="2980" name="Google Shape;2980;p121"/>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Show whether each of these walls is upright.</a:t>
            </a:r>
            <a:endParaRPr/>
          </a:p>
        </p:txBody>
      </p:sp>
      <p:sp>
        <p:nvSpPr>
          <p:cNvPr id="2981" name="Google Shape;2981;p121"/>
          <p:cNvSpPr txBox="1"/>
          <p:nvPr>
            <p:ph idx="4294967295" type="body"/>
          </p:nvPr>
        </p:nvSpPr>
        <p:spPr>
          <a:xfrm>
            <a:off x="1367775" y="1952775"/>
            <a:ext cx="1580100" cy="344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3</a:t>
            </a:r>
            <a:r>
              <a:rPr baseline="30000" lang="en-GB" sz="2400">
                <a:latin typeface="Times New Roman"/>
                <a:ea typeface="Times New Roman"/>
                <a:cs typeface="Times New Roman"/>
                <a:sym typeface="Times New Roman"/>
              </a:rPr>
              <a:t>2</a:t>
            </a:r>
            <a:r>
              <a:rPr lang="en-GB" sz="2400">
                <a:latin typeface="Times New Roman"/>
                <a:ea typeface="Times New Roman"/>
                <a:cs typeface="Times New Roman"/>
                <a:sym typeface="Times New Roman"/>
              </a:rPr>
              <a:t> + 4</a:t>
            </a:r>
            <a:r>
              <a:rPr baseline="30000" lang="en-GB" sz="2400">
                <a:latin typeface="Times New Roman"/>
                <a:ea typeface="Times New Roman"/>
                <a:cs typeface="Times New Roman"/>
                <a:sym typeface="Times New Roman"/>
              </a:rPr>
              <a:t>2</a:t>
            </a:r>
            <a:r>
              <a:rPr lang="en-GB" sz="2400">
                <a:latin typeface="Times New Roman"/>
                <a:ea typeface="Times New Roman"/>
                <a:cs typeface="Times New Roman"/>
                <a:sym typeface="Times New Roman"/>
              </a:rPr>
              <a:t> = 5</a:t>
            </a:r>
            <a:r>
              <a:rPr baseline="30000" lang="en-GB" sz="2400">
                <a:latin typeface="Times New Roman"/>
                <a:ea typeface="Times New Roman"/>
                <a:cs typeface="Times New Roman"/>
                <a:sym typeface="Times New Roman"/>
              </a:rPr>
              <a:t>2</a:t>
            </a:r>
            <a:endParaRPr baseline="30000" sz="2400">
              <a:solidFill>
                <a:schemeClr val="accent4"/>
              </a:solidFill>
              <a:latin typeface="Times New Roman"/>
              <a:ea typeface="Times New Roman"/>
              <a:cs typeface="Times New Roman"/>
              <a:sym typeface="Times New Roman"/>
            </a:endParaRPr>
          </a:p>
        </p:txBody>
      </p:sp>
      <p:sp>
        <p:nvSpPr>
          <p:cNvPr id="2982" name="Google Shape;2982;p121"/>
          <p:cNvSpPr txBox="1"/>
          <p:nvPr>
            <p:ph idx="4294967295" type="body"/>
          </p:nvPr>
        </p:nvSpPr>
        <p:spPr>
          <a:xfrm>
            <a:off x="1369450" y="3546425"/>
            <a:ext cx="7947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Right</a:t>
            </a:r>
            <a:endParaRPr baseline="30000" sz="2000">
              <a:solidFill>
                <a:schemeClr val="accent4"/>
              </a:solidFill>
              <a:latin typeface="Kalam"/>
              <a:ea typeface="Kalam"/>
              <a:cs typeface="Kalam"/>
              <a:sym typeface="Kalam"/>
            </a:endParaRPr>
          </a:p>
        </p:txBody>
      </p:sp>
      <p:sp>
        <p:nvSpPr>
          <p:cNvPr id="2983" name="Google Shape;2983;p121"/>
          <p:cNvSpPr txBox="1"/>
          <p:nvPr>
            <p:ph idx="4294967295" type="body"/>
          </p:nvPr>
        </p:nvSpPr>
        <p:spPr>
          <a:xfrm>
            <a:off x="3501375" y="4391175"/>
            <a:ext cx="1938900" cy="344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30</a:t>
            </a:r>
            <a:r>
              <a:rPr baseline="30000" lang="en-GB" sz="2400">
                <a:latin typeface="Times New Roman"/>
                <a:ea typeface="Times New Roman"/>
                <a:cs typeface="Times New Roman"/>
                <a:sym typeface="Times New Roman"/>
              </a:rPr>
              <a:t>2</a:t>
            </a:r>
            <a:r>
              <a:rPr lang="en-GB" sz="2400">
                <a:latin typeface="Times New Roman"/>
                <a:ea typeface="Times New Roman"/>
                <a:cs typeface="Times New Roman"/>
                <a:sym typeface="Times New Roman"/>
              </a:rPr>
              <a:t> + 40</a:t>
            </a:r>
            <a:r>
              <a:rPr baseline="30000" lang="en-GB" sz="2400">
                <a:latin typeface="Times New Roman"/>
                <a:ea typeface="Times New Roman"/>
                <a:cs typeface="Times New Roman"/>
                <a:sym typeface="Times New Roman"/>
              </a:rPr>
              <a:t>2</a:t>
            </a:r>
            <a:r>
              <a:rPr lang="en-GB" sz="2400">
                <a:latin typeface="Times New Roman"/>
                <a:ea typeface="Times New Roman"/>
                <a:cs typeface="Times New Roman"/>
                <a:sym typeface="Times New Roman"/>
              </a:rPr>
              <a:t> = 50</a:t>
            </a:r>
            <a:r>
              <a:rPr baseline="30000" lang="en-GB" sz="2400">
                <a:latin typeface="Times New Roman"/>
                <a:ea typeface="Times New Roman"/>
                <a:cs typeface="Times New Roman"/>
                <a:sym typeface="Times New Roman"/>
              </a:rPr>
              <a:t>2</a:t>
            </a:r>
            <a:endParaRPr baseline="30000" sz="2400">
              <a:solidFill>
                <a:schemeClr val="accent4"/>
              </a:solidFill>
              <a:latin typeface="Times New Roman"/>
              <a:ea typeface="Times New Roman"/>
              <a:cs typeface="Times New Roman"/>
              <a:sym typeface="Times New Roman"/>
            </a:endParaRPr>
          </a:p>
        </p:txBody>
      </p:sp>
      <p:sp>
        <p:nvSpPr>
          <p:cNvPr id="2984" name="Google Shape;2984;p121"/>
          <p:cNvSpPr txBox="1"/>
          <p:nvPr>
            <p:ph idx="4294967295" type="body"/>
          </p:nvPr>
        </p:nvSpPr>
        <p:spPr>
          <a:xfrm>
            <a:off x="4417450" y="3165425"/>
            <a:ext cx="7947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Right</a:t>
            </a:r>
            <a:endParaRPr baseline="30000" sz="2000">
              <a:solidFill>
                <a:schemeClr val="accent4"/>
              </a:solidFill>
              <a:latin typeface="Kalam"/>
              <a:ea typeface="Kalam"/>
              <a:cs typeface="Kalam"/>
              <a:sym typeface="Kalam"/>
            </a:endParaRPr>
          </a:p>
        </p:txBody>
      </p:sp>
      <p:sp>
        <p:nvSpPr>
          <p:cNvPr id="2985" name="Google Shape;2985;p121"/>
          <p:cNvSpPr/>
          <p:nvPr/>
        </p:nvSpPr>
        <p:spPr>
          <a:xfrm>
            <a:off x="7534172" y="3955340"/>
            <a:ext cx="370500" cy="370500"/>
          </a:xfrm>
          <a:prstGeom prst="rect">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86" name="Google Shape;2986;p121"/>
          <p:cNvSpPr txBox="1"/>
          <p:nvPr>
            <p:ph idx="4294967295" type="body"/>
          </p:nvPr>
        </p:nvSpPr>
        <p:spPr>
          <a:xfrm>
            <a:off x="5917401" y="1843725"/>
            <a:ext cx="1758300" cy="344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5</a:t>
            </a:r>
            <a:r>
              <a:rPr baseline="30000" lang="en-GB" sz="2400">
                <a:latin typeface="Times New Roman"/>
                <a:ea typeface="Times New Roman"/>
                <a:cs typeface="Times New Roman"/>
                <a:sym typeface="Times New Roman"/>
              </a:rPr>
              <a:t>2</a:t>
            </a:r>
            <a:r>
              <a:rPr lang="en-GB" sz="2400">
                <a:latin typeface="Times New Roman"/>
                <a:ea typeface="Times New Roman"/>
                <a:cs typeface="Times New Roman"/>
                <a:sym typeface="Times New Roman"/>
              </a:rPr>
              <a:t> + 12</a:t>
            </a:r>
            <a:r>
              <a:rPr baseline="30000" lang="en-GB" sz="2400">
                <a:latin typeface="Times New Roman"/>
                <a:ea typeface="Times New Roman"/>
                <a:cs typeface="Times New Roman"/>
                <a:sym typeface="Times New Roman"/>
              </a:rPr>
              <a:t>2</a:t>
            </a:r>
            <a:r>
              <a:rPr lang="en-GB" sz="2400">
                <a:latin typeface="Times New Roman"/>
                <a:ea typeface="Times New Roman"/>
                <a:cs typeface="Times New Roman"/>
                <a:sym typeface="Times New Roman"/>
              </a:rPr>
              <a:t> = 13</a:t>
            </a:r>
            <a:r>
              <a:rPr baseline="30000" lang="en-GB" sz="2400">
                <a:latin typeface="Times New Roman"/>
                <a:ea typeface="Times New Roman"/>
                <a:cs typeface="Times New Roman"/>
                <a:sym typeface="Times New Roman"/>
              </a:rPr>
              <a:t>2</a:t>
            </a:r>
            <a:endParaRPr baseline="30000" sz="2400">
              <a:solidFill>
                <a:schemeClr val="accent4"/>
              </a:solidFill>
              <a:latin typeface="Times New Roman"/>
              <a:ea typeface="Times New Roman"/>
              <a:cs typeface="Times New Roman"/>
              <a:sym typeface="Times New Roman"/>
            </a:endParaRPr>
          </a:p>
        </p:txBody>
      </p:sp>
      <p:sp>
        <p:nvSpPr>
          <p:cNvPr id="2987" name="Google Shape;2987;p121"/>
          <p:cNvSpPr txBox="1"/>
          <p:nvPr>
            <p:ph idx="4294967295" type="body"/>
          </p:nvPr>
        </p:nvSpPr>
        <p:spPr>
          <a:xfrm>
            <a:off x="7214483" y="3589769"/>
            <a:ext cx="7947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Right</a:t>
            </a:r>
            <a:endParaRPr baseline="30000" sz="2000">
              <a:solidFill>
                <a:schemeClr val="accent4"/>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1" name="Shape 2991"/>
        <p:cNvGrpSpPr/>
        <p:nvPr/>
      </p:nvGrpSpPr>
      <p:grpSpPr>
        <a:xfrm>
          <a:off x="0" y="0"/>
          <a:ext cx="0" cy="0"/>
          <a:chOff x="0" y="0"/>
          <a:chExt cx="0" cy="0"/>
        </a:xfrm>
      </p:grpSpPr>
      <p:sp>
        <p:nvSpPr>
          <p:cNvPr id="2992" name="Google Shape;2992;p122"/>
          <p:cNvSpPr txBox="1"/>
          <p:nvPr>
            <p:ph idx="1" type="body"/>
          </p:nvPr>
        </p:nvSpPr>
        <p:spPr>
          <a:xfrm>
            <a:off x="324000" y="759300"/>
            <a:ext cx="66255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 Explain how we know this corner is not ‘right’.</a:t>
            </a:r>
            <a:endParaRPr/>
          </a:p>
        </p:txBody>
      </p:sp>
      <p:sp>
        <p:nvSpPr>
          <p:cNvPr id="2993" name="Google Shape;2993;p12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Other applications of maths</a:t>
            </a:r>
            <a:endParaRPr/>
          </a:p>
        </p:txBody>
      </p:sp>
      <p:sp>
        <p:nvSpPr>
          <p:cNvPr id="2994" name="Google Shape;2994;p122"/>
          <p:cNvSpPr txBox="1"/>
          <p:nvPr>
            <p:ph idx="4294967295" type="body"/>
          </p:nvPr>
        </p:nvSpPr>
        <p:spPr>
          <a:xfrm>
            <a:off x="2263579" y="4359400"/>
            <a:ext cx="568800" cy="238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4 ft</a:t>
            </a:r>
            <a:endParaRPr baseline="30000">
              <a:solidFill>
                <a:schemeClr val="accent4"/>
              </a:solidFill>
              <a:latin typeface="Times New Roman"/>
              <a:ea typeface="Times New Roman"/>
              <a:cs typeface="Times New Roman"/>
              <a:sym typeface="Times New Roman"/>
            </a:endParaRPr>
          </a:p>
        </p:txBody>
      </p:sp>
      <p:sp>
        <p:nvSpPr>
          <p:cNvPr id="2995" name="Google Shape;2995;p122"/>
          <p:cNvSpPr txBox="1"/>
          <p:nvPr>
            <p:ph idx="4294967295" type="body"/>
          </p:nvPr>
        </p:nvSpPr>
        <p:spPr>
          <a:xfrm>
            <a:off x="4942000" y="3421950"/>
            <a:ext cx="568800" cy="238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3 ft</a:t>
            </a:r>
            <a:endParaRPr baseline="30000">
              <a:solidFill>
                <a:schemeClr val="accent4"/>
              </a:solidFill>
              <a:latin typeface="Times New Roman"/>
              <a:ea typeface="Times New Roman"/>
              <a:cs typeface="Times New Roman"/>
              <a:sym typeface="Times New Roman"/>
            </a:endParaRPr>
          </a:p>
        </p:txBody>
      </p:sp>
      <p:sp>
        <p:nvSpPr>
          <p:cNvPr id="2996" name="Google Shape;2996;p122"/>
          <p:cNvSpPr txBox="1"/>
          <p:nvPr>
            <p:ph idx="4294967295" type="body"/>
          </p:nvPr>
        </p:nvSpPr>
        <p:spPr>
          <a:xfrm>
            <a:off x="2649121" y="2806600"/>
            <a:ext cx="568800" cy="238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Times New Roman"/>
                <a:ea typeface="Times New Roman"/>
                <a:cs typeface="Times New Roman"/>
                <a:sym typeface="Times New Roman"/>
              </a:rPr>
              <a:t>5 ft</a:t>
            </a:r>
            <a:endParaRPr baseline="30000">
              <a:solidFill>
                <a:schemeClr val="accent4"/>
              </a:solidFill>
              <a:latin typeface="Times New Roman"/>
              <a:ea typeface="Times New Roman"/>
              <a:cs typeface="Times New Roman"/>
              <a:sym typeface="Times New Roman"/>
            </a:endParaRPr>
          </a:p>
        </p:txBody>
      </p:sp>
      <p:grpSp>
        <p:nvGrpSpPr>
          <p:cNvPr id="2997" name="Google Shape;2997;p122"/>
          <p:cNvGrpSpPr/>
          <p:nvPr/>
        </p:nvGrpSpPr>
        <p:grpSpPr>
          <a:xfrm rot="962688">
            <a:off x="610863" y="1422574"/>
            <a:ext cx="4341898" cy="2925349"/>
            <a:chOff x="3002400" y="1139680"/>
            <a:chExt cx="4940520" cy="3328670"/>
          </a:xfrm>
        </p:grpSpPr>
        <p:sp>
          <p:nvSpPr>
            <p:cNvPr id="2998" name="Google Shape;2998;p122"/>
            <p:cNvSpPr/>
            <p:nvPr/>
          </p:nvSpPr>
          <p:spPr>
            <a:xfrm>
              <a:off x="6821925"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999" name="Google Shape;2999;p122"/>
            <p:cNvGrpSpPr/>
            <p:nvPr/>
          </p:nvGrpSpPr>
          <p:grpSpPr>
            <a:xfrm rot="-1162525">
              <a:off x="3812383" y="2689992"/>
              <a:ext cx="3836001" cy="684099"/>
              <a:chOff x="477525" y="1337228"/>
              <a:chExt cx="8296079" cy="1479494"/>
            </a:xfrm>
          </p:grpSpPr>
          <p:pic>
            <p:nvPicPr>
              <p:cNvPr id="3000" name="Google Shape;3000;p122"/>
              <p:cNvPicPr preferRelativeResize="0"/>
              <p:nvPr/>
            </p:nvPicPr>
            <p:blipFill>
              <a:blip r:embed="rId3">
                <a:alphaModFix/>
              </a:blip>
              <a:stretch>
                <a:fillRect/>
              </a:stretch>
            </p:blipFill>
            <p:spPr>
              <a:xfrm rot="-536226">
                <a:off x="7094229" y="1466080"/>
                <a:ext cx="1674688" cy="180720"/>
              </a:xfrm>
              <a:prstGeom prst="rect">
                <a:avLst/>
              </a:prstGeom>
              <a:noFill/>
              <a:ln>
                <a:noFill/>
              </a:ln>
            </p:spPr>
          </p:pic>
          <p:pic>
            <p:nvPicPr>
              <p:cNvPr id="3001" name="Google Shape;3001;p122"/>
              <p:cNvPicPr preferRelativeResize="0"/>
              <p:nvPr/>
            </p:nvPicPr>
            <p:blipFill>
              <a:blip r:embed="rId3">
                <a:alphaModFix/>
              </a:blip>
              <a:stretch>
                <a:fillRect/>
              </a:stretch>
            </p:blipFill>
            <p:spPr>
              <a:xfrm rot="-536226">
                <a:off x="5446725" y="1723576"/>
                <a:ext cx="1674688" cy="180720"/>
              </a:xfrm>
              <a:prstGeom prst="rect">
                <a:avLst/>
              </a:prstGeom>
              <a:noFill/>
              <a:ln>
                <a:noFill/>
              </a:ln>
            </p:spPr>
          </p:pic>
          <p:pic>
            <p:nvPicPr>
              <p:cNvPr id="3002" name="Google Shape;3002;p122"/>
              <p:cNvPicPr preferRelativeResize="0"/>
              <p:nvPr/>
            </p:nvPicPr>
            <p:blipFill>
              <a:blip r:embed="rId3">
                <a:alphaModFix/>
              </a:blip>
              <a:stretch>
                <a:fillRect/>
              </a:stretch>
            </p:blipFill>
            <p:spPr>
              <a:xfrm rot="-536226">
                <a:off x="3794028" y="1987097"/>
                <a:ext cx="1674688" cy="180720"/>
              </a:xfrm>
              <a:prstGeom prst="rect">
                <a:avLst/>
              </a:prstGeom>
              <a:noFill/>
              <a:ln>
                <a:noFill/>
              </a:ln>
            </p:spPr>
          </p:pic>
          <p:sp>
            <p:nvSpPr>
              <p:cNvPr id="3003" name="Google Shape;3003;p122"/>
              <p:cNvSpPr/>
              <p:nvPr/>
            </p:nvSpPr>
            <p:spPr>
              <a:xfrm>
                <a:off x="5417734" y="1899810"/>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04" name="Google Shape;3004;p122"/>
              <p:cNvSpPr/>
              <p:nvPr/>
            </p:nvSpPr>
            <p:spPr>
              <a:xfrm>
                <a:off x="7079275" y="1636289"/>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3005" name="Google Shape;3005;p122"/>
              <p:cNvPicPr preferRelativeResize="0"/>
              <p:nvPr/>
            </p:nvPicPr>
            <p:blipFill>
              <a:blip r:embed="rId3">
                <a:alphaModFix/>
              </a:blip>
              <a:stretch>
                <a:fillRect/>
              </a:stretch>
            </p:blipFill>
            <p:spPr>
              <a:xfrm rot="-536226">
                <a:off x="2134910" y="2243629"/>
                <a:ext cx="1674688" cy="180720"/>
              </a:xfrm>
              <a:prstGeom prst="rect">
                <a:avLst/>
              </a:prstGeom>
              <a:noFill/>
              <a:ln>
                <a:noFill/>
              </a:ln>
            </p:spPr>
          </p:pic>
          <p:pic>
            <p:nvPicPr>
              <p:cNvPr id="3006" name="Google Shape;3006;p122"/>
              <p:cNvPicPr preferRelativeResize="0"/>
              <p:nvPr/>
            </p:nvPicPr>
            <p:blipFill>
              <a:blip r:embed="rId3">
                <a:alphaModFix/>
              </a:blip>
              <a:stretch>
                <a:fillRect/>
              </a:stretch>
            </p:blipFill>
            <p:spPr>
              <a:xfrm rot="-536226">
                <a:off x="482213" y="2507149"/>
                <a:ext cx="1674688" cy="180720"/>
              </a:xfrm>
              <a:prstGeom prst="rect">
                <a:avLst/>
              </a:prstGeom>
              <a:noFill/>
              <a:ln>
                <a:noFill/>
              </a:ln>
            </p:spPr>
          </p:pic>
          <p:sp>
            <p:nvSpPr>
              <p:cNvPr id="3007" name="Google Shape;3007;p122"/>
              <p:cNvSpPr/>
              <p:nvPr/>
            </p:nvSpPr>
            <p:spPr>
              <a:xfrm>
                <a:off x="2105919" y="2419863"/>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08" name="Google Shape;3008;p122"/>
              <p:cNvSpPr/>
              <p:nvPr/>
            </p:nvSpPr>
            <p:spPr>
              <a:xfrm>
                <a:off x="3767460" y="2156342"/>
                <a:ext cx="80400" cy="7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3009" name="Google Shape;3009;p122"/>
            <p:cNvCxnSpPr/>
            <p:nvPr/>
          </p:nvCxnSpPr>
          <p:spPr>
            <a:xfrm rot="10800000">
              <a:off x="4045425" y="4453050"/>
              <a:ext cx="3408600" cy="15300"/>
            </a:xfrm>
            <a:prstGeom prst="straightConnector1">
              <a:avLst/>
            </a:prstGeom>
            <a:noFill/>
            <a:ln cap="flat" cmpd="sng" w="28575">
              <a:solidFill>
                <a:schemeClr val="dk1"/>
              </a:solidFill>
              <a:prstDash val="solid"/>
              <a:round/>
              <a:headEnd len="med" w="med" type="triangle"/>
              <a:tailEnd len="med" w="med" type="triangle"/>
            </a:ln>
          </p:spPr>
        </p:cxnSp>
        <p:cxnSp>
          <p:nvCxnSpPr>
            <p:cNvPr id="3010" name="Google Shape;3010;p122"/>
            <p:cNvCxnSpPr/>
            <p:nvPr/>
          </p:nvCxnSpPr>
          <p:spPr>
            <a:xfrm flipH="1" rot="10800000">
              <a:off x="7940820" y="1587959"/>
              <a:ext cx="2100" cy="2436600"/>
            </a:xfrm>
            <a:prstGeom prst="straightConnector1">
              <a:avLst/>
            </a:prstGeom>
            <a:noFill/>
            <a:ln cap="flat" cmpd="sng" w="28575">
              <a:solidFill>
                <a:schemeClr val="dk1"/>
              </a:solidFill>
              <a:prstDash val="solid"/>
              <a:round/>
              <a:headEnd len="med" w="med" type="triangle"/>
              <a:tailEnd len="med" w="med" type="triangle"/>
            </a:ln>
          </p:spPr>
        </p:cxnSp>
        <p:sp>
          <p:nvSpPr>
            <p:cNvPr id="3011" name="Google Shape;3011;p122"/>
            <p:cNvSpPr/>
            <p:nvPr/>
          </p:nvSpPr>
          <p:spPr>
            <a:xfrm>
              <a:off x="6183750"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12" name="Google Shape;3012;p122"/>
            <p:cNvSpPr/>
            <p:nvPr/>
          </p:nvSpPr>
          <p:spPr>
            <a:xfrm>
              <a:off x="5545575"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13" name="Google Shape;3013;p122"/>
            <p:cNvSpPr/>
            <p:nvPr/>
          </p:nvSpPr>
          <p:spPr>
            <a:xfrm>
              <a:off x="4912163"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14" name="Google Shape;3014;p122"/>
            <p:cNvSpPr/>
            <p:nvPr/>
          </p:nvSpPr>
          <p:spPr>
            <a:xfrm>
              <a:off x="4273988"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15" name="Google Shape;3015;p122"/>
            <p:cNvSpPr/>
            <p:nvPr/>
          </p:nvSpPr>
          <p:spPr>
            <a:xfrm>
              <a:off x="3640575"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16" name="Google Shape;3016;p122"/>
            <p:cNvSpPr/>
            <p:nvPr/>
          </p:nvSpPr>
          <p:spPr>
            <a:xfrm>
              <a:off x="3002400" y="4026539"/>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17" name="Google Shape;3017;p122"/>
            <p:cNvSpPr/>
            <p:nvPr/>
          </p:nvSpPr>
          <p:spPr>
            <a:xfrm rot="5400000">
              <a:off x="7318964" y="3856668"/>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18" name="Google Shape;3018;p122"/>
            <p:cNvSpPr/>
            <p:nvPr/>
          </p:nvSpPr>
          <p:spPr>
            <a:xfrm rot="5400000">
              <a:off x="7318964" y="3218493"/>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19" name="Google Shape;3019;p122"/>
            <p:cNvSpPr/>
            <p:nvPr/>
          </p:nvSpPr>
          <p:spPr>
            <a:xfrm rot="5400000">
              <a:off x="7318964" y="2580318"/>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20" name="Google Shape;3020;p122"/>
            <p:cNvSpPr/>
            <p:nvPr/>
          </p:nvSpPr>
          <p:spPr>
            <a:xfrm rot="5400000">
              <a:off x="7318964" y="1946905"/>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21" name="Google Shape;3021;p122"/>
            <p:cNvSpPr/>
            <p:nvPr/>
          </p:nvSpPr>
          <p:spPr>
            <a:xfrm rot="5400000">
              <a:off x="7318964" y="1308730"/>
              <a:ext cx="635700" cy="297600"/>
            </a:xfrm>
            <a:prstGeom prst="rect">
              <a:avLst/>
            </a:prstGeom>
            <a:solidFill>
              <a:srgbClr val="783F0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3022" name="Google Shape;3022;p122"/>
          <p:cNvSpPr txBox="1"/>
          <p:nvPr>
            <p:ph idx="1" type="body"/>
          </p:nvPr>
        </p:nvSpPr>
        <p:spPr>
          <a:xfrm>
            <a:off x="324000" y="1198099"/>
            <a:ext cx="8496000" cy="87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You might have said, “In order to be</a:t>
            </a:r>
            <a:r>
              <a:rPr lang="en-GB" sz="2000">
                <a:latin typeface="Kalam"/>
                <a:ea typeface="Kalam"/>
                <a:cs typeface="Kalam"/>
                <a:sym typeface="Kalam"/>
              </a:rPr>
              <a:t> ‘right’ the Mason’s Rule should ‘fit’ to the points measured at 3 ft and 4 ft to make a ‘right’ 3, 4, 5 triangle”.</a:t>
            </a:r>
            <a:endParaRPr sz="2000">
              <a:latin typeface="Kalam"/>
              <a:ea typeface="Kalam"/>
              <a:cs typeface="Kalam"/>
              <a:sym typeface="Kalam"/>
            </a:endParaRPr>
          </a:p>
        </p:txBody>
      </p:sp>
      <p:sp>
        <p:nvSpPr>
          <p:cNvPr id="3023" name="Google Shape;3023;p122"/>
          <p:cNvSpPr txBox="1"/>
          <p:nvPr>
            <p:ph idx="4294967295" type="body"/>
          </p:nvPr>
        </p:nvSpPr>
        <p:spPr>
          <a:xfrm>
            <a:off x="1166160" y="3368477"/>
            <a:ext cx="282300" cy="36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600">
                <a:solidFill>
                  <a:schemeClr val="accent5"/>
                </a:solidFill>
              </a:rPr>
              <a:t>✖</a:t>
            </a:r>
            <a:endParaRPr sz="2600">
              <a:solidFill>
                <a:schemeClr val="accent5"/>
              </a:solidFill>
            </a:endParaRPr>
          </a:p>
        </p:txBody>
      </p:sp>
      <p:sp>
        <p:nvSpPr>
          <p:cNvPr id="3024" name="Google Shape;3024;p122"/>
          <p:cNvSpPr txBox="1"/>
          <p:nvPr>
            <p:ph idx="4294967295" type="body"/>
          </p:nvPr>
        </p:nvSpPr>
        <p:spPr>
          <a:xfrm>
            <a:off x="4595160" y="2207069"/>
            <a:ext cx="282300" cy="36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600">
                <a:solidFill>
                  <a:schemeClr val="accent5"/>
                </a:solidFill>
              </a:rPr>
              <a:t>✖</a:t>
            </a:r>
            <a:endParaRPr sz="2600">
              <a:solidFill>
                <a:schemeClr val="accent5"/>
              </a:solidFill>
            </a:endParaRPr>
          </a:p>
        </p:txBody>
      </p:sp>
      <p:sp>
        <p:nvSpPr>
          <p:cNvPr id="3025" name="Google Shape;3025;p122"/>
          <p:cNvSpPr txBox="1"/>
          <p:nvPr>
            <p:ph idx="1" type="body"/>
          </p:nvPr>
        </p:nvSpPr>
        <p:spPr>
          <a:xfrm>
            <a:off x="5429400" y="2188700"/>
            <a:ext cx="3390600" cy="87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“Because the rule does not ‘fit’ here we </a:t>
            </a:r>
            <a:r>
              <a:rPr lang="en-GB" sz="2000">
                <a:latin typeface="Kalam"/>
                <a:ea typeface="Kalam"/>
                <a:cs typeface="Kalam"/>
                <a:sym typeface="Kalam"/>
              </a:rPr>
              <a:t>know</a:t>
            </a:r>
            <a:r>
              <a:rPr lang="en-GB" sz="2000">
                <a:latin typeface="Kalam"/>
                <a:ea typeface="Kalam"/>
                <a:cs typeface="Kalam"/>
                <a:sym typeface="Kalam"/>
              </a:rPr>
              <a:t> the third length is not</a:t>
            </a:r>
            <a:r>
              <a:rPr lang="en-GB" sz="2000">
                <a:latin typeface="Kalam"/>
                <a:ea typeface="Kalam"/>
                <a:cs typeface="Kalam"/>
                <a:sym typeface="Kalam"/>
              </a:rPr>
              <a:t> 5 ft therefore this is not a right-angled triangle; the corner is not a right angle.”</a:t>
            </a:r>
            <a:endParaRPr sz="2000">
              <a:latin typeface="Kalam"/>
              <a:ea typeface="Kalam"/>
              <a:cs typeface="Kalam"/>
              <a:sym typeface="Kalam"/>
            </a:endParaRPr>
          </a:p>
        </p:txBody>
      </p:sp>
      <p:cxnSp>
        <p:nvCxnSpPr>
          <p:cNvPr id="3026" name="Google Shape;3026;p122"/>
          <p:cNvCxnSpPr/>
          <p:nvPr/>
        </p:nvCxnSpPr>
        <p:spPr>
          <a:xfrm flipH="1" rot="10800000">
            <a:off x="1322160" y="2415119"/>
            <a:ext cx="3368400" cy="1124400"/>
          </a:xfrm>
          <a:prstGeom prst="straightConnector1">
            <a:avLst/>
          </a:prstGeom>
          <a:noFill/>
          <a:ln cap="flat" cmpd="sng" w="28575">
            <a:solidFill>
              <a:schemeClr val="dk1"/>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0" name="Shape 3030"/>
        <p:cNvGrpSpPr/>
        <p:nvPr/>
      </p:nvGrpSpPr>
      <p:grpSpPr>
        <a:xfrm>
          <a:off x="0" y="0"/>
          <a:ext cx="0" cy="0"/>
          <a:chOff x="0" y="0"/>
          <a:chExt cx="0" cy="0"/>
        </a:xfrm>
      </p:grpSpPr>
      <p:sp>
        <p:nvSpPr>
          <p:cNvPr id="3031" name="Google Shape;3031;p123"/>
          <p:cNvSpPr/>
          <p:nvPr/>
        </p:nvSpPr>
        <p:spPr>
          <a:xfrm rot="-4462357">
            <a:off x="4517893" y="1358216"/>
            <a:ext cx="89093" cy="4947802"/>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32" name="Google Shape;3032;p123"/>
          <p:cNvSpPr/>
          <p:nvPr/>
        </p:nvSpPr>
        <p:spPr>
          <a:xfrm flipH="1" rot="4462357">
            <a:off x="4517939" y="1343768"/>
            <a:ext cx="89093" cy="4947802"/>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33" name="Google Shape;3033;p123"/>
          <p:cNvSpPr/>
          <p:nvPr/>
        </p:nvSpPr>
        <p:spPr>
          <a:xfrm rot="-2392454">
            <a:off x="7441814" y="2928572"/>
            <a:ext cx="128216" cy="1661698"/>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34" name="Google Shape;3034;p123"/>
          <p:cNvSpPr/>
          <p:nvPr/>
        </p:nvSpPr>
        <p:spPr>
          <a:xfrm flipH="1" rot="2392454">
            <a:off x="1507690" y="2928572"/>
            <a:ext cx="128216" cy="1661698"/>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35" name="Google Shape;3035;p123"/>
          <p:cNvSpPr/>
          <p:nvPr/>
        </p:nvSpPr>
        <p:spPr>
          <a:xfrm rot="4227801">
            <a:off x="2686573" y="633980"/>
            <a:ext cx="69077" cy="383149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36" name="Google Shape;3036;p123"/>
          <p:cNvSpPr/>
          <p:nvPr/>
        </p:nvSpPr>
        <p:spPr>
          <a:xfrm flipH="1" rot="-4227801">
            <a:off x="6300200" y="633980"/>
            <a:ext cx="69077" cy="383149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37" name="Google Shape;3037;p12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Other applications of maths</a:t>
            </a:r>
            <a:endParaRPr/>
          </a:p>
        </p:txBody>
      </p:sp>
      <p:sp>
        <p:nvSpPr>
          <p:cNvPr id="3038" name="Google Shape;3038;p123"/>
          <p:cNvSpPr/>
          <p:nvPr/>
        </p:nvSpPr>
        <p:spPr>
          <a:xfrm>
            <a:off x="880882" y="3233771"/>
            <a:ext cx="136800" cy="122910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39" name="Google Shape;3039;p123"/>
          <p:cNvSpPr/>
          <p:nvPr/>
        </p:nvSpPr>
        <p:spPr>
          <a:xfrm>
            <a:off x="2086798" y="3233771"/>
            <a:ext cx="136800" cy="122910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40" name="Google Shape;3040;p123"/>
          <p:cNvSpPr/>
          <p:nvPr/>
        </p:nvSpPr>
        <p:spPr>
          <a:xfrm>
            <a:off x="6830067" y="3233771"/>
            <a:ext cx="136800" cy="122910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41" name="Google Shape;3041;p123"/>
          <p:cNvSpPr/>
          <p:nvPr/>
        </p:nvSpPr>
        <p:spPr>
          <a:xfrm>
            <a:off x="8035983" y="3233771"/>
            <a:ext cx="136800" cy="122910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42" name="Google Shape;3042;p123"/>
          <p:cNvSpPr/>
          <p:nvPr/>
        </p:nvSpPr>
        <p:spPr>
          <a:xfrm rot="5400000">
            <a:off x="7436040" y="3872993"/>
            <a:ext cx="129900" cy="103950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43" name="Google Shape;3043;p123"/>
          <p:cNvSpPr/>
          <p:nvPr/>
        </p:nvSpPr>
        <p:spPr>
          <a:xfrm rot="5400000">
            <a:off x="1486855" y="3872993"/>
            <a:ext cx="129900" cy="103950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44" name="Google Shape;3044;p123"/>
          <p:cNvSpPr/>
          <p:nvPr/>
        </p:nvSpPr>
        <p:spPr>
          <a:xfrm rot="5400000">
            <a:off x="4464883" y="-488051"/>
            <a:ext cx="129900" cy="7286400"/>
          </a:xfrm>
          <a:prstGeom prst="rect">
            <a:avLst/>
          </a:prstGeom>
          <a:solidFill>
            <a:srgbClr val="99999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045" name="Google Shape;3045;p123"/>
          <p:cNvSpPr txBox="1"/>
          <p:nvPr>
            <p:ph idx="4294967295" type="body"/>
          </p:nvPr>
        </p:nvSpPr>
        <p:spPr>
          <a:xfrm>
            <a:off x="1389007" y="4471326"/>
            <a:ext cx="4605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9 m</a:t>
            </a:r>
            <a:endParaRPr baseline="30000" sz="2000">
              <a:solidFill>
                <a:schemeClr val="accent4"/>
              </a:solidFill>
              <a:latin typeface="Times New Roman"/>
              <a:ea typeface="Times New Roman"/>
              <a:cs typeface="Times New Roman"/>
              <a:sym typeface="Times New Roman"/>
            </a:endParaRPr>
          </a:p>
        </p:txBody>
      </p:sp>
      <p:sp>
        <p:nvSpPr>
          <p:cNvPr id="3046" name="Google Shape;3046;p123"/>
          <p:cNvSpPr txBox="1"/>
          <p:nvPr>
            <p:ph idx="4294967295" type="body"/>
          </p:nvPr>
        </p:nvSpPr>
        <p:spPr>
          <a:xfrm rot="-2759344">
            <a:off x="1131781" y="3450068"/>
            <a:ext cx="639037" cy="266479"/>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15 m</a:t>
            </a:r>
            <a:endParaRPr baseline="30000" sz="2000">
              <a:solidFill>
                <a:schemeClr val="accent4"/>
              </a:solidFill>
              <a:latin typeface="Times New Roman"/>
              <a:ea typeface="Times New Roman"/>
              <a:cs typeface="Times New Roman"/>
              <a:sym typeface="Times New Roman"/>
            </a:endParaRPr>
          </a:p>
        </p:txBody>
      </p:sp>
      <p:sp>
        <p:nvSpPr>
          <p:cNvPr id="3047" name="Google Shape;3047;p123"/>
          <p:cNvSpPr txBox="1"/>
          <p:nvPr>
            <p:ph idx="4294967295" type="body"/>
          </p:nvPr>
        </p:nvSpPr>
        <p:spPr>
          <a:xfrm>
            <a:off x="331549" y="2366625"/>
            <a:ext cx="5658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10 m</a:t>
            </a:r>
            <a:endParaRPr baseline="30000" sz="2000">
              <a:solidFill>
                <a:schemeClr val="accent4"/>
              </a:solidFill>
              <a:latin typeface="Times New Roman"/>
              <a:ea typeface="Times New Roman"/>
              <a:cs typeface="Times New Roman"/>
              <a:sym typeface="Times New Roman"/>
            </a:endParaRPr>
          </a:p>
        </p:txBody>
      </p:sp>
      <p:sp>
        <p:nvSpPr>
          <p:cNvPr id="3048" name="Google Shape;3048;p123"/>
          <p:cNvSpPr txBox="1"/>
          <p:nvPr>
            <p:ph idx="4294967295" type="body"/>
          </p:nvPr>
        </p:nvSpPr>
        <p:spPr>
          <a:xfrm>
            <a:off x="331544" y="3618673"/>
            <a:ext cx="6288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12 m</a:t>
            </a:r>
            <a:endParaRPr baseline="30000" sz="2000">
              <a:solidFill>
                <a:schemeClr val="accent4"/>
              </a:solidFill>
              <a:latin typeface="Kalam"/>
              <a:ea typeface="Kalam"/>
              <a:cs typeface="Kalam"/>
              <a:sym typeface="Kalam"/>
            </a:endParaRPr>
          </a:p>
        </p:txBody>
      </p:sp>
      <p:sp>
        <p:nvSpPr>
          <p:cNvPr id="3049" name="Google Shape;3049;p123"/>
          <p:cNvSpPr txBox="1"/>
          <p:nvPr>
            <p:ph idx="4294967295" type="body"/>
          </p:nvPr>
        </p:nvSpPr>
        <p:spPr>
          <a:xfrm>
            <a:off x="8246175" y="3618673"/>
            <a:ext cx="6288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12 m</a:t>
            </a:r>
            <a:endParaRPr baseline="30000" sz="2000">
              <a:solidFill>
                <a:schemeClr val="accent4"/>
              </a:solidFill>
              <a:latin typeface="Kalam"/>
              <a:ea typeface="Kalam"/>
              <a:cs typeface="Kalam"/>
              <a:sym typeface="Kalam"/>
            </a:endParaRPr>
          </a:p>
        </p:txBody>
      </p:sp>
      <p:cxnSp>
        <p:nvCxnSpPr>
          <p:cNvPr id="3050" name="Google Shape;3050;p123"/>
          <p:cNvCxnSpPr/>
          <p:nvPr/>
        </p:nvCxnSpPr>
        <p:spPr>
          <a:xfrm rot="10800000">
            <a:off x="443758" y="1942550"/>
            <a:ext cx="1213200" cy="0"/>
          </a:xfrm>
          <a:prstGeom prst="straightConnector1">
            <a:avLst/>
          </a:prstGeom>
          <a:noFill/>
          <a:ln cap="flat" cmpd="sng" w="38100">
            <a:solidFill>
              <a:schemeClr val="dk1"/>
            </a:solidFill>
            <a:prstDash val="dash"/>
            <a:round/>
            <a:headEnd len="med" w="med" type="none"/>
            <a:tailEnd len="med" w="med" type="none"/>
          </a:ln>
        </p:spPr>
      </p:cxnSp>
      <p:cxnSp>
        <p:nvCxnSpPr>
          <p:cNvPr id="3051" name="Google Shape;3051;p123"/>
          <p:cNvCxnSpPr/>
          <p:nvPr/>
        </p:nvCxnSpPr>
        <p:spPr>
          <a:xfrm rot="10800000">
            <a:off x="443758" y="3099996"/>
            <a:ext cx="1213200" cy="0"/>
          </a:xfrm>
          <a:prstGeom prst="straightConnector1">
            <a:avLst/>
          </a:prstGeom>
          <a:noFill/>
          <a:ln cap="flat" cmpd="sng" w="38100">
            <a:solidFill>
              <a:schemeClr val="dk1"/>
            </a:solidFill>
            <a:prstDash val="dash"/>
            <a:round/>
            <a:headEnd len="med" w="med" type="none"/>
            <a:tailEnd len="med" w="med" type="none"/>
          </a:ln>
        </p:spPr>
      </p:cxnSp>
      <p:cxnSp>
        <p:nvCxnSpPr>
          <p:cNvPr id="3052" name="Google Shape;3052;p123"/>
          <p:cNvCxnSpPr/>
          <p:nvPr/>
        </p:nvCxnSpPr>
        <p:spPr>
          <a:xfrm flipH="1" rot="10800000">
            <a:off x="873982" y="1972898"/>
            <a:ext cx="2100" cy="1127100"/>
          </a:xfrm>
          <a:prstGeom prst="straightConnector1">
            <a:avLst/>
          </a:prstGeom>
          <a:noFill/>
          <a:ln cap="flat" cmpd="sng" w="28575">
            <a:solidFill>
              <a:schemeClr val="dk1"/>
            </a:solidFill>
            <a:prstDash val="solid"/>
            <a:round/>
            <a:headEnd len="med" w="med" type="triangle"/>
            <a:tailEnd len="med" w="med" type="triangle"/>
          </a:ln>
        </p:spPr>
      </p:cxnSp>
      <p:sp>
        <p:nvSpPr>
          <p:cNvPr id="3053" name="Google Shape;3053;p123"/>
          <p:cNvSpPr txBox="1"/>
          <p:nvPr>
            <p:ph idx="4294967295" type="body"/>
          </p:nvPr>
        </p:nvSpPr>
        <p:spPr>
          <a:xfrm rot="-119441">
            <a:off x="4241550" y="2768174"/>
            <a:ext cx="639086" cy="266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Times New Roman"/>
                <a:ea typeface="Times New Roman"/>
                <a:cs typeface="Times New Roman"/>
                <a:sym typeface="Times New Roman"/>
              </a:rPr>
              <a:t>48 m</a:t>
            </a:r>
            <a:endParaRPr baseline="30000" sz="2000">
              <a:solidFill>
                <a:schemeClr val="accent4"/>
              </a:solidFill>
              <a:latin typeface="Times New Roman"/>
              <a:ea typeface="Times New Roman"/>
              <a:cs typeface="Times New Roman"/>
              <a:sym typeface="Times New Roman"/>
            </a:endParaRPr>
          </a:p>
        </p:txBody>
      </p:sp>
      <p:sp>
        <p:nvSpPr>
          <p:cNvPr id="3054" name="Google Shape;3054;p123"/>
          <p:cNvSpPr txBox="1"/>
          <p:nvPr>
            <p:ph idx="1" type="body"/>
          </p:nvPr>
        </p:nvSpPr>
        <p:spPr>
          <a:xfrm>
            <a:off x="324000" y="759300"/>
            <a:ext cx="70734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3) Engineers today use Pythagoras to calculate lengths. Find all the missing lengths of the girders on this bridge. The design is symmetrical.</a:t>
            </a:r>
            <a:endParaRPr sz="2000"/>
          </a:p>
        </p:txBody>
      </p:sp>
      <p:sp>
        <p:nvSpPr>
          <p:cNvPr id="3055" name="Google Shape;3055;p123"/>
          <p:cNvSpPr txBox="1"/>
          <p:nvPr>
            <p:ph idx="4294967295" type="body"/>
          </p:nvPr>
        </p:nvSpPr>
        <p:spPr>
          <a:xfrm>
            <a:off x="7303711" y="4471326"/>
            <a:ext cx="4605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9 m</a:t>
            </a:r>
            <a:endParaRPr baseline="30000" sz="2000">
              <a:solidFill>
                <a:schemeClr val="accent4"/>
              </a:solidFill>
              <a:latin typeface="Kalam"/>
              <a:ea typeface="Kalam"/>
              <a:cs typeface="Kalam"/>
              <a:sym typeface="Kalam"/>
            </a:endParaRPr>
          </a:p>
        </p:txBody>
      </p:sp>
      <p:sp>
        <p:nvSpPr>
          <p:cNvPr id="3056" name="Google Shape;3056;p123"/>
          <p:cNvSpPr txBox="1"/>
          <p:nvPr>
            <p:ph idx="4294967295" type="body"/>
          </p:nvPr>
        </p:nvSpPr>
        <p:spPr>
          <a:xfrm rot="2745651">
            <a:off x="7332816" y="3478889"/>
            <a:ext cx="638998" cy="26654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15 m</a:t>
            </a:r>
            <a:endParaRPr baseline="30000" sz="2000">
              <a:solidFill>
                <a:schemeClr val="accent4"/>
              </a:solidFill>
              <a:latin typeface="Kalam"/>
              <a:ea typeface="Kalam"/>
              <a:cs typeface="Kalam"/>
              <a:sym typeface="Kalam"/>
            </a:endParaRPr>
          </a:p>
        </p:txBody>
      </p:sp>
      <p:pic>
        <p:nvPicPr>
          <p:cNvPr descr="&lt;math xmlns=&quot;http://www.w3.org/1998/Math/MathML&quot; display=&quot;block&quot; data-is-equatio=&quot;1&quot; data-latex=&quot;\sqrt{15^2-9^2}=12&quot;&gt;&lt;msqrt&gt;&lt;msup&gt;&lt;mn&gt;15&lt;/mn&gt;&lt;mn&gt;2&lt;/mn&gt;&lt;/msup&gt;&lt;mo&gt;−&lt;/mo&gt;&lt;msup&gt;&lt;mn&gt;9&lt;/mn&gt;&lt;mn&gt;2&lt;/mn&gt;&lt;/msup&gt;&lt;/msqrt&gt;&lt;mo&gt;=&lt;/mo&gt;&lt;mn&gt;12&lt;/mn&gt;&lt;/math&gt;" id="3057" name="Google Shape;3057;p123" title="the square root of 15 squared minus 9 squared equals 12"/>
          <p:cNvPicPr preferRelativeResize="0"/>
          <p:nvPr/>
        </p:nvPicPr>
        <p:blipFill>
          <a:blip r:embed="rId3">
            <a:alphaModFix/>
          </a:blip>
          <a:stretch>
            <a:fillRect/>
          </a:stretch>
        </p:blipFill>
        <p:spPr>
          <a:xfrm>
            <a:off x="7063485" y="1291259"/>
            <a:ext cx="1754802" cy="332579"/>
          </a:xfrm>
          <a:prstGeom prst="rect">
            <a:avLst/>
          </a:prstGeom>
          <a:noFill/>
          <a:ln>
            <a:noFill/>
          </a:ln>
        </p:spPr>
      </p:pic>
      <p:sp>
        <p:nvSpPr>
          <p:cNvPr id="3058" name="Google Shape;3058;p123"/>
          <p:cNvSpPr txBox="1"/>
          <p:nvPr>
            <p:ph idx="4294967295" type="body"/>
          </p:nvPr>
        </p:nvSpPr>
        <p:spPr>
          <a:xfrm>
            <a:off x="2283848" y="3618673"/>
            <a:ext cx="6288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12 m</a:t>
            </a:r>
            <a:endParaRPr baseline="30000" sz="2000">
              <a:solidFill>
                <a:schemeClr val="accent4"/>
              </a:solidFill>
              <a:latin typeface="Kalam"/>
              <a:ea typeface="Kalam"/>
              <a:cs typeface="Kalam"/>
              <a:sym typeface="Kalam"/>
            </a:endParaRPr>
          </a:p>
        </p:txBody>
      </p:sp>
      <p:sp>
        <p:nvSpPr>
          <p:cNvPr id="3059" name="Google Shape;3059;p123"/>
          <p:cNvSpPr txBox="1"/>
          <p:nvPr>
            <p:ph idx="4294967295" type="body"/>
          </p:nvPr>
        </p:nvSpPr>
        <p:spPr>
          <a:xfrm>
            <a:off x="6264975" y="3618673"/>
            <a:ext cx="6288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12 m</a:t>
            </a:r>
            <a:endParaRPr baseline="30000" sz="2000">
              <a:solidFill>
                <a:schemeClr val="accent4"/>
              </a:solidFill>
              <a:latin typeface="Kalam"/>
              <a:ea typeface="Kalam"/>
              <a:cs typeface="Kalam"/>
              <a:sym typeface="Kalam"/>
            </a:endParaRPr>
          </a:p>
        </p:txBody>
      </p:sp>
      <p:sp>
        <p:nvSpPr>
          <p:cNvPr id="3060" name="Google Shape;3060;p123"/>
          <p:cNvSpPr txBox="1"/>
          <p:nvPr>
            <p:ph idx="4294967295" type="body"/>
          </p:nvPr>
        </p:nvSpPr>
        <p:spPr>
          <a:xfrm>
            <a:off x="2283850" y="1870025"/>
            <a:ext cx="7947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24</a:t>
            </a:r>
            <a:r>
              <a:rPr lang="en-GB" sz="2000">
                <a:latin typeface="Kalam"/>
                <a:ea typeface="Kalam"/>
                <a:cs typeface="Kalam"/>
                <a:sym typeface="Kalam"/>
              </a:rPr>
              <a:t> m</a:t>
            </a:r>
            <a:endParaRPr baseline="30000" sz="2000">
              <a:solidFill>
                <a:schemeClr val="accent4"/>
              </a:solidFill>
              <a:latin typeface="Kalam"/>
              <a:ea typeface="Kalam"/>
              <a:cs typeface="Kalam"/>
              <a:sym typeface="Kalam"/>
            </a:endParaRPr>
          </a:p>
        </p:txBody>
      </p:sp>
      <p:cxnSp>
        <p:nvCxnSpPr>
          <p:cNvPr id="3061" name="Google Shape;3061;p123"/>
          <p:cNvCxnSpPr/>
          <p:nvPr/>
        </p:nvCxnSpPr>
        <p:spPr>
          <a:xfrm flipH="1" rot="10800000">
            <a:off x="897350" y="1847450"/>
            <a:ext cx="3620700" cy="8400"/>
          </a:xfrm>
          <a:prstGeom prst="straightConnector1">
            <a:avLst/>
          </a:prstGeom>
          <a:noFill/>
          <a:ln cap="flat" cmpd="sng" w="28575">
            <a:solidFill>
              <a:schemeClr val="dk1"/>
            </a:solidFill>
            <a:prstDash val="solid"/>
            <a:round/>
            <a:headEnd len="med" w="med" type="triangle"/>
            <a:tailEnd len="med" w="med" type="triangle"/>
          </a:ln>
        </p:spPr>
      </p:cxnSp>
      <p:pic>
        <p:nvPicPr>
          <p:cNvPr descr="&lt;math xmlns=&quot;http://www.w3.org/1998/Math/MathML&quot; display=&quot;block&quot; data-is-equatio=&quot;1&quot; data-latex=&quot;\sqrt{10^2+24^2}=26&quot;&gt;&lt;msqrt&gt;&lt;msup&gt;&lt;mn&gt;10&lt;/mn&gt;&lt;mn&gt;2&lt;/mn&gt;&lt;/msup&gt;&lt;mo&gt;+&lt;/mo&gt;&lt;msup&gt;&lt;mn&gt;24&lt;/mn&gt;&lt;mn&gt;2&lt;/mn&gt;&lt;/msup&gt;&lt;/msqrt&gt;&lt;mo&gt;=&lt;/mo&gt;&lt;mn&gt;26&lt;/mn&gt;&lt;/math&gt;" id="3062" name="Google Shape;3062;p123" title="the square root of 10 squared plus 24 squared equals 26"/>
          <p:cNvPicPr preferRelativeResize="0"/>
          <p:nvPr/>
        </p:nvPicPr>
        <p:blipFill>
          <a:blip r:embed="rId4">
            <a:alphaModFix/>
          </a:blip>
          <a:stretch>
            <a:fillRect/>
          </a:stretch>
        </p:blipFill>
        <p:spPr>
          <a:xfrm>
            <a:off x="6976937" y="1736057"/>
            <a:ext cx="1838522" cy="322076"/>
          </a:xfrm>
          <a:prstGeom prst="rect">
            <a:avLst/>
          </a:prstGeom>
          <a:noFill/>
          <a:ln>
            <a:noFill/>
          </a:ln>
        </p:spPr>
      </p:pic>
      <p:sp>
        <p:nvSpPr>
          <p:cNvPr id="3063" name="Google Shape;3063;p123"/>
          <p:cNvSpPr txBox="1"/>
          <p:nvPr>
            <p:ph idx="4294967295" type="body"/>
          </p:nvPr>
        </p:nvSpPr>
        <p:spPr>
          <a:xfrm rot="-1094169">
            <a:off x="2907906" y="2421856"/>
            <a:ext cx="628886" cy="27104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26 m</a:t>
            </a:r>
            <a:endParaRPr baseline="30000" sz="2000">
              <a:solidFill>
                <a:schemeClr val="accent4"/>
              </a:solidFill>
              <a:latin typeface="Kalam"/>
              <a:ea typeface="Kalam"/>
              <a:cs typeface="Kalam"/>
              <a:sym typeface="Kalam"/>
            </a:endParaRPr>
          </a:p>
        </p:txBody>
      </p:sp>
      <p:sp>
        <p:nvSpPr>
          <p:cNvPr id="3064" name="Google Shape;3064;p123"/>
          <p:cNvSpPr txBox="1"/>
          <p:nvPr>
            <p:ph idx="4294967295" type="body"/>
          </p:nvPr>
        </p:nvSpPr>
        <p:spPr>
          <a:xfrm rot="977449">
            <a:off x="5498771" y="2421807"/>
            <a:ext cx="628848" cy="270948"/>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26 m</a:t>
            </a:r>
            <a:endParaRPr baseline="30000" sz="2000">
              <a:solidFill>
                <a:schemeClr val="accent4"/>
              </a:solidFill>
              <a:latin typeface="Kalam"/>
              <a:ea typeface="Kalam"/>
              <a:cs typeface="Kalam"/>
              <a:sym typeface="Kalam"/>
            </a:endParaRPr>
          </a:p>
        </p:txBody>
      </p:sp>
      <p:sp>
        <p:nvSpPr>
          <p:cNvPr id="3065" name="Google Shape;3065;p123"/>
          <p:cNvSpPr txBox="1"/>
          <p:nvPr>
            <p:ph idx="4294967295" type="body"/>
          </p:nvPr>
        </p:nvSpPr>
        <p:spPr>
          <a:xfrm>
            <a:off x="4006654" y="4504183"/>
            <a:ext cx="794700" cy="2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30</a:t>
            </a:r>
            <a:r>
              <a:rPr lang="en-GB" sz="2000">
                <a:latin typeface="Kalam"/>
                <a:ea typeface="Kalam"/>
                <a:cs typeface="Kalam"/>
                <a:sym typeface="Kalam"/>
              </a:rPr>
              <a:t> m</a:t>
            </a:r>
            <a:endParaRPr baseline="30000" sz="2000">
              <a:solidFill>
                <a:schemeClr val="accent4"/>
              </a:solidFill>
              <a:latin typeface="Kalam"/>
              <a:ea typeface="Kalam"/>
              <a:cs typeface="Kalam"/>
              <a:sym typeface="Kalam"/>
            </a:endParaRPr>
          </a:p>
        </p:txBody>
      </p:sp>
      <p:cxnSp>
        <p:nvCxnSpPr>
          <p:cNvPr id="3066" name="Google Shape;3066;p123"/>
          <p:cNvCxnSpPr/>
          <p:nvPr/>
        </p:nvCxnSpPr>
        <p:spPr>
          <a:xfrm flipH="1" rot="10800000">
            <a:off x="2254499" y="4481600"/>
            <a:ext cx="4575600" cy="8400"/>
          </a:xfrm>
          <a:prstGeom prst="straightConnector1">
            <a:avLst/>
          </a:prstGeom>
          <a:noFill/>
          <a:ln cap="flat" cmpd="sng" w="28575">
            <a:solidFill>
              <a:schemeClr val="dk1"/>
            </a:solidFill>
            <a:prstDash val="solid"/>
            <a:round/>
            <a:headEnd len="med" w="med" type="triangle"/>
            <a:tailEnd len="med" w="med" type="triangle"/>
          </a:ln>
        </p:spPr>
      </p:cxnSp>
      <p:pic>
        <p:nvPicPr>
          <p:cNvPr descr="&lt;math xmlns=&quot;http://www.w3.org/1998/Math/MathML&quot; display=&quot;block&quot; data-is-equatio=&quot;1&quot; data-latex=&quot;\sqrt{30^2+12^2}=32.31...&quot;&gt;&lt;msqrt&gt;&lt;msup&gt;&lt;mn&gt;30&lt;/mn&gt;&lt;mn&gt;2&lt;/mn&gt;&lt;/msup&gt;&lt;mo&gt;+&lt;/mo&gt;&lt;msup&gt;&lt;mn&gt;12&lt;/mn&gt;&lt;mn&gt;2&lt;/mn&gt;&lt;/msup&gt;&lt;/msqrt&gt;&lt;mo&gt;=&lt;/mo&gt;&lt;mn&gt;32.31&lt;/mn&gt;&lt;mo&gt;.&lt;/mo&gt;&lt;mo&gt;.&lt;/mo&gt;&lt;mo&gt;.&lt;/mo&gt;&lt;/math&gt;" id="3067" name="Google Shape;3067;p123" title="the square root of 30 squared plus 12 squared equals 32.31 period period period"/>
          <p:cNvPicPr preferRelativeResize="0"/>
          <p:nvPr/>
        </p:nvPicPr>
        <p:blipFill>
          <a:blip r:embed="rId5">
            <a:alphaModFix/>
          </a:blip>
          <a:stretch>
            <a:fillRect/>
          </a:stretch>
        </p:blipFill>
        <p:spPr>
          <a:xfrm>
            <a:off x="6467935" y="2185146"/>
            <a:ext cx="2356166" cy="323747"/>
          </a:xfrm>
          <a:prstGeom prst="rect">
            <a:avLst/>
          </a:prstGeom>
          <a:noFill/>
          <a:ln>
            <a:noFill/>
          </a:ln>
        </p:spPr>
      </p:pic>
      <p:sp>
        <p:nvSpPr>
          <p:cNvPr id="3068" name="Google Shape;3068;p123"/>
          <p:cNvSpPr txBox="1"/>
          <p:nvPr>
            <p:ph idx="4294967295" type="body"/>
          </p:nvPr>
        </p:nvSpPr>
        <p:spPr>
          <a:xfrm rot="-830388">
            <a:off x="3179439" y="3736842"/>
            <a:ext cx="806411" cy="271034"/>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32.3</a:t>
            </a:r>
            <a:r>
              <a:rPr lang="en-GB" sz="2000">
                <a:latin typeface="Kalam"/>
                <a:ea typeface="Kalam"/>
                <a:cs typeface="Kalam"/>
                <a:sym typeface="Kalam"/>
              </a:rPr>
              <a:t> m</a:t>
            </a:r>
            <a:endParaRPr baseline="30000" sz="2000">
              <a:solidFill>
                <a:schemeClr val="accent4"/>
              </a:solidFill>
              <a:latin typeface="Kalam"/>
              <a:ea typeface="Kalam"/>
              <a:cs typeface="Kalam"/>
              <a:sym typeface="Kalam"/>
            </a:endParaRPr>
          </a:p>
        </p:txBody>
      </p:sp>
      <p:sp>
        <p:nvSpPr>
          <p:cNvPr id="3069" name="Google Shape;3069;p123"/>
          <p:cNvSpPr txBox="1"/>
          <p:nvPr>
            <p:ph idx="4294967295" type="body"/>
          </p:nvPr>
        </p:nvSpPr>
        <p:spPr>
          <a:xfrm rot="851453">
            <a:off x="3582017" y="3372788"/>
            <a:ext cx="889648" cy="271034"/>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32.3</a:t>
            </a:r>
            <a:r>
              <a:rPr lang="en-GB" sz="2000">
                <a:latin typeface="Kalam"/>
                <a:ea typeface="Kalam"/>
                <a:cs typeface="Kalam"/>
                <a:sym typeface="Kalam"/>
              </a:rPr>
              <a:t> m</a:t>
            </a:r>
            <a:endParaRPr baseline="30000" sz="2000">
              <a:solidFill>
                <a:schemeClr val="accent4"/>
              </a:solidFill>
              <a:latin typeface="Kalam"/>
              <a:ea typeface="Kalam"/>
              <a:cs typeface="Kalam"/>
              <a:sym typeface="Kalam"/>
            </a:endParaRPr>
          </a:p>
        </p:txBody>
      </p:sp>
      <p:cxnSp>
        <p:nvCxnSpPr>
          <p:cNvPr id="3070" name="Google Shape;3070;p123"/>
          <p:cNvCxnSpPr/>
          <p:nvPr/>
        </p:nvCxnSpPr>
        <p:spPr>
          <a:xfrm rot="10800000">
            <a:off x="867340" y="4532646"/>
            <a:ext cx="1356600" cy="0"/>
          </a:xfrm>
          <a:prstGeom prst="straightConnector1">
            <a:avLst/>
          </a:prstGeom>
          <a:noFill/>
          <a:ln cap="flat" cmpd="sng" w="28575">
            <a:solidFill>
              <a:schemeClr val="dk1"/>
            </a:solidFill>
            <a:prstDash val="solid"/>
            <a:round/>
            <a:headEnd len="med" w="med" type="triangle"/>
            <a:tailEnd len="med" w="med" type="triangle"/>
          </a:ln>
        </p:spPr>
      </p:cxnSp>
      <p:cxnSp>
        <p:nvCxnSpPr>
          <p:cNvPr id="3071" name="Google Shape;3071;p123"/>
          <p:cNvCxnSpPr/>
          <p:nvPr/>
        </p:nvCxnSpPr>
        <p:spPr>
          <a:xfrm>
            <a:off x="882400" y="3040459"/>
            <a:ext cx="7290600" cy="0"/>
          </a:xfrm>
          <a:prstGeom prst="straightConnector1">
            <a:avLst/>
          </a:prstGeom>
          <a:noFill/>
          <a:ln cap="flat" cmpd="sng" w="28575">
            <a:solidFill>
              <a:schemeClr val="dk1"/>
            </a:solidFill>
            <a:prstDash val="solid"/>
            <a:round/>
            <a:headEnd len="med" w="med" type="triangle"/>
            <a:tailEnd len="med" w="med" type="triangle"/>
          </a:ln>
        </p:spPr>
      </p:cxnSp>
      <p:cxnSp>
        <p:nvCxnSpPr>
          <p:cNvPr id="3072" name="Google Shape;3072;p123"/>
          <p:cNvCxnSpPr/>
          <p:nvPr/>
        </p:nvCxnSpPr>
        <p:spPr>
          <a:xfrm flipH="1" rot="10800000">
            <a:off x="960350" y="3255825"/>
            <a:ext cx="1098900" cy="1144500"/>
          </a:xfrm>
          <a:prstGeom prst="straightConnector1">
            <a:avLst/>
          </a:prstGeom>
          <a:noFill/>
          <a:ln cap="flat" cmpd="sng" w="28575">
            <a:solidFill>
              <a:schemeClr val="dk1"/>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6" name="Shape 3076"/>
        <p:cNvGrpSpPr/>
        <p:nvPr/>
      </p:nvGrpSpPr>
      <p:grpSpPr>
        <a:xfrm>
          <a:off x="0" y="0"/>
          <a:ext cx="0" cy="0"/>
          <a:chOff x="0" y="0"/>
          <a:chExt cx="0" cy="0"/>
        </a:xfrm>
      </p:grpSpPr>
      <p:sp>
        <p:nvSpPr>
          <p:cNvPr id="3077" name="Google Shape;3077;p124"/>
          <p:cNvSpPr txBox="1"/>
          <p:nvPr>
            <p:ph idx="1" type="body"/>
          </p:nvPr>
        </p:nvSpPr>
        <p:spPr>
          <a:xfrm>
            <a:off x="324000" y="810000"/>
            <a:ext cx="8113800" cy="401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We</a:t>
            </a:r>
            <a:r>
              <a:rPr lang="en-GB"/>
              <a:t> have seen some of the ways in which maths is used by engineers.</a:t>
            </a:r>
            <a:endParaRPr/>
          </a:p>
          <a:p>
            <a:pPr indent="0" lvl="0" marL="0" rtl="0" algn="l">
              <a:spcBef>
                <a:spcPts val="1000"/>
              </a:spcBef>
              <a:spcAft>
                <a:spcPts val="0"/>
              </a:spcAft>
              <a:buNone/>
            </a:pPr>
            <a:r>
              <a:rPr lang="en-GB"/>
              <a:t>We understand the need for precision and that engineers use standard form to communicate really precise numbers.</a:t>
            </a:r>
            <a:endParaRPr/>
          </a:p>
          <a:p>
            <a:pPr indent="0" lvl="0" marL="0" rtl="0" algn="l">
              <a:spcBef>
                <a:spcPts val="1000"/>
              </a:spcBef>
              <a:spcAft>
                <a:spcPts val="0"/>
              </a:spcAft>
              <a:buNone/>
            </a:pPr>
            <a:r>
              <a:rPr lang="en-GB"/>
              <a:t>We know that for thousands of years engineers have used Pythagoras’ theorem to check for right and non-right angles in their work.</a:t>
            </a:r>
            <a:endParaRPr/>
          </a:p>
          <a:p>
            <a:pPr indent="0" lvl="0" marL="0" rtl="0" algn="l">
              <a:spcBef>
                <a:spcPts val="1000"/>
              </a:spcBef>
              <a:spcAft>
                <a:spcPts val="1000"/>
              </a:spcAft>
              <a:buClr>
                <a:schemeClr val="dk1"/>
              </a:buClr>
              <a:buSzPts val="1100"/>
              <a:buFont typeface="Arial"/>
              <a:buNone/>
            </a:pPr>
            <a:r>
              <a:t/>
            </a:r>
            <a:endParaRPr/>
          </a:p>
        </p:txBody>
      </p:sp>
      <p:sp>
        <p:nvSpPr>
          <p:cNvPr id="3078" name="Google Shape;3078;p124"/>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Engineer</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2" name="Shape 3082"/>
        <p:cNvGrpSpPr/>
        <p:nvPr/>
      </p:nvGrpSpPr>
      <p:grpSpPr>
        <a:xfrm>
          <a:off x="0" y="0"/>
          <a:ext cx="0" cy="0"/>
          <a:chOff x="0" y="0"/>
          <a:chExt cx="0" cy="0"/>
        </a:xfrm>
      </p:grpSpPr>
      <p:sp>
        <p:nvSpPr>
          <p:cNvPr id="3083" name="Google Shape;3083;p125"/>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3084" name="Google Shape;3084;p125"/>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