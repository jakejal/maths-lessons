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cee0c8e9a_0_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cee0c8e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632100"/>
            <a:ext cx="66240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Algorithm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1: Take two positive numbers,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2: Draw a table with two columns. Put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the top of the left column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the top of the right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3: In the next row, in the left-hand column write the number that is half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(ignoring remainders) and in the right-hand column write the number that is double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4: Repeat Step 3 until you have a 1 in the left-hand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5: Delete any rows where the left-hand column has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6: Find the sum of the numbers left in the right-hand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7998" y="12327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Algorithms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4338600"/>
            <a:ext cx="662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Carry out algorithm 1 with the following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8,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3789374" y="4670233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29,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67975" y="6651259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13,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3795994" y="6640901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66,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56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467975" y="8866700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What does algorithm 1 do?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68000" y="720000"/>
            <a:ext cx="66240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an algorithm for making a drink of squash or a cup of hot chocolate (more challenging). Give your algorithm to a partner and let them try to ‘break’ your algorithm. Is there a way for them to misinterpret your instructions?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" name="Google Shape;117;p13"/>
          <p:cNvCxnSpPr/>
          <p:nvPr/>
        </p:nvCxnSpPr>
        <p:spPr>
          <a:xfrm>
            <a:off x="474751" y="552825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3"/>
          <p:cNvSpPr txBox="1"/>
          <p:nvPr/>
        </p:nvSpPr>
        <p:spPr>
          <a:xfrm>
            <a:off x="474748" y="5528269"/>
            <a:ext cx="643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Logic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468000" y="6030744"/>
            <a:ext cx="66240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‘If it is raining, I will use an umbrella.’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conclude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raining.		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not raining.		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 am using an umbrella.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 am not using an umbrella.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74750" y="8207244"/>
            <a:ext cx="6610500" cy="17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Jacob and Jun. Jacob says, ‘Exactly one of us is telling the truth today.’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it possible to state whether Jacob is telling the truth or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Programmer</a:t>
            </a:r>
            <a:endParaRPr/>
          </a:p>
        </p:txBody>
      </p:sp>
      <p:sp>
        <p:nvSpPr>
          <p:cNvPr id="128" name="Google Shape;128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468000" y="720000"/>
            <a:ext cx="6624000" cy="2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Laura and Lucas. Laura says, ‘I am lying today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is telling the truth today.’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deduce, if anything, about Laura and Lucas?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468000" y="32979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At Oak National Academy, it is logic day. On logic day, all pupils either always tell the truth or always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meet Sam and Sofia.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says, ‘One of us is lying and one is telling the truth.’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says, ‘We are both doing the same thing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 am lying.’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deduce, if anything, about Sam and Sofia?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