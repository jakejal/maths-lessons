
<file path=[Content_Types].xml><?xml version="1.0" encoding="utf-8"?>
<Types xmlns="http://schemas.openxmlformats.org/package/2006/content-types">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56.xml"/>
  <Override ContentType="application/vnd.openxmlformats-officedocument.presentationml.notesSlide+xml" PartName="/ppt/notesSlides/notesSlide30.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8.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37.xml"/>
  <Override ContentType="application/vnd.openxmlformats-officedocument.presentationml.slideLayout+xml" PartName="/ppt/slideLayouts/slideLayout62.xml"/>
  <Override ContentType="application/vnd.openxmlformats-officedocument.presentationml.slideLayout+xml" PartName="/ppt/slideLayouts/slideLayout5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46.xml"/>
  <Override ContentType="application/vnd.openxmlformats-officedocument.presentationml.slideLayout+xml" PartName="/ppt/slideLayouts/slideLayout70.xml"/>
  <Override ContentType="application/vnd.openxmlformats-officedocument.presentationml.slideLayout+xml" PartName="/ppt/slideLayouts/slideLayout20.xml"/>
  <Override ContentType="application/vnd.openxmlformats-officedocument.presentationml.slideLayout+xml" PartName="/ppt/slideLayouts/slideLayout55.xml"/>
  <Override ContentType="application/vnd.openxmlformats-officedocument.presentationml.slideLayout+xml" PartName="/ppt/slideLayouts/slideLayout61.xml"/>
  <Override ContentType="application/vnd.openxmlformats-officedocument.presentationml.slideLayout+xml" PartName="/ppt/slideLayouts/slideLayout38.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52.xml"/>
  <Override ContentType="application/vnd.openxmlformats-officedocument.presentationml.slideLayout+xml" PartName="/ppt/slideLayouts/slideLayout64.xml"/>
  <Override ContentType="application/vnd.openxmlformats-officedocument.presentationml.slideLayout+xml" PartName="/ppt/slideLayouts/slideLayout21.xml"/>
  <Override ContentType="application/vnd.openxmlformats-officedocument.presentationml.slideLayout+xml" PartName="/ppt/slideLayouts/slideLayout60.xml"/>
  <Override ContentType="application/vnd.openxmlformats-officedocument.presentationml.slideLayout+xml" PartName="/ppt/slideLayouts/slideLayout47.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65.xml"/>
  <Override ContentType="application/vnd.openxmlformats-officedocument.presentationml.slideLayout+xml" PartName="/ppt/slideLayouts/slideLayout22.xml"/>
  <Override ContentType="application/vnd.openxmlformats-officedocument.presentationml.slideLayout+xml" PartName="/ppt/slideLayouts/slideLayout35.xml"/>
  <Override ContentType="application/vnd.openxmlformats-officedocument.presentationml.slideLayout+xml" PartName="/ppt/slideLayouts/slideLayout48.xml"/>
  <Override ContentType="application/vnd.openxmlformats-officedocument.presentationml.slideLayout+xml" PartName="/ppt/slideLayouts/slideLayout72.xml"/>
  <Override ContentType="application/vnd.openxmlformats-officedocument.presentationml.slideLayout+xml" PartName="/ppt/slideLayouts/slideLayout49.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66.xml"/>
  <Override ContentType="application/vnd.openxmlformats-officedocument.presentationml.slideLayout+xml" PartName="/ppt/slideLayouts/slideLayout53.xml"/>
  <Override ContentType="application/vnd.openxmlformats-officedocument.presentationml.slideLayout+xml" PartName="/ppt/slideLayouts/slideLayout10.xml"/>
  <Override ContentType="application/vnd.openxmlformats-officedocument.presentationml.slideLayout+xml" PartName="/ppt/slideLayouts/slideLayout71.xml"/>
  <Override ContentType="application/vnd.openxmlformats-officedocument.presentationml.slideLayout+xml" PartName="/ppt/slideLayouts/slideLayout41.xml"/>
  <Override ContentType="application/vnd.openxmlformats-officedocument.presentationml.slideLayout+xml" PartName="/ppt/slideLayouts/slideLayout23.xml"/>
  <Override ContentType="application/vnd.openxmlformats-officedocument.presentationml.slideLayout+xml" PartName="/ppt/slideLayouts/slideLayout24.xml"/>
  <Override ContentType="application/vnd.openxmlformats-officedocument.presentationml.slideLayout+xml" PartName="/ppt/slideLayouts/slideLayout67.xml"/>
  <Override ContentType="application/vnd.openxmlformats-officedocument.presentationml.slideLayout+xml" PartName="/ppt/slideLayouts/slideLayout7.xml"/>
  <Override ContentType="application/vnd.openxmlformats-officedocument.presentationml.slideLayout+xml" PartName="/ppt/slideLayouts/slideLayout40.xml"/>
  <Override ContentType="application/vnd.openxmlformats-officedocument.presentationml.slideLayout+xml" PartName="/ppt/slideLayouts/slideLayout16.xml"/>
  <Override ContentType="application/vnd.openxmlformats-officedocument.presentationml.slideLayout+xml" PartName="/ppt/slideLayouts/slideLayout59.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42.xml"/>
  <Override ContentType="application/vnd.openxmlformats-officedocument.presentationml.slideLayout+xml" PartName="/ppt/slideLayouts/slideLayout68.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30.xml"/>
  <Override ContentType="application/vnd.openxmlformats-officedocument.presentationml.slideLayout+xml" PartName="/ppt/slideLayouts/slideLayout56.xml"/>
  <Override ContentType="application/vnd.openxmlformats-officedocument.presentationml.slideLayout+xml" PartName="/ppt/slideLayouts/slideLayout43.xml"/>
  <Override ContentType="application/vnd.openxmlformats-officedocument.presentationml.slideLayout+xml" PartName="/ppt/slideLayouts/slideLayout26.xml"/>
  <Override ContentType="application/vnd.openxmlformats-officedocument.presentationml.slideLayout+xml" PartName="/ppt/slideLayouts/slideLayout51.xml"/>
  <Override ContentType="application/vnd.openxmlformats-officedocument.presentationml.slideLayout+xml" PartName="/ppt/slideLayouts/slideLayout69.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39.xml"/>
  <Override ContentType="application/vnd.openxmlformats-officedocument.presentationml.slideLayout+xml" PartName="/ppt/slideLayouts/slideLayout57.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50.xml"/>
  <Override ContentType="application/vnd.openxmlformats-officedocument.presentationml.slideLayout+xml" PartName="/ppt/slideLayouts/slideLayout44.xml"/>
  <Override ContentType="application/vnd.openxmlformats-officedocument.presentationml.slideLayout+xml" PartName="/ppt/slideLayouts/slideLayout14.xml"/>
  <Override ContentType="application/vnd.openxmlformats-officedocument.presentationml.slideLayout+xml" PartName="/ppt/slideLayouts/slideLayout63.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58.xml"/>
  <Override ContentType="application/vnd.openxmlformats-officedocument.presentationml.slideLayout+xml" PartName="/ppt/slideLayouts/slideLayout15.xml"/>
  <Override ContentType="application/vnd.openxmlformats-officedocument.presentationml.slideLayout+xml" PartName="/ppt/slideLayouts/slideLayout8.xml"/>
  <Override ContentType="application/vnd.openxmlformats-officedocument.presentationml.slideLayout+xml" PartName="/ppt/slideLayouts/slideLayout45.xml"/>
  <Override ContentType="application/vnd.openxmlformats-officedocument.presentationml.slideLayout+xml" PartName="/ppt/slideLayouts/slideLayout3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720"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 id="307" r:id="rId57"/>
    <p:sldId id="308" r:id="rId58"/>
    <p:sldId id="309" r:id="rId59"/>
    <p:sldId id="310" r:id="rId60"/>
    <p:sldId id="311" r:id="rId61"/>
    <p:sldId id="312" r:id="rId62"/>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pos="1592">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592"/>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43" Type="http://schemas.openxmlformats.org/officeDocument/2006/relationships/slide" Target="slides/slide38.xml"/><Relationship Id="rId46" Type="http://schemas.openxmlformats.org/officeDocument/2006/relationships/slide" Target="slides/slide41.xml"/><Relationship Id="rId45" Type="http://schemas.openxmlformats.org/officeDocument/2006/relationships/slide" Target="slides/slide40.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slide" Target="slides/slide43.xml"/><Relationship Id="rId47" Type="http://schemas.openxmlformats.org/officeDocument/2006/relationships/slide" Target="slides/slide42.xml"/><Relationship Id="rId49" Type="http://schemas.openxmlformats.org/officeDocument/2006/relationships/slide" Target="slides/slide4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62" Type="http://schemas.openxmlformats.org/officeDocument/2006/relationships/slide" Target="slides/slide57.xml"/><Relationship Id="rId61" Type="http://schemas.openxmlformats.org/officeDocument/2006/relationships/slide" Target="slides/slide56.xml"/><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60" Type="http://schemas.openxmlformats.org/officeDocument/2006/relationships/slide" Target="slides/slide55.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slide" Target="slides/slide46.xml"/><Relationship Id="rId50" Type="http://schemas.openxmlformats.org/officeDocument/2006/relationships/slide" Target="slides/slide45.xml"/><Relationship Id="rId53" Type="http://schemas.openxmlformats.org/officeDocument/2006/relationships/slide" Target="slides/slide48.xml"/><Relationship Id="rId52" Type="http://schemas.openxmlformats.org/officeDocument/2006/relationships/slide" Target="slides/slide47.xml"/><Relationship Id="rId11" Type="http://schemas.openxmlformats.org/officeDocument/2006/relationships/slide" Target="slides/slide6.xml"/><Relationship Id="rId55" Type="http://schemas.openxmlformats.org/officeDocument/2006/relationships/slide" Target="slides/slide50.xml"/><Relationship Id="rId10" Type="http://schemas.openxmlformats.org/officeDocument/2006/relationships/slide" Target="slides/slide5.xml"/><Relationship Id="rId54" Type="http://schemas.openxmlformats.org/officeDocument/2006/relationships/slide" Target="slides/slide49.xml"/><Relationship Id="rId13" Type="http://schemas.openxmlformats.org/officeDocument/2006/relationships/slide" Target="slides/slide8.xml"/><Relationship Id="rId57" Type="http://schemas.openxmlformats.org/officeDocument/2006/relationships/slide" Target="slides/slide52.xml"/><Relationship Id="rId12" Type="http://schemas.openxmlformats.org/officeDocument/2006/relationships/slide" Target="slides/slide7.xml"/><Relationship Id="rId56" Type="http://schemas.openxmlformats.org/officeDocument/2006/relationships/slide" Target="slides/slide51.xml"/><Relationship Id="rId15" Type="http://schemas.openxmlformats.org/officeDocument/2006/relationships/slide" Target="slides/slide10.xml"/><Relationship Id="rId59" Type="http://schemas.openxmlformats.org/officeDocument/2006/relationships/slide" Target="slides/slide54.xml"/><Relationship Id="rId14" Type="http://schemas.openxmlformats.org/officeDocument/2006/relationships/slide" Target="slides/slide9.xml"/><Relationship Id="rId58" Type="http://schemas.openxmlformats.org/officeDocument/2006/relationships/slide" Target="slides/slide53.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9" name="Shape 839"/>
        <p:cNvGrpSpPr/>
        <p:nvPr/>
      </p:nvGrpSpPr>
      <p:grpSpPr>
        <a:xfrm>
          <a:off x="0" y="0"/>
          <a:ext cx="0" cy="0"/>
          <a:chOff x="0" y="0"/>
          <a:chExt cx="0" cy="0"/>
        </a:xfrm>
      </p:grpSpPr>
      <p:sp>
        <p:nvSpPr>
          <p:cNvPr id="840" name="Google Shape;840;g279955a40ae_0_8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41" name="Google Shape;841;g279955a40ae_0_8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5" name="Shape 845"/>
        <p:cNvGrpSpPr/>
        <p:nvPr/>
      </p:nvGrpSpPr>
      <p:grpSpPr>
        <a:xfrm>
          <a:off x="0" y="0"/>
          <a:ext cx="0" cy="0"/>
          <a:chOff x="0" y="0"/>
          <a:chExt cx="0" cy="0"/>
        </a:xfrm>
      </p:grpSpPr>
      <p:sp>
        <p:nvSpPr>
          <p:cNvPr id="846" name="Google Shape;846;g279955a40ae_0_8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47" name="Google Shape;847;g279955a40ae_0_8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0" name="Shape 850"/>
        <p:cNvGrpSpPr/>
        <p:nvPr/>
      </p:nvGrpSpPr>
      <p:grpSpPr>
        <a:xfrm>
          <a:off x="0" y="0"/>
          <a:ext cx="0" cy="0"/>
          <a:chOff x="0" y="0"/>
          <a:chExt cx="0" cy="0"/>
        </a:xfrm>
      </p:grpSpPr>
      <p:sp>
        <p:nvSpPr>
          <p:cNvPr id="851" name="Google Shape;851;g279955a40ae_0_8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52" name="Google Shape;852;g279955a40ae_0_8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5" name="Shape 855"/>
        <p:cNvGrpSpPr/>
        <p:nvPr/>
      </p:nvGrpSpPr>
      <p:grpSpPr>
        <a:xfrm>
          <a:off x="0" y="0"/>
          <a:ext cx="0" cy="0"/>
          <a:chOff x="0" y="0"/>
          <a:chExt cx="0" cy="0"/>
        </a:xfrm>
      </p:grpSpPr>
      <p:sp>
        <p:nvSpPr>
          <p:cNvPr id="856" name="Google Shape;856;g2f45dbce9e3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57" name="Google Shape;857;g2f45dbce9e3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0" name="Shape 860"/>
        <p:cNvGrpSpPr/>
        <p:nvPr/>
      </p:nvGrpSpPr>
      <p:grpSpPr>
        <a:xfrm>
          <a:off x="0" y="0"/>
          <a:ext cx="0" cy="0"/>
          <a:chOff x="0" y="0"/>
          <a:chExt cx="0" cy="0"/>
        </a:xfrm>
      </p:grpSpPr>
      <p:sp>
        <p:nvSpPr>
          <p:cNvPr id="861" name="Google Shape;861;g2effac13ddc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62" name="Google Shape;862;g2effac13ddc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8" name="Shape 868"/>
        <p:cNvGrpSpPr/>
        <p:nvPr/>
      </p:nvGrpSpPr>
      <p:grpSpPr>
        <a:xfrm>
          <a:off x="0" y="0"/>
          <a:ext cx="0" cy="0"/>
          <a:chOff x="0" y="0"/>
          <a:chExt cx="0" cy="0"/>
        </a:xfrm>
      </p:grpSpPr>
      <p:sp>
        <p:nvSpPr>
          <p:cNvPr id="869" name="Google Shape;869;g2f45dbce9e3_0_8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70" name="Google Shape;870;g2f45dbce9e3_0_8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5" name="Shape 875"/>
        <p:cNvGrpSpPr/>
        <p:nvPr/>
      </p:nvGrpSpPr>
      <p:grpSpPr>
        <a:xfrm>
          <a:off x="0" y="0"/>
          <a:ext cx="0" cy="0"/>
          <a:chOff x="0" y="0"/>
          <a:chExt cx="0" cy="0"/>
        </a:xfrm>
      </p:grpSpPr>
      <p:sp>
        <p:nvSpPr>
          <p:cNvPr id="876" name="Google Shape;876;g2f45dbce9e3_0_8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77" name="Google Shape;877;g2f45dbce9e3_0_8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1" name="Shape 891"/>
        <p:cNvGrpSpPr/>
        <p:nvPr/>
      </p:nvGrpSpPr>
      <p:grpSpPr>
        <a:xfrm>
          <a:off x="0" y="0"/>
          <a:ext cx="0" cy="0"/>
          <a:chOff x="0" y="0"/>
          <a:chExt cx="0" cy="0"/>
        </a:xfrm>
      </p:grpSpPr>
      <p:sp>
        <p:nvSpPr>
          <p:cNvPr id="892" name="Google Shape;892;g2f45dbce9e3_0_90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93" name="Google Shape;893;g2f45dbce9e3_0_90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0" name="Shape 900"/>
        <p:cNvGrpSpPr/>
        <p:nvPr/>
      </p:nvGrpSpPr>
      <p:grpSpPr>
        <a:xfrm>
          <a:off x="0" y="0"/>
          <a:ext cx="0" cy="0"/>
          <a:chOff x="0" y="0"/>
          <a:chExt cx="0" cy="0"/>
        </a:xfrm>
      </p:grpSpPr>
      <p:sp>
        <p:nvSpPr>
          <p:cNvPr id="901" name="Google Shape;901;g2f45dbce9e3_0_9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02" name="Google Shape;902;g2f45dbce9e3_0_9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4" name="Shape 914"/>
        <p:cNvGrpSpPr/>
        <p:nvPr/>
      </p:nvGrpSpPr>
      <p:grpSpPr>
        <a:xfrm>
          <a:off x="0" y="0"/>
          <a:ext cx="0" cy="0"/>
          <a:chOff x="0" y="0"/>
          <a:chExt cx="0" cy="0"/>
        </a:xfrm>
      </p:grpSpPr>
      <p:sp>
        <p:nvSpPr>
          <p:cNvPr id="915" name="Google Shape;915;g2f464c0b8d5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16" name="Google Shape;916;g2f464c0b8d5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8" name="Shape 928"/>
        <p:cNvGrpSpPr/>
        <p:nvPr/>
      </p:nvGrpSpPr>
      <p:grpSpPr>
        <a:xfrm>
          <a:off x="0" y="0"/>
          <a:ext cx="0" cy="0"/>
          <a:chOff x="0" y="0"/>
          <a:chExt cx="0" cy="0"/>
        </a:xfrm>
      </p:grpSpPr>
      <p:sp>
        <p:nvSpPr>
          <p:cNvPr id="929" name="Google Shape;929;g2f464c0b8d5_0_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30" name="Google Shape;930;g2f464c0b8d5_0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1" name="Shape 941"/>
        <p:cNvGrpSpPr/>
        <p:nvPr/>
      </p:nvGrpSpPr>
      <p:grpSpPr>
        <a:xfrm>
          <a:off x="0" y="0"/>
          <a:ext cx="0" cy="0"/>
          <a:chOff x="0" y="0"/>
          <a:chExt cx="0" cy="0"/>
        </a:xfrm>
      </p:grpSpPr>
      <p:sp>
        <p:nvSpPr>
          <p:cNvPr id="942" name="Google Shape;942;g2f464c0b8d5_0_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43" name="Google Shape;943;g2f464c0b8d5_0_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2" name="Shape 962"/>
        <p:cNvGrpSpPr/>
        <p:nvPr/>
      </p:nvGrpSpPr>
      <p:grpSpPr>
        <a:xfrm>
          <a:off x="0" y="0"/>
          <a:ext cx="0" cy="0"/>
          <a:chOff x="0" y="0"/>
          <a:chExt cx="0" cy="0"/>
        </a:xfrm>
      </p:grpSpPr>
      <p:sp>
        <p:nvSpPr>
          <p:cNvPr id="963" name="Google Shape;963;g2f464c0b8d5_0_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64" name="Google Shape;964;g2f464c0b8d5_0_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2" name="Shape 982"/>
        <p:cNvGrpSpPr/>
        <p:nvPr/>
      </p:nvGrpSpPr>
      <p:grpSpPr>
        <a:xfrm>
          <a:off x="0" y="0"/>
          <a:ext cx="0" cy="0"/>
          <a:chOff x="0" y="0"/>
          <a:chExt cx="0" cy="0"/>
        </a:xfrm>
      </p:grpSpPr>
      <p:sp>
        <p:nvSpPr>
          <p:cNvPr id="983" name="Google Shape;983;g2f464c0b8d5_0_10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84" name="Google Shape;984;g2f464c0b8d5_0_10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4" name="Shape 1004"/>
        <p:cNvGrpSpPr/>
        <p:nvPr/>
      </p:nvGrpSpPr>
      <p:grpSpPr>
        <a:xfrm>
          <a:off x="0" y="0"/>
          <a:ext cx="0" cy="0"/>
          <a:chOff x="0" y="0"/>
          <a:chExt cx="0" cy="0"/>
        </a:xfrm>
      </p:grpSpPr>
      <p:sp>
        <p:nvSpPr>
          <p:cNvPr id="1005" name="Google Shape;1005;g2f464c0b8d5_0_1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06" name="Google Shape;1006;g2f464c0b8d5_0_1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9" name="Shape 1029"/>
        <p:cNvGrpSpPr/>
        <p:nvPr/>
      </p:nvGrpSpPr>
      <p:grpSpPr>
        <a:xfrm>
          <a:off x="0" y="0"/>
          <a:ext cx="0" cy="0"/>
          <a:chOff x="0" y="0"/>
          <a:chExt cx="0" cy="0"/>
        </a:xfrm>
      </p:grpSpPr>
      <p:sp>
        <p:nvSpPr>
          <p:cNvPr id="1030" name="Google Shape;1030;g2f464c0b8d5_0_1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31" name="Google Shape;1031;g2f464c0b8d5_0_1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7" name="Shape 1047"/>
        <p:cNvGrpSpPr/>
        <p:nvPr/>
      </p:nvGrpSpPr>
      <p:grpSpPr>
        <a:xfrm>
          <a:off x="0" y="0"/>
          <a:ext cx="0" cy="0"/>
          <a:chOff x="0" y="0"/>
          <a:chExt cx="0" cy="0"/>
        </a:xfrm>
      </p:grpSpPr>
      <p:sp>
        <p:nvSpPr>
          <p:cNvPr id="1048" name="Google Shape;1048;g2f464c0b8d5_0_19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49" name="Google Shape;1049;g2f464c0b8d5_0_19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8" name="Shape 1068"/>
        <p:cNvGrpSpPr/>
        <p:nvPr/>
      </p:nvGrpSpPr>
      <p:grpSpPr>
        <a:xfrm>
          <a:off x="0" y="0"/>
          <a:ext cx="0" cy="0"/>
          <a:chOff x="0" y="0"/>
          <a:chExt cx="0" cy="0"/>
        </a:xfrm>
      </p:grpSpPr>
      <p:sp>
        <p:nvSpPr>
          <p:cNvPr id="1069" name="Google Shape;1069;g2f464c0b8d5_0_2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70" name="Google Shape;1070;g2f464c0b8d5_0_2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9" name="Shape 1089"/>
        <p:cNvGrpSpPr/>
        <p:nvPr/>
      </p:nvGrpSpPr>
      <p:grpSpPr>
        <a:xfrm>
          <a:off x="0" y="0"/>
          <a:ext cx="0" cy="0"/>
          <a:chOff x="0" y="0"/>
          <a:chExt cx="0" cy="0"/>
        </a:xfrm>
      </p:grpSpPr>
      <p:sp>
        <p:nvSpPr>
          <p:cNvPr id="1090" name="Google Shape;1090;g2f464c0b8d5_0_2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91" name="Google Shape;1091;g2f464c0b8d5_0_2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8" name="Shape 1098"/>
        <p:cNvGrpSpPr/>
        <p:nvPr/>
      </p:nvGrpSpPr>
      <p:grpSpPr>
        <a:xfrm>
          <a:off x="0" y="0"/>
          <a:ext cx="0" cy="0"/>
          <a:chOff x="0" y="0"/>
          <a:chExt cx="0" cy="0"/>
        </a:xfrm>
      </p:grpSpPr>
      <p:sp>
        <p:nvSpPr>
          <p:cNvPr id="1099" name="Google Shape;1099;g2f464c0b8d5_0_38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00" name="Google Shape;1100;g2f464c0b8d5_0_38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6" name="Shape 1116"/>
        <p:cNvGrpSpPr/>
        <p:nvPr/>
      </p:nvGrpSpPr>
      <p:grpSpPr>
        <a:xfrm>
          <a:off x="0" y="0"/>
          <a:ext cx="0" cy="0"/>
          <a:chOff x="0" y="0"/>
          <a:chExt cx="0" cy="0"/>
        </a:xfrm>
      </p:grpSpPr>
      <p:sp>
        <p:nvSpPr>
          <p:cNvPr id="1117" name="Google Shape;1117;g2f464c0b8d5_0_40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18" name="Google Shape;1118;g2f464c0b8d5_0_40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5" name="Shape 1125"/>
        <p:cNvGrpSpPr/>
        <p:nvPr/>
      </p:nvGrpSpPr>
      <p:grpSpPr>
        <a:xfrm>
          <a:off x="0" y="0"/>
          <a:ext cx="0" cy="0"/>
          <a:chOff x="0" y="0"/>
          <a:chExt cx="0" cy="0"/>
        </a:xfrm>
      </p:grpSpPr>
      <p:sp>
        <p:nvSpPr>
          <p:cNvPr id="1126" name="Google Shape;1126;g2f464c0b8d5_0_4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27" name="Google Shape;1127;g2f464c0b8d5_0_4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6" name="Shape 1136"/>
        <p:cNvGrpSpPr/>
        <p:nvPr/>
      </p:nvGrpSpPr>
      <p:grpSpPr>
        <a:xfrm>
          <a:off x="0" y="0"/>
          <a:ext cx="0" cy="0"/>
          <a:chOff x="0" y="0"/>
          <a:chExt cx="0" cy="0"/>
        </a:xfrm>
      </p:grpSpPr>
      <p:sp>
        <p:nvSpPr>
          <p:cNvPr id="1137" name="Google Shape;1137;g2f464c0b8d5_0_29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38" name="Google Shape;1138;g2f464c0b8d5_0_29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4" name="Shape 1154"/>
        <p:cNvGrpSpPr/>
        <p:nvPr/>
      </p:nvGrpSpPr>
      <p:grpSpPr>
        <a:xfrm>
          <a:off x="0" y="0"/>
          <a:ext cx="0" cy="0"/>
          <a:chOff x="0" y="0"/>
          <a:chExt cx="0" cy="0"/>
        </a:xfrm>
      </p:grpSpPr>
      <p:sp>
        <p:nvSpPr>
          <p:cNvPr id="1155" name="Google Shape;1155;g2f464c0b8d5_0_2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56" name="Google Shape;1156;g2f464c0b8d5_0_2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0" name="Shape 1180"/>
        <p:cNvGrpSpPr/>
        <p:nvPr/>
      </p:nvGrpSpPr>
      <p:grpSpPr>
        <a:xfrm>
          <a:off x="0" y="0"/>
          <a:ext cx="0" cy="0"/>
          <a:chOff x="0" y="0"/>
          <a:chExt cx="0" cy="0"/>
        </a:xfrm>
      </p:grpSpPr>
      <p:sp>
        <p:nvSpPr>
          <p:cNvPr id="1181" name="Google Shape;1181;g2f464c0b8d5_0_3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82" name="Google Shape;1182;g2f464c0b8d5_0_3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3" name="Shape 1193"/>
        <p:cNvGrpSpPr/>
        <p:nvPr/>
      </p:nvGrpSpPr>
      <p:grpSpPr>
        <a:xfrm>
          <a:off x="0" y="0"/>
          <a:ext cx="0" cy="0"/>
          <a:chOff x="0" y="0"/>
          <a:chExt cx="0" cy="0"/>
        </a:xfrm>
      </p:grpSpPr>
      <p:sp>
        <p:nvSpPr>
          <p:cNvPr id="1194" name="Google Shape;1194;g2f464c0b8d5_0_3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95" name="Google Shape;1195;g2f464c0b8d5_0_3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7" name="Shape 1207"/>
        <p:cNvGrpSpPr/>
        <p:nvPr/>
      </p:nvGrpSpPr>
      <p:grpSpPr>
        <a:xfrm>
          <a:off x="0" y="0"/>
          <a:ext cx="0" cy="0"/>
          <a:chOff x="0" y="0"/>
          <a:chExt cx="0" cy="0"/>
        </a:xfrm>
      </p:grpSpPr>
      <p:sp>
        <p:nvSpPr>
          <p:cNvPr id="1208" name="Google Shape;1208;g2f464c0b8d5_0_3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09" name="Google Shape;1209;g2f464c0b8d5_0_3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5" name="Shape 1225"/>
        <p:cNvGrpSpPr/>
        <p:nvPr/>
      </p:nvGrpSpPr>
      <p:grpSpPr>
        <a:xfrm>
          <a:off x="0" y="0"/>
          <a:ext cx="0" cy="0"/>
          <a:chOff x="0" y="0"/>
          <a:chExt cx="0" cy="0"/>
        </a:xfrm>
      </p:grpSpPr>
      <p:sp>
        <p:nvSpPr>
          <p:cNvPr id="1226" name="Google Shape;1226;g2f45dbce9e3_0_8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27" name="Google Shape;1227;g2f45dbce9e3_0_8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3" name="Shape 1233"/>
        <p:cNvGrpSpPr/>
        <p:nvPr/>
      </p:nvGrpSpPr>
      <p:grpSpPr>
        <a:xfrm>
          <a:off x="0" y="0"/>
          <a:ext cx="0" cy="0"/>
          <a:chOff x="0" y="0"/>
          <a:chExt cx="0" cy="0"/>
        </a:xfrm>
      </p:grpSpPr>
      <p:sp>
        <p:nvSpPr>
          <p:cNvPr id="1234" name="Google Shape;1234;g2f464c0b8d5_0_4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35" name="Google Shape;1235;g2f464c0b8d5_0_4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4" name="Shape 1244"/>
        <p:cNvGrpSpPr/>
        <p:nvPr/>
      </p:nvGrpSpPr>
      <p:grpSpPr>
        <a:xfrm>
          <a:off x="0" y="0"/>
          <a:ext cx="0" cy="0"/>
          <a:chOff x="0" y="0"/>
          <a:chExt cx="0" cy="0"/>
        </a:xfrm>
      </p:grpSpPr>
      <p:sp>
        <p:nvSpPr>
          <p:cNvPr id="1245" name="Google Shape;1245;g2f464c0b8d5_0_4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46" name="Google Shape;1246;g2f464c0b8d5_0_4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6" name="Shape 1256"/>
        <p:cNvGrpSpPr/>
        <p:nvPr/>
      </p:nvGrpSpPr>
      <p:grpSpPr>
        <a:xfrm>
          <a:off x="0" y="0"/>
          <a:ext cx="0" cy="0"/>
          <a:chOff x="0" y="0"/>
          <a:chExt cx="0" cy="0"/>
        </a:xfrm>
      </p:grpSpPr>
      <p:sp>
        <p:nvSpPr>
          <p:cNvPr id="1257" name="Google Shape;1257;g2f464c0b8d5_0_4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58" name="Google Shape;1258;g2f464c0b8d5_0_4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6" name="Shape 1266"/>
        <p:cNvGrpSpPr/>
        <p:nvPr/>
      </p:nvGrpSpPr>
      <p:grpSpPr>
        <a:xfrm>
          <a:off x="0" y="0"/>
          <a:ext cx="0" cy="0"/>
          <a:chOff x="0" y="0"/>
          <a:chExt cx="0" cy="0"/>
        </a:xfrm>
      </p:grpSpPr>
      <p:sp>
        <p:nvSpPr>
          <p:cNvPr id="1267" name="Google Shape;1267;g2f464c0b8d5_0_4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68" name="Google Shape;1268;g2f464c0b8d5_0_4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7" name="Shape 1277"/>
        <p:cNvGrpSpPr/>
        <p:nvPr/>
      </p:nvGrpSpPr>
      <p:grpSpPr>
        <a:xfrm>
          <a:off x="0" y="0"/>
          <a:ext cx="0" cy="0"/>
          <a:chOff x="0" y="0"/>
          <a:chExt cx="0" cy="0"/>
        </a:xfrm>
      </p:grpSpPr>
      <p:sp>
        <p:nvSpPr>
          <p:cNvPr id="1278" name="Google Shape;1278;g2f464c0b8d5_0_47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79" name="Google Shape;1279;g2f464c0b8d5_0_4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1" name="Shape 1291"/>
        <p:cNvGrpSpPr/>
        <p:nvPr/>
      </p:nvGrpSpPr>
      <p:grpSpPr>
        <a:xfrm>
          <a:off x="0" y="0"/>
          <a:ext cx="0" cy="0"/>
          <a:chOff x="0" y="0"/>
          <a:chExt cx="0" cy="0"/>
        </a:xfrm>
      </p:grpSpPr>
      <p:sp>
        <p:nvSpPr>
          <p:cNvPr id="1292" name="Google Shape;1292;g2f464c0b8d5_0_49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93" name="Google Shape;1293;g2f464c0b8d5_0_49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5" name="Shape 1305"/>
        <p:cNvGrpSpPr/>
        <p:nvPr/>
      </p:nvGrpSpPr>
      <p:grpSpPr>
        <a:xfrm>
          <a:off x="0" y="0"/>
          <a:ext cx="0" cy="0"/>
          <a:chOff x="0" y="0"/>
          <a:chExt cx="0" cy="0"/>
        </a:xfrm>
      </p:grpSpPr>
      <p:sp>
        <p:nvSpPr>
          <p:cNvPr id="1306" name="Google Shape;1306;g2f464c0b8d5_0_50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07" name="Google Shape;1307;g2f464c0b8d5_0_50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9" name="Shape 1319"/>
        <p:cNvGrpSpPr/>
        <p:nvPr/>
      </p:nvGrpSpPr>
      <p:grpSpPr>
        <a:xfrm>
          <a:off x="0" y="0"/>
          <a:ext cx="0" cy="0"/>
          <a:chOff x="0" y="0"/>
          <a:chExt cx="0" cy="0"/>
        </a:xfrm>
      </p:grpSpPr>
      <p:sp>
        <p:nvSpPr>
          <p:cNvPr id="1320" name="Google Shape;1320;g2f464c0b8d5_0_5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21" name="Google Shape;1321;g2f464c0b8d5_0_5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4" name="Shape 1334"/>
        <p:cNvGrpSpPr/>
        <p:nvPr/>
      </p:nvGrpSpPr>
      <p:grpSpPr>
        <a:xfrm>
          <a:off x="0" y="0"/>
          <a:ext cx="0" cy="0"/>
          <a:chOff x="0" y="0"/>
          <a:chExt cx="0" cy="0"/>
        </a:xfrm>
      </p:grpSpPr>
      <p:sp>
        <p:nvSpPr>
          <p:cNvPr id="1335" name="Google Shape;1335;g2f464c0b8d5_0_5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36" name="Google Shape;1336;g2f464c0b8d5_0_5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7" name="Shape 1347"/>
        <p:cNvGrpSpPr/>
        <p:nvPr/>
      </p:nvGrpSpPr>
      <p:grpSpPr>
        <a:xfrm>
          <a:off x="0" y="0"/>
          <a:ext cx="0" cy="0"/>
          <a:chOff x="0" y="0"/>
          <a:chExt cx="0" cy="0"/>
        </a:xfrm>
      </p:grpSpPr>
      <p:sp>
        <p:nvSpPr>
          <p:cNvPr id="1348" name="Google Shape;1348;g2f464c0b8d5_0_5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49" name="Google Shape;1349;g2f464c0b8d5_0_5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2" name="Shape 1362"/>
        <p:cNvGrpSpPr/>
        <p:nvPr/>
      </p:nvGrpSpPr>
      <p:grpSpPr>
        <a:xfrm>
          <a:off x="0" y="0"/>
          <a:ext cx="0" cy="0"/>
          <a:chOff x="0" y="0"/>
          <a:chExt cx="0" cy="0"/>
        </a:xfrm>
      </p:grpSpPr>
      <p:sp>
        <p:nvSpPr>
          <p:cNvPr id="1363" name="Google Shape;1363;g2f464c0b8d5_0_5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64" name="Google Shape;1364;g2f464c0b8d5_0_5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4" name="Shape 1384"/>
        <p:cNvGrpSpPr/>
        <p:nvPr/>
      </p:nvGrpSpPr>
      <p:grpSpPr>
        <a:xfrm>
          <a:off x="0" y="0"/>
          <a:ext cx="0" cy="0"/>
          <a:chOff x="0" y="0"/>
          <a:chExt cx="0" cy="0"/>
        </a:xfrm>
      </p:grpSpPr>
      <p:sp>
        <p:nvSpPr>
          <p:cNvPr id="1385" name="Google Shape;1385;g2f464c0b8d5_0_60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86" name="Google Shape;1386;g2f464c0b8d5_0_60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9" name="Shape 1399"/>
        <p:cNvGrpSpPr/>
        <p:nvPr/>
      </p:nvGrpSpPr>
      <p:grpSpPr>
        <a:xfrm>
          <a:off x="0" y="0"/>
          <a:ext cx="0" cy="0"/>
          <a:chOff x="0" y="0"/>
          <a:chExt cx="0" cy="0"/>
        </a:xfrm>
      </p:grpSpPr>
      <p:sp>
        <p:nvSpPr>
          <p:cNvPr id="1400" name="Google Shape;1400;g2f464c0b8d5_0_6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01" name="Google Shape;1401;g2f464c0b8d5_0_6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4" name="Shape 1414"/>
        <p:cNvGrpSpPr/>
        <p:nvPr/>
      </p:nvGrpSpPr>
      <p:grpSpPr>
        <a:xfrm>
          <a:off x="0" y="0"/>
          <a:ext cx="0" cy="0"/>
          <a:chOff x="0" y="0"/>
          <a:chExt cx="0" cy="0"/>
        </a:xfrm>
      </p:grpSpPr>
      <p:sp>
        <p:nvSpPr>
          <p:cNvPr id="1415" name="Google Shape;1415;g2f464c0b8d5_0_6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16" name="Google Shape;1416;g2f464c0b8d5_0_6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7" name="Shape 1437"/>
        <p:cNvGrpSpPr/>
        <p:nvPr/>
      </p:nvGrpSpPr>
      <p:grpSpPr>
        <a:xfrm>
          <a:off x="0" y="0"/>
          <a:ext cx="0" cy="0"/>
          <a:chOff x="0" y="0"/>
          <a:chExt cx="0" cy="0"/>
        </a:xfrm>
      </p:grpSpPr>
      <p:sp>
        <p:nvSpPr>
          <p:cNvPr id="1438" name="Google Shape;1438;g2f464c0b8d5_0_69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39" name="Google Shape;1439;g2f464c0b8d5_0_69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7" name="Shape 1447"/>
        <p:cNvGrpSpPr/>
        <p:nvPr/>
      </p:nvGrpSpPr>
      <p:grpSpPr>
        <a:xfrm>
          <a:off x="0" y="0"/>
          <a:ext cx="0" cy="0"/>
          <a:chOff x="0" y="0"/>
          <a:chExt cx="0" cy="0"/>
        </a:xfrm>
      </p:grpSpPr>
      <p:sp>
        <p:nvSpPr>
          <p:cNvPr id="1448" name="Google Shape;1448;g2f464c0b8d5_0_7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49" name="Google Shape;1449;g2f464c0b8d5_0_7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0" name="Shape 1460"/>
        <p:cNvGrpSpPr/>
        <p:nvPr/>
      </p:nvGrpSpPr>
      <p:grpSpPr>
        <a:xfrm>
          <a:off x="0" y="0"/>
          <a:ext cx="0" cy="0"/>
          <a:chOff x="0" y="0"/>
          <a:chExt cx="0" cy="0"/>
        </a:xfrm>
      </p:grpSpPr>
      <p:sp>
        <p:nvSpPr>
          <p:cNvPr id="1461" name="Google Shape;1461;g2f464c0b8d5_0_7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62" name="Google Shape;1462;g2f464c0b8d5_0_7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3" name="Shape 1483"/>
        <p:cNvGrpSpPr/>
        <p:nvPr/>
      </p:nvGrpSpPr>
      <p:grpSpPr>
        <a:xfrm>
          <a:off x="0" y="0"/>
          <a:ext cx="0" cy="0"/>
          <a:chOff x="0" y="0"/>
          <a:chExt cx="0" cy="0"/>
        </a:xfrm>
      </p:grpSpPr>
      <p:sp>
        <p:nvSpPr>
          <p:cNvPr id="1484" name="Google Shape;1484;g2f464c0b8d5_0_7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85" name="Google Shape;1485;g2f464c0b8d5_0_7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3" name="Shape 1493"/>
        <p:cNvGrpSpPr/>
        <p:nvPr/>
      </p:nvGrpSpPr>
      <p:grpSpPr>
        <a:xfrm>
          <a:off x="0" y="0"/>
          <a:ext cx="0" cy="0"/>
          <a:chOff x="0" y="0"/>
          <a:chExt cx="0" cy="0"/>
        </a:xfrm>
      </p:grpSpPr>
      <p:sp>
        <p:nvSpPr>
          <p:cNvPr id="1494" name="Google Shape;1494;g2f464c0b8d5_0_8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95" name="Google Shape;1495;g2f464c0b8d5_0_8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4" name="Shape 1504"/>
        <p:cNvGrpSpPr/>
        <p:nvPr/>
      </p:nvGrpSpPr>
      <p:grpSpPr>
        <a:xfrm>
          <a:off x="0" y="0"/>
          <a:ext cx="0" cy="0"/>
          <a:chOff x="0" y="0"/>
          <a:chExt cx="0" cy="0"/>
        </a:xfrm>
      </p:grpSpPr>
      <p:sp>
        <p:nvSpPr>
          <p:cNvPr id="1505" name="Google Shape;1505;g2f464c0b8d5_0_7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06" name="Google Shape;1506;g2f464c0b8d5_0_7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8" name="Shape 1518"/>
        <p:cNvGrpSpPr/>
        <p:nvPr/>
      </p:nvGrpSpPr>
      <p:grpSpPr>
        <a:xfrm>
          <a:off x="0" y="0"/>
          <a:ext cx="0" cy="0"/>
          <a:chOff x="0" y="0"/>
          <a:chExt cx="0" cy="0"/>
        </a:xfrm>
      </p:grpSpPr>
      <p:sp>
        <p:nvSpPr>
          <p:cNvPr id="1519" name="Google Shape;1519;g2f464c0b8d5_0_8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20" name="Google Shape;1520;g2f464c0b8d5_0_8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3" name="Shape 1533"/>
        <p:cNvGrpSpPr/>
        <p:nvPr/>
      </p:nvGrpSpPr>
      <p:grpSpPr>
        <a:xfrm>
          <a:off x="0" y="0"/>
          <a:ext cx="0" cy="0"/>
          <a:chOff x="0" y="0"/>
          <a:chExt cx="0" cy="0"/>
        </a:xfrm>
      </p:grpSpPr>
      <p:sp>
        <p:nvSpPr>
          <p:cNvPr id="1534" name="Google Shape;1534;g2f464c0b8d5_0_8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35" name="Google Shape;1535;g2f464c0b8d5_0_8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8" name="Shape 1548"/>
        <p:cNvGrpSpPr/>
        <p:nvPr/>
      </p:nvGrpSpPr>
      <p:grpSpPr>
        <a:xfrm>
          <a:off x="0" y="0"/>
          <a:ext cx="0" cy="0"/>
          <a:chOff x="0" y="0"/>
          <a:chExt cx="0" cy="0"/>
        </a:xfrm>
      </p:grpSpPr>
      <p:sp>
        <p:nvSpPr>
          <p:cNvPr id="1549" name="Google Shape;1549;g2f464c0b8d5_0_8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50" name="Google Shape;1550;g2f464c0b8d5_0_8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9" name="Shape 1559"/>
        <p:cNvGrpSpPr/>
        <p:nvPr/>
      </p:nvGrpSpPr>
      <p:grpSpPr>
        <a:xfrm>
          <a:off x="0" y="0"/>
          <a:ext cx="0" cy="0"/>
          <a:chOff x="0" y="0"/>
          <a:chExt cx="0" cy="0"/>
        </a:xfrm>
      </p:grpSpPr>
      <p:sp>
        <p:nvSpPr>
          <p:cNvPr id="1560" name="Google Shape;1560;g2f464c0b8d5_0_87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61" name="Google Shape;1561;g2f464c0b8d5_0_8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1" name="Shape 1581"/>
        <p:cNvGrpSpPr/>
        <p:nvPr/>
      </p:nvGrpSpPr>
      <p:grpSpPr>
        <a:xfrm>
          <a:off x="0" y="0"/>
          <a:ext cx="0" cy="0"/>
          <a:chOff x="0" y="0"/>
          <a:chExt cx="0" cy="0"/>
        </a:xfrm>
      </p:grpSpPr>
      <p:sp>
        <p:nvSpPr>
          <p:cNvPr id="1582" name="Google Shape;1582;g2f464c0b8d5_0_90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83" name="Google Shape;1583;g2f464c0b8d5_0_90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3" name="Shape 1603"/>
        <p:cNvGrpSpPr/>
        <p:nvPr/>
      </p:nvGrpSpPr>
      <p:grpSpPr>
        <a:xfrm>
          <a:off x="0" y="0"/>
          <a:ext cx="0" cy="0"/>
          <a:chOff x="0" y="0"/>
          <a:chExt cx="0" cy="0"/>
        </a:xfrm>
      </p:grpSpPr>
      <p:sp>
        <p:nvSpPr>
          <p:cNvPr id="1604" name="Google Shape;1604;g2f464c0b8d5_0_9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05" name="Google Shape;1605;g2f464c0b8d5_0_9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5" name="Shape 1625"/>
        <p:cNvGrpSpPr/>
        <p:nvPr/>
      </p:nvGrpSpPr>
      <p:grpSpPr>
        <a:xfrm>
          <a:off x="0" y="0"/>
          <a:ext cx="0" cy="0"/>
          <a:chOff x="0" y="0"/>
          <a:chExt cx="0" cy="0"/>
        </a:xfrm>
      </p:grpSpPr>
      <p:sp>
        <p:nvSpPr>
          <p:cNvPr id="1626" name="Google Shape;1626;g2f464c0b8d5_0_9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27" name="Google Shape;1627;g2f464c0b8d5_0_9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8" name="Shape 1638"/>
        <p:cNvGrpSpPr/>
        <p:nvPr/>
      </p:nvGrpSpPr>
      <p:grpSpPr>
        <a:xfrm>
          <a:off x="0" y="0"/>
          <a:ext cx="0" cy="0"/>
          <a:chOff x="0" y="0"/>
          <a:chExt cx="0" cy="0"/>
        </a:xfrm>
      </p:grpSpPr>
      <p:sp>
        <p:nvSpPr>
          <p:cNvPr id="1639" name="Google Shape;1639;g279955a40ae_0_8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40" name="Google Shape;1640;g279955a40ae_0_8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4" name="Shape 1644"/>
        <p:cNvGrpSpPr/>
        <p:nvPr/>
      </p:nvGrpSpPr>
      <p:grpSpPr>
        <a:xfrm>
          <a:off x="0" y="0"/>
          <a:ext cx="0" cy="0"/>
          <a:chOff x="0" y="0"/>
          <a:chExt cx="0" cy="0"/>
        </a:xfrm>
      </p:grpSpPr>
      <p:sp>
        <p:nvSpPr>
          <p:cNvPr id="1645" name="Google Shape;1645;g279955a40ae_0_8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46" name="Google Shape;1646;g279955a40ae_0_8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 Id="rId3" Type="http://schemas.openxmlformats.org/officeDocument/2006/relationships/image" Target="../media/image5.png"/><Relationship Id="rId4" Type="http://schemas.openxmlformats.org/officeDocument/2006/relationships/image" Target="../media/image3.png"/><Relationship Id="rId5" Type="http://schemas.openxmlformats.org/officeDocument/2006/relationships/image" Target="../media/image9.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 Id="rId3" Type="http://schemas.openxmlformats.org/officeDocument/2006/relationships/image" Target="../media/image6.png"/><Relationship Id="rId4" Type="http://schemas.openxmlformats.org/officeDocument/2006/relationships/image" Target="../media/image8.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 Id="rId3" Type="http://schemas.openxmlformats.org/officeDocument/2006/relationships/image" Target="../media/image8.png"/><Relationship Id="rId4" Type="http://schemas.openxmlformats.org/officeDocument/2006/relationships/image" Target="../media/image5.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 Id="rId3" Type="http://schemas.openxmlformats.org/officeDocument/2006/relationships/image" Target="../media/image8.png"/><Relationship Id="rId4" Type="http://schemas.openxmlformats.org/officeDocument/2006/relationships/image" Target="../media/image5.png"/><Relationship Id="rId5" Type="http://schemas.openxmlformats.org/officeDocument/2006/relationships/image" Target="../media/image11.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 Id="rId3" Type="http://schemas.openxmlformats.org/officeDocument/2006/relationships/image" Target="../media/image8.png"/><Relationship Id="rId4" Type="http://schemas.openxmlformats.org/officeDocument/2006/relationships/image" Target="../media/image5.png"/><Relationship Id="rId5" Type="http://schemas.openxmlformats.org/officeDocument/2006/relationships/image" Target="../media/image10.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 Id="rId3" Type="http://schemas.openxmlformats.org/officeDocument/2006/relationships/image" Target="../media/image8.png"/><Relationship Id="rId4" Type="http://schemas.openxmlformats.org/officeDocument/2006/relationships/image" Target="../media/image5.png"/><Relationship Id="rId5" Type="http://schemas.openxmlformats.org/officeDocument/2006/relationships/image" Target="../media/image23.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 Id="rId3" Type="http://schemas.openxmlformats.org/officeDocument/2006/relationships/image" Target="../media/image8.png"/><Relationship Id="rId4" Type="http://schemas.openxmlformats.org/officeDocument/2006/relationships/image" Target="../media/image14.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 Id="rId3" Type="http://schemas.openxmlformats.org/officeDocument/2006/relationships/image" Target="../media/image8.png"/><Relationship Id="rId4" Type="http://schemas.openxmlformats.org/officeDocument/2006/relationships/image" Target="../media/image5.png"/><Relationship Id="rId5" Type="http://schemas.openxmlformats.org/officeDocument/2006/relationships/image" Target="../media/image19.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 Id="rId3" Type="http://schemas.openxmlformats.org/officeDocument/2006/relationships/image" Target="../media/image12.png"/><Relationship Id="rId4" Type="http://schemas.openxmlformats.org/officeDocument/2006/relationships/image" Target="../media/image8.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 Id="rId3" Type="http://schemas.openxmlformats.org/officeDocument/2006/relationships/image" Target="../media/image8.png"/><Relationship Id="rId4" Type="http://schemas.openxmlformats.org/officeDocument/2006/relationships/image" Target="../media/image5.png"/><Relationship Id="rId5" Type="http://schemas.openxmlformats.org/officeDocument/2006/relationships/image" Target="../media/image13.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 Id="rId3" Type="http://schemas.openxmlformats.org/officeDocument/2006/relationships/image" Target="../media/image8.png"/><Relationship Id="rId4" Type="http://schemas.openxmlformats.org/officeDocument/2006/relationships/image" Target="../media/image20.png"/><Relationship Id="rId5" Type="http://schemas.openxmlformats.org/officeDocument/2006/relationships/image" Target="../media/image15.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7.png"/><Relationship Id="rId3" Type="http://schemas.openxmlformats.org/officeDocument/2006/relationships/image" Target="../media/image8.png"/><Relationship Id="rId4" Type="http://schemas.openxmlformats.org/officeDocument/2006/relationships/image" Target="../media/image9.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6.png"/><Relationship Id="rId3" Type="http://schemas.openxmlformats.org/officeDocument/2006/relationships/image" Target="../media/image8.png"/><Relationship Id="rId4" Type="http://schemas.openxmlformats.org/officeDocument/2006/relationships/image" Target="../media/image9.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 Id="rId3" Type="http://schemas.openxmlformats.org/officeDocument/2006/relationships/image" Target="../media/image8.png"/><Relationship Id="rId4" Type="http://schemas.openxmlformats.org/officeDocument/2006/relationships/image" Target="../media/image5.png"/><Relationship Id="rId5" Type="http://schemas.openxmlformats.org/officeDocument/2006/relationships/image" Target="../media/image22.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 Id="rId3" Type="http://schemas.openxmlformats.org/officeDocument/2006/relationships/image" Target="../media/image8.png"/><Relationship Id="rId4" Type="http://schemas.openxmlformats.org/officeDocument/2006/relationships/image" Target="../media/image25.png"/><Relationship Id="rId5" Type="http://schemas.openxmlformats.org/officeDocument/2006/relationships/image" Target="../media/image27.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 Id="rId3" Type="http://schemas.openxmlformats.org/officeDocument/2006/relationships/image" Target="../media/image5.png"/><Relationship Id="rId4" Type="http://schemas.openxmlformats.org/officeDocument/2006/relationships/image" Target="../media/image26.png"/><Relationship Id="rId5" Type="http://schemas.openxmlformats.org/officeDocument/2006/relationships/image" Target="../media/image9.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 Id="rId3" Type="http://schemas.openxmlformats.org/officeDocument/2006/relationships/image" Target="../media/image5.png"/><Relationship Id="rId4" Type="http://schemas.openxmlformats.org/officeDocument/2006/relationships/image" Target="../media/image26.png"/><Relationship Id="rId5" Type="http://schemas.openxmlformats.org/officeDocument/2006/relationships/image" Target="../media/image9.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 Id="rId3" Type="http://schemas.openxmlformats.org/officeDocument/2006/relationships/image" Target="../media/image8.png"/><Relationship Id="rId4" Type="http://schemas.openxmlformats.org/officeDocument/2006/relationships/image" Target="../media/image5.png"/><Relationship Id="rId5" Type="http://schemas.openxmlformats.org/officeDocument/2006/relationships/image" Target="../media/image24.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 Id="rId3" Type="http://schemas.openxmlformats.org/officeDocument/2006/relationships/image" Target="../media/image9.png"/><Relationship Id="rId4" Type="http://schemas.openxmlformats.org/officeDocument/2006/relationships/image" Target="../media/image21.png"/><Relationship Id="rId5" Type="http://schemas.openxmlformats.org/officeDocument/2006/relationships/image" Target="../media/image28.pn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 Id="rId3" Type="http://schemas.openxmlformats.org/officeDocument/2006/relationships/image" Target="../media/image8.png"/><Relationship Id="rId4" Type="http://schemas.openxmlformats.org/officeDocument/2006/relationships/image" Target="../media/image5.png"/><Relationship Id="rId5" Type="http://schemas.openxmlformats.org/officeDocument/2006/relationships/image" Target="../media/image29.pn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0.pn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1.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7.png"/><Relationship Id="rId6" Type="http://schemas.openxmlformats.org/officeDocument/2006/relationships/image" Target="../media/image35.png"/><Relationship Id="rId7" Type="http://schemas.openxmlformats.org/officeDocument/2006/relationships/image" Target="../media/image32.pn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2.pn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2.pn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2.pn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2.png"/></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9.png"/><Relationship Id="rId3" Type="http://schemas.openxmlformats.org/officeDocument/2006/relationships/image" Target="../media/image36.png"/><Relationship Id="rId4" Type="http://schemas.openxmlformats.org/officeDocument/2006/relationships/image" Target="../media/image90.png"/><Relationship Id="rId5" Type="http://schemas.openxmlformats.org/officeDocument/2006/relationships/image" Target="../media/image41.png"/><Relationship Id="rId6" Type="http://schemas.openxmlformats.org/officeDocument/2006/relationships/image" Target="../media/image40.png"/><Relationship Id="rId7" Type="http://schemas.openxmlformats.org/officeDocument/2006/relationships/image" Target="../media/image42.png"/></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8.png"/><Relationship Id="rId3" Type="http://schemas.openxmlformats.org/officeDocument/2006/relationships/image" Target="../media/image90.png"/><Relationship Id="rId4" Type="http://schemas.openxmlformats.org/officeDocument/2006/relationships/image" Target="../media/image39.png"/><Relationship Id="rId9" Type="http://schemas.openxmlformats.org/officeDocument/2006/relationships/image" Target="../media/image42.png"/><Relationship Id="rId5" Type="http://schemas.openxmlformats.org/officeDocument/2006/relationships/image" Target="../media/image36.png"/><Relationship Id="rId6" Type="http://schemas.openxmlformats.org/officeDocument/2006/relationships/image" Target="../media/image44.png"/><Relationship Id="rId7" Type="http://schemas.openxmlformats.org/officeDocument/2006/relationships/image" Target="../media/image41.png"/><Relationship Id="rId8" Type="http://schemas.openxmlformats.org/officeDocument/2006/relationships/image" Target="../media/image40.png"/></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8.png"/><Relationship Id="rId3" Type="http://schemas.openxmlformats.org/officeDocument/2006/relationships/image" Target="../media/image90.png"/><Relationship Id="rId4" Type="http://schemas.openxmlformats.org/officeDocument/2006/relationships/image" Target="../media/image47.png"/><Relationship Id="rId11" Type="http://schemas.openxmlformats.org/officeDocument/2006/relationships/image" Target="../media/image42.png"/><Relationship Id="rId10" Type="http://schemas.openxmlformats.org/officeDocument/2006/relationships/image" Target="../media/image51.png"/><Relationship Id="rId9" Type="http://schemas.openxmlformats.org/officeDocument/2006/relationships/image" Target="../media/image40.png"/><Relationship Id="rId5" Type="http://schemas.openxmlformats.org/officeDocument/2006/relationships/image" Target="../media/image39.png"/><Relationship Id="rId6" Type="http://schemas.openxmlformats.org/officeDocument/2006/relationships/image" Target="../media/image36.png"/><Relationship Id="rId7" Type="http://schemas.openxmlformats.org/officeDocument/2006/relationships/image" Target="../media/image44.png"/><Relationship Id="rId8" Type="http://schemas.openxmlformats.org/officeDocument/2006/relationships/image" Target="../media/image41.png"/></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9.png"/><Relationship Id="rId3" Type="http://schemas.openxmlformats.org/officeDocument/2006/relationships/image" Target="../media/image50.png"/></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3.png"/><Relationship Id="rId3" Type="http://schemas.openxmlformats.org/officeDocument/2006/relationships/image" Target="../media/image50.png"/></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2.png"/><Relationship Id="rId3" Type="http://schemas.openxmlformats.org/officeDocument/2006/relationships/image" Target="../media/image50.png"/></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4.png"/><Relationship Id="rId3" Type="http://schemas.openxmlformats.org/officeDocument/2006/relationships/image" Target="../media/image50.png"/></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9.png"/><Relationship Id="rId3" Type="http://schemas.openxmlformats.org/officeDocument/2006/relationships/image" Target="../media/image50.png"/><Relationship Id="rId4" Type="http://schemas.openxmlformats.org/officeDocument/2006/relationships/image" Target="../media/image55.png"/></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3.png"/><Relationship Id="rId3" Type="http://schemas.openxmlformats.org/officeDocument/2006/relationships/image" Target="../media/image50.png"/><Relationship Id="rId4" Type="http://schemas.openxmlformats.org/officeDocument/2006/relationships/image" Target="../media/image55.png"/></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2.png"/><Relationship Id="rId3" Type="http://schemas.openxmlformats.org/officeDocument/2006/relationships/image" Target="../media/image50.png"/><Relationship Id="rId4" Type="http://schemas.openxmlformats.org/officeDocument/2006/relationships/image" Target="../media/image55.png"/></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4.png"/><Relationship Id="rId3" Type="http://schemas.openxmlformats.org/officeDocument/2006/relationships/image" Target="../media/image50.png"/><Relationship Id="rId4" Type="http://schemas.openxmlformats.org/officeDocument/2006/relationships/image" Target="../media/image55.png"/></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7.png"/><Relationship Id="rId3" Type="http://schemas.openxmlformats.org/officeDocument/2006/relationships/image" Target="../media/image49.png"/><Relationship Id="rId4" Type="http://schemas.openxmlformats.org/officeDocument/2006/relationships/image" Target="../media/image55.png"/></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3.png"/><Relationship Id="rId3" Type="http://schemas.openxmlformats.org/officeDocument/2006/relationships/image" Target="../media/image55.png"/><Relationship Id="rId4" Type="http://schemas.openxmlformats.org/officeDocument/2006/relationships/image" Target="../media/image57.png"/></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2.png"/><Relationship Id="rId3" Type="http://schemas.openxmlformats.org/officeDocument/2006/relationships/image" Target="../media/image55.png"/><Relationship Id="rId4" Type="http://schemas.openxmlformats.org/officeDocument/2006/relationships/image" Target="../media/image57.png"/></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4.png"/><Relationship Id="rId3" Type="http://schemas.openxmlformats.org/officeDocument/2006/relationships/image" Target="../media/image55.png"/><Relationship Id="rId4" Type="http://schemas.openxmlformats.org/officeDocument/2006/relationships/image" Target="../media/image57.png"/></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9.png"/><Relationship Id="rId3" Type="http://schemas.openxmlformats.org/officeDocument/2006/relationships/image" Target="../media/image55.png"/><Relationship Id="rId4" Type="http://schemas.openxmlformats.org/officeDocument/2006/relationships/image" Target="../media/image62.png"/></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3.png"/><Relationship Id="rId3" Type="http://schemas.openxmlformats.org/officeDocument/2006/relationships/image" Target="../media/image55.png"/><Relationship Id="rId4" Type="http://schemas.openxmlformats.org/officeDocument/2006/relationships/image" Target="../media/image62.png"/></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2.png"/><Relationship Id="rId3" Type="http://schemas.openxmlformats.org/officeDocument/2006/relationships/image" Target="../media/image55.png"/><Relationship Id="rId4" Type="http://schemas.openxmlformats.org/officeDocument/2006/relationships/image" Target="../media/image62.png"/></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4.png"/><Relationship Id="rId3" Type="http://schemas.openxmlformats.org/officeDocument/2006/relationships/image" Target="../media/image55.png"/><Relationship Id="rId4" Type="http://schemas.openxmlformats.org/officeDocument/2006/relationships/image" Target="../media/image62.png"/></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9.png"/><Relationship Id="rId3" Type="http://schemas.openxmlformats.org/officeDocument/2006/relationships/image" Target="../media/image55.png"/><Relationship Id="rId4" Type="http://schemas.openxmlformats.org/officeDocument/2006/relationships/image" Target="../media/image62.png"/></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3.png"/><Relationship Id="rId3" Type="http://schemas.openxmlformats.org/officeDocument/2006/relationships/image" Target="../media/image55.png"/><Relationship Id="rId4" Type="http://schemas.openxmlformats.org/officeDocument/2006/relationships/image" Target="../media/image62.png"/></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2.png"/><Relationship Id="rId3" Type="http://schemas.openxmlformats.org/officeDocument/2006/relationships/image" Target="../media/image55.png"/><Relationship Id="rId4" Type="http://schemas.openxmlformats.org/officeDocument/2006/relationships/image" Target="../media/image62.png"/></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4.png"/><Relationship Id="rId3" Type="http://schemas.openxmlformats.org/officeDocument/2006/relationships/image" Target="../media/image55.png"/><Relationship Id="rId4" Type="http://schemas.openxmlformats.org/officeDocument/2006/relationships/image" Target="../media/image62.png"/></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9.png"/><Relationship Id="rId3" Type="http://schemas.openxmlformats.org/officeDocument/2006/relationships/image" Target="../media/image55.png"/><Relationship Id="rId4" Type="http://schemas.openxmlformats.org/officeDocument/2006/relationships/image" Target="../media/image62.png"/></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3.png"/><Relationship Id="rId3" Type="http://schemas.openxmlformats.org/officeDocument/2006/relationships/image" Target="../media/image55.png"/><Relationship Id="rId4" Type="http://schemas.openxmlformats.org/officeDocument/2006/relationships/image" Target="../media/image62.png"/></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2.png"/><Relationship Id="rId3" Type="http://schemas.openxmlformats.org/officeDocument/2006/relationships/image" Target="../media/image55.png"/><Relationship Id="rId4" Type="http://schemas.openxmlformats.org/officeDocument/2006/relationships/image" Target="../media/image62.png"/></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4.png"/><Relationship Id="rId3" Type="http://schemas.openxmlformats.org/officeDocument/2006/relationships/image" Target="../media/image55.png"/><Relationship Id="rId4" Type="http://schemas.openxmlformats.org/officeDocument/2006/relationships/image" Target="../media/image62.png"/></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9.png"/><Relationship Id="rId3" Type="http://schemas.openxmlformats.org/officeDocument/2006/relationships/image" Target="../media/image55.png"/></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3.png"/><Relationship Id="rId3" Type="http://schemas.openxmlformats.org/officeDocument/2006/relationships/image" Target="../media/image55.png"/></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2.png"/><Relationship Id="rId3" Type="http://schemas.openxmlformats.org/officeDocument/2006/relationships/image" Target="../media/image55.png"/></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4.png"/><Relationship Id="rId3" Type="http://schemas.openxmlformats.org/officeDocument/2006/relationships/image" Target="../media/image55.png"/></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9.png"/><Relationship Id="rId3" Type="http://schemas.openxmlformats.org/officeDocument/2006/relationships/image" Target="../media/image65.png"/></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3.png"/><Relationship Id="rId3" Type="http://schemas.openxmlformats.org/officeDocument/2006/relationships/image" Target="../media/image65.png"/></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2.png"/><Relationship Id="rId3" Type="http://schemas.openxmlformats.org/officeDocument/2006/relationships/image" Target="../media/image65.png"/></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4.png"/><Relationship Id="rId3" Type="http://schemas.openxmlformats.org/officeDocument/2006/relationships/image" Target="../media/image65.png"/></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9.png"/><Relationship Id="rId3" Type="http://schemas.openxmlformats.org/officeDocument/2006/relationships/image" Target="../media/image68.png"/></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3.png"/><Relationship Id="rId3" Type="http://schemas.openxmlformats.org/officeDocument/2006/relationships/image" Target="../media/image68.png"/></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2.png"/><Relationship Id="rId3" Type="http://schemas.openxmlformats.org/officeDocument/2006/relationships/image" Target="../media/image68.png"/></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4.png"/><Relationship Id="rId3" Type="http://schemas.openxmlformats.org/officeDocument/2006/relationships/image" Target="../media/image68.png"/></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2.png"/></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2.png"/></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0.png"/></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2.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Art and design" showMasterSp="0">
  <p:cSld name="Title Slide 2_1">
    <p:bg>
      <p:bgPr>
        <a:solidFill>
          <a:srgbClr val="BEF2BD"/>
        </a:solidFill>
      </p:bgPr>
    </p:bg>
    <p:spTree>
      <p:nvGrpSpPr>
        <p:cNvPr id="9" name="Shape 9"/>
        <p:cNvGrpSpPr/>
        <p:nvPr/>
      </p:nvGrpSpPr>
      <p:grpSpPr>
        <a:xfrm>
          <a:off x="0" y="0"/>
          <a:ext cx="0" cy="0"/>
          <a:chOff x="0" y="0"/>
          <a:chExt cx="0" cy="0"/>
        </a:xfrm>
      </p:grpSpPr>
      <p:sp>
        <p:nvSpPr>
          <p:cNvPr id="10" name="Google Shape;10;p2"/>
          <p:cNvSpPr txBox="1"/>
          <p:nvPr>
            <p:ph type="ctrTitle"/>
          </p:nvPr>
        </p:nvSpPr>
        <p:spPr>
          <a:xfrm>
            <a:off x="323850" y="810000"/>
            <a:ext cx="54507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11" name="Google Shape;11;p2"/>
          <p:cNvPicPr preferRelativeResize="0"/>
          <p:nvPr/>
        </p:nvPicPr>
        <p:blipFill rotWithShape="1">
          <a:blip r:embed="rId2">
            <a:alphaModFix/>
          </a:blip>
          <a:srcRect b="0" l="0" r="0" t="0"/>
          <a:stretch/>
        </p:blipFill>
        <p:spPr>
          <a:xfrm>
            <a:off x="7690424" y="4098434"/>
            <a:ext cx="1052750" cy="482825"/>
          </a:xfrm>
          <a:prstGeom prst="rect">
            <a:avLst/>
          </a:prstGeom>
          <a:noFill/>
          <a:ln>
            <a:noFill/>
          </a:ln>
        </p:spPr>
      </p:pic>
      <p:grpSp>
        <p:nvGrpSpPr>
          <p:cNvPr id="12" name="Google Shape;12;p2"/>
          <p:cNvGrpSpPr/>
          <p:nvPr/>
        </p:nvGrpSpPr>
        <p:grpSpPr>
          <a:xfrm>
            <a:off x="6156975" y="0"/>
            <a:ext cx="2987025" cy="3854074"/>
            <a:chOff x="6156975" y="0"/>
            <a:chExt cx="2987025" cy="3854074"/>
          </a:xfrm>
        </p:grpSpPr>
        <p:pic>
          <p:nvPicPr>
            <p:cNvPr id="13" name="Google Shape;13;p2"/>
            <p:cNvPicPr preferRelativeResize="0"/>
            <p:nvPr/>
          </p:nvPicPr>
          <p:blipFill rotWithShape="1">
            <a:blip r:embed="rId3">
              <a:alphaModFix/>
            </a:blip>
            <a:srcRect b="0" l="0" r="0" t="0"/>
            <a:stretch/>
          </p:blipFill>
          <p:spPr>
            <a:xfrm>
              <a:off x="6156975" y="0"/>
              <a:ext cx="2987025" cy="3854074"/>
            </a:xfrm>
            <a:prstGeom prst="rect">
              <a:avLst/>
            </a:prstGeom>
            <a:noFill/>
            <a:ln>
              <a:noFill/>
            </a:ln>
          </p:spPr>
        </p:pic>
        <p:sp>
          <p:nvSpPr>
            <p:cNvPr id="14" name="Google Shape;14;p2"/>
            <p:cNvSpPr/>
            <p:nvPr/>
          </p:nvSpPr>
          <p:spPr>
            <a:xfrm>
              <a:off x="6858000" y="868200"/>
              <a:ext cx="2210100" cy="21969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pSp>
      <p:pic>
        <p:nvPicPr>
          <p:cNvPr id="15" name="Google Shape;15;p2"/>
          <p:cNvPicPr preferRelativeResize="0"/>
          <p:nvPr/>
        </p:nvPicPr>
        <p:blipFill>
          <a:blip r:embed="rId4">
            <a:alphaModFix/>
          </a:blip>
          <a:stretch>
            <a:fillRect/>
          </a:stretch>
        </p:blipFill>
        <p:spPr>
          <a:xfrm rot="-360030">
            <a:off x="6753315" y="1132068"/>
            <a:ext cx="2063340" cy="1643031"/>
          </a:xfrm>
          <a:prstGeom prst="rect">
            <a:avLst/>
          </a:prstGeom>
          <a:noFill/>
          <a:ln>
            <a:noFill/>
          </a:ln>
        </p:spPr>
      </p:pic>
      <p:pic>
        <p:nvPicPr>
          <p:cNvPr id="16" name="Google Shape;16;p2"/>
          <p:cNvPicPr preferRelativeResize="0"/>
          <p:nvPr/>
        </p:nvPicPr>
        <p:blipFill rotWithShape="1">
          <a:blip r:embed="rId5">
            <a:alphaModFix/>
          </a:blip>
          <a:srcRect b="0" l="6209" r="6209" t="0"/>
          <a:stretch/>
        </p:blipFill>
        <p:spPr>
          <a:xfrm>
            <a:off x="324000" y="4008600"/>
            <a:ext cx="1705150" cy="128000"/>
          </a:xfrm>
          <a:prstGeom prst="rect">
            <a:avLst/>
          </a:prstGeom>
          <a:noFill/>
          <a:ln>
            <a:noFill/>
          </a:ln>
        </p:spPr>
      </p:pic>
      <p:sp>
        <p:nvSpPr>
          <p:cNvPr id="17" name="Google Shape;17;p2"/>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Art and design</a:t>
            </a:r>
            <a:endParaRPr b="1" sz="1700">
              <a:latin typeface="Lexend"/>
              <a:ea typeface="Lexend"/>
              <a:cs typeface="Lexend"/>
              <a:sym typeface="Lexend"/>
            </a:endParaRPr>
          </a:p>
        </p:txBody>
      </p:sp>
      <p:sp>
        <p:nvSpPr>
          <p:cNvPr id="18" name="Google Shape;18;p2"/>
          <p:cNvSpPr txBox="1"/>
          <p:nvPr/>
        </p:nvSpPr>
        <p:spPr>
          <a:xfrm>
            <a:off x="323850" y="4327975"/>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GB" sz="1800">
                <a:latin typeface="Lexend"/>
                <a:ea typeface="Lexend"/>
                <a:cs typeface="Lexend"/>
                <a:sym typeface="Lexend"/>
              </a:rPr>
              <a:t>Unit</a:t>
            </a:r>
            <a:endParaRPr b="1" sz="1800">
              <a:latin typeface="Lexend"/>
              <a:ea typeface="Lexend"/>
              <a:cs typeface="Lexend"/>
              <a:sym typeface="Lexend"/>
            </a:endParaRPr>
          </a:p>
        </p:txBody>
      </p:sp>
      <p:sp>
        <p:nvSpPr>
          <p:cNvPr id="19" name="Google Shape;19;p2"/>
          <p:cNvSpPr txBox="1"/>
          <p:nvPr>
            <p:ph idx="1" type="subTitle"/>
          </p:nvPr>
        </p:nvSpPr>
        <p:spPr>
          <a:xfrm>
            <a:off x="966425" y="4327975"/>
            <a:ext cx="59424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spTree>
  </p:cSld>
  <p:clrMapOvr>
    <a:masterClrMapping/>
  </p:clrMapOvr>
  <p:extLst>
    <p:ext uri="{DCECCB84-F9BA-43D5-87BE-67443E8EF086}">
      <p15:sldGuideLst>
        <p15:guide id="1" orient="horz" pos="2867">
          <p15:clr>
            <a:srgbClr val="E46962"/>
          </p15:clr>
        </p15:guide>
      </p15:sldGuideLst>
    </p:ext>
  </p:extLst>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Biology" showMasterSp="0">
  <p:cSld name="Title Slide 2_1_1_1_1_1_1_1">
    <p:bg>
      <p:bgPr>
        <a:solidFill>
          <a:srgbClr val="BEF2BD"/>
        </a:solidFill>
      </p:bgPr>
    </p:bg>
    <p:spTree>
      <p:nvGrpSpPr>
        <p:cNvPr id="20" name="Shape 20"/>
        <p:cNvGrpSpPr/>
        <p:nvPr/>
      </p:nvGrpSpPr>
      <p:grpSpPr>
        <a:xfrm>
          <a:off x="0" y="0"/>
          <a:ext cx="0" cy="0"/>
          <a:chOff x="0" y="0"/>
          <a:chExt cx="0" cy="0"/>
        </a:xfrm>
      </p:grpSpPr>
      <p:pic>
        <p:nvPicPr>
          <p:cNvPr id="21" name="Google Shape;21;p3"/>
          <p:cNvPicPr preferRelativeResize="0"/>
          <p:nvPr/>
        </p:nvPicPr>
        <p:blipFill rotWithShape="1">
          <a:blip r:embed="rId2">
            <a:alphaModFix/>
          </a:blip>
          <a:srcRect b="0" l="6209" r="6209" t="0"/>
          <a:stretch/>
        </p:blipFill>
        <p:spPr>
          <a:xfrm>
            <a:off x="324000" y="4008600"/>
            <a:ext cx="859400" cy="127996"/>
          </a:xfrm>
          <a:prstGeom prst="rect">
            <a:avLst/>
          </a:prstGeom>
          <a:noFill/>
          <a:ln>
            <a:noFill/>
          </a:ln>
        </p:spPr>
      </p:pic>
      <p:pic>
        <p:nvPicPr>
          <p:cNvPr id="22" name="Google Shape;22;p3"/>
          <p:cNvPicPr preferRelativeResize="0"/>
          <p:nvPr/>
        </p:nvPicPr>
        <p:blipFill rotWithShape="1">
          <a:blip r:embed="rId3">
            <a:alphaModFix/>
          </a:blip>
          <a:srcRect b="0" l="0" r="0" t="0"/>
          <a:stretch/>
        </p:blipFill>
        <p:spPr>
          <a:xfrm>
            <a:off x="6156975" y="0"/>
            <a:ext cx="2987025" cy="3854074"/>
          </a:xfrm>
          <a:prstGeom prst="rect">
            <a:avLst/>
          </a:prstGeom>
          <a:noFill/>
          <a:ln>
            <a:noFill/>
          </a:ln>
        </p:spPr>
      </p:pic>
      <p:sp>
        <p:nvSpPr>
          <p:cNvPr id="23" name="Google Shape;23;p3"/>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24" name="Google Shape;24;p3"/>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Biology</a:t>
            </a:r>
            <a:endParaRPr b="1" sz="1700">
              <a:latin typeface="Lexend"/>
              <a:ea typeface="Lexend"/>
              <a:cs typeface="Lexend"/>
              <a:sym typeface="Lexend"/>
            </a:endParaRPr>
          </a:p>
        </p:txBody>
      </p:sp>
      <p:pic>
        <p:nvPicPr>
          <p:cNvPr id="25" name="Google Shape;25;p3"/>
          <p:cNvPicPr preferRelativeResize="0"/>
          <p:nvPr/>
        </p:nvPicPr>
        <p:blipFill rotWithShape="1">
          <a:blip r:embed="rId4">
            <a:alphaModFix/>
          </a:blip>
          <a:srcRect b="0" l="0" r="0" t="0"/>
          <a:stretch/>
        </p:blipFill>
        <p:spPr>
          <a:xfrm>
            <a:off x="7690424" y="4098434"/>
            <a:ext cx="1052750" cy="482825"/>
          </a:xfrm>
          <a:prstGeom prst="rect">
            <a:avLst/>
          </a:prstGeom>
          <a:noFill/>
          <a:ln>
            <a:noFill/>
          </a:ln>
        </p:spPr>
      </p:pic>
      <p:sp>
        <p:nvSpPr>
          <p:cNvPr id="26" name="Google Shape;26;p3"/>
          <p:cNvSpPr txBox="1"/>
          <p:nvPr/>
        </p:nvSpPr>
        <p:spPr>
          <a:xfrm>
            <a:off x="323850" y="4327975"/>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GB" sz="1800">
                <a:latin typeface="Lexend"/>
                <a:ea typeface="Lexend"/>
                <a:cs typeface="Lexend"/>
                <a:sym typeface="Lexend"/>
              </a:rPr>
              <a:t>Unit</a:t>
            </a:r>
            <a:endParaRPr b="1" sz="1800">
              <a:latin typeface="Lexend"/>
              <a:ea typeface="Lexend"/>
              <a:cs typeface="Lexend"/>
              <a:sym typeface="Lexend"/>
            </a:endParaRPr>
          </a:p>
        </p:txBody>
      </p:sp>
      <p:sp>
        <p:nvSpPr>
          <p:cNvPr id="27" name="Google Shape;27;p3"/>
          <p:cNvSpPr txBox="1"/>
          <p:nvPr>
            <p:ph idx="1" type="subTitle"/>
          </p:nvPr>
        </p:nvSpPr>
        <p:spPr>
          <a:xfrm>
            <a:off x="966425" y="4327975"/>
            <a:ext cx="59424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Chemistry" showMasterSp="0">
  <p:cSld name="Title Slide 2_1_1_1_1_1_1_1_1_1">
    <p:bg>
      <p:bgPr>
        <a:solidFill>
          <a:srgbClr val="BEF2BD"/>
        </a:solidFill>
      </p:bgPr>
    </p:bg>
    <p:spTree>
      <p:nvGrpSpPr>
        <p:cNvPr id="28" name="Shape 28"/>
        <p:cNvGrpSpPr/>
        <p:nvPr/>
      </p:nvGrpSpPr>
      <p:grpSpPr>
        <a:xfrm>
          <a:off x="0" y="0"/>
          <a:ext cx="0" cy="0"/>
          <a:chOff x="0" y="0"/>
          <a:chExt cx="0" cy="0"/>
        </a:xfrm>
      </p:grpSpPr>
      <p:pic>
        <p:nvPicPr>
          <p:cNvPr id="29" name="Google Shape;29;p4"/>
          <p:cNvPicPr preferRelativeResize="0"/>
          <p:nvPr/>
        </p:nvPicPr>
        <p:blipFill rotWithShape="1">
          <a:blip r:embed="rId2">
            <a:alphaModFix/>
          </a:blip>
          <a:srcRect b="0" l="6209" r="6209" t="0"/>
          <a:stretch/>
        </p:blipFill>
        <p:spPr>
          <a:xfrm>
            <a:off x="324000" y="4008600"/>
            <a:ext cx="1117400" cy="128000"/>
          </a:xfrm>
          <a:prstGeom prst="rect">
            <a:avLst/>
          </a:prstGeom>
          <a:noFill/>
          <a:ln>
            <a:noFill/>
          </a:ln>
        </p:spPr>
      </p:pic>
      <p:sp>
        <p:nvSpPr>
          <p:cNvPr id="30" name="Google Shape;30;p4"/>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31" name="Google Shape;31;p4"/>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Chemistry</a:t>
            </a:r>
            <a:endParaRPr b="1" sz="1700">
              <a:latin typeface="Lexend"/>
              <a:ea typeface="Lexend"/>
              <a:cs typeface="Lexend"/>
              <a:sym typeface="Lexend"/>
            </a:endParaRPr>
          </a:p>
        </p:txBody>
      </p:sp>
      <p:pic>
        <p:nvPicPr>
          <p:cNvPr id="32" name="Google Shape;32;p4"/>
          <p:cNvPicPr preferRelativeResize="0"/>
          <p:nvPr/>
        </p:nvPicPr>
        <p:blipFill rotWithShape="1">
          <a:blip r:embed="rId3">
            <a:alphaModFix/>
          </a:blip>
          <a:srcRect b="0" l="0" r="0" t="0"/>
          <a:stretch/>
        </p:blipFill>
        <p:spPr>
          <a:xfrm>
            <a:off x="7690424" y="4098434"/>
            <a:ext cx="1052750" cy="482825"/>
          </a:xfrm>
          <a:prstGeom prst="rect">
            <a:avLst/>
          </a:prstGeom>
          <a:noFill/>
          <a:ln>
            <a:noFill/>
          </a:ln>
        </p:spPr>
      </p:pic>
      <p:pic>
        <p:nvPicPr>
          <p:cNvPr id="33" name="Google Shape;33;p4"/>
          <p:cNvPicPr preferRelativeResize="0"/>
          <p:nvPr/>
        </p:nvPicPr>
        <p:blipFill rotWithShape="1">
          <a:blip r:embed="rId4">
            <a:alphaModFix/>
          </a:blip>
          <a:srcRect b="0" l="0" r="0" t="0"/>
          <a:stretch/>
        </p:blipFill>
        <p:spPr>
          <a:xfrm>
            <a:off x="6156975" y="0"/>
            <a:ext cx="2987025" cy="3854074"/>
          </a:xfrm>
          <a:prstGeom prst="rect">
            <a:avLst/>
          </a:prstGeom>
          <a:noFill/>
          <a:ln>
            <a:noFill/>
          </a:ln>
        </p:spPr>
      </p:pic>
      <p:sp>
        <p:nvSpPr>
          <p:cNvPr id="34" name="Google Shape;34;p4"/>
          <p:cNvSpPr txBox="1"/>
          <p:nvPr/>
        </p:nvSpPr>
        <p:spPr>
          <a:xfrm>
            <a:off x="323850" y="4327975"/>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GB" sz="1800">
                <a:latin typeface="Lexend"/>
                <a:ea typeface="Lexend"/>
                <a:cs typeface="Lexend"/>
                <a:sym typeface="Lexend"/>
              </a:rPr>
              <a:t>Unit</a:t>
            </a:r>
            <a:endParaRPr b="1" sz="1800">
              <a:latin typeface="Lexend"/>
              <a:ea typeface="Lexend"/>
              <a:cs typeface="Lexend"/>
              <a:sym typeface="Lexend"/>
            </a:endParaRPr>
          </a:p>
        </p:txBody>
      </p:sp>
      <p:sp>
        <p:nvSpPr>
          <p:cNvPr id="35" name="Google Shape;35;p4"/>
          <p:cNvSpPr txBox="1"/>
          <p:nvPr>
            <p:ph idx="1" type="subTitle"/>
          </p:nvPr>
        </p:nvSpPr>
        <p:spPr>
          <a:xfrm>
            <a:off x="966425" y="4327975"/>
            <a:ext cx="59424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Citizenship" showMasterSp="0">
  <p:cSld name="Title Slide 2_1_1_1_1_1_1_1_1_1_1_5">
    <p:bg>
      <p:bgPr>
        <a:solidFill>
          <a:srgbClr val="BEF2BD"/>
        </a:solidFill>
      </p:bgPr>
    </p:bg>
    <p:spTree>
      <p:nvGrpSpPr>
        <p:cNvPr id="36" name="Shape 36"/>
        <p:cNvGrpSpPr/>
        <p:nvPr/>
      </p:nvGrpSpPr>
      <p:grpSpPr>
        <a:xfrm>
          <a:off x="0" y="0"/>
          <a:ext cx="0" cy="0"/>
          <a:chOff x="0" y="0"/>
          <a:chExt cx="0" cy="0"/>
        </a:xfrm>
      </p:grpSpPr>
      <p:pic>
        <p:nvPicPr>
          <p:cNvPr id="37" name="Google Shape;37;p5"/>
          <p:cNvPicPr preferRelativeResize="0"/>
          <p:nvPr/>
        </p:nvPicPr>
        <p:blipFill rotWithShape="1">
          <a:blip r:embed="rId2">
            <a:alphaModFix/>
          </a:blip>
          <a:srcRect b="0" l="6209" r="6209" t="0"/>
          <a:stretch/>
        </p:blipFill>
        <p:spPr>
          <a:xfrm>
            <a:off x="324000" y="4008600"/>
            <a:ext cx="1245800" cy="128000"/>
          </a:xfrm>
          <a:prstGeom prst="rect">
            <a:avLst/>
          </a:prstGeom>
          <a:noFill/>
          <a:ln>
            <a:noFill/>
          </a:ln>
        </p:spPr>
      </p:pic>
      <p:sp>
        <p:nvSpPr>
          <p:cNvPr id="38" name="Google Shape;38;p5"/>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39" name="Google Shape;39;p5"/>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Citizenship</a:t>
            </a:r>
            <a:endParaRPr b="1" sz="1700">
              <a:latin typeface="Lexend"/>
              <a:ea typeface="Lexend"/>
              <a:cs typeface="Lexend"/>
              <a:sym typeface="Lexend"/>
            </a:endParaRPr>
          </a:p>
        </p:txBody>
      </p:sp>
      <p:pic>
        <p:nvPicPr>
          <p:cNvPr id="40" name="Google Shape;40;p5"/>
          <p:cNvPicPr preferRelativeResize="0"/>
          <p:nvPr/>
        </p:nvPicPr>
        <p:blipFill rotWithShape="1">
          <a:blip r:embed="rId3">
            <a:alphaModFix/>
          </a:blip>
          <a:srcRect b="0" l="0" r="0" t="0"/>
          <a:stretch/>
        </p:blipFill>
        <p:spPr>
          <a:xfrm>
            <a:off x="7690424" y="4098434"/>
            <a:ext cx="1052750" cy="482825"/>
          </a:xfrm>
          <a:prstGeom prst="rect">
            <a:avLst/>
          </a:prstGeom>
          <a:noFill/>
          <a:ln>
            <a:noFill/>
          </a:ln>
        </p:spPr>
      </p:pic>
      <p:grpSp>
        <p:nvGrpSpPr>
          <p:cNvPr id="41" name="Google Shape;41;p5"/>
          <p:cNvGrpSpPr/>
          <p:nvPr/>
        </p:nvGrpSpPr>
        <p:grpSpPr>
          <a:xfrm>
            <a:off x="6156975" y="0"/>
            <a:ext cx="2987025" cy="3854074"/>
            <a:chOff x="6156975" y="0"/>
            <a:chExt cx="2987025" cy="3854074"/>
          </a:xfrm>
        </p:grpSpPr>
        <p:pic>
          <p:nvPicPr>
            <p:cNvPr id="42" name="Google Shape;42;p5"/>
            <p:cNvPicPr preferRelativeResize="0"/>
            <p:nvPr/>
          </p:nvPicPr>
          <p:blipFill rotWithShape="1">
            <a:blip r:embed="rId4">
              <a:alphaModFix/>
            </a:blip>
            <a:srcRect b="0" l="0" r="0" t="0"/>
            <a:stretch/>
          </p:blipFill>
          <p:spPr>
            <a:xfrm>
              <a:off x="6156975" y="0"/>
              <a:ext cx="2987025" cy="3854074"/>
            </a:xfrm>
            <a:prstGeom prst="rect">
              <a:avLst/>
            </a:prstGeom>
            <a:noFill/>
            <a:ln>
              <a:noFill/>
            </a:ln>
          </p:spPr>
        </p:pic>
        <p:sp>
          <p:nvSpPr>
            <p:cNvPr id="43" name="Google Shape;43;p5"/>
            <p:cNvSpPr/>
            <p:nvPr/>
          </p:nvSpPr>
          <p:spPr>
            <a:xfrm>
              <a:off x="6858000" y="868200"/>
              <a:ext cx="2210100" cy="21969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pSp>
      <p:pic>
        <p:nvPicPr>
          <p:cNvPr id="44" name="Google Shape;44;p5"/>
          <p:cNvPicPr preferRelativeResize="0"/>
          <p:nvPr/>
        </p:nvPicPr>
        <p:blipFill>
          <a:blip r:embed="rId5">
            <a:alphaModFix/>
          </a:blip>
          <a:stretch>
            <a:fillRect/>
          </a:stretch>
        </p:blipFill>
        <p:spPr>
          <a:xfrm rot="-360025">
            <a:off x="6945328" y="787504"/>
            <a:ext cx="1710318" cy="2052380"/>
          </a:xfrm>
          <a:prstGeom prst="rect">
            <a:avLst/>
          </a:prstGeom>
          <a:noFill/>
          <a:ln>
            <a:noFill/>
          </a:ln>
        </p:spPr>
      </p:pic>
      <p:sp>
        <p:nvSpPr>
          <p:cNvPr id="45" name="Google Shape;45;p5"/>
          <p:cNvSpPr txBox="1"/>
          <p:nvPr/>
        </p:nvSpPr>
        <p:spPr>
          <a:xfrm>
            <a:off x="323850" y="4327975"/>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GB" sz="1800">
                <a:latin typeface="Lexend"/>
                <a:ea typeface="Lexend"/>
                <a:cs typeface="Lexend"/>
                <a:sym typeface="Lexend"/>
              </a:rPr>
              <a:t>Unit</a:t>
            </a:r>
            <a:endParaRPr b="1" sz="1800">
              <a:latin typeface="Lexend"/>
              <a:ea typeface="Lexend"/>
              <a:cs typeface="Lexend"/>
              <a:sym typeface="Lexend"/>
            </a:endParaRPr>
          </a:p>
        </p:txBody>
      </p:sp>
      <p:sp>
        <p:nvSpPr>
          <p:cNvPr id="46" name="Google Shape;46;p5"/>
          <p:cNvSpPr txBox="1"/>
          <p:nvPr>
            <p:ph idx="1" type="subTitle"/>
          </p:nvPr>
        </p:nvSpPr>
        <p:spPr>
          <a:xfrm>
            <a:off x="966425" y="4327975"/>
            <a:ext cx="59424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Computing" showMasterSp="0">
  <p:cSld name="Title Slide 2_1_1_1_1_1_1_1_1_1_1_3">
    <p:bg>
      <p:bgPr>
        <a:solidFill>
          <a:srgbClr val="BEF2BD"/>
        </a:solidFill>
      </p:bgPr>
    </p:bg>
    <p:spTree>
      <p:nvGrpSpPr>
        <p:cNvPr id="47" name="Shape 47"/>
        <p:cNvGrpSpPr/>
        <p:nvPr/>
      </p:nvGrpSpPr>
      <p:grpSpPr>
        <a:xfrm>
          <a:off x="0" y="0"/>
          <a:ext cx="0" cy="0"/>
          <a:chOff x="0" y="0"/>
          <a:chExt cx="0" cy="0"/>
        </a:xfrm>
      </p:grpSpPr>
      <p:pic>
        <p:nvPicPr>
          <p:cNvPr id="48" name="Google Shape;48;p6"/>
          <p:cNvPicPr preferRelativeResize="0"/>
          <p:nvPr/>
        </p:nvPicPr>
        <p:blipFill rotWithShape="1">
          <a:blip r:embed="rId2">
            <a:alphaModFix/>
          </a:blip>
          <a:srcRect b="0" l="6209" r="6209" t="0"/>
          <a:stretch/>
        </p:blipFill>
        <p:spPr>
          <a:xfrm>
            <a:off x="324000" y="4008600"/>
            <a:ext cx="1258950" cy="128000"/>
          </a:xfrm>
          <a:prstGeom prst="rect">
            <a:avLst/>
          </a:prstGeom>
          <a:noFill/>
          <a:ln>
            <a:noFill/>
          </a:ln>
        </p:spPr>
      </p:pic>
      <p:sp>
        <p:nvSpPr>
          <p:cNvPr id="49" name="Google Shape;49;p6"/>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50" name="Google Shape;50;p6"/>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Computing</a:t>
            </a:r>
            <a:endParaRPr b="1" sz="1700">
              <a:latin typeface="Lexend"/>
              <a:ea typeface="Lexend"/>
              <a:cs typeface="Lexend"/>
              <a:sym typeface="Lexend"/>
            </a:endParaRPr>
          </a:p>
        </p:txBody>
      </p:sp>
      <p:pic>
        <p:nvPicPr>
          <p:cNvPr id="51" name="Google Shape;51;p6"/>
          <p:cNvPicPr preferRelativeResize="0"/>
          <p:nvPr/>
        </p:nvPicPr>
        <p:blipFill rotWithShape="1">
          <a:blip r:embed="rId3">
            <a:alphaModFix/>
          </a:blip>
          <a:srcRect b="0" l="0" r="0" t="0"/>
          <a:stretch/>
        </p:blipFill>
        <p:spPr>
          <a:xfrm>
            <a:off x="7690424" y="4098434"/>
            <a:ext cx="1052750" cy="482825"/>
          </a:xfrm>
          <a:prstGeom prst="rect">
            <a:avLst/>
          </a:prstGeom>
          <a:noFill/>
          <a:ln>
            <a:noFill/>
          </a:ln>
        </p:spPr>
      </p:pic>
      <p:grpSp>
        <p:nvGrpSpPr>
          <p:cNvPr id="52" name="Google Shape;52;p6"/>
          <p:cNvGrpSpPr/>
          <p:nvPr/>
        </p:nvGrpSpPr>
        <p:grpSpPr>
          <a:xfrm>
            <a:off x="6156975" y="0"/>
            <a:ext cx="2987025" cy="3854074"/>
            <a:chOff x="6156975" y="0"/>
            <a:chExt cx="2987025" cy="3854074"/>
          </a:xfrm>
        </p:grpSpPr>
        <p:pic>
          <p:nvPicPr>
            <p:cNvPr id="53" name="Google Shape;53;p6"/>
            <p:cNvPicPr preferRelativeResize="0"/>
            <p:nvPr/>
          </p:nvPicPr>
          <p:blipFill rotWithShape="1">
            <a:blip r:embed="rId4">
              <a:alphaModFix/>
            </a:blip>
            <a:srcRect b="0" l="0" r="0" t="0"/>
            <a:stretch/>
          </p:blipFill>
          <p:spPr>
            <a:xfrm>
              <a:off x="6156975" y="0"/>
              <a:ext cx="2987025" cy="3854074"/>
            </a:xfrm>
            <a:prstGeom prst="rect">
              <a:avLst/>
            </a:prstGeom>
            <a:noFill/>
            <a:ln>
              <a:noFill/>
            </a:ln>
          </p:spPr>
        </p:pic>
        <p:sp>
          <p:nvSpPr>
            <p:cNvPr id="54" name="Google Shape;54;p6"/>
            <p:cNvSpPr/>
            <p:nvPr/>
          </p:nvSpPr>
          <p:spPr>
            <a:xfrm>
              <a:off x="6858000" y="868200"/>
              <a:ext cx="2210100" cy="21969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pSp>
      <p:pic>
        <p:nvPicPr>
          <p:cNvPr id="55" name="Google Shape;55;p6"/>
          <p:cNvPicPr preferRelativeResize="0"/>
          <p:nvPr/>
        </p:nvPicPr>
        <p:blipFill>
          <a:blip r:embed="rId5">
            <a:alphaModFix/>
          </a:blip>
          <a:stretch>
            <a:fillRect/>
          </a:stretch>
        </p:blipFill>
        <p:spPr>
          <a:xfrm rot="-359982">
            <a:off x="6923956" y="1273792"/>
            <a:ext cx="1784155" cy="1404547"/>
          </a:xfrm>
          <a:prstGeom prst="rect">
            <a:avLst/>
          </a:prstGeom>
          <a:noFill/>
          <a:ln>
            <a:noFill/>
          </a:ln>
        </p:spPr>
      </p:pic>
      <p:sp>
        <p:nvSpPr>
          <p:cNvPr id="56" name="Google Shape;56;p6"/>
          <p:cNvSpPr txBox="1"/>
          <p:nvPr/>
        </p:nvSpPr>
        <p:spPr>
          <a:xfrm>
            <a:off x="323850" y="4327975"/>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GB" sz="1800">
                <a:latin typeface="Lexend"/>
                <a:ea typeface="Lexend"/>
                <a:cs typeface="Lexend"/>
                <a:sym typeface="Lexend"/>
              </a:rPr>
              <a:t>Unit</a:t>
            </a:r>
            <a:endParaRPr b="1" sz="1800">
              <a:latin typeface="Lexend"/>
              <a:ea typeface="Lexend"/>
              <a:cs typeface="Lexend"/>
              <a:sym typeface="Lexend"/>
            </a:endParaRPr>
          </a:p>
        </p:txBody>
      </p:sp>
      <p:sp>
        <p:nvSpPr>
          <p:cNvPr id="57" name="Google Shape;57;p6"/>
          <p:cNvSpPr txBox="1"/>
          <p:nvPr>
            <p:ph idx="1" type="subTitle"/>
          </p:nvPr>
        </p:nvSpPr>
        <p:spPr>
          <a:xfrm>
            <a:off x="966425" y="4327975"/>
            <a:ext cx="59424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Design and technology" showMasterSp="0">
  <p:cSld name="Title Slide 2_1_1_1_1_1_1_1_1_1_1_2">
    <p:bg>
      <p:bgPr>
        <a:solidFill>
          <a:srgbClr val="BEF2BD"/>
        </a:solidFill>
      </p:bgPr>
    </p:bg>
    <p:spTree>
      <p:nvGrpSpPr>
        <p:cNvPr id="58" name="Shape 58"/>
        <p:cNvGrpSpPr/>
        <p:nvPr/>
      </p:nvGrpSpPr>
      <p:grpSpPr>
        <a:xfrm>
          <a:off x="0" y="0"/>
          <a:ext cx="0" cy="0"/>
          <a:chOff x="0" y="0"/>
          <a:chExt cx="0" cy="0"/>
        </a:xfrm>
      </p:grpSpPr>
      <p:pic>
        <p:nvPicPr>
          <p:cNvPr id="59" name="Google Shape;59;p7"/>
          <p:cNvPicPr preferRelativeResize="0"/>
          <p:nvPr/>
        </p:nvPicPr>
        <p:blipFill rotWithShape="1">
          <a:blip r:embed="rId2">
            <a:alphaModFix/>
          </a:blip>
          <a:srcRect b="0" l="6209" r="6209" t="0"/>
          <a:stretch/>
        </p:blipFill>
        <p:spPr>
          <a:xfrm>
            <a:off x="324000" y="4008600"/>
            <a:ext cx="2705850" cy="128000"/>
          </a:xfrm>
          <a:prstGeom prst="rect">
            <a:avLst/>
          </a:prstGeom>
          <a:noFill/>
          <a:ln>
            <a:noFill/>
          </a:ln>
        </p:spPr>
      </p:pic>
      <p:sp>
        <p:nvSpPr>
          <p:cNvPr id="60" name="Google Shape;60;p7"/>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61" name="Google Shape;61;p7"/>
          <p:cNvSpPr txBox="1"/>
          <p:nvPr/>
        </p:nvSpPr>
        <p:spPr>
          <a:xfrm>
            <a:off x="323850" y="3781525"/>
            <a:ext cx="27060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Design and technology</a:t>
            </a:r>
            <a:endParaRPr b="1" sz="1700">
              <a:latin typeface="Lexend"/>
              <a:ea typeface="Lexend"/>
              <a:cs typeface="Lexend"/>
              <a:sym typeface="Lexend"/>
            </a:endParaRPr>
          </a:p>
        </p:txBody>
      </p:sp>
      <p:pic>
        <p:nvPicPr>
          <p:cNvPr id="62" name="Google Shape;62;p7"/>
          <p:cNvPicPr preferRelativeResize="0"/>
          <p:nvPr/>
        </p:nvPicPr>
        <p:blipFill rotWithShape="1">
          <a:blip r:embed="rId3">
            <a:alphaModFix/>
          </a:blip>
          <a:srcRect b="0" l="0" r="0" t="0"/>
          <a:stretch/>
        </p:blipFill>
        <p:spPr>
          <a:xfrm>
            <a:off x="7690424" y="4098434"/>
            <a:ext cx="1052750" cy="482825"/>
          </a:xfrm>
          <a:prstGeom prst="rect">
            <a:avLst/>
          </a:prstGeom>
          <a:noFill/>
          <a:ln>
            <a:noFill/>
          </a:ln>
        </p:spPr>
      </p:pic>
      <p:grpSp>
        <p:nvGrpSpPr>
          <p:cNvPr id="63" name="Google Shape;63;p7"/>
          <p:cNvGrpSpPr/>
          <p:nvPr/>
        </p:nvGrpSpPr>
        <p:grpSpPr>
          <a:xfrm>
            <a:off x="6156975" y="0"/>
            <a:ext cx="2987025" cy="3854074"/>
            <a:chOff x="6156975" y="0"/>
            <a:chExt cx="2987025" cy="3854074"/>
          </a:xfrm>
        </p:grpSpPr>
        <p:pic>
          <p:nvPicPr>
            <p:cNvPr id="64" name="Google Shape;64;p7"/>
            <p:cNvPicPr preferRelativeResize="0"/>
            <p:nvPr/>
          </p:nvPicPr>
          <p:blipFill rotWithShape="1">
            <a:blip r:embed="rId4">
              <a:alphaModFix/>
            </a:blip>
            <a:srcRect b="0" l="0" r="0" t="0"/>
            <a:stretch/>
          </p:blipFill>
          <p:spPr>
            <a:xfrm>
              <a:off x="6156975" y="0"/>
              <a:ext cx="2987025" cy="3854074"/>
            </a:xfrm>
            <a:prstGeom prst="rect">
              <a:avLst/>
            </a:prstGeom>
            <a:noFill/>
            <a:ln>
              <a:noFill/>
            </a:ln>
          </p:spPr>
        </p:pic>
        <p:sp>
          <p:nvSpPr>
            <p:cNvPr id="65" name="Google Shape;65;p7"/>
            <p:cNvSpPr/>
            <p:nvPr/>
          </p:nvSpPr>
          <p:spPr>
            <a:xfrm>
              <a:off x="6858000" y="868200"/>
              <a:ext cx="2210100" cy="21969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pSp>
      <p:pic>
        <p:nvPicPr>
          <p:cNvPr id="66" name="Google Shape;66;p7"/>
          <p:cNvPicPr preferRelativeResize="0"/>
          <p:nvPr/>
        </p:nvPicPr>
        <p:blipFill>
          <a:blip r:embed="rId5">
            <a:alphaModFix/>
          </a:blip>
          <a:stretch>
            <a:fillRect/>
          </a:stretch>
        </p:blipFill>
        <p:spPr>
          <a:xfrm rot="-362791">
            <a:off x="6884379" y="985388"/>
            <a:ext cx="1846116" cy="1852594"/>
          </a:xfrm>
          <a:prstGeom prst="rect">
            <a:avLst/>
          </a:prstGeom>
          <a:noFill/>
          <a:ln>
            <a:noFill/>
          </a:ln>
        </p:spPr>
      </p:pic>
      <p:sp>
        <p:nvSpPr>
          <p:cNvPr id="67" name="Google Shape;67;p7"/>
          <p:cNvSpPr txBox="1"/>
          <p:nvPr/>
        </p:nvSpPr>
        <p:spPr>
          <a:xfrm>
            <a:off x="323850" y="4327975"/>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GB" sz="1800">
                <a:latin typeface="Lexend"/>
                <a:ea typeface="Lexend"/>
                <a:cs typeface="Lexend"/>
                <a:sym typeface="Lexend"/>
              </a:rPr>
              <a:t>Unit</a:t>
            </a:r>
            <a:endParaRPr b="1" sz="1800">
              <a:latin typeface="Lexend"/>
              <a:ea typeface="Lexend"/>
              <a:cs typeface="Lexend"/>
              <a:sym typeface="Lexend"/>
            </a:endParaRPr>
          </a:p>
        </p:txBody>
      </p:sp>
      <p:sp>
        <p:nvSpPr>
          <p:cNvPr id="68" name="Google Shape;68;p7"/>
          <p:cNvSpPr txBox="1"/>
          <p:nvPr>
            <p:ph idx="1" type="subTitle"/>
          </p:nvPr>
        </p:nvSpPr>
        <p:spPr>
          <a:xfrm>
            <a:off x="966425" y="4327975"/>
            <a:ext cx="59424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English" showMasterSp="0">
  <p:cSld name="Title Slide 2_1_2">
    <p:bg>
      <p:bgPr>
        <a:solidFill>
          <a:srgbClr val="BEF2BD"/>
        </a:solidFill>
      </p:bgPr>
    </p:bg>
    <p:spTree>
      <p:nvGrpSpPr>
        <p:cNvPr id="69" name="Shape 69"/>
        <p:cNvGrpSpPr/>
        <p:nvPr/>
      </p:nvGrpSpPr>
      <p:grpSpPr>
        <a:xfrm>
          <a:off x="0" y="0"/>
          <a:ext cx="0" cy="0"/>
          <a:chOff x="0" y="0"/>
          <a:chExt cx="0" cy="0"/>
        </a:xfrm>
      </p:grpSpPr>
      <p:pic>
        <p:nvPicPr>
          <p:cNvPr id="70" name="Google Shape;70;p8"/>
          <p:cNvPicPr preferRelativeResize="0"/>
          <p:nvPr/>
        </p:nvPicPr>
        <p:blipFill rotWithShape="1">
          <a:blip r:embed="rId2">
            <a:alphaModFix/>
          </a:blip>
          <a:srcRect b="0" l="6209" r="6209" t="0"/>
          <a:stretch/>
        </p:blipFill>
        <p:spPr>
          <a:xfrm>
            <a:off x="324000" y="4008600"/>
            <a:ext cx="859400" cy="127996"/>
          </a:xfrm>
          <a:prstGeom prst="rect">
            <a:avLst/>
          </a:prstGeom>
          <a:noFill/>
          <a:ln>
            <a:noFill/>
          </a:ln>
        </p:spPr>
      </p:pic>
      <p:sp>
        <p:nvSpPr>
          <p:cNvPr id="71" name="Google Shape;71;p8"/>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English</a:t>
            </a:r>
            <a:endParaRPr b="1" sz="1700">
              <a:latin typeface="Lexend"/>
              <a:ea typeface="Lexend"/>
              <a:cs typeface="Lexend"/>
              <a:sym typeface="Lexend"/>
            </a:endParaRPr>
          </a:p>
        </p:txBody>
      </p:sp>
      <p:sp>
        <p:nvSpPr>
          <p:cNvPr id="72" name="Google Shape;72;p8"/>
          <p:cNvSpPr txBox="1"/>
          <p:nvPr>
            <p:ph type="ctrTitle"/>
          </p:nvPr>
        </p:nvSpPr>
        <p:spPr>
          <a:xfrm>
            <a:off x="323850" y="810000"/>
            <a:ext cx="54507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73" name="Google Shape;73;p8"/>
          <p:cNvPicPr preferRelativeResize="0"/>
          <p:nvPr/>
        </p:nvPicPr>
        <p:blipFill rotWithShape="1">
          <a:blip r:embed="rId3">
            <a:alphaModFix/>
          </a:blip>
          <a:srcRect b="0" l="0" r="0" t="0"/>
          <a:stretch/>
        </p:blipFill>
        <p:spPr>
          <a:xfrm>
            <a:off x="7690424" y="4098434"/>
            <a:ext cx="1052750" cy="482825"/>
          </a:xfrm>
          <a:prstGeom prst="rect">
            <a:avLst/>
          </a:prstGeom>
          <a:noFill/>
          <a:ln>
            <a:noFill/>
          </a:ln>
        </p:spPr>
      </p:pic>
      <p:pic>
        <p:nvPicPr>
          <p:cNvPr id="74" name="Google Shape;74;p8"/>
          <p:cNvPicPr preferRelativeResize="0"/>
          <p:nvPr/>
        </p:nvPicPr>
        <p:blipFill>
          <a:blip r:embed="rId4">
            <a:alphaModFix/>
          </a:blip>
          <a:stretch>
            <a:fillRect/>
          </a:stretch>
        </p:blipFill>
        <p:spPr>
          <a:xfrm>
            <a:off x="6156975" y="0"/>
            <a:ext cx="2987025" cy="3854074"/>
          </a:xfrm>
          <a:prstGeom prst="rect">
            <a:avLst/>
          </a:prstGeom>
          <a:noFill/>
          <a:ln>
            <a:noFill/>
          </a:ln>
        </p:spPr>
      </p:pic>
      <p:sp>
        <p:nvSpPr>
          <p:cNvPr id="75" name="Google Shape;75;p8"/>
          <p:cNvSpPr txBox="1"/>
          <p:nvPr/>
        </p:nvSpPr>
        <p:spPr>
          <a:xfrm>
            <a:off x="323850" y="4327975"/>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GB" sz="1800">
                <a:latin typeface="Lexend"/>
                <a:ea typeface="Lexend"/>
                <a:cs typeface="Lexend"/>
                <a:sym typeface="Lexend"/>
              </a:rPr>
              <a:t>Unit</a:t>
            </a:r>
            <a:endParaRPr b="1" sz="1800">
              <a:latin typeface="Lexend"/>
              <a:ea typeface="Lexend"/>
              <a:cs typeface="Lexend"/>
              <a:sym typeface="Lexend"/>
            </a:endParaRPr>
          </a:p>
        </p:txBody>
      </p:sp>
      <p:sp>
        <p:nvSpPr>
          <p:cNvPr id="76" name="Google Shape;76;p8"/>
          <p:cNvSpPr txBox="1"/>
          <p:nvPr>
            <p:ph idx="1" type="subTitle"/>
          </p:nvPr>
        </p:nvSpPr>
        <p:spPr>
          <a:xfrm>
            <a:off x="966425" y="4327975"/>
            <a:ext cx="59424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spTree>
  </p:cSld>
  <p:clrMapOvr>
    <a:masterClrMapping/>
  </p:clrMapOvr>
  <p:extLst>
    <p:ext uri="{DCECCB84-F9BA-43D5-87BE-67443E8EF086}">
      <p15:sldGuideLst>
        <p15:guide id="1" orient="horz" pos="2867">
          <p15:clr>
            <a:srgbClr val="E46962"/>
          </p15:clr>
        </p15:guide>
      </p15:sldGuideLst>
    </p:ext>
  </p:extLst>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French" showMasterSp="0">
  <p:cSld name="Title Slide 2_1_1_1_1_1_1_1_1_1_1_1">
    <p:bg>
      <p:bgPr>
        <a:solidFill>
          <a:srgbClr val="BEF2BD"/>
        </a:solidFill>
      </p:bgPr>
    </p:bg>
    <p:spTree>
      <p:nvGrpSpPr>
        <p:cNvPr id="77" name="Shape 77"/>
        <p:cNvGrpSpPr/>
        <p:nvPr/>
      </p:nvGrpSpPr>
      <p:grpSpPr>
        <a:xfrm>
          <a:off x="0" y="0"/>
          <a:ext cx="0" cy="0"/>
          <a:chOff x="0" y="0"/>
          <a:chExt cx="0" cy="0"/>
        </a:xfrm>
      </p:grpSpPr>
      <p:pic>
        <p:nvPicPr>
          <p:cNvPr id="78" name="Google Shape;78;p9"/>
          <p:cNvPicPr preferRelativeResize="0"/>
          <p:nvPr/>
        </p:nvPicPr>
        <p:blipFill rotWithShape="1">
          <a:blip r:embed="rId2">
            <a:alphaModFix/>
          </a:blip>
          <a:srcRect b="0" l="6209" r="6209" t="0"/>
          <a:stretch/>
        </p:blipFill>
        <p:spPr>
          <a:xfrm>
            <a:off x="324000" y="4008600"/>
            <a:ext cx="772225" cy="128000"/>
          </a:xfrm>
          <a:prstGeom prst="rect">
            <a:avLst/>
          </a:prstGeom>
          <a:noFill/>
          <a:ln>
            <a:noFill/>
          </a:ln>
        </p:spPr>
      </p:pic>
      <p:sp>
        <p:nvSpPr>
          <p:cNvPr id="79" name="Google Shape;79;p9"/>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80" name="Google Shape;80;p9"/>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French</a:t>
            </a:r>
            <a:endParaRPr b="1" sz="1700">
              <a:latin typeface="Lexend"/>
              <a:ea typeface="Lexend"/>
              <a:cs typeface="Lexend"/>
              <a:sym typeface="Lexend"/>
            </a:endParaRPr>
          </a:p>
        </p:txBody>
      </p:sp>
      <p:pic>
        <p:nvPicPr>
          <p:cNvPr id="81" name="Google Shape;81;p9"/>
          <p:cNvPicPr preferRelativeResize="0"/>
          <p:nvPr/>
        </p:nvPicPr>
        <p:blipFill rotWithShape="1">
          <a:blip r:embed="rId3">
            <a:alphaModFix/>
          </a:blip>
          <a:srcRect b="0" l="0" r="0" t="0"/>
          <a:stretch/>
        </p:blipFill>
        <p:spPr>
          <a:xfrm>
            <a:off x="7690424" y="4098434"/>
            <a:ext cx="1052750" cy="482825"/>
          </a:xfrm>
          <a:prstGeom prst="rect">
            <a:avLst/>
          </a:prstGeom>
          <a:noFill/>
          <a:ln>
            <a:noFill/>
          </a:ln>
        </p:spPr>
      </p:pic>
      <p:grpSp>
        <p:nvGrpSpPr>
          <p:cNvPr id="82" name="Google Shape;82;p9"/>
          <p:cNvGrpSpPr/>
          <p:nvPr/>
        </p:nvGrpSpPr>
        <p:grpSpPr>
          <a:xfrm>
            <a:off x="6156975" y="0"/>
            <a:ext cx="2987025" cy="3854074"/>
            <a:chOff x="6156975" y="0"/>
            <a:chExt cx="2987025" cy="3854074"/>
          </a:xfrm>
        </p:grpSpPr>
        <p:pic>
          <p:nvPicPr>
            <p:cNvPr id="83" name="Google Shape;83;p9"/>
            <p:cNvPicPr preferRelativeResize="0"/>
            <p:nvPr/>
          </p:nvPicPr>
          <p:blipFill rotWithShape="1">
            <a:blip r:embed="rId4">
              <a:alphaModFix/>
            </a:blip>
            <a:srcRect b="0" l="0" r="0" t="0"/>
            <a:stretch/>
          </p:blipFill>
          <p:spPr>
            <a:xfrm>
              <a:off x="6156975" y="0"/>
              <a:ext cx="2987025" cy="3854074"/>
            </a:xfrm>
            <a:prstGeom prst="rect">
              <a:avLst/>
            </a:prstGeom>
            <a:noFill/>
            <a:ln>
              <a:noFill/>
            </a:ln>
          </p:spPr>
        </p:pic>
        <p:sp>
          <p:nvSpPr>
            <p:cNvPr id="84" name="Google Shape;84;p9"/>
            <p:cNvSpPr/>
            <p:nvPr/>
          </p:nvSpPr>
          <p:spPr>
            <a:xfrm>
              <a:off x="6858000" y="868200"/>
              <a:ext cx="2210100" cy="21969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pSp>
      <p:pic>
        <p:nvPicPr>
          <p:cNvPr id="85" name="Google Shape;85;p9"/>
          <p:cNvPicPr preferRelativeResize="0"/>
          <p:nvPr/>
        </p:nvPicPr>
        <p:blipFill>
          <a:blip r:embed="rId5">
            <a:alphaModFix/>
          </a:blip>
          <a:stretch>
            <a:fillRect/>
          </a:stretch>
        </p:blipFill>
        <p:spPr>
          <a:xfrm rot="-388119">
            <a:off x="6742284" y="969390"/>
            <a:ext cx="2161157" cy="1915295"/>
          </a:xfrm>
          <a:prstGeom prst="rect">
            <a:avLst/>
          </a:prstGeom>
          <a:noFill/>
          <a:ln>
            <a:noFill/>
          </a:ln>
        </p:spPr>
      </p:pic>
      <p:sp>
        <p:nvSpPr>
          <p:cNvPr id="86" name="Google Shape;86;p9"/>
          <p:cNvSpPr txBox="1"/>
          <p:nvPr/>
        </p:nvSpPr>
        <p:spPr>
          <a:xfrm>
            <a:off x="323850" y="4327975"/>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GB" sz="1800">
                <a:latin typeface="Lexend"/>
                <a:ea typeface="Lexend"/>
                <a:cs typeface="Lexend"/>
                <a:sym typeface="Lexend"/>
              </a:rPr>
              <a:t>Unit</a:t>
            </a:r>
            <a:endParaRPr b="1" sz="1800">
              <a:latin typeface="Lexend"/>
              <a:ea typeface="Lexend"/>
              <a:cs typeface="Lexend"/>
              <a:sym typeface="Lexend"/>
            </a:endParaRPr>
          </a:p>
        </p:txBody>
      </p:sp>
      <p:sp>
        <p:nvSpPr>
          <p:cNvPr id="87" name="Google Shape;87;p9"/>
          <p:cNvSpPr txBox="1"/>
          <p:nvPr>
            <p:ph idx="1" type="subTitle"/>
          </p:nvPr>
        </p:nvSpPr>
        <p:spPr>
          <a:xfrm>
            <a:off x="966425" y="4327975"/>
            <a:ext cx="59424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Geography" showMasterSp="0">
  <p:cSld name="Title Slide 2_1_1_1">
    <p:bg>
      <p:bgPr>
        <a:solidFill>
          <a:srgbClr val="BEF2BD"/>
        </a:solidFill>
      </p:bgPr>
    </p:bg>
    <p:spTree>
      <p:nvGrpSpPr>
        <p:cNvPr id="88" name="Shape 88"/>
        <p:cNvGrpSpPr/>
        <p:nvPr/>
      </p:nvGrpSpPr>
      <p:grpSpPr>
        <a:xfrm>
          <a:off x="0" y="0"/>
          <a:ext cx="0" cy="0"/>
          <a:chOff x="0" y="0"/>
          <a:chExt cx="0" cy="0"/>
        </a:xfrm>
      </p:grpSpPr>
      <p:pic>
        <p:nvPicPr>
          <p:cNvPr id="89" name="Google Shape;89;p10"/>
          <p:cNvPicPr preferRelativeResize="0"/>
          <p:nvPr/>
        </p:nvPicPr>
        <p:blipFill rotWithShape="1">
          <a:blip r:embed="rId2">
            <a:alphaModFix/>
          </a:blip>
          <a:srcRect b="0" l="6209" r="6209" t="0"/>
          <a:stretch/>
        </p:blipFill>
        <p:spPr>
          <a:xfrm>
            <a:off x="324000" y="4008600"/>
            <a:ext cx="1259825" cy="128000"/>
          </a:xfrm>
          <a:prstGeom prst="rect">
            <a:avLst/>
          </a:prstGeom>
          <a:noFill/>
          <a:ln>
            <a:noFill/>
          </a:ln>
        </p:spPr>
      </p:pic>
      <p:pic>
        <p:nvPicPr>
          <p:cNvPr id="90" name="Google Shape;90;p10"/>
          <p:cNvPicPr preferRelativeResize="0"/>
          <p:nvPr/>
        </p:nvPicPr>
        <p:blipFill rotWithShape="1">
          <a:blip r:embed="rId3">
            <a:alphaModFix/>
          </a:blip>
          <a:srcRect b="0" l="0" r="0" t="0"/>
          <a:stretch/>
        </p:blipFill>
        <p:spPr>
          <a:xfrm>
            <a:off x="6156975" y="0"/>
            <a:ext cx="2987025" cy="3854074"/>
          </a:xfrm>
          <a:prstGeom prst="rect">
            <a:avLst/>
          </a:prstGeom>
          <a:noFill/>
          <a:ln>
            <a:noFill/>
          </a:ln>
        </p:spPr>
      </p:pic>
      <p:sp>
        <p:nvSpPr>
          <p:cNvPr id="91" name="Google Shape;91;p10"/>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92" name="Google Shape;92;p10"/>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Geography</a:t>
            </a:r>
            <a:endParaRPr b="1" sz="1700">
              <a:latin typeface="Lexend"/>
              <a:ea typeface="Lexend"/>
              <a:cs typeface="Lexend"/>
              <a:sym typeface="Lexend"/>
            </a:endParaRPr>
          </a:p>
        </p:txBody>
      </p:sp>
      <p:pic>
        <p:nvPicPr>
          <p:cNvPr id="93" name="Google Shape;93;p10"/>
          <p:cNvPicPr preferRelativeResize="0"/>
          <p:nvPr/>
        </p:nvPicPr>
        <p:blipFill rotWithShape="1">
          <a:blip r:embed="rId4">
            <a:alphaModFix/>
          </a:blip>
          <a:srcRect b="0" l="0" r="0" t="0"/>
          <a:stretch/>
        </p:blipFill>
        <p:spPr>
          <a:xfrm>
            <a:off x="7690424" y="4098434"/>
            <a:ext cx="1052750" cy="482825"/>
          </a:xfrm>
          <a:prstGeom prst="rect">
            <a:avLst/>
          </a:prstGeom>
          <a:noFill/>
          <a:ln>
            <a:noFill/>
          </a:ln>
        </p:spPr>
      </p:pic>
      <p:sp>
        <p:nvSpPr>
          <p:cNvPr id="94" name="Google Shape;94;p10"/>
          <p:cNvSpPr txBox="1"/>
          <p:nvPr/>
        </p:nvSpPr>
        <p:spPr>
          <a:xfrm>
            <a:off x="323850" y="4327975"/>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GB" sz="1800">
                <a:latin typeface="Lexend"/>
                <a:ea typeface="Lexend"/>
                <a:cs typeface="Lexend"/>
                <a:sym typeface="Lexend"/>
              </a:rPr>
              <a:t>Unit</a:t>
            </a:r>
            <a:endParaRPr b="1" sz="1800">
              <a:latin typeface="Lexend"/>
              <a:ea typeface="Lexend"/>
              <a:cs typeface="Lexend"/>
              <a:sym typeface="Lexend"/>
            </a:endParaRPr>
          </a:p>
        </p:txBody>
      </p:sp>
      <p:sp>
        <p:nvSpPr>
          <p:cNvPr id="95" name="Google Shape;95;p10"/>
          <p:cNvSpPr txBox="1"/>
          <p:nvPr>
            <p:ph idx="1" type="subTitle"/>
          </p:nvPr>
        </p:nvSpPr>
        <p:spPr>
          <a:xfrm>
            <a:off x="966425" y="4327975"/>
            <a:ext cx="59424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German" showMasterSp="0">
  <p:cSld name="Title Slide 2_1_1_1_1_1_1_1_1_1_1_1_1">
    <p:bg>
      <p:bgPr>
        <a:solidFill>
          <a:srgbClr val="BEF2BD"/>
        </a:solidFill>
      </p:bgPr>
    </p:bg>
    <p:spTree>
      <p:nvGrpSpPr>
        <p:cNvPr id="96" name="Shape 96"/>
        <p:cNvGrpSpPr/>
        <p:nvPr/>
      </p:nvGrpSpPr>
      <p:grpSpPr>
        <a:xfrm>
          <a:off x="0" y="0"/>
          <a:ext cx="0" cy="0"/>
          <a:chOff x="0" y="0"/>
          <a:chExt cx="0" cy="0"/>
        </a:xfrm>
      </p:grpSpPr>
      <p:pic>
        <p:nvPicPr>
          <p:cNvPr id="97" name="Google Shape;97;p11"/>
          <p:cNvPicPr preferRelativeResize="0"/>
          <p:nvPr/>
        </p:nvPicPr>
        <p:blipFill rotWithShape="1">
          <a:blip r:embed="rId2">
            <a:alphaModFix/>
          </a:blip>
          <a:srcRect b="0" l="6209" r="6209" t="0"/>
          <a:stretch/>
        </p:blipFill>
        <p:spPr>
          <a:xfrm>
            <a:off x="324000" y="4008600"/>
            <a:ext cx="916925" cy="128000"/>
          </a:xfrm>
          <a:prstGeom prst="rect">
            <a:avLst/>
          </a:prstGeom>
          <a:noFill/>
          <a:ln>
            <a:noFill/>
          </a:ln>
        </p:spPr>
      </p:pic>
      <p:sp>
        <p:nvSpPr>
          <p:cNvPr id="98" name="Google Shape;98;p11"/>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99" name="Google Shape;99;p11"/>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German</a:t>
            </a:r>
            <a:endParaRPr b="1" sz="1700">
              <a:latin typeface="Lexend"/>
              <a:ea typeface="Lexend"/>
              <a:cs typeface="Lexend"/>
              <a:sym typeface="Lexend"/>
            </a:endParaRPr>
          </a:p>
        </p:txBody>
      </p:sp>
      <p:pic>
        <p:nvPicPr>
          <p:cNvPr id="100" name="Google Shape;100;p11"/>
          <p:cNvPicPr preferRelativeResize="0"/>
          <p:nvPr/>
        </p:nvPicPr>
        <p:blipFill rotWithShape="1">
          <a:blip r:embed="rId3">
            <a:alphaModFix/>
          </a:blip>
          <a:srcRect b="0" l="0" r="0" t="0"/>
          <a:stretch/>
        </p:blipFill>
        <p:spPr>
          <a:xfrm>
            <a:off x="7690424" y="4098434"/>
            <a:ext cx="1052750" cy="482825"/>
          </a:xfrm>
          <a:prstGeom prst="rect">
            <a:avLst/>
          </a:prstGeom>
          <a:noFill/>
          <a:ln>
            <a:noFill/>
          </a:ln>
        </p:spPr>
      </p:pic>
      <p:grpSp>
        <p:nvGrpSpPr>
          <p:cNvPr id="101" name="Google Shape;101;p11"/>
          <p:cNvGrpSpPr/>
          <p:nvPr/>
        </p:nvGrpSpPr>
        <p:grpSpPr>
          <a:xfrm>
            <a:off x="6156975" y="0"/>
            <a:ext cx="2987025" cy="3854074"/>
            <a:chOff x="6156975" y="0"/>
            <a:chExt cx="2987025" cy="3854074"/>
          </a:xfrm>
        </p:grpSpPr>
        <p:pic>
          <p:nvPicPr>
            <p:cNvPr id="102" name="Google Shape;102;p11"/>
            <p:cNvPicPr preferRelativeResize="0"/>
            <p:nvPr/>
          </p:nvPicPr>
          <p:blipFill rotWithShape="1">
            <a:blip r:embed="rId4">
              <a:alphaModFix/>
            </a:blip>
            <a:srcRect b="0" l="0" r="0" t="0"/>
            <a:stretch/>
          </p:blipFill>
          <p:spPr>
            <a:xfrm>
              <a:off x="6156975" y="0"/>
              <a:ext cx="2987025" cy="3854074"/>
            </a:xfrm>
            <a:prstGeom prst="rect">
              <a:avLst/>
            </a:prstGeom>
            <a:noFill/>
            <a:ln>
              <a:noFill/>
            </a:ln>
          </p:spPr>
        </p:pic>
        <p:sp>
          <p:nvSpPr>
            <p:cNvPr id="103" name="Google Shape;103;p11"/>
            <p:cNvSpPr/>
            <p:nvPr/>
          </p:nvSpPr>
          <p:spPr>
            <a:xfrm>
              <a:off x="6858000" y="868200"/>
              <a:ext cx="2210100" cy="21969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pSp>
      <p:pic>
        <p:nvPicPr>
          <p:cNvPr id="104" name="Google Shape;104;p11"/>
          <p:cNvPicPr preferRelativeResize="0"/>
          <p:nvPr/>
        </p:nvPicPr>
        <p:blipFill>
          <a:blip r:embed="rId5">
            <a:alphaModFix/>
          </a:blip>
          <a:stretch>
            <a:fillRect/>
          </a:stretch>
        </p:blipFill>
        <p:spPr>
          <a:xfrm rot="-366027">
            <a:off x="6626180" y="831797"/>
            <a:ext cx="2331091" cy="2089577"/>
          </a:xfrm>
          <a:prstGeom prst="rect">
            <a:avLst/>
          </a:prstGeom>
          <a:noFill/>
          <a:ln>
            <a:noFill/>
          </a:ln>
        </p:spPr>
      </p:pic>
      <p:sp>
        <p:nvSpPr>
          <p:cNvPr id="105" name="Google Shape;105;p11"/>
          <p:cNvSpPr txBox="1"/>
          <p:nvPr/>
        </p:nvSpPr>
        <p:spPr>
          <a:xfrm>
            <a:off x="323850" y="4327975"/>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GB" sz="1800">
                <a:latin typeface="Lexend"/>
                <a:ea typeface="Lexend"/>
                <a:cs typeface="Lexend"/>
                <a:sym typeface="Lexend"/>
              </a:rPr>
              <a:t>Unit</a:t>
            </a:r>
            <a:endParaRPr b="1" sz="1800">
              <a:latin typeface="Lexend"/>
              <a:ea typeface="Lexend"/>
              <a:cs typeface="Lexend"/>
              <a:sym typeface="Lexend"/>
            </a:endParaRPr>
          </a:p>
        </p:txBody>
      </p:sp>
      <p:sp>
        <p:nvSpPr>
          <p:cNvPr id="106" name="Google Shape;106;p11"/>
          <p:cNvSpPr txBox="1"/>
          <p:nvPr>
            <p:ph idx="1" type="subTitle"/>
          </p:nvPr>
        </p:nvSpPr>
        <p:spPr>
          <a:xfrm>
            <a:off x="966425" y="4327975"/>
            <a:ext cx="59424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History" showMasterSp="0">
  <p:cSld name="Title Slide 2_1_1_1_1_2">
    <p:bg>
      <p:bgPr>
        <a:solidFill>
          <a:srgbClr val="BEF2BD"/>
        </a:solidFill>
      </p:bgPr>
    </p:bg>
    <p:spTree>
      <p:nvGrpSpPr>
        <p:cNvPr id="107" name="Shape 107"/>
        <p:cNvGrpSpPr/>
        <p:nvPr/>
      </p:nvGrpSpPr>
      <p:grpSpPr>
        <a:xfrm>
          <a:off x="0" y="0"/>
          <a:ext cx="0" cy="0"/>
          <a:chOff x="0" y="0"/>
          <a:chExt cx="0" cy="0"/>
        </a:xfrm>
      </p:grpSpPr>
      <p:pic>
        <p:nvPicPr>
          <p:cNvPr id="108" name="Google Shape;108;p12"/>
          <p:cNvPicPr preferRelativeResize="0"/>
          <p:nvPr/>
        </p:nvPicPr>
        <p:blipFill rotWithShape="1">
          <a:blip r:embed="rId2">
            <a:alphaModFix/>
          </a:blip>
          <a:srcRect b="0" l="6209" r="6209" t="0"/>
          <a:stretch/>
        </p:blipFill>
        <p:spPr>
          <a:xfrm>
            <a:off x="324000" y="4008600"/>
            <a:ext cx="859400" cy="127996"/>
          </a:xfrm>
          <a:prstGeom prst="rect">
            <a:avLst/>
          </a:prstGeom>
          <a:noFill/>
          <a:ln>
            <a:noFill/>
          </a:ln>
        </p:spPr>
      </p:pic>
      <p:sp>
        <p:nvSpPr>
          <p:cNvPr id="109" name="Google Shape;109;p12"/>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10" name="Google Shape;110;p12"/>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History</a:t>
            </a:r>
            <a:endParaRPr b="1" sz="1700">
              <a:latin typeface="Lexend"/>
              <a:ea typeface="Lexend"/>
              <a:cs typeface="Lexend"/>
              <a:sym typeface="Lexend"/>
            </a:endParaRPr>
          </a:p>
        </p:txBody>
      </p:sp>
      <p:pic>
        <p:nvPicPr>
          <p:cNvPr id="111" name="Google Shape;111;p12"/>
          <p:cNvPicPr preferRelativeResize="0"/>
          <p:nvPr/>
        </p:nvPicPr>
        <p:blipFill rotWithShape="1">
          <a:blip r:embed="rId3">
            <a:alphaModFix/>
          </a:blip>
          <a:srcRect b="0" l="0" r="0" t="0"/>
          <a:stretch/>
        </p:blipFill>
        <p:spPr>
          <a:xfrm>
            <a:off x="7690424" y="4098434"/>
            <a:ext cx="1052750" cy="482825"/>
          </a:xfrm>
          <a:prstGeom prst="rect">
            <a:avLst/>
          </a:prstGeom>
          <a:noFill/>
          <a:ln>
            <a:noFill/>
          </a:ln>
        </p:spPr>
      </p:pic>
      <p:grpSp>
        <p:nvGrpSpPr>
          <p:cNvPr id="112" name="Google Shape;112;p12"/>
          <p:cNvGrpSpPr/>
          <p:nvPr/>
        </p:nvGrpSpPr>
        <p:grpSpPr>
          <a:xfrm>
            <a:off x="6156975" y="0"/>
            <a:ext cx="2987025" cy="3854074"/>
            <a:chOff x="6156975" y="0"/>
            <a:chExt cx="2987025" cy="3854074"/>
          </a:xfrm>
        </p:grpSpPr>
        <p:pic>
          <p:nvPicPr>
            <p:cNvPr id="113" name="Google Shape;113;p12"/>
            <p:cNvPicPr preferRelativeResize="0"/>
            <p:nvPr/>
          </p:nvPicPr>
          <p:blipFill rotWithShape="1">
            <a:blip r:embed="rId4">
              <a:alphaModFix/>
            </a:blip>
            <a:srcRect b="0" l="0" r="0" t="0"/>
            <a:stretch/>
          </p:blipFill>
          <p:spPr>
            <a:xfrm>
              <a:off x="6156975" y="0"/>
              <a:ext cx="2987025" cy="3854074"/>
            </a:xfrm>
            <a:prstGeom prst="rect">
              <a:avLst/>
            </a:prstGeom>
            <a:noFill/>
            <a:ln>
              <a:noFill/>
            </a:ln>
          </p:spPr>
        </p:pic>
        <p:sp>
          <p:nvSpPr>
            <p:cNvPr id="114" name="Google Shape;114;p12"/>
            <p:cNvSpPr/>
            <p:nvPr/>
          </p:nvSpPr>
          <p:spPr>
            <a:xfrm>
              <a:off x="6860400" y="1205850"/>
              <a:ext cx="1959600" cy="1365900"/>
            </a:xfrm>
            <a:prstGeom prst="roundRect">
              <a:avLst>
                <a:gd fmla="val 16667" name="adj"/>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15" name="Google Shape;115;p12"/>
            <p:cNvPicPr preferRelativeResize="0"/>
            <p:nvPr/>
          </p:nvPicPr>
          <p:blipFill>
            <a:blip r:embed="rId5">
              <a:alphaModFix/>
            </a:blip>
            <a:stretch>
              <a:fillRect/>
            </a:stretch>
          </p:blipFill>
          <p:spPr>
            <a:xfrm rot="-378432">
              <a:off x="7001357" y="1317070"/>
              <a:ext cx="1677682" cy="1143462"/>
            </a:xfrm>
            <a:prstGeom prst="rect">
              <a:avLst/>
            </a:prstGeom>
            <a:noFill/>
            <a:ln>
              <a:noFill/>
            </a:ln>
          </p:spPr>
        </p:pic>
      </p:grpSp>
      <p:sp>
        <p:nvSpPr>
          <p:cNvPr id="116" name="Google Shape;116;p12"/>
          <p:cNvSpPr txBox="1"/>
          <p:nvPr/>
        </p:nvSpPr>
        <p:spPr>
          <a:xfrm>
            <a:off x="323850" y="4327975"/>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GB" sz="1800">
                <a:latin typeface="Lexend"/>
                <a:ea typeface="Lexend"/>
                <a:cs typeface="Lexend"/>
                <a:sym typeface="Lexend"/>
              </a:rPr>
              <a:t>Unit</a:t>
            </a:r>
            <a:endParaRPr b="1" sz="1800">
              <a:latin typeface="Lexend"/>
              <a:ea typeface="Lexend"/>
              <a:cs typeface="Lexend"/>
              <a:sym typeface="Lexend"/>
            </a:endParaRPr>
          </a:p>
        </p:txBody>
      </p:sp>
      <p:sp>
        <p:nvSpPr>
          <p:cNvPr id="117" name="Google Shape;117;p12"/>
          <p:cNvSpPr txBox="1"/>
          <p:nvPr>
            <p:ph idx="1" type="subTitle"/>
          </p:nvPr>
        </p:nvSpPr>
        <p:spPr>
          <a:xfrm>
            <a:off x="966425" y="4327975"/>
            <a:ext cx="59424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Maths" showMasterSp="0">
  <p:cSld name="Title Slide 2_1_1_2">
    <p:bg>
      <p:bgPr>
        <a:solidFill>
          <a:srgbClr val="BEF2BD"/>
        </a:solidFill>
      </p:bgPr>
    </p:bg>
    <p:spTree>
      <p:nvGrpSpPr>
        <p:cNvPr id="118" name="Shape 118"/>
        <p:cNvGrpSpPr/>
        <p:nvPr/>
      </p:nvGrpSpPr>
      <p:grpSpPr>
        <a:xfrm>
          <a:off x="0" y="0"/>
          <a:ext cx="0" cy="0"/>
          <a:chOff x="0" y="0"/>
          <a:chExt cx="0" cy="0"/>
        </a:xfrm>
      </p:grpSpPr>
      <p:pic>
        <p:nvPicPr>
          <p:cNvPr id="119" name="Google Shape;119;p13"/>
          <p:cNvPicPr preferRelativeResize="0"/>
          <p:nvPr/>
        </p:nvPicPr>
        <p:blipFill rotWithShape="1">
          <a:blip r:embed="rId2">
            <a:alphaModFix/>
          </a:blip>
          <a:srcRect b="0" l="0" r="0" t="0"/>
          <a:stretch/>
        </p:blipFill>
        <p:spPr>
          <a:xfrm>
            <a:off x="6156975" y="0"/>
            <a:ext cx="2987025" cy="3854074"/>
          </a:xfrm>
          <a:prstGeom prst="rect">
            <a:avLst/>
          </a:prstGeom>
          <a:noFill/>
          <a:ln>
            <a:noFill/>
          </a:ln>
        </p:spPr>
      </p:pic>
      <p:sp>
        <p:nvSpPr>
          <p:cNvPr id="120" name="Google Shape;120;p13"/>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21" name="Google Shape;121;p13"/>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Maths</a:t>
            </a:r>
            <a:endParaRPr b="1" sz="1700">
              <a:latin typeface="Lexend"/>
              <a:ea typeface="Lexend"/>
              <a:cs typeface="Lexend"/>
              <a:sym typeface="Lexend"/>
            </a:endParaRPr>
          </a:p>
        </p:txBody>
      </p:sp>
      <p:pic>
        <p:nvPicPr>
          <p:cNvPr id="122" name="Google Shape;122;p13"/>
          <p:cNvPicPr preferRelativeResize="0"/>
          <p:nvPr/>
        </p:nvPicPr>
        <p:blipFill rotWithShape="1">
          <a:blip r:embed="rId3">
            <a:alphaModFix/>
          </a:blip>
          <a:srcRect b="0" l="0" r="0" t="0"/>
          <a:stretch/>
        </p:blipFill>
        <p:spPr>
          <a:xfrm>
            <a:off x="7690424" y="4098434"/>
            <a:ext cx="1052750" cy="482825"/>
          </a:xfrm>
          <a:prstGeom prst="rect">
            <a:avLst/>
          </a:prstGeom>
          <a:noFill/>
          <a:ln>
            <a:noFill/>
          </a:ln>
        </p:spPr>
      </p:pic>
      <p:pic>
        <p:nvPicPr>
          <p:cNvPr id="123" name="Google Shape;123;p13"/>
          <p:cNvPicPr preferRelativeResize="0"/>
          <p:nvPr/>
        </p:nvPicPr>
        <p:blipFill rotWithShape="1">
          <a:blip r:embed="rId4">
            <a:alphaModFix/>
          </a:blip>
          <a:srcRect b="0" l="6209" r="6209" t="0"/>
          <a:stretch/>
        </p:blipFill>
        <p:spPr>
          <a:xfrm>
            <a:off x="324000" y="4008600"/>
            <a:ext cx="707200" cy="128000"/>
          </a:xfrm>
          <a:prstGeom prst="rect">
            <a:avLst/>
          </a:prstGeom>
          <a:noFill/>
          <a:ln>
            <a:noFill/>
          </a:ln>
        </p:spPr>
      </p:pic>
      <p:sp>
        <p:nvSpPr>
          <p:cNvPr id="124" name="Google Shape;124;p13"/>
          <p:cNvSpPr txBox="1"/>
          <p:nvPr/>
        </p:nvSpPr>
        <p:spPr>
          <a:xfrm>
            <a:off x="323850" y="4327975"/>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GB" sz="1800">
                <a:latin typeface="Lexend"/>
                <a:ea typeface="Lexend"/>
                <a:cs typeface="Lexend"/>
                <a:sym typeface="Lexend"/>
              </a:rPr>
              <a:t>Unit</a:t>
            </a:r>
            <a:endParaRPr b="1" sz="1800">
              <a:latin typeface="Lexend"/>
              <a:ea typeface="Lexend"/>
              <a:cs typeface="Lexend"/>
              <a:sym typeface="Lexend"/>
            </a:endParaRPr>
          </a:p>
        </p:txBody>
      </p:sp>
      <p:sp>
        <p:nvSpPr>
          <p:cNvPr id="125" name="Google Shape;125;p13"/>
          <p:cNvSpPr txBox="1"/>
          <p:nvPr>
            <p:ph idx="1" type="subTitle"/>
          </p:nvPr>
        </p:nvSpPr>
        <p:spPr>
          <a:xfrm>
            <a:off x="966425" y="4327975"/>
            <a:ext cx="59424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Music" showMasterSp="0">
  <p:cSld name="Title Slide 2_1_1_1_1_1">
    <p:bg>
      <p:bgPr>
        <a:solidFill>
          <a:srgbClr val="BEF2BD"/>
        </a:solidFill>
      </p:bgPr>
    </p:bg>
    <p:spTree>
      <p:nvGrpSpPr>
        <p:cNvPr id="126" name="Shape 126"/>
        <p:cNvGrpSpPr/>
        <p:nvPr/>
      </p:nvGrpSpPr>
      <p:grpSpPr>
        <a:xfrm>
          <a:off x="0" y="0"/>
          <a:ext cx="0" cy="0"/>
          <a:chOff x="0" y="0"/>
          <a:chExt cx="0" cy="0"/>
        </a:xfrm>
      </p:grpSpPr>
      <p:pic>
        <p:nvPicPr>
          <p:cNvPr id="127" name="Google Shape;127;p14"/>
          <p:cNvPicPr preferRelativeResize="0"/>
          <p:nvPr/>
        </p:nvPicPr>
        <p:blipFill rotWithShape="1">
          <a:blip r:embed="rId2">
            <a:alphaModFix/>
          </a:blip>
          <a:srcRect b="0" l="0" r="0" t="0"/>
          <a:stretch/>
        </p:blipFill>
        <p:spPr>
          <a:xfrm>
            <a:off x="6156975" y="0"/>
            <a:ext cx="2987025" cy="3854074"/>
          </a:xfrm>
          <a:prstGeom prst="rect">
            <a:avLst/>
          </a:prstGeom>
          <a:noFill/>
          <a:ln>
            <a:noFill/>
          </a:ln>
        </p:spPr>
      </p:pic>
      <p:sp>
        <p:nvSpPr>
          <p:cNvPr id="128" name="Google Shape;128;p14"/>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29" name="Google Shape;129;p14"/>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Music</a:t>
            </a:r>
            <a:endParaRPr b="1" sz="1700">
              <a:latin typeface="Lexend"/>
              <a:ea typeface="Lexend"/>
              <a:cs typeface="Lexend"/>
              <a:sym typeface="Lexend"/>
            </a:endParaRPr>
          </a:p>
        </p:txBody>
      </p:sp>
      <p:pic>
        <p:nvPicPr>
          <p:cNvPr id="130" name="Google Shape;130;p14"/>
          <p:cNvPicPr preferRelativeResize="0"/>
          <p:nvPr/>
        </p:nvPicPr>
        <p:blipFill rotWithShape="1">
          <a:blip r:embed="rId3">
            <a:alphaModFix/>
          </a:blip>
          <a:srcRect b="0" l="0" r="0" t="0"/>
          <a:stretch/>
        </p:blipFill>
        <p:spPr>
          <a:xfrm>
            <a:off x="7690424" y="4098434"/>
            <a:ext cx="1052750" cy="482825"/>
          </a:xfrm>
          <a:prstGeom prst="rect">
            <a:avLst/>
          </a:prstGeom>
          <a:noFill/>
          <a:ln>
            <a:noFill/>
          </a:ln>
        </p:spPr>
      </p:pic>
      <p:pic>
        <p:nvPicPr>
          <p:cNvPr id="131" name="Google Shape;131;p14"/>
          <p:cNvPicPr preferRelativeResize="0"/>
          <p:nvPr/>
        </p:nvPicPr>
        <p:blipFill rotWithShape="1">
          <a:blip r:embed="rId4">
            <a:alphaModFix/>
          </a:blip>
          <a:srcRect b="0" l="6209" r="6209" t="0"/>
          <a:stretch/>
        </p:blipFill>
        <p:spPr>
          <a:xfrm>
            <a:off x="324000" y="4008600"/>
            <a:ext cx="661625" cy="128000"/>
          </a:xfrm>
          <a:prstGeom prst="rect">
            <a:avLst/>
          </a:prstGeom>
          <a:noFill/>
          <a:ln>
            <a:noFill/>
          </a:ln>
        </p:spPr>
      </p:pic>
      <p:sp>
        <p:nvSpPr>
          <p:cNvPr id="132" name="Google Shape;132;p14"/>
          <p:cNvSpPr txBox="1"/>
          <p:nvPr/>
        </p:nvSpPr>
        <p:spPr>
          <a:xfrm>
            <a:off x="323850" y="4327975"/>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GB" sz="1800">
                <a:latin typeface="Lexend"/>
                <a:ea typeface="Lexend"/>
                <a:cs typeface="Lexend"/>
                <a:sym typeface="Lexend"/>
              </a:rPr>
              <a:t>Unit</a:t>
            </a:r>
            <a:endParaRPr b="1" sz="1800">
              <a:latin typeface="Lexend"/>
              <a:ea typeface="Lexend"/>
              <a:cs typeface="Lexend"/>
              <a:sym typeface="Lexend"/>
            </a:endParaRPr>
          </a:p>
        </p:txBody>
      </p:sp>
      <p:sp>
        <p:nvSpPr>
          <p:cNvPr id="133" name="Google Shape;133;p14"/>
          <p:cNvSpPr txBox="1"/>
          <p:nvPr>
            <p:ph idx="1" type="subTitle"/>
          </p:nvPr>
        </p:nvSpPr>
        <p:spPr>
          <a:xfrm>
            <a:off x="966425" y="4327975"/>
            <a:ext cx="59424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Physical education" showMasterSp="0">
  <p:cSld name="Title Slide 2_1_1_1_1_1_1_1_1_1_1_1_1_2">
    <p:bg>
      <p:bgPr>
        <a:solidFill>
          <a:srgbClr val="BEF2BD"/>
        </a:solidFill>
      </p:bgPr>
    </p:bg>
    <p:spTree>
      <p:nvGrpSpPr>
        <p:cNvPr id="134" name="Shape 134"/>
        <p:cNvGrpSpPr/>
        <p:nvPr/>
      </p:nvGrpSpPr>
      <p:grpSpPr>
        <a:xfrm>
          <a:off x="0" y="0"/>
          <a:ext cx="0" cy="0"/>
          <a:chOff x="0" y="0"/>
          <a:chExt cx="0" cy="0"/>
        </a:xfrm>
      </p:grpSpPr>
      <p:pic>
        <p:nvPicPr>
          <p:cNvPr id="135" name="Google Shape;135;p15"/>
          <p:cNvPicPr preferRelativeResize="0"/>
          <p:nvPr/>
        </p:nvPicPr>
        <p:blipFill rotWithShape="1">
          <a:blip r:embed="rId2">
            <a:alphaModFix/>
          </a:blip>
          <a:srcRect b="0" l="6209" r="6209" t="0"/>
          <a:stretch/>
        </p:blipFill>
        <p:spPr>
          <a:xfrm>
            <a:off x="324000" y="4008600"/>
            <a:ext cx="2192950" cy="128000"/>
          </a:xfrm>
          <a:prstGeom prst="rect">
            <a:avLst/>
          </a:prstGeom>
          <a:noFill/>
          <a:ln>
            <a:noFill/>
          </a:ln>
        </p:spPr>
      </p:pic>
      <p:sp>
        <p:nvSpPr>
          <p:cNvPr id="136" name="Google Shape;136;p15"/>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37" name="Google Shape;137;p15"/>
          <p:cNvSpPr txBox="1"/>
          <p:nvPr/>
        </p:nvSpPr>
        <p:spPr>
          <a:xfrm>
            <a:off x="323850" y="3781525"/>
            <a:ext cx="24561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Physical education</a:t>
            </a:r>
            <a:endParaRPr b="1" sz="1700">
              <a:latin typeface="Lexend"/>
              <a:ea typeface="Lexend"/>
              <a:cs typeface="Lexend"/>
              <a:sym typeface="Lexend"/>
            </a:endParaRPr>
          </a:p>
        </p:txBody>
      </p:sp>
      <p:pic>
        <p:nvPicPr>
          <p:cNvPr id="138" name="Google Shape;138;p15"/>
          <p:cNvPicPr preferRelativeResize="0"/>
          <p:nvPr/>
        </p:nvPicPr>
        <p:blipFill rotWithShape="1">
          <a:blip r:embed="rId3">
            <a:alphaModFix/>
          </a:blip>
          <a:srcRect b="0" l="0" r="0" t="0"/>
          <a:stretch/>
        </p:blipFill>
        <p:spPr>
          <a:xfrm>
            <a:off x="7690424" y="4098434"/>
            <a:ext cx="1052750" cy="482825"/>
          </a:xfrm>
          <a:prstGeom prst="rect">
            <a:avLst/>
          </a:prstGeom>
          <a:noFill/>
          <a:ln>
            <a:noFill/>
          </a:ln>
        </p:spPr>
      </p:pic>
      <p:grpSp>
        <p:nvGrpSpPr>
          <p:cNvPr id="139" name="Google Shape;139;p15"/>
          <p:cNvGrpSpPr/>
          <p:nvPr/>
        </p:nvGrpSpPr>
        <p:grpSpPr>
          <a:xfrm>
            <a:off x="6156975" y="0"/>
            <a:ext cx="2987025" cy="3854074"/>
            <a:chOff x="6156975" y="0"/>
            <a:chExt cx="2987025" cy="3854074"/>
          </a:xfrm>
        </p:grpSpPr>
        <p:pic>
          <p:nvPicPr>
            <p:cNvPr id="140" name="Google Shape;140;p15"/>
            <p:cNvPicPr preferRelativeResize="0"/>
            <p:nvPr/>
          </p:nvPicPr>
          <p:blipFill rotWithShape="1">
            <a:blip r:embed="rId4">
              <a:alphaModFix/>
            </a:blip>
            <a:srcRect b="0" l="0" r="0" t="0"/>
            <a:stretch/>
          </p:blipFill>
          <p:spPr>
            <a:xfrm>
              <a:off x="6156975" y="0"/>
              <a:ext cx="2987025" cy="3854074"/>
            </a:xfrm>
            <a:prstGeom prst="rect">
              <a:avLst/>
            </a:prstGeom>
            <a:noFill/>
            <a:ln>
              <a:noFill/>
            </a:ln>
          </p:spPr>
        </p:pic>
        <p:sp>
          <p:nvSpPr>
            <p:cNvPr id="141" name="Google Shape;141;p15"/>
            <p:cNvSpPr/>
            <p:nvPr/>
          </p:nvSpPr>
          <p:spPr>
            <a:xfrm>
              <a:off x="6858000" y="868200"/>
              <a:ext cx="2210100" cy="21969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pSp>
      <p:sp>
        <p:nvSpPr>
          <p:cNvPr id="142" name="Google Shape;142;p15"/>
          <p:cNvSpPr txBox="1"/>
          <p:nvPr/>
        </p:nvSpPr>
        <p:spPr>
          <a:xfrm>
            <a:off x="323850" y="4327975"/>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GB" sz="1800">
                <a:latin typeface="Lexend"/>
                <a:ea typeface="Lexend"/>
                <a:cs typeface="Lexend"/>
                <a:sym typeface="Lexend"/>
              </a:rPr>
              <a:t>Unit</a:t>
            </a:r>
            <a:endParaRPr b="1" sz="1800">
              <a:latin typeface="Lexend"/>
              <a:ea typeface="Lexend"/>
              <a:cs typeface="Lexend"/>
              <a:sym typeface="Lexend"/>
            </a:endParaRPr>
          </a:p>
        </p:txBody>
      </p:sp>
      <p:sp>
        <p:nvSpPr>
          <p:cNvPr id="143" name="Google Shape;143;p15"/>
          <p:cNvSpPr txBox="1"/>
          <p:nvPr>
            <p:ph idx="1" type="subTitle"/>
          </p:nvPr>
        </p:nvSpPr>
        <p:spPr>
          <a:xfrm>
            <a:off x="966425" y="4327975"/>
            <a:ext cx="59424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pic>
        <p:nvPicPr>
          <p:cNvPr id="144" name="Google Shape;144;p15"/>
          <p:cNvPicPr preferRelativeResize="0"/>
          <p:nvPr/>
        </p:nvPicPr>
        <p:blipFill>
          <a:blip r:embed="rId5">
            <a:alphaModFix/>
          </a:blip>
          <a:stretch>
            <a:fillRect/>
          </a:stretch>
        </p:blipFill>
        <p:spPr>
          <a:xfrm rot="-375628">
            <a:off x="6551506" y="729991"/>
            <a:ext cx="2546513" cy="2546493"/>
          </a:xfrm>
          <a:prstGeom prst="rect">
            <a:avLst/>
          </a:prstGeom>
          <a:noFill/>
          <a:ln>
            <a:noFill/>
          </a:ln>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Physics" showMasterSp="0">
  <p:cSld name="Title Slide 2_1_1_1_1_1_1_1_1_2">
    <p:bg>
      <p:bgPr>
        <a:solidFill>
          <a:srgbClr val="BEF2BD"/>
        </a:solidFill>
      </p:bgPr>
    </p:bg>
    <p:spTree>
      <p:nvGrpSpPr>
        <p:cNvPr id="145" name="Shape 145"/>
        <p:cNvGrpSpPr/>
        <p:nvPr/>
      </p:nvGrpSpPr>
      <p:grpSpPr>
        <a:xfrm>
          <a:off x="0" y="0"/>
          <a:ext cx="0" cy="0"/>
          <a:chOff x="0" y="0"/>
          <a:chExt cx="0" cy="0"/>
        </a:xfrm>
      </p:grpSpPr>
      <p:pic>
        <p:nvPicPr>
          <p:cNvPr id="146" name="Google Shape;146;p16"/>
          <p:cNvPicPr preferRelativeResize="0"/>
          <p:nvPr/>
        </p:nvPicPr>
        <p:blipFill rotWithShape="1">
          <a:blip r:embed="rId2">
            <a:alphaModFix/>
          </a:blip>
          <a:srcRect b="0" l="6209" r="6209" t="0"/>
          <a:stretch/>
        </p:blipFill>
        <p:spPr>
          <a:xfrm>
            <a:off x="324000" y="4008600"/>
            <a:ext cx="859400" cy="127996"/>
          </a:xfrm>
          <a:prstGeom prst="rect">
            <a:avLst/>
          </a:prstGeom>
          <a:noFill/>
          <a:ln>
            <a:noFill/>
          </a:ln>
        </p:spPr>
      </p:pic>
      <p:sp>
        <p:nvSpPr>
          <p:cNvPr id="147" name="Google Shape;147;p16"/>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48" name="Google Shape;148;p16"/>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Physics</a:t>
            </a:r>
            <a:endParaRPr b="1" sz="1700">
              <a:latin typeface="Lexend"/>
              <a:ea typeface="Lexend"/>
              <a:cs typeface="Lexend"/>
              <a:sym typeface="Lexend"/>
            </a:endParaRPr>
          </a:p>
        </p:txBody>
      </p:sp>
      <p:pic>
        <p:nvPicPr>
          <p:cNvPr id="149" name="Google Shape;149;p16"/>
          <p:cNvPicPr preferRelativeResize="0"/>
          <p:nvPr/>
        </p:nvPicPr>
        <p:blipFill rotWithShape="1">
          <a:blip r:embed="rId3">
            <a:alphaModFix/>
          </a:blip>
          <a:srcRect b="0" l="0" r="0" t="0"/>
          <a:stretch/>
        </p:blipFill>
        <p:spPr>
          <a:xfrm>
            <a:off x="7690424" y="4098434"/>
            <a:ext cx="1052750" cy="482825"/>
          </a:xfrm>
          <a:prstGeom prst="rect">
            <a:avLst/>
          </a:prstGeom>
          <a:noFill/>
          <a:ln>
            <a:noFill/>
          </a:ln>
        </p:spPr>
      </p:pic>
      <p:grpSp>
        <p:nvGrpSpPr>
          <p:cNvPr id="150" name="Google Shape;150;p16"/>
          <p:cNvGrpSpPr/>
          <p:nvPr/>
        </p:nvGrpSpPr>
        <p:grpSpPr>
          <a:xfrm>
            <a:off x="6156975" y="0"/>
            <a:ext cx="2987025" cy="3854074"/>
            <a:chOff x="6156975" y="0"/>
            <a:chExt cx="2987025" cy="3854074"/>
          </a:xfrm>
        </p:grpSpPr>
        <p:pic>
          <p:nvPicPr>
            <p:cNvPr id="151" name="Google Shape;151;p16"/>
            <p:cNvPicPr preferRelativeResize="0"/>
            <p:nvPr/>
          </p:nvPicPr>
          <p:blipFill rotWithShape="1">
            <a:blip r:embed="rId4">
              <a:alphaModFix/>
            </a:blip>
            <a:srcRect b="0" l="0" r="0" t="0"/>
            <a:stretch/>
          </p:blipFill>
          <p:spPr>
            <a:xfrm>
              <a:off x="6156975" y="0"/>
              <a:ext cx="2987025" cy="3854074"/>
            </a:xfrm>
            <a:prstGeom prst="rect">
              <a:avLst/>
            </a:prstGeom>
            <a:noFill/>
            <a:ln>
              <a:noFill/>
            </a:ln>
          </p:spPr>
        </p:pic>
        <p:sp>
          <p:nvSpPr>
            <p:cNvPr id="152" name="Google Shape;152;p16"/>
            <p:cNvSpPr/>
            <p:nvPr/>
          </p:nvSpPr>
          <p:spPr>
            <a:xfrm>
              <a:off x="6898050" y="839288"/>
              <a:ext cx="1959600" cy="2354700"/>
            </a:xfrm>
            <a:prstGeom prst="roundRect">
              <a:avLst>
                <a:gd fmla="val 16667" name="adj"/>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53" name="Google Shape;153;p16"/>
            <p:cNvPicPr preferRelativeResize="0"/>
            <p:nvPr/>
          </p:nvPicPr>
          <p:blipFill>
            <a:blip r:embed="rId5">
              <a:alphaModFix/>
            </a:blip>
            <a:stretch>
              <a:fillRect/>
            </a:stretch>
          </p:blipFill>
          <p:spPr>
            <a:xfrm rot="-384492">
              <a:off x="7235674" y="1037850"/>
              <a:ext cx="1204851" cy="1957577"/>
            </a:xfrm>
            <a:prstGeom prst="rect">
              <a:avLst/>
            </a:prstGeom>
            <a:noFill/>
            <a:ln>
              <a:noFill/>
            </a:ln>
          </p:spPr>
        </p:pic>
      </p:grpSp>
      <p:sp>
        <p:nvSpPr>
          <p:cNvPr id="154" name="Google Shape;154;p16"/>
          <p:cNvSpPr txBox="1"/>
          <p:nvPr/>
        </p:nvSpPr>
        <p:spPr>
          <a:xfrm>
            <a:off x="323850" y="4327975"/>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GB" sz="1800">
                <a:latin typeface="Lexend"/>
                <a:ea typeface="Lexend"/>
                <a:cs typeface="Lexend"/>
                <a:sym typeface="Lexend"/>
              </a:rPr>
              <a:t>Unit</a:t>
            </a:r>
            <a:endParaRPr b="1" sz="1800">
              <a:latin typeface="Lexend"/>
              <a:ea typeface="Lexend"/>
              <a:cs typeface="Lexend"/>
              <a:sym typeface="Lexend"/>
            </a:endParaRPr>
          </a:p>
        </p:txBody>
      </p:sp>
      <p:sp>
        <p:nvSpPr>
          <p:cNvPr id="155" name="Google Shape;155;p16"/>
          <p:cNvSpPr txBox="1"/>
          <p:nvPr>
            <p:ph idx="1" type="subTitle"/>
          </p:nvPr>
        </p:nvSpPr>
        <p:spPr>
          <a:xfrm>
            <a:off x="966425" y="4327975"/>
            <a:ext cx="59424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Relationships and health education" showMasterSp="0">
  <p:cSld name="Title Slide 2_1_1_1_1_1_1_1_1_1_1_7">
    <p:bg>
      <p:bgPr>
        <a:solidFill>
          <a:srgbClr val="BEF2BD"/>
        </a:solidFill>
      </p:bgPr>
    </p:bg>
    <p:spTree>
      <p:nvGrpSpPr>
        <p:cNvPr id="156" name="Shape 156"/>
        <p:cNvGrpSpPr/>
        <p:nvPr/>
      </p:nvGrpSpPr>
      <p:grpSpPr>
        <a:xfrm>
          <a:off x="0" y="0"/>
          <a:ext cx="0" cy="0"/>
          <a:chOff x="0" y="0"/>
          <a:chExt cx="0" cy="0"/>
        </a:xfrm>
      </p:grpSpPr>
      <p:sp>
        <p:nvSpPr>
          <p:cNvPr id="157" name="Google Shape;157;p17"/>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158" name="Google Shape;158;p17"/>
          <p:cNvPicPr preferRelativeResize="0"/>
          <p:nvPr/>
        </p:nvPicPr>
        <p:blipFill rotWithShape="1">
          <a:blip r:embed="rId2">
            <a:alphaModFix/>
          </a:blip>
          <a:srcRect b="0" l="0" r="0" t="0"/>
          <a:stretch/>
        </p:blipFill>
        <p:spPr>
          <a:xfrm>
            <a:off x="7690424" y="4098434"/>
            <a:ext cx="1052750" cy="482825"/>
          </a:xfrm>
          <a:prstGeom prst="rect">
            <a:avLst/>
          </a:prstGeom>
          <a:noFill/>
          <a:ln>
            <a:noFill/>
          </a:ln>
        </p:spPr>
      </p:pic>
      <p:grpSp>
        <p:nvGrpSpPr>
          <p:cNvPr id="159" name="Google Shape;159;p17"/>
          <p:cNvGrpSpPr/>
          <p:nvPr/>
        </p:nvGrpSpPr>
        <p:grpSpPr>
          <a:xfrm>
            <a:off x="6156975" y="0"/>
            <a:ext cx="2987025" cy="3854074"/>
            <a:chOff x="6156975" y="0"/>
            <a:chExt cx="2987025" cy="3854074"/>
          </a:xfrm>
        </p:grpSpPr>
        <p:pic>
          <p:nvPicPr>
            <p:cNvPr id="160" name="Google Shape;160;p17"/>
            <p:cNvPicPr preferRelativeResize="0"/>
            <p:nvPr/>
          </p:nvPicPr>
          <p:blipFill rotWithShape="1">
            <a:blip r:embed="rId3">
              <a:alphaModFix/>
            </a:blip>
            <a:srcRect b="0" l="0" r="0" t="0"/>
            <a:stretch/>
          </p:blipFill>
          <p:spPr>
            <a:xfrm>
              <a:off x="6156975" y="0"/>
              <a:ext cx="2987025" cy="3854074"/>
            </a:xfrm>
            <a:prstGeom prst="rect">
              <a:avLst/>
            </a:prstGeom>
            <a:noFill/>
            <a:ln>
              <a:noFill/>
            </a:ln>
          </p:spPr>
        </p:pic>
        <p:sp>
          <p:nvSpPr>
            <p:cNvPr id="161" name="Google Shape;161;p17"/>
            <p:cNvSpPr/>
            <p:nvPr/>
          </p:nvSpPr>
          <p:spPr>
            <a:xfrm>
              <a:off x="6858000" y="868200"/>
              <a:ext cx="2210100" cy="21969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pSp>
      <p:pic>
        <p:nvPicPr>
          <p:cNvPr id="162" name="Google Shape;162;p17"/>
          <p:cNvPicPr preferRelativeResize="0"/>
          <p:nvPr/>
        </p:nvPicPr>
        <p:blipFill>
          <a:blip r:embed="rId4">
            <a:alphaModFix/>
          </a:blip>
          <a:stretch>
            <a:fillRect/>
          </a:stretch>
        </p:blipFill>
        <p:spPr>
          <a:xfrm rot="-360033">
            <a:off x="6814806" y="1250542"/>
            <a:ext cx="1965462" cy="1393693"/>
          </a:xfrm>
          <a:prstGeom prst="rect">
            <a:avLst/>
          </a:prstGeom>
          <a:noFill/>
          <a:ln>
            <a:noFill/>
          </a:ln>
        </p:spPr>
      </p:pic>
      <p:sp>
        <p:nvSpPr>
          <p:cNvPr id="163" name="Google Shape;163;p17"/>
          <p:cNvSpPr txBox="1"/>
          <p:nvPr/>
        </p:nvSpPr>
        <p:spPr>
          <a:xfrm>
            <a:off x="323850" y="4327975"/>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GB" sz="1800">
                <a:latin typeface="Lexend"/>
                <a:ea typeface="Lexend"/>
                <a:cs typeface="Lexend"/>
                <a:sym typeface="Lexend"/>
              </a:rPr>
              <a:t>Unit</a:t>
            </a:r>
            <a:endParaRPr b="1" sz="1800">
              <a:latin typeface="Lexend"/>
              <a:ea typeface="Lexend"/>
              <a:cs typeface="Lexend"/>
              <a:sym typeface="Lexend"/>
            </a:endParaRPr>
          </a:p>
        </p:txBody>
      </p:sp>
      <p:sp>
        <p:nvSpPr>
          <p:cNvPr id="164" name="Google Shape;164;p17"/>
          <p:cNvSpPr txBox="1"/>
          <p:nvPr>
            <p:ph idx="1" type="subTitle"/>
          </p:nvPr>
        </p:nvSpPr>
        <p:spPr>
          <a:xfrm>
            <a:off x="966425" y="4327975"/>
            <a:ext cx="59424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pic>
        <p:nvPicPr>
          <p:cNvPr id="165" name="Google Shape;165;p17"/>
          <p:cNvPicPr preferRelativeResize="0"/>
          <p:nvPr/>
        </p:nvPicPr>
        <p:blipFill rotWithShape="1">
          <a:blip r:embed="rId5">
            <a:alphaModFix/>
          </a:blip>
          <a:srcRect b="0" l="6209" r="6209" t="0"/>
          <a:stretch/>
        </p:blipFill>
        <p:spPr>
          <a:xfrm>
            <a:off x="324000" y="4008600"/>
            <a:ext cx="1360800" cy="128000"/>
          </a:xfrm>
          <a:prstGeom prst="rect">
            <a:avLst/>
          </a:prstGeom>
          <a:noFill/>
          <a:ln>
            <a:noFill/>
          </a:ln>
        </p:spPr>
      </p:pic>
      <p:sp>
        <p:nvSpPr>
          <p:cNvPr id="166" name="Google Shape;166;p17"/>
          <p:cNvSpPr txBox="1"/>
          <p:nvPr/>
        </p:nvSpPr>
        <p:spPr>
          <a:xfrm>
            <a:off x="323850" y="3781525"/>
            <a:ext cx="46233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RHE (PSHE)</a:t>
            </a:r>
            <a:endParaRPr b="1" sz="1700">
              <a:latin typeface="Lexend"/>
              <a:ea typeface="Lexend"/>
              <a:cs typeface="Lexend"/>
              <a:sym typeface="Lexen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Relationships, sex and health education" showMasterSp="0">
  <p:cSld name="Title Slide 2_1_1_1_1_1_1_1_1_1_1_7_1">
    <p:bg>
      <p:bgPr>
        <a:solidFill>
          <a:srgbClr val="BEF2BD"/>
        </a:solidFill>
      </p:bgPr>
    </p:bg>
    <p:spTree>
      <p:nvGrpSpPr>
        <p:cNvPr id="167" name="Shape 167"/>
        <p:cNvGrpSpPr/>
        <p:nvPr/>
      </p:nvGrpSpPr>
      <p:grpSpPr>
        <a:xfrm>
          <a:off x="0" y="0"/>
          <a:ext cx="0" cy="0"/>
          <a:chOff x="0" y="0"/>
          <a:chExt cx="0" cy="0"/>
        </a:xfrm>
      </p:grpSpPr>
      <p:sp>
        <p:nvSpPr>
          <p:cNvPr id="168" name="Google Shape;168;p18"/>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169" name="Google Shape;169;p18"/>
          <p:cNvPicPr preferRelativeResize="0"/>
          <p:nvPr/>
        </p:nvPicPr>
        <p:blipFill rotWithShape="1">
          <a:blip r:embed="rId2">
            <a:alphaModFix/>
          </a:blip>
          <a:srcRect b="0" l="0" r="0" t="0"/>
          <a:stretch/>
        </p:blipFill>
        <p:spPr>
          <a:xfrm>
            <a:off x="7690424" y="4098434"/>
            <a:ext cx="1052750" cy="482825"/>
          </a:xfrm>
          <a:prstGeom prst="rect">
            <a:avLst/>
          </a:prstGeom>
          <a:noFill/>
          <a:ln>
            <a:noFill/>
          </a:ln>
        </p:spPr>
      </p:pic>
      <p:grpSp>
        <p:nvGrpSpPr>
          <p:cNvPr id="170" name="Google Shape;170;p18"/>
          <p:cNvGrpSpPr/>
          <p:nvPr/>
        </p:nvGrpSpPr>
        <p:grpSpPr>
          <a:xfrm>
            <a:off x="6156975" y="0"/>
            <a:ext cx="2987025" cy="3854074"/>
            <a:chOff x="6156975" y="0"/>
            <a:chExt cx="2987025" cy="3854074"/>
          </a:xfrm>
        </p:grpSpPr>
        <p:pic>
          <p:nvPicPr>
            <p:cNvPr id="171" name="Google Shape;171;p18"/>
            <p:cNvPicPr preferRelativeResize="0"/>
            <p:nvPr/>
          </p:nvPicPr>
          <p:blipFill rotWithShape="1">
            <a:blip r:embed="rId3">
              <a:alphaModFix/>
            </a:blip>
            <a:srcRect b="0" l="0" r="0" t="0"/>
            <a:stretch/>
          </p:blipFill>
          <p:spPr>
            <a:xfrm>
              <a:off x="6156975" y="0"/>
              <a:ext cx="2987025" cy="3854074"/>
            </a:xfrm>
            <a:prstGeom prst="rect">
              <a:avLst/>
            </a:prstGeom>
            <a:noFill/>
            <a:ln>
              <a:noFill/>
            </a:ln>
          </p:spPr>
        </p:pic>
        <p:sp>
          <p:nvSpPr>
            <p:cNvPr id="172" name="Google Shape;172;p18"/>
            <p:cNvSpPr/>
            <p:nvPr/>
          </p:nvSpPr>
          <p:spPr>
            <a:xfrm>
              <a:off x="6858000" y="868200"/>
              <a:ext cx="2210100" cy="21969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pSp>
      <p:pic>
        <p:nvPicPr>
          <p:cNvPr id="173" name="Google Shape;173;p18"/>
          <p:cNvPicPr preferRelativeResize="0"/>
          <p:nvPr/>
        </p:nvPicPr>
        <p:blipFill>
          <a:blip r:embed="rId4">
            <a:alphaModFix/>
          </a:blip>
          <a:stretch>
            <a:fillRect/>
          </a:stretch>
        </p:blipFill>
        <p:spPr>
          <a:xfrm rot="-360033">
            <a:off x="6814806" y="1250542"/>
            <a:ext cx="1965462" cy="1393693"/>
          </a:xfrm>
          <a:prstGeom prst="rect">
            <a:avLst/>
          </a:prstGeom>
          <a:noFill/>
          <a:ln>
            <a:noFill/>
          </a:ln>
        </p:spPr>
      </p:pic>
      <p:sp>
        <p:nvSpPr>
          <p:cNvPr id="174" name="Google Shape;174;p18"/>
          <p:cNvSpPr txBox="1"/>
          <p:nvPr/>
        </p:nvSpPr>
        <p:spPr>
          <a:xfrm>
            <a:off x="323850" y="4327975"/>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GB" sz="1800">
                <a:latin typeface="Lexend"/>
                <a:ea typeface="Lexend"/>
                <a:cs typeface="Lexend"/>
                <a:sym typeface="Lexend"/>
              </a:rPr>
              <a:t>Unit</a:t>
            </a:r>
            <a:endParaRPr b="1" sz="1800">
              <a:latin typeface="Lexend"/>
              <a:ea typeface="Lexend"/>
              <a:cs typeface="Lexend"/>
              <a:sym typeface="Lexend"/>
            </a:endParaRPr>
          </a:p>
        </p:txBody>
      </p:sp>
      <p:sp>
        <p:nvSpPr>
          <p:cNvPr id="175" name="Google Shape;175;p18"/>
          <p:cNvSpPr txBox="1"/>
          <p:nvPr>
            <p:ph idx="1" type="subTitle"/>
          </p:nvPr>
        </p:nvSpPr>
        <p:spPr>
          <a:xfrm>
            <a:off x="966425" y="4327975"/>
            <a:ext cx="59424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pic>
        <p:nvPicPr>
          <p:cNvPr id="176" name="Google Shape;176;p18"/>
          <p:cNvPicPr preferRelativeResize="0"/>
          <p:nvPr/>
        </p:nvPicPr>
        <p:blipFill rotWithShape="1">
          <a:blip r:embed="rId5">
            <a:alphaModFix/>
          </a:blip>
          <a:srcRect b="0" l="6209" r="6209" t="0"/>
          <a:stretch/>
        </p:blipFill>
        <p:spPr>
          <a:xfrm>
            <a:off x="324000" y="4008600"/>
            <a:ext cx="1511900" cy="128000"/>
          </a:xfrm>
          <a:prstGeom prst="rect">
            <a:avLst/>
          </a:prstGeom>
          <a:noFill/>
          <a:ln>
            <a:noFill/>
          </a:ln>
        </p:spPr>
      </p:pic>
      <p:sp>
        <p:nvSpPr>
          <p:cNvPr id="177" name="Google Shape;177;p18"/>
          <p:cNvSpPr txBox="1"/>
          <p:nvPr/>
        </p:nvSpPr>
        <p:spPr>
          <a:xfrm>
            <a:off x="323850" y="3781525"/>
            <a:ext cx="50871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RSHE (PSHE)</a:t>
            </a:r>
            <a:endParaRPr b="1" sz="1700">
              <a:latin typeface="Lexend"/>
              <a:ea typeface="Lexend"/>
              <a:cs typeface="Lexend"/>
              <a:sym typeface="Lexen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Religious education" showMasterSp="0">
  <p:cSld name="Title Slide 2_1_1_1_1_1_1_1_1_1_1_1_1_1">
    <p:bg>
      <p:bgPr>
        <a:solidFill>
          <a:srgbClr val="BEF2BD"/>
        </a:solidFill>
      </p:bgPr>
    </p:bg>
    <p:spTree>
      <p:nvGrpSpPr>
        <p:cNvPr id="178" name="Shape 178"/>
        <p:cNvGrpSpPr/>
        <p:nvPr/>
      </p:nvGrpSpPr>
      <p:grpSpPr>
        <a:xfrm>
          <a:off x="0" y="0"/>
          <a:ext cx="0" cy="0"/>
          <a:chOff x="0" y="0"/>
          <a:chExt cx="0" cy="0"/>
        </a:xfrm>
      </p:grpSpPr>
      <p:pic>
        <p:nvPicPr>
          <p:cNvPr id="179" name="Google Shape;179;p19"/>
          <p:cNvPicPr preferRelativeResize="0"/>
          <p:nvPr/>
        </p:nvPicPr>
        <p:blipFill rotWithShape="1">
          <a:blip r:embed="rId2">
            <a:alphaModFix/>
          </a:blip>
          <a:srcRect b="0" l="6209" r="6209" t="0"/>
          <a:stretch/>
        </p:blipFill>
        <p:spPr>
          <a:xfrm>
            <a:off x="324000" y="4008600"/>
            <a:ext cx="2271875" cy="128000"/>
          </a:xfrm>
          <a:prstGeom prst="rect">
            <a:avLst/>
          </a:prstGeom>
          <a:noFill/>
          <a:ln>
            <a:noFill/>
          </a:ln>
        </p:spPr>
      </p:pic>
      <p:sp>
        <p:nvSpPr>
          <p:cNvPr id="180" name="Google Shape;180;p19"/>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81" name="Google Shape;181;p19"/>
          <p:cNvSpPr txBox="1"/>
          <p:nvPr/>
        </p:nvSpPr>
        <p:spPr>
          <a:xfrm>
            <a:off x="323850" y="3781525"/>
            <a:ext cx="27981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Religious education</a:t>
            </a:r>
            <a:endParaRPr b="1" sz="1700">
              <a:latin typeface="Lexend"/>
              <a:ea typeface="Lexend"/>
              <a:cs typeface="Lexend"/>
              <a:sym typeface="Lexend"/>
            </a:endParaRPr>
          </a:p>
        </p:txBody>
      </p:sp>
      <p:pic>
        <p:nvPicPr>
          <p:cNvPr id="182" name="Google Shape;182;p19"/>
          <p:cNvPicPr preferRelativeResize="0"/>
          <p:nvPr/>
        </p:nvPicPr>
        <p:blipFill rotWithShape="1">
          <a:blip r:embed="rId3">
            <a:alphaModFix/>
          </a:blip>
          <a:srcRect b="0" l="0" r="0" t="0"/>
          <a:stretch/>
        </p:blipFill>
        <p:spPr>
          <a:xfrm>
            <a:off x="7690424" y="4098434"/>
            <a:ext cx="1052750" cy="482825"/>
          </a:xfrm>
          <a:prstGeom prst="rect">
            <a:avLst/>
          </a:prstGeom>
          <a:noFill/>
          <a:ln>
            <a:noFill/>
          </a:ln>
        </p:spPr>
      </p:pic>
      <p:grpSp>
        <p:nvGrpSpPr>
          <p:cNvPr id="183" name="Google Shape;183;p19"/>
          <p:cNvGrpSpPr/>
          <p:nvPr/>
        </p:nvGrpSpPr>
        <p:grpSpPr>
          <a:xfrm>
            <a:off x="6156975" y="0"/>
            <a:ext cx="2987025" cy="3854074"/>
            <a:chOff x="6156975" y="0"/>
            <a:chExt cx="2987025" cy="3854074"/>
          </a:xfrm>
        </p:grpSpPr>
        <p:pic>
          <p:nvPicPr>
            <p:cNvPr id="184" name="Google Shape;184;p19"/>
            <p:cNvPicPr preferRelativeResize="0"/>
            <p:nvPr/>
          </p:nvPicPr>
          <p:blipFill rotWithShape="1">
            <a:blip r:embed="rId4">
              <a:alphaModFix/>
            </a:blip>
            <a:srcRect b="0" l="0" r="0" t="0"/>
            <a:stretch/>
          </p:blipFill>
          <p:spPr>
            <a:xfrm>
              <a:off x="6156975" y="0"/>
              <a:ext cx="2987025" cy="3854074"/>
            </a:xfrm>
            <a:prstGeom prst="rect">
              <a:avLst/>
            </a:prstGeom>
            <a:noFill/>
            <a:ln>
              <a:noFill/>
            </a:ln>
          </p:spPr>
        </p:pic>
        <p:sp>
          <p:nvSpPr>
            <p:cNvPr id="185" name="Google Shape;185;p19"/>
            <p:cNvSpPr/>
            <p:nvPr/>
          </p:nvSpPr>
          <p:spPr>
            <a:xfrm>
              <a:off x="6858000" y="868200"/>
              <a:ext cx="2210100" cy="21969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pSp>
      <p:pic>
        <p:nvPicPr>
          <p:cNvPr id="186" name="Google Shape;186;p19"/>
          <p:cNvPicPr preferRelativeResize="0"/>
          <p:nvPr/>
        </p:nvPicPr>
        <p:blipFill>
          <a:blip r:embed="rId5">
            <a:alphaModFix/>
          </a:blip>
          <a:stretch>
            <a:fillRect/>
          </a:stretch>
        </p:blipFill>
        <p:spPr>
          <a:xfrm rot="-360003">
            <a:off x="6754136" y="1062731"/>
            <a:ext cx="2012844" cy="1854018"/>
          </a:xfrm>
          <a:prstGeom prst="rect">
            <a:avLst/>
          </a:prstGeom>
          <a:noFill/>
          <a:ln>
            <a:noFill/>
          </a:ln>
        </p:spPr>
      </p:pic>
      <p:sp>
        <p:nvSpPr>
          <p:cNvPr id="187" name="Google Shape;187;p19"/>
          <p:cNvSpPr txBox="1"/>
          <p:nvPr/>
        </p:nvSpPr>
        <p:spPr>
          <a:xfrm>
            <a:off x="323850" y="4327975"/>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GB" sz="1800">
                <a:latin typeface="Lexend"/>
                <a:ea typeface="Lexend"/>
                <a:cs typeface="Lexend"/>
                <a:sym typeface="Lexend"/>
              </a:rPr>
              <a:t>Unit</a:t>
            </a:r>
            <a:endParaRPr b="1" sz="1800">
              <a:latin typeface="Lexend"/>
              <a:ea typeface="Lexend"/>
              <a:cs typeface="Lexend"/>
              <a:sym typeface="Lexend"/>
            </a:endParaRPr>
          </a:p>
        </p:txBody>
      </p:sp>
      <p:sp>
        <p:nvSpPr>
          <p:cNvPr id="188" name="Google Shape;188;p19"/>
          <p:cNvSpPr txBox="1"/>
          <p:nvPr>
            <p:ph idx="1" type="subTitle"/>
          </p:nvPr>
        </p:nvSpPr>
        <p:spPr>
          <a:xfrm>
            <a:off x="966425" y="4327975"/>
            <a:ext cx="59424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Science" showMasterSp="0">
  <p:cSld name="Title Slide 2_1_1_1_1_1_1_2">
    <p:bg>
      <p:bgPr>
        <a:solidFill>
          <a:srgbClr val="BEF2BD"/>
        </a:solidFill>
      </p:bgPr>
    </p:bg>
    <p:spTree>
      <p:nvGrpSpPr>
        <p:cNvPr id="189" name="Shape 189"/>
        <p:cNvGrpSpPr/>
        <p:nvPr/>
      </p:nvGrpSpPr>
      <p:grpSpPr>
        <a:xfrm>
          <a:off x="0" y="0"/>
          <a:ext cx="0" cy="0"/>
          <a:chOff x="0" y="0"/>
          <a:chExt cx="0" cy="0"/>
        </a:xfrm>
      </p:grpSpPr>
      <p:sp>
        <p:nvSpPr>
          <p:cNvPr id="190" name="Google Shape;190;p20"/>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91" name="Google Shape;191;p20"/>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Science</a:t>
            </a:r>
            <a:endParaRPr b="1" sz="1700">
              <a:latin typeface="Lexend"/>
              <a:ea typeface="Lexend"/>
              <a:cs typeface="Lexend"/>
              <a:sym typeface="Lexend"/>
            </a:endParaRPr>
          </a:p>
        </p:txBody>
      </p:sp>
      <p:pic>
        <p:nvPicPr>
          <p:cNvPr id="192" name="Google Shape;192;p20"/>
          <p:cNvPicPr preferRelativeResize="0"/>
          <p:nvPr/>
        </p:nvPicPr>
        <p:blipFill rotWithShape="1">
          <a:blip r:embed="rId2">
            <a:alphaModFix/>
          </a:blip>
          <a:srcRect b="0" l="0" r="0" t="0"/>
          <a:stretch/>
        </p:blipFill>
        <p:spPr>
          <a:xfrm>
            <a:off x="7690424" y="4098434"/>
            <a:ext cx="1052750" cy="482825"/>
          </a:xfrm>
          <a:prstGeom prst="rect">
            <a:avLst/>
          </a:prstGeom>
          <a:noFill/>
          <a:ln>
            <a:noFill/>
          </a:ln>
        </p:spPr>
      </p:pic>
      <p:pic>
        <p:nvPicPr>
          <p:cNvPr id="193" name="Google Shape;193;p20"/>
          <p:cNvPicPr preferRelativeResize="0"/>
          <p:nvPr/>
        </p:nvPicPr>
        <p:blipFill rotWithShape="1">
          <a:blip r:embed="rId3">
            <a:alphaModFix/>
          </a:blip>
          <a:srcRect b="0" l="6209" r="6209" t="0"/>
          <a:stretch/>
        </p:blipFill>
        <p:spPr>
          <a:xfrm>
            <a:off x="324000" y="4008600"/>
            <a:ext cx="859400" cy="127996"/>
          </a:xfrm>
          <a:prstGeom prst="rect">
            <a:avLst/>
          </a:prstGeom>
          <a:noFill/>
          <a:ln>
            <a:noFill/>
          </a:ln>
        </p:spPr>
      </p:pic>
      <p:grpSp>
        <p:nvGrpSpPr>
          <p:cNvPr id="194" name="Google Shape;194;p20"/>
          <p:cNvGrpSpPr/>
          <p:nvPr/>
        </p:nvGrpSpPr>
        <p:grpSpPr>
          <a:xfrm>
            <a:off x="6156975" y="0"/>
            <a:ext cx="2987025" cy="3854074"/>
            <a:chOff x="6156975" y="0"/>
            <a:chExt cx="2987025" cy="3854074"/>
          </a:xfrm>
        </p:grpSpPr>
        <p:pic>
          <p:nvPicPr>
            <p:cNvPr id="195" name="Google Shape;195;p20"/>
            <p:cNvPicPr preferRelativeResize="0"/>
            <p:nvPr/>
          </p:nvPicPr>
          <p:blipFill rotWithShape="1">
            <a:blip r:embed="rId4">
              <a:alphaModFix/>
            </a:blip>
            <a:srcRect b="0" l="0" r="0" t="0"/>
            <a:stretch/>
          </p:blipFill>
          <p:spPr>
            <a:xfrm>
              <a:off x="6156975" y="0"/>
              <a:ext cx="2987025" cy="3854074"/>
            </a:xfrm>
            <a:prstGeom prst="rect">
              <a:avLst/>
            </a:prstGeom>
            <a:noFill/>
            <a:ln>
              <a:noFill/>
            </a:ln>
          </p:spPr>
        </p:pic>
        <p:sp>
          <p:nvSpPr>
            <p:cNvPr id="196" name="Google Shape;196;p20"/>
            <p:cNvSpPr/>
            <p:nvPr/>
          </p:nvSpPr>
          <p:spPr>
            <a:xfrm>
              <a:off x="6860400" y="869975"/>
              <a:ext cx="1959600" cy="2007000"/>
            </a:xfrm>
            <a:prstGeom prst="roundRect">
              <a:avLst>
                <a:gd fmla="val 16667" name="adj"/>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97" name="Google Shape;197;p20"/>
            <p:cNvPicPr preferRelativeResize="0"/>
            <p:nvPr/>
          </p:nvPicPr>
          <p:blipFill>
            <a:blip r:embed="rId5">
              <a:alphaModFix/>
            </a:blip>
            <a:stretch>
              <a:fillRect/>
            </a:stretch>
          </p:blipFill>
          <p:spPr>
            <a:xfrm rot="-311816">
              <a:off x="7083000" y="1110274"/>
              <a:ext cx="1514398" cy="1526398"/>
            </a:xfrm>
            <a:prstGeom prst="rect">
              <a:avLst/>
            </a:prstGeom>
            <a:noFill/>
            <a:ln>
              <a:noFill/>
            </a:ln>
          </p:spPr>
        </p:pic>
      </p:grpSp>
      <p:sp>
        <p:nvSpPr>
          <p:cNvPr id="198" name="Google Shape;198;p20"/>
          <p:cNvSpPr txBox="1"/>
          <p:nvPr/>
        </p:nvSpPr>
        <p:spPr>
          <a:xfrm>
            <a:off x="323850" y="4327975"/>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GB" sz="1800">
                <a:latin typeface="Lexend"/>
                <a:ea typeface="Lexend"/>
                <a:cs typeface="Lexend"/>
                <a:sym typeface="Lexend"/>
              </a:rPr>
              <a:t>Unit</a:t>
            </a:r>
            <a:endParaRPr b="1" sz="1800">
              <a:latin typeface="Lexend"/>
              <a:ea typeface="Lexend"/>
              <a:cs typeface="Lexend"/>
              <a:sym typeface="Lexend"/>
            </a:endParaRPr>
          </a:p>
        </p:txBody>
      </p:sp>
      <p:sp>
        <p:nvSpPr>
          <p:cNvPr id="199" name="Google Shape;199;p20"/>
          <p:cNvSpPr txBox="1"/>
          <p:nvPr>
            <p:ph idx="1" type="subTitle"/>
          </p:nvPr>
        </p:nvSpPr>
        <p:spPr>
          <a:xfrm>
            <a:off x="966425" y="4327975"/>
            <a:ext cx="59424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Spanish" showMasterSp="0">
  <p:cSld name="Title Slide 2_1_1_1_1_1_1_1_1_1_1_1_2_1">
    <p:bg>
      <p:bgPr>
        <a:solidFill>
          <a:srgbClr val="BEF2BD"/>
        </a:solidFill>
      </p:bgPr>
    </p:bg>
    <p:spTree>
      <p:nvGrpSpPr>
        <p:cNvPr id="200" name="Shape 200"/>
        <p:cNvGrpSpPr/>
        <p:nvPr/>
      </p:nvGrpSpPr>
      <p:grpSpPr>
        <a:xfrm>
          <a:off x="0" y="0"/>
          <a:ext cx="0" cy="0"/>
          <a:chOff x="0" y="0"/>
          <a:chExt cx="0" cy="0"/>
        </a:xfrm>
      </p:grpSpPr>
      <p:pic>
        <p:nvPicPr>
          <p:cNvPr id="201" name="Google Shape;201;p21"/>
          <p:cNvPicPr preferRelativeResize="0"/>
          <p:nvPr/>
        </p:nvPicPr>
        <p:blipFill rotWithShape="1">
          <a:blip r:embed="rId2">
            <a:alphaModFix/>
          </a:blip>
          <a:srcRect b="0" l="6209" r="6209" t="0"/>
          <a:stretch/>
        </p:blipFill>
        <p:spPr>
          <a:xfrm>
            <a:off x="324000" y="4008600"/>
            <a:ext cx="890625" cy="128000"/>
          </a:xfrm>
          <a:prstGeom prst="rect">
            <a:avLst/>
          </a:prstGeom>
          <a:noFill/>
          <a:ln>
            <a:noFill/>
          </a:ln>
        </p:spPr>
      </p:pic>
      <p:sp>
        <p:nvSpPr>
          <p:cNvPr id="202" name="Google Shape;202;p21"/>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203" name="Google Shape;203;p21"/>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Spanish</a:t>
            </a:r>
            <a:endParaRPr b="1" sz="1700">
              <a:latin typeface="Lexend"/>
              <a:ea typeface="Lexend"/>
              <a:cs typeface="Lexend"/>
              <a:sym typeface="Lexend"/>
            </a:endParaRPr>
          </a:p>
        </p:txBody>
      </p:sp>
      <p:pic>
        <p:nvPicPr>
          <p:cNvPr id="204" name="Google Shape;204;p21"/>
          <p:cNvPicPr preferRelativeResize="0"/>
          <p:nvPr/>
        </p:nvPicPr>
        <p:blipFill rotWithShape="1">
          <a:blip r:embed="rId3">
            <a:alphaModFix/>
          </a:blip>
          <a:srcRect b="0" l="0" r="0" t="0"/>
          <a:stretch/>
        </p:blipFill>
        <p:spPr>
          <a:xfrm>
            <a:off x="7690424" y="4098434"/>
            <a:ext cx="1052750" cy="482825"/>
          </a:xfrm>
          <a:prstGeom prst="rect">
            <a:avLst/>
          </a:prstGeom>
          <a:noFill/>
          <a:ln>
            <a:noFill/>
          </a:ln>
        </p:spPr>
      </p:pic>
      <p:grpSp>
        <p:nvGrpSpPr>
          <p:cNvPr id="205" name="Google Shape;205;p21"/>
          <p:cNvGrpSpPr/>
          <p:nvPr/>
        </p:nvGrpSpPr>
        <p:grpSpPr>
          <a:xfrm>
            <a:off x="6156975" y="0"/>
            <a:ext cx="2987025" cy="3854074"/>
            <a:chOff x="6156975" y="0"/>
            <a:chExt cx="2987025" cy="3854074"/>
          </a:xfrm>
        </p:grpSpPr>
        <p:pic>
          <p:nvPicPr>
            <p:cNvPr id="206" name="Google Shape;206;p21"/>
            <p:cNvPicPr preferRelativeResize="0"/>
            <p:nvPr/>
          </p:nvPicPr>
          <p:blipFill rotWithShape="1">
            <a:blip r:embed="rId4">
              <a:alphaModFix/>
            </a:blip>
            <a:srcRect b="0" l="0" r="0" t="0"/>
            <a:stretch/>
          </p:blipFill>
          <p:spPr>
            <a:xfrm>
              <a:off x="6156975" y="0"/>
              <a:ext cx="2987025" cy="3854074"/>
            </a:xfrm>
            <a:prstGeom prst="rect">
              <a:avLst/>
            </a:prstGeom>
            <a:noFill/>
            <a:ln>
              <a:noFill/>
            </a:ln>
          </p:spPr>
        </p:pic>
        <p:sp>
          <p:nvSpPr>
            <p:cNvPr id="207" name="Google Shape;207;p21"/>
            <p:cNvSpPr/>
            <p:nvPr/>
          </p:nvSpPr>
          <p:spPr>
            <a:xfrm>
              <a:off x="6858000" y="868200"/>
              <a:ext cx="2210100" cy="21969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pSp>
      <p:pic>
        <p:nvPicPr>
          <p:cNvPr id="208" name="Google Shape;208;p21"/>
          <p:cNvPicPr preferRelativeResize="0"/>
          <p:nvPr/>
        </p:nvPicPr>
        <p:blipFill>
          <a:blip r:embed="rId5">
            <a:alphaModFix/>
          </a:blip>
          <a:stretch>
            <a:fillRect/>
          </a:stretch>
        </p:blipFill>
        <p:spPr>
          <a:xfrm rot="-360339">
            <a:off x="6714634" y="840073"/>
            <a:ext cx="2165107" cy="2173929"/>
          </a:xfrm>
          <a:prstGeom prst="rect">
            <a:avLst/>
          </a:prstGeom>
          <a:noFill/>
          <a:ln>
            <a:noFill/>
          </a:ln>
        </p:spPr>
      </p:pic>
      <p:sp>
        <p:nvSpPr>
          <p:cNvPr id="209" name="Google Shape;209;p21"/>
          <p:cNvSpPr txBox="1"/>
          <p:nvPr/>
        </p:nvSpPr>
        <p:spPr>
          <a:xfrm>
            <a:off x="323850" y="4327975"/>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GB" sz="1800">
                <a:latin typeface="Lexend"/>
                <a:ea typeface="Lexend"/>
                <a:cs typeface="Lexend"/>
                <a:sym typeface="Lexend"/>
              </a:rPr>
              <a:t>Unit</a:t>
            </a:r>
            <a:endParaRPr b="1" sz="1800">
              <a:latin typeface="Lexend"/>
              <a:ea typeface="Lexend"/>
              <a:cs typeface="Lexend"/>
              <a:sym typeface="Lexend"/>
            </a:endParaRPr>
          </a:p>
        </p:txBody>
      </p:sp>
      <p:sp>
        <p:nvSpPr>
          <p:cNvPr id="210" name="Google Shape;210;p21"/>
          <p:cNvSpPr txBox="1"/>
          <p:nvPr>
            <p:ph idx="1" type="subTitle"/>
          </p:nvPr>
        </p:nvSpPr>
        <p:spPr>
          <a:xfrm>
            <a:off x="966425" y="4327975"/>
            <a:ext cx="59424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1 Outcome">
  <p:cSld name="CUSTOM_5">
    <p:bg>
      <p:bgPr>
        <a:solidFill>
          <a:srgbClr val="BEF2BD"/>
        </a:solidFill>
      </p:bgPr>
    </p:bg>
    <p:spTree>
      <p:nvGrpSpPr>
        <p:cNvPr id="211" name="Shape 211"/>
        <p:cNvGrpSpPr/>
        <p:nvPr/>
      </p:nvGrpSpPr>
      <p:grpSpPr>
        <a:xfrm>
          <a:off x="0" y="0"/>
          <a:ext cx="0" cy="0"/>
          <a:chOff x="0" y="0"/>
          <a:chExt cx="0" cy="0"/>
        </a:xfrm>
      </p:grpSpPr>
      <p:pic>
        <p:nvPicPr>
          <p:cNvPr id="212" name="Google Shape;212;p22"/>
          <p:cNvPicPr preferRelativeResize="0"/>
          <p:nvPr/>
        </p:nvPicPr>
        <p:blipFill>
          <a:blip r:embed="rId2">
            <a:alphaModFix/>
          </a:blip>
          <a:stretch>
            <a:fillRect/>
          </a:stretch>
        </p:blipFill>
        <p:spPr>
          <a:xfrm>
            <a:off x="343225" y="1388370"/>
            <a:ext cx="7945600" cy="2919776"/>
          </a:xfrm>
          <a:prstGeom prst="rect">
            <a:avLst/>
          </a:prstGeom>
          <a:noFill/>
          <a:ln>
            <a:noFill/>
          </a:ln>
        </p:spPr>
      </p:pic>
      <p:sp>
        <p:nvSpPr>
          <p:cNvPr id="213" name="Google Shape;213;p22"/>
          <p:cNvSpPr txBox="1"/>
          <p:nvPr/>
        </p:nvSpPr>
        <p:spPr>
          <a:xfrm>
            <a:off x="325207" y="454765"/>
            <a:ext cx="4575600" cy="4311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800">
                <a:latin typeface="Lexend"/>
                <a:ea typeface="Lexend"/>
                <a:cs typeface="Lexend"/>
                <a:sym typeface="Lexend"/>
              </a:rPr>
              <a:t>Outcome</a:t>
            </a:r>
            <a:endParaRPr b="1" sz="2800">
              <a:latin typeface="Lexend"/>
              <a:ea typeface="Lexend"/>
              <a:cs typeface="Lexend"/>
              <a:sym typeface="Lexend"/>
            </a:endParaRPr>
          </a:p>
        </p:txBody>
      </p:sp>
      <p:sp>
        <p:nvSpPr>
          <p:cNvPr id="214" name="Google Shape;214;p22"/>
          <p:cNvSpPr txBox="1"/>
          <p:nvPr>
            <p:ph idx="1" type="subTitle"/>
          </p:nvPr>
        </p:nvSpPr>
        <p:spPr>
          <a:xfrm>
            <a:off x="585575" y="1463950"/>
            <a:ext cx="7351200" cy="2762700"/>
          </a:xfrm>
          <a:prstGeom prst="rect">
            <a:avLst/>
          </a:prstGeom>
        </p:spPr>
        <p:txBody>
          <a:bodyPr anchorCtr="0" anchor="ctr" bIns="0" lIns="0" spcFirstLastPara="1" rIns="0" wrap="square" tIns="0">
            <a:noAutofit/>
          </a:bodyPr>
          <a:lstStyle>
            <a:lvl1pPr lvl="0">
              <a:lnSpc>
                <a:spcPct val="115000"/>
              </a:lnSpc>
              <a:spcBef>
                <a:spcPts val="0"/>
              </a:spcBef>
              <a:spcAft>
                <a:spcPts val="0"/>
              </a:spcAft>
              <a:buSzPts val="2000"/>
              <a:buNone/>
              <a:defRPr sz="2000"/>
            </a:lvl1pPr>
            <a:lvl2pPr lvl="1">
              <a:spcBef>
                <a:spcPts val="1000"/>
              </a:spcBef>
              <a:spcAft>
                <a:spcPts val="0"/>
              </a:spcAft>
              <a:buSzPts val="2100"/>
              <a:buNone/>
              <a:defRPr/>
            </a:lvl2pPr>
            <a:lvl3pPr lvl="2">
              <a:spcBef>
                <a:spcPts val="1000"/>
              </a:spcBef>
              <a:spcAft>
                <a:spcPts val="0"/>
              </a:spcAft>
              <a:buSzPts val="2000"/>
              <a:buNone/>
              <a:defRPr/>
            </a:lvl3pPr>
            <a:lvl4pPr lvl="3">
              <a:spcBef>
                <a:spcPts val="800"/>
              </a:spcBef>
              <a:spcAft>
                <a:spcPts val="0"/>
              </a:spcAft>
              <a:buSzPts val="1900"/>
              <a:buNone/>
              <a:defRPr/>
            </a:lvl4pPr>
            <a:lvl5pPr lvl="4">
              <a:spcBef>
                <a:spcPts val="800"/>
              </a:spcBef>
              <a:spcAft>
                <a:spcPts val="0"/>
              </a:spcAft>
              <a:buSzPts val="1800"/>
              <a:buNone/>
              <a:defRPr/>
            </a:lvl5pPr>
            <a:lvl6pPr lvl="5">
              <a:spcBef>
                <a:spcPts val="600"/>
              </a:spcBef>
              <a:spcAft>
                <a:spcPts val="0"/>
              </a:spcAft>
              <a:buSzPts val="1800"/>
              <a:buNone/>
              <a:defRPr/>
            </a:lvl6pPr>
            <a:lvl7pPr lvl="6">
              <a:spcBef>
                <a:spcPts val="600"/>
              </a:spcBef>
              <a:spcAft>
                <a:spcPts val="0"/>
              </a:spcAft>
              <a:buSzPts val="1800"/>
              <a:buNone/>
              <a:defRPr/>
            </a:lvl7pPr>
            <a:lvl8pPr lvl="7">
              <a:spcBef>
                <a:spcPts val="400"/>
              </a:spcBef>
              <a:spcAft>
                <a:spcPts val="0"/>
              </a:spcAft>
              <a:buSzPts val="1800"/>
              <a:buNone/>
              <a:defRPr/>
            </a:lvl8pPr>
            <a:lvl9pPr lvl="8">
              <a:spcBef>
                <a:spcPts val="400"/>
              </a:spcBef>
              <a:spcAft>
                <a:spcPts val="200"/>
              </a:spcAft>
              <a:buSzPts val="1800"/>
              <a:buNone/>
              <a:defRPr/>
            </a:lvl9pPr>
          </a:lstStyle>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2 Hidden guidance slide">
  <p:cSld name="CUSTOM_1">
    <p:spTree>
      <p:nvGrpSpPr>
        <p:cNvPr id="215" name="Shape 215"/>
        <p:cNvGrpSpPr/>
        <p:nvPr/>
      </p:nvGrpSpPr>
      <p:grpSpPr>
        <a:xfrm>
          <a:off x="0" y="0"/>
          <a:ext cx="0" cy="0"/>
          <a:chOff x="0" y="0"/>
          <a:chExt cx="0" cy="0"/>
        </a:xfrm>
      </p:grpSpPr>
      <p:sp>
        <p:nvSpPr>
          <p:cNvPr id="216" name="Google Shape;216;p23"/>
          <p:cNvSpPr txBox="1"/>
          <p:nvPr/>
        </p:nvSpPr>
        <p:spPr>
          <a:xfrm>
            <a:off x="329775" y="953475"/>
            <a:ext cx="4241400" cy="6465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0"/>
              </a:spcBef>
              <a:spcAft>
                <a:spcPts val="1000"/>
              </a:spcAft>
              <a:buNone/>
            </a:pPr>
            <a:r>
              <a:rPr lang="en-GB" sz="1200">
                <a:latin typeface="Lexend"/>
                <a:ea typeface="Lexend"/>
                <a:cs typeface="Lexend"/>
                <a:sym typeface="Lexend"/>
              </a:rPr>
              <a:t>Oak’s lessons are structured around </a:t>
            </a:r>
            <a:r>
              <a:rPr b="1" lang="en-GB" sz="1200">
                <a:latin typeface="Lexend"/>
                <a:ea typeface="Lexend"/>
                <a:cs typeface="Lexend"/>
                <a:sym typeface="Lexend"/>
              </a:rPr>
              <a:t>learning cycles</a:t>
            </a:r>
            <a:r>
              <a:rPr i="1" lang="en-GB" sz="1200">
                <a:latin typeface="Lexend"/>
                <a:ea typeface="Lexend"/>
                <a:cs typeface="Lexend"/>
                <a:sym typeface="Lexend"/>
              </a:rPr>
              <a:t>.</a:t>
            </a:r>
            <a:r>
              <a:rPr lang="en-GB" sz="1200">
                <a:latin typeface="Lexend"/>
                <a:ea typeface="Lexend"/>
                <a:cs typeface="Lexend"/>
                <a:sym typeface="Lexend"/>
              </a:rPr>
              <a:t> These are indicated through colour in the slide deck:</a:t>
            </a:r>
            <a:endParaRPr sz="1200">
              <a:latin typeface="Lexend"/>
              <a:ea typeface="Lexend"/>
              <a:cs typeface="Lexend"/>
              <a:sym typeface="Lexend"/>
            </a:endParaRPr>
          </a:p>
        </p:txBody>
      </p:sp>
      <p:sp>
        <p:nvSpPr>
          <p:cNvPr id="217" name="Google Shape;217;p23"/>
          <p:cNvSpPr txBox="1"/>
          <p:nvPr/>
        </p:nvSpPr>
        <p:spPr>
          <a:xfrm>
            <a:off x="329775" y="629475"/>
            <a:ext cx="42414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1600">
                <a:latin typeface="Lexend"/>
                <a:ea typeface="Lexend"/>
                <a:cs typeface="Lexend"/>
                <a:sym typeface="Lexend"/>
              </a:rPr>
              <a:t>Oak’s lesson structure</a:t>
            </a:r>
            <a:endParaRPr b="1" sz="1600">
              <a:latin typeface="Lexend"/>
              <a:ea typeface="Lexend"/>
              <a:cs typeface="Lexend"/>
              <a:sym typeface="Lexend"/>
            </a:endParaRPr>
          </a:p>
        </p:txBody>
      </p:sp>
      <p:sp>
        <p:nvSpPr>
          <p:cNvPr id="218" name="Google Shape;218;p23"/>
          <p:cNvSpPr txBox="1"/>
          <p:nvPr/>
        </p:nvSpPr>
        <p:spPr>
          <a:xfrm>
            <a:off x="4901925" y="629475"/>
            <a:ext cx="40128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1600">
                <a:latin typeface="Lexend"/>
                <a:ea typeface="Lexend"/>
                <a:cs typeface="Lexend"/>
                <a:sym typeface="Lexend"/>
              </a:rPr>
              <a:t>Useful links</a:t>
            </a:r>
            <a:endParaRPr b="1" sz="1600">
              <a:latin typeface="Lexend"/>
              <a:ea typeface="Lexend"/>
              <a:cs typeface="Lexend"/>
              <a:sym typeface="Lexend"/>
            </a:endParaRPr>
          </a:p>
        </p:txBody>
      </p:sp>
      <p:sp>
        <p:nvSpPr>
          <p:cNvPr id="219" name="Google Shape;219;p23"/>
          <p:cNvSpPr txBox="1"/>
          <p:nvPr/>
        </p:nvSpPr>
        <p:spPr>
          <a:xfrm>
            <a:off x="329775" y="3205950"/>
            <a:ext cx="4207200" cy="3693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0"/>
              </a:spcBef>
              <a:spcAft>
                <a:spcPts val="1000"/>
              </a:spcAft>
              <a:buNone/>
            </a:pPr>
            <a:r>
              <a:rPr lang="en-GB" sz="1200">
                <a:latin typeface="Lexend"/>
                <a:ea typeface="Lexend"/>
                <a:cs typeface="Lexend"/>
                <a:sym typeface="Lexend"/>
              </a:rPr>
              <a:t>Each</a:t>
            </a:r>
            <a:r>
              <a:rPr b="1" lang="en-GB" sz="1200">
                <a:latin typeface="Lexend"/>
                <a:ea typeface="Lexend"/>
                <a:cs typeface="Lexend"/>
                <a:sym typeface="Lexend"/>
              </a:rPr>
              <a:t> learning cycle</a:t>
            </a:r>
            <a:r>
              <a:rPr lang="en-GB" sz="1200">
                <a:latin typeface="Lexend"/>
                <a:ea typeface="Lexend"/>
                <a:cs typeface="Lexend"/>
                <a:sym typeface="Lexend"/>
              </a:rPr>
              <a:t> covers several phases:</a:t>
            </a:r>
            <a:endParaRPr sz="1200">
              <a:latin typeface="Lexend"/>
              <a:ea typeface="Lexend"/>
              <a:cs typeface="Lexend"/>
              <a:sym typeface="Lexend"/>
            </a:endParaRPr>
          </a:p>
        </p:txBody>
      </p:sp>
      <p:grpSp>
        <p:nvGrpSpPr>
          <p:cNvPr id="220" name="Google Shape;220;p23"/>
          <p:cNvGrpSpPr/>
          <p:nvPr/>
        </p:nvGrpSpPr>
        <p:grpSpPr>
          <a:xfrm>
            <a:off x="2650916" y="1644417"/>
            <a:ext cx="1745270" cy="1430724"/>
            <a:chOff x="2642961" y="1644312"/>
            <a:chExt cx="1454634" cy="1195657"/>
          </a:xfrm>
        </p:grpSpPr>
        <p:pic>
          <p:nvPicPr>
            <p:cNvPr id="221" name="Google Shape;221;p23"/>
            <p:cNvPicPr preferRelativeResize="0"/>
            <p:nvPr/>
          </p:nvPicPr>
          <p:blipFill>
            <a:blip r:embed="rId2">
              <a:alphaModFix/>
            </a:blip>
            <a:stretch>
              <a:fillRect/>
            </a:stretch>
          </p:blipFill>
          <p:spPr>
            <a:xfrm>
              <a:off x="2642975" y="1644312"/>
              <a:ext cx="1454621" cy="287396"/>
            </a:xfrm>
            <a:prstGeom prst="rect">
              <a:avLst/>
            </a:prstGeom>
            <a:noFill/>
            <a:ln>
              <a:noFill/>
            </a:ln>
            <a:effectLst>
              <a:outerShdw blurRad="57150" rotWithShape="0" algn="bl" dir="5400000" dist="19050">
                <a:srgbClr val="000000">
                  <a:alpha val="50000"/>
                </a:srgbClr>
              </a:outerShdw>
            </a:effectLst>
          </p:spPr>
        </p:pic>
        <p:pic>
          <p:nvPicPr>
            <p:cNvPr id="222" name="Google Shape;222;p23"/>
            <p:cNvPicPr preferRelativeResize="0"/>
            <p:nvPr/>
          </p:nvPicPr>
          <p:blipFill>
            <a:blip r:embed="rId3">
              <a:alphaModFix/>
            </a:blip>
            <a:stretch>
              <a:fillRect/>
            </a:stretch>
          </p:blipFill>
          <p:spPr>
            <a:xfrm>
              <a:off x="2642975" y="1936215"/>
              <a:ext cx="1454618" cy="287940"/>
            </a:xfrm>
            <a:prstGeom prst="rect">
              <a:avLst/>
            </a:prstGeom>
            <a:noFill/>
            <a:ln>
              <a:noFill/>
            </a:ln>
            <a:effectLst>
              <a:outerShdw blurRad="57150" rotWithShape="0" algn="bl" dir="5400000" dist="19050">
                <a:srgbClr val="000000">
                  <a:alpha val="50000"/>
                </a:srgbClr>
              </a:outerShdw>
            </a:effectLst>
          </p:spPr>
        </p:pic>
        <p:pic>
          <p:nvPicPr>
            <p:cNvPr id="223" name="Google Shape;223;p23"/>
            <p:cNvPicPr preferRelativeResize="0"/>
            <p:nvPr/>
          </p:nvPicPr>
          <p:blipFill>
            <a:blip r:embed="rId4">
              <a:alphaModFix/>
            </a:blip>
            <a:stretch>
              <a:fillRect/>
            </a:stretch>
          </p:blipFill>
          <p:spPr>
            <a:xfrm>
              <a:off x="2642965" y="2251391"/>
              <a:ext cx="1454621" cy="284581"/>
            </a:xfrm>
            <a:prstGeom prst="rect">
              <a:avLst/>
            </a:prstGeom>
            <a:noFill/>
            <a:ln>
              <a:noFill/>
            </a:ln>
            <a:effectLst>
              <a:outerShdw blurRad="57150" rotWithShape="0" algn="bl" dir="5400000" dist="19050">
                <a:srgbClr val="000000">
                  <a:alpha val="50000"/>
                </a:srgbClr>
              </a:outerShdw>
            </a:effectLst>
          </p:spPr>
        </p:pic>
        <p:pic>
          <p:nvPicPr>
            <p:cNvPr id="224" name="Google Shape;224;p23"/>
            <p:cNvPicPr preferRelativeResize="0"/>
            <p:nvPr/>
          </p:nvPicPr>
          <p:blipFill>
            <a:blip r:embed="rId5">
              <a:alphaModFix/>
            </a:blip>
            <a:stretch>
              <a:fillRect/>
            </a:stretch>
          </p:blipFill>
          <p:spPr>
            <a:xfrm>
              <a:off x="2642961" y="2563206"/>
              <a:ext cx="1454620" cy="276764"/>
            </a:xfrm>
            <a:prstGeom prst="rect">
              <a:avLst/>
            </a:prstGeom>
            <a:noFill/>
            <a:ln>
              <a:noFill/>
            </a:ln>
            <a:effectLst>
              <a:outerShdw blurRad="57150" rotWithShape="0" algn="bl" dir="5400000" dist="19050">
                <a:srgbClr val="000000">
                  <a:alpha val="50000"/>
                </a:srgbClr>
              </a:outerShdw>
            </a:effectLst>
          </p:spPr>
        </p:pic>
      </p:grpSp>
      <p:pic>
        <p:nvPicPr>
          <p:cNvPr id="225" name="Google Shape;225;p23"/>
          <p:cNvPicPr preferRelativeResize="0"/>
          <p:nvPr/>
        </p:nvPicPr>
        <p:blipFill rotWithShape="1">
          <a:blip r:embed="rId6">
            <a:alphaModFix/>
          </a:blip>
          <a:srcRect b="5222" l="3910" r="0" t="0"/>
          <a:stretch/>
        </p:blipFill>
        <p:spPr>
          <a:xfrm>
            <a:off x="1328513" y="3569750"/>
            <a:ext cx="2057336" cy="1195675"/>
          </a:xfrm>
          <a:prstGeom prst="rect">
            <a:avLst/>
          </a:prstGeom>
          <a:noFill/>
          <a:ln>
            <a:noFill/>
          </a:ln>
        </p:spPr>
      </p:pic>
      <p:pic>
        <p:nvPicPr>
          <p:cNvPr id="226" name="Google Shape;226;p23"/>
          <p:cNvPicPr preferRelativeResize="0"/>
          <p:nvPr/>
        </p:nvPicPr>
        <p:blipFill>
          <a:blip r:embed="rId7">
            <a:alphaModFix/>
          </a:blip>
          <a:stretch>
            <a:fillRect/>
          </a:stretch>
        </p:blipFill>
        <p:spPr>
          <a:xfrm>
            <a:off x="398750" y="1778088"/>
            <a:ext cx="2057324" cy="1163398"/>
          </a:xfrm>
          <a:prstGeom prst="rect">
            <a:avLst/>
          </a:prstGeom>
          <a:noFill/>
          <a:ln>
            <a:noFill/>
          </a:ln>
          <a:effectLst>
            <a:outerShdw blurRad="57150" rotWithShape="0" algn="bl" dir="5400000" dist="19050">
              <a:srgbClr val="000000">
                <a:alpha val="50000"/>
              </a:srgbClr>
            </a:outerShdw>
          </a:effectLst>
        </p:spPr>
      </p:pic>
      <p:sp>
        <p:nvSpPr>
          <p:cNvPr id="227" name="Google Shape;227;p23"/>
          <p:cNvSpPr/>
          <p:nvPr/>
        </p:nvSpPr>
        <p:spPr>
          <a:xfrm>
            <a:off x="324000" y="114450"/>
            <a:ext cx="6671700" cy="3648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None/>
            </a:pPr>
            <a:r>
              <a:rPr b="1" lang="en-GB" sz="2000">
                <a:solidFill>
                  <a:srgbClr val="282828"/>
                </a:solidFill>
                <a:latin typeface="Lexend"/>
                <a:ea typeface="Lexend"/>
                <a:cs typeface="Lexend"/>
                <a:sym typeface="Lexend"/>
              </a:rPr>
              <a:t>Teacher Guidance</a:t>
            </a:r>
            <a:endParaRPr b="0" i="0" sz="2000" u="none" cap="none" strike="noStrike">
              <a:solidFill>
                <a:srgbClr val="282828"/>
              </a:solidFill>
              <a:latin typeface="Calibri"/>
              <a:ea typeface="Calibri"/>
              <a:cs typeface="Calibri"/>
              <a:sym typeface="Calibri"/>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0 Keywords (3)">
  <p:cSld name="CUSTOM_3_1">
    <p:spTree>
      <p:nvGrpSpPr>
        <p:cNvPr id="228" name="Shape 228"/>
        <p:cNvGrpSpPr/>
        <p:nvPr/>
      </p:nvGrpSpPr>
      <p:grpSpPr>
        <a:xfrm>
          <a:off x="0" y="0"/>
          <a:ext cx="0" cy="0"/>
          <a:chOff x="0" y="0"/>
          <a:chExt cx="0" cy="0"/>
        </a:xfrm>
      </p:grpSpPr>
      <p:sp>
        <p:nvSpPr>
          <p:cNvPr id="229" name="Google Shape;229;p24"/>
          <p:cNvSpPr/>
          <p:nvPr/>
        </p:nvSpPr>
        <p:spPr>
          <a:xfrm>
            <a:off x="0" y="1"/>
            <a:ext cx="9144300" cy="5403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30" name="Google Shape;230;p24"/>
          <p:cNvPicPr preferRelativeResize="0"/>
          <p:nvPr/>
        </p:nvPicPr>
        <p:blipFill rotWithShape="1">
          <a:blip r:embed="rId2">
            <a:alphaModFix/>
          </a:blip>
          <a:srcRect b="1709" l="0" r="0" t="1699"/>
          <a:stretch/>
        </p:blipFill>
        <p:spPr>
          <a:xfrm>
            <a:off x="0" y="532525"/>
            <a:ext cx="9151202" cy="116709"/>
          </a:xfrm>
          <a:prstGeom prst="rect">
            <a:avLst/>
          </a:prstGeom>
          <a:noFill/>
          <a:ln>
            <a:noFill/>
          </a:ln>
        </p:spPr>
      </p:pic>
      <p:sp>
        <p:nvSpPr>
          <p:cNvPr id="231" name="Google Shape;231;p24"/>
          <p:cNvSpPr/>
          <p:nvPr/>
        </p:nvSpPr>
        <p:spPr>
          <a:xfrm>
            <a:off x="324000" y="114450"/>
            <a:ext cx="6671700" cy="3648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None/>
            </a:pPr>
            <a:r>
              <a:rPr b="1" i="0" lang="en-GB" sz="2000" u="none" cap="none" strike="noStrike">
                <a:solidFill>
                  <a:srgbClr val="282828"/>
                </a:solidFill>
                <a:latin typeface="Lexend"/>
                <a:ea typeface="Lexend"/>
                <a:cs typeface="Lexend"/>
                <a:sym typeface="Lexend"/>
              </a:rPr>
              <a:t>Keywords</a:t>
            </a:r>
            <a:endParaRPr b="0" i="0" sz="2000" u="none" cap="none" strike="noStrike">
              <a:solidFill>
                <a:srgbClr val="282828"/>
              </a:solidFill>
              <a:latin typeface="Calibri"/>
              <a:ea typeface="Calibri"/>
              <a:cs typeface="Calibri"/>
              <a:sym typeface="Calibri"/>
            </a:endParaRPr>
          </a:p>
        </p:txBody>
      </p:sp>
      <p:sp>
        <p:nvSpPr>
          <p:cNvPr id="232" name="Google Shape;232;p24"/>
          <p:cNvSpPr txBox="1"/>
          <p:nvPr>
            <p:ph idx="1" type="subTitle"/>
          </p:nvPr>
        </p:nvSpPr>
        <p:spPr>
          <a:xfrm>
            <a:off x="324000" y="810000"/>
            <a:ext cx="22035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233" name="Google Shape;233;p24"/>
          <p:cNvSpPr txBox="1"/>
          <p:nvPr>
            <p:ph idx="2" type="subTitle"/>
          </p:nvPr>
        </p:nvSpPr>
        <p:spPr>
          <a:xfrm>
            <a:off x="2699325" y="810000"/>
            <a:ext cx="4047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1800"/>
              <a:buNone/>
              <a:defRPr sz="1800">
                <a:solidFill>
                  <a:srgbClr val="282828"/>
                </a:solidFill>
              </a:defRPr>
            </a:lvl1pPr>
            <a:lvl2pPr lvl="1" rtl="0">
              <a:spcBef>
                <a:spcPts val="1000"/>
              </a:spcBef>
              <a:spcAft>
                <a:spcPts val="0"/>
              </a:spcAft>
              <a:buClr>
                <a:srgbClr val="282828"/>
              </a:buClr>
              <a:buSzPts val="1800"/>
              <a:buNone/>
              <a:defRPr sz="1800">
                <a:solidFill>
                  <a:srgbClr val="282828"/>
                </a:solidFill>
              </a:defRPr>
            </a:lvl2pPr>
            <a:lvl3pPr lvl="2" rtl="0">
              <a:spcBef>
                <a:spcPts val="1000"/>
              </a:spcBef>
              <a:spcAft>
                <a:spcPts val="0"/>
              </a:spcAft>
              <a:buClr>
                <a:srgbClr val="282828"/>
              </a:buClr>
              <a:buSzPts val="1800"/>
              <a:buNone/>
              <a:defRPr sz="1800">
                <a:solidFill>
                  <a:srgbClr val="282828"/>
                </a:solidFill>
              </a:defRPr>
            </a:lvl3pPr>
            <a:lvl4pPr lvl="3" rtl="0">
              <a:spcBef>
                <a:spcPts val="800"/>
              </a:spcBef>
              <a:spcAft>
                <a:spcPts val="0"/>
              </a:spcAft>
              <a:buClr>
                <a:srgbClr val="282828"/>
              </a:buClr>
              <a:buSzPts val="1800"/>
              <a:buNone/>
              <a:defRPr sz="1800">
                <a:solidFill>
                  <a:srgbClr val="282828"/>
                </a:solidFill>
              </a:defRPr>
            </a:lvl4pPr>
            <a:lvl5pPr lvl="4" rtl="0">
              <a:spcBef>
                <a:spcPts val="800"/>
              </a:spcBef>
              <a:spcAft>
                <a:spcPts val="0"/>
              </a:spcAft>
              <a:buClr>
                <a:srgbClr val="282828"/>
              </a:buClr>
              <a:buSzPts val="1800"/>
              <a:buNone/>
              <a:defRPr>
                <a:solidFill>
                  <a:srgbClr val="282828"/>
                </a:solidFill>
              </a:defRPr>
            </a:lvl5pPr>
            <a:lvl6pPr lvl="5" rtl="0">
              <a:spcBef>
                <a:spcPts val="600"/>
              </a:spcBef>
              <a:spcAft>
                <a:spcPts val="0"/>
              </a:spcAft>
              <a:buClr>
                <a:srgbClr val="282828"/>
              </a:buClr>
              <a:buSzPts val="1800"/>
              <a:buNone/>
              <a:defRPr>
                <a:solidFill>
                  <a:srgbClr val="282828"/>
                </a:solidFill>
              </a:defRPr>
            </a:lvl6pPr>
            <a:lvl7pPr lvl="6" rtl="0">
              <a:spcBef>
                <a:spcPts val="600"/>
              </a:spcBef>
              <a:spcAft>
                <a:spcPts val="0"/>
              </a:spcAft>
              <a:buClr>
                <a:srgbClr val="282828"/>
              </a:buClr>
              <a:buSzPts val="1800"/>
              <a:buNone/>
              <a:defRPr>
                <a:solidFill>
                  <a:srgbClr val="282828"/>
                </a:solidFill>
              </a:defRPr>
            </a:lvl7pPr>
            <a:lvl8pPr lvl="7" rtl="0">
              <a:spcBef>
                <a:spcPts val="400"/>
              </a:spcBef>
              <a:spcAft>
                <a:spcPts val="0"/>
              </a:spcAft>
              <a:buClr>
                <a:srgbClr val="282828"/>
              </a:buClr>
              <a:buSzPts val="1800"/>
              <a:buNone/>
              <a:defRPr>
                <a:solidFill>
                  <a:srgbClr val="282828"/>
                </a:solidFill>
              </a:defRPr>
            </a:lvl8pPr>
            <a:lvl9pPr lvl="8" rtl="0">
              <a:spcBef>
                <a:spcPts val="400"/>
              </a:spcBef>
              <a:spcAft>
                <a:spcPts val="200"/>
              </a:spcAft>
              <a:buClr>
                <a:srgbClr val="282828"/>
              </a:buClr>
              <a:buSzPts val="1800"/>
              <a:buFont typeface="Lexend"/>
              <a:buNone/>
              <a:defRPr>
                <a:solidFill>
                  <a:srgbClr val="282828"/>
                </a:solidFill>
                <a:latin typeface="Lexend"/>
                <a:ea typeface="Lexend"/>
                <a:cs typeface="Lexend"/>
                <a:sym typeface="Lexend"/>
              </a:defRPr>
            </a:lvl9pPr>
          </a:lstStyle>
          <a:p/>
        </p:txBody>
      </p:sp>
      <p:sp>
        <p:nvSpPr>
          <p:cNvPr id="234" name="Google Shape;234;p24"/>
          <p:cNvSpPr txBox="1"/>
          <p:nvPr>
            <p:ph idx="3" type="subTitle"/>
          </p:nvPr>
        </p:nvSpPr>
        <p:spPr>
          <a:xfrm>
            <a:off x="324000" y="2105400"/>
            <a:ext cx="22035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235" name="Google Shape;235;p24"/>
          <p:cNvSpPr txBox="1"/>
          <p:nvPr>
            <p:ph idx="4" type="subTitle"/>
          </p:nvPr>
        </p:nvSpPr>
        <p:spPr>
          <a:xfrm>
            <a:off x="2699325" y="2105400"/>
            <a:ext cx="4047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1800"/>
              <a:buNone/>
              <a:defRPr sz="1800">
                <a:solidFill>
                  <a:srgbClr val="282828"/>
                </a:solidFill>
              </a:defRPr>
            </a:lvl1pPr>
            <a:lvl2pPr lvl="1" rtl="0">
              <a:spcBef>
                <a:spcPts val="1000"/>
              </a:spcBef>
              <a:spcAft>
                <a:spcPts val="0"/>
              </a:spcAft>
              <a:buClr>
                <a:srgbClr val="282828"/>
              </a:buClr>
              <a:buSzPts val="1800"/>
              <a:buNone/>
              <a:defRPr sz="1800">
                <a:solidFill>
                  <a:srgbClr val="282828"/>
                </a:solidFill>
              </a:defRPr>
            </a:lvl2pPr>
            <a:lvl3pPr lvl="2" rtl="0">
              <a:spcBef>
                <a:spcPts val="1000"/>
              </a:spcBef>
              <a:spcAft>
                <a:spcPts val="0"/>
              </a:spcAft>
              <a:buClr>
                <a:srgbClr val="282828"/>
              </a:buClr>
              <a:buSzPts val="1800"/>
              <a:buNone/>
              <a:defRPr sz="1800">
                <a:solidFill>
                  <a:srgbClr val="282828"/>
                </a:solidFill>
              </a:defRPr>
            </a:lvl3pPr>
            <a:lvl4pPr lvl="3" rtl="0">
              <a:spcBef>
                <a:spcPts val="800"/>
              </a:spcBef>
              <a:spcAft>
                <a:spcPts val="0"/>
              </a:spcAft>
              <a:buClr>
                <a:srgbClr val="282828"/>
              </a:buClr>
              <a:buSzPts val="1800"/>
              <a:buNone/>
              <a:defRPr sz="1800">
                <a:solidFill>
                  <a:srgbClr val="282828"/>
                </a:solidFill>
              </a:defRPr>
            </a:lvl4pPr>
            <a:lvl5pPr lvl="4" rtl="0">
              <a:spcBef>
                <a:spcPts val="800"/>
              </a:spcBef>
              <a:spcAft>
                <a:spcPts val="0"/>
              </a:spcAft>
              <a:buClr>
                <a:srgbClr val="282828"/>
              </a:buClr>
              <a:buSzPts val="1800"/>
              <a:buNone/>
              <a:defRPr>
                <a:solidFill>
                  <a:srgbClr val="282828"/>
                </a:solidFill>
              </a:defRPr>
            </a:lvl5pPr>
            <a:lvl6pPr lvl="5" rtl="0">
              <a:spcBef>
                <a:spcPts val="600"/>
              </a:spcBef>
              <a:spcAft>
                <a:spcPts val="0"/>
              </a:spcAft>
              <a:buClr>
                <a:srgbClr val="282828"/>
              </a:buClr>
              <a:buSzPts val="1800"/>
              <a:buNone/>
              <a:defRPr>
                <a:solidFill>
                  <a:srgbClr val="282828"/>
                </a:solidFill>
              </a:defRPr>
            </a:lvl6pPr>
            <a:lvl7pPr lvl="6" rtl="0">
              <a:spcBef>
                <a:spcPts val="600"/>
              </a:spcBef>
              <a:spcAft>
                <a:spcPts val="0"/>
              </a:spcAft>
              <a:buClr>
                <a:srgbClr val="282828"/>
              </a:buClr>
              <a:buSzPts val="1800"/>
              <a:buNone/>
              <a:defRPr>
                <a:solidFill>
                  <a:srgbClr val="282828"/>
                </a:solidFill>
              </a:defRPr>
            </a:lvl7pPr>
            <a:lvl8pPr lvl="7" rtl="0">
              <a:spcBef>
                <a:spcPts val="400"/>
              </a:spcBef>
              <a:spcAft>
                <a:spcPts val="0"/>
              </a:spcAft>
              <a:buClr>
                <a:srgbClr val="282828"/>
              </a:buClr>
              <a:buSzPts val="1800"/>
              <a:buNone/>
              <a:defRPr>
                <a:solidFill>
                  <a:srgbClr val="282828"/>
                </a:solidFill>
              </a:defRPr>
            </a:lvl8pPr>
            <a:lvl9pPr lvl="8" rtl="0">
              <a:spcBef>
                <a:spcPts val="400"/>
              </a:spcBef>
              <a:spcAft>
                <a:spcPts val="200"/>
              </a:spcAft>
              <a:buClr>
                <a:srgbClr val="282828"/>
              </a:buClr>
              <a:buSzPts val="1800"/>
              <a:buFont typeface="Lexend"/>
              <a:buNone/>
              <a:defRPr>
                <a:solidFill>
                  <a:srgbClr val="282828"/>
                </a:solidFill>
                <a:latin typeface="Lexend"/>
                <a:ea typeface="Lexend"/>
                <a:cs typeface="Lexend"/>
                <a:sym typeface="Lexend"/>
              </a:defRPr>
            </a:lvl9pPr>
          </a:lstStyle>
          <a:p/>
        </p:txBody>
      </p:sp>
      <p:sp>
        <p:nvSpPr>
          <p:cNvPr id="236" name="Google Shape;236;p24"/>
          <p:cNvSpPr txBox="1"/>
          <p:nvPr>
            <p:ph idx="5" type="subTitle"/>
          </p:nvPr>
        </p:nvSpPr>
        <p:spPr>
          <a:xfrm>
            <a:off x="324000" y="3400800"/>
            <a:ext cx="22035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237" name="Google Shape;237;p24"/>
          <p:cNvSpPr txBox="1"/>
          <p:nvPr>
            <p:ph idx="6" type="subTitle"/>
          </p:nvPr>
        </p:nvSpPr>
        <p:spPr>
          <a:xfrm>
            <a:off x="2699325" y="3400800"/>
            <a:ext cx="4047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1800"/>
              <a:buNone/>
              <a:defRPr sz="1800">
                <a:solidFill>
                  <a:srgbClr val="282828"/>
                </a:solidFill>
              </a:defRPr>
            </a:lvl1pPr>
            <a:lvl2pPr lvl="1" rtl="0">
              <a:spcBef>
                <a:spcPts val="1000"/>
              </a:spcBef>
              <a:spcAft>
                <a:spcPts val="0"/>
              </a:spcAft>
              <a:buClr>
                <a:srgbClr val="282828"/>
              </a:buClr>
              <a:buSzPts val="1800"/>
              <a:buNone/>
              <a:defRPr sz="1800">
                <a:solidFill>
                  <a:srgbClr val="282828"/>
                </a:solidFill>
              </a:defRPr>
            </a:lvl2pPr>
            <a:lvl3pPr lvl="2" rtl="0">
              <a:spcBef>
                <a:spcPts val="1000"/>
              </a:spcBef>
              <a:spcAft>
                <a:spcPts val="0"/>
              </a:spcAft>
              <a:buClr>
                <a:srgbClr val="282828"/>
              </a:buClr>
              <a:buSzPts val="1800"/>
              <a:buNone/>
              <a:defRPr sz="1800">
                <a:solidFill>
                  <a:srgbClr val="282828"/>
                </a:solidFill>
              </a:defRPr>
            </a:lvl3pPr>
            <a:lvl4pPr lvl="3" rtl="0">
              <a:spcBef>
                <a:spcPts val="800"/>
              </a:spcBef>
              <a:spcAft>
                <a:spcPts val="0"/>
              </a:spcAft>
              <a:buClr>
                <a:srgbClr val="282828"/>
              </a:buClr>
              <a:buSzPts val="1800"/>
              <a:buNone/>
              <a:defRPr sz="1800">
                <a:solidFill>
                  <a:srgbClr val="282828"/>
                </a:solidFill>
              </a:defRPr>
            </a:lvl4pPr>
            <a:lvl5pPr lvl="4" rtl="0">
              <a:spcBef>
                <a:spcPts val="800"/>
              </a:spcBef>
              <a:spcAft>
                <a:spcPts val="0"/>
              </a:spcAft>
              <a:buClr>
                <a:srgbClr val="282828"/>
              </a:buClr>
              <a:buSzPts val="1800"/>
              <a:buNone/>
              <a:defRPr>
                <a:solidFill>
                  <a:srgbClr val="282828"/>
                </a:solidFill>
              </a:defRPr>
            </a:lvl5pPr>
            <a:lvl6pPr lvl="5" rtl="0">
              <a:spcBef>
                <a:spcPts val="600"/>
              </a:spcBef>
              <a:spcAft>
                <a:spcPts val="0"/>
              </a:spcAft>
              <a:buClr>
                <a:srgbClr val="282828"/>
              </a:buClr>
              <a:buSzPts val="1800"/>
              <a:buNone/>
              <a:defRPr>
                <a:solidFill>
                  <a:srgbClr val="282828"/>
                </a:solidFill>
              </a:defRPr>
            </a:lvl6pPr>
            <a:lvl7pPr lvl="6" rtl="0">
              <a:spcBef>
                <a:spcPts val="600"/>
              </a:spcBef>
              <a:spcAft>
                <a:spcPts val="0"/>
              </a:spcAft>
              <a:buClr>
                <a:srgbClr val="282828"/>
              </a:buClr>
              <a:buSzPts val="1800"/>
              <a:buNone/>
              <a:defRPr>
                <a:solidFill>
                  <a:srgbClr val="282828"/>
                </a:solidFill>
              </a:defRPr>
            </a:lvl7pPr>
            <a:lvl8pPr lvl="7" rtl="0">
              <a:spcBef>
                <a:spcPts val="400"/>
              </a:spcBef>
              <a:spcAft>
                <a:spcPts val="0"/>
              </a:spcAft>
              <a:buClr>
                <a:srgbClr val="282828"/>
              </a:buClr>
              <a:buSzPts val="1800"/>
              <a:buNone/>
              <a:defRPr>
                <a:solidFill>
                  <a:srgbClr val="282828"/>
                </a:solidFill>
              </a:defRPr>
            </a:lvl8pPr>
            <a:lvl9pPr lvl="8" rtl="0">
              <a:spcBef>
                <a:spcPts val="400"/>
              </a:spcBef>
              <a:spcAft>
                <a:spcPts val="200"/>
              </a:spcAft>
              <a:buClr>
                <a:srgbClr val="282828"/>
              </a:buClr>
              <a:buSzPts val="1800"/>
              <a:buFont typeface="Lexend"/>
              <a:buNone/>
              <a:defRPr>
                <a:solidFill>
                  <a:srgbClr val="282828"/>
                </a:solidFill>
                <a:latin typeface="Lexend"/>
                <a:ea typeface="Lexend"/>
                <a:cs typeface="Lexend"/>
                <a:sym typeface="Lexend"/>
              </a:defRPr>
            </a:lvl9pPr>
          </a:lstStyle>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0 Keywords (4)">
  <p:cSld name="CUSTOM_3_1_1">
    <p:spTree>
      <p:nvGrpSpPr>
        <p:cNvPr id="238" name="Shape 238"/>
        <p:cNvGrpSpPr/>
        <p:nvPr/>
      </p:nvGrpSpPr>
      <p:grpSpPr>
        <a:xfrm>
          <a:off x="0" y="0"/>
          <a:ext cx="0" cy="0"/>
          <a:chOff x="0" y="0"/>
          <a:chExt cx="0" cy="0"/>
        </a:xfrm>
      </p:grpSpPr>
      <p:sp>
        <p:nvSpPr>
          <p:cNvPr id="239" name="Google Shape;239;p25"/>
          <p:cNvSpPr/>
          <p:nvPr/>
        </p:nvSpPr>
        <p:spPr>
          <a:xfrm>
            <a:off x="0" y="1"/>
            <a:ext cx="9144300" cy="5403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40" name="Google Shape;240;p25"/>
          <p:cNvPicPr preferRelativeResize="0"/>
          <p:nvPr/>
        </p:nvPicPr>
        <p:blipFill rotWithShape="1">
          <a:blip r:embed="rId2">
            <a:alphaModFix/>
          </a:blip>
          <a:srcRect b="1709" l="0" r="0" t="1699"/>
          <a:stretch/>
        </p:blipFill>
        <p:spPr>
          <a:xfrm>
            <a:off x="0" y="532525"/>
            <a:ext cx="9151202" cy="116709"/>
          </a:xfrm>
          <a:prstGeom prst="rect">
            <a:avLst/>
          </a:prstGeom>
          <a:noFill/>
          <a:ln>
            <a:noFill/>
          </a:ln>
        </p:spPr>
      </p:pic>
      <p:sp>
        <p:nvSpPr>
          <p:cNvPr id="241" name="Google Shape;241;p25"/>
          <p:cNvSpPr/>
          <p:nvPr/>
        </p:nvSpPr>
        <p:spPr>
          <a:xfrm>
            <a:off x="324000" y="114450"/>
            <a:ext cx="6671700" cy="3648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None/>
            </a:pPr>
            <a:r>
              <a:rPr b="1" i="0" lang="en-GB" sz="2000" u="none" cap="none" strike="noStrike">
                <a:solidFill>
                  <a:srgbClr val="282828"/>
                </a:solidFill>
                <a:latin typeface="Lexend"/>
                <a:ea typeface="Lexend"/>
                <a:cs typeface="Lexend"/>
                <a:sym typeface="Lexend"/>
              </a:rPr>
              <a:t>Keywords</a:t>
            </a:r>
            <a:endParaRPr b="0" i="0" sz="2000" u="none" cap="none" strike="noStrike">
              <a:solidFill>
                <a:srgbClr val="282828"/>
              </a:solidFill>
              <a:latin typeface="Calibri"/>
              <a:ea typeface="Calibri"/>
              <a:cs typeface="Calibri"/>
              <a:sym typeface="Calibri"/>
            </a:endParaRPr>
          </a:p>
        </p:txBody>
      </p:sp>
      <p:sp>
        <p:nvSpPr>
          <p:cNvPr id="242" name="Google Shape;242;p25"/>
          <p:cNvSpPr txBox="1"/>
          <p:nvPr>
            <p:ph idx="1" type="subTitle"/>
          </p:nvPr>
        </p:nvSpPr>
        <p:spPr>
          <a:xfrm>
            <a:off x="324000" y="810000"/>
            <a:ext cx="22035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243" name="Google Shape;243;p25"/>
          <p:cNvSpPr txBox="1"/>
          <p:nvPr>
            <p:ph idx="2" type="subTitle"/>
          </p:nvPr>
        </p:nvSpPr>
        <p:spPr>
          <a:xfrm>
            <a:off x="2699325" y="810000"/>
            <a:ext cx="4047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1800"/>
              <a:buNone/>
              <a:defRPr sz="1800">
                <a:solidFill>
                  <a:srgbClr val="282828"/>
                </a:solidFill>
              </a:defRPr>
            </a:lvl1pPr>
            <a:lvl2pPr lvl="1" rtl="0">
              <a:spcBef>
                <a:spcPts val="1000"/>
              </a:spcBef>
              <a:spcAft>
                <a:spcPts val="0"/>
              </a:spcAft>
              <a:buClr>
                <a:srgbClr val="282828"/>
              </a:buClr>
              <a:buSzPts val="1800"/>
              <a:buNone/>
              <a:defRPr sz="1800">
                <a:solidFill>
                  <a:srgbClr val="282828"/>
                </a:solidFill>
              </a:defRPr>
            </a:lvl2pPr>
            <a:lvl3pPr lvl="2" rtl="0">
              <a:spcBef>
                <a:spcPts val="1000"/>
              </a:spcBef>
              <a:spcAft>
                <a:spcPts val="0"/>
              </a:spcAft>
              <a:buClr>
                <a:srgbClr val="282828"/>
              </a:buClr>
              <a:buSzPts val="1800"/>
              <a:buNone/>
              <a:defRPr sz="1800">
                <a:solidFill>
                  <a:srgbClr val="282828"/>
                </a:solidFill>
              </a:defRPr>
            </a:lvl3pPr>
            <a:lvl4pPr lvl="3" rtl="0">
              <a:spcBef>
                <a:spcPts val="800"/>
              </a:spcBef>
              <a:spcAft>
                <a:spcPts val="0"/>
              </a:spcAft>
              <a:buClr>
                <a:srgbClr val="282828"/>
              </a:buClr>
              <a:buSzPts val="1800"/>
              <a:buNone/>
              <a:defRPr sz="1800">
                <a:solidFill>
                  <a:srgbClr val="282828"/>
                </a:solidFill>
              </a:defRPr>
            </a:lvl4pPr>
            <a:lvl5pPr lvl="4" rtl="0">
              <a:spcBef>
                <a:spcPts val="800"/>
              </a:spcBef>
              <a:spcAft>
                <a:spcPts val="0"/>
              </a:spcAft>
              <a:buClr>
                <a:srgbClr val="282828"/>
              </a:buClr>
              <a:buSzPts val="1800"/>
              <a:buNone/>
              <a:defRPr>
                <a:solidFill>
                  <a:srgbClr val="282828"/>
                </a:solidFill>
              </a:defRPr>
            </a:lvl5pPr>
            <a:lvl6pPr lvl="5" rtl="0">
              <a:spcBef>
                <a:spcPts val="600"/>
              </a:spcBef>
              <a:spcAft>
                <a:spcPts val="0"/>
              </a:spcAft>
              <a:buClr>
                <a:srgbClr val="282828"/>
              </a:buClr>
              <a:buSzPts val="1800"/>
              <a:buNone/>
              <a:defRPr>
                <a:solidFill>
                  <a:srgbClr val="282828"/>
                </a:solidFill>
              </a:defRPr>
            </a:lvl6pPr>
            <a:lvl7pPr lvl="6" rtl="0">
              <a:spcBef>
                <a:spcPts val="600"/>
              </a:spcBef>
              <a:spcAft>
                <a:spcPts val="0"/>
              </a:spcAft>
              <a:buClr>
                <a:srgbClr val="282828"/>
              </a:buClr>
              <a:buSzPts val="1800"/>
              <a:buNone/>
              <a:defRPr>
                <a:solidFill>
                  <a:srgbClr val="282828"/>
                </a:solidFill>
              </a:defRPr>
            </a:lvl7pPr>
            <a:lvl8pPr lvl="7" rtl="0">
              <a:spcBef>
                <a:spcPts val="400"/>
              </a:spcBef>
              <a:spcAft>
                <a:spcPts val="0"/>
              </a:spcAft>
              <a:buClr>
                <a:srgbClr val="282828"/>
              </a:buClr>
              <a:buSzPts val="1800"/>
              <a:buNone/>
              <a:defRPr>
                <a:solidFill>
                  <a:srgbClr val="282828"/>
                </a:solidFill>
              </a:defRPr>
            </a:lvl8pPr>
            <a:lvl9pPr lvl="8" rtl="0">
              <a:spcBef>
                <a:spcPts val="400"/>
              </a:spcBef>
              <a:spcAft>
                <a:spcPts val="200"/>
              </a:spcAft>
              <a:buClr>
                <a:srgbClr val="282828"/>
              </a:buClr>
              <a:buSzPts val="1800"/>
              <a:buFont typeface="Lexend"/>
              <a:buNone/>
              <a:defRPr>
                <a:solidFill>
                  <a:srgbClr val="282828"/>
                </a:solidFill>
                <a:latin typeface="Lexend"/>
                <a:ea typeface="Lexend"/>
                <a:cs typeface="Lexend"/>
                <a:sym typeface="Lexend"/>
              </a:defRPr>
            </a:lvl9pPr>
          </a:lstStyle>
          <a:p/>
        </p:txBody>
      </p:sp>
      <p:sp>
        <p:nvSpPr>
          <p:cNvPr id="244" name="Google Shape;244;p25"/>
          <p:cNvSpPr txBox="1"/>
          <p:nvPr>
            <p:ph idx="3" type="subTitle"/>
          </p:nvPr>
        </p:nvSpPr>
        <p:spPr>
          <a:xfrm>
            <a:off x="324000" y="1800600"/>
            <a:ext cx="22035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245" name="Google Shape;245;p25"/>
          <p:cNvSpPr txBox="1"/>
          <p:nvPr>
            <p:ph idx="4" type="subTitle"/>
          </p:nvPr>
        </p:nvSpPr>
        <p:spPr>
          <a:xfrm>
            <a:off x="2699325" y="1800600"/>
            <a:ext cx="4047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1800"/>
              <a:buNone/>
              <a:defRPr sz="1800">
                <a:solidFill>
                  <a:srgbClr val="282828"/>
                </a:solidFill>
              </a:defRPr>
            </a:lvl1pPr>
            <a:lvl2pPr lvl="1" rtl="0">
              <a:spcBef>
                <a:spcPts val="1000"/>
              </a:spcBef>
              <a:spcAft>
                <a:spcPts val="0"/>
              </a:spcAft>
              <a:buClr>
                <a:srgbClr val="282828"/>
              </a:buClr>
              <a:buSzPts val="1800"/>
              <a:buNone/>
              <a:defRPr sz="1800">
                <a:solidFill>
                  <a:srgbClr val="282828"/>
                </a:solidFill>
              </a:defRPr>
            </a:lvl2pPr>
            <a:lvl3pPr lvl="2" rtl="0">
              <a:spcBef>
                <a:spcPts val="1000"/>
              </a:spcBef>
              <a:spcAft>
                <a:spcPts val="0"/>
              </a:spcAft>
              <a:buClr>
                <a:srgbClr val="282828"/>
              </a:buClr>
              <a:buSzPts val="1800"/>
              <a:buNone/>
              <a:defRPr sz="1800">
                <a:solidFill>
                  <a:srgbClr val="282828"/>
                </a:solidFill>
              </a:defRPr>
            </a:lvl3pPr>
            <a:lvl4pPr lvl="3" rtl="0">
              <a:spcBef>
                <a:spcPts val="800"/>
              </a:spcBef>
              <a:spcAft>
                <a:spcPts val="0"/>
              </a:spcAft>
              <a:buClr>
                <a:srgbClr val="282828"/>
              </a:buClr>
              <a:buSzPts val="1800"/>
              <a:buNone/>
              <a:defRPr sz="1800">
                <a:solidFill>
                  <a:srgbClr val="282828"/>
                </a:solidFill>
              </a:defRPr>
            </a:lvl4pPr>
            <a:lvl5pPr lvl="4" rtl="0">
              <a:spcBef>
                <a:spcPts val="800"/>
              </a:spcBef>
              <a:spcAft>
                <a:spcPts val="0"/>
              </a:spcAft>
              <a:buClr>
                <a:srgbClr val="282828"/>
              </a:buClr>
              <a:buSzPts val="1800"/>
              <a:buNone/>
              <a:defRPr>
                <a:solidFill>
                  <a:srgbClr val="282828"/>
                </a:solidFill>
              </a:defRPr>
            </a:lvl5pPr>
            <a:lvl6pPr lvl="5" rtl="0">
              <a:spcBef>
                <a:spcPts val="600"/>
              </a:spcBef>
              <a:spcAft>
                <a:spcPts val="0"/>
              </a:spcAft>
              <a:buClr>
                <a:srgbClr val="282828"/>
              </a:buClr>
              <a:buSzPts val="1800"/>
              <a:buNone/>
              <a:defRPr>
                <a:solidFill>
                  <a:srgbClr val="282828"/>
                </a:solidFill>
              </a:defRPr>
            </a:lvl6pPr>
            <a:lvl7pPr lvl="6" rtl="0">
              <a:spcBef>
                <a:spcPts val="600"/>
              </a:spcBef>
              <a:spcAft>
                <a:spcPts val="0"/>
              </a:spcAft>
              <a:buClr>
                <a:srgbClr val="282828"/>
              </a:buClr>
              <a:buSzPts val="1800"/>
              <a:buNone/>
              <a:defRPr>
                <a:solidFill>
                  <a:srgbClr val="282828"/>
                </a:solidFill>
              </a:defRPr>
            </a:lvl7pPr>
            <a:lvl8pPr lvl="7" rtl="0">
              <a:spcBef>
                <a:spcPts val="400"/>
              </a:spcBef>
              <a:spcAft>
                <a:spcPts val="0"/>
              </a:spcAft>
              <a:buClr>
                <a:srgbClr val="282828"/>
              </a:buClr>
              <a:buSzPts val="1800"/>
              <a:buNone/>
              <a:defRPr>
                <a:solidFill>
                  <a:srgbClr val="282828"/>
                </a:solidFill>
              </a:defRPr>
            </a:lvl8pPr>
            <a:lvl9pPr lvl="8" rtl="0">
              <a:spcBef>
                <a:spcPts val="400"/>
              </a:spcBef>
              <a:spcAft>
                <a:spcPts val="200"/>
              </a:spcAft>
              <a:buClr>
                <a:srgbClr val="282828"/>
              </a:buClr>
              <a:buSzPts val="1800"/>
              <a:buFont typeface="Lexend"/>
              <a:buNone/>
              <a:defRPr>
                <a:solidFill>
                  <a:srgbClr val="282828"/>
                </a:solidFill>
                <a:latin typeface="Lexend"/>
                <a:ea typeface="Lexend"/>
                <a:cs typeface="Lexend"/>
                <a:sym typeface="Lexend"/>
              </a:defRPr>
            </a:lvl9pPr>
          </a:lstStyle>
          <a:p/>
        </p:txBody>
      </p:sp>
      <p:sp>
        <p:nvSpPr>
          <p:cNvPr id="246" name="Google Shape;246;p25"/>
          <p:cNvSpPr txBox="1"/>
          <p:nvPr>
            <p:ph idx="5" type="subTitle"/>
          </p:nvPr>
        </p:nvSpPr>
        <p:spPr>
          <a:xfrm>
            <a:off x="324000" y="2791200"/>
            <a:ext cx="22035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247" name="Google Shape;247;p25"/>
          <p:cNvSpPr txBox="1"/>
          <p:nvPr>
            <p:ph idx="6" type="subTitle"/>
          </p:nvPr>
        </p:nvSpPr>
        <p:spPr>
          <a:xfrm>
            <a:off x="2699325" y="2791200"/>
            <a:ext cx="4047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1800"/>
              <a:buNone/>
              <a:defRPr sz="1800">
                <a:solidFill>
                  <a:srgbClr val="282828"/>
                </a:solidFill>
              </a:defRPr>
            </a:lvl1pPr>
            <a:lvl2pPr lvl="1" rtl="0">
              <a:spcBef>
                <a:spcPts val="1000"/>
              </a:spcBef>
              <a:spcAft>
                <a:spcPts val="0"/>
              </a:spcAft>
              <a:buClr>
                <a:srgbClr val="282828"/>
              </a:buClr>
              <a:buSzPts val="1800"/>
              <a:buNone/>
              <a:defRPr sz="1800">
                <a:solidFill>
                  <a:srgbClr val="282828"/>
                </a:solidFill>
              </a:defRPr>
            </a:lvl2pPr>
            <a:lvl3pPr lvl="2" rtl="0">
              <a:spcBef>
                <a:spcPts val="1000"/>
              </a:spcBef>
              <a:spcAft>
                <a:spcPts val="0"/>
              </a:spcAft>
              <a:buClr>
                <a:srgbClr val="282828"/>
              </a:buClr>
              <a:buSzPts val="1800"/>
              <a:buNone/>
              <a:defRPr sz="1800">
                <a:solidFill>
                  <a:srgbClr val="282828"/>
                </a:solidFill>
              </a:defRPr>
            </a:lvl3pPr>
            <a:lvl4pPr lvl="3" rtl="0">
              <a:spcBef>
                <a:spcPts val="800"/>
              </a:spcBef>
              <a:spcAft>
                <a:spcPts val="0"/>
              </a:spcAft>
              <a:buClr>
                <a:srgbClr val="282828"/>
              </a:buClr>
              <a:buSzPts val="1800"/>
              <a:buNone/>
              <a:defRPr sz="1800">
                <a:solidFill>
                  <a:srgbClr val="282828"/>
                </a:solidFill>
              </a:defRPr>
            </a:lvl4pPr>
            <a:lvl5pPr lvl="4" rtl="0">
              <a:spcBef>
                <a:spcPts val="800"/>
              </a:spcBef>
              <a:spcAft>
                <a:spcPts val="0"/>
              </a:spcAft>
              <a:buClr>
                <a:srgbClr val="282828"/>
              </a:buClr>
              <a:buSzPts val="1800"/>
              <a:buNone/>
              <a:defRPr>
                <a:solidFill>
                  <a:srgbClr val="282828"/>
                </a:solidFill>
              </a:defRPr>
            </a:lvl5pPr>
            <a:lvl6pPr lvl="5" rtl="0">
              <a:spcBef>
                <a:spcPts val="600"/>
              </a:spcBef>
              <a:spcAft>
                <a:spcPts val="0"/>
              </a:spcAft>
              <a:buClr>
                <a:srgbClr val="282828"/>
              </a:buClr>
              <a:buSzPts val="1800"/>
              <a:buNone/>
              <a:defRPr>
                <a:solidFill>
                  <a:srgbClr val="282828"/>
                </a:solidFill>
              </a:defRPr>
            </a:lvl6pPr>
            <a:lvl7pPr lvl="6" rtl="0">
              <a:spcBef>
                <a:spcPts val="600"/>
              </a:spcBef>
              <a:spcAft>
                <a:spcPts val="0"/>
              </a:spcAft>
              <a:buClr>
                <a:srgbClr val="282828"/>
              </a:buClr>
              <a:buSzPts val="1800"/>
              <a:buNone/>
              <a:defRPr>
                <a:solidFill>
                  <a:srgbClr val="282828"/>
                </a:solidFill>
              </a:defRPr>
            </a:lvl7pPr>
            <a:lvl8pPr lvl="7" rtl="0">
              <a:spcBef>
                <a:spcPts val="400"/>
              </a:spcBef>
              <a:spcAft>
                <a:spcPts val="0"/>
              </a:spcAft>
              <a:buClr>
                <a:srgbClr val="282828"/>
              </a:buClr>
              <a:buSzPts val="1800"/>
              <a:buNone/>
              <a:defRPr>
                <a:solidFill>
                  <a:srgbClr val="282828"/>
                </a:solidFill>
              </a:defRPr>
            </a:lvl8pPr>
            <a:lvl9pPr lvl="8" rtl="0">
              <a:spcBef>
                <a:spcPts val="400"/>
              </a:spcBef>
              <a:spcAft>
                <a:spcPts val="200"/>
              </a:spcAft>
              <a:buClr>
                <a:srgbClr val="282828"/>
              </a:buClr>
              <a:buSzPts val="1800"/>
              <a:buFont typeface="Lexend"/>
              <a:buNone/>
              <a:defRPr>
                <a:solidFill>
                  <a:srgbClr val="282828"/>
                </a:solidFill>
                <a:latin typeface="Lexend"/>
                <a:ea typeface="Lexend"/>
                <a:cs typeface="Lexend"/>
                <a:sym typeface="Lexend"/>
              </a:defRPr>
            </a:lvl9pPr>
          </a:lstStyle>
          <a:p/>
        </p:txBody>
      </p:sp>
      <p:sp>
        <p:nvSpPr>
          <p:cNvPr id="248" name="Google Shape;248;p25"/>
          <p:cNvSpPr txBox="1"/>
          <p:nvPr>
            <p:ph idx="7" type="subTitle"/>
          </p:nvPr>
        </p:nvSpPr>
        <p:spPr>
          <a:xfrm>
            <a:off x="324000" y="3781800"/>
            <a:ext cx="22035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249" name="Google Shape;249;p25"/>
          <p:cNvSpPr txBox="1"/>
          <p:nvPr>
            <p:ph idx="8" type="subTitle"/>
          </p:nvPr>
        </p:nvSpPr>
        <p:spPr>
          <a:xfrm>
            <a:off x="2699325" y="3781800"/>
            <a:ext cx="4047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1800"/>
              <a:buNone/>
              <a:defRPr sz="1800">
                <a:solidFill>
                  <a:srgbClr val="282828"/>
                </a:solidFill>
              </a:defRPr>
            </a:lvl1pPr>
            <a:lvl2pPr lvl="1" rtl="0">
              <a:spcBef>
                <a:spcPts val="1000"/>
              </a:spcBef>
              <a:spcAft>
                <a:spcPts val="0"/>
              </a:spcAft>
              <a:buClr>
                <a:srgbClr val="282828"/>
              </a:buClr>
              <a:buSzPts val="1800"/>
              <a:buNone/>
              <a:defRPr sz="1800">
                <a:solidFill>
                  <a:srgbClr val="282828"/>
                </a:solidFill>
              </a:defRPr>
            </a:lvl2pPr>
            <a:lvl3pPr lvl="2" rtl="0">
              <a:spcBef>
                <a:spcPts val="1000"/>
              </a:spcBef>
              <a:spcAft>
                <a:spcPts val="0"/>
              </a:spcAft>
              <a:buClr>
                <a:srgbClr val="282828"/>
              </a:buClr>
              <a:buSzPts val="1800"/>
              <a:buNone/>
              <a:defRPr sz="1800">
                <a:solidFill>
                  <a:srgbClr val="282828"/>
                </a:solidFill>
              </a:defRPr>
            </a:lvl3pPr>
            <a:lvl4pPr lvl="3" rtl="0">
              <a:spcBef>
                <a:spcPts val="800"/>
              </a:spcBef>
              <a:spcAft>
                <a:spcPts val="0"/>
              </a:spcAft>
              <a:buClr>
                <a:srgbClr val="282828"/>
              </a:buClr>
              <a:buSzPts val="1800"/>
              <a:buNone/>
              <a:defRPr sz="1800">
                <a:solidFill>
                  <a:srgbClr val="282828"/>
                </a:solidFill>
              </a:defRPr>
            </a:lvl4pPr>
            <a:lvl5pPr lvl="4" rtl="0">
              <a:spcBef>
                <a:spcPts val="800"/>
              </a:spcBef>
              <a:spcAft>
                <a:spcPts val="0"/>
              </a:spcAft>
              <a:buClr>
                <a:srgbClr val="282828"/>
              </a:buClr>
              <a:buSzPts val="1800"/>
              <a:buNone/>
              <a:defRPr>
                <a:solidFill>
                  <a:srgbClr val="282828"/>
                </a:solidFill>
              </a:defRPr>
            </a:lvl5pPr>
            <a:lvl6pPr lvl="5" rtl="0">
              <a:spcBef>
                <a:spcPts val="600"/>
              </a:spcBef>
              <a:spcAft>
                <a:spcPts val="0"/>
              </a:spcAft>
              <a:buClr>
                <a:srgbClr val="282828"/>
              </a:buClr>
              <a:buSzPts val="1800"/>
              <a:buNone/>
              <a:defRPr>
                <a:solidFill>
                  <a:srgbClr val="282828"/>
                </a:solidFill>
              </a:defRPr>
            </a:lvl6pPr>
            <a:lvl7pPr lvl="6" rtl="0">
              <a:spcBef>
                <a:spcPts val="600"/>
              </a:spcBef>
              <a:spcAft>
                <a:spcPts val="0"/>
              </a:spcAft>
              <a:buClr>
                <a:srgbClr val="282828"/>
              </a:buClr>
              <a:buSzPts val="1800"/>
              <a:buNone/>
              <a:defRPr>
                <a:solidFill>
                  <a:srgbClr val="282828"/>
                </a:solidFill>
              </a:defRPr>
            </a:lvl7pPr>
            <a:lvl8pPr lvl="7" rtl="0">
              <a:spcBef>
                <a:spcPts val="400"/>
              </a:spcBef>
              <a:spcAft>
                <a:spcPts val="0"/>
              </a:spcAft>
              <a:buClr>
                <a:srgbClr val="282828"/>
              </a:buClr>
              <a:buSzPts val="1800"/>
              <a:buNone/>
              <a:defRPr>
                <a:solidFill>
                  <a:srgbClr val="282828"/>
                </a:solidFill>
              </a:defRPr>
            </a:lvl8pPr>
            <a:lvl9pPr lvl="8" rtl="0">
              <a:spcBef>
                <a:spcPts val="400"/>
              </a:spcBef>
              <a:spcAft>
                <a:spcPts val="200"/>
              </a:spcAft>
              <a:buClr>
                <a:srgbClr val="282828"/>
              </a:buClr>
              <a:buSzPts val="1800"/>
              <a:buFont typeface="Lexend"/>
              <a:buNone/>
              <a:defRPr>
                <a:solidFill>
                  <a:srgbClr val="282828"/>
                </a:solidFill>
                <a:latin typeface="Lexend"/>
                <a:ea typeface="Lexend"/>
                <a:cs typeface="Lexend"/>
                <a:sym typeface="Lexend"/>
              </a:defRPr>
            </a:lvl9pPr>
          </a:lstStyle>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0 Keywords (5)">
  <p:cSld name="CUSTOM_3_1_1_1">
    <p:spTree>
      <p:nvGrpSpPr>
        <p:cNvPr id="250" name="Shape 250"/>
        <p:cNvGrpSpPr/>
        <p:nvPr/>
      </p:nvGrpSpPr>
      <p:grpSpPr>
        <a:xfrm>
          <a:off x="0" y="0"/>
          <a:ext cx="0" cy="0"/>
          <a:chOff x="0" y="0"/>
          <a:chExt cx="0" cy="0"/>
        </a:xfrm>
      </p:grpSpPr>
      <p:sp>
        <p:nvSpPr>
          <p:cNvPr id="251" name="Google Shape;251;p26"/>
          <p:cNvSpPr/>
          <p:nvPr/>
        </p:nvSpPr>
        <p:spPr>
          <a:xfrm>
            <a:off x="0" y="1"/>
            <a:ext cx="9144300" cy="5403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52" name="Google Shape;252;p26"/>
          <p:cNvPicPr preferRelativeResize="0"/>
          <p:nvPr/>
        </p:nvPicPr>
        <p:blipFill rotWithShape="1">
          <a:blip r:embed="rId2">
            <a:alphaModFix/>
          </a:blip>
          <a:srcRect b="1709" l="0" r="0" t="1699"/>
          <a:stretch/>
        </p:blipFill>
        <p:spPr>
          <a:xfrm>
            <a:off x="0" y="532525"/>
            <a:ext cx="9151202" cy="116709"/>
          </a:xfrm>
          <a:prstGeom prst="rect">
            <a:avLst/>
          </a:prstGeom>
          <a:noFill/>
          <a:ln>
            <a:noFill/>
          </a:ln>
        </p:spPr>
      </p:pic>
      <p:sp>
        <p:nvSpPr>
          <p:cNvPr id="253" name="Google Shape;253;p26"/>
          <p:cNvSpPr/>
          <p:nvPr/>
        </p:nvSpPr>
        <p:spPr>
          <a:xfrm>
            <a:off x="324000" y="114450"/>
            <a:ext cx="6671700" cy="3648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None/>
            </a:pPr>
            <a:r>
              <a:rPr b="1" i="0" lang="en-GB" sz="2000" u="none" cap="none" strike="noStrike">
                <a:solidFill>
                  <a:srgbClr val="282828"/>
                </a:solidFill>
                <a:latin typeface="Lexend"/>
                <a:ea typeface="Lexend"/>
                <a:cs typeface="Lexend"/>
                <a:sym typeface="Lexend"/>
              </a:rPr>
              <a:t>Keywords</a:t>
            </a:r>
            <a:endParaRPr b="0" i="0" sz="2000" u="none" cap="none" strike="noStrike">
              <a:solidFill>
                <a:srgbClr val="282828"/>
              </a:solidFill>
              <a:latin typeface="Calibri"/>
              <a:ea typeface="Calibri"/>
              <a:cs typeface="Calibri"/>
              <a:sym typeface="Calibri"/>
            </a:endParaRPr>
          </a:p>
        </p:txBody>
      </p:sp>
      <p:sp>
        <p:nvSpPr>
          <p:cNvPr id="254" name="Google Shape;254;p26"/>
          <p:cNvSpPr txBox="1"/>
          <p:nvPr>
            <p:ph idx="1" type="subTitle"/>
          </p:nvPr>
        </p:nvSpPr>
        <p:spPr>
          <a:xfrm>
            <a:off x="324000" y="810000"/>
            <a:ext cx="22035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255" name="Google Shape;255;p26"/>
          <p:cNvSpPr txBox="1"/>
          <p:nvPr>
            <p:ph idx="2" type="subTitle"/>
          </p:nvPr>
        </p:nvSpPr>
        <p:spPr>
          <a:xfrm>
            <a:off x="2699325" y="810000"/>
            <a:ext cx="4047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1800"/>
              <a:buNone/>
              <a:defRPr sz="1800">
                <a:solidFill>
                  <a:srgbClr val="282828"/>
                </a:solidFill>
              </a:defRPr>
            </a:lvl1pPr>
            <a:lvl2pPr lvl="1" rtl="0">
              <a:spcBef>
                <a:spcPts val="1000"/>
              </a:spcBef>
              <a:spcAft>
                <a:spcPts val="0"/>
              </a:spcAft>
              <a:buClr>
                <a:srgbClr val="282828"/>
              </a:buClr>
              <a:buSzPts val="1800"/>
              <a:buNone/>
              <a:defRPr sz="1800">
                <a:solidFill>
                  <a:srgbClr val="282828"/>
                </a:solidFill>
              </a:defRPr>
            </a:lvl2pPr>
            <a:lvl3pPr lvl="2" rtl="0">
              <a:spcBef>
                <a:spcPts val="1000"/>
              </a:spcBef>
              <a:spcAft>
                <a:spcPts val="0"/>
              </a:spcAft>
              <a:buClr>
                <a:srgbClr val="282828"/>
              </a:buClr>
              <a:buSzPts val="1800"/>
              <a:buNone/>
              <a:defRPr sz="1800">
                <a:solidFill>
                  <a:srgbClr val="282828"/>
                </a:solidFill>
              </a:defRPr>
            </a:lvl3pPr>
            <a:lvl4pPr lvl="3" rtl="0">
              <a:spcBef>
                <a:spcPts val="800"/>
              </a:spcBef>
              <a:spcAft>
                <a:spcPts val="0"/>
              </a:spcAft>
              <a:buClr>
                <a:srgbClr val="282828"/>
              </a:buClr>
              <a:buSzPts val="1800"/>
              <a:buNone/>
              <a:defRPr sz="1800">
                <a:solidFill>
                  <a:srgbClr val="282828"/>
                </a:solidFill>
              </a:defRPr>
            </a:lvl4pPr>
            <a:lvl5pPr lvl="4" rtl="0">
              <a:spcBef>
                <a:spcPts val="800"/>
              </a:spcBef>
              <a:spcAft>
                <a:spcPts val="0"/>
              </a:spcAft>
              <a:buClr>
                <a:srgbClr val="282828"/>
              </a:buClr>
              <a:buSzPts val="1800"/>
              <a:buNone/>
              <a:defRPr>
                <a:solidFill>
                  <a:srgbClr val="282828"/>
                </a:solidFill>
              </a:defRPr>
            </a:lvl5pPr>
            <a:lvl6pPr lvl="5" rtl="0">
              <a:spcBef>
                <a:spcPts val="600"/>
              </a:spcBef>
              <a:spcAft>
                <a:spcPts val="0"/>
              </a:spcAft>
              <a:buClr>
                <a:srgbClr val="282828"/>
              </a:buClr>
              <a:buSzPts val="1800"/>
              <a:buNone/>
              <a:defRPr>
                <a:solidFill>
                  <a:srgbClr val="282828"/>
                </a:solidFill>
              </a:defRPr>
            </a:lvl6pPr>
            <a:lvl7pPr lvl="6" rtl="0">
              <a:spcBef>
                <a:spcPts val="600"/>
              </a:spcBef>
              <a:spcAft>
                <a:spcPts val="0"/>
              </a:spcAft>
              <a:buClr>
                <a:srgbClr val="282828"/>
              </a:buClr>
              <a:buSzPts val="1800"/>
              <a:buNone/>
              <a:defRPr>
                <a:solidFill>
                  <a:srgbClr val="282828"/>
                </a:solidFill>
              </a:defRPr>
            </a:lvl7pPr>
            <a:lvl8pPr lvl="7" rtl="0">
              <a:spcBef>
                <a:spcPts val="400"/>
              </a:spcBef>
              <a:spcAft>
                <a:spcPts val="0"/>
              </a:spcAft>
              <a:buClr>
                <a:srgbClr val="282828"/>
              </a:buClr>
              <a:buSzPts val="1800"/>
              <a:buNone/>
              <a:defRPr>
                <a:solidFill>
                  <a:srgbClr val="282828"/>
                </a:solidFill>
              </a:defRPr>
            </a:lvl8pPr>
            <a:lvl9pPr lvl="8" rtl="0">
              <a:spcBef>
                <a:spcPts val="400"/>
              </a:spcBef>
              <a:spcAft>
                <a:spcPts val="200"/>
              </a:spcAft>
              <a:buClr>
                <a:srgbClr val="282828"/>
              </a:buClr>
              <a:buSzPts val="1800"/>
              <a:buFont typeface="Lexend"/>
              <a:buNone/>
              <a:defRPr>
                <a:solidFill>
                  <a:srgbClr val="282828"/>
                </a:solidFill>
                <a:latin typeface="Lexend"/>
                <a:ea typeface="Lexend"/>
                <a:cs typeface="Lexend"/>
                <a:sym typeface="Lexend"/>
              </a:defRPr>
            </a:lvl9pPr>
          </a:lstStyle>
          <a:p/>
        </p:txBody>
      </p:sp>
      <p:sp>
        <p:nvSpPr>
          <p:cNvPr id="256" name="Google Shape;256;p26"/>
          <p:cNvSpPr txBox="1"/>
          <p:nvPr>
            <p:ph idx="3" type="subTitle"/>
          </p:nvPr>
        </p:nvSpPr>
        <p:spPr>
          <a:xfrm>
            <a:off x="324000" y="2486400"/>
            <a:ext cx="22035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257" name="Google Shape;257;p26"/>
          <p:cNvSpPr txBox="1"/>
          <p:nvPr>
            <p:ph idx="4" type="subTitle"/>
          </p:nvPr>
        </p:nvSpPr>
        <p:spPr>
          <a:xfrm>
            <a:off x="2699325" y="2486400"/>
            <a:ext cx="4047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1800"/>
              <a:buNone/>
              <a:defRPr sz="1800">
                <a:solidFill>
                  <a:srgbClr val="282828"/>
                </a:solidFill>
              </a:defRPr>
            </a:lvl1pPr>
            <a:lvl2pPr lvl="1" rtl="0">
              <a:spcBef>
                <a:spcPts val="1000"/>
              </a:spcBef>
              <a:spcAft>
                <a:spcPts val="0"/>
              </a:spcAft>
              <a:buClr>
                <a:srgbClr val="282828"/>
              </a:buClr>
              <a:buSzPts val="1800"/>
              <a:buNone/>
              <a:defRPr sz="1800">
                <a:solidFill>
                  <a:srgbClr val="282828"/>
                </a:solidFill>
              </a:defRPr>
            </a:lvl2pPr>
            <a:lvl3pPr lvl="2" rtl="0">
              <a:spcBef>
                <a:spcPts val="1000"/>
              </a:spcBef>
              <a:spcAft>
                <a:spcPts val="0"/>
              </a:spcAft>
              <a:buClr>
                <a:srgbClr val="282828"/>
              </a:buClr>
              <a:buSzPts val="1800"/>
              <a:buNone/>
              <a:defRPr sz="1800">
                <a:solidFill>
                  <a:srgbClr val="282828"/>
                </a:solidFill>
              </a:defRPr>
            </a:lvl3pPr>
            <a:lvl4pPr lvl="3" rtl="0">
              <a:spcBef>
                <a:spcPts val="800"/>
              </a:spcBef>
              <a:spcAft>
                <a:spcPts val="0"/>
              </a:spcAft>
              <a:buClr>
                <a:srgbClr val="282828"/>
              </a:buClr>
              <a:buSzPts val="1800"/>
              <a:buNone/>
              <a:defRPr sz="1800">
                <a:solidFill>
                  <a:srgbClr val="282828"/>
                </a:solidFill>
              </a:defRPr>
            </a:lvl4pPr>
            <a:lvl5pPr lvl="4" rtl="0">
              <a:spcBef>
                <a:spcPts val="800"/>
              </a:spcBef>
              <a:spcAft>
                <a:spcPts val="0"/>
              </a:spcAft>
              <a:buClr>
                <a:srgbClr val="282828"/>
              </a:buClr>
              <a:buSzPts val="1800"/>
              <a:buNone/>
              <a:defRPr>
                <a:solidFill>
                  <a:srgbClr val="282828"/>
                </a:solidFill>
              </a:defRPr>
            </a:lvl5pPr>
            <a:lvl6pPr lvl="5" rtl="0">
              <a:spcBef>
                <a:spcPts val="600"/>
              </a:spcBef>
              <a:spcAft>
                <a:spcPts val="0"/>
              </a:spcAft>
              <a:buClr>
                <a:srgbClr val="282828"/>
              </a:buClr>
              <a:buSzPts val="1800"/>
              <a:buNone/>
              <a:defRPr>
                <a:solidFill>
                  <a:srgbClr val="282828"/>
                </a:solidFill>
              </a:defRPr>
            </a:lvl6pPr>
            <a:lvl7pPr lvl="6" rtl="0">
              <a:spcBef>
                <a:spcPts val="600"/>
              </a:spcBef>
              <a:spcAft>
                <a:spcPts val="0"/>
              </a:spcAft>
              <a:buClr>
                <a:srgbClr val="282828"/>
              </a:buClr>
              <a:buSzPts val="1800"/>
              <a:buNone/>
              <a:defRPr>
                <a:solidFill>
                  <a:srgbClr val="282828"/>
                </a:solidFill>
              </a:defRPr>
            </a:lvl7pPr>
            <a:lvl8pPr lvl="7" rtl="0">
              <a:spcBef>
                <a:spcPts val="400"/>
              </a:spcBef>
              <a:spcAft>
                <a:spcPts val="0"/>
              </a:spcAft>
              <a:buClr>
                <a:srgbClr val="282828"/>
              </a:buClr>
              <a:buSzPts val="1800"/>
              <a:buNone/>
              <a:defRPr>
                <a:solidFill>
                  <a:srgbClr val="282828"/>
                </a:solidFill>
              </a:defRPr>
            </a:lvl8pPr>
            <a:lvl9pPr lvl="8" rtl="0">
              <a:spcBef>
                <a:spcPts val="400"/>
              </a:spcBef>
              <a:spcAft>
                <a:spcPts val="200"/>
              </a:spcAft>
              <a:buClr>
                <a:srgbClr val="282828"/>
              </a:buClr>
              <a:buSzPts val="1800"/>
              <a:buFont typeface="Lexend"/>
              <a:buNone/>
              <a:defRPr>
                <a:solidFill>
                  <a:srgbClr val="282828"/>
                </a:solidFill>
                <a:latin typeface="Lexend"/>
                <a:ea typeface="Lexend"/>
                <a:cs typeface="Lexend"/>
                <a:sym typeface="Lexend"/>
              </a:defRPr>
            </a:lvl9pPr>
          </a:lstStyle>
          <a:p/>
        </p:txBody>
      </p:sp>
      <p:sp>
        <p:nvSpPr>
          <p:cNvPr id="258" name="Google Shape;258;p26"/>
          <p:cNvSpPr txBox="1"/>
          <p:nvPr>
            <p:ph idx="5" type="subTitle"/>
          </p:nvPr>
        </p:nvSpPr>
        <p:spPr>
          <a:xfrm>
            <a:off x="324000" y="4162800"/>
            <a:ext cx="22035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259" name="Google Shape;259;p26"/>
          <p:cNvSpPr txBox="1"/>
          <p:nvPr>
            <p:ph idx="6" type="subTitle"/>
          </p:nvPr>
        </p:nvSpPr>
        <p:spPr>
          <a:xfrm>
            <a:off x="2699325" y="4162800"/>
            <a:ext cx="4047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1800"/>
              <a:buNone/>
              <a:defRPr sz="1800">
                <a:solidFill>
                  <a:srgbClr val="282828"/>
                </a:solidFill>
              </a:defRPr>
            </a:lvl1pPr>
            <a:lvl2pPr lvl="1" rtl="0">
              <a:spcBef>
                <a:spcPts val="1000"/>
              </a:spcBef>
              <a:spcAft>
                <a:spcPts val="0"/>
              </a:spcAft>
              <a:buClr>
                <a:srgbClr val="282828"/>
              </a:buClr>
              <a:buSzPts val="1800"/>
              <a:buNone/>
              <a:defRPr sz="1800">
                <a:solidFill>
                  <a:srgbClr val="282828"/>
                </a:solidFill>
              </a:defRPr>
            </a:lvl2pPr>
            <a:lvl3pPr lvl="2" rtl="0">
              <a:spcBef>
                <a:spcPts val="1000"/>
              </a:spcBef>
              <a:spcAft>
                <a:spcPts val="0"/>
              </a:spcAft>
              <a:buClr>
                <a:srgbClr val="282828"/>
              </a:buClr>
              <a:buSzPts val="1800"/>
              <a:buNone/>
              <a:defRPr sz="1800">
                <a:solidFill>
                  <a:srgbClr val="282828"/>
                </a:solidFill>
              </a:defRPr>
            </a:lvl3pPr>
            <a:lvl4pPr lvl="3" rtl="0">
              <a:spcBef>
                <a:spcPts val="800"/>
              </a:spcBef>
              <a:spcAft>
                <a:spcPts val="0"/>
              </a:spcAft>
              <a:buClr>
                <a:srgbClr val="282828"/>
              </a:buClr>
              <a:buSzPts val="1800"/>
              <a:buNone/>
              <a:defRPr sz="1800">
                <a:solidFill>
                  <a:srgbClr val="282828"/>
                </a:solidFill>
              </a:defRPr>
            </a:lvl4pPr>
            <a:lvl5pPr lvl="4" rtl="0">
              <a:spcBef>
                <a:spcPts val="800"/>
              </a:spcBef>
              <a:spcAft>
                <a:spcPts val="0"/>
              </a:spcAft>
              <a:buClr>
                <a:srgbClr val="282828"/>
              </a:buClr>
              <a:buSzPts val="1800"/>
              <a:buNone/>
              <a:defRPr>
                <a:solidFill>
                  <a:srgbClr val="282828"/>
                </a:solidFill>
              </a:defRPr>
            </a:lvl5pPr>
            <a:lvl6pPr lvl="5" rtl="0">
              <a:spcBef>
                <a:spcPts val="600"/>
              </a:spcBef>
              <a:spcAft>
                <a:spcPts val="0"/>
              </a:spcAft>
              <a:buClr>
                <a:srgbClr val="282828"/>
              </a:buClr>
              <a:buSzPts val="1800"/>
              <a:buNone/>
              <a:defRPr>
                <a:solidFill>
                  <a:srgbClr val="282828"/>
                </a:solidFill>
              </a:defRPr>
            </a:lvl6pPr>
            <a:lvl7pPr lvl="6" rtl="0">
              <a:spcBef>
                <a:spcPts val="600"/>
              </a:spcBef>
              <a:spcAft>
                <a:spcPts val="0"/>
              </a:spcAft>
              <a:buClr>
                <a:srgbClr val="282828"/>
              </a:buClr>
              <a:buSzPts val="1800"/>
              <a:buNone/>
              <a:defRPr>
                <a:solidFill>
                  <a:srgbClr val="282828"/>
                </a:solidFill>
              </a:defRPr>
            </a:lvl7pPr>
            <a:lvl8pPr lvl="7" rtl="0">
              <a:spcBef>
                <a:spcPts val="400"/>
              </a:spcBef>
              <a:spcAft>
                <a:spcPts val="0"/>
              </a:spcAft>
              <a:buClr>
                <a:srgbClr val="282828"/>
              </a:buClr>
              <a:buSzPts val="1800"/>
              <a:buNone/>
              <a:defRPr>
                <a:solidFill>
                  <a:srgbClr val="282828"/>
                </a:solidFill>
              </a:defRPr>
            </a:lvl8pPr>
            <a:lvl9pPr lvl="8" rtl="0">
              <a:spcBef>
                <a:spcPts val="400"/>
              </a:spcBef>
              <a:spcAft>
                <a:spcPts val="200"/>
              </a:spcAft>
              <a:buClr>
                <a:srgbClr val="282828"/>
              </a:buClr>
              <a:buSzPts val="1800"/>
              <a:buFont typeface="Lexend"/>
              <a:buNone/>
              <a:defRPr>
                <a:solidFill>
                  <a:srgbClr val="282828"/>
                </a:solidFill>
                <a:latin typeface="Lexend"/>
                <a:ea typeface="Lexend"/>
                <a:cs typeface="Lexend"/>
                <a:sym typeface="Lexend"/>
              </a:defRPr>
            </a:lvl9pPr>
          </a:lstStyle>
          <a:p/>
        </p:txBody>
      </p:sp>
      <p:sp>
        <p:nvSpPr>
          <p:cNvPr id="260" name="Google Shape;260;p26"/>
          <p:cNvSpPr txBox="1"/>
          <p:nvPr>
            <p:ph idx="7" type="subTitle"/>
          </p:nvPr>
        </p:nvSpPr>
        <p:spPr>
          <a:xfrm>
            <a:off x="324000" y="1648200"/>
            <a:ext cx="22035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261" name="Google Shape;261;p26"/>
          <p:cNvSpPr txBox="1"/>
          <p:nvPr>
            <p:ph idx="8" type="subTitle"/>
          </p:nvPr>
        </p:nvSpPr>
        <p:spPr>
          <a:xfrm>
            <a:off x="2699325" y="1648200"/>
            <a:ext cx="4047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1800"/>
              <a:buNone/>
              <a:defRPr sz="1800">
                <a:solidFill>
                  <a:srgbClr val="282828"/>
                </a:solidFill>
              </a:defRPr>
            </a:lvl1pPr>
            <a:lvl2pPr lvl="1" rtl="0">
              <a:spcBef>
                <a:spcPts val="1000"/>
              </a:spcBef>
              <a:spcAft>
                <a:spcPts val="0"/>
              </a:spcAft>
              <a:buClr>
                <a:srgbClr val="282828"/>
              </a:buClr>
              <a:buSzPts val="1800"/>
              <a:buNone/>
              <a:defRPr sz="1800">
                <a:solidFill>
                  <a:srgbClr val="282828"/>
                </a:solidFill>
              </a:defRPr>
            </a:lvl2pPr>
            <a:lvl3pPr lvl="2" rtl="0">
              <a:spcBef>
                <a:spcPts val="1000"/>
              </a:spcBef>
              <a:spcAft>
                <a:spcPts val="0"/>
              </a:spcAft>
              <a:buClr>
                <a:srgbClr val="282828"/>
              </a:buClr>
              <a:buSzPts val="1800"/>
              <a:buNone/>
              <a:defRPr sz="1800">
                <a:solidFill>
                  <a:srgbClr val="282828"/>
                </a:solidFill>
              </a:defRPr>
            </a:lvl3pPr>
            <a:lvl4pPr lvl="3" rtl="0">
              <a:spcBef>
                <a:spcPts val="800"/>
              </a:spcBef>
              <a:spcAft>
                <a:spcPts val="0"/>
              </a:spcAft>
              <a:buClr>
                <a:srgbClr val="282828"/>
              </a:buClr>
              <a:buSzPts val="1800"/>
              <a:buNone/>
              <a:defRPr sz="1800">
                <a:solidFill>
                  <a:srgbClr val="282828"/>
                </a:solidFill>
              </a:defRPr>
            </a:lvl4pPr>
            <a:lvl5pPr lvl="4" rtl="0">
              <a:spcBef>
                <a:spcPts val="800"/>
              </a:spcBef>
              <a:spcAft>
                <a:spcPts val="0"/>
              </a:spcAft>
              <a:buClr>
                <a:srgbClr val="282828"/>
              </a:buClr>
              <a:buSzPts val="1800"/>
              <a:buNone/>
              <a:defRPr>
                <a:solidFill>
                  <a:srgbClr val="282828"/>
                </a:solidFill>
              </a:defRPr>
            </a:lvl5pPr>
            <a:lvl6pPr lvl="5" rtl="0">
              <a:spcBef>
                <a:spcPts val="600"/>
              </a:spcBef>
              <a:spcAft>
                <a:spcPts val="0"/>
              </a:spcAft>
              <a:buClr>
                <a:srgbClr val="282828"/>
              </a:buClr>
              <a:buSzPts val="1800"/>
              <a:buNone/>
              <a:defRPr>
                <a:solidFill>
                  <a:srgbClr val="282828"/>
                </a:solidFill>
              </a:defRPr>
            </a:lvl6pPr>
            <a:lvl7pPr lvl="6" rtl="0">
              <a:spcBef>
                <a:spcPts val="600"/>
              </a:spcBef>
              <a:spcAft>
                <a:spcPts val="0"/>
              </a:spcAft>
              <a:buClr>
                <a:srgbClr val="282828"/>
              </a:buClr>
              <a:buSzPts val="1800"/>
              <a:buNone/>
              <a:defRPr>
                <a:solidFill>
                  <a:srgbClr val="282828"/>
                </a:solidFill>
              </a:defRPr>
            </a:lvl7pPr>
            <a:lvl8pPr lvl="7" rtl="0">
              <a:spcBef>
                <a:spcPts val="400"/>
              </a:spcBef>
              <a:spcAft>
                <a:spcPts val="0"/>
              </a:spcAft>
              <a:buClr>
                <a:srgbClr val="282828"/>
              </a:buClr>
              <a:buSzPts val="1800"/>
              <a:buNone/>
              <a:defRPr>
                <a:solidFill>
                  <a:srgbClr val="282828"/>
                </a:solidFill>
              </a:defRPr>
            </a:lvl8pPr>
            <a:lvl9pPr lvl="8" rtl="0">
              <a:spcBef>
                <a:spcPts val="400"/>
              </a:spcBef>
              <a:spcAft>
                <a:spcPts val="200"/>
              </a:spcAft>
              <a:buClr>
                <a:srgbClr val="282828"/>
              </a:buClr>
              <a:buSzPts val="1800"/>
              <a:buFont typeface="Lexend"/>
              <a:buNone/>
              <a:defRPr>
                <a:solidFill>
                  <a:srgbClr val="282828"/>
                </a:solidFill>
                <a:latin typeface="Lexend"/>
                <a:ea typeface="Lexend"/>
                <a:cs typeface="Lexend"/>
                <a:sym typeface="Lexend"/>
              </a:defRPr>
            </a:lvl9pPr>
          </a:lstStyle>
          <a:p/>
        </p:txBody>
      </p:sp>
      <p:sp>
        <p:nvSpPr>
          <p:cNvPr id="262" name="Google Shape;262;p26"/>
          <p:cNvSpPr txBox="1"/>
          <p:nvPr>
            <p:ph idx="9" type="subTitle"/>
          </p:nvPr>
        </p:nvSpPr>
        <p:spPr>
          <a:xfrm>
            <a:off x="324000" y="3324600"/>
            <a:ext cx="22035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263" name="Google Shape;263;p26"/>
          <p:cNvSpPr txBox="1"/>
          <p:nvPr>
            <p:ph idx="13" type="subTitle"/>
          </p:nvPr>
        </p:nvSpPr>
        <p:spPr>
          <a:xfrm>
            <a:off x="2699325" y="3324600"/>
            <a:ext cx="4047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1800"/>
              <a:buNone/>
              <a:defRPr sz="1800">
                <a:solidFill>
                  <a:srgbClr val="282828"/>
                </a:solidFill>
              </a:defRPr>
            </a:lvl1pPr>
            <a:lvl2pPr lvl="1" rtl="0">
              <a:spcBef>
                <a:spcPts val="1000"/>
              </a:spcBef>
              <a:spcAft>
                <a:spcPts val="0"/>
              </a:spcAft>
              <a:buClr>
                <a:srgbClr val="282828"/>
              </a:buClr>
              <a:buSzPts val="1800"/>
              <a:buNone/>
              <a:defRPr sz="1800">
                <a:solidFill>
                  <a:srgbClr val="282828"/>
                </a:solidFill>
              </a:defRPr>
            </a:lvl2pPr>
            <a:lvl3pPr lvl="2" rtl="0">
              <a:spcBef>
                <a:spcPts val="1000"/>
              </a:spcBef>
              <a:spcAft>
                <a:spcPts val="0"/>
              </a:spcAft>
              <a:buClr>
                <a:srgbClr val="282828"/>
              </a:buClr>
              <a:buSzPts val="1800"/>
              <a:buNone/>
              <a:defRPr sz="1800">
                <a:solidFill>
                  <a:srgbClr val="282828"/>
                </a:solidFill>
              </a:defRPr>
            </a:lvl3pPr>
            <a:lvl4pPr lvl="3" rtl="0">
              <a:spcBef>
                <a:spcPts val="800"/>
              </a:spcBef>
              <a:spcAft>
                <a:spcPts val="0"/>
              </a:spcAft>
              <a:buClr>
                <a:srgbClr val="282828"/>
              </a:buClr>
              <a:buSzPts val="1800"/>
              <a:buNone/>
              <a:defRPr sz="1800">
                <a:solidFill>
                  <a:srgbClr val="282828"/>
                </a:solidFill>
              </a:defRPr>
            </a:lvl4pPr>
            <a:lvl5pPr lvl="4" rtl="0">
              <a:spcBef>
                <a:spcPts val="800"/>
              </a:spcBef>
              <a:spcAft>
                <a:spcPts val="0"/>
              </a:spcAft>
              <a:buClr>
                <a:srgbClr val="282828"/>
              </a:buClr>
              <a:buSzPts val="1800"/>
              <a:buNone/>
              <a:defRPr>
                <a:solidFill>
                  <a:srgbClr val="282828"/>
                </a:solidFill>
              </a:defRPr>
            </a:lvl5pPr>
            <a:lvl6pPr lvl="5" rtl="0">
              <a:spcBef>
                <a:spcPts val="600"/>
              </a:spcBef>
              <a:spcAft>
                <a:spcPts val="0"/>
              </a:spcAft>
              <a:buClr>
                <a:srgbClr val="282828"/>
              </a:buClr>
              <a:buSzPts val="1800"/>
              <a:buNone/>
              <a:defRPr>
                <a:solidFill>
                  <a:srgbClr val="282828"/>
                </a:solidFill>
              </a:defRPr>
            </a:lvl6pPr>
            <a:lvl7pPr lvl="6" rtl="0">
              <a:spcBef>
                <a:spcPts val="600"/>
              </a:spcBef>
              <a:spcAft>
                <a:spcPts val="0"/>
              </a:spcAft>
              <a:buClr>
                <a:srgbClr val="282828"/>
              </a:buClr>
              <a:buSzPts val="1800"/>
              <a:buNone/>
              <a:defRPr>
                <a:solidFill>
                  <a:srgbClr val="282828"/>
                </a:solidFill>
              </a:defRPr>
            </a:lvl7pPr>
            <a:lvl8pPr lvl="7" rtl="0">
              <a:spcBef>
                <a:spcPts val="400"/>
              </a:spcBef>
              <a:spcAft>
                <a:spcPts val="0"/>
              </a:spcAft>
              <a:buClr>
                <a:srgbClr val="282828"/>
              </a:buClr>
              <a:buSzPts val="1800"/>
              <a:buNone/>
              <a:defRPr>
                <a:solidFill>
                  <a:srgbClr val="282828"/>
                </a:solidFill>
              </a:defRPr>
            </a:lvl8pPr>
            <a:lvl9pPr lvl="8" rtl="0">
              <a:spcBef>
                <a:spcPts val="400"/>
              </a:spcBef>
              <a:spcAft>
                <a:spcPts val="200"/>
              </a:spcAft>
              <a:buClr>
                <a:srgbClr val="282828"/>
              </a:buClr>
              <a:buSzPts val="1800"/>
              <a:buFont typeface="Lexend"/>
              <a:buNone/>
              <a:defRPr>
                <a:solidFill>
                  <a:srgbClr val="282828"/>
                </a:solidFill>
                <a:latin typeface="Lexend"/>
                <a:ea typeface="Lexend"/>
                <a:cs typeface="Lexend"/>
                <a:sym typeface="Lexend"/>
              </a:defRPr>
            </a:lvl9pPr>
          </a:lstStyle>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0 Keywords (p2, 2)">
  <p:cSld name="CUSTOM_3_1_1_1_1">
    <p:spTree>
      <p:nvGrpSpPr>
        <p:cNvPr id="264" name="Shape 264"/>
        <p:cNvGrpSpPr/>
        <p:nvPr/>
      </p:nvGrpSpPr>
      <p:grpSpPr>
        <a:xfrm>
          <a:off x="0" y="0"/>
          <a:ext cx="0" cy="0"/>
          <a:chOff x="0" y="0"/>
          <a:chExt cx="0" cy="0"/>
        </a:xfrm>
      </p:grpSpPr>
      <p:sp>
        <p:nvSpPr>
          <p:cNvPr id="265" name="Google Shape;265;p27"/>
          <p:cNvSpPr/>
          <p:nvPr/>
        </p:nvSpPr>
        <p:spPr>
          <a:xfrm>
            <a:off x="0" y="1"/>
            <a:ext cx="9144300" cy="5403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66" name="Google Shape;266;p27"/>
          <p:cNvPicPr preferRelativeResize="0"/>
          <p:nvPr/>
        </p:nvPicPr>
        <p:blipFill rotWithShape="1">
          <a:blip r:embed="rId2">
            <a:alphaModFix/>
          </a:blip>
          <a:srcRect b="1709" l="0" r="0" t="1699"/>
          <a:stretch/>
        </p:blipFill>
        <p:spPr>
          <a:xfrm>
            <a:off x="0" y="532525"/>
            <a:ext cx="9151202" cy="116709"/>
          </a:xfrm>
          <a:prstGeom prst="rect">
            <a:avLst/>
          </a:prstGeom>
          <a:noFill/>
          <a:ln>
            <a:noFill/>
          </a:ln>
        </p:spPr>
      </p:pic>
      <p:sp>
        <p:nvSpPr>
          <p:cNvPr id="267" name="Google Shape;267;p27"/>
          <p:cNvSpPr/>
          <p:nvPr/>
        </p:nvSpPr>
        <p:spPr>
          <a:xfrm>
            <a:off x="324000" y="114450"/>
            <a:ext cx="6671700" cy="3648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None/>
            </a:pPr>
            <a:r>
              <a:rPr b="1" i="0" lang="en-GB" sz="2000" u="none" cap="none" strike="noStrike">
                <a:solidFill>
                  <a:srgbClr val="282828"/>
                </a:solidFill>
                <a:latin typeface="Lexend"/>
                <a:ea typeface="Lexend"/>
                <a:cs typeface="Lexend"/>
                <a:sym typeface="Lexend"/>
              </a:rPr>
              <a:t>Keywords</a:t>
            </a:r>
            <a:endParaRPr b="0" i="0" sz="2000" u="none" cap="none" strike="noStrike">
              <a:solidFill>
                <a:srgbClr val="282828"/>
              </a:solidFill>
              <a:latin typeface="Calibri"/>
              <a:ea typeface="Calibri"/>
              <a:cs typeface="Calibri"/>
              <a:sym typeface="Calibri"/>
            </a:endParaRPr>
          </a:p>
        </p:txBody>
      </p:sp>
      <p:sp>
        <p:nvSpPr>
          <p:cNvPr id="268" name="Google Shape;268;p27"/>
          <p:cNvSpPr txBox="1"/>
          <p:nvPr>
            <p:ph idx="1" type="subTitle"/>
          </p:nvPr>
        </p:nvSpPr>
        <p:spPr>
          <a:xfrm>
            <a:off x="324000" y="810000"/>
            <a:ext cx="22035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269" name="Google Shape;269;p27"/>
          <p:cNvSpPr txBox="1"/>
          <p:nvPr>
            <p:ph idx="2" type="subTitle"/>
          </p:nvPr>
        </p:nvSpPr>
        <p:spPr>
          <a:xfrm>
            <a:off x="2699325" y="810000"/>
            <a:ext cx="4047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1800"/>
              <a:buNone/>
              <a:defRPr sz="1800">
                <a:solidFill>
                  <a:srgbClr val="282828"/>
                </a:solidFill>
              </a:defRPr>
            </a:lvl1pPr>
            <a:lvl2pPr lvl="1" rtl="0">
              <a:spcBef>
                <a:spcPts val="1000"/>
              </a:spcBef>
              <a:spcAft>
                <a:spcPts val="0"/>
              </a:spcAft>
              <a:buClr>
                <a:srgbClr val="282828"/>
              </a:buClr>
              <a:buSzPts val="1800"/>
              <a:buNone/>
              <a:defRPr sz="1800">
                <a:solidFill>
                  <a:srgbClr val="282828"/>
                </a:solidFill>
              </a:defRPr>
            </a:lvl2pPr>
            <a:lvl3pPr lvl="2" rtl="0">
              <a:spcBef>
                <a:spcPts val="1000"/>
              </a:spcBef>
              <a:spcAft>
                <a:spcPts val="0"/>
              </a:spcAft>
              <a:buClr>
                <a:srgbClr val="282828"/>
              </a:buClr>
              <a:buSzPts val="1800"/>
              <a:buNone/>
              <a:defRPr sz="1800">
                <a:solidFill>
                  <a:srgbClr val="282828"/>
                </a:solidFill>
              </a:defRPr>
            </a:lvl3pPr>
            <a:lvl4pPr lvl="3" rtl="0">
              <a:spcBef>
                <a:spcPts val="800"/>
              </a:spcBef>
              <a:spcAft>
                <a:spcPts val="0"/>
              </a:spcAft>
              <a:buClr>
                <a:srgbClr val="282828"/>
              </a:buClr>
              <a:buSzPts val="1800"/>
              <a:buNone/>
              <a:defRPr sz="1800">
                <a:solidFill>
                  <a:srgbClr val="282828"/>
                </a:solidFill>
              </a:defRPr>
            </a:lvl4pPr>
            <a:lvl5pPr lvl="4" rtl="0">
              <a:spcBef>
                <a:spcPts val="800"/>
              </a:spcBef>
              <a:spcAft>
                <a:spcPts val="0"/>
              </a:spcAft>
              <a:buClr>
                <a:srgbClr val="282828"/>
              </a:buClr>
              <a:buSzPts val="1800"/>
              <a:buNone/>
              <a:defRPr>
                <a:solidFill>
                  <a:srgbClr val="282828"/>
                </a:solidFill>
              </a:defRPr>
            </a:lvl5pPr>
            <a:lvl6pPr lvl="5" rtl="0">
              <a:spcBef>
                <a:spcPts val="600"/>
              </a:spcBef>
              <a:spcAft>
                <a:spcPts val="0"/>
              </a:spcAft>
              <a:buClr>
                <a:srgbClr val="282828"/>
              </a:buClr>
              <a:buSzPts val="1800"/>
              <a:buNone/>
              <a:defRPr>
                <a:solidFill>
                  <a:srgbClr val="282828"/>
                </a:solidFill>
              </a:defRPr>
            </a:lvl6pPr>
            <a:lvl7pPr lvl="6" rtl="0">
              <a:spcBef>
                <a:spcPts val="600"/>
              </a:spcBef>
              <a:spcAft>
                <a:spcPts val="0"/>
              </a:spcAft>
              <a:buClr>
                <a:srgbClr val="282828"/>
              </a:buClr>
              <a:buSzPts val="1800"/>
              <a:buNone/>
              <a:defRPr>
                <a:solidFill>
                  <a:srgbClr val="282828"/>
                </a:solidFill>
              </a:defRPr>
            </a:lvl7pPr>
            <a:lvl8pPr lvl="7" rtl="0">
              <a:spcBef>
                <a:spcPts val="400"/>
              </a:spcBef>
              <a:spcAft>
                <a:spcPts val="0"/>
              </a:spcAft>
              <a:buClr>
                <a:srgbClr val="282828"/>
              </a:buClr>
              <a:buSzPts val="1800"/>
              <a:buNone/>
              <a:defRPr>
                <a:solidFill>
                  <a:srgbClr val="282828"/>
                </a:solidFill>
              </a:defRPr>
            </a:lvl8pPr>
            <a:lvl9pPr lvl="8" rtl="0">
              <a:spcBef>
                <a:spcPts val="400"/>
              </a:spcBef>
              <a:spcAft>
                <a:spcPts val="200"/>
              </a:spcAft>
              <a:buClr>
                <a:srgbClr val="282828"/>
              </a:buClr>
              <a:buSzPts val="1800"/>
              <a:buFont typeface="Lexend"/>
              <a:buNone/>
              <a:defRPr>
                <a:solidFill>
                  <a:srgbClr val="282828"/>
                </a:solidFill>
                <a:latin typeface="Lexend"/>
                <a:ea typeface="Lexend"/>
                <a:cs typeface="Lexend"/>
                <a:sym typeface="Lexend"/>
              </a:defRPr>
            </a:lvl9pPr>
          </a:lstStyle>
          <a:p/>
        </p:txBody>
      </p:sp>
      <p:sp>
        <p:nvSpPr>
          <p:cNvPr id="270" name="Google Shape;270;p27"/>
          <p:cNvSpPr txBox="1"/>
          <p:nvPr>
            <p:ph idx="3" type="subTitle"/>
          </p:nvPr>
        </p:nvSpPr>
        <p:spPr>
          <a:xfrm>
            <a:off x="324000" y="2562600"/>
            <a:ext cx="22035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271" name="Google Shape;271;p27"/>
          <p:cNvSpPr txBox="1"/>
          <p:nvPr>
            <p:ph idx="4" type="subTitle"/>
          </p:nvPr>
        </p:nvSpPr>
        <p:spPr>
          <a:xfrm>
            <a:off x="2699325" y="2562600"/>
            <a:ext cx="4047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1800"/>
              <a:buNone/>
              <a:defRPr sz="1800">
                <a:solidFill>
                  <a:srgbClr val="282828"/>
                </a:solidFill>
              </a:defRPr>
            </a:lvl1pPr>
            <a:lvl2pPr lvl="1" rtl="0">
              <a:spcBef>
                <a:spcPts val="1000"/>
              </a:spcBef>
              <a:spcAft>
                <a:spcPts val="0"/>
              </a:spcAft>
              <a:buClr>
                <a:srgbClr val="282828"/>
              </a:buClr>
              <a:buSzPts val="1800"/>
              <a:buNone/>
              <a:defRPr sz="1800">
                <a:solidFill>
                  <a:srgbClr val="282828"/>
                </a:solidFill>
              </a:defRPr>
            </a:lvl2pPr>
            <a:lvl3pPr lvl="2" rtl="0">
              <a:spcBef>
                <a:spcPts val="1000"/>
              </a:spcBef>
              <a:spcAft>
                <a:spcPts val="0"/>
              </a:spcAft>
              <a:buClr>
                <a:srgbClr val="282828"/>
              </a:buClr>
              <a:buSzPts val="1800"/>
              <a:buNone/>
              <a:defRPr sz="1800">
                <a:solidFill>
                  <a:srgbClr val="282828"/>
                </a:solidFill>
              </a:defRPr>
            </a:lvl3pPr>
            <a:lvl4pPr lvl="3" rtl="0">
              <a:spcBef>
                <a:spcPts val="800"/>
              </a:spcBef>
              <a:spcAft>
                <a:spcPts val="0"/>
              </a:spcAft>
              <a:buClr>
                <a:srgbClr val="282828"/>
              </a:buClr>
              <a:buSzPts val="1800"/>
              <a:buNone/>
              <a:defRPr sz="1800">
                <a:solidFill>
                  <a:srgbClr val="282828"/>
                </a:solidFill>
              </a:defRPr>
            </a:lvl4pPr>
            <a:lvl5pPr lvl="4" rtl="0">
              <a:spcBef>
                <a:spcPts val="800"/>
              </a:spcBef>
              <a:spcAft>
                <a:spcPts val="0"/>
              </a:spcAft>
              <a:buClr>
                <a:srgbClr val="282828"/>
              </a:buClr>
              <a:buSzPts val="1800"/>
              <a:buNone/>
              <a:defRPr>
                <a:solidFill>
                  <a:srgbClr val="282828"/>
                </a:solidFill>
              </a:defRPr>
            </a:lvl5pPr>
            <a:lvl6pPr lvl="5" rtl="0">
              <a:spcBef>
                <a:spcPts val="600"/>
              </a:spcBef>
              <a:spcAft>
                <a:spcPts val="0"/>
              </a:spcAft>
              <a:buClr>
                <a:srgbClr val="282828"/>
              </a:buClr>
              <a:buSzPts val="1800"/>
              <a:buNone/>
              <a:defRPr>
                <a:solidFill>
                  <a:srgbClr val="282828"/>
                </a:solidFill>
              </a:defRPr>
            </a:lvl6pPr>
            <a:lvl7pPr lvl="6" rtl="0">
              <a:spcBef>
                <a:spcPts val="600"/>
              </a:spcBef>
              <a:spcAft>
                <a:spcPts val="0"/>
              </a:spcAft>
              <a:buClr>
                <a:srgbClr val="282828"/>
              </a:buClr>
              <a:buSzPts val="1800"/>
              <a:buNone/>
              <a:defRPr>
                <a:solidFill>
                  <a:srgbClr val="282828"/>
                </a:solidFill>
              </a:defRPr>
            </a:lvl7pPr>
            <a:lvl8pPr lvl="7" rtl="0">
              <a:spcBef>
                <a:spcPts val="400"/>
              </a:spcBef>
              <a:spcAft>
                <a:spcPts val="0"/>
              </a:spcAft>
              <a:buClr>
                <a:srgbClr val="282828"/>
              </a:buClr>
              <a:buSzPts val="1800"/>
              <a:buNone/>
              <a:defRPr>
                <a:solidFill>
                  <a:srgbClr val="282828"/>
                </a:solidFill>
              </a:defRPr>
            </a:lvl8pPr>
            <a:lvl9pPr lvl="8" rtl="0">
              <a:spcBef>
                <a:spcPts val="400"/>
              </a:spcBef>
              <a:spcAft>
                <a:spcPts val="200"/>
              </a:spcAft>
              <a:buClr>
                <a:srgbClr val="282828"/>
              </a:buClr>
              <a:buSzPts val="1800"/>
              <a:buFont typeface="Lexend"/>
              <a:buNone/>
              <a:defRPr>
                <a:solidFill>
                  <a:srgbClr val="282828"/>
                </a:solidFill>
                <a:latin typeface="Lexend"/>
                <a:ea typeface="Lexend"/>
                <a:cs typeface="Lexend"/>
                <a:sym typeface="Lexend"/>
              </a:defRPr>
            </a:lvl9pPr>
          </a:lstStyle>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3 Lesson outline (2)">
  <p:cSld name="CUSTOM_3">
    <p:spTree>
      <p:nvGrpSpPr>
        <p:cNvPr id="272" name="Shape 272"/>
        <p:cNvGrpSpPr/>
        <p:nvPr/>
      </p:nvGrpSpPr>
      <p:grpSpPr>
        <a:xfrm>
          <a:off x="0" y="0"/>
          <a:ext cx="0" cy="0"/>
          <a:chOff x="0" y="0"/>
          <a:chExt cx="0" cy="0"/>
        </a:xfrm>
      </p:grpSpPr>
      <p:sp>
        <p:nvSpPr>
          <p:cNvPr id="273" name="Google Shape;273;p28"/>
          <p:cNvSpPr/>
          <p:nvPr/>
        </p:nvSpPr>
        <p:spPr>
          <a:xfrm>
            <a:off x="0" y="0"/>
            <a:ext cx="9144300" cy="4857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74" name="Google Shape;274;p28"/>
          <p:cNvPicPr preferRelativeResize="0"/>
          <p:nvPr/>
        </p:nvPicPr>
        <p:blipFill rotWithShape="1">
          <a:blip r:embed="rId2">
            <a:alphaModFix/>
          </a:blip>
          <a:srcRect b="3669" l="0" r="0" t="3678"/>
          <a:stretch/>
        </p:blipFill>
        <p:spPr>
          <a:xfrm>
            <a:off x="863550" y="2926472"/>
            <a:ext cx="7439126" cy="572078"/>
          </a:xfrm>
          <a:prstGeom prst="rect">
            <a:avLst/>
          </a:prstGeom>
          <a:noFill/>
          <a:ln>
            <a:noFill/>
          </a:ln>
        </p:spPr>
      </p:pic>
      <p:pic>
        <p:nvPicPr>
          <p:cNvPr id="275" name="Google Shape;275;p28"/>
          <p:cNvPicPr preferRelativeResize="0"/>
          <p:nvPr/>
        </p:nvPicPr>
        <p:blipFill rotWithShape="1">
          <a:blip r:embed="rId3">
            <a:alphaModFix/>
          </a:blip>
          <a:srcRect b="3669" l="0" r="0" t="3678"/>
          <a:stretch/>
        </p:blipFill>
        <p:spPr>
          <a:xfrm>
            <a:off x="863550" y="1989425"/>
            <a:ext cx="7439126" cy="572078"/>
          </a:xfrm>
          <a:prstGeom prst="rect">
            <a:avLst/>
          </a:prstGeom>
          <a:noFill/>
          <a:ln>
            <a:noFill/>
          </a:ln>
        </p:spPr>
      </p:pic>
      <p:pic>
        <p:nvPicPr>
          <p:cNvPr id="276" name="Google Shape;276;p28"/>
          <p:cNvPicPr preferRelativeResize="0"/>
          <p:nvPr/>
        </p:nvPicPr>
        <p:blipFill rotWithShape="1">
          <a:blip r:embed="rId4">
            <a:alphaModFix/>
          </a:blip>
          <a:srcRect b="0" l="74623" r="0" t="0"/>
          <a:stretch/>
        </p:blipFill>
        <p:spPr>
          <a:xfrm>
            <a:off x="863550" y="1954586"/>
            <a:ext cx="145900" cy="645874"/>
          </a:xfrm>
          <a:prstGeom prst="rect">
            <a:avLst/>
          </a:prstGeom>
          <a:noFill/>
          <a:ln>
            <a:noFill/>
          </a:ln>
        </p:spPr>
      </p:pic>
      <p:cxnSp>
        <p:nvCxnSpPr>
          <p:cNvPr id="277" name="Google Shape;277;p28"/>
          <p:cNvCxnSpPr>
            <a:endCxn id="278" idx="2"/>
          </p:cNvCxnSpPr>
          <p:nvPr/>
        </p:nvCxnSpPr>
        <p:spPr>
          <a:xfrm flipH="1">
            <a:off x="645063" y="2017282"/>
            <a:ext cx="2700" cy="1480500"/>
          </a:xfrm>
          <a:prstGeom prst="straightConnector1">
            <a:avLst/>
          </a:prstGeom>
          <a:noFill/>
          <a:ln cap="flat" cmpd="sng" w="38100">
            <a:solidFill>
              <a:srgbClr val="282828"/>
            </a:solidFill>
            <a:prstDash val="solid"/>
            <a:round/>
            <a:headEnd len="med" w="med" type="none"/>
            <a:tailEnd len="med" w="med" type="none"/>
          </a:ln>
        </p:spPr>
      </p:cxnSp>
      <p:pic>
        <p:nvPicPr>
          <p:cNvPr id="279" name="Google Shape;279;p28"/>
          <p:cNvPicPr preferRelativeResize="0"/>
          <p:nvPr/>
        </p:nvPicPr>
        <p:blipFill>
          <a:blip r:embed="rId5">
            <a:alphaModFix/>
          </a:blip>
          <a:stretch>
            <a:fillRect/>
          </a:stretch>
        </p:blipFill>
        <p:spPr>
          <a:xfrm>
            <a:off x="363482" y="1993619"/>
            <a:ext cx="563185" cy="572092"/>
          </a:xfrm>
          <a:prstGeom prst="rect">
            <a:avLst/>
          </a:prstGeom>
          <a:noFill/>
          <a:ln>
            <a:noFill/>
          </a:ln>
        </p:spPr>
      </p:pic>
      <p:sp>
        <p:nvSpPr>
          <p:cNvPr id="280" name="Google Shape;280;p28"/>
          <p:cNvSpPr txBox="1"/>
          <p:nvPr>
            <p:ph type="title"/>
          </p:nvPr>
        </p:nvSpPr>
        <p:spPr>
          <a:xfrm>
            <a:off x="1225225" y="2090813"/>
            <a:ext cx="6852300" cy="369300"/>
          </a:xfrm>
          <a:prstGeom prst="rect">
            <a:avLst/>
          </a:prstGeom>
        </p:spPr>
        <p:txBody>
          <a:bodyPr anchorCtr="0" anchor="ctr" bIns="0" lIns="0" spcFirstLastPara="1" rIns="0" wrap="square" tIns="0">
            <a:noAutofit/>
          </a:bodyPr>
          <a:lstStyle>
            <a:lvl1pPr lvl="0" rtl="0">
              <a:spcBef>
                <a:spcPts val="0"/>
              </a:spcBef>
              <a:spcAft>
                <a:spcPts val="0"/>
              </a:spcAft>
              <a:buClr>
                <a:schemeClr val="lt1"/>
              </a:buClr>
              <a:buSzPts val="1800"/>
              <a:buFont typeface="Lexend"/>
              <a:buNone/>
              <a:defRPr b="0" sz="1800">
                <a:solidFill>
                  <a:schemeClr val="lt1"/>
                </a:solidFill>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281" name="Google Shape;281;p28"/>
          <p:cNvSpPr txBox="1"/>
          <p:nvPr>
            <p:ph idx="2" type="title"/>
          </p:nvPr>
        </p:nvSpPr>
        <p:spPr>
          <a:xfrm>
            <a:off x="1225225" y="3027088"/>
            <a:ext cx="6852300" cy="369300"/>
          </a:xfrm>
          <a:prstGeom prst="rect">
            <a:avLst/>
          </a:prstGeom>
        </p:spPr>
        <p:txBody>
          <a:bodyPr anchorCtr="0" anchor="ctr" bIns="0" lIns="0" spcFirstLastPara="1" rIns="0" wrap="square" tIns="0">
            <a:noAutofit/>
          </a:bodyPr>
          <a:lstStyle>
            <a:lvl1pPr lvl="0" rtl="0">
              <a:spcBef>
                <a:spcPts val="0"/>
              </a:spcBef>
              <a:spcAft>
                <a:spcPts val="0"/>
              </a:spcAft>
              <a:buClr>
                <a:schemeClr val="lt1"/>
              </a:buClr>
              <a:buSzPts val="1800"/>
              <a:buFont typeface="Lexend"/>
              <a:buNone/>
              <a:defRPr b="0" sz="1800">
                <a:solidFill>
                  <a:schemeClr val="lt1"/>
                </a:solidFill>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pic>
        <p:nvPicPr>
          <p:cNvPr id="278" name="Google Shape;278;p28"/>
          <p:cNvPicPr preferRelativeResize="0"/>
          <p:nvPr/>
        </p:nvPicPr>
        <p:blipFill>
          <a:blip r:embed="rId6">
            <a:alphaModFix/>
          </a:blip>
          <a:stretch>
            <a:fillRect/>
          </a:stretch>
        </p:blipFill>
        <p:spPr>
          <a:xfrm>
            <a:off x="363340" y="2925705"/>
            <a:ext cx="563446" cy="572077"/>
          </a:xfrm>
          <a:prstGeom prst="rect">
            <a:avLst/>
          </a:prstGeom>
          <a:noFill/>
          <a:ln>
            <a:noFill/>
          </a:ln>
        </p:spPr>
      </p:pic>
      <p:pic>
        <p:nvPicPr>
          <p:cNvPr id="282" name="Google Shape;282;p28"/>
          <p:cNvPicPr preferRelativeResize="0"/>
          <p:nvPr/>
        </p:nvPicPr>
        <p:blipFill rotWithShape="1">
          <a:blip r:embed="rId7">
            <a:alphaModFix/>
          </a:blip>
          <a:srcRect b="1709" l="0" r="0" t="1699"/>
          <a:stretch/>
        </p:blipFill>
        <p:spPr>
          <a:xfrm>
            <a:off x="-12" y="481650"/>
            <a:ext cx="9151202" cy="116709"/>
          </a:xfrm>
          <a:prstGeom prst="rect">
            <a:avLst/>
          </a:prstGeom>
          <a:noFill/>
          <a:ln>
            <a:noFill/>
          </a:ln>
        </p:spPr>
      </p:pic>
      <p:sp>
        <p:nvSpPr>
          <p:cNvPr id="283" name="Google Shape;283;p28"/>
          <p:cNvSpPr txBox="1"/>
          <p:nvPr/>
        </p:nvSpPr>
        <p:spPr>
          <a:xfrm>
            <a:off x="324000" y="112500"/>
            <a:ext cx="2304900" cy="3078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000">
                <a:solidFill>
                  <a:schemeClr val="dk1"/>
                </a:solidFill>
                <a:latin typeface="Lexend"/>
                <a:ea typeface="Lexend"/>
                <a:cs typeface="Lexend"/>
                <a:sym typeface="Lexend"/>
              </a:rPr>
              <a:t>Lesson outline</a:t>
            </a:r>
            <a:endParaRPr b="1" sz="2000">
              <a:solidFill>
                <a:schemeClr val="dk1"/>
              </a:solidFill>
              <a:latin typeface="Lexend"/>
              <a:ea typeface="Lexend"/>
              <a:cs typeface="Lexend"/>
              <a:sym typeface="Lexend"/>
            </a:endParaRPr>
          </a:p>
        </p:txBody>
      </p:sp>
      <p:sp>
        <p:nvSpPr>
          <p:cNvPr id="284" name="Google Shape;284;p28"/>
          <p:cNvSpPr txBox="1"/>
          <p:nvPr>
            <p:ph idx="3" type="title"/>
          </p:nvPr>
        </p:nvSpPr>
        <p:spPr>
          <a:xfrm>
            <a:off x="324000" y="657600"/>
            <a:ext cx="5741400" cy="615600"/>
          </a:xfrm>
          <a:prstGeom prst="rect">
            <a:avLst/>
          </a:prstGeom>
        </p:spPr>
        <p:txBody>
          <a:bodyPr anchorCtr="0" anchor="t" bIns="0" lIns="0" spcFirstLastPara="1" rIns="0" wrap="square" tIns="0">
            <a:noAutofit/>
          </a:bodyPr>
          <a:lstStyle>
            <a:lvl1pPr lvl="0" rtl="0">
              <a:spcBef>
                <a:spcPts val="0"/>
              </a:spcBef>
              <a:spcAft>
                <a:spcPts val="0"/>
              </a:spcAft>
              <a:buSzPts val="1800"/>
              <a:buFont typeface="Lexend"/>
              <a:buNone/>
              <a:defRPr b="0" sz="1800">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3 Lesson outline (3)">
  <p:cSld name="CUSTOM_3_2">
    <p:spTree>
      <p:nvGrpSpPr>
        <p:cNvPr id="285" name="Shape 285"/>
        <p:cNvGrpSpPr/>
        <p:nvPr/>
      </p:nvGrpSpPr>
      <p:grpSpPr>
        <a:xfrm>
          <a:off x="0" y="0"/>
          <a:ext cx="0" cy="0"/>
          <a:chOff x="0" y="0"/>
          <a:chExt cx="0" cy="0"/>
        </a:xfrm>
      </p:grpSpPr>
      <p:pic>
        <p:nvPicPr>
          <p:cNvPr id="286" name="Google Shape;286;p29"/>
          <p:cNvPicPr preferRelativeResize="0"/>
          <p:nvPr/>
        </p:nvPicPr>
        <p:blipFill rotWithShape="1">
          <a:blip r:embed="rId2">
            <a:alphaModFix/>
          </a:blip>
          <a:srcRect b="4438" l="0" r="0" t="4429"/>
          <a:stretch/>
        </p:blipFill>
        <p:spPr>
          <a:xfrm>
            <a:off x="863550" y="3642223"/>
            <a:ext cx="7439125" cy="563227"/>
          </a:xfrm>
          <a:prstGeom prst="rect">
            <a:avLst/>
          </a:prstGeom>
          <a:noFill/>
          <a:ln>
            <a:noFill/>
          </a:ln>
        </p:spPr>
      </p:pic>
      <p:pic>
        <p:nvPicPr>
          <p:cNvPr id="287" name="Google Shape;287;p29"/>
          <p:cNvPicPr preferRelativeResize="0"/>
          <p:nvPr/>
        </p:nvPicPr>
        <p:blipFill rotWithShape="1">
          <a:blip r:embed="rId3">
            <a:alphaModFix/>
          </a:blip>
          <a:srcRect b="0" l="74623" r="0" t="0"/>
          <a:stretch/>
        </p:blipFill>
        <p:spPr>
          <a:xfrm>
            <a:off x="863550" y="3600900"/>
            <a:ext cx="145900" cy="645874"/>
          </a:xfrm>
          <a:prstGeom prst="rect">
            <a:avLst/>
          </a:prstGeom>
          <a:noFill/>
          <a:ln>
            <a:noFill/>
          </a:ln>
        </p:spPr>
      </p:pic>
      <p:pic>
        <p:nvPicPr>
          <p:cNvPr id="288" name="Google Shape;288;p29"/>
          <p:cNvPicPr preferRelativeResize="0"/>
          <p:nvPr/>
        </p:nvPicPr>
        <p:blipFill rotWithShape="1">
          <a:blip r:embed="rId4">
            <a:alphaModFix/>
          </a:blip>
          <a:srcRect b="3669" l="0" r="0" t="3678"/>
          <a:stretch/>
        </p:blipFill>
        <p:spPr>
          <a:xfrm>
            <a:off x="863550" y="2704186"/>
            <a:ext cx="7439126" cy="572074"/>
          </a:xfrm>
          <a:prstGeom prst="rect">
            <a:avLst/>
          </a:prstGeom>
          <a:noFill/>
          <a:ln>
            <a:noFill/>
          </a:ln>
        </p:spPr>
      </p:pic>
      <p:pic>
        <p:nvPicPr>
          <p:cNvPr id="289" name="Google Shape;289;p29"/>
          <p:cNvPicPr preferRelativeResize="0"/>
          <p:nvPr/>
        </p:nvPicPr>
        <p:blipFill rotWithShape="1">
          <a:blip r:embed="rId3">
            <a:alphaModFix/>
          </a:blip>
          <a:srcRect b="0" l="74623" r="0" t="0"/>
          <a:stretch/>
        </p:blipFill>
        <p:spPr>
          <a:xfrm>
            <a:off x="863550" y="2677988"/>
            <a:ext cx="145900" cy="645874"/>
          </a:xfrm>
          <a:prstGeom prst="rect">
            <a:avLst/>
          </a:prstGeom>
          <a:noFill/>
          <a:ln>
            <a:noFill/>
          </a:ln>
        </p:spPr>
      </p:pic>
      <p:pic>
        <p:nvPicPr>
          <p:cNvPr id="290" name="Google Shape;290;p29"/>
          <p:cNvPicPr preferRelativeResize="0"/>
          <p:nvPr/>
        </p:nvPicPr>
        <p:blipFill rotWithShape="1">
          <a:blip r:embed="rId5">
            <a:alphaModFix/>
          </a:blip>
          <a:srcRect b="3669" l="0" r="0" t="3678"/>
          <a:stretch/>
        </p:blipFill>
        <p:spPr>
          <a:xfrm>
            <a:off x="863550" y="1678325"/>
            <a:ext cx="7439126" cy="572074"/>
          </a:xfrm>
          <a:prstGeom prst="rect">
            <a:avLst/>
          </a:prstGeom>
          <a:noFill/>
          <a:ln>
            <a:noFill/>
          </a:ln>
        </p:spPr>
      </p:pic>
      <p:pic>
        <p:nvPicPr>
          <p:cNvPr id="291" name="Google Shape;291;p29"/>
          <p:cNvPicPr preferRelativeResize="0"/>
          <p:nvPr/>
        </p:nvPicPr>
        <p:blipFill rotWithShape="1">
          <a:blip r:embed="rId3">
            <a:alphaModFix/>
          </a:blip>
          <a:srcRect b="0" l="74623" r="0" t="0"/>
          <a:stretch/>
        </p:blipFill>
        <p:spPr>
          <a:xfrm>
            <a:off x="863550" y="1643475"/>
            <a:ext cx="145900" cy="645874"/>
          </a:xfrm>
          <a:prstGeom prst="rect">
            <a:avLst/>
          </a:prstGeom>
          <a:noFill/>
          <a:ln>
            <a:noFill/>
          </a:ln>
        </p:spPr>
      </p:pic>
      <p:cxnSp>
        <p:nvCxnSpPr>
          <p:cNvPr id="292" name="Google Shape;292;p29"/>
          <p:cNvCxnSpPr>
            <a:endCxn id="293" idx="2"/>
          </p:cNvCxnSpPr>
          <p:nvPr/>
        </p:nvCxnSpPr>
        <p:spPr>
          <a:xfrm>
            <a:off x="647802" y="1841898"/>
            <a:ext cx="0" cy="2366400"/>
          </a:xfrm>
          <a:prstGeom prst="straightConnector1">
            <a:avLst/>
          </a:prstGeom>
          <a:noFill/>
          <a:ln cap="flat" cmpd="sng" w="38100">
            <a:solidFill>
              <a:srgbClr val="282828"/>
            </a:solidFill>
            <a:prstDash val="solid"/>
            <a:round/>
            <a:headEnd len="med" w="med" type="none"/>
            <a:tailEnd len="med" w="med" type="none"/>
          </a:ln>
        </p:spPr>
      </p:cxnSp>
      <p:pic>
        <p:nvPicPr>
          <p:cNvPr id="293" name="Google Shape;293;p29"/>
          <p:cNvPicPr preferRelativeResize="0"/>
          <p:nvPr/>
        </p:nvPicPr>
        <p:blipFill>
          <a:blip r:embed="rId6">
            <a:alphaModFix/>
          </a:blip>
          <a:stretch>
            <a:fillRect/>
          </a:stretch>
        </p:blipFill>
        <p:spPr>
          <a:xfrm>
            <a:off x="366079" y="3636220"/>
            <a:ext cx="563446" cy="572077"/>
          </a:xfrm>
          <a:prstGeom prst="rect">
            <a:avLst/>
          </a:prstGeom>
          <a:noFill/>
          <a:ln>
            <a:noFill/>
          </a:ln>
        </p:spPr>
      </p:pic>
      <p:pic>
        <p:nvPicPr>
          <p:cNvPr id="294" name="Google Shape;294;p29"/>
          <p:cNvPicPr preferRelativeResize="0"/>
          <p:nvPr/>
        </p:nvPicPr>
        <p:blipFill>
          <a:blip r:embed="rId7">
            <a:alphaModFix/>
          </a:blip>
          <a:stretch>
            <a:fillRect/>
          </a:stretch>
        </p:blipFill>
        <p:spPr>
          <a:xfrm>
            <a:off x="363482" y="1682508"/>
            <a:ext cx="563185" cy="572092"/>
          </a:xfrm>
          <a:prstGeom prst="rect">
            <a:avLst/>
          </a:prstGeom>
          <a:noFill/>
          <a:ln>
            <a:noFill/>
          </a:ln>
        </p:spPr>
      </p:pic>
      <p:sp>
        <p:nvSpPr>
          <p:cNvPr id="295" name="Google Shape;295;p29"/>
          <p:cNvSpPr txBox="1"/>
          <p:nvPr>
            <p:ph type="title"/>
          </p:nvPr>
        </p:nvSpPr>
        <p:spPr>
          <a:xfrm>
            <a:off x="1225200" y="1779713"/>
            <a:ext cx="6850800" cy="369300"/>
          </a:xfrm>
          <a:prstGeom prst="rect">
            <a:avLst/>
          </a:prstGeom>
        </p:spPr>
        <p:txBody>
          <a:bodyPr anchorCtr="0" anchor="ctr" bIns="0" lIns="0" spcFirstLastPara="1" rIns="0" wrap="square" tIns="0">
            <a:noAutofit/>
          </a:bodyPr>
          <a:lstStyle>
            <a:lvl1pPr lvl="0" rtl="0">
              <a:spcBef>
                <a:spcPts val="0"/>
              </a:spcBef>
              <a:spcAft>
                <a:spcPts val="0"/>
              </a:spcAft>
              <a:buClr>
                <a:schemeClr val="lt1"/>
              </a:buClr>
              <a:buSzPts val="1800"/>
              <a:buFont typeface="Lexend"/>
              <a:buNone/>
              <a:defRPr b="0" sz="1800">
                <a:solidFill>
                  <a:schemeClr val="lt1"/>
                </a:solidFill>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296" name="Google Shape;296;p29"/>
          <p:cNvSpPr txBox="1"/>
          <p:nvPr>
            <p:ph idx="2" type="title"/>
          </p:nvPr>
        </p:nvSpPr>
        <p:spPr>
          <a:xfrm>
            <a:off x="1225200" y="2804800"/>
            <a:ext cx="6850800" cy="369300"/>
          </a:xfrm>
          <a:prstGeom prst="rect">
            <a:avLst/>
          </a:prstGeom>
        </p:spPr>
        <p:txBody>
          <a:bodyPr anchorCtr="0" anchor="ctr" bIns="0" lIns="0" spcFirstLastPara="1" rIns="0" wrap="square" tIns="0">
            <a:noAutofit/>
          </a:bodyPr>
          <a:lstStyle>
            <a:lvl1pPr lvl="0" rtl="0">
              <a:spcBef>
                <a:spcPts val="0"/>
              </a:spcBef>
              <a:spcAft>
                <a:spcPts val="0"/>
              </a:spcAft>
              <a:buClr>
                <a:schemeClr val="lt1"/>
              </a:buClr>
              <a:buSzPts val="1800"/>
              <a:buFont typeface="Lexend"/>
              <a:buNone/>
              <a:defRPr b="0" sz="1800">
                <a:solidFill>
                  <a:schemeClr val="lt1"/>
                </a:solidFill>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297" name="Google Shape;297;p29"/>
          <p:cNvSpPr txBox="1"/>
          <p:nvPr>
            <p:ph idx="3" type="title"/>
          </p:nvPr>
        </p:nvSpPr>
        <p:spPr>
          <a:xfrm>
            <a:off x="1225200" y="3739189"/>
            <a:ext cx="6850800" cy="369300"/>
          </a:xfrm>
          <a:prstGeom prst="rect">
            <a:avLst/>
          </a:prstGeom>
        </p:spPr>
        <p:txBody>
          <a:bodyPr anchorCtr="0" anchor="ctr" bIns="0" lIns="0" spcFirstLastPara="1" rIns="0" wrap="square" tIns="0">
            <a:noAutofit/>
          </a:bodyPr>
          <a:lstStyle>
            <a:lvl1pPr lvl="0" rtl="0">
              <a:spcBef>
                <a:spcPts val="0"/>
              </a:spcBef>
              <a:spcAft>
                <a:spcPts val="0"/>
              </a:spcAft>
              <a:buClr>
                <a:schemeClr val="lt1"/>
              </a:buClr>
              <a:buSzPts val="1800"/>
              <a:buFont typeface="Lexend"/>
              <a:buNone/>
              <a:defRPr b="0" sz="1800">
                <a:solidFill>
                  <a:schemeClr val="lt1"/>
                </a:solidFill>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pic>
        <p:nvPicPr>
          <p:cNvPr id="298" name="Google Shape;298;p29"/>
          <p:cNvPicPr preferRelativeResize="0"/>
          <p:nvPr/>
        </p:nvPicPr>
        <p:blipFill>
          <a:blip r:embed="rId8">
            <a:alphaModFix/>
          </a:blip>
          <a:stretch>
            <a:fillRect/>
          </a:stretch>
        </p:blipFill>
        <p:spPr>
          <a:xfrm>
            <a:off x="363340" y="2703416"/>
            <a:ext cx="563446" cy="572077"/>
          </a:xfrm>
          <a:prstGeom prst="rect">
            <a:avLst/>
          </a:prstGeom>
          <a:noFill/>
          <a:ln>
            <a:noFill/>
          </a:ln>
        </p:spPr>
      </p:pic>
      <p:sp>
        <p:nvSpPr>
          <p:cNvPr id="299" name="Google Shape;299;p29"/>
          <p:cNvSpPr/>
          <p:nvPr/>
        </p:nvSpPr>
        <p:spPr>
          <a:xfrm>
            <a:off x="0" y="0"/>
            <a:ext cx="9144300" cy="4857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300" name="Google Shape;300;p29"/>
          <p:cNvPicPr preferRelativeResize="0"/>
          <p:nvPr/>
        </p:nvPicPr>
        <p:blipFill rotWithShape="1">
          <a:blip r:embed="rId9">
            <a:alphaModFix/>
          </a:blip>
          <a:srcRect b="1709" l="0" r="0" t="1699"/>
          <a:stretch/>
        </p:blipFill>
        <p:spPr>
          <a:xfrm>
            <a:off x="-12" y="481650"/>
            <a:ext cx="9151202" cy="116709"/>
          </a:xfrm>
          <a:prstGeom prst="rect">
            <a:avLst/>
          </a:prstGeom>
          <a:noFill/>
          <a:ln>
            <a:noFill/>
          </a:ln>
        </p:spPr>
      </p:pic>
      <p:sp>
        <p:nvSpPr>
          <p:cNvPr id="301" name="Google Shape;301;p29"/>
          <p:cNvSpPr txBox="1"/>
          <p:nvPr/>
        </p:nvSpPr>
        <p:spPr>
          <a:xfrm>
            <a:off x="324000" y="112500"/>
            <a:ext cx="2304900" cy="3078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000">
                <a:solidFill>
                  <a:schemeClr val="dk1"/>
                </a:solidFill>
                <a:latin typeface="Lexend"/>
                <a:ea typeface="Lexend"/>
                <a:cs typeface="Lexend"/>
                <a:sym typeface="Lexend"/>
              </a:rPr>
              <a:t>Lesson outline</a:t>
            </a:r>
            <a:endParaRPr b="1" sz="2000">
              <a:solidFill>
                <a:schemeClr val="dk1"/>
              </a:solidFill>
              <a:latin typeface="Lexend"/>
              <a:ea typeface="Lexend"/>
              <a:cs typeface="Lexend"/>
              <a:sym typeface="Lexend"/>
            </a:endParaRPr>
          </a:p>
        </p:txBody>
      </p:sp>
      <p:sp>
        <p:nvSpPr>
          <p:cNvPr id="302" name="Google Shape;302;p29"/>
          <p:cNvSpPr txBox="1"/>
          <p:nvPr>
            <p:ph idx="4" type="title"/>
          </p:nvPr>
        </p:nvSpPr>
        <p:spPr>
          <a:xfrm>
            <a:off x="324000" y="657600"/>
            <a:ext cx="5741400" cy="615600"/>
          </a:xfrm>
          <a:prstGeom prst="rect">
            <a:avLst/>
          </a:prstGeom>
        </p:spPr>
        <p:txBody>
          <a:bodyPr anchorCtr="0" anchor="t" bIns="0" lIns="0" spcFirstLastPara="1" rIns="0" wrap="square" tIns="0">
            <a:noAutofit/>
          </a:bodyPr>
          <a:lstStyle>
            <a:lvl1pPr lvl="0" rtl="0">
              <a:spcBef>
                <a:spcPts val="0"/>
              </a:spcBef>
              <a:spcAft>
                <a:spcPts val="0"/>
              </a:spcAft>
              <a:buSzPts val="1800"/>
              <a:buFont typeface="Lexend"/>
              <a:buNone/>
              <a:defRPr b="0" sz="1800">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3 Lesson outline (4)">
  <p:cSld name="CUSTOM_4">
    <p:spTree>
      <p:nvGrpSpPr>
        <p:cNvPr id="303" name="Shape 303"/>
        <p:cNvGrpSpPr/>
        <p:nvPr/>
      </p:nvGrpSpPr>
      <p:grpSpPr>
        <a:xfrm>
          <a:off x="0" y="0"/>
          <a:ext cx="0" cy="0"/>
          <a:chOff x="0" y="0"/>
          <a:chExt cx="0" cy="0"/>
        </a:xfrm>
      </p:grpSpPr>
      <p:pic>
        <p:nvPicPr>
          <p:cNvPr id="304" name="Google Shape;304;p30"/>
          <p:cNvPicPr preferRelativeResize="0"/>
          <p:nvPr/>
        </p:nvPicPr>
        <p:blipFill rotWithShape="1">
          <a:blip r:embed="rId2">
            <a:alphaModFix/>
          </a:blip>
          <a:srcRect b="4438" l="0" r="0" t="4429"/>
          <a:stretch/>
        </p:blipFill>
        <p:spPr>
          <a:xfrm>
            <a:off x="863550" y="3146932"/>
            <a:ext cx="7439125" cy="563230"/>
          </a:xfrm>
          <a:prstGeom prst="rect">
            <a:avLst/>
          </a:prstGeom>
          <a:noFill/>
          <a:ln>
            <a:noFill/>
          </a:ln>
        </p:spPr>
      </p:pic>
      <p:pic>
        <p:nvPicPr>
          <p:cNvPr id="305" name="Google Shape;305;p30"/>
          <p:cNvPicPr preferRelativeResize="0"/>
          <p:nvPr/>
        </p:nvPicPr>
        <p:blipFill rotWithShape="1">
          <a:blip r:embed="rId3">
            <a:alphaModFix/>
          </a:blip>
          <a:srcRect b="0" l="74623" r="0" t="0"/>
          <a:stretch/>
        </p:blipFill>
        <p:spPr>
          <a:xfrm>
            <a:off x="863550" y="3105610"/>
            <a:ext cx="145900" cy="645874"/>
          </a:xfrm>
          <a:prstGeom prst="rect">
            <a:avLst/>
          </a:prstGeom>
          <a:noFill/>
          <a:ln>
            <a:noFill/>
          </a:ln>
        </p:spPr>
      </p:pic>
      <p:pic>
        <p:nvPicPr>
          <p:cNvPr id="306" name="Google Shape;306;p30"/>
          <p:cNvPicPr preferRelativeResize="0"/>
          <p:nvPr/>
        </p:nvPicPr>
        <p:blipFill rotWithShape="1">
          <a:blip r:embed="rId4">
            <a:alphaModFix/>
          </a:blip>
          <a:srcRect b="4396" l="0" r="0" t="4387"/>
          <a:stretch/>
        </p:blipFill>
        <p:spPr>
          <a:xfrm>
            <a:off x="863550" y="3971358"/>
            <a:ext cx="7439126" cy="563217"/>
          </a:xfrm>
          <a:prstGeom prst="rect">
            <a:avLst/>
          </a:prstGeom>
          <a:noFill/>
          <a:ln>
            <a:noFill/>
          </a:ln>
        </p:spPr>
      </p:pic>
      <p:pic>
        <p:nvPicPr>
          <p:cNvPr id="307" name="Google Shape;307;p30"/>
          <p:cNvPicPr preferRelativeResize="0"/>
          <p:nvPr/>
        </p:nvPicPr>
        <p:blipFill rotWithShape="1">
          <a:blip r:embed="rId3">
            <a:alphaModFix/>
          </a:blip>
          <a:srcRect b="0" l="74623" r="0" t="0"/>
          <a:stretch/>
        </p:blipFill>
        <p:spPr>
          <a:xfrm>
            <a:off x="863550" y="3939648"/>
            <a:ext cx="145900" cy="645874"/>
          </a:xfrm>
          <a:prstGeom prst="rect">
            <a:avLst/>
          </a:prstGeom>
          <a:noFill/>
          <a:ln>
            <a:noFill/>
          </a:ln>
        </p:spPr>
      </p:pic>
      <p:pic>
        <p:nvPicPr>
          <p:cNvPr id="308" name="Google Shape;308;p30"/>
          <p:cNvPicPr preferRelativeResize="0"/>
          <p:nvPr/>
        </p:nvPicPr>
        <p:blipFill rotWithShape="1">
          <a:blip r:embed="rId5">
            <a:alphaModFix/>
          </a:blip>
          <a:srcRect b="3669" l="0" r="0" t="3678"/>
          <a:stretch/>
        </p:blipFill>
        <p:spPr>
          <a:xfrm>
            <a:off x="863550" y="2292191"/>
            <a:ext cx="7439126" cy="572077"/>
          </a:xfrm>
          <a:prstGeom prst="rect">
            <a:avLst/>
          </a:prstGeom>
          <a:noFill/>
          <a:ln>
            <a:noFill/>
          </a:ln>
        </p:spPr>
      </p:pic>
      <p:pic>
        <p:nvPicPr>
          <p:cNvPr id="309" name="Google Shape;309;p30"/>
          <p:cNvPicPr preferRelativeResize="0"/>
          <p:nvPr/>
        </p:nvPicPr>
        <p:blipFill rotWithShape="1">
          <a:blip r:embed="rId3">
            <a:alphaModFix/>
          </a:blip>
          <a:srcRect b="0" l="74623" r="0" t="0"/>
          <a:stretch/>
        </p:blipFill>
        <p:spPr>
          <a:xfrm>
            <a:off x="863550" y="2265998"/>
            <a:ext cx="145900" cy="645874"/>
          </a:xfrm>
          <a:prstGeom prst="rect">
            <a:avLst/>
          </a:prstGeom>
          <a:noFill/>
          <a:ln>
            <a:noFill/>
          </a:ln>
        </p:spPr>
      </p:pic>
      <p:pic>
        <p:nvPicPr>
          <p:cNvPr id="310" name="Google Shape;310;p30"/>
          <p:cNvPicPr preferRelativeResize="0"/>
          <p:nvPr/>
        </p:nvPicPr>
        <p:blipFill rotWithShape="1">
          <a:blip r:embed="rId6">
            <a:alphaModFix/>
          </a:blip>
          <a:srcRect b="3669" l="0" r="0" t="3678"/>
          <a:stretch/>
        </p:blipFill>
        <p:spPr>
          <a:xfrm>
            <a:off x="863550" y="1457950"/>
            <a:ext cx="7439126" cy="572077"/>
          </a:xfrm>
          <a:prstGeom prst="rect">
            <a:avLst/>
          </a:prstGeom>
          <a:noFill/>
          <a:ln>
            <a:noFill/>
          </a:ln>
        </p:spPr>
      </p:pic>
      <p:pic>
        <p:nvPicPr>
          <p:cNvPr id="311" name="Google Shape;311;p30"/>
          <p:cNvPicPr preferRelativeResize="0"/>
          <p:nvPr/>
        </p:nvPicPr>
        <p:blipFill rotWithShape="1">
          <a:blip r:embed="rId3">
            <a:alphaModFix/>
          </a:blip>
          <a:srcRect b="0" l="74623" r="0" t="0"/>
          <a:stretch/>
        </p:blipFill>
        <p:spPr>
          <a:xfrm>
            <a:off x="863550" y="1423110"/>
            <a:ext cx="145900" cy="645874"/>
          </a:xfrm>
          <a:prstGeom prst="rect">
            <a:avLst/>
          </a:prstGeom>
          <a:noFill/>
          <a:ln>
            <a:noFill/>
          </a:ln>
        </p:spPr>
      </p:pic>
      <p:cxnSp>
        <p:nvCxnSpPr>
          <p:cNvPr id="312" name="Google Shape;312;p30"/>
          <p:cNvCxnSpPr/>
          <p:nvPr/>
        </p:nvCxnSpPr>
        <p:spPr>
          <a:xfrm>
            <a:off x="647802" y="1725234"/>
            <a:ext cx="600" cy="2679900"/>
          </a:xfrm>
          <a:prstGeom prst="straightConnector1">
            <a:avLst/>
          </a:prstGeom>
          <a:noFill/>
          <a:ln cap="flat" cmpd="sng" w="38100">
            <a:solidFill>
              <a:srgbClr val="282828"/>
            </a:solidFill>
            <a:prstDash val="solid"/>
            <a:round/>
            <a:headEnd len="med" w="med" type="none"/>
            <a:tailEnd len="med" w="med" type="none"/>
          </a:ln>
        </p:spPr>
      </p:cxnSp>
      <p:pic>
        <p:nvPicPr>
          <p:cNvPr id="313" name="Google Shape;313;p30"/>
          <p:cNvPicPr preferRelativeResize="0"/>
          <p:nvPr/>
        </p:nvPicPr>
        <p:blipFill>
          <a:blip r:embed="rId7">
            <a:alphaModFix/>
          </a:blip>
          <a:stretch>
            <a:fillRect/>
          </a:stretch>
        </p:blipFill>
        <p:spPr>
          <a:xfrm>
            <a:off x="366079" y="3134650"/>
            <a:ext cx="563446" cy="572077"/>
          </a:xfrm>
          <a:prstGeom prst="rect">
            <a:avLst/>
          </a:prstGeom>
          <a:noFill/>
          <a:ln>
            <a:noFill/>
          </a:ln>
        </p:spPr>
      </p:pic>
      <p:pic>
        <p:nvPicPr>
          <p:cNvPr id="314" name="Google Shape;314;p30"/>
          <p:cNvPicPr preferRelativeResize="0"/>
          <p:nvPr/>
        </p:nvPicPr>
        <p:blipFill>
          <a:blip r:embed="rId8">
            <a:alphaModFix/>
          </a:blip>
          <a:stretch>
            <a:fillRect/>
          </a:stretch>
        </p:blipFill>
        <p:spPr>
          <a:xfrm>
            <a:off x="363357" y="1462166"/>
            <a:ext cx="563185" cy="572092"/>
          </a:xfrm>
          <a:prstGeom prst="rect">
            <a:avLst/>
          </a:prstGeom>
          <a:noFill/>
          <a:ln>
            <a:noFill/>
          </a:ln>
        </p:spPr>
      </p:pic>
      <p:pic>
        <p:nvPicPr>
          <p:cNvPr id="315" name="Google Shape;315;p30"/>
          <p:cNvPicPr preferRelativeResize="0"/>
          <p:nvPr/>
        </p:nvPicPr>
        <p:blipFill>
          <a:blip r:embed="rId9">
            <a:alphaModFix/>
          </a:blip>
          <a:stretch>
            <a:fillRect/>
          </a:stretch>
        </p:blipFill>
        <p:spPr>
          <a:xfrm>
            <a:off x="363340" y="2287588"/>
            <a:ext cx="563446" cy="572077"/>
          </a:xfrm>
          <a:prstGeom prst="rect">
            <a:avLst/>
          </a:prstGeom>
          <a:noFill/>
          <a:ln>
            <a:noFill/>
          </a:ln>
        </p:spPr>
      </p:pic>
      <p:sp>
        <p:nvSpPr>
          <p:cNvPr id="316" name="Google Shape;316;p30"/>
          <p:cNvSpPr txBox="1"/>
          <p:nvPr>
            <p:ph type="title"/>
          </p:nvPr>
        </p:nvSpPr>
        <p:spPr>
          <a:xfrm>
            <a:off x="1224600" y="1466663"/>
            <a:ext cx="6850800" cy="563100"/>
          </a:xfrm>
          <a:prstGeom prst="rect">
            <a:avLst/>
          </a:prstGeom>
        </p:spPr>
        <p:txBody>
          <a:bodyPr anchorCtr="0" anchor="ctr" bIns="0" lIns="0" spcFirstLastPara="1" rIns="0" wrap="square" tIns="0">
            <a:noAutofit/>
          </a:bodyPr>
          <a:lstStyle>
            <a:lvl1pPr lvl="0" rtl="0">
              <a:spcBef>
                <a:spcPts val="0"/>
              </a:spcBef>
              <a:spcAft>
                <a:spcPts val="0"/>
              </a:spcAft>
              <a:buClr>
                <a:schemeClr val="lt1"/>
              </a:buClr>
              <a:buSzPts val="1800"/>
              <a:buFont typeface="Lexend"/>
              <a:buNone/>
              <a:defRPr b="0" sz="1800">
                <a:solidFill>
                  <a:schemeClr val="lt1"/>
                </a:solidFill>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317" name="Google Shape;317;p30"/>
          <p:cNvSpPr txBox="1"/>
          <p:nvPr>
            <p:ph idx="2" type="title"/>
          </p:nvPr>
        </p:nvSpPr>
        <p:spPr>
          <a:xfrm>
            <a:off x="1224600" y="2285700"/>
            <a:ext cx="6850800" cy="572100"/>
          </a:xfrm>
          <a:prstGeom prst="rect">
            <a:avLst/>
          </a:prstGeom>
        </p:spPr>
        <p:txBody>
          <a:bodyPr anchorCtr="0" anchor="ctr" bIns="0" lIns="0" spcFirstLastPara="1" rIns="0" wrap="square" tIns="0">
            <a:noAutofit/>
          </a:bodyPr>
          <a:lstStyle>
            <a:lvl1pPr lvl="0" rtl="0">
              <a:spcBef>
                <a:spcPts val="0"/>
              </a:spcBef>
              <a:spcAft>
                <a:spcPts val="0"/>
              </a:spcAft>
              <a:buClr>
                <a:schemeClr val="lt1"/>
              </a:buClr>
              <a:buSzPts val="1800"/>
              <a:buFont typeface="Lexend"/>
              <a:buNone/>
              <a:defRPr b="0" sz="1800">
                <a:solidFill>
                  <a:schemeClr val="lt1"/>
                </a:solidFill>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318" name="Google Shape;318;p30"/>
          <p:cNvSpPr txBox="1"/>
          <p:nvPr>
            <p:ph idx="3" type="title"/>
          </p:nvPr>
        </p:nvSpPr>
        <p:spPr>
          <a:xfrm>
            <a:off x="1224600" y="3160338"/>
            <a:ext cx="6850800" cy="536400"/>
          </a:xfrm>
          <a:prstGeom prst="rect">
            <a:avLst/>
          </a:prstGeom>
        </p:spPr>
        <p:txBody>
          <a:bodyPr anchorCtr="0" anchor="ctr" bIns="0" lIns="0" spcFirstLastPara="1" rIns="0" wrap="square" tIns="0">
            <a:noAutofit/>
          </a:bodyPr>
          <a:lstStyle>
            <a:lvl1pPr lvl="0" rtl="0">
              <a:spcBef>
                <a:spcPts val="0"/>
              </a:spcBef>
              <a:spcAft>
                <a:spcPts val="0"/>
              </a:spcAft>
              <a:buClr>
                <a:schemeClr val="lt1"/>
              </a:buClr>
              <a:buSzPts val="1800"/>
              <a:buFont typeface="Lexend"/>
              <a:buNone/>
              <a:defRPr b="0" sz="1800">
                <a:solidFill>
                  <a:schemeClr val="lt1"/>
                </a:solidFill>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319" name="Google Shape;319;p30"/>
          <p:cNvSpPr txBox="1"/>
          <p:nvPr>
            <p:ph idx="4" type="title"/>
          </p:nvPr>
        </p:nvSpPr>
        <p:spPr>
          <a:xfrm>
            <a:off x="1224600" y="3971414"/>
            <a:ext cx="6850800" cy="563100"/>
          </a:xfrm>
          <a:prstGeom prst="rect">
            <a:avLst/>
          </a:prstGeom>
        </p:spPr>
        <p:txBody>
          <a:bodyPr anchorCtr="0" anchor="ctr" bIns="0" lIns="0" spcFirstLastPara="1" rIns="0" wrap="square" tIns="0">
            <a:noAutofit/>
          </a:bodyPr>
          <a:lstStyle>
            <a:lvl1pPr lvl="0" rtl="0">
              <a:spcBef>
                <a:spcPts val="0"/>
              </a:spcBef>
              <a:spcAft>
                <a:spcPts val="0"/>
              </a:spcAft>
              <a:buClr>
                <a:schemeClr val="lt1"/>
              </a:buClr>
              <a:buSzPts val="1800"/>
              <a:buFont typeface="Lexend"/>
              <a:buNone/>
              <a:defRPr b="0" sz="1800">
                <a:solidFill>
                  <a:schemeClr val="lt1"/>
                </a:solidFill>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pic>
        <p:nvPicPr>
          <p:cNvPr id="320" name="Google Shape;320;p30"/>
          <p:cNvPicPr preferRelativeResize="0"/>
          <p:nvPr/>
        </p:nvPicPr>
        <p:blipFill>
          <a:blip r:embed="rId10">
            <a:alphaModFix/>
          </a:blip>
          <a:stretch>
            <a:fillRect/>
          </a:stretch>
        </p:blipFill>
        <p:spPr>
          <a:xfrm>
            <a:off x="363341" y="3969363"/>
            <a:ext cx="563446" cy="572077"/>
          </a:xfrm>
          <a:prstGeom prst="rect">
            <a:avLst/>
          </a:prstGeom>
          <a:noFill/>
          <a:ln>
            <a:noFill/>
          </a:ln>
        </p:spPr>
      </p:pic>
      <p:sp>
        <p:nvSpPr>
          <p:cNvPr id="321" name="Google Shape;321;p30"/>
          <p:cNvSpPr/>
          <p:nvPr/>
        </p:nvSpPr>
        <p:spPr>
          <a:xfrm>
            <a:off x="0" y="0"/>
            <a:ext cx="9144300" cy="4857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322" name="Google Shape;322;p30"/>
          <p:cNvPicPr preferRelativeResize="0"/>
          <p:nvPr/>
        </p:nvPicPr>
        <p:blipFill rotWithShape="1">
          <a:blip r:embed="rId11">
            <a:alphaModFix/>
          </a:blip>
          <a:srcRect b="1709" l="0" r="0" t="1699"/>
          <a:stretch/>
        </p:blipFill>
        <p:spPr>
          <a:xfrm>
            <a:off x="-12" y="481650"/>
            <a:ext cx="9151202" cy="116709"/>
          </a:xfrm>
          <a:prstGeom prst="rect">
            <a:avLst/>
          </a:prstGeom>
          <a:noFill/>
          <a:ln>
            <a:noFill/>
          </a:ln>
        </p:spPr>
      </p:pic>
      <p:sp>
        <p:nvSpPr>
          <p:cNvPr id="323" name="Google Shape;323;p30"/>
          <p:cNvSpPr txBox="1"/>
          <p:nvPr/>
        </p:nvSpPr>
        <p:spPr>
          <a:xfrm>
            <a:off x="324000" y="112500"/>
            <a:ext cx="2304900" cy="3078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000">
                <a:solidFill>
                  <a:schemeClr val="dk1"/>
                </a:solidFill>
                <a:latin typeface="Lexend"/>
                <a:ea typeface="Lexend"/>
                <a:cs typeface="Lexend"/>
                <a:sym typeface="Lexend"/>
              </a:rPr>
              <a:t>Lesson outline</a:t>
            </a:r>
            <a:endParaRPr b="1" sz="2000">
              <a:solidFill>
                <a:schemeClr val="dk1"/>
              </a:solidFill>
              <a:latin typeface="Lexend"/>
              <a:ea typeface="Lexend"/>
              <a:cs typeface="Lexend"/>
              <a:sym typeface="Lexend"/>
            </a:endParaRPr>
          </a:p>
        </p:txBody>
      </p:sp>
      <p:sp>
        <p:nvSpPr>
          <p:cNvPr id="324" name="Google Shape;324;p30"/>
          <p:cNvSpPr txBox="1"/>
          <p:nvPr>
            <p:ph idx="5" type="title"/>
          </p:nvPr>
        </p:nvSpPr>
        <p:spPr>
          <a:xfrm>
            <a:off x="324000" y="657600"/>
            <a:ext cx="5741400" cy="615600"/>
          </a:xfrm>
          <a:prstGeom prst="rect">
            <a:avLst/>
          </a:prstGeom>
        </p:spPr>
        <p:txBody>
          <a:bodyPr anchorCtr="0" anchor="t" bIns="0" lIns="0" spcFirstLastPara="1" rIns="0" wrap="square" tIns="0">
            <a:noAutofit/>
          </a:bodyPr>
          <a:lstStyle>
            <a:lvl1pPr lvl="0" rtl="0">
              <a:spcBef>
                <a:spcPts val="0"/>
              </a:spcBef>
              <a:spcAft>
                <a:spcPts val="0"/>
              </a:spcAft>
              <a:buSzPts val="1800"/>
              <a:buFont typeface="Lexend"/>
              <a:buNone/>
              <a:defRPr b="0" sz="1800">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0 Explanation blank - purple ">
  <p:cSld name="TITLE_AND_TWO_COLUMNS_1_1_6_2_1_4">
    <p:spTree>
      <p:nvGrpSpPr>
        <p:cNvPr id="325" name="Shape 325"/>
        <p:cNvGrpSpPr/>
        <p:nvPr/>
      </p:nvGrpSpPr>
      <p:grpSpPr>
        <a:xfrm>
          <a:off x="0" y="0"/>
          <a:ext cx="0" cy="0"/>
          <a:chOff x="0" y="0"/>
          <a:chExt cx="0" cy="0"/>
        </a:xfrm>
      </p:grpSpPr>
      <p:pic>
        <p:nvPicPr>
          <p:cNvPr id="326" name="Google Shape;326;p31"/>
          <p:cNvPicPr preferRelativeResize="0"/>
          <p:nvPr/>
        </p:nvPicPr>
        <p:blipFill>
          <a:blip r:embed="rId2">
            <a:alphaModFix/>
          </a:blip>
          <a:stretch>
            <a:fillRect/>
          </a:stretch>
        </p:blipFill>
        <p:spPr>
          <a:xfrm>
            <a:off x="0" y="532525"/>
            <a:ext cx="9151202" cy="116700"/>
          </a:xfrm>
          <a:prstGeom prst="rect">
            <a:avLst/>
          </a:prstGeom>
          <a:noFill/>
          <a:ln>
            <a:noFill/>
          </a:ln>
        </p:spPr>
      </p:pic>
      <p:sp>
        <p:nvSpPr>
          <p:cNvPr id="327" name="Google Shape;327;p31"/>
          <p:cNvSpPr/>
          <p:nvPr/>
        </p:nvSpPr>
        <p:spPr>
          <a:xfrm>
            <a:off x="-1" y="-2"/>
            <a:ext cx="9147600" cy="5403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8" name="Google Shape;328;p31"/>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329" name="Google Shape;329;p31"/>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330" name="Google Shape;330;p31"/>
          <p:cNvPicPr preferRelativeResize="0"/>
          <p:nvPr/>
        </p:nvPicPr>
        <p:blipFill rotWithShape="1">
          <a:blip r:embed="rId3">
            <a:alphaModFix/>
          </a:blip>
          <a:srcRect b="0" l="0" r="0" t="0"/>
          <a:stretch/>
        </p:blipFill>
        <p:spPr>
          <a:xfrm>
            <a:off x="8426950" y="-562"/>
            <a:ext cx="499700" cy="499700"/>
          </a:xfrm>
          <a:prstGeom prst="rect">
            <a:avLst/>
          </a:prstGeom>
          <a:noFill/>
          <a:ln>
            <a:noFill/>
          </a:ln>
        </p:spPr>
      </p:pic>
      <p:sp>
        <p:nvSpPr>
          <p:cNvPr id="331" name="Google Shape;331;p31"/>
          <p:cNvSpPr txBox="1"/>
          <p:nvPr/>
        </p:nvSpPr>
        <p:spPr>
          <a:xfrm>
            <a:off x="8209250" y="438760"/>
            <a:ext cx="9351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3EEFB"/>
                </a:solidFill>
                <a:latin typeface="Lexend"/>
                <a:ea typeface="Lexend"/>
                <a:cs typeface="Lexend"/>
                <a:sym typeface="Lexend"/>
              </a:rPr>
              <a:t>Explanation</a:t>
            </a:r>
            <a:endParaRPr b="1" sz="900">
              <a:solidFill>
                <a:srgbClr val="F3EEFB"/>
              </a:solidFill>
              <a:latin typeface="Lexend"/>
              <a:ea typeface="Lexend"/>
              <a:cs typeface="Lexend"/>
              <a:sym typeface="Lexend"/>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0 Explanation blank - jade">
  <p:cSld name="TITLE_AND_TWO_COLUMNS_1_1_6_2_1_2">
    <p:spTree>
      <p:nvGrpSpPr>
        <p:cNvPr id="332" name="Shape 332"/>
        <p:cNvGrpSpPr/>
        <p:nvPr/>
      </p:nvGrpSpPr>
      <p:grpSpPr>
        <a:xfrm>
          <a:off x="0" y="0"/>
          <a:ext cx="0" cy="0"/>
          <a:chOff x="0" y="0"/>
          <a:chExt cx="0" cy="0"/>
        </a:xfrm>
      </p:grpSpPr>
      <p:pic>
        <p:nvPicPr>
          <p:cNvPr id="333" name="Google Shape;333;p32"/>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334" name="Google Shape;334;p32"/>
          <p:cNvSpPr/>
          <p:nvPr/>
        </p:nvSpPr>
        <p:spPr>
          <a:xfrm>
            <a:off x="-1" y="-2"/>
            <a:ext cx="9144300" cy="5403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5" name="Google Shape;335;p32"/>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336" name="Google Shape;336;p32"/>
          <p:cNvSpPr txBox="1"/>
          <p:nvPr/>
        </p:nvSpPr>
        <p:spPr>
          <a:xfrm>
            <a:off x="8209250" y="438760"/>
            <a:ext cx="9351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Explanation</a:t>
            </a:r>
            <a:endParaRPr b="1" sz="900">
              <a:solidFill>
                <a:srgbClr val="E6F2F2"/>
              </a:solidFill>
              <a:latin typeface="Lexend"/>
              <a:ea typeface="Lexend"/>
              <a:cs typeface="Lexend"/>
              <a:sym typeface="Lexend"/>
            </a:endParaRPr>
          </a:p>
        </p:txBody>
      </p:sp>
      <p:sp>
        <p:nvSpPr>
          <p:cNvPr id="337" name="Google Shape;337;p32"/>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338" name="Google Shape;338;p32"/>
          <p:cNvPicPr preferRelativeResize="0"/>
          <p:nvPr/>
        </p:nvPicPr>
        <p:blipFill rotWithShape="1">
          <a:blip r:embed="rId3">
            <a:alphaModFix/>
          </a:blip>
          <a:srcRect b="0" l="0" r="0" t="0"/>
          <a:stretch/>
        </p:blipFill>
        <p:spPr>
          <a:xfrm>
            <a:off x="8426950" y="-562"/>
            <a:ext cx="499700" cy="499700"/>
          </a:xfrm>
          <a:prstGeom prst="rect">
            <a:avLst/>
          </a:prstGeom>
          <a:noFill/>
          <a:ln>
            <a:noFill/>
          </a:ln>
        </p:spPr>
      </p:pic>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0 Explanation blank - blue ">
  <p:cSld name="TITLE_AND_TWO_COLUMNS_1_1_6_2_2">
    <p:spTree>
      <p:nvGrpSpPr>
        <p:cNvPr id="339" name="Shape 339"/>
        <p:cNvGrpSpPr/>
        <p:nvPr/>
      </p:nvGrpSpPr>
      <p:grpSpPr>
        <a:xfrm>
          <a:off x="0" y="0"/>
          <a:ext cx="0" cy="0"/>
          <a:chOff x="0" y="0"/>
          <a:chExt cx="0" cy="0"/>
        </a:xfrm>
      </p:grpSpPr>
      <p:pic>
        <p:nvPicPr>
          <p:cNvPr id="340" name="Google Shape;340;p33"/>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341" name="Google Shape;341;p33"/>
          <p:cNvSpPr/>
          <p:nvPr/>
        </p:nvSpPr>
        <p:spPr>
          <a:xfrm>
            <a:off x="-1" y="-2"/>
            <a:ext cx="9144300" cy="540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2" name="Google Shape;342;p33"/>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343" name="Google Shape;343;p33"/>
          <p:cNvSpPr txBox="1"/>
          <p:nvPr/>
        </p:nvSpPr>
        <p:spPr>
          <a:xfrm>
            <a:off x="8209250" y="438760"/>
            <a:ext cx="9351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Explanation</a:t>
            </a:r>
            <a:endParaRPr b="1" sz="900">
              <a:solidFill>
                <a:srgbClr val="EBEDFE"/>
              </a:solidFill>
              <a:latin typeface="Lexend"/>
              <a:ea typeface="Lexend"/>
              <a:cs typeface="Lexend"/>
              <a:sym typeface="Lexend"/>
            </a:endParaRPr>
          </a:p>
        </p:txBody>
      </p:sp>
      <p:sp>
        <p:nvSpPr>
          <p:cNvPr id="344" name="Google Shape;344;p33"/>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345" name="Google Shape;345;p33"/>
          <p:cNvPicPr preferRelativeResize="0"/>
          <p:nvPr/>
        </p:nvPicPr>
        <p:blipFill rotWithShape="1">
          <a:blip r:embed="rId3">
            <a:alphaModFix/>
          </a:blip>
          <a:srcRect b="0" l="0" r="0" t="0"/>
          <a:stretch/>
        </p:blipFill>
        <p:spPr>
          <a:xfrm>
            <a:off x="8426950" y="-562"/>
            <a:ext cx="499700" cy="499700"/>
          </a:xfrm>
          <a:prstGeom prst="rect">
            <a:avLst/>
          </a:prstGeom>
          <a:noFill/>
          <a:ln>
            <a:noFill/>
          </a:ln>
        </p:spPr>
      </p:pic>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0 Explanation blank - pink ">
  <p:cSld name="TITLE_AND_TWO_COLUMNS_1_1_6_2_1_1">
    <p:spTree>
      <p:nvGrpSpPr>
        <p:cNvPr id="346" name="Shape 346"/>
        <p:cNvGrpSpPr/>
        <p:nvPr/>
      </p:nvGrpSpPr>
      <p:grpSpPr>
        <a:xfrm>
          <a:off x="0" y="0"/>
          <a:ext cx="0" cy="0"/>
          <a:chOff x="0" y="0"/>
          <a:chExt cx="0" cy="0"/>
        </a:xfrm>
      </p:grpSpPr>
      <p:pic>
        <p:nvPicPr>
          <p:cNvPr id="347" name="Google Shape;347;p34"/>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348" name="Google Shape;348;p34"/>
          <p:cNvSpPr/>
          <p:nvPr/>
        </p:nvSpPr>
        <p:spPr>
          <a:xfrm>
            <a:off x="0" y="1"/>
            <a:ext cx="9144300" cy="5403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9" name="Google Shape;349;p34"/>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350" name="Google Shape;350;p34"/>
          <p:cNvSpPr txBox="1"/>
          <p:nvPr/>
        </p:nvSpPr>
        <p:spPr>
          <a:xfrm>
            <a:off x="8209250" y="438760"/>
            <a:ext cx="9351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Explanation</a:t>
            </a:r>
            <a:endParaRPr b="1" sz="900">
              <a:solidFill>
                <a:srgbClr val="FAEAF6"/>
              </a:solidFill>
              <a:latin typeface="Lexend"/>
              <a:ea typeface="Lexend"/>
              <a:cs typeface="Lexend"/>
              <a:sym typeface="Lexend"/>
            </a:endParaRPr>
          </a:p>
        </p:txBody>
      </p:sp>
      <p:sp>
        <p:nvSpPr>
          <p:cNvPr id="351" name="Google Shape;351;p34"/>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352" name="Google Shape;352;p34"/>
          <p:cNvPicPr preferRelativeResize="0"/>
          <p:nvPr/>
        </p:nvPicPr>
        <p:blipFill rotWithShape="1">
          <a:blip r:embed="rId3">
            <a:alphaModFix/>
          </a:blip>
          <a:srcRect b="0" l="0" r="0" t="0"/>
          <a:stretch/>
        </p:blipFill>
        <p:spPr>
          <a:xfrm>
            <a:off x="8426950" y="-562"/>
            <a:ext cx="499700" cy="499700"/>
          </a:xfrm>
          <a:prstGeom prst="rect">
            <a:avLst/>
          </a:prstGeom>
          <a:noFill/>
          <a:ln>
            <a:noFill/>
          </a:ln>
        </p:spPr>
      </p:pic>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1 I do We do - purple">
  <p:cSld name="TITLE_AND_TWO_COLUMNS_1_1_9_2_2">
    <p:bg>
      <p:bgPr>
        <a:solidFill>
          <a:srgbClr val="F3EEFB"/>
        </a:solidFill>
      </p:bgPr>
    </p:bg>
    <p:spTree>
      <p:nvGrpSpPr>
        <p:cNvPr id="353" name="Shape 353"/>
        <p:cNvGrpSpPr/>
        <p:nvPr/>
      </p:nvGrpSpPr>
      <p:grpSpPr>
        <a:xfrm>
          <a:off x="0" y="0"/>
          <a:ext cx="0" cy="0"/>
          <a:chOff x="0" y="0"/>
          <a:chExt cx="0" cy="0"/>
        </a:xfrm>
      </p:grpSpPr>
      <p:sp>
        <p:nvSpPr>
          <p:cNvPr id="354" name="Google Shape;354;p35"/>
          <p:cNvSpPr/>
          <p:nvPr/>
        </p:nvSpPr>
        <p:spPr>
          <a:xfrm>
            <a:off x="0" y="18750"/>
            <a:ext cx="4572300" cy="5143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355" name="Google Shape;355;p35"/>
          <p:cNvPicPr preferRelativeResize="0"/>
          <p:nvPr/>
        </p:nvPicPr>
        <p:blipFill>
          <a:blip r:embed="rId2">
            <a:alphaModFix/>
          </a:blip>
          <a:stretch>
            <a:fillRect/>
          </a:stretch>
        </p:blipFill>
        <p:spPr>
          <a:xfrm>
            <a:off x="0" y="532525"/>
            <a:ext cx="9151202" cy="116700"/>
          </a:xfrm>
          <a:prstGeom prst="rect">
            <a:avLst/>
          </a:prstGeom>
          <a:noFill/>
          <a:ln>
            <a:noFill/>
          </a:ln>
        </p:spPr>
      </p:pic>
      <p:sp>
        <p:nvSpPr>
          <p:cNvPr id="356" name="Google Shape;356;p35"/>
          <p:cNvSpPr/>
          <p:nvPr/>
        </p:nvSpPr>
        <p:spPr>
          <a:xfrm>
            <a:off x="-1" y="-2"/>
            <a:ext cx="9144300" cy="5403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7" name="Google Shape;357;p35"/>
          <p:cNvSpPr txBox="1"/>
          <p:nvPr>
            <p:ph idx="1" type="subTitle"/>
          </p:nvPr>
        </p:nvSpPr>
        <p:spPr>
          <a:xfrm>
            <a:off x="337825" y="810000"/>
            <a:ext cx="3982200" cy="4010400"/>
          </a:xfrm>
          <a:prstGeom prst="rect">
            <a:avLst/>
          </a:prstGeom>
        </p:spPr>
        <p:txBody>
          <a:bodyPr anchorCtr="0" anchor="t" bIns="0" lIns="0" spcFirstLastPara="1" rIns="0" wrap="square" tIns="0">
            <a:noAutofit/>
          </a:bodyPr>
          <a:lstStyle>
            <a:lvl1pPr lvl="0" rtl="0">
              <a:spcBef>
                <a:spcPts val="0"/>
              </a:spcBef>
              <a:spcAft>
                <a:spcPts val="0"/>
              </a:spcAft>
              <a:buSzPts val="1800"/>
              <a:buNone/>
              <a:defRPr sz="1800"/>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358" name="Google Shape;358;p35"/>
          <p:cNvSpPr txBox="1"/>
          <p:nvPr>
            <p:ph idx="2" type="subTitle"/>
          </p:nvPr>
        </p:nvSpPr>
        <p:spPr>
          <a:xfrm>
            <a:off x="4824000" y="810000"/>
            <a:ext cx="3982200" cy="4010400"/>
          </a:xfrm>
          <a:prstGeom prst="rect">
            <a:avLst/>
          </a:prstGeom>
        </p:spPr>
        <p:txBody>
          <a:bodyPr anchorCtr="0" anchor="t" bIns="0" lIns="0" spcFirstLastPara="1" rIns="0" wrap="square" tIns="0">
            <a:noAutofit/>
          </a:bodyPr>
          <a:lstStyle>
            <a:lvl1pPr lvl="0" rtl="0">
              <a:spcBef>
                <a:spcPts val="0"/>
              </a:spcBef>
              <a:spcAft>
                <a:spcPts val="0"/>
              </a:spcAft>
              <a:buSzPts val="1800"/>
              <a:buNone/>
              <a:defRPr sz="1800"/>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359" name="Google Shape;359;p35"/>
          <p:cNvSpPr txBox="1"/>
          <p:nvPr>
            <p:ph type="title"/>
          </p:nvPr>
        </p:nvSpPr>
        <p:spPr>
          <a:xfrm>
            <a:off x="324000" y="0"/>
            <a:ext cx="74505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grpSp>
        <p:nvGrpSpPr>
          <p:cNvPr id="360" name="Google Shape;360;p35"/>
          <p:cNvGrpSpPr/>
          <p:nvPr/>
        </p:nvGrpSpPr>
        <p:grpSpPr>
          <a:xfrm>
            <a:off x="7834231" y="1285"/>
            <a:ext cx="828900" cy="576065"/>
            <a:chOff x="7801496" y="1285"/>
            <a:chExt cx="828900" cy="576065"/>
          </a:xfrm>
        </p:grpSpPr>
        <p:pic>
          <p:nvPicPr>
            <p:cNvPr id="361" name="Google Shape;361;p35"/>
            <p:cNvPicPr preferRelativeResize="0"/>
            <p:nvPr/>
          </p:nvPicPr>
          <p:blipFill rotWithShape="1">
            <a:blip r:embed="rId3">
              <a:alphaModFix/>
            </a:blip>
            <a:srcRect b="0" l="0" r="0" t="0"/>
            <a:stretch/>
          </p:blipFill>
          <p:spPr>
            <a:xfrm>
              <a:off x="7966096" y="1285"/>
              <a:ext cx="499700" cy="499700"/>
            </a:xfrm>
            <a:prstGeom prst="rect">
              <a:avLst/>
            </a:prstGeom>
            <a:noFill/>
            <a:ln>
              <a:noFill/>
            </a:ln>
          </p:spPr>
        </p:pic>
        <p:sp>
          <p:nvSpPr>
            <p:cNvPr id="362" name="Google Shape;362;p35"/>
            <p:cNvSpPr txBox="1"/>
            <p:nvPr/>
          </p:nvSpPr>
          <p:spPr>
            <a:xfrm>
              <a:off x="7801496" y="438750"/>
              <a:ext cx="828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Explanation</a:t>
              </a:r>
              <a:endParaRPr b="1" sz="900">
                <a:solidFill>
                  <a:srgbClr val="EBEDFE"/>
                </a:solidFill>
                <a:latin typeface="Lexend"/>
                <a:ea typeface="Lexend"/>
                <a:cs typeface="Lexend"/>
                <a:sym typeface="Lexend"/>
              </a:endParaRPr>
            </a:p>
          </p:txBody>
        </p:sp>
      </p:grpSp>
      <p:grpSp>
        <p:nvGrpSpPr>
          <p:cNvPr id="363" name="Google Shape;363;p35"/>
          <p:cNvGrpSpPr/>
          <p:nvPr/>
        </p:nvGrpSpPr>
        <p:grpSpPr>
          <a:xfrm>
            <a:off x="8635663" y="1285"/>
            <a:ext cx="499700" cy="576065"/>
            <a:chOff x="8635663" y="1285"/>
            <a:chExt cx="499700" cy="576065"/>
          </a:xfrm>
        </p:grpSpPr>
        <p:pic>
          <p:nvPicPr>
            <p:cNvPr id="364" name="Google Shape;364;p35"/>
            <p:cNvPicPr preferRelativeResize="0"/>
            <p:nvPr/>
          </p:nvPicPr>
          <p:blipFill rotWithShape="1">
            <a:blip r:embed="rId4">
              <a:alphaModFix/>
            </a:blip>
            <a:srcRect b="0" l="0" r="0" t="0"/>
            <a:stretch/>
          </p:blipFill>
          <p:spPr>
            <a:xfrm>
              <a:off x="8635663" y="1285"/>
              <a:ext cx="499700" cy="499700"/>
            </a:xfrm>
            <a:prstGeom prst="rect">
              <a:avLst/>
            </a:prstGeom>
            <a:noFill/>
            <a:ln>
              <a:noFill/>
            </a:ln>
          </p:spPr>
        </p:pic>
        <p:sp>
          <p:nvSpPr>
            <p:cNvPr id="365" name="Google Shape;365;p35"/>
            <p:cNvSpPr txBox="1"/>
            <p:nvPr/>
          </p:nvSpPr>
          <p:spPr>
            <a:xfrm>
              <a:off x="8662913" y="438750"/>
              <a:ext cx="4452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Check</a:t>
              </a:r>
              <a:endParaRPr b="1" sz="900">
                <a:solidFill>
                  <a:srgbClr val="EBEDFE"/>
                </a:solidFill>
                <a:latin typeface="Lexend"/>
                <a:ea typeface="Lexend"/>
                <a:cs typeface="Lexend"/>
                <a:sym typeface="Lexend"/>
              </a:endParaRPr>
            </a:p>
          </p:txBody>
        </p:sp>
      </p:gr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1 I do We do - jade">
  <p:cSld name="TITLE_AND_TWO_COLUMNS_1_1_9_2_2_1_1">
    <p:bg>
      <p:bgPr>
        <a:solidFill>
          <a:srgbClr val="E6F2F2"/>
        </a:solidFill>
      </p:bgPr>
    </p:bg>
    <p:spTree>
      <p:nvGrpSpPr>
        <p:cNvPr id="366" name="Shape 366"/>
        <p:cNvGrpSpPr/>
        <p:nvPr/>
      </p:nvGrpSpPr>
      <p:grpSpPr>
        <a:xfrm>
          <a:off x="0" y="0"/>
          <a:ext cx="0" cy="0"/>
          <a:chOff x="0" y="0"/>
          <a:chExt cx="0" cy="0"/>
        </a:xfrm>
      </p:grpSpPr>
      <p:sp>
        <p:nvSpPr>
          <p:cNvPr id="367" name="Google Shape;367;p36"/>
          <p:cNvSpPr/>
          <p:nvPr/>
        </p:nvSpPr>
        <p:spPr>
          <a:xfrm>
            <a:off x="0" y="18750"/>
            <a:ext cx="4572300" cy="5143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368" name="Google Shape;368;p36"/>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369" name="Google Shape;369;p36"/>
          <p:cNvSpPr/>
          <p:nvPr/>
        </p:nvSpPr>
        <p:spPr>
          <a:xfrm>
            <a:off x="-1" y="-2"/>
            <a:ext cx="9144300" cy="5403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0" name="Google Shape;370;p36"/>
          <p:cNvSpPr txBox="1"/>
          <p:nvPr>
            <p:ph idx="1" type="subTitle"/>
          </p:nvPr>
        </p:nvSpPr>
        <p:spPr>
          <a:xfrm>
            <a:off x="337825" y="810000"/>
            <a:ext cx="3982200" cy="4010400"/>
          </a:xfrm>
          <a:prstGeom prst="rect">
            <a:avLst/>
          </a:prstGeom>
        </p:spPr>
        <p:txBody>
          <a:bodyPr anchorCtr="0" anchor="t" bIns="0" lIns="0" spcFirstLastPara="1" rIns="0" wrap="square" tIns="0">
            <a:noAutofit/>
          </a:bodyPr>
          <a:lstStyle>
            <a:lvl1pPr lvl="0" rtl="0">
              <a:spcBef>
                <a:spcPts val="0"/>
              </a:spcBef>
              <a:spcAft>
                <a:spcPts val="0"/>
              </a:spcAft>
              <a:buSzPts val="1800"/>
              <a:buNone/>
              <a:defRPr sz="1800"/>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371" name="Google Shape;371;p36"/>
          <p:cNvSpPr txBox="1"/>
          <p:nvPr>
            <p:ph idx="2" type="subTitle"/>
          </p:nvPr>
        </p:nvSpPr>
        <p:spPr>
          <a:xfrm>
            <a:off x="4824000" y="810000"/>
            <a:ext cx="3982200" cy="4010400"/>
          </a:xfrm>
          <a:prstGeom prst="rect">
            <a:avLst/>
          </a:prstGeom>
        </p:spPr>
        <p:txBody>
          <a:bodyPr anchorCtr="0" anchor="t" bIns="0" lIns="0" spcFirstLastPara="1" rIns="0" wrap="square" tIns="0">
            <a:noAutofit/>
          </a:bodyPr>
          <a:lstStyle>
            <a:lvl1pPr lvl="0" rtl="0">
              <a:spcBef>
                <a:spcPts val="0"/>
              </a:spcBef>
              <a:spcAft>
                <a:spcPts val="0"/>
              </a:spcAft>
              <a:buSzPts val="1800"/>
              <a:buNone/>
              <a:defRPr sz="1800"/>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372" name="Google Shape;372;p36"/>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grpSp>
        <p:nvGrpSpPr>
          <p:cNvPr id="373" name="Google Shape;373;p36"/>
          <p:cNvGrpSpPr/>
          <p:nvPr/>
        </p:nvGrpSpPr>
        <p:grpSpPr>
          <a:xfrm>
            <a:off x="7834231" y="1285"/>
            <a:ext cx="828900" cy="576065"/>
            <a:chOff x="7801496" y="1285"/>
            <a:chExt cx="828900" cy="576065"/>
          </a:xfrm>
        </p:grpSpPr>
        <p:pic>
          <p:nvPicPr>
            <p:cNvPr id="374" name="Google Shape;374;p36"/>
            <p:cNvPicPr preferRelativeResize="0"/>
            <p:nvPr/>
          </p:nvPicPr>
          <p:blipFill rotWithShape="1">
            <a:blip r:embed="rId3">
              <a:alphaModFix/>
            </a:blip>
            <a:srcRect b="0" l="0" r="0" t="0"/>
            <a:stretch/>
          </p:blipFill>
          <p:spPr>
            <a:xfrm>
              <a:off x="7966096" y="1285"/>
              <a:ext cx="499700" cy="499700"/>
            </a:xfrm>
            <a:prstGeom prst="rect">
              <a:avLst/>
            </a:prstGeom>
            <a:noFill/>
            <a:ln>
              <a:noFill/>
            </a:ln>
          </p:spPr>
        </p:pic>
        <p:sp>
          <p:nvSpPr>
            <p:cNvPr id="375" name="Google Shape;375;p36"/>
            <p:cNvSpPr txBox="1"/>
            <p:nvPr/>
          </p:nvSpPr>
          <p:spPr>
            <a:xfrm>
              <a:off x="7801496" y="438750"/>
              <a:ext cx="828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Explanation</a:t>
              </a:r>
              <a:endParaRPr b="1" sz="900">
                <a:solidFill>
                  <a:srgbClr val="E6F2F2"/>
                </a:solidFill>
                <a:latin typeface="Lexend"/>
                <a:ea typeface="Lexend"/>
                <a:cs typeface="Lexend"/>
                <a:sym typeface="Lexend"/>
              </a:endParaRPr>
            </a:p>
          </p:txBody>
        </p:sp>
      </p:grpSp>
      <p:grpSp>
        <p:nvGrpSpPr>
          <p:cNvPr id="376" name="Google Shape;376;p36"/>
          <p:cNvGrpSpPr/>
          <p:nvPr/>
        </p:nvGrpSpPr>
        <p:grpSpPr>
          <a:xfrm>
            <a:off x="8635663" y="1285"/>
            <a:ext cx="499700" cy="576065"/>
            <a:chOff x="8635663" y="1285"/>
            <a:chExt cx="499700" cy="576065"/>
          </a:xfrm>
        </p:grpSpPr>
        <p:pic>
          <p:nvPicPr>
            <p:cNvPr id="377" name="Google Shape;377;p36"/>
            <p:cNvPicPr preferRelativeResize="0"/>
            <p:nvPr/>
          </p:nvPicPr>
          <p:blipFill rotWithShape="1">
            <a:blip r:embed="rId4">
              <a:alphaModFix/>
            </a:blip>
            <a:srcRect b="0" l="0" r="0" t="0"/>
            <a:stretch/>
          </p:blipFill>
          <p:spPr>
            <a:xfrm>
              <a:off x="8635663" y="1285"/>
              <a:ext cx="499700" cy="499700"/>
            </a:xfrm>
            <a:prstGeom prst="rect">
              <a:avLst/>
            </a:prstGeom>
            <a:noFill/>
            <a:ln>
              <a:noFill/>
            </a:ln>
          </p:spPr>
        </p:pic>
        <p:sp>
          <p:nvSpPr>
            <p:cNvPr id="378" name="Google Shape;378;p36"/>
            <p:cNvSpPr txBox="1"/>
            <p:nvPr/>
          </p:nvSpPr>
          <p:spPr>
            <a:xfrm>
              <a:off x="8662913" y="438750"/>
              <a:ext cx="4452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Check</a:t>
              </a:r>
              <a:endParaRPr b="1" sz="900">
                <a:solidFill>
                  <a:srgbClr val="E6F2F2"/>
                </a:solidFill>
                <a:latin typeface="Lexend"/>
                <a:ea typeface="Lexend"/>
                <a:cs typeface="Lexend"/>
                <a:sym typeface="Lexend"/>
              </a:endParaRPr>
            </a:p>
          </p:txBody>
        </p:sp>
      </p:gr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1 I do We do - blue">
  <p:cSld name="TITLE_AND_TWO_COLUMNS_1_1_9_2_3">
    <p:bg>
      <p:bgPr>
        <a:solidFill>
          <a:srgbClr val="EBEDFE"/>
        </a:solidFill>
      </p:bgPr>
    </p:bg>
    <p:spTree>
      <p:nvGrpSpPr>
        <p:cNvPr id="379" name="Shape 379"/>
        <p:cNvGrpSpPr/>
        <p:nvPr/>
      </p:nvGrpSpPr>
      <p:grpSpPr>
        <a:xfrm>
          <a:off x="0" y="0"/>
          <a:ext cx="0" cy="0"/>
          <a:chOff x="0" y="0"/>
          <a:chExt cx="0" cy="0"/>
        </a:xfrm>
      </p:grpSpPr>
      <p:sp>
        <p:nvSpPr>
          <p:cNvPr id="380" name="Google Shape;380;p37"/>
          <p:cNvSpPr/>
          <p:nvPr/>
        </p:nvSpPr>
        <p:spPr>
          <a:xfrm>
            <a:off x="0" y="18750"/>
            <a:ext cx="4572300" cy="5124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381" name="Google Shape;381;p37"/>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382" name="Google Shape;382;p37"/>
          <p:cNvSpPr/>
          <p:nvPr/>
        </p:nvSpPr>
        <p:spPr>
          <a:xfrm>
            <a:off x="-1" y="-2"/>
            <a:ext cx="9144300" cy="540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3" name="Google Shape;383;p37"/>
          <p:cNvSpPr txBox="1"/>
          <p:nvPr>
            <p:ph idx="1" type="subTitle"/>
          </p:nvPr>
        </p:nvSpPr>
        <p:spPr>
          <a:xfrm>
            <a:off x="337825" y="810000"/>
            <a:ext cx="3982200" cy="4010400"/>
          </a:xfrm>
          <a:prstGeom prst="rect">
            <a:avLst/>
          </a:prstGeom>
        </p:spPr>
        <p:txBody>
          <a:bodyPr anchorCtr="0" anchor="t" bIns="0" lIns="0" spcFirstLastPara="1" rIns="0" wrap="square" tIns="0">
            <a:noAutofit/>
          </a:bodyPr>
          <a:lstStyle>
            <a:lvl1pPr lvl="0" rtl="0">
              <a:spcBef>
                <a:spcPts val="0"/>
              </a:spcBef>
              <a:spcAft>
                <a:spcPts val="0"/>
              </a:spcAft>
              <a:buSzPts val="1800"/>
              <a:buNone/>
              <a:defRPr sz="1800"/>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384" name="Google Shape;384;p37"/>
          <p:cNvSpPr txBox="1"/>
          <p:nvPr>
            <p:ph idx="2" type="subTitle"/>
          </p:nvPr>
        </p:nvSpPr>
        <p:spPr>
          <a:xfrm>
            <a:off x="4824000" y="810000"/>
            <a:ext cx="3982200" cy="4010400"/>
          </a:xfrm>
          <a:prstGeom prst="rect">
            <a:avLst/>
          </a:prstGeom>
        </p:spPr>
        <p:txBody>
          <a:bodyPr anchorCtr="0" anchor="t" bIns="0" lIns="0" spcFirstLastPara="1" rIns="0" wrap="square" tIns="0">
            <a:noAutofit/>
          </a:bodyPr>
          <a:lstStyle>
            <a:lvl1pPr lvl="0" rtl="0">
              <a:spcBef>
                <a:spcPts val="0"/>
              </a:spcBef>
              <a:spcAft>
                <a:spcPts val="0"/>
              </a:spcAft>
              <a:buSzPts val="1800"/>
              <a:buNone/>
              <a:defRPr sz="1800"/>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385" name="Google Shape;385;p37"/>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grpSp>
        <p:nvGrpSpPr>
          <p:cNvPr id="386" name="Google Shape;386;p37"/>
          <p:cNvGrpSpPr/>
          <p:nvPr/>
        </p:nvGrpSpPr>
        <p:grpSpPr>
          <a:xfrm>
            <a:off x="7834231" y="1285"/>
            <a:ext cx="828900" cy="576065"/>
            <a:chOff x="7801496" y="1285"/>
            <a:chExt cx="828900" cy="576065"/>
          </a:xfrm>
        </p:grpSpPr>
        <p:pic>
          <p:nvPicPr>
            <p:cNvPr id="387" name="Google Shape;387;p37"/>
            <p:cNvPicPr preferRelativeResize="0"/>
            <p:nvPr/>
          </p:nvPicPr>
          <p:blipFill rotWithShape="1">
            <a:blip r:embed="rId3">
              <a:alphaModFix/>
            </a:blip>
            <a:srcRect b="0" l="0" r="0" t="0"/>
            <a:stretch/>
          </p:blipFill>
          <p:spPr>
            <a:xfrm>
              <a:off x="7966096" y="1285"/>
              <a:ext cx="499700" cy="499700"/>
            </a:xfrm>
            <a:prstGeom prst="rect">
              <a:avLst/>
            </a:prstGeom>
            <a:noFill/>
            <a:ln>
              <a:noFill/>
            </a:ln>
          </p:spPr>
        </p:pic>
        <p:sp>
          <p:nvSpPr>
            <p:cNvPr id="388" name="Google Shape;388;p37"/>
            <p:cNvSpPr txBox="1"/>
            <p:nvPr/>
          </p:nvSpPr>
          <p:spPr>
            <a:xfrm>
              <a:off x="7801496" y="438750"/>
              <a:ext cx="828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Explanation</a:t>
              </a:r>
              <a:endParaRPr b="1" sz="900">
                <a:solidFill>
                  <a:srgbClr val="E6F2F2"/>
                </a:solidFill>
                <a:latin typeface="Lexend"/>
                <a:ea typeface="Lexend"/>
                <a:cs typeface="Lexend"/>
                <a:sym typeface="Lexend"/>
              </a:endParaRPr>
            </a:p>
          </p:txBody>
        </p:sp>
      </p:grpSp>
      <p:grpSp>
        <p:nvGrpSpPr>
          <p:cNvPr id="389" name="Google Shape;389;p37"/>
          <p:cNvGrpSpPr/>
          <p:nvPr/>
        </p:nvGrpSpPr>
        <p:grpSpPr>
          <a:xfrm>
            <a:off x="8635663" y="1285"/>
            <a:ext cx="499700" cy="576065"/>
            <a:chOff x="8635663" y="1285"/>
            <a:chExt cx="499700" cy="576065"/>
          </a:xfrm>
        </p:grpSpPr>
        <p:pic>
          <p:nvPicPr>
            <p:cNvPr id="390" name="Google Shape;390;p37"/>
            <p:cNvPicPr preferRelativeResize="0"/>
            <p:nvPr/>
          </p:nvPicPr>
          <p:blipFill rotWithShape="1">
            <a:blip r:embed="rId4">
              <a:alphaModFix/>
            </a:blip>
            <a:srcRect b="0" l="0" r="0" t="0"/>
            <a:stretch/>
          </p:blipFill>
          <p:spPr>
            <a:xfrm>
              <a:off x="8635663" y="1285"/>
              <a:ext cx="499700" cy="499700"/>
            </a:xfrm>
            <a:prstGeom prst="rect">
              <a:avLst/>
            </a:prstGeom>
            <a:noFill/>
            <a:ln>
              <a:noFill/>
            </a:ln>
          </p:spPr>
        </p:pic>
        <p:sp>
          <p:nvSpPr>
            <p:cNvPr id="391" name="Google Shape;391;p37"/>
            <p:cNvSpPr txBox="1"/>
            <p:nvPr/>
          </p:nvSpPr>
          <p:spPr>
            <a:xfrm>
              <a:off x="8662913" y="438750"/>
              <a:ext cx="4452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Check</a:t>
              </a:r>
              <a:endParaRPr b="1" sz="900">
                <a:solidFill>
                  <a:srgbClr val="E6F2F2"/>
                </a:solidFill>
                <a:latin typeface="Lexend"/>
                <a:ea typeface="Lexend"/>
                <a:cs typeface="Lexend"/>
                <a:sym typeface="Lexend"/>
              </a:endParaRPr>
            </a:p>
          </p:txBody>
        </p:sp>
      </p:gr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1 I do We do - pink">
  <p:cSld name="TITLE_AND_TWO_COLUMNS_1_1_9_2_2_1_1_1">
    <p:bg>
      <p:bgPr>
        <a:solidFill>
          <a:srgbClr val="FAEAF6"/>
        </a:solidFill>
      </p:bgPr>
    </p:bg>
    <p:spTree>
      <p:nvGrpSpPr>
        <p:cNvPr id="392" name="Shape 392"/>
        <p:cNvGrpSpPr/>
        <p:nvPr/>
      </p:nvGrpSpPr>
      <p:grpSpPr>
        <a:xfrm>
          <a:off x="0" y="0"/>
          <a:ext cx="0" cy="0"/>
          <a:chOff x="0" y="0"/>
          <a:chExt cx="0" cy="0"/>
        </a:xfrm>
      </p:grpSpPr>
      <p:sp>
        <p:nvSpPr>
          <p:cNvPr id="393" name="Google Shape;393;p38"/>
          <p:cNvSpPr/>
          <p:nvPr/>
        </p:nvSpPr>
        <p:spPr>
          <a:xfrm>
            <a:off x="0" y="18750"/>
            <a:ext cx="4572300" cy="5143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394" name="Google Shape;394;p38"/>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395" name="Google Shape;395;p38"/>
          <p:cNvSpPr/>
          <p:nvPr/>
        </p:nvSpPr>
        <p:spPr>
          <a:xfrm>
            <a:off x="0" y="1"/>
            <a:ext cx="9144300" cy="5403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6" name="Google Shape;396;p38"/>
          <p:cNvSpPr txBox="1"/>
          <p:nvPr>
            <p:ph idx="1" type="subTitle"/>
          </p:nvPr>
        </p:nvSpPr>
        <p:spPr>
          <a:xfrm>
            <a:off x="337825" y="810000"/>
            <a:ext cx="3982200" cy="4010400"/>
          </a:xfrm>
          <a:prstGeom prst="rect">
            <a:avLst/>
          </a:prstGeom>
        </p:spPr>
        <p:txBody>
          <a:bodyPr anchorCtr="0" anchor="t" bIns="0" lIns="0" spcFirstLastPara="1" rIns="0" wrap="square" tIns="0">
            <a:noAutofit/>
          </a:bodyPr>
          <a:lstStyle>
            <a:lvl1pPr lvl="0" rtl="0">
              <a:spcBef>
                <a:spcPts val="0"/>
              </a:spcBef>
              <a:spcAft>
                <a:spcPts val="0"/>
              </a:spcAft>
              <a:buSzPts val="1800"/>
              <a:buNone/>
              <a:defRPr sz="1800"/>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397" name="Google Shape;397;p38"/>
          <p:cNvSpPr txBox="1"/>
          <p:nvPr>
            <p:ph idx="2" type="subTitle"/>
          </p:nvPr>
        </p:nvSpPr>
        <p:spPr>
          <a:xfrm>
            <a:off x="4824000" y="810000"/>
            <a:ext cx="3982200" cy="4010400"/>
          </a:xfrm>
          <a:prstGeom prst="rect">
            <a:avLst/>
          </a:prstGeom>
        </p:spPr>
        <p:txBody>
          <a:bodyPr anchorCtr="0" anchor="t" bIns="0" lIns="0" spcFirstLastPara="1" rIns="0" wrap="square" tIns="0">
            <a:noAutofit/>
          </a:bodyPr>
          <a:lstStyle>
            <a:lvl1pPr lvl="0" rtl="0">
              <a:spcBef>
                <a:spcPts val="0"/>
              </a:spcBef>
              <a:spcAft>
                <a:spcPts val="0"/>
              </a:spcAft>
              <a:buSzPts val="1800"/>
              <a:buNone/>
              <a:defRPr sz="1800"/>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398" name="Google Shape;398;p38"/>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grpSp>
        <p:nvGrpSpPr>
          <p:cNvPr id="399" name="Google Shape;399;p38"/>
          <p:cNvGrpSpPr/>
          <p:nvPr/>
        </p:nvGrpSpPr>
        <p:grpSpPr>
          <a:xfrm>
            <a:off x="7834231" y="1285"/>
            <a:ext cx="828900" cy="576065"/>
            <a:chOff x="7801496" y="1285"/>
            <a:chExt cx="828900" cy="576065"/>
          </a:xfrm>
        </p:grpSpPr>
        <p:pic>
          <p:nvPicPr>
            <p:cNvPr id="400" name="Google Shape;400;p38"/>
            <p:cNvPicPr preferRelativeResize="0"/>
            <p:nvPr/>
          </p:nvPicPr>
          <p:blipFill rotWithShape="1">
            <a:blip r:embed="rId3">
              <a:alphaModFix/>
            </a:blip>
            <a:srcRect b="0" l="0" r="0" t="0"/>
            <a:stretch/>
          </p:blipFill>
          <p:spPr>
            <a:xfrm>
              <a:off x="7966096" y="1285"/>
              <a:ext cx="499700" cy="499700"/>
            </a:xfrm>
            <a:prstGeom prst="rect">
              <a:avLst/>
            </a:prstGeom>
            <a:noFill/>
            <a:ln>
              <a:noFill/>
            </a:ln>
          </p:spPr>
        </p:pic>
        <p:sp>
          <p:nvSpPr>
            <p:cNvPr id="401" name="Google Shape;401;p38"/>
            <p:cNvSpPr txBox="1"/>
            <p:nvPr/>
          </p:nvSpPr>
          <p:spPr>
            <a:xfrm>
              <a:off x="7801496" y="438750"/>
              <a:ext cx="828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Explanation</a:t>
              </a:r>
              <a:endParaRPr b="1" sz="900">
                <a:solidFill>
                  <a:srgbClr val="FAEAF6"/>
                </a:solidFill>
                <a:latin typeface="Lexend"/>
                <a:ea typeface="Lexend"/>
                <a:cs typeface="Lexend"/>
                <a:sym typeface="Lexend"/>
              </a:endParaRPr>
            </a:p>
          </p:txBody>
        </p:sp>
      </p:grpSp>
      <p:grpSp>
        <p:nvGrpSpPr>
          <p:cNvPr id="402" name="Google Shape;402;p38"/>
          <p:cNvGrpSpPr/>
          <p:nvPr/>
        </p:nvGrpSpPr>
        <p:grpSpPr>
          <a:xfrm>
            <a:off x="8635663" y="1285"/>
            <a:ext cx="499700" cy="576065"/>
            <a:chOff x="8635663" y="1285"/>
            <a:chExt cx="499700" cy="576065"/>
          </a:xfrm>
        </p:grpSpPr>
        <p:pic>
          <p:nvPicPr>
            <p:cNvPr id="403" name="Google Shape;403;p38"/>
            <p:cNvPicPr preferRelativeResize="0"/>
            <p:nvPr/>
          </p:nvPicPr>
          <p:blipFill rotWithShape="1">
            <a:blip r:embed="rId4">
              <a:alphaModFix/>
            </a:blip>
            <a:srcRect b="0" l="0" r="0" t="0"/>
            <a:stretch/>
          </p:blipFill>
          <p:spPr>
            <a:xfrm>
              <a:off x="8635663" y="1285"/>
              <a:ext cx="499700" cy="499700"/>
            </a:xfrm>
            <a:prstGeom prst="rect">
              <a:avLst/>
            </a:prstGeom>
            <a:noFill/>
            <a:ln>
              <a:noFill/>
            </a:ln>
          </p:spPr>
        </p:pic>
        <p:sp>
          <p:nvSpPr>
            <p:cNvPr id="404" name="Google Shape;404;p38"/>
            <p:cNvSpPr txBox="1"/>
            <p:nvPr/>
          </p:nvSpPr>
          <p:spPr>
            <a:xfrm>
              <a:off x="8662913" y="438750"/>
              <a:ext cx="4452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Check</a:t>
              </a:r>
              <a:endParaRPr b="1" sz="900">
                <a:solidFill>
                  <a:srgbClr val="FAEAF6"/>
                </a:solidFill>
                <a:latin typeface="Lexend"/>
                <a:ea typeface="Lexend"/>
                <a:cs typeface="Lexend"/>
                <a:sym typeface="Lexend"/>
              </a:endParaRPr>
            </a:p>
          </p:txBody>
        </p:sp>
      </p:gr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2 CfU true/false/why - purple">
  <p:cSld name="TITLE_AND_TWO_COLUMNS_1_1_9_1_3_1">
    <p:bg>
      <p:bgPr>
        <a:solidFill>
          <a:srgbClr val="F3EEFB"/>
        </a:solidFill>
      </p:bgPr>
    </p:bg>
    <p:spTree>
      <p:nvGrpSpPr>
        <p:cNvPr id="405" name="Shape 405"/>
        <p:cNvGrpSpPr/>
        <p:nvPr/>
      </p:nvGrpSpPr>
      <p:grpSpPr>
        <a:xfrm>
          <a:off x="0" y="0"/>
          <a:ext cx="0" cy="0"/>
          <a:chOff x="0" y="0"/>
          <a:chExt cx="0" cy="0"/>
        </a:xfrm>
      </p:grpSpPr>
      <p:pic>
        <p:nvPicPr>
          <p:cNvPr id="406" name="Google Shape;406;p39"/>
          <p:cNvPicPr preferRelativeResize="0"/>
          <p:nvPr/>
        </p:nvPicPr>
        <p:blipFill>
          <a:blip r:embed="rId2">
            <a:alphaModFix/>
          </a:blip>
          <a:stretch>
            <a:fillRect/>
          </a:stretch>
        </p:blipFill>
        <p:spPr>
          <a:xfrm>
            <a:off x="2429763" y="2085316"/>
            <a:ext cx="457425" cy="457425"/>
          </a:xfrm>
          <a:prstGeom prst="rect">
            <a:avLst/>
          </a:prstGeom>
          <a:noFill/>
          <a:ln>
            <a:noFill/>
          </a:ln>
        </p:spPr>
      </p:pic>
      <p:pic>
        <p:nvPicPr>
          <p:cNvPr id="407" name="Google Shape;407;p39"/>
          <p:cNvPicPr preferRelativeResize="0"/>
          <p:nvPr/>
        </p:nvPicPr>
        <p:blipFill>
          <a:blip r:embed="rId2">
            <a:alphaModFix/>
          </a:blip>
          <a:stretch>
            <a:fillRect/>
          </a:stretch>
        </p:blipFill>
        <p:spPr>
          <a:xfrm>
            <a:off x="4823988" y="2085316"/>
            <a:ext cx="457425" cy="457425"/>
          </a:xfrm>
          <a:prstGeom prst="rect">
            <a:avLst/>
          </a:prstGeom>
          <a:noFill/>
          <a:ln>
            <a:noFill/>
          </a:ln>
        </p:spPr>
      </p:pic>
      <p:pic>
        <p:nvPicPr>
          <p:cNvPr id="408" name="Google Shape;408;p39"/>
          <p:cNvPicPr preferRelativeResize="0"/>
          <p:nvPr/>
        </p:nvPicPr>
        <p:blipFill>
          <a:blip r:embed="rId3">
            <a:alphaModFix/>
          </a:blip>
          <a:stretch>
            <a:fillRect/>
          </a:stretch>
        </p:blipFill>
        <p:spPr>
          <a:xfrm>
            <a:off x="0" y="532525"/>
            <a:ext cx="9151202" cy="116709"/>
          </a:xfrm>
          <a:prstGeom prst="rect">
            <a:avLst/>
          </a:prstGeom>
          <a:noFill/>
          <a:ln>
            <a:noFill/>
          </a:ln>
        </p:spPr>
      </p:pic>
      <p:sp>
        <p:nvSpPr>
          <p:cNvPr id="409" name="Google Shape;409;p39"/>
          <p:cNvSpPr/>
          <p:nvPr/>
        </p:nvSpPr>
        <p:spPr>
          <a:xfrm>
            <a:off x="-1" y="-2"/>
            <a:ext cx="9144300" cy="5403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0" name="Google Shape;410;p39"/>
          <p:cNvSpPr txBox="1"/>
          <p:nvPr/>
        </p:nvSpPr>
        <p:spPr>
          <a:xfrm>
            <a:off x="3025325" y="2144675"/>
            <a:ext cx="12891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True</a:t>
            </a:r>
            <a:endParaRPr b="1" sz="2200">
              <a:solidFill>
                <a:schemeClr val="dk1"/>
              </a:solidFill>
              <a:latin typeface="Lexend"/>
              <a:ea typeface="Lexend"/>
              <a:cs typeface="Lexend"/>
              <a:sym typeface="Lexend"/>
            </a:endParaRPr>
          </a:p>
        </p:txBody>
      </p:sp>
      <p:sp>
        <p:nvSpPr>
          <p:cNvPr id="411" name="Google Shape;411;p39"/>
          <p:cNvSpPr txBox="1"/>
          <p:nvPr/>
        </p:nvSpPr>
        <p:spPr>
          <a:xfrm>
            <a:off x="5431100" y="2121950"/>
            <a:ext cx="10602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False</a:t>
            </a:r>
            <a:endParaRPr b="1" sz="2200">
              <a:solidFill>
                <a:schemeClr val="dk1"/>
              </a:solidFill>
              <a:latin typeface="Lexend"/>
              <a:ea typeface="Lexend"/>
              <a:cs typeface="Lexend"/>
              <a:sym typeface="Lexend"/>
            </a:endParaRPr>
          </a:p>
        </p:txBody>
      </p:sp>
      <p:sp>
        <p:nvSpPr>
          <p:cNvPr id="412" name="Google Shape;412;p39"/>
          <p:cNvSpPr txBox="1"/>
          <p:nvPr>
            <p:ph idx="1" type="subTitle"/>
          </p:nvPr>
        </p:nvSpPr>
        <p:spPr>
          <a:xfrm>
            <a:off x="324000" y="3577125"/>
            <a:ext cx="8109300" cy="730800"/>
          </a:xfrm>
          <a:prstGeom prst="rect">
            <a:avLst/>
          </a:prstGeom>
        </p:spPr>
        <p:txBody>
          <a:bodyPr anchorCtr="0" anchor="t" bIns="0" lIns="0" spcFirstLastPara="1" rIns="0" wrap="square" tIns="0">
            <a:noAutofit/>
          </a:bodyPr>
          <a:lstStyle>
            <a:lvl1pPr lvl="0" rtl="0">
              <a:spcBef>
                <a:spcPts val="0"/>
              </a:spcBef>
              <a:spcAft>
                <a:spcPts val="0"/>
              </a:spcAft>
              <a:buSzPts val="2200"/>
              <a:buFont typeface="Kalam"/>
              <a:buNone/>
              <a:defRPr sz="2200">
                <a:latin typeface="Kalam"/>
                <a:ea typeface="Kalam"/>
                <a:cs typeface="Kalam"/>
                <a:sym typeface="Kalam"/>
              </a:defRPr>
            </a:lvl1pPr>
            <a:lvl2pPr lvl="1" rtl="0">
              <a:spcBef>
                <a:spcPts val="1000"/>
              </a:spcBef>
              <a:spcAft>
                <a:spcPts val="0"/>
              </a:spcAft>
              <a:buSzPts val="2100"/>
              <a:buFont typeface="Kalam"/>
              <a:buNone/>
              <a:defRPr>
                <a:latin typeface="Kalam"/>
                <a:ea typeface="Kalam"/>
                <a:cs typeface="Kalam"/>
                <a:sym typeface="Kalam"/>
              </a:defRPr>
            </a:lvl2pPr>
            <a:lvl3pPr lvl="2" rtl="0">
              <a:spcBef>
                <a:spcPts val="1000"/>
              </a:spcBef>
              <a:spcAft>
                <a:spcPts val="0"/>
              </a:spcAft>
              <a:buSzPts val="2000"/>
              <a:buFont typeface="Kalam"/>
              <a:buNone/>
              <a:defRPr>
                <a:latin typeface="Kalam"/>
                <a:ea typeface="Kalam"/>
                <a:cs typeface="Kalam"/>
                <a:sym typeface="Kalam"/>
              </a:defRPr>
            </a:lvl3pPr>
            <a:lvl4pPr lvl="3" rtl="0">
              <a:spcBef>
                <a:spcPts val="800"/>
              </a:spcBef>
              <a:spcAft>
                <a:spcPts val="0"/>
              </a:spcAft>
              <a:buSzPts val="1900"/>
              <a:buFont typeface="Kalam"/>
              <a:buNone/>
              <a:defRPr>
                <a:latin typeface="Kalam"/>
                <a:ea typeface="Kalam"/>
                <a:cs typeface="Kalam"/>
                <a:sym typeface="Kalam"/>
              </a:defRPr>
            </a:lvl4pPr>
            <a:lvl5pPr lvl="4" rtl="0">
              <a:spcBef>
                <a:spcPts val="800"/>
              </a:spcBef>
              <a:spcAft>
                <a:spcPts val="0"/>
              </a:spcAft>
              <a:buSzPts val="1800"/>
              <a:buFont typeface="Kalam"/>
              <a:buNone/>
              <a:defRPr>
                <a:latin typeface="Kalam"/>
                <a:ea typeface="Kalam"/>
                <a:cs typeface="Kalam"/>
                <a:sym typeface="Kalam"/>
              </a:defRPr>
            </a:lvl5pPr>
            <a:lvl6pPr lvl="5" rtl="0">
              <a:spcBef>
                <a:spcPts val="600"/>
              </a:spcBef>
              <a:spcAft>
                <a:spcPts val="0"/>
              </a:spcAft>
              <a:buSzPts val="1800"/>
              <a:buFont typeface="Kalam"/>
              <a:buNone/>
              <a:defRPr>
                <a:latin typeface="Kalam"/>
                <a:ea typeface="Kalam"/>
                <a:cs typeface="Kalam"/>
                <a:sym typeface="Kalam"/>
              </a:defRPr>
            </a:lvl6pPr>
            <a:lvl7pPr lvl="6" rtl="0">
              <a:spcBef>
                <a:spcPts val="600"/>
              </a:spcBef>
              <a:spcAft>
                <a:spcPts val="0"/>
              </a:spcAft>
              <a:buSzPts val="1800"/>
              <a:buFont typeface="Kalam"/>
              <a:buNone/>
              <a:defRPr>
                <a:latin typeface="Kalam"/>
                <a:ea typeface="Kalam"/>
                <a:cs typeface="Kalam"/>
                <a:sym typeface="Kalam"/>
              </a:defRPr>
            </a:lvl7pPr>
            <a:lvl8pPr lvl="7" rtl="0">
              <a:spcBef>
                <a:spcPts val="400"/>
              </a:spcBef>
              <a:spcAft>
                <a:spcPts val="0"/>
              </a:spcAft>
              <a:buSzPts val="1800"/>
              <a:buFont typeface="Kalam"/>
              <a:buNone/>
              <a:defRPr>
                <a:latin typeface="Kalam"/>
                <a:ea typeface="Kalam"/>
                <a:cs typeface="Kalam"/>
                <a:sym typeface="Kalam"/>
              </a:defRPr>
            </a:lvl8pPr>
            <a:lvl9pPr lvl="8" rtl="0">
              <a:spcBef>
                <a:spcPts val="400"/>
              </a:spcBef>
              <a:spcAft>
                <a:spcPts val="200"/>
              </a:spcAft>
              <a:buSzPts val="1800"/>
              <a:buNone/>
              <a:defRPr/>
            </a:lvl9pPr>
          </a:lstStyle>
          <a:p/>
        </p:txBody>
      </p:sp>
      <p:sp>
        <p:nvSpPr>
          <p:cNvPr id="413" name="Google Shape;413;p39"/>
          <p:cNvSpPr txBox="1"/>
          <p:nvPr>
            <p:ph idx="2" type="subTitle"/>
          </p:nvPr>
        </p:nvSpPr>
        <p:spPr>
          <a:xfrm>
            <a:off x="324000" y="1080000"/>
            <a:ext cx="6722400" cy="2505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14" name="Google Shape;414;p39"/>
          <p:cNvSpPr txBox="1"/>
          <p:nvPr/>
        </p:nvSpPr>
        <p:spPr>
          <a:xfrm>
            <a:off x="324000" y="660750"/>
            <a:ext cx="2189100" cy="3693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True or false?</a:t>
            </a:r>
            <a:r>
              <a:rPr lang="en-GB" sz="2400">
                <a:solidFill>
                  <a:schemeClr val="dk1"/>
                </a:solidFill>
                <a:latin typeface="ABeeZee"/>
                <a:ea typeface="ABeeZee"/>
                <a:cs typeface="ABeeZee"/>
                <a:sym typeface="ABeeZee"/>
              </a:rPr>
              <a:t> </a:t>
            </a:r>
            <a:endParaRPr sz="2400">
              <a:solidFill>
                <a:schemeClr val="dk1"/>
              </a:solidFill>
              <a:latin typeface="ABeeZee"/>
              <a:ea typeface="ABeeZee"/>
              <a:cs typeface="ABeeZee"/>
              <a:sym typeface="ABeeZee"/>
            </a:endParaRPr>
          </a:p>
        </p:txBody>
      </p:sp>
      <p:sp>
        <p:nvSpPr>
          <p:cNvPr id="415" name="Google Shape;415;p39"/>
          <p:cNvSpPr txBox="1"/>
          <p:nvPr/>
        </p:nvSpPr>
        <p:spPr>
          <a:xfrm>
            <a:off x="2454488" y="2175413"/>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chemeClr val="lt1"/>
                </a:solidFill>
                <a:latin typeface="Lexend"/>
                <a:ea typeface="Lexend"/>
                <a:cs typeface="Lexend"/>
                <a:sym typeface="Lexend"/>
              </a:rPr>
              <a:t>T</a:t>
            </a:r>
            <a:endParaRPr b="1" sz="1800">
              <a:solidFill>
                <a:schemeClr val="lt1"/>
              </a:solidFill>
              <a:latin typeface="Lexend"/>
              <a:ea typeface="Lexend"/>
              <a:cs typeface="Lexend"/>
              <a:sym typeface="Lexend"/>
            </a:endParaRPr>
          </a:p>
        </p:txBody>
      </p:sp>
      <p:sp>
        <p:nvSpPr>
          <p:cNvPr id="416" name="Google Shape;416;p39"/>
          <p:cNvSpPr txBox="1"/>
          <p:nvPr/>
        </p:nvSpPr>
        <p:spPr>
          <a:xfrm>
            <a:off x="4848713" y="2175413"/>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chemeClr val="lt1"/>
                </a:solidFill>
                <a:latin typeface="Lexend"/>
                <a:ea typeface="Lexend"/>
                <a:cs typeface="Lexend"/>
                <a:sym typeface="Lexend"/>
              </a:rPr>
              <a:t>F</a:t>
            </a:r>
            <a:endParaRPr b="1" sz="1800">
              <a:solidFill>
                <a:schemeClr val="lt1"/>
              </a:solidFill>
              <a:latin typeface="Lexend"/>
              <a:ea typeface="Lexend"/>
              <a:cs typeface="Lexend"/>
              <a:sym typeface="Lexend"/>
            </a:endParaRPr>
          </a:p>
        </p:txBody>
      </p:sp>
      <p:pic>
        <p:nvPicPr>
          <p:cNvPr id="417" name="Google Shape;417;p39"/>
          <p:cNvPicPr preferRelativeResize="0"/>
          <p:nvPr/>
        </p:nvPicPr>
        <p:blipFill rotWithShape="1">
          <a:blip r:embed="rId4">
            <a:alphaModFix/>
          </a:blip>
          <a:srcRect b="0" l="0" r="0" t="0"/>
          <a:stretch/>
        </p:blipFill>
        <p:spPr>
          <a:xfrm>
            <a:off x="8528585" y="-11474"/>
            <a:ext cx="499700" cy="499700"/>
          </a:xfrm>
          <a:prstGeom prst="rect">
            <a:avLst/>
          </a:prstGeom>
          <a:noFill/>
          <a:ln>
            <a:noFill/>
          </a:ln>
        </p:spPr>
      </p:pic>
      <p:sp>
        <p:nvSpPr>
          <p:cNvPr id="418" name="Google Shape;418;p39"/>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3EEFB"/>
                </a:solidFill>
                <a:latin typeface="Lexend"/>
                <a:ea typeface="Lexend"/>
                <a:cs typeface="Lexend"/>
                <a:sym typeface="Lexend"/>
              </a:rPr>
              <a:t>Check</a:t>
            </a:r>
            <a:endParaRPr b="1" sz="900">
              <a:solidFill>
                <a:srgbClr val="F3EEFB"/>
              </a:solidFill>
              <a:latin typeface="Lexend"/>
              <a:ea typeface="Lexend"/>
              <a:cs typeface="Lexend"/>
              <a:sym typeface="Lexend"/>
            </a:endParaRPr>
          </a:p>
        </p:txBody>
      </p:sp>
      <p:sp>
        <p:nvSpPr>
          <p:cNvPr id="419" name="Google Shape;419;p39"/>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2 CfU true/false/why - jade">
  <p:cSld name="TITLE_AND_TWO_COLUMNS_1_1_9_1_3_1_1_1">
    <p:bg>
      <p:bgPr>
        <a:solidFill>
          <a:srgbClr val="E6F2F2"/>
        </a:solidFill>
      </p:bgPr>
    </p:bg>
    <p:spTree>
      <p:nvGrpSpPr>
        <p:cNvPr id="420" name="Shape 420"/>
        <p:cNvGrpSpPr/>
        <p:nvPr/>
      </p:nvGrpSpPr>
      <p:grpSpPr>
        <a:xfrm>
          <a:off x="0" y="0"/>
          <a:ext cx="0" cy="0"/>
          <a:chOff x="0" y="0"/>
          <a:chExt cx="0" cy="0"/>
        </a:xfrm>
      </p:grpSpPr>
      <p:pic>
        <p:nvPicPr>
          <p:cNvPr id="421" name="Google Shape;421;p40"/>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422" name="Google Shape;422;p40"/>
          <p:cNvSpPr/>
          <p:nvPr/>
        </p:nvSpPr>
        <p:spPr>
          <a:xfrm>
            <a:off x="-1" y="-2"/>
            <a:ext cx="9144300" cy="5403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423" name="Google Shape;423;p40"/>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424" name="Google Shape;424;p40"/>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Check</a:t>
            </a:r>
            <a:endParaRPr b="1" sz="900">
              <a:solidFill>
                <a:srgbClr val="E6F2F2"/>
              </a:solidFill>
              <a:latin typeface="Lexend"/>
              <a:ea typeface="Lexend"/>
              <a:cs typeface="Lexend"/>
              <a:sym typeface="Lexend"/>
            </a:endParaRPr>
          </a:p>
        </p:txBody>
      </p:sp>
      <p:sp>
        <p:nvSpPr>
          <p:cNvPr id="425" name="Google Shape;425;p40"/>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426" name="Google Shape;426;p40"/>
          <p:cNvPicPr preferRelativeResize="0"/>
          <p:nvPr/>
        </p:nvPicPr>
        <p:blipFill>
          <a:blip r:embed="rId4">
            <a:alphaModFix/>
          </a:blip>
          <a:stretch>
            <a:fillRect/>
          </a:stretch>
        </p:blipFill>
        <p:spPr>
          <a:xfrm>
            <a:off x="2429763" y="2085316"/>
            <a:ext cx="457425" cy="457425"/>
          </a:xfrm>
          <a:prstGeom prst="rect">
            <a:avLst/>
          </a:prstGeom>
          <a:noFill/>
          <a:ln>
            <a:noFill/>
          </a:ln>
        </p:spPr>
      </p:pic>
      <p:pic>
        <p:nvPicPr>
          <p:cNvPr id="427" name="Google Shape;427;p40"/>
          <p:cNvPicPr preferRelativeResize="0"/>
          <p:nvPr/>
        </p:nvPicPr>
        <p:blipFill>
          <a:blip r:embed="rId4">
            <a:alphaModFix/>
          </a:blip>
          <a:stretch>
            <a:fillRect/>
          </a:stretch>
        </p:blipFill>
        <p:spPr>
          <a:xfrm>
            <a:off x="4823988" y="2085316"/>
            <a:ext cx="457425" cy="457425"/>
          </a:xfrm>
          <a:prstGeom prst="rect">
            <a:avLst/>
          </a:prstGeom>
          <a:noFill/>
          <a:ln>
            <a:noFill/>
          </a:ln>
        </p:spPr>
      </p:pic>
      <p:sp>
        <p:nvSpPr>
          <p:cNvPr id="428" name="Google Shape;428;p40"/>
          <p:cNvSpPr txBox="1"/>
          <p:nvPr/>
        </p:nvSpPr>
        <p:spPr>
          <a:xfrm>
            <a:off x="3025325" y="2144675"/>
            <a:ext cx="12891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True</a:t>
            </a:r>
            <a:endParaRPr b="1" sz="2200">
              <a:solidFill>
                <a:schemeClr val="dk1"/>
              </a:solidFill>
              <a:latin typeface="Lexend"/>
              <a:ea typeface="Lexend"/>
              <a:cs typeface="Lexend"/>
              <a:sym typeface="Lexend"/>
            </a:endParaRPr>
          </a:p>
        </p:txBody>
      </p:sp>
      <p:sp>
        <p:nvSpPr>
          <p:cNvPr id="429" name="Google Shape;429;p40"/>
          <p:cNvSpPr txBox="1"/>
          <p:nvPr/>
        </p:nvSpPr>
        <p:spPr>
          <a:xfrm>
            <a:off x="5431100" y="2121950"/>
            <a:ext cx="10602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False</a:t>
            </a:r>
            <a:endParaRPr b="1" sz="2200">
              <a:solidFill>
                <a:schemeClr val="dk1"/>
              </a:solidFill>
              <a:latin typeface="Lexend"/>
              <a:ea typeface="Lexend"/>
              <a:cs typeface="Lexend"/>
              <a:sym typeface="Lexend"/>
            </a:endParaRPr>
          </a:p>
        </p:txBody>
      </p:sp>
      <p:sp>
        <p:nvSpPr>
          <p:cNvPr id="430" name="Google Shape;430;p40"/>
          <p:cNvSpPr txBox="1"/>
          <p:nvPr>
            <p:ph idx="1" type="subTitle"/>
          </p:nvPr>
        </p:nvSpPr>
        <p:spPr>
          <a:xfrm>
            <a:off x="324000" y="3577125"/>
            <a:ext cx="8109300" cy="730800"/>
          </a:xfrm>
          <a:prstGeom prst="rect">
            <a:avLst/>
          </a:prstGeom>
        </p:spPr>
        <p:txBody>
          <a:bodyPr anchorCtr="0" anchor="t" bIns="0" lIns="0" spcFirstLastPara="1" rIns="0" wrap="square" tIns="0">
            <a:noAutofit/>
          </a:bodyPr>
          <a:lstStyle>
            <a:lvl1pPr lvl="0" rtl="0">
              <a:spcBef>
                <a:spcPts val="0"/>
              </a:spcBef>
              <a:spcAft>
                <a:spcPts val="0"/>
              </a:spcAft>
              <a:buSzPts val="2200"/>
              <a:buFont typeface="Kalam"/>
              <a:buNone/>
              <a:defRPr sz="2200">
                <a:latin typeface="Kalam"/>
                <a:ea typeface="Kalam"/>
                <a:cs typeface="Kalam"/>
                <a:sym typeface="Kalam"/>
              </a:defRPr>
            </a:lvl1pPr>
            <a:lvl2pPr lvl="1" rtl="0">
              <a:spcBef>
                <a:spcPts val="1000"/>
              </a:spcBef>
              <a:spcAft>
                <a:spcPts val="0"/>
              </a:spcAft>
              <a:buSzPts val="2100"/>
              <a:buFont typeface="Kalam"/>
              <a:buNone/>
              <a:defRPr>
                <a:latin typeface="Kalam"/>
                <a:ea typeface="Kalam"/>
                <a:cs typeface="Kalam"/>
                <a:sym typeface="Kalam"/>
              </a:defRPr>
            </a:lvl2pPr>
            <a:lvl3pPr lvl="2" rtl="0">
              <a:spcBef>
                <a:spcPts val="1000"/>
              </a:spcBef>
              <a:spcAft>
                <a:spcPts val="0"/>
              </a:spcAft>
              <a:buSzPts val="2000"/>
              <a:buFont typeface="Kalam"/>
              <a:buNone/>
              <a:defRPr>
                <a:latin typeface="Kalam"/>
                <a:ea typeface="Kalam"/>
                <a:cs typeface="Kalam"/>
                <a:sym typeface="Kalam"/>
              </a:defRPr>
            </a:lvl3pPr>
            <a:lvl4pPr lvl="3" rtl="0">
              <a:spcBef>
                <a:spcPts val="800"/>
              </a:spcBef>
              <a:spcAft>
                <a:spcPts val="0"/>
              </a:spcAft>
              <a:buSzPts val="1900"/>
              <a:buFont typeface="Kalam"/>
              <a:buNone/>
              <a:defRPr>
                <a:latin typeface="Kalam"/>
                <a:ea typeface="Kalam"/>
                <a:cs typeface="Kalam"/>
                <a:sym typeface="Kalam"/>
              </a:defRPr>
            </a:lvl4pPr>
            <a:lvl5pPr lvl="4" rtl="0">
              <a:spcBef>
                <a:spcPts val="800"/>
              </a:spcBef>
              <a:spcAft>
                <a:spcPts val="0"/>
              </a:spcAft>
              <a:buSzPts val="1800"/>
              <a:buFont typeface="Kalam"/>
              <a:buNone/>
              <a:defRPr>
                <a:latin typeface="Kalam"/>
                <a:ea typeface="Kalam"/>
                <a:cs typeface="Kalam"/>
                <a:sym typeface="Kalam"/>
              </a:defRPr>
            </a:lvl5pPr>
            <a:lvl6pPr lvl="5" rtl="0">
              <a:spcBef>
                <a:spcPts val="600"/>
              </a:spcBef>
              <a:spcAft>
                <a:spcPts val="0"/>
              </a:spcAft>
              <a:buSzPts val="1800"/>
              <a:buFont typeface="Kalam"/>
              <a:buNone/>
              <a:defRPr>
                <a:latin typeface="Kalam"/>
                <a:ea typeface="Kalam"/>
                <a:cs typeface="Kalam"/>
                <a:sym typeface="Kalam"/>
              </a:defRPr>
            </a:lvl6pPr>
            <a:lvl7pPr lvl="6" rtl="0">
              <a:spcBef>
                <a:spcPts val="600"/>
              </a:spcBef>
              <a:spcAft>
                <a:spcPts val="0"/>
              </a:spcAft>
              <a:buSzPts val="1800"/>
              <a:buFont typeface="Kalam"/>
              <a:buNone/>
              <a:defRPr>
                <a:latin typeface="Kalam"/>
                <a:ea typeface="Kalam"/>
                <a:cs typeface="Kalam"/>
                <a:sym typeface="Kalam"/>
              </a:defRPr>
            </a:lvl7pPr>
            <a:lvl8pPr lvl="7" rtl="0">
              <a:spcBef>
                <a:spcPts val="400"/>
              </a:spcBef>
              <a:spcAft>
                <a:spcPts val="0"/>
              </a:spcAft>
              <a:buSzPts val="1800"/>
              <a:buFont typeface="Kalam"/>
              <a:buNone/>
              <a:defRPr>
                <a:latin typeface="Kalam"/>
                <a:ea typeface="Kalam"/>
                <a:cs typeface="Kalam"/>
                <a:sym typeface="Kalam"/>
              </a:defRPr>
            </a:lvl8pPr>
            <a:lvl9pPr lvl="8" rtl="0">
              <a:spcBef>
                <a:spcPts val="400"/>
              </a:spcBef>
              <a:spcAft>
                <a:spcPts val="200"/>
              </a:spcAft>
              <a:buSzPts val="1800"/>
              <a:buNone/>
              <a:defRPr/>
            </a:lvl9pPr>
          </a:lstStyle>
          <a:p/>
        </p:txBody>
      </p:sp>
      <p:sp>
        <p:nvSpPr>
          <p:cNvPr id="431" name="Google Shape;431;p40"/>
          <p:cNvSpPr txBox="1"/>
          <p:nvPr>
            <p:ph idx="2" type="subTitle"/>
          </p:nvPr>
        </p:nvSpPr>
        <p:spPr>
          <a:xfrm>
            <a:off x="324000" y="1080000"/>
            <a:ext cx="6722400" cy="2505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32" name="Google Shape;432;p40"/>
          <p:cNvSpPr txBox="1"/>
          <p:nvPr/>
        </p:nvSpPr>
        <p:spPr>
          <a:xfrm>
            <a:off x="324000" y="660750"/>
            <a:ext cx="2189100" cy="3693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True or false?</a:t>
            </a:r>
            <a:r>
              <a:rPr lang="en-GB" sz="2400">
                <a:solidFill>
                  <a:schemeClr val="dk1"/>
                </a:solidFill>
                <a:latin typeface="ABeeZee"/>
                <a:ea typeface="ABeeZee"/>
                <a:cs typeface="ABeeZee"/>
                <a:sym typeface="ABeeZee"/>
              </a:rPr>
              <a:t> </a:t>
            </a:r>
            <a:endParaRPr sz="2400">
              <a:solidFill>
                <a:schemeClr val="dk1"/>
              </a:solidFill>
              <a:latin typeface="ABeeZee"/>
              <a:ea typeface="ABeeZee"/>
              <a:cs typeface="ABeeZee"/>
              <a:sym typeface="ABeeZee"/>
            </a:endParaRPr>
          </a:p>
        </p:txBody>
      </p:sp>
      <p:sp>
        <p:nvSpPr>
          <p:cNvPr id="433" name="Google Shape;433;p40"/>
          <p:cNvSpPr txBox="1"/>
          <p:nvPr/>
        </p:nvSpPr>
        <p:spPr>
          <a:xfrm>
            <a:off x="2454488" y="2175413"/>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chemeClr val="lt1"/>
                </a:solidFill>
                <a:latin typeface="Lexend"/>
                <a:ea typeface="Lexend"/>
                <a:cs typeface="Lexend"/>
                <a:sym typeface="Lexend"/>
              </a:rPr>
              <a:t>T</a:t>
            </a:r>
            <a:endParaRPr b="1" sz="1800">
              <a:solidFill>
                <a:schemeClr val="lt1"/>
              </a:solidFill>
              <a:latin typeface="Lexend"/>
              <a:ea typeface="Lexend"/>
              <a:cs typeface="Lexend"/>
              <a:sym typeface="Lexend"/>
            </a:endParaRPr>
          </a:p>
        </p:txBody>
      </p:sp>
      <p:sp>
        <p:nvSpPr>
          <p:cNvPr id="434" name="Google Shape;434;p40"/>
          <p:cNvSpPr txBox="1"/>
          <p:nvPr/>
        </p:nvSpPr>
        <p:spPr>
          <a:xfrm>
            <a:off x="4848713" y="2175413"/>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chemeClr val="lt1"/>
                </a:solidFill>
                <a:latin typeface="Lexend"/>
                <a:ea typeface="Lexend"/>
                <a:cs typeface="Lexend"/>
                <a:sym typeface="Lexend"/>
              </a:rPr>
              <a:t>F</a:t>
            </a:r>
            <a:endParaRPr b="1" sz="1800">
              <a:solidFill>
                <a:schemeClr val="lt1"/>
              </a:solidFill>
              <a:latin typeface="Lexend"/>
              <a:ea typeface="Lexend"/>
              <a:cs typeface="Lexend"/>
              <a:sym typeface="Lexend"/>
            </a:endParaRPr>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2 CfU true/false/why - blue">
  <p:cSld name="TITLE_AND_TWO_COLUMNS_1_1_9_1_3_2">
    <p:bg>
      <p:bgPr>
        <a:solidFill>
          <a:srgbClr val="EBEDFE"/>
        </a:solidFill>
      </p:bgPr>
    </p:bg>
    <p:spTree>
      <p:nvGrpSpPr>
        <p:cNvPr id="435" name="Shape 435"/>
        <p:cNvGrpSpPr/>
        <p:nvPr/>
      </p:nvGrpSpPr>
      <p:grpSpPr>
        <a:xfrm>
          <a:off x="0" y="0"/>
          <a:ext cx="0" cy="0"/>
          <a:chOff x="0" y="0"/>
          <a:chExt cx="0" cy="0"/>
        </a:xfrm>
      </p:grpSpPr>
      <p:pic>
        <p:nvPicPr>
          <p:cNvPr id="436" name="Google Shape;436;p41"/>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437" name="Google Shape;437;p41"/>
          <p:cNvSpPr/>
          <p:nvPr/>
        </p:nvSpPr>
        <p:spPr>
          <a:xfrm>
            <a:off x="-1" y="-2"/>
            <a:ext cx="9144300" cy="540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438" name="Google Shape;438;p41"/>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439" name="Google Shape;439;p41"/>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Check</a:t>
            </a:r>
            <a:endParaRPr b="1" sz="900">
              <a:solidFill>
                <a:srgbClr val="EBEDFE"/>
              </a:solidFill>
              <a:latin typeface="Lexend"/>
              <a:ea typeface="Lexend"/>
              <a:cs typeface="Lexend"/>
              <a:sym typeface="Lexend"/>
            </a:endParaRPr>
          </a:p>
        </p:txBody>
      </p:sp>
      <p:sp>
        <p:nvSpPr>
          <p:cNvPr id="440" name="Google Shape;440;p41"/>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441" name="Google Shape;441;p41"/>
          <p:cNvPicPr preferRelativeResize="0"/>
          <p:nvPr/>
        </p:nvPicPr>
        <p:blipFill>
          <a:blip r:embed="rId4">
            <a:alphaModFix/>
          </a:blip>
          <a:stretch>
            <a:fillRect/>
          </a:stretch>
        </p:blipFill>
        <p:spPr>
          <a:xfrm>
            <a:off x="2429763" y="2085316"/>
            <a:ext cx="457425" cy="457425"/>
          </a:xfrm>
          <a:prstGeom prst="rect">
            <a:avLst/>
          </a:prstGeom>
          <a:noFill/>
          <a:ln>
            <a:noFill/>
          </a:ln>
        </p:spPr>
      </p:pic>
      <p:pic>
        <p:nvPicPr>
          <p:cNvPr id="442" name="Google Shape;442;p41"/>
          <p:cNvPicPr preferRelativeResize="0"/>
          <p:nvPr/>
        </p:nvPicPr>
        <p:blipFill>
          <a:blip r:embed="rId4">
            <a:alphaModFix/>
          </a:blip>
          <a:stretch>
            <a:fillRect/>
          </a:stretch>
        </p:blipFill>
        <p:spPr>
          <a:xfrm>
            <a:off x="4823988" y="2085316"/>
            <a:ext cx="457425" cy="457425"/>
          </a:xfrm>
          <a:prstGeom prst="rect">
            <a:avLst/>
          </a:prstGeom>
          <a:noFill/>
          <a:ln>
            <a:noFill/>
          </a:ln>
        </p:spPr>
      </p:pic>
      <p:sp>
        <p:nvSpPr>
          <p:cNvPr id="443" name="Google Shape;443;p41"/>
          <p:cNvSpPr txBox="1"/>
          <p:nvPr/>
        </p:nvSpPr>
        <p:spPr>
          <a:xfrm>
            <a:off x="3025325" y="2144675"/>
            <a:ext cx="12891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True</a:t>
            </a:r>
            <a:endParaRPr b="1" sz="2200">
              <a:solidFill>
                <a:schemeClr val="dk1"/>
              </a:solidFill>
              <a:latin typeface="Lexend"/>
              <a:ea typeface="Lexend"/>
              <a:cs typeface="Lexend"/>
              <a:sym typeface="Lexend"/>
            </a:endParaRPr>
          </a:p>
        </p:txBody>
      </p:sp>
      <p:sp>
        <p:nvSpPr>
          <p:cNvPr id="444" name="Google Shape;444;p41"/>
          <p:cNvSpPr txBox="1"/>
          <p:nvPr/>
        </p:nvSpPr>
        <p:spPr>
          <a:xfrm>
            <a:off x="5431100" y="2121950"/>
            <a:ext cx="10602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False</a:t>
            </a:r>
            <a:endParaRPr b="1" sz="2200">
              <a:solidFill>
                <a:schemeClr val="dk1"/>
              </a:solidFill>
              <a:latin typeface="Lexend"/>
              <a:ea typeface="Lexend"/>
              <a:cs typeface="Lexend"/>
              <a:sym typeface="Lexend"/>
            </a:endParaRPr>
          </a:p>
        </p:txBody>
      </p:sp>
      <p:sp>
        <p:nvSpPr>
          <p:cNvPr id="445" name="Google Shape;445;p41"/>
          <p:cNvSpPr txBox="1"/>
          <p:nvPr>
            <p:ph idx="1" type="subTitle"/>
          </p:nvPr>
        </p:nvSpPr>
        <p:spPr>
          <a:xfrm>
            <a:off x="324000" y="3577125"/>
            <a:ext cx="8109300" cy="730800"/>
          </a:xfrm>
          <a:prstGeom prst="rect">
            <a:avLst/>
          </a:prstGeom>
        </p:spPr>
        <p:txBody>
          <a:bodyPr anchorCtr="0" anchor="t" bIns="0" lIns="0" spcFirstLastPara="1" rIns="0" wrap="square" tIns="0">
            <a:noAutofit/>
          </a:bodyPr>
          <a:lstStyle>
            <a:lvl1pPr lvl="0" rtl="0">
              <a:spcBef>
                <a:spcPts val="0"/>
              </a:spcBef>
              <a:spcAft>
                <a:spcPts val="0"/>
              </a:spcAft>
              <a:buSzPts val="2200"/>
              <a:buFont typeface="Kalam"/>
              <a:buNone/>
              <a:defRPr sz="2200">
                <a:latin typeface="Kalam"/>
                <a:ea typeface="Kalam"/>
                <a:cs typeface="Kalam"/>
                <a:sym typeface="Kalam"/>
              </a:defRPr>
            </a:lvl1pPr>
            <a:lvl2pPr lvl="1" rtl="0">
              <a:spcBef>
                <a:spcPts val="1000"/>
              </a:spcBef>
              <a:spcAft>
                <a:spcPts val="0"/>
              </a:spcAft>
              <a:buSzPts val="2100"/>
              <a:buFont typeface="Kalam"/>
              <a:buNone/>
              <a:defRPr>
                <a:latin typeface="Kalam"/>
                <a:ea typeface="Kalam"/>
                <a:cs typeface="Kalam"/>
                <a:sym typeface="Kalam"/>
              </a:defRPr>
            </a:lvl2pPr>
            <a:lvl3pPr lvl="2" rtl="0">
              <a:spcBef>
                <a:spcPts val="1000"/>
              </a:spcBef>
              <a:spcAft>
                <a:spcPts val="0"/>
              </a:spcAft>
              <a:buSzPts val="2000"/>
              <a:buFont typeface="Kalam"/>
              <a:buNone/>
              <a:defRPr>
                <a:latin typeface="Kalam"/>
                <a:ea typeface="Kalam"/>
                <a:cs typeface="Kalam"/>
                <a:sym typeface="Kalam"/>
              </a:defRPr>
            </a:lvl3pPr>
            <a:lvl4pPr lvl="3" rtl="0">
              <a:spcBef>
                <a:spcPts val="800"/>
              </a:spcBef>
              <a:spcAft>
                <a:spcPts val="0"/>
              </a:spcAft>
              <a:buSzPts val="1900"/>
              <a:buFont typeface="Kalam"/>
              <a:buNone/>
              <a:defRPr>
                <a:latin typeface="Kalam"/>
                <a:ea typeface="Kalam"/>
                <a:cs typeface="Kalam"/>
                <a:sym typeface="Kalam"/>
              </a:defRPr>
            </a:lvl4pPr>
            <a:lvl5pPr lvl="4" rtl="0">
              <a:spcBef>
                <a:spcPts val="800"/>
              </a:spcBef>
              <a:spcAft>
                <a:spcPts val="0"/>
              </a:spcAft>
              <a:buSzPts val="1800"/>
              <a:buFont typeface="Kalam"/>
              <a:buNone/>
              <a:defRPr>
                <a:latin typeface="Kalam"/>
                <a:ea typeface="Kalam"/>
                <a:cs typeface="Kalam"/>
                <a:sym typeface="Kalam"/>
              </a:defRPr>
            </a:lvl5pPr>
            <a:lvl6pPr lvl="5" rtl="0">
              <a:spcBef>
                <a:spcPts val="600"/>
              </a:spcBef>
              <a:spcAft>
                <a:spcPts val="0"/>
              </a:spcAft>
              <a:buSzPts val="1800"/>
              <a:buFont typeface="Kalam"/>
              <a:buNone/>
              <a:defRPr>
                <a:latin typeface="Kalam"/>
                <a:ea typeface="Kalam"/>
                <a:cs typeface="Kalam"/>
                <a:sym typeface="Kalam"/>
              </a:defRPr>
            </a:lvl6pPr>
            <a:lvl7pPr lvl="6" rtl="0">
              <a:spcBef>
                <a:spcPts val="600"/>
              </a:spcBef>
              <a:spcAft>
                <a:spcPts val="0"/>
              </a:spcAft>
              <a:buSzPts val="1800"/>
              <a:buFont typeface="Kalam"/>
              <a:buNone/>
              <a:defRPr>
                <a:latin typeface="Kalam"/>
                <a:ea typeface="Kalam"/>
                <a:cs typeface="Kalam"/>
                <a:sym typeface="Kalam"/>
              </a:defRPr>
            </a:lvl7pPr>
            <a:lvl8pPr lvl="7" rtl="0">
              <a:spcBef>
                <a:spcPts val="400"/>
              </a:spcBef>
              <a:spcAft>
                <a:spcPts val="0"/>
              </a:spcAft>
              <a:buSzPts val="1800"/>
              <a:buFont typeface="Kalam"/>
              <a:buNone/>
              <a:defRPr>
                <a:latin typeface="Kalam"/>
                <a:ea typeface="Kalam"/>
                <a:cs typeface="Kalam"/>
                <a:sym typeface="Kalam"/>
              </a:defRPr>
            </a:lvl8pPr>
            <a:lvl9pPr lvl="8" rtl="0">
              <a:spcBef>
                <a:spcPts val="400"/>
              </a:spcBef>
              <a:spcAft>
                <a:spcPts val="200"/>
              </a:spcAft>
              <a:buSzPts val="1800"/>
              <a:buNone/>
              <a:defRPr/>
            </a:lvl9pPr>
          </a:lstStyle>
          <a:p/>
        </p:txBody>
      </p:sp>
      <p:sp>
        <p:nvSpPr>
          <p:cNvPr id="446" name="Google Shape;446;p41"/>
          <p:cNvSpPr txBox="1"/>
          <p:nvPr>
            <p:ph idx="2" type="subTitle"/>
          </p:nvPr>
        </p:nvSpPr>
        <p:spPr>
          <a:xfrm>
            <a:off x="324000" y="1080000"/>
            <a:ext cx="6722400" cy="2505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47" name="Google Shape;447;p41"/>
          <p:cNvSpPr txBox="1"/>
          <p:nvPr/>
        </p:nvSpPr>
        <p:spPr>
          <a:xfrm>
            <a:off x="324000" y="660750"/>
            <a:ext cx="2189100" cy="3693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True or false?</a:t>
            </a:r>
            <a:r>
              <a:rPr lang="en-GB" sz="2400">
                <a:solidFill>
                  <a:schemeClr val="dk1"/>
                </a:solidFill>
                <a:latin typeface="ABeeZee"/>
                <a:ea typeface="ABeeZee"/>
                <a:cs typeface="ABeeZee"/>
                <a:sym typeface="ABeeZee"/>
              </a:rPr>
              <a:t> </a:t>
            </a:r>
            <a:endParaRPr sz="2400">
              <a:solidFill>
                <a:schemeClr val="dk1"/>
              </a:solidFill>
              <a:latin typeface="ABeeZee"/>
              <a:ea typeface="ABeeZee"/>
              <a:cs typeface="ABeeZee"/>
              <a:sym typeface="ABeeZee"/>
            </a:endParaRPr>
          </a:p>
        </p:txBody>
      </p:sp>
      <p:sp>
        <p:nvSpPr>
          <p:cNvPr id="448" name="Google Shape;448;p41"/>
          <p:cNvSpPr txBox="1"/>
          <p:nvPr/>
        </p:nvSpPr>
        <p:spPr>
          <a:xfrm>
            <a:off x="2454488" y="2175413"/>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chemeClr val="lt1"/>
                </a:solidFill>
                <a:latin typeface="Lexend"/>
                <a:ea typeface="Lexend"/>
                <a:cs typeface="Lexend"/>
                <a:sym typeface="Lexend"/>
              </a:rPr>
              <a:t>T</a:t>
            </a:r>
            <a:endParaRPr b="1" sz="1800">
              <a:solidFill>
                <a:schemeClr val="lt1"/>
              </a:solidFill>
              <a:latin typeface="Lexend"/>
              <a:ea typeface="Lexend"/>
              <a:cs typeface="Lexend"/>
              <a:sym typeface="Lexend"/>
            </a:endParaRPr>
          </a:p>
        </p:txBody>
      </p:sp>
      <p:sp>
        <p:nvSpPr>
          <p:cNvPr id="449" name="Google Shape;449;p41"/>
          <p:cNvSpPr txBox="1"/>
          <p:nvPr/>
        </p:nvSpPr>
        <p:spPr>
          <a:xfrm>
            <a:off x="4848713" y="2175413"/>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chemeClr val="lt1"/>
                </a:solidFill>
                <a:latin typeface="Lexend"/>
                <a:ea typeface="Lexend"/>
                <a:cs typeface="Lexend"/>
                <a:sym typeface="Lexend"/>
              </a:rPr>
              <a:t>F</a:t>
            </a:r>
            <a:endParaRPr b="1" sz="1800">
              <a:solidFill>
                <a:schemeClr val="lt1"/>
              </a:solidFill>
              <a:latin typeface="Lexend"/>
              <a:ea typeface="Lexend"/>
              <a:cs typeface="Lexend"/>
              <a:sym typeface="Lexend"/>
            </a:endParaRPr>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2 CfU true/false/why - pink">
  <p:cSld name="TITLE_AND_TWO_COLUMNS_1_1_9_1_3_1_1_1_1">
    <p:bg>
      <p:bgPr>
        <a:solidFill>
          <a:srgbClr val="FAEAF6"/>
        </a:solidFill>
      </p:bgPr>
    </p:bg>
    <p:spTree>
      <p:nvGrpSpPr>
        <p:cNvPr id="450" name="Shape 450"/>
        <p:cNvGrpSpPr/>
        <p:nvPr/>
      </p:nvGrpSpPr>
      <p:grpSpPr>
        <a:xfrm>
          <a:off x="0" y="0"/>
          <a:ext cx="0" cy="0"/>
          <a:chOff x="0" y="0"/>
          <a:chExt cx="0" cy="0"/>
        </a:xfrm>
      </p:grpSpPr>
      <p:pic>
        <p:nvPicPr>
          <p:cNvPr id="451" name="Google Shape;451;p42"/>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452" name="Google Shape;452;p42"/>
          <p:cNvSpPr/>
          <p:nvPr/>
        </p:nvSpPr>
        <p:spPr>
          <a:xfrm>
            <a:off x="0" y="1"/>
            <a:ext cx="9144300" cy="5403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453" name="Google Shape;453;p42"/>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454" name="Google Shape;454;p42"/>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Check</a:t>
            </a:r>
            <a:endParaRPr b="1" sz="900">
              <a:solidFill>
                <a:srgbClr val="FAEAF6"/>
              </a:solidFill>
              <a:latin typeface="Lexend"/>
              <a:ea typeface="Lexend"/>
              <a:cs typeface="Lexend"/>
              <a:sym typeface="Lexend"/>
            </a:endParaRPr>
          </a:p>
        </p:txBody>
      </p:sp>
      <p:sp>
        <p:nvSpPr>
          <p:cNvPr id="455" name="Google Shape;455;p42"/>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456" name="Google Shape;456;p42"/>
          <p:cNvPicPr preferRelativeResize="0"/>
          <p:nvPr/>
        </p:nvPicPr>
        <p:blipFill>
          <a:blip r:embed="rId4">
            <a:alphaModFix/>
          </a:blip>
          <a:stretch>
            <a:fillRect/>
          </a:stretch>
        </p:blipFill>
        <p:spPr>
          <a:xfrm>
            <a:off x="2429763" y="2085316"/>
            <a:ext cx="457425" cy="457425"/>
          </a:xfrm>
          <a:prstGeom prst="rect">
            <a:avLst/>
          </a:prstGeom>
          <a:noFill/>
          <a:ln>
            <a:noFill/>
          </a:ln>
        </p:spPr>
      </p:pic>
      <p:pic>
        <p:nvPicPr>
          <p:cNvPr id="457" name="Google Shape;457;p42"/>
          <p:cNvPicPr preferRelativeResize="0"/>
          <p:nvPr/>
        </p:nvPicPr>
        <p:blipFill>
          <a:blip r:embed="rId4">
            <a:alphaModFix/>
          </a:blip>
          <a:stretch>
            <a:fillRect/>
          </a:stretch>
        </p:blipFill>
        <p:spPr>
          <a:xfrm>
            <a:off x="4823988" y="2085316"/>
            <a:ext cx="457425" cy="457425"/>
          </a:xfrm>
          <a:prstGeom prst="rect">
            <a:avLst/>
          </a:prstGeom>
          <a:noFill/>
          <a:ln>
            <a:noFill/>
          </a:ln>
        </p:spPr>
      </p:pic>
      <p:sp>
        <p:nvSpPr>
          <p:cNvPr id="458" name="Google Shape;458;p42"/>
          <p:cNvSpPr txBox="1"/>
          <p:nvPr/>
        </p:nvSpPr>
        <p:spPr>
          <a:xfrm>
            <a:off x="3025325" y="2144675"/>
            <a:ext cx="12891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True</a:t>
            </a:r>
            <a:endParaRPr b="1" sz="2200">
              <a:solidFill>
                <a:schemeClr val="dk1"/>
              </a:solidFill>
              <a:latin typeface="Lexend"/>
              <a:ea typeface="Lexend"/>
              <a:cs typeface="Lexend"/>
              <a:sym typeface="Lexend"/>
            </a:endParaRPr>
          </a:p>
        </p:txBody>
      </p:sp>
      <p:sp>
        <p:nvSpPr>
          <p:cNvPr id="459" name="Google Shape;459;p42"/>
          <p:cNvSpPr txBox="1"/>
          <p:nvPr/>
        </p:nvSpPr>
        <p:spPr>
          <a:xfrm>
            <a:off x="5431100" y="2121950"/>
            <a:ext cx="10602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False</a:t>
            </a:r>
            <a:endParaRPr b="1" sz="2200">
              <a:solidFill>
                <a:schemeClr val="dk1"/>
              </a:solidFill>
              <a:latin typeface="Lexend"/>
              <a:ea typeface="Lexend"/>
              <a:cs typeface="Lexend"/>
              <a:sym typeface="Lexend"/>
            </a:endParaRPr>
          </a:p>
        </p:txBody>
      </p:sp>
      <p:sp>
        <p:nvSpPr>
          <p:cNvPr id="460" name="Google Shape;460;p42"/>
          <p:cNvSpPr txBox="1"/>
          <p:nvPr>
            <p:ph idx="1" type="subTitle"/>
          </p:nvPr>
        </p:nvSpPr>
        <p:spPr>
          <a:xfrm>
            <a:off x="324000" y="3577125"/>
            <a:ext cx="8109300" cy="730800"/>
          </a:xfrm>
          <a:prstGeom prst="rect">
            <a:avLst/>
          </a:prstGeom>
        </p:spPr>
        <p:txBody>
          <a:bodyPr anchorCtr="0" anchor="t" bIns="0" lIns="0" spcFirstLastPara="1" rIns="0" wrap="square" tIns="0">
            <a:noAutofit/>
          </a:bodyPr>
          <a:lstStyle>
            <a:lvl1pPr lvl="0" rtl="0">
              <a:spcBef>
                <a:spcPts val="0"/>
              </a:spcBef>
              <a:spcAft>
                <a:spcPts val="0"/>
              </a:spcAft>
              <a:buSzPts val="2200"/>
              <a:buFont typeface="Kalam"/>
              <a:buNone/>
              <a:defRPr sz="2200">
                <a:latin typeface="Kalam"/>
                <a:ea typeface="Kalam"/>
                <a:cs typeface="Kalam"/>
                <a:sym typeface="Kalam"/>
              </a:defRPr>
            </a:lvl1pPr>
            <a:lvl2pPr lvl="1" rtl="0">
              <a:spcBef>
                <a:spcPts val="1000"/>
              </a:spcBef>
              <a:spcAft>
                <a:spcPts val="0"/>
              </a:spcAft>
              <a:buSzPts val="2100"/>
              <a:buFont typeface="Kalam"/>
              <a:buNone/>
              <a:defRPr>
                <a:latin typeface="Kalam"/>
                <a:ea typeface="Kalam"/>
                <a:cs typeface="Kalam"/>
                <a:sym typeface="Kalam"/>
              </a:defRPr>
            </a:lvl2pPr>
            <a:lvl3pPr lvl="2" rtl="0">
              <a:spcBef>
                <a:spcPts val="1000"/>
              </a:spcBef>
              <a:spcAft>
                <a:spcPts val="0"/>
              </a:spcAft>
              <a:buSzPts val="2000"/>
              <a:buFont typeface="Kalam"/>
              <a:buNone/>
              <a:defRPr>
                <a:latin typeface="Kalam"/>
                <a:ea typeface="Kalam"/>
                <a:cs typeface="Kalam"/>
                <a:sym typeface="Kalam"/>
              </a:defRPr>
            </a:lvl3pPr>
            <a:lvl4pPr lvl="3" rtl="0">
              <a:spcBef>
                <a:spcPts val="800"/>
              </a:spcBef>
              <a:spcAft>
                <a:spcPts val="0"/>
              </a:spcAft>
              <a:buSzPts val="1900"/>
              <a:buFont typeface="Kalam"/>
              <a:buNone/>
              <a:defRPr>
                <a:latin typeface="Kalam"/>
                <a:ea typeface="Kalam"/>
                <a:cs typeface="Kalam"/>
                <a:sym typeface="Kalam"/>
              </a:defRPr>
            </a:lvl4pPr>
            <a:lvl5pPr lvl="4" rtl="0">
              <a:spcBef>
                <a:spcPts val="800"/>
              </a:spcBef>
              <a:spcAft>
                <a:spcPts val="0"/>
              </a:spcAft>
              <a:buSzPts val="1800"/>
              <a:buFont typeface="Kalam"/>
              <a:buNone/>
              <a:defRPr>
                <a:latin typeface="Kalam"/>
                <a:ea typeface="Kalam"/>
                <a:cs typeface="Kalam"/>
                <a:sym typeface="Kalam"/>
              </a:defRPr>
            </a:lvl5pPr>
            <a:lvl6pPr lvl="5" rtl="0">
              <a:spcBef>
                <a:spcPts val="600"/>
              </a:spcBef>
              <a:spcAft>
                <a:spcPts val="0"/>
              </a:spcAft>
              <a:buSzPts val="1800"/>
              <a:buFont typeface="Kalam"/>
              <a:buNone/>
              <a:defRPr>
                <a:latin typeface="Kalam"/>
                <a:ea typeface="Kalam"/>
                <a:cs typeface="Kalam"/>
                <a:sym typeface="Kalam"/>
              </a:defRPr>
            </a:lvl6pPr>
            <a:lvl7pPr lvl="6" rtl="0">
              <a:spcBef>
                <a:spcPts val="600"/>
              </a:spcBef>
              <a:spcAft>
                <a:spcPts val="0"/>
              </a:spcAft>
              <a:buSzPts val="1800"/>
              <a:buFont typeface="Kalam"/>
              <a:buNone/>
              <a:defRPr>
                <a:latin typeface="Kalam"/>
                <a:ea typeface="Kalam"/>
                <a:cs typeface="Kalam"/>
                <a:sym typeface="Kalam"/>
              </a:defRPr>
            </a:lvl7pPr>
            <a:lvl8pPr lvl="7" rtl="0">
              <a:spcBef>
                <a:spcPts val="400"/>
              </a:spcBef>
              <a:spcAft>
                <a:spcPts val="0"/>
              </a:spcAft>
              <a:buSzPts val="1800"/>
              <a:buFont typeface="Kalam"/>
              <a:buNone/>
              <a:defRPr>
                <a:latin typeface="Kalam"/>
                <a:ea typeface="Kalam"/>
                <a:cs typeface="Kalam"/>
                <a:sym typeface="Kalam"/>
              </a:defRPr>
            </a:lvl8pPr>
            <a:lvl9pPr lvl="8" rtl="0">
              <a:spcBef>
                <a:spcPts val="400"/>
              </a:spcBef>
              <a:spcAft>
                <a:spcPts val="200"/>
              </a:spcAft>
              <a:buSzPts val="1800"/>
              <a:buNone/>
              <a:defRPr/>
            </a:lvl9pPr>
          </a:lstStyle>
          <a:p/>
        </p:txBody>
      </p:sp>
      <p:sp>
        <p:nvSpPr>
          <p:cNvPr id="461" name="Google Shape;461;p42"/>
          <p:cNvSpPr txBox="1"/>
          <p:nvPr>
            <p:ph idx="2" type="subTitle"/>
          </p:nvPr>
        </p:nvSpPr>
        <p:spPr>
          <a:xfrm>
            <a:off x="324000" y="1080000"/>
            <a:ext cx="6722400" cy="2505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62" name="Google Shape;462;p42"/>
          <p:cNvSpPr txBox="1"/>
          <p:nvPr/>
        </p:nvSpPr>
        <p:spPr>
          <a:xfrm>
            <a:off x="324000" y="660750"/>
            <a:ext cx="2189100" cy="3693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True or false?</a:t>
            </a:r>
            <a:r>
              <a:rPr lang="en-GB" sz="2400">
                <a:solidFill>
                  <a:schemeClr val="dk1"/>
                </a:solidFill>
                <a:latin typeface="ABeeZee"/>
                <a:ea typeface="ABeeZee"/>
                <a:cs typeface="ABeeZee"/>
                <a:sym typeface="ABeeZee"/>
              </a:rPr>
              <a:t> </a:t>
            </a:r>
            <a:endParaRPr sz="2400">
              <a:solidFill>
                <a:schemeClr val="dk1"/>
              </a:solidFill>
              <a:latin typeface="ABeeZee"/>
              <a:ea typeface="ABeeZee"/>
              <a:cs typeface="ABeeZee"/>
              <a:sym typeface="ABeeZee"/>
            </a:endParaRPr>
          </a:p>
        </p:txBody>
      </p:sp>
      <p:sp>
        <p:nvSpPr>
          <p:cNvPr id="463" name="Google Shape;463;p42"/>
          <p:cNvSpPr txBox="1"/>
          <p:nvPr/>
        </p:nvSpPr>
        <p:spPr>
          <a:xfrm>
            <a:off x="2454488" y="2175413"/>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chemeClr val="lt1"/>
                </a:solidFill>
                <a:latin typeface="Lexend"/>
                <a:ea typeface="Lexend"/>
                <a:cs typeface="Lexend"/>
                <a:sym typeface="Lexend"/>
              </a:rPr>
              <a:t>T</a:t>
            </a:r>
            <a:endParaRPr b="1" sz="1800">
              <a:solidFill>
                <a:schemeClr val="lt1"/>
              </a:solidFill>
              <a:latin typeface="Lexend"/>
              <a:ea typeface="Lexend"/>
              <a:cs typeface="Lexend"/>
              <a:sym typeface="Lexend"/>
            </a:endParaRPr>
          </a:p>
        </p:txBody>
      </p:sp>
      <p:sp>
        <p:nvSpPr>
          <p:cNvPr id="464" name="Google Shape;464;p42"/>
          <p:cNvSpPr txBox="1"/>
          <p:nvPr/>
        </p:nvSpPr>
        <p:spPr>
          <a:xfrm>
            <a:off x="4848713" y="2175413"/>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chemeClr val="lt1"/>
                </a:solidFill>
                <a:latin typeface="Lexend"/>
                <a:ea typeface="Lexend"/>
                <a:cs typeface="Lexend"/>
                <a:sym typeface="Lexend"/>
              </a:rPr>
              <a:t>F</a:t>
            </a:r>
            <a:endParaRPr b="1" sz="1800">
              <a:solidFill>
                <a:schemeClr val="lt1"/>
              </a:solidFill>
              <a:latin typeface="Lexend"/>
              <a:ea typeface="Lexend"/>
              <a:cs typeface="Lexend"/>
              <a:sym typeface="Lexend"/>
            </a:endParaRPr>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3 CfU 3 options - purple">
  <p:cSld name="TITLE_AND_TWO_COLUMNS_1_1_7_1">
    <p:bg>
      <p:bgPr>
        <a:solidFill>
          <a:srgbClr val="F3EEFB"/>
        </a:solidFill>
      </p:bgPr>
    </p:bg>
    <p:spTree>
      <p:nvGrpSpPr>
        <p:cNvPr id="465" name="Shape 465"/>
        <p:cNvGrpSpPr/>
        <p:nvPr/>
      </p:nvGrpSpPr>
      <p:grpSpPr>
        <a:xfrm>
          <a:off x="0" y="0"/>
          <a:ext cx="0" cy="0"/>
          <a:chOff x="0" y="0"/>
          <a:chExt cx="0" cy="0"/>
        </a:xfrm>
      </p:grpSpPr>
      <p:pic>
        <p:nvPicPr>
          <p:cNvPr id="466" name="Google Shape;466;p43"/>
          <p:cNvPicPr preferRelativeResize="0"/>
          <p:nvPr/>
        </p:nvPicPr>
        <p:blipFill>
          <a:blip r:embed="rId2">
            <a:alphaModFix/>
          </a:blip>
          <a:stretch>
            <a:fillRect/>
          </a:stretch>
        </p:blipFill>
        <p:spPr>
          <a:xfrm>
            <a:off x="0" y="532525"/>
            <a:ext cx="9151202" cy="116709"/>
          </a:xfrm>
          <a:prstGeom prst="rect">
            <a:avLst/>
          </a:prstGeom>
          <a:noFill/>
          <a:ln>
            <a:noFill/>
          </a:ln>
        </p:spPr>
      </p:pic>
      <p:sp>
        <p:nvSpPr>
          <p:cNvPr id="467" name="Google Shape;467;p43"/>
          <p:cNvSpPr/>
          <p:nvPr/>
        </p:nvSpPr>
        <p:spPr>
          <a:xfrm>
            <a:off x="-1" y="-2"/>
            <a:ext cx="9144300" cy="5403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8" name="Google Shape;468;p43"/>
          <p:cNvSpPr txBox="1"/>
          <p:nvPr>
            <p:ph type="title"/>
          </p:nvPr>
        </p:nvSpPr>
        <p:spPr>
          <a:xfrm>
            <a:off x="324000" y="748763"/>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469" name="Google Shape;469;p43"/>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470" name="Google Shape;470;p43"/>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Check</a:t>
            </a:r>
            <a:endParaRPr b="1" sz="900">
              <a:solidFill>
                <a:srgbClr val="EBEDFE"/>
              </a:solidFill>
              <a:latin typeface="Lexend"/>
              <a:ea typeface="Lexend"/>
              <a:cs typeface="Lexend"/>
              <a:sym typeface="Lexend"/>
            </a:endParaRPr>
          </a:p>
        </p:txBody>
      </p:sp>
      <p:sp>
        <p:nvSpPr>
          <p:cNvPr id="471" name="Google Shape;471;p43"/>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472" name="Google Shape;472;p43"/>
          <p:cNvSpPr txBox="1"/>
          <p:nvPr>
            <p:ph idx="1" type="subTitle"/>
          </p:nvPr>
        </p:nvSpPr>
        <p:spPr>
          <a:xfrm>
            <a:off x="1034425" y="1837775"/>
            <a:ext cx="7506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73" name="Google Shape;473;p43"/>
          <p:cNvSpPr txBox="1"/>
          <p:nvPr>
            <p:ph idx="3" type="subTitle"/>
          </p:nvPr>
        </p:nvSpPr>
        <p:spPr>
          <a:xfrm>
            <a:off x="1034425" y="2794247"/>
            <a:ext cx="7506600" cy="3891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74" name="Google Shape;474;p43"/>
          <p:cNvSpPr txBox="1"/>
          <p:nvPr>
            <p:ph idx="4" type="subTitle"/>
          </p:nvPr>
        </p:nvSpPr>
        <p:spPr>
          <a:xfrm>
            <a:off x="1034425" y="3766965"/>
            <a:ext cx="7464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475" name="Google Shape;475;p43"/>
          <p:cNvGrpSpPr/>
          <p:nvPr/>
        </p:nvGrpSpPr>
        <p:grpSpPr>
          <a:xfrm>
            <a:off x="323653" y="1804438"/>
            <a:ext cx="457200" cy="457200"/>
            <a:chOff x="1020916" y="1442088"/>
            <a:chExt cx="457200" cy="457200"/>
          </a:xfrm>
        </p:grpSpPr>
        <p:pic>
          <p:nvPicPr>
            <p:cNvPr id="476" name="Google Shape;476;p43"/>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77" name="Google Shape;477;p43"/>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478" name="Google Shape;478;p43"/>
          <p:cNvGrpSpPr/>
          <p:nvPr/>
        </p:nvGrpSpPr>
        <p:grpSpPr>
          <a:xfrm>
            <a:off x="323653" y="2766575"/>
            <a:ext cx="457200" cy="457200"/>
            <a:chOff x="1020916" y="1442088"/>
            <a:chExt cx="457200" cy="457200"/>
          </a:xfrm>
        </p:grpSpPr>
        <p:pic>
          <p:nvPicPr>
            <p:cNvPr id="479" name="Google Shape;479;p43"/>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80" name="Google Shape;480;p43"/>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481" name="Google Shape;481;p43"/>
          <p:cNvGrpSpPr/>
          <p:nvPr/>
        </p:nvGrpSpPr>
        <p:grpSpPr>
          <a:xfrm>
            <a:off x="323641" y="3729038"/>
            <a:ext cx="457200" cy="457200"/>
            <a:chOff x="1020916" y="1442088"/>
            <a:chExt cx="457200" cy="457200"/>
          </a:xfrm>
        </p:grpSpPr>
        <p:pic>
          <p:nvPicPr>
            <p:cNvPr id="482" name="Google Shape;482;p43"/>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83" name="Google Shape;483;p43"/>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3 CfU 3 options - jade">
  <p:cSld name="TITLE_AND_TWO_COLUMNS_1_1_7_1_1_1">
    <p:bg>
      <p:bgPr>
        <a:solidFill>
          <a:srgbClr val="E6F2F2"/>
        </a:solidFill>
      </p:bgPr>
    </p:bg>
    <p:spTree>
      <p:nvGrpSpPr>
        <p:cNvPr id="484" name="Shape 484"/>
        <p:cNvGrpSpPr/>
        <p:nvPr/>
      </p:nvGrpSpPr>
      <p:grpSpPr>
        <a:xfrm>
          <a:off x="0" y="0"/>
          <a:ext cx="0" cy="0"/>
          <a:chOff x="0" y="0"/>
          <a:chExt cx="0" cy="0"/>
        </a:xfrm>
      </p:grpSpPr>
      <p:pic>
        <p:nvPicPr>
          <p:cNvPr id="485" name="Google Shape;485;p44"/>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486" name="Google Shape;486;p44"/>
          <p:cNvSpPr/>
          <p:nvPr/>
        </p:nvSpPr>
        <p:spPr>
          <a:xfrm>
            <a:off x="-1" y="-2"/>
            <a:ext cx="9144300" cy="5403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7" name="Google Shape;487;p44"/>
          <p:cNvSpPr txBox="1"/>
          <p:nvPr>
            <p:ph type="title"/>
          </p:nvPr>
        </p:nvSpPr>
        <p:spPr>
          <a:xfrm>
            <a:off x="324000" y="748763"/>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488" name="Google Shape;488;p44"/>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489" name="Google Shape;489;p44"/>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Check</a:t>
            </a:r>
            <a:endParaRPr b="1" sz="900">
              <a:solidFill>
                <a:srgbClr val="E6F2F2"/>
              </a:solidFill>
              <a:latin typeface="Lexend"/>
              <a:ea typeface="Lexend"/>
              <a:cs typeface="Lexend"/>
              <a:sym typeface="Lexend"/>
            </a:endParaRPr>
          </a:p>
        </p:txBody>
      </p:sp>
      <p:sp>
        <p:nvSpPr>
          <p:cNvPr id="490" name="Google Shape;490;p44"/>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491" name="Google Shape;491;p44"/>
          <p:cNvSpPr txBox="1"/>
          <p:nvPr>
            <p:ph idx="1" type="subTitle"/>
          </p:nvPr>
        </p:nvSpPr>
        <p:spPr>
          <a:xfrm>
            <a:off x="1034425" y="1837775"/>
            <a:ext cx="7506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92" name="Google Shape;492;p44"/>
          <p:cNvSpPr txBox="1"/>
          <p:nvPr>
            <p:ph idx="3" type="subTitle"/>
          </p:nvPr>
        </p:nvSpPr>
        <p:spPr>
          <a:xfrm>
            <a:off x="1034425" y="2794247"/>
            <a:ext cx="7506600" cy="3891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93" name="Google Shape;493;p44"/>
          <p:cNvSpPr txBox="1"/>
          <p:nvPr>
            <p:ph idx="4" type="subTitle"/>
          </p:nvPr>
        </p:nvSpPr>
        <p:spPr>
          <a:xfrm>
            <a:off x="1034425" y="3766965"/>
            <a:ext cx="7464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494" name="Google Shape;494;p44"/>
          <p:cNvGrpSpPr/>
          <p:nvPr/>
        </p:nvGrpSpPr>
        <p:grpSpPr>
          <a:xfrm>
            <a:off x="323653" y="1804438"/>
            <a:ext cx="457200" cy="457200"/>
            <a:chOff x="1020916" y="1442088"/>
            <a:chExt cx="457200" cy="457200"/>
          </a:xfrm>
        </p:grpSpPr>
        <p:pic>
          <p:nvPicPr>
            <p:cNvPr id="495" name="Google Shape;495;p44"/>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96" name="Google Shape;496;p44"/>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497" name="Google Shape;497;p44"/>
          <p:cNvGrpSpPr/>
          <p:nvPr/>
        </p:nvGrpSpPr>
        <p:grpSpPr>
          <a:xfrm>
            <a:off x="323653" y="2766575"/>
            <a:ext cx="457200" cy="457200"/>
            <a:chOff x="1020916" y="1442088"/>
            <a:chExt cx="457200" cy="457200"/>
          </a:xfrm>
        </p:grpSpPr>
        <p:pic>
          <p:nvPicPr>
            <p:cNvPr id="498" name="Google Shape;498;p44"/>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99" name="Google Shape;499;p44"/>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500" name="Google Shape;500;p44"/>
          <p:cNvGrpSpPr/>
          <p:nvPr/>
        </p:nvGrpSpPr>
        <p:grpSpPr>
          <a:xfrm>
            <a:off x="323641" y="3729038"/>
            <a:ext cx="457200" cy="457200"/>
            <a:chOff x="1020916" y="1442088"/>
            <a:chExt cx="457200" cy="457200"/>
          </a:xfrm>
        </p:grpSpPr>
        <p:pic>
          <p:nvPicPr>
            <p:cNvPr id="501" name="Google Shape;501;p44"/>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02" name="Google Shape;502;p44"/>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3 CfU 3 options - blue">
  <p:cSld name="TITLE_AND_TWO_COLUMNS_1_1_7_2">
    <p:bg>
      <p:bgPr>
        <a:solidFill>
          <a:srgbClr val="EBEDFE"/>
        </a:solidFill>
      </p:bgPr>
    </p:bg>
    <p:spTree>
      <p:nvGrpSpPr>
        <p:cNvPr id="503" name="Shape 503"/>
        <p:cNvGrpSpPr/>
        <p:nvPr/>
      </p:nvGrpSpPr>
      <p:grpSpPr>
        <a:xfrm>
          <a:off x="0" y="0"/>
          <a:ext cx="0" cy="0"/>
          <a:chOff x="0" y="0"/>
          <a:chExt cx="0" cy="0"/>
        </a:xfrm>
      </p:grpSpPr>
      <p:pic>
        <p:nvPicPr>
          <p:cNvPr id="504" name="Google Shape;504;p45"/>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505" name="Google Shape;505;p45"/>
          <p:cNvSpPr/>
          <p:nvPr/>
        </p:nvSpPr>
        <p:spPr>
          <a:xfrm>
            <a:off x="-1" y="-2"/>
            <a:ext cx="9144300" cy="540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6" name="Google Shape;506;p45"/>
          <p:cNvSpPr txBox="1"/>
          <p:nvPr>
            <p:ph type="title"/>
          </p:nvPr>
        </p:nvSpPr>
        <p:spPr>
          <a:xfrm>
            <a:off x="324000" y="748763"/>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507" name="Google Shape;507;p45"/>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508" name="Google Shape;508;p45"/>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Check</a:t>
            </a:r>
            <a:endParaRPr b="1" sz="900">
              <a:solidFill>
                <a:srgbClr val="EBEDFE"/>
              </a:solidFill>
              <a:latin typeface="Lexend"/>
              <a:ea typeface="Lexend"/>
              <a:cs typeface="Lexend"/>
              <a:sym typeface="Lexend"/>
            </a:endParaRPr>
          </a:p>
        </p:txBody>
      </p:sp>
      <p:sp>
        <p:nvSpPr>
          <p:cNvPr id="509" name="Google Shape;509;p45"/>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510" name="Google Shape;510;p45"/>
          <p:cNvSpPr txBox="1"/>
          <p:nvPr>
            <p:ph idx="1" type="subTitle"/>
          </p:nvPr>
        </p:nvSpPr>
        <p:spPr>
          <a:xfrm>
            <a:off x="1034425" y="1837775"/>
            <a:ext cx="7506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511" name="Google Shape;511;p45"/>
          <p:cNvSpPr txBox="1"/>
          <p:nvPr>
            <p:ph idx="3" type="subTitle"/>
          </p:nvPr>
        </p:nvSpPr>
        <p:spPr>
          <a:xfrm>
            <a:off x="1034425" y="2794247"/>
            <a:ext cx="7506600" cy="3891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512" name="Google Shape;512;p45"/>
          <p:cNvSpPr txBox="1"/>
          <p:nvPr>
            <p:ph idx="4" type="subTitle"/>
          </p:nvPr>
        </p:nvSpPr>
        <p:spPr>
          <a:xfrm>
            <a:off x="1034425" y="3766965"/>
            <a:ext cx="7464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513" name="Google Shape;513;p45"/>
          <p:cNvGrpSpPr/>
          <p:nvPr/>
        </p:nvGrpSpPr>
        <p:grpSpPr>
          <a:xfrm>
            <a:off x="323653" y="1804438"/>
            <a:ext cx="457200" cy="457200"/>
            <a:chOff x="1020916" y="1442088"/>
            <a:chExt cx="457200" cy="457200"/>
          </a:xfrm>
        </p:grpSpPr>
        <p:pic>
          <p:nvPicPr>
            <p:cNvPr id="514" name="Google Shape;514;p45"/>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15" name="Google Shape;515;p45"/>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516" name="Google Shape;516;p45"/>
          <p:cNvGrpSpPr/>
          <p:nvPr/>
        </p:nvGrpSpPr>
        <p:grpSpPr>
          <a:xfrm>
            <a:off x="323653" y="2766575"/>
            <a:ext cx="457200" cy="457200"/>
            <a:chOff x="1020916" y="1442088"/>
            <a:chExt cx="457200" cy="457200"/>
          </a:xfrm>
        </p:grpSpPr>
        <p:pic>
          <p:nvPicPr>
            <p:cNvPr id="517" name="Google Shape;517;p45"/>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18" name="Google Shape;518;p45"/>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519" name="Google Shape;519;p45"/>
          <p:cNvGrpSpPr/>
          <p:nvPr/>
        </p:nvGrpSpPr>
        <p:grpSpPr>
          <a:xfrm>
            <a:off x="323641" y="3729038"/>
            <a:ext cx="457200" cy="457200"/>
            <a:chOff x="1020916" y="1442088"/>
            <a:chExt cx="457200" cy="457200"/>
          </a:xfrm>
        </p:grpSpPr>
        <p:pic>
          <p:nvPicPr>
            <p:cNvPr id="520" name="Google Shape;520;p45"/>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21" name="Google Shape;521;p45"/>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3 CfU 3 options - pink">
  <p:cSld name="TITLE_AND_TWO_COLUMNS_1_1_7_1_1_1_1">
    <p:bg>
      <p:bgPr>
        <a:solidFill>
          <a:srgbClr val="FAEAF6"/>
        </a:solidFill>
      </p:bgPr>
    </p:bg>
    <p:spTree>
      <p:nvGrpSpPr>
        <p:cNvPr id="522" name="Shape 522"/>
        <p:cNvGrpSpPr/>
        <p:nvPr/>
      </p:nvGrpSpPr>
      <p:grpSpPr>
        <a:xfrm>
          <a:off x="0" y="0"/>
          <a:ext cx="0" cy="0"/>
          <a:chOff x="0" y="0"/>
          <a:chExt cx="0" cy="0"/>
        </a:xfrm>
      </p:grpSpPr>
      <p:pic>
        <p:nvPicPr>
          <p:cNvPr id="523" name="Google Shape;523;p46"/>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524" name="Google Shape;524;p46"/>
          <p:cNvSpPr/>
          <p:nvPr/>
        </p:nvSpPr>
        <p:spPr>
          <a:xfrm>
            <a:off x="0" y="1"/>
            <a:ext cx="9144300" cy="5403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5" name="Google Shape;525;p46"/>
          <p:cNvSpPr txBox="1"/>
          <p:nvPr>
            <p:ph type="title"/>
          </p:nvPr>
        </p:nvSpPr>
        <p:spPr>
          <a:xfrm>
            <a:off x="324000" y="748763"/>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526" name="Google Shape;526;p46"/>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527" name="Google Shape;527;p46"/>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Check</a:t>
            </a:r>
            <a:endParaRPr b="1" sz="900">
              <a:solidFill>
                <a:srgbClr val="FAEAF6"/>
              </a:solidFill>
              <a:latin typeface="Lexend"/>
              <a:ea typeface="Lexend"/>
              <a:cs typeface="Lexend"/>
              <a:sym typeface="Lexend"/>
            </a:endParaRPr>
          </a:p>
        </p:txBody>
      </p:sp>
      <p:sp>
        <p:nvSpPr>
          <p:cNvPr id="528" name="Google Shape;528;p46"/>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529" name="Google Shape;529;p46"/>
          <p:cNvSpPr txBox="1"/>
          <p:nvPr>
            <p:ph idx="1" type="subTitle"/>
          </p:nvPr>
        </p:nvSpPr>
        <p:spPr>
          <a:xfrm>
            <a:off x="1034425" y="1837775"/>
            <a:ext cx="7506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530" name="Google Shape;530;p46"/>
          <p:cNvSpPr txBox="1"/>
          <p:nvPr>
            <p:ph idx="3" type="subTitle"/>
          </p:nvPr>
        </p:nvSpPr>
        <p:spPr>
          <a:xfrm>
            <a:off x="1034425" y="2794247"/>
            <a:ext cx="7506600" cy="3891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531" name="Google Shape;531;p46"/>
          <p:cNvSpPr txBox="1"/>
          <p:nvPr>
            <p:ph idx="4" type="subTitle"/>
          </p:nvPr>
        </p:nvSpPr>
        <p:spPr>
          <a:xfrm>
            <a:off x="1034425" y="3766965"/>
            <a:ext cx="7464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532" name="Google Shape;532;p46"/>
          <p:cNvGrpSpPr/>
          <p:nvPr/>
        </p:nvGrpSpPr>
        <p:grpSpPr>
          <a:xfrm>
            <a:off x="323653" y="1804438"/>
            <a:ext cx="457200" cy="457200"/>
            <a:chOff x="1020916" y="1442088"/>
            <a:chExt cx="457200" cy="457200"/>
          </a:xfrm>
        </p:grpSpPr>
        <p:pic>
          <p:nvPicPr>
            <p:cNvPr id="533" name="Google Shape;533;p46"/>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34" name="Google Shape;534;p46"/>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535" name="Google Shape;535;p46"/>
          <p:cNvGrpSpPr/>
          <p:nvPr/>
        </p:nvGrpSpPr>
        <p:grpSpPr>
          <a:xfrm>
            <a:off x="323653" y="2766575"/>
            <a:ext cx="457200" cy="457200"/>
            <a:chOff x="1020916" y="1442088"/>
            <a:chExt cx="457200" cy="457200"/>
          </a:xfrm>
        </p:grpSpPr>
        <p:pic>
          <p:nvPicPr>
            <p:cNvPr id="536" name="Google Shape;536;p46"/>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37" name="Google Shape;537;p46"/>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538" name="Google Shape;538;p46"/>
          <p:cNvGrpSpPr/>
          <p:nvPr/>
        </p:nvGrpSpPr>
        <p:grpSpPr>
          <a:xfrm>
            <a:off x="323641" y="3729038"/>
            <a:ext cx="457200" cy="457200"/>
            <a:chOff x="1020916" y="1442088"/>
            <a:chExt cx="457200" cy="457200"/>
          </a:xfrm>
        </p:grpSpPr>
        <p:pic>
          <p:nvPicPr>
            <p:cNvPr id="539" name="Google Shape;539;p46"/>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40" name="Google Shape;540;p46"/>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4 CfU 4 options - purple">
  <p:cSld name="TITLE_AND_TWO_COLUMNS_1_1_8_1">
    <p:bg>
      <p:bgPr>
        <a:solidFill>
          <a:srgbClr val="F3EEFB"/>
        </a:solidFill>
      </p:bgPr>
    </p:bg>
    <p:spTree>
      <p:nvGrpSpPr>
        <p:cNvPr id="541" name="Shape 541"/>
        <p:cNvGrpSpPr/>
        <p:nvPr/>
      </p:nvGrpSpPr>
      <p:grpSpPr>
        <a:xfrm>
          <a:off x="0" y="0"/>
          <a:ext cx="0" cy="0"/>
          <a:chOff x="0" y="0"/>
          <a:chExt cx="0" cy="0"/>
        </a:xfrm>
      </p:grpSpPr>
      <p:pic>
        <p:nvPicPr>
          <p:cNvPr id="542" name="Google Shape;542;p47"/>
          <p:cNvPicPr preferRelativeResize="0"/>
          <p:nvPr/>
        </p:nvPicPr>
        <p:blipFill>
          <a:blip r:embed="rId2">
            <a:alphaModFix/>
          </a:blip>
          <a:stretch>
            <a:fillRect/>
          </a:stretch>
        </p:blipFill>
        <p:spPr>
          <a:xfrm>
            <a:off x="0" y="532525"/>
            <a:ext cx="9151202" cy="116709"/>
          </a:xfrm>
          <a:prstGeom prst="rect">
            <a:avLst/>
          </a:prstGeom>
          <a:noFill/>
          <a:ln>
            <a:noFill/>
          </a:ln>
        </p:spPr>
      </p:pic>
      <p:sp>
        <p:nvSpPr>
          <p:cNvPr id="543" name="Google Shape;543;p47"/>
          <p:cNvSpPr/>
          <p:nvPr/>
        </p:nvSpPr>
        <p:spPr>
          <a:xfrm>
            <a:off x="-1" y="-2"/>
            <a:ext cx="9144300" cy="5403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4" name="Google Shape;544;p47"/>
          <p:cNvSpPr txBox="1"/>
          <p:nvPr>
            <p:ph type="title"/>
          </p:nvPr>
        </p:nvSpPr>
        <p:spPr>
          <a:xfrm>
            <a:off x="324000" y="809988"/>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545" name="Google Shape;545;p47"/>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546" name="Google Shape;546;p47"/>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Check</a:t>
            </a:r>
            <a:endParaRPr b="1" sz="900">
              <a:solidFill>
                <a:srgbClr val="EBEDFE"/>
              </a:solidFill>
              <a:latin typeface="Lexend"/>
              <a:ea typeface="Lexend"/>
              <a:cs typeface="Lexend"/>
              <a:sym typeface="Lexend"/>
            </a:endParaRPr>
          </a:p>
        </p:txBody>
      </p:sp>
      <p:sp>
        <p:nvSpPr>
          <p:cNvPr id="547" name="Google Shape;547;p47"/>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548" name="Google Shape;548;p47"/>
          <p:cNvSpPr txBox="1"/>
          <p:nvPr>
            <p:ph idx="1" type="subTitle"/>
          </p:nvPr>
        </p:nvSpPr>
        <p:spPr>
          <a:xfrm>
            <a:off x="1034425" y="1685375"/>
            <a:ext cx="7506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549" name="Google Shape;549;p47"/>
          <p:cNvSpPr txBox="1"/>
          <p:nvPr>
            <p:ph idx="3" type="subTitle"/>
          </p:nvPr>
        </p:nvSpPr>
        <p:spPr>
          <a:xfrm>
            <a:off x="1034425" y="2489447"/>
            <a:ext cx="7506600" cy="3891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550" name="Google Shape;550;p47"/>
          <p:cNvSpPr txBox="1"/>
          <p:nvPr>
            <p:ph idx="4" type="subTitle"/>
          </p:nvPr>
        </p:nvSpPr>
        <p:spPr>
          <a:xfrm>
            <a:off x="1034425" y="3309765"/>
            <a:ext cx="7464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551" name="Google Shape;551;p47"/>
          <p:cNvSpPr txBox="1"/>
          <p:nvPr>
            <p:ph idx="5" type="subTitle"/>
          </p:nvPr>
        </p:nvSpPr>
        <p:spPr>
          <a:xfrm>
            <a:off x="1034425" y="4113837"/>
            <a:ext cx="7506600" cy="3603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552" name="Google Shape;552;p47"/>
          <p:cNvGrpSpPr/>
          <p:nvPr/>
        </p:nvGrpSpPr>
        <p:grpSpPr>
          <a:xfrm>
            <a:off x="323653" y="1652038"/>
            <a:ext cx="457200" cy="457200"/>
            <a:chOff x="1020916" y="1442088"/>
            <a:chExt cx="457200" cy="457200"/>
          </a:xfrm>
        </p:grpSpPr>
        <p:pic>
          <p:nvPicPr>
            <p:cNvPr id="553" name="Google Shape;553;p47"/>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54" name="Google Shape;554;p47"/>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555" name="Google Shape;555;p47"/>
          <p:cNvGrpSpPr/>
          <p:nvPr/>
        </p:nvGrpSpPr>
        <p:grpSpPr>
          <a:xfrm>
            <a:off x="323653" y="2461775"/>
            <a:ext cx="457200" cy="457200"/>
            <a:chOff x="1020916" y="1442088"/>
            <a:chExt cx="457200" cy="457200"/>
          </a:xfrm>
        </p:grpSpPr>
        <p:pic>
          <p:nvPicPr>
            <p:cNvPr id="556" name="Google Shape;556;p47"/>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57" name="Google Shape;557;p47"/>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558" name="Google Shape;558;p47"/>
          <p:cNvGrpSpPr/>
          <p:nvPr/>
        </p:nvGrpSpPr>
        <p:grpSpPr>
          <a:xfrm>
            <a:off x="323641" y="3271838"/>
            <a:ext cx="457200" cy="457200"/>
            <a:chOff x="1020916" y="1442088"/>
            <a:chExt cx="457200" cy="457200"/>
          </a:xfrm>
        </p:grpSpPr>
        <p:pic>
          <p:nvPicPr>
            <p:cNvPr id="559" name="Google Shape;559;p47"/>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60" name="Google Shape;560;p47"/>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grpSp>
        <p:nvGrpSpPr>
          <p:cNvPr id="561" name="Google Shape;561;p47"/>
          <p:cNvGrpSpPr/>
          <p:nvPr/>
        </p:nvGrpSpPr>
        <p:grpSpPr>
          <a:xfrm>
            <a:off x="323641" y="4081763"/>
            <a:ext cx="457200" cy="457200"/>
            <a:chOff x="1020916" y="1442088"/>
            <a:chExt cx="457200" cy="457200"/>
          </a:xfrm>
        </p:grpSpPr>
        <p:pic>
          <p:nvPicPr>
            <p:cNvPr id="562" name="Google Shape;562;p47"/>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63" name="Google Shape;563;p47"/>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d</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4 CfU 4 options - jade">
  <p:cSld name="TITLE_AND_TWO_COLUMNS_1_1_8_1_1_1">
    <p:bg>
      <p:bgPr>
        <a:solidFill>
          <a:srgbClr val="E6F2F2"/>
        </a:solidFill>
      </p:bgPr>
    </p:bg>
    <p:spTree>
      <p:nvGrpSpPr>
        <p:cNvPr id="564" name="Shape 564"/>
        <p:cNvGrpSpPr/>
        <p:nvPr/>
      </p:nvGrpSpPr>
      <p:grpSpPr>
        <a:xfrm>
          <a:off x="0" y="0"/>
          <a:ext cx="0" cy="0"/>
          <a:chOff x="0" y="0"/>
          <a:chExt cx="0" cy="0"/>
        </a:xfrm>
      </p:grpSpPr>
      <p:pic>
        <p:nvPicPr>
          <p:cNvPr id="565" name="Google Shape;565;p48"/>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566" name="Google Shape;566;p48"/>
          <p:cNvSpPr/>
          <p:nvPr/>
        </p:nvSpPr>
        <p:spPr>
          <a:xfrm>
            <a:off x="-1" y="-2"/>
            <a:ext cx="9144300" cy="5403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7" name="Google Shape;567;p48"/>
          <p:cNvSpPr txBox="1"/>
          <p:nvPr>
            <p:ph type="title"/>
          </p:nvPr>
        </p:nvSpPr>
        <p:spPr>
          <a:xfrm>
            <a:off x="324000" y="809988"/>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568" name="Google Shape;568;p48"/>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569" name="Google Shape;569;p48"/>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Check</a:t>
            </a:r>
            <a:endParaRPr b="1" sz="900">
              <a:solidFill>
                <a:srgbClr val="E6F2F2"/>
              </a:solidFill>
              <a:latin typeface="Lexend"/>
              <a:ea typeface="Lexend"/>
              <a:cs typeface="Lexend"/>
              <a:sym typeface="Lexend"/>
            </a:endParaRPr>
          </a:p>
        </p:txBody>
      </p:sp>
      <p:sp>
        <p:nvSpPr>
          <p:cNvPr id="570" name="Google Shape;570;p48"/>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571" name="Google Shape;571;p48"/>
          <p:cNvSpPr txBox="1"/>
          <p:nvPr>
            <p:ph idx="1" type="subTitle"/>
          </p:nvPr>
        </p:nvSpPr>
        <p:spPr>
          <a:xfrm>
            <a:off x="1034425" y="1685375"/>
            <a:ext cx="7506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572" name="Google Shape;572;p48"/>
          <p:cNvSpPr txBox="1"/>
          <p:nvPr>
            <p:ph idx="3" type="subTitle"/>
          </p:nvPr>
        </p:nvSpPr>
        <p:spPr>
          <a:xfrm>
            <a:off x="1034425" y="2489447"/>
            <a:ext cx="7506600" cy="3891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573" name="Google Shape;573;p48"/>
          <p:cNvSpPr txBox="1"/>
          <p:nvPr>
            <p:ph idx="4" type="subTitle"/>
          </p:nvPr>
        </p:nvSpPr>
        <p:spPr>
          <a:xfrm>
            <a:off x="1034425" y="3309765"/>
            <a:ext cx="7464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574" name="Google Shape;574;p48"/>
          <p:cNvSpPr txBox="1"/>
          <p:nvPr>
            <p:ph idx="5" type="subTitle"/>
          </p:nvPr>
        </p:nvSpPr>
        <p:spPr>
          <a:xfrm>
            <a:off x="1034425" y="4113837"/>
            <a:ext cx="7506600" cy="3603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575" name="Google Shape;575;p48"/>
          <p:cNvGrpSpPr/>
          <p:nvPr/>
        </p:nvGrpSpPr>
        <p:grpSpPr>
          <a:xfrm>
            <a:off x="323653" y="1652038"/>
            <a:ext cx="457200" cy="457200"/>
            <a:chOff x="1020916" y="1442088"/>
            <a:chExt cx="457200" cy="457200"/>
          </a:xfrm>
        </p:grpSpPr>
        <p:pic>
          <p:nvPicPr>
            <p:cNvPr id="576" name="Google Shape;576;p48"/>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77" name="Google Shape;577;p48"/>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578" name="Google Shape;578;p48"/>
          <p:cNvGrpSpPr/>
          <p:nvPr/>
        </p:nvGrpSpPr>
        <p:grpSpPr>
          <a:xfrm>
            <a:off x="323653" y="2461775"/>
            <a:ext cx="457200" cy="457200"/>
            <a:chOff x="1020916" y="1442088"/>
            <a:chExt cx="457200" cy="457200"/>
          </a:xfrm>
        </p:grpSpPr>
        <p:pic>
          <p:nvPicPr>
            <p:cNvPr id="579" name="Google Shape;579;p48"/>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80" name="Google Shape;580;p48"/>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581" name="Google Shape;581;p48"/>
          <p:cNvGrpSpPr/>
          <p:nvPr/>
        </p:nvGrpSpPr>
        <p:grpSpPr>
          <a:xfrm>
            <a:off x="323641" y="3271838"/>
            <a:ext cx="457200" cy="457200"/>
            <a:chOff x="1020916" y="1442088"/>
            <a:chExt cx="457200" cy="457200"/>
          </a:xfrm>
        </p:grpSpPr>
        <p:pic>
          <p:nvPicPr>
            <p:cNvPr id="582" name="Google Shape;582;p48"/>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83" name="Google Shape;583;p48"/>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grpSp>
        <p:nvGrpSpPr>
          <p:cNvPr id="584" name="Google Shape;584;p48"/>
          <p:cNvGrpSpPr/>
          <p:nvPr/>
        </p:nvGrpSpPr>
        <p:grpSpPr>
          <a:xfrm>
            <a:off x="323641" y="4081763"/>
            <a:ext cx="457200" cy="457200"/>
            <a:chOff x="1020916" y="1442088"/>
            <a:chExt cx="457200" cy="457200"/>
          </a:xfrm>
        </p:grpSpPr>
        <p:pic>
          <p:nvPicPr>
            <p:cNvPr id="585" name="Google Shape;585;p48"/>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86" name="Google Shape;586;p48"/>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d</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4 CfU 4 options - blue">
  <p:cSld name="TITLE_AND_TWO_COLUMNS_1_1_8_2">
    <p:bg>
      <p:bgPr>
        <a:solidFill>
          <a:srgbClr val="EBEDFE"/>
        </a:solidFill>
      </p:bgPr>
    </p:bg>
    <p:spTree>
      <p:nvGrpSpPr>
        <p:cNvPr id="587" name="Shape 587"/>
        <p:cNvGrpSpPr/>
        <p:nvPr/>
      </p:nvGrpSpPr>
      <p:grpSpPr>
        <a:xfrm>
          <a:off x="0" y="0"/>
          <a:ext cx="0" cy="0"/>
          <a:chOff x="0" y="0"/>
          <a:chExt cx="0" cy="0"/>
        </a:xfrm>
      </p:grpSpPr>
      <p:pic>
        <p:nvPicPr>
          <p:cNvPr id="588" name="Google Shape;588;p49"/>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589" name="Google Shape;589;p49"/>
          <p:cNvSpPr/>
          <p:nvPr/>
        </p:nvSpPr>
        <p:spPr>
          <a:xfrm>
            <a:off x="-1" y="-2"/>
            <a:ext cx="9144300" cy="540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0" name="Google Shape;590;p49"/>
          <p:cNvSpPr txBox="1"/>
          <p:nvPr>
            <p:ph type="title"/>
          </p:nvPr>
        </p:nvSpPr>
        <p:spPr>
          <a:xfrm>
            <a:off x="324000" y="809988"/>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591" name="Google Shape;591;p49"/>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592" name="Google Shape;592;p49"/>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Check</a:t>
            </a:r>
            <a:endParaRPr b="1" sz="900">
              <a:solidFill>
                <a:srgbClr val="E6F2F2"/>
              </a:solidFill>
              <a:latin typeface="Lexend"/>
              <a:ea typeface="Lexend"/>
              <a:cs typeface="Lexend"/>
              <a:sym typeface="Lexend"/>
            </a:endParaRPr>
          </a:p>
        </p:txBody>
      </p:sp>
      <p:sp>
        <p:nvSpPr>
          <p:cNvPr id="593" name="Google Shape;593;p49"/>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594" name="Google Shape;594;p49"/>
          <p:cNvSpPr txBox="1"/>
          <p:nvPr>
            <p:ph idx="1" type="subTitle"/>
          </p:nvPr>
        </p:nvSpPr>
        <p:spPr>
          <a:xfrm>
            <a:off x="1034425" y="1685375"/>
            <a:ext cx="7506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595" name="Google Shape;595;p49"/>
          <p:cNvSpPr txBox="1"/>
          <p:nvPr>
            <p:ph idx="3" type="subTitle"/>
          </p:nvPr>
        </p:nvSpPr>
        <p:spPr>
          <a:xfrm>
            <a:off x="1034425" y="2489447"/>
            <a:ext cx="7506600" cy="3891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596" name="Google Shape;596;p49"/>
          <p:cNvSpPr txBox="1"/>
          <p:nvPr>
            <p:ph idx="4" type="subTitle"/>
          </p:nvPr>
        </p:nvSpPr>
        <p:spPr>
          <a:xfrm>
            <a:off x="1034425" y="3309765"/>
            <a:ext cx="7464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597" name="Google Shape;597;p49"/>
          <p:cNvSpPr txBox="1"/>
          <p:nvPr>
            <p:ph idx="5" type="subTitle"/>
          </p:nvPr>
        </p:nvSpPr>
        <p:spPr>
          <a:xfrm>
            <a:off x="1034425" y="4113837"/>
            <a:ext cx="7506600" cy="3603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598" name="Google Shape;598;p49"/>
          <p:cNvGrpSpPr/>
          <p:nvPr/>
        </p:nvGrpSpPr>
        <p:grpSpPr>
          <a:xfrm>
            <a:off x="323653" y="1652038"/>
            <a:ext cx="457200" cy="457200"/>
            <a:chOff x="1020916" y="1442088"/>
            <a:chExt cx="457200" cy="457200"/>
          </a:xfrm>
        </p:grpSpPr>
        <p:pic>
          <p:nvPicPr>
            <p:cNvPr id="599" name="Google Shape;599;p49"/>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600" name="Google Shape;600;p49"/>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601" name="Google Shape;601;p49"/>
          <p:cNvGrpSpPr/>
          <p:nvPr/>
        </p:nvGrpSpPr>
        <p:grpSpPr>
          <a:xfrm>
            <a:off x="323653" y="2461775"/>
            <a:ext cx="457200" cy="457200"/>
            <a:chOff x="1020916" y="1442088"/>
            <a:chExt cx="457200" cy="457200"/>
          </a:xfrm>
        </p:grpSpPr>
        <p:pic>
          <p:nvPicPr>
            <p:cNvPr id="602" name="Google Shape;602;p49"/>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603" name="Google Shape;603;p49"/>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604" name="Google Shape;604;p49"/>
          <p:cNvGrpSpPr/>
          <p:nvPr/>
        </p:nvGrpSpPr>
        <p:grpSpPr>
          <a:xfrm>
            <a:off x="323641" y="3271838"/>
            <a:ext cx="457200" cy="457200"/>
            <a:chOff x="1020916" y="1442088"/>
            <a:chExt cx="457200" cy="457200"/>
          </a:xfrm>
        </p:grpSpPr>
        <p:pic>
          <p:nvPicPr>
            <p:cNvPr id="605" name="Google Shape;605;p49"/>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606" name="Google Shape;606;p49"/>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grpSp>
        <p:nvGrpSpPr>
          <p:cNvPr id="607" name="Google Shape;607;p49"/>
          <p:cNvGrpSpPr/>
          <p:nvPr/>
        </p:nvGrpSpPr>
        <p:grpSpPr>
          <a:xfrm>
            <a:off x="323641" y="4081763"/>
            <a:ext cx="457200" cy="457200"/>
            <a:chOff x="1020916" y="1442088"/>
            <a:chExt cx="457200" cy="457200"/>
          </a:xfrm>
        </p:grpSpPr>
        <p:pic>
          <p:nvPicPr>
            <p:cNvPr id="608" name="Google Shape;608;p49"/>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609" name="Google Shape;609;p49"/>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d</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4 CfU 4 options - pink">
  <p:cSld name="TITLE_AND_TWO_COLUMNS_1_1_8_1_1_1_1">
    <p:bg>
      <p:bgPr>
        <a:solidFill>
          <a:srgbClr val="FAEAF6"/>
        </a:solidFill>
      </p:bgPr>
    </p:bg>
    <p:spTree>
      <p:nvGrpSpPr>
        <p:cNvPr id="610" name="Shape 610"/>
        <p:cNvGrpSpPr/>
        <p:nvPr/>
      </p:nvGrpSpPr>
      <p:grpSpPr>
        <a:xfrm>
          <a:off x="0" y="0"/>
          <a:ext cx="0" cy="0"/>
          <a:chOff x="0" y="0"/>
          <a:chExt cx="0" cy="0"/>
        </a:xfrm>
      </p:grpSpPr>
      <p:pic>
        <p:nvPicPr>
          <p:cNvPr id="611" name="Google Shape;611;p50"/>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612" name="Google Shape;612;p50"/>
          <p:cNvSpPr/>
          <p:nvPr/>
        </p:nvSpPr>
        <p:spPr>
          <a:xfrm>
            <a:off x="0" y="1"/>
            <a:ext cx="9144300" cy="5403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3" name="Google Shape;613;p50"/>
          <p:cNvSpPr txBox="1"/>
          <p:nvPr>
            <p:ph type="title"/>
          </p:nvPr>
        </p:nvSpPr>
        <p:spPr>
          <a:xfrm>
            <a:off x="324000" y="809988"/>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614" name="Google Shape;614;p50"/>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615" name="Google Shape;615;p50"/>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Check</a:t>
            </a:r>
            <a:endParaRPr b="1" sz="900">
              <a:solidFill>
                <a:srgbClr val="FAEAF6"/>
              </a:solidFill>
              <a:latin typeface="Lexend"/>
              <a:ea typeface="Lexend"/>
              <a:cs typeface="Lexend"/>
              <a:sym typeface="Lexend"/>
            </a:endParaRPr>
          </a:p>
        </p:txBody>
      </p:sp>
      <p:sp>
        <p:nvSpPr>
          <p:cNvPr id="616" name="Google Shape;616;p50"/>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617" name="Google Shape;617;p50"/>
          <p:cNvSpPr txBox="1"/>
          <p:nvPr>
            <p:ph idx="1" type="subTitle"/>
          </p:nvPr>
        </p:nvSpPr>
        <p:spPr>
          <a:xfrm>
            <a:off x="1034425" y="1685375"/>
            <a:ext cx="7506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618" name="Google Shape;618;p50"/>
          <p:cNvSpPr txBox="1"/>
          <p:nvPr>
            <p:ph idx="3" type="subTitle"/>
          </p:nvPr>
        </p:nvSpPr>
        <p:spPr>
          <a:xfrm>
            <a:off x="1034425" y="2489447"/>
            <a:ext cx="7506600" cy="3891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619" name="Google Shape;619;p50"/>
          <p:cNvSpPr txBox="1"/>
          <p:nvPr>
            <p:ph idx="4" type="subTitle"/>
          </p:nvPr>
        </p:nvSpPr>
        <p:spPr>
          <a:xfrm>
            <a:off x="1034425" y="3309765"/>
            <a:ext cx="7464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620" name="Google Shape;620;p50"/>
          <p:cNvSpPr txBox="1"/>
          <p:nvPr>
            <p:ph idx="5" type="subTitle"/>
          </p:nvPr>
        </p:nvSpPr>
        <p:spPr>
          <a:xfrm>
            <a:off x="1034425" y="4113837"/>
            <a:ext cx="7506600" cy="3603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621" name="Google Shape;621;p50"/>
          <p:cNvGrpSpPr/>
          <p:nvPr/>
        </p:nvGrpSpPr>
        <p:grpSpPr>
          <a:xfrm>
            <a:off x="323653" y="1652038"/>
            <a:ext cx="457200" cy="457200"/>
            <a:chOff x="1020916" y="1442088"/>
            <a:chExt cx="457200" cy="457200"/>
          </a:xfrm>
        </p:grpSpPr>
        <p:pic>
          <p:nvPicPr>
            <p:cNvPr id="622" name="Google Shape;622;p50"/>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623" name="Google Shape;623;p50"/>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624" name="Google Shape;624;p50"/>
          <p:cNvGrpSpPr/>
          <p:nvPr/>
        </p:nvGrpSpPr>
        <p:grpSpPr>
          <a:xfrm>
            <a:off x="323653" y="2461775"/>
            <a:ext cx="457200" cy="457200"/>
            <a:chOff x="1020916" y="1442088"/>
            <a:chExt cx="457200" cy="457200"/>
          </a:xfrm>
        </p:grpSpPr>
        <p:pic>
          <p:nvPicPr>
            <p:cNvPr id="625" name="Google Shape;625;p50"/>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626" name="Google Shape;626;p50"/>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627" name="Google Shape;627;p50"/>
          <p:cNvGrpSpPr/>
          <p:nvPr/>
        </p:nvGrpSpPr>
        <p:grpSpPr>
          <a:xfrm>
            <a:off x="323641" y="3271838"/>
            <a:ext cx="457200" cy="457200"/>
            <a:chOff x="1020916" y="1442088"/>
            <a:chExt cx="457200" cy="457200"/>
          </a:xfrm>
        </p:grpSpPr>
        <p:pic>
          <p:nvPicPr>
            <p:cNvPr id="628" name="Google Shape;628;p50"/>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629" name="Google Shape;629;p50"/>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grpSp>
        <p:nvGrpSpPr>
          <p:cNvPr id="630" name="Google Shape;630;p50"/>
          <p:cNvGrpSpPr/>
          <p:nvPr/>
        </p:nvGrpSpPr>
        <p:grpSpPr>
          <a:xfrm>
            <a:off x="323641" y="4081763"/>
            <a:ext cx="457200" cy="457200"/>
            <a:chOff x="1020916" y="1442088"/>
            <a:chExt cx="457200" cy="457200"/>
          </a:xfrm>
        </p:grpSpPr>
        <p:pic>
          <p:nvPicPr>
            <p:cNvPr id="631" name="Google Shape;631;p50"/>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632" name="Google Shape;632;p50"/>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d</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5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5 CfU 3 image options - purple">
  <p:cSld name="TITLE_AND_TWO_COLUMNS_1_1_7_1_1_2">
    <p:bg>
      <p:bgPr>
        <a:solidFill>
          <a:srgbClr val="F3EEFB"/>
        </a:solidFill>
      </p:bgPr>
    </p:bg>
    <p:spTree>
      <p:nvGrpSpPr>
        <p:cNvPr id="633" name="Shape 633"/>
        <p:cNvGrpSpPr/>
        <p:nvPr/>
      </p:nvGrpSpPr>
      <p:grpSpPr>
        <a:xfrm>
          <a:off x="0" y="0"/>
          <a:ext cx="0" cy="0"/>
          <a:chOff x="0" y="0"/>
          <a:chExt cx="0" cy="0"/>
        </a:xfrm>
      </p:grpSpPr>
      <p:pic>
        <p:nvPicPr>
          <p:cNvPr id="634" name="Google Shape;634;p51"/>
          <p:cNvPicPr preferRelativeResize="0"/>
          <p:nvPr/>
        </p:nvPicPr>
        <p:blipFill>
          <a:blip r:embed="rId2">
            <a:alphaModFix/>
          </a:blip>
          <a:stretch>
            <a:fillRect/>
          </a:stretch>
        </p:blipFill>
        <p:spPr>
          <a:xfrm>
            <a:off x="0" y="532525"/>
            <a:ext cx="9151202" cy="116709"/>
          </a:xfrm>
          <a:prstGeom prst="rect">
            <a:avLst/>
          </a:prstGeom>
          <a:noFill/>
          <a:ln>
            <a:noFill/>
          </a:ln>
        </p:spPr>
      </p:pic>
      <p:sp>
        <p:nvSpPr>
          <p:cNvPr id="635" name="Google Shape;635;p51"/>
          <p:cNvSpPr/>
          <p:nvPr/>
        </p:nvSpPr>
        <p:spPr>
          <a:xfrm>
            <a:off x="-1" y="-2"/>
            <a:ext cx="9144300" cy="5403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6" name="Google Shape;636;p51"/>
          <p:cNvSpPr txBox="1"/>
          <p:nvPr>
            <p:ph type="title"/>
          </p:nvPr>
        </p:nvSpPr>
        <p:spPr>
          <a:xfrm>
            <a:off x="324000" y="748763"/>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637" name="Google Shape;637;p51"/>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638" name="Google Shape;638;p51"/>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Check</a:t>
            </a:r>
            <a:endParaRPr b="1" sz="900">
              <a:solidFill>
                <a:srgbClr val="EBEDFE"/>
              </a:solidFill>
              <a:latin typeface="Lexend"/>
              <a:ea typeface="Lexend"/>
              <a:cs typeface="Lexend"/>
              <a:sym typeface="Lexend"/>
            </a:endParaRPr>
          </a:p>
        </p:txBody>
      </p:sp>
      <p:sp>
        <p:nvSpPr>
          <p:cNvPr id="639" name="Google Shape;639;p51"/>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640" name="Google Shape;640;p51"/>
          <p:cNvSpPr/>
          <p:nvPr>
            <p:ph idx="3" type="pic"/>
          </p:nvPr>
        </p:nvSpPr>
        <p:spPr>
          <a:xfrm>
            <a:off x="324000" y="1893950"/>
            <a:ext cx="2555400" cy="1939500"/>
          </a:xfrm>
          <a:prstGeom prst="rect">
            <a:avLst/>
          </a:prstGeom>
          <a:noFill/>
          <a:ln>
            <a:noFill/>
          </a:ln>
        </p:spPr>
      </p:sp>
      <p:sp>
        <p:nvSpPr>
          <p:cNvPr id="641" name="Google Shape;641;p51"/>
          <p:cNvSpPr/>
          <p:nvPr>
            <p:ph idx="4" type="pic"/>
          </p:nvPr>
        </p:nvSpPr>
        <p:spPr>
          <a:xfrm>
            <a:off x="6256800" y="1893950"/>
            <a:ext cx="2555400" cy="1939500"/>
          </a:xfrm>
          <a:prstGeom prst="rect">
            <a:avLst/>
          </a:prstGeom>
          <a:noFill/>
          <a:ln>
            <a:noFill/>
          </a:ln>
        </p:spPr>
      </p:sp>
      <p:sp>
        <p:nvSpPr>
          <p:cNvPr id="642" name="Google Shape;642;p51"/>
          <p:cNvSpPr/>
          <p:nvPr>
            <p:ph idx="5" type="pic"/>
          </p:nvPr>
        </p:nvSpPr>
        <p:spPr>
          <a:xfrm>
            <a:off x="3294300" y="1893950"/>
            <a:ext cx="2555400" cy="1939500"/>
          </a:xfrm>
          <a:prstGeom prst="rect">
            <a:avLst/>
          </a:prstGeom>
          <a:noFill/>
          <a:ln>
            <a:noFill/>
          </a:ln>
        </p:spPr>
      </p:sp>
      <p:grpSp>
        <p:nvGrpSpPr>
          <p:cNvPr id="643" name="Google Shape;643;p51"/>
          <p:cNvGrpSpPr/>
          <p:nvPr/>
        </p:nvGrpSpPr>
        <p:grpSpPr>
          <a:xfrm>
            <a:off x="1381028" y="4148538"/>
            <a:ext cx="457200" cy="457200"/>
            <a:chOff x="1020916" y="1442088"/>
            <a:chExt cx="457200" cy="457200"/>
          </a:xfrm>
        </p:grpSpPr>
        <p:pic>
          <p:nvPicPr>
            <p:cNvPr id="644" name="Google Shape;644;p51"/>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645" name="Google Shape;645;p51"/>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646" name="Google Shape;646;p51"/>
          <p:cNvGrpSpPr/>
          <p:nvPr/>
        </p:nvGrpSpPr>
        <p:grpSpPr>
          <a:xfrm>
            <a:off x="4331066" y="4148550"/>
            <a:ext cx="457200" cy="457200"/>
            <a:chOff x="1020916" y="1442088"/>
            <a:chExt cx="457200" cy="457200"/>
          </a:xfrm>
        </p:grpSpPr>
        <p:pic>
          <p:nvPicPr>
            <p:cNvPr id="647" name="Google Shape;647;p51"/>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648" name="Google Shape;648;p51"/>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649" name="Google Shape;649;p51"/>
          <p:cNvGrpSpPr/>
          <p:nvPr/>
        </p:nvGrpSpPr>
        <p:grpSpPr>
          <a:xfrm>
            <a:off x="7305791" y="4148538"/>
            <a:ext cx="457200" cy="457200"/>
            <a:chOff x="1020916" y="1442088"/>
            <a:chExt cx="457200" cy="457200"/>
          </a:xfrm>
        </p:grpSpPr>
        <p:pic>
          <p:nvPicPr>
            <p:cNvPr id="650" name="Google Shape;650;p51"/>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651" name="Google Shape;651;p51"/>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5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5 CfU 3 image options - jade">
  <p:cSld name="TITLE_AND_TWO_COLUMNS_1_1_7_1_1_1_2">
    <p:bg>
      <p:bgPr>
        <a:solidFill>
          <a:srgbClr val="E6F2F2"/>
        </a:solidFill>
      </p:bgPr>
    </p:bg>
    <p:spTree>
      <p:nvGrpSpPr>
        <p:cNvPr id="652" name="Shape 652"/>
        <p:cNvGrpSpPr/>
        <p:nvPr/>
      </p:nvGrpSpPr>
      <p:grpSpPr>
        <a:xfrm>
          <a:off x="0" y="0"/>
          <a:ext cx="0" cy="0"/>
          <a:chOff x="0" y="0"/>
          <a:chExt cx="0" cy="0"/>
        </a:xfrm>
      </p:grpSpPr>
      <p:pic>
        <p:nvPicPr>
          <p:cNvPr id="653" name="Google Shape;653;p52"/>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654" name="Google Shape;654;p52"/>
          <p:cNvSpPr/>
          <p:nvPr/>
        </p:nvSpPr>
        <p:spPr>
          <a:xfrm>
            <a:off x="-1" y="-2"/>
            <a:ext cx="9144300" cy="5403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5" name="Google Shape;655;p52"/>
          <p:cNvSpPr txBox="1"/>
          <p:nvPr>
            <p:ph type="title"/>
          </p:nvPr>
        </p:nvSpPr>
        <p:spPr>
          <a:xfrm>
            <a:off x="324000" y="748763"/>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656" name="Google Shape;656;p52"/>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657" name="Google Shape;657;p52"/>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Check</a:t>
            </a:r>
            <a:endParaRPr b="1" sz="900">
              <a:solidFill>
                <a:srgbClr val="E6F2F2"/>
              </a:solidFill>
              <a:latin typeface="Lexend"/>
              <a:ea typeface="Lexend"/>
              <a:cs typeface="Lexend"/>
              <a:sym typeface="Lexend"/>
            </a:endParaRPr>
          </a:p>
        </p:txBody>
      </p:sp>
      <p:sp>
        <p:nvSpPr>
          <p:cNvPr id="658" name="Google Shape;658;p52"/>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659" name="Google Shape;659;p52"/>
          <p:cNvSpPr/>
          <p:nvPr>
            <p:ph idx="3" type="pic"/>
          </p:nvPr>
        </p:nvSpPr>
        <p:spPr>
          <a:xfrm>
            <a:off x="324000" y="1893950"/>
            <a:ext cx="2555400" cy="1939500"/>
          </a:xfrm>
          <a:prstGeom prst="rect">
            <a:avLst/>
          </a:prstGeom>
          <a:noFill/>
          <a:ln>
            <a:noFill/>
          </a:ln>
        </p:spPr>
      </p:sp>
      <p:sp>
        <p:nvSpPr>
          <p:cNvPr id="660" name="Google Shape;660;p52"/>
          <p:cNvSpPr/>
          <p:nvPr>
            <p:ph idx="4" type="pic"/>
          </p:nvPr>
        </p:nvSpPr>
        <p:spPr>
          <a:xfrm>
            <a:off x="6256800" y="1893950"/>
            <a:ext cx="2555400" cy="1939500"/>
          </a:xfrm>
          <a:prstGeom prst="rect">
            <a:avLst/>
          </a:prstGeom>
          <a:noFill/>
          <a:ln>
            <a:noFill/>
          </a:ln>
        </p:spPr>
      </p:sp>
      <p:sp>
        <p:nvSpPr>
          <p:cNvPr id="661" name="Google Shape;661;p52"/>
          <p:cNvSpPr/>
          <p:nvPr>
            <p:ph idx="5" type="pic"/>
          </p:nvPr>
        </p:nvSpPr>
        <p:spPr>
          <a:xfrm>
            <a:off x="3294300" y="1893950"/>
            <a:ext cx="2555400" cy="1939500"/>
          </a:xfrm>
          <a:prstGeom prst="rect">
            <a:avLst/>
          </a:prstGeom>
          <a:noFill/>
          <a:ln>
            <a:noFill/>
          </a:ln>
        </p:spPr>
      </p:sp>
      <p:grpSp>
        <p:nvGrpSpPr>
          <p:cNvPr id="662" name="Google Shape;662;p52"/>
          <p:cNvGrpSpPr/>
          <p:nvPr/>
        </p:nvGrpSpPr>
        <p:grpSpPr>
          <a:xfrm>
            <a:off x="1381028" y="4148538"/>
            <a:ext cx="457200" cy="457200"/>
            <a:chOff x="1020916" y="1442088"/>
            <a:chExt cx="457200" cy="457200"/>
          </a:xfrm>
        </p:grpSpPr>
        <p:pic>
          <p:nvPicPr>
            <p:cNvPr id="663" name="Google Shape;663;p52"/>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664" name="Google Shape;664;p52"/>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665" name="Google Shape;665;p52"/>
          <p:cNvGrpSpPr/>
          <p:nvPr/>
        </p:nvGrpSpPr>
        <p:grpSpPr>
          <a:xfrm>
            <a:off x="4331066" y="4148550"/>
            <a:ext cx="457200" cy="457200"/>
            <a:chOff x="1020916" y="1442088"/>
            <a:chExt cx="457200" cy="457200"/>
          </a:xfrm>
        </p:grpSpPr>
        <p:pic>
          <p:nvPicPr>
            <p:cNvPr id="666" name="Google Shape;666;p52"/>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667" name="Google Shape;667;p52"/>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668" name="Google Shape;668;p52"/>
          <p:cNvGrpSpPr/>
          <p:nvPr/>
        </p:nvGrpSpPr>
        <p:grpSpPr>
          <a:xfrm>
            <a:off x="7305791" y="4148538"/>
            <a:ext cx="457200" cy="457200"/>
            <a:chOff x="1020916" y="1442088"/>
            <a:chExt cx="457200" cy="457200"/>
          </a:xfrm>
        </p:grpSpPr>
        <p:pic>
          <p:nvPicPr>
            <p:cNvPr id="669" name="Google Shape;669;p52"/>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670" name="Google Shape;670;p52"/>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5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5 CfU 3  image options - blue ">
  <p:cSld name="TITLE_AND_TWO_COLUMNS_1_1_7_2_1">
    <p:bg>
      <p:bgPr>
        <a:solidFill>
          <a:srgbClr val="EBEDFE"/>
        </a:solidFill>
      </p:bgPr>
    </p:bg>
    <p:spTree>
      <p:nvGrpSpPr>
        <p:cNvPr id="671" name="Shape 671"/>
        <p:cNvGrpSpPr/>
        <p:nvPr/>
      </p:nvGrpSpPr>
      <p:grpSpPr>
        <a:xfrm>
          <a:off x="0" y="0"/>
          <a:ext cx="0" cy="0"/>
          <a:chOff x="0" y="0"/>
          <a:chExt cx="0" cy="0"/>
        </a:xfrm>
      </p:grpSpPr>
      <p:pic>
        <p:nvPicPr>
          <p:cNvPr id="672" name="Google Shape;672;p53"/>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673" name="Google Shape;673;p53"/>
          <p:cNvSpPr/>
          <p:nvPr/>
        </p:nvSpPr>
        <p:spPr>
          <a:xfrm>
            <a:off x="-1" y="-2"/>
            <a:ext cx="9144300" cy="540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4" name="Google Shape;674;p53"/>
          <p:cNvSpPr txBox="1"/>
          <p:nvPr>
            <p:ph type="title"/>
          </p:nvPr>
        </p:nvSpPr>
        <p:spPr>
          <a:xfrm>
            <a:off x="324000" y="748763"/>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675" name="Google Shape;675;p53"/>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676" name="Google Shape;676;p53"/>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Check</a:t>
            </a:r>
            <a:endParaRPr b="1" sz="900">
              <a:solidFill>
                <a:srgbClr val="EBEDFE"/>
              </a:solidFill>
              <a:latin typeface="Lexend"/>
              <a:ea typeface="Lexend"/>
              <a:cs typeface="Lexend"/>
              <a:sym typeface="Lexend"/>
            </a:endParaRPr>
          </a:p>
        </p:txBody>
      </p:sp>
      <p:sp>
        <p:nvSpPr>
          <p:cNvPr id="677" name="Google Shape;677;p53"/>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678" name="Google Shape;678;p53"/>
          <p:cNvSpPr/>
          <p:nvPr>
            <p:ph idx="3" type="pic"/>
          </p:nvPr>
        </p:nvSpPr>
        <p:spPr>
          <a:xfrm>
            <a:off x="324000" y="1893950"/>
            <a:ext cx="2555400" cy="1939500"/>
          </a:xfrm>
          <a:prstGeom prst="rect">
            <a:avLst/>
          </a:prstGeom>
          <a:noFill/>
          <a:ln>
            <a:noFill/>
          </a:ln>
        </p:spPr>
      </p:sp>
      <p:sp>
        <p:nvSpPr>
          <p:cNvPr id="679" name="Google Shape;679;p53"/>
          <p:cNvSpPr/>
          <p:nvPr>
            <p:ph idx="4" type="pic"/>
          </p:nvPr>
        </p:nvSpPr>
        <p:spPr>
          <a:xfrm>
            <a:off x="6256800" y="1893950"/>
            <a:ext cx="2555400" cy="1939500"/>
          </a:xfrm>
          <a:prstGeom prst="rect">
            <a:avLst/>
          </a:prstGeom>
          <a:noFill/>
          <a:ln>
            <a:noFill/>
          </a:ln>
        </p:spPr>
      </p:sp>
      <p:sp>
        <p:nvSpPr>
          <p:cNvPr id="680" name="Google Shape;680;p53"/>
          <p:cNvSpPr/>
          <p:nvPr>
            <p:ph idx="5" type="pic"/>
          </p:nvPr>
        </p:nvSpPr>
        <p:spPr>
          <a:xfrm>
            <a:off x="3294300" y="1893950"/>
            <a:ext cx="2555400" cy="1939500"/>
          </a:xfrm>
          <a:prstGeom prst="rect">
            <a:avLst/>
          </a:prstGeom>
          <a:noFill/>
          <a:ln>
            <a:noFill/>
          </a:ln>
        </p:spPr>
      </p:sp>
      <p:grpSp>
        <p:nvGrpSpPr>
          <p:cNvPr id="681" name="Google Shape;681;p53"/>
          <p:cNvGrpSpPr/>
          <p:nvPr/>
        </p:nvGrpSpPr>
        <p:grpSpPr>
          <a:xfrm>
            <a:off x="1381028" y="4148538"/>
            <a:ext cx="457200" cy="457200"/>
            <a:chOff x="1020916" y="1442088"/>
            <a:chExt cx="457200" cy="457200"/>
          </a:xfrm>
        </p:grpSpPr>
        <p:pic>
          <p:nvPicPr>
            <p:cNvPr id="682" name="Google Shape;682;p53"/>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683" name="Google Shape;683;p53"/>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684" name="Google Shape;684;p53"/>
          <p:cNvGrpSpPr/>
          <p:nvPr/>
        </p:nvGrpSpPr>
        <p:grpSpPr>
          <a:xfrm>
            <a:off x="4331066" y="4148550"/>
            <a:ext cx="457200" cy="457200"/>
            <a:chOff x="1020916" y="1442088"/>
            <a:chExt cx="457200" cy="457200"/>
          </a:xfrm>
        </p:grpSpPr>
        <p:pic>
          <p:nvPicPr>
            <p:cNvPr id="685" name="Google Shape;685;p53"/>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686" name="Google Shape;686;p53"/>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687" name="Google Shape;687;p53"/>
          <p:cNvGrpSpPr/>
          <p:nvPr/>
        </p:nvGrpSpPr>
        <p:grpSpPr>
          <a:xfrm>
            <a:off x="7305791" y="4148538"/>
            <a:ext cx="457200" cy="457200"/>
            <a:chOff x="1020916" y="1442088"/>
            <a:chExt cx="457200" cy="457200"/>
          </a:xfrm>
        </p:grpSpPr>
        <p:pic>
          <p:nvPicPr>
            <p:cNvPr id="688" name="Google Shape;688;p53"/>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689" name="Google Shape;689;p53"/>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5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5 CfU 3 image options - pink">
  <p:cSld name="TITLE_AND_TWO_COLUMNS_1_1_7_1_1_1_1_1">
    <p:bg>
      <p:bgPr>
        <a:solidFill>
          <a:srgbClr val="FAEAF6"/>
        </a:solidFill>
      </p:bgPr>
    </p:bg>
    <p:spTree>
      <p:nvGrpSpPr>
        <p:cNvPr id="690" name="Shape 690"/>
        <p:cNvGrpSpPr/>
        <p:nvPr/>
      </p:nvGrpSpPr>
      <p:grpSpPr>
        <a:xfrm>
          <a:off x="0" y="0"/>
          <a:ext cx="0" cy="0"/>
          <a:chOff x="0" y="0"/>
          <a:chExt cx="0" cy="0"/>
        </a:xfrm>
      </p:grpSpPr>
      <p:pic>
        <p:nvPicPr>
          <p:cNvPr id="691" name="Google Shape;691;p54"/>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692" name="Google Shape;692;p54"/>
          <p:cNvSpPr/>
          <p:nvPr/>
        </p:nvSpPr>
        <p:spPr>
          <a:xfrm>
            <a:off x="0" y="1"/>
            <a:ext cx="9144300" cy="5403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3" name="Google Shape;693;p54"/>
          <p:cNvSpPr txBox="1"/>
          <p:nvPr>
            <p:ph type="title"/>
          </p:nvPr>
        </p:nvSpPr>
        <p:spPr>
          <a:xfrm>
            <a:off x="324000" y="748763"/>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694" name="Google Shape;694;p54"/>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695" name="Google Shape;695;p54"/>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Check</a:t>
            </a:r>
            <a:endParaRPr b="1" sz="900">
              <a:solidFill>
                <a:srgbClr val="FAEAF6"/>
              </a:solidFill>
              <a:latin typeface="Lexend"/>
              <a:ea typeface="Lexend"/>
              <a:cs typeface="Lexend"/>
              <a:sym typeface="Lexend"/>
            </a:endParaRPr>
          </a:p>
        </p:txBody>
      </p:sp>
      <p:sp>
        <p:nvSpPr>
          <p:cNvPr id="696" name="Google Shape;696;p54"/>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697" name="Google Shape;697;p54"/>
          <p:cNvSpPr/>
          <p:nvPr>
            <p:ph idx="3" type="pic"/>
          </p:nvPr>
        </p:nvSpPr>
        <p:spPr>
          <a:xfrm>
            <a:off x="324000" y="1893950"/>
            <a:ext cx="2555400" cy="1939500"/>
          </a:xfrm>
          <a:prstGeom prst="rect">
            <a:avLst/>
          </a:prstGeom>
          <a:noFill/>
          <a:ln>
            <a:noFill/>
          </a:ln>
        </p:spPr>
      </p:sp>
      <p:sp>
        <p:nvSpPr>
          <p:cNvPr id="698" name="Google Shape;698;p54"/>
          <p:cNvSpPr/>
          <p:nvPr>
            <p:ph idx="4" type="pic"/>
          </p:nvPr>
        </p:nvSpPr>
        <p:spPr>
          <a:xfrm>
            <a:off x="6256800" y="1893950"/>
            <a:ext cx="2555400" cy="1939500"/>
          </a:xfrm>
          <a:prstGeom prst="rect">
            <a:avLst/>
          </a:prstGeom>
          <a:noFill/>
          <a:ln>
            <a:noFill/>
          </a:ln>
        </p:spPr>
      </p:sp>
      <p:sp>
        <p:nvSpPr>
          <p:cNvPr id="699" name="Google Shape;699;p54"/>
          <p:cNvSpPr/>
          <p:nvPr>
            <p:ph idx="5" type="pic"/>
          </p:nvPr>
        </p:nvSpPr>
        <p:spPr>
          <a:xfrm>
            <a:off x="3294300" y="1893950"/>
            <a:ext cx="2555400" cy="1939500"/>
          </a:xfrm>
          <a:prstGeom prst="rect">
            <a:avLst/>
          </a:prstGeom>
          <a:noFill/>
          <a:ln>
            <a:noFill/>
          </a:ln>
        </p:spPr>
      </p:sp>
      <p:grpSp>
        <p:nvGrpSpPr>
          <p:cNvPr id="700" name="Google Shape;700;p54"/>
          <p:cNvGrpSpPr/>
          <p:nvPr/>
        </p:nvGrpSpPr>
        <p:grpSpPr>
          <a:xfrm>
            <a:off x="1381028" y="4148538"/>
            <a:ext cx="457200" cy="457200"/>
            <a:chOff x="1020916" y="1442088"/>
            <a:chExt cx="457200" cy="457200"/>
          </a:xfrm>
        </p:grpSpPr>
        <p:pic>
          <p:nvPicPr>
            <p:cNvPr id="701" name="Google Shape;701;p54"/>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702" name="Google Shape;702;p54"/>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703" name="Google Shape;703;p54"/>
          <p:cNvGrpSpPr/>
          <p:nvPr/>
        </p:nvGrpSpPr>
        <p:grpSpPr>
          <a:xfrm>
            <a:off x="4331066" y="4148550"/>
            <a:ext cx="457200" cy="457200"/>
            <a:chOff x="1020916" y="1442088"/>
            <a:chExt cx="457200" cy="457200"/>
          </a:xfrm>
        </p:grpSpPr>
        <p:pic>
          <p:nvPicPr>
            <p:cNvPr id="704" name="Google Shape;704;p54"/>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705" name="Google Shape;705;p54"/>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706" name="Google Shape;706;p54"/>
          <p:cNvGrpSpPr/>
          <p:nvPr/>
        </p:nvGrpSpPr>
        <p:grpSpPr>
          <a:xfrm>
            <a:off x="7305791" y="4148538"/>
            <a:ext cx="457200" cy="457200"/>
            <a:chOff x="1020916" y="1442088"/>
            <a:chExt cx="457200" cy="457200"/>
          </a:xfrm>
        </p:grpSpPr>
        <p:pic>
          <p:nvPicPr>
            <p:cNvPr id="707" name="Google Shape;707;p54"/>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708" name="Google Shape;708;p54"/>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5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6 CfU blank - purple ">
  <p:cSld name="TITLE_AND_TWO_COLUMNS_1_1_6_2">
    <p:bg>
      <p:bgPr>
        <a:solidFill>
          <a:srgbClr val="F3EEFB"/>
        </a:solidFill>
      </p:bgPr>
    </p:bg>
    <p:spTree>
      <p:nvGrpSpPr>
        <p:cNvPr id="709" name="Shape 709"/>
        <p:cNvGrpSpPr/>
        <p:nvPr/>
      </p:nvGrpSpPr>
      <p:grpSpPr>
        <a:xfrm>
          <a:off x="0" y="0"/>
          <a:ext cx="0" cy="0"/>
          <a:chOff x="0" y="0"/>
          <a:chExt cx="0" cy="0"/>
        </a:xfrm>
      </p:grpSpPr>
      <p:pic>
        <p:nvPicPr>
          <p:cNvPr id="710" name="Google Shape;710;p55"/>
          <p:cNvPicPr preferRelativeResize="0"/>
          <p:nvPr/>
        </p:nvPicPr>
        <p:blipFill>
          <a:blip r:embed="rId2">
            <a:alphaModFix/>
          </a:blip>
          <a:stretch>
            <a:fillRect/>
          </a:stretch>
        </p:blipFill>
        <p:spPr>
          <a:xfrm>
            <a:off x="0" y="532525"/>
            <a:ext cx="9151202" cy="116709"/>
          </a:xfrm>
          <a:prstGeom prst="rect">
            <a:avLst/>
          </a:prstGeom>
          <a:noFill/>
          <a:ln>
            <a:noFill/>
          </a:ln>
        </p:spPr>
      </p:pic>
      <p:sp>
        <p:nvSpPr>
          <p:cNvPr id="711" name="Google Shape;711;p55"/>
          <p:cNvSpPr/>
          <p:nvPr/>
        </p:nvSpPr>
        <p:spPr>
          <a:xfrm>
            <a:off x="-1" y="-2"/>
            <a:ext cx="9144300" cy="5403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2" name="Google Shape;712;p55"/>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pic>
        <p:nvPicPr>
          <p:cNvPr id="713" name="Google Shape;713;p55"/>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714" name="Google Shape;714;p55"/>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Check</a:t>
            </a:r>
            <a:endParaRPr b="1" sz="900">
              <a:solidFill>
                <a:srgbClr val="EBEDFE"/>
              </a:solidFill>
              <a:latin typeface="Lexend"/>
              <a:ea typeface="Lexend"/>
              <a:cs typeface="Lexend"/>
              <a:sym typeface="Lexend"/>
            </a:endParaRPr>
          </a:p>
        </p:txBody>
      </p:sp>
      <p:sp>
        <p:nvSpPr>
          <p:cNvPr id="715" name="Google Shape;715;p55"/>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6 CfU blank - jade ">
  <p:cSld name="TITLE_AND_TWO_COLUMNS_1_1_6_2_3_1">
    <p:bg>
      <p:bgPr>
        <a:solidFill>
          <a:srgbClr val="E6F2F2"/>
        </a:solidFill>
      </p:bgPr>
    </p:bg>
    <p:spTree>
      <p:nvGrpSpPr>
        <p:cNvPr id="716" name="Shape 716"/>
        <p:cNvGrpSpPr/>
        <p:nvPr/>
      </p:nvGrpSpPr>
      <p:grpSpPr>
        <a:xfrm>
          <a:off x="0" y="0"/>
          <a:ext cx="0" cy="0"/>
          <a:chOff x="0" y="0"/>
          <a:chExt cx="0" cy="0"/>
        </a:xfrm>
      </p:grpSpPr>
      <p:pic>
        <p:nvPicPr>
          <p:cNvPr id="717" name="Google Shape;717;p56"/>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718" name="Google Shape;718;p56"/>
          <p:cNvSpPr/>
          <p:nvPr/>
        </p:nvSpPr>
        <p:spPr>
          <a:xfrm>
            <a:off x="-1" y="-2"/>
            <a:ext cx="9144300" cy="5403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9" name="Google Shape;719;p56"/>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pic>
        <p:nvPicPr>
          <p:cNvPr id="720" name="Google Shape;720;p56"/>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721" name="Google Shape;721;p56"/>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Check</a:t>
            </a:r>
            <a:endParaRPr b="1" sz="900">
              <a:solidFill>
                <a:srgbClr val="E6F2F2"/>
              </a:solidFill>
              <a:latin typeface="Lexend"/>
              <a:ea typeface="Lexend"/>
              <a:cs typeface="Lexend"/>
              <a:sym typeface="Lexend"/>
            </a:endParaRPr>
          </a:p>
        </p:txBody>
      </p:sp>
      <p:sp>
        <p:nvSpPr>
          <p:cNvPr id="722" name="Google Shape;722;p56"/>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5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6 CfU blank - blue ">
  <p:cSld name="TITLE_AND_TWO_COLUMNS_1_1_6_3">
    <p:bg>
      <p:bgPr>
        <a:solidFill>
          <a:srgbClr val="EBEDFE"/>
        </a:solidFill>
      </p:bgPr>
    </p:bg>
    <p:spTree>
      <p:nvGrpSpPr>
        <p:cNvPr id="723" name="Shape 723"/>
        <p:cNvGrpSpPr/>
        <p:nvPr/>
      </p:nvGrpSpPr>
      <p:grpSpPr>
        <a:xfrm>
          <a:off x="0" y="0"/>
          <a:ext cx="0" cy="0"/>
          <a:chOff x="0" y="0"/>
          <a:chExt cx="0" cy="0"/>
        </a:xfrm>
      </p:grpSpPr>
      <p:pic>
        <p:nvPicPr>
          <p:cNvPr id="724" name="Google Shape;724;p57"/>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725" name="Google Shape;725;p57"/>
          <p:cNvSpPr/>
          <p:nvPr/>
        </p:nvSpPr>
        <p:spPr>
          <a:xfrm>
            <a:off x="-1" y="-2"/>
            <a:ext cx="9144300" cy="540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6" name="Google Shape;726;p57"/>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pic>
        <p:nvPicPr>
          <p:cNvPr id="727" name="Google Shape;727;p57"/>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728" name="Google Shape;728;p57"/>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Check</a:t>
            </a:r>
            <a:endParaRPr b="1" sz="900">
              <a:solidFill>
                <a:srgbClr val="EBEDFE"/>
              </a:solidFill>
              <a:latin typeface="Lexend"/>
              <a:ea typeface="Lexend"/>
              <a:cs typeface="Lexend"/>
              <a:sym typeface="Lexend"/>
            </a:endParaRPr>
          </a:p>
        </p:txBody>
      </p:sp>
      <p:sp>
        <p:nvSpPr>
          <p:cNvPr id="729" name="Google Shape;729;p57"/>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5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6 CfU blank - pink ">
  <p:cSld name="TITLE_AND_TWO_COLUMNS_1_1_6_2_3_1_1">
    <p:bg>
      <p:bgPr>
        <a:solidFill>
          <a:srgbClr val="FAEAF6"/>
        </a:solidFill>
      </p:bgPr>
    </p:bg>
    <p:spTree>
      <p:nvGrpSpPr>
        <p:cNvPr id="730" name="Shape 730"/>
        <p:cNvGrpSpPr/>
        <p:nvPr/>
      </p:nvGrpSpPr>
      <p:grpSpPr>
        <a:xfrm>
          <a:off x="0" y="0"/>
          <a:ext cx="0" cy="0"/>
          <a:chOff x="0" y="0"/>
          <a:chExt cx="0" cy="0"/>
        </a:xfrm>
      </p:grpSpPr>
      <p:pic>
        <p:nvPicPr>
          <p:cNvPr id="731" name="Google Shape;731;p58"/>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732" name="Google Shape;732;p58"/>
          <p:cNvSpPr/>
          <p:nvPr/>
        </p:nvSpPr>
        <p:spPr>
          <a:xfrm>
            <a:off x="0" y="1"/>
            <a:ext cx="9144300" cy="5403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3" name="Google Shape;733;p58"/>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pic>
        <p:nvPicPr>
          <p:cNvPr id="734" name="Google Shape;734;p58"/>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735" name="Google Shape;735;p58"/>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Check</a:t>
            </a:r>
            <a:endParaRPr b="1" sz="900">
              <a:solidFill>
                <a:srgbClr val="FAEAF6"/>
              </a:solidFill>
              <a:latin typeface="Lexend"/>
              <a:ea typeface="Lexend"/>
              <a:cs typeface="Lexend"/>
              <a:sym typeface="Lexend"/>
            </a:endParaRPr>
          </a:p>
        </p:txBody>
      </p:sp>
      <p:sp>
        <p:nvSpPr>
          <p:cNvPr id="736" name="Google Shape;736;p58"/>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5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7 Practice - purple ">
  <p:cSld name="TITLE_AND_TWO_COLUMNS_1_1_5_1_3_1_1">
    <p:spTree>
      <p:nvGrpSpPr>
        <p:cNvPr id="737" name="Shape 737"/>
        <p:cNvGrpSpPr/>
        <p:nvPr/>
      </p:nvGrpSpPr>
      <p:grpSpPr>
        <a:xfrm>
          <a:off x="0" y="0"/>
          <a:ext cx="0" cy="0"/>
          <a:chOff x="0" y="0"/>
          <a:chExt cx="0" cy="0"/>
        </a:xfrm>
      </p:grpSpPr>
      <p:pic>
        <p:nvPicPr>
          <p:cNvPr id="738" name="Google Shape;738;p59"/>
          <p:cNvPicPr preferRelativeResize="0"/>
          <p:nvPr/>
        </p:nvPicPr>
        <p:blipFill>
          <a:blip r:embed="rId2">
            <a:alphaModFix/>
          </a:blip>
          <a:stretch>
            <a:fillRect/>
          </a:stretch>
        </p:blipFill>
        <p:spPr>
          <a:xfrm>
            <a:off x="0" y="532525"/>
            <a:ext cx="9151202" cy="116709"/>
          </a:xfrm>
          <a:prstGeom prst="rect">
            <a:avLst/>
          </a:prstGeom>
          <a:noFill/>
          <a:ln>
            <a:noFill/>
          </a:ln>
        </p:spPr>
      </p:pic>
      <p:sp>
        <p:nvSpPr>
          <p:cNvPr id="739" name="Google Shape;739;p59"/>
          <p:cNvSpPr/>
          <p:nvPr/>
        </p:nvSpPr>
        <p:spPr>
          <a:xfrm>
            <a:off x="-1" y="-2"/>
            <a:ext cx="9144300" cy="5403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0" name="Google Shape;740;p59"/>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pic>
        <p:nvPicPr>
          <p:cNvPr id="741" name="Google Shape;741;p59"/>
          <p:cNvPicPr preferRelativeResize="0"/>
          <p:nvPr/>
        </p:nvPicPr>
        <p:blipFill rotWithShape="1">
          <a:blip r:embed="rId3">
            <a:alphaModFix/>
          </a:blip>
          <a:srcRect b="0" l="0" r="0" t="0"/>
          <a:stretch/>
        </p:blipFill>
        <p:spPr>
          <a:xfrm>
            <a:off x="8517493" y="-11474"/>
            <a:ext cx="499700" cy="499700"/>
          </a:xfrm>
          <a:prstGeom prst="rect">
            <a:avLst/>
          </a:prstGeom>
          <a:noFill/>
          <a:ln>
            <a:noFill/>
          </a:ln>
        </p:spPr>
      </p:pic>
      <p:sp>
        <p:nvSpPr>
          <p:cNvPr id="742" name="Google Shape;742;p59"/>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Practice</a:t>
            </a:r>
            <a:endParaRPr b="1" sz="900">
              <a:solidFill>
                <a:srgbClr val="EBEDFE"/>
              </a:solidFill>
              <a:latin typeface="Lexend"/>
              <a:ea typeface="Lexend"/>
              <a:cs typeface="Lexend"/>
              <a:sym typeface="Lexend"/>
            </a:endParaRPr>
          </a:p>
        </p:txBody>
      </p:sp>
      <p:sp>
        <p:nvSpPr>
          <p:cNvPr id="743" name="Google Shape;743;p59"/>
          <p:cNvSpPr txBox="1"/>
          <p:nvPr>
            <p:ph type="title"/>
          </p:nvPr>
        </p:nvSpPr>
        <p:spPr>
          <a:xfrm>
            <a:off x="1479300" y="39650"/>
            <a:ext cx="6855300" cy="382800"/>
          </a:xfrm>
          <a:prstGeom prst="rect">
            <a:avLst/>
          </a:prstGeom>
        </p:spPr>
        <p:txBody>
          <a:bodyPr anchorCtr="0" anchor="b" bIns="0" lIns="0" spcFirstLastPara="1" rIns="0" wrap="square" tIns="0">
            <a:noAutofit/>
          </a:bodyPr>
          <a:lstStyle>
            <a:lvl1pPr lvl="0" rtl="0">
              <a:lnSpc>
                <a:spcPct val="100000"/>
              </a:lnSpc>
              <a:spcBef>
                <a:spcPts val="0"/>
              </a:spcBef>
              <a:spcAft>
                <a:spcPts val="0"/>
              </a:spcAft>
              <a:buClr>
                <a:schemeClr val="lt1"/>
              </a:buClr>
              <a:buSzPts val="1800"/>
              <a:buNone/>
              <a:defRPr b="0" sz="1800">
                <a:solidFill>
                  <a:schemeClr val="lt1"/>
                </a:solidFill>
              </a:defRPr>
            </a:lvl1pPr>
            <a:lvl2pPr lvl="1" rtl="0">
              <a:lnSpc>
                <a:spcPct val="100000"/>
              </a:lnSpc>
              <a:spcBef>
                <a:spcPts val="0"/>
              </a:spcBef>
              <a:spcAft>
                <a:spcPts val="0"/>
              </a:spcAft>
              <a:buClr>
                <a:schemeClr val="lt1"/>
              </a:buClr>
              <a:buSzPts val="1800"/>
              <a:buNone/>
              <a:defRPr sz="1800">
                <a:solidFill>
                  <a:schemeClr val="lt1"/>
                </a:solidFill>
              </a:defRPr>
            </a:lvl2pPr>
            <a:lvl3pPr lvl="2" rtl="0">
              <a:lnSpc>
                <a:spcPct val="100000"/>
              </a:lnSpc>
              <a:spcBef>
                <a:spcPts val="0"/>
              </a:spcBef>
              <a:spcAft>
                <a:spcPts val="0"/>
              </a:spcAft>
              <a:buClr>
                <a:schemeClr val="lt1"/>
              </a:buClr>
              <a:buSzPts val="1800"/>
              <a:buNone/>
              <a:defRPr sz="1800">
                <a:solidFill>
                  <a:schemeClr val="lt1"/>
                </a:solidFill>
              </a:defRPr>
            </a:lvl3pPr>
            <a:lvl4pPr lvl="3" rtl="0">
              <a:lnSpc>
                <a:spcPct val="100000"/>
              </a:lnSpc>
              <a:spcBef>
                <a:spcPts val="0"/>
              </a:spcBef>
              <a:spcAft>
                <a:spcPts val="0"/>
              </a:spcAft>
              <a:buClr>
                <a:schemeClr val="lt1"/>
              </a:buClr>
              <a:buSzPts val="1800"/>
              <a:buNone/>
              <a:defRPr sz="1800">
                <a:solidFill>
                  <a:schemeClr val="lt1"/>
                </a:solidFill>
              </a:defRPr>
            </a:lvl4pPr>
            <a:lvl5pPr lvl="4" rtl="0">
              <a:lnSpc>
                <a:spcPct val="100000"/>
              </a:lnSpc>
              <a:spcBef>
                <a:spcPts val="0"/>
              </a:spcBef>
              <a:spcAft>
                <a:spcPts val="0"/>
              </a:spcAft>
              <a:buClr>
                <a:schemeClr val="lt1"/>
              </a:buClr>
              <a:buSzPts val="1800"/>
              <a:buNone/>
              <a:defRPr sz="1800">
                <a:solidFill>
                  <a:schemeClr val="lt1"/>
                </a:solidFill>
              </a:defRPr>
            </a:lvl5pPr>
            <a:lvl6pPr lvl="5" rtl="0">
              <a:lnSpc>
                <a:spcPct val="100000"/>
              </a:lnSpc>
              <a:spcBef>
                <a:spcPts val="0"/>
              </a:spcBef>
              <a:spcAft>
                <a:spcPts val="0"/>
              </a:spcAft>
              <a:buClr>
                <a:schemeClr val="lt1"/>
              </a:buClr>
              <a:buSzPts val="1800"/>
              <a:buNone/>
              <a:defRPr sz="1800">
                <a:solidFill>
                  <a:schemeClr val="lt1"/>
                </a:solidFill>
              </a:defRPr>
            </a:lvl6pPr>
            <a:lvl7pPr lvl="6" rtl="0">
              <a:lnSpc>
                <a:spcPct val="100000"/>
              </a:lnSpc>
              <a:spcBef>
                <a:spcPts val="0"/>
              </a:spcBef>
              <a:spcAft>
                <a:spcPts val="0"/>
              </a:spcAft>
              <a:buClr>
                <a:schemeClr val="lt1"/>
              </a:buClr>
              <a:buSzPts val="1800"/>
              <a:buNone/>
              <a:defRPr sz="1800">
                <a:solidFill>
                  <a:schemeClr val="lt1"/>
                </a:solidFill>
              </a:defRPr>
            </a:lvl7pPr>
            <a:lvl8pPr lvl="7" rtl="0">
              <a:lnSpc>
                <a:spcPct val="100000"/>
              </a:lnSpc>
              <a:spcBef>
                <a:spcPts val="0"/>
              </a:spcBef>
              <a:spcAft>
                <a:spcPts val="0"/>
              </a:spcAft>
              <a:buClr>
                <a:schemeClr val="lt1"/>
              </a:buClr>
              <a:buSzPts val="1800"/>
              <a:buNone/>
              <a:defRPr sz="1800">
                <a:solidFill>
                  <a:schemeClr val="lt1"/>
                </a:solidFill>
              </a:defRPr>
            </a:lvl8pPr>
            <a:lvl9pPr lvl="8" rtl="0">
              <a:lnSpc>
                <a:spcPct val="100000"/>
              </a:lnSpc>
              <a:spcBef>
                <a:spcPts val="0"/>
              </a:spcBef>
              <a:spcAft>
                <a:spcPts val="0"/>
              </a:spcAft>
              <a:buClr>
                <a:schemeClr val="lt1"/>
              </a:buClr>
              <a:buSzPts val="1800"/>
              <a:buNone/>
              <a:defRPr sz="1800">
                <a:solidFill>
                  <a:schemeClr val="lt1"/>
                </a:solidFill>
              </a:defRPr>
            </a:lvl9pPr>
          </a:lstStyle>
          <a:p/>
        </p:txBody>
      </p:sp>
      <p:sp>
        <p:nvSpPr>
          <p:cNvPr id="744" name="Google Shape;744;p59"/>
          <p:cNvSpPr txBox="1"/>
          <p:nvPr/>
        </p:nvSpPr>
        <p:spPr>
          <a:xfrm>
            <a:off x="324000" y="43825"/>
            <a:ext cx="1316700" cy="382800"/>
          </a:xfrm>
          <a:prstGeom prst="rect">
            <a:avLst/>
          </a:prstGeom>
          <a:noFill/>
          <a:ln>
            <a:noFill/>
          </a:ln>
        </p:spPr>
        <p:txBody>
          <a:bodyPr anchorCtr="0" anchor="b" bIns="0" lIns="0" spcFirstLastPara="1" rIns="0" wrap="square" tIns="0">
            <a:noAutofit/>
          </a:bodyPr>
          <a:lstStyle/>
          <a:p>
            <a:pPr indent="0" lvl="0" marL="0" rtl="0" algn="l">
              <a:lnSpc>
                <a:spcPct val="100000"/>
              </a:lnSpc>
              <a:spcBef>
                <a:spcPts val="0"/>
              </a:spcBef>
              <a:spcAft>
                <a:spcPts val="0"/>
              </a:spcAft>
              <a:buNone/>
            </a:pPr>
            <a:r>
              <a:rPr b="1" lang="en-GB" sz="2000">
                <a:solidFill>
                  <a:srgbClr val="FFFFFF"/>
                </a:solidFill>
                <a:latin typeface="Lexend"/>
                <a:ea typeface="Lexend"/>
                <a:cs typeface="Lexend"/>
                <a:sym typeface="Lexend"/>
              </a:rPr>
              <a:t>Task A</a:t>
            </a:r>
            <a:endParaRPr b="1" sz="2000">
              <a:solidFill>
                <a:srgbClr val="FFFFFF"/>
              </a:solidFill>
              <a:latin typeface="Lexend"/>
              <a:ea typeface="Lexend"/>
              <a:cs typeface="Lexend"/>
              <a:sym typeface="Lexend"/>
            </a:endParaRPr>
          </a:p>
        </p:txBody>
      </p:sp>
    </p:spTree>
  </p:cSld>
  <p:clrMapOvr>
    <a:masterClrMapping/>
  </p:clrMapOvr>
</p:sldLayout>
</file>

<file path=ppt/slideLayouts/slideLayout5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7 Practice - jade">
  <p:cSld name="TITLE_AND_TWO_COLUMNS_1_1_5_1_3_1_1_1_1">
    <p:spTree>
      <p:nvGrpSpPr>
        <p:cNvPr id="745" name="Shape 745"/>
        <p:cNvGrpSpPr/>
        <p:nvPr/>
      </p:nvGrpSpPr>
      <p:grpSpPr>
        <a:xfrm>
          <a:off x="0" y="0"/>
          <a:ext cx="0" cy="0"/>
          <a:chOff x="0" y="0"/>
          <a:chExt cx="0" cy="0"/>
        </a:xfrm>
      </p:grpSpPr>
      <p:pic>
        <p:nvPicPr>
          <p:cNvPr id="746" name="Google Shape;746;p60"/>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747" name="Google Shape;747;p60"/>
          <p:cNvSpPr/>
          <p:nvPr/>
        </p:nvSpPr>
        <p:spPr>
          <a:xfrm>
            <a:off x="-1" y="-2"/>
            <a:ext cx="9144300" cy="5403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8" name="Google Shape;748;p60"/>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749" name="Google Shape;749;p60"/>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Practice</a:t>
            </a:r>
            <a:endParaRPr b="1" sz="900">
              <a:solidFill>
                <a:srgbClr val="E6F2F2"/>
              </a:solidFill>
              <a:latin typeface="Lexend"/>
              <a:ea typeface="Lexend"/>
              <a:cs typeface="Lexend"/>
              <a:sym typeface="Lexend"/>
            </a:endParaRPr>
          </a:p>
        </p:txBody>
      </p:sp>
      <p:pic>
        <p:nvPicPr>
          <p:cNvPr id="750" name="Google Shape;750;p60"/>
          <p:cNvPicPr preferRelativeResize="0"/>
          <p:nvPr/>
        </p:nvPicPr>
        <p:blipFill rotWithShape="1">
          <a:blip r:embed="rId3">
            <a:alphaModFix/>
          </a:blip>
          <a:srcRect b="0" l="0" r="0" t="0"/>
          <a:stretch/>
        </p:blipFill>
        <p:spPr>
          <a:xfrm>
            <a:off x="8517493" y="-11474"/>
            <a:ext cx="499700" cy="499700"/>
          </a:xfrm>
          <a:prstGeom prst="rect">
            <a:avLst/>
          </a:prstGeom>
          <a:noFill/>
          <a:ln>
            <a:noFill/>
          </a:ln>
        </p:spPr>
      </p:pic>
      <p:sp>
        <p:nvSpPr>
          <p:cNvPr id="751" name="Google Shape;751;p60"/>
          <p:cNvSpPr txBox="1"/>
          <p:nvPr>
            <p:ph type="title"/>
          </p:nvPr>
        </p:nvSpPr>
        <p:spPr>
          <a:xfrm>
            <a:off x="1479300" y="39650"/>
            <a:ext cx="6855300" cy="382800"/>
          </a:xfrm>
          <a:prstGeom prst="rect">
            <a:avLst/>
          </a:prstGeom>
        </p:spPr>
        <p:txBody>
          <a:bodyPr anchorCtr="0" anchor="b" bIns="0" lIns="0" spcFirstLastPara="1" rIns="0" wrap="square" tIns="0">
            <a:noAutofit/>
          </a:bodyPr>
          <a:lstStyle>
            <a:lvl1pPr lvl="0" rtl="0">
              <a:lnSpc>
                <a:spcPct val="100000"/>
              </a:lnSpc>
              <a:spcBef>
                <a:spcPts val="0"/>
              </a:spcBef>
              <a:spcAft>
                <a:spcPts val="0"/>
              </a:spcAft>
              <a:buClr>
                <a:schemeClr val="lt1"/>
              </a:buClr>
              <a:buSzPts val="1800"/>
              <a:buNone/>
              <a:defRPr b="0" sz="1800">
                <a:solidFill>
                  <a:schemeClr val="lt1"/>
                </a:solidFill>
              </a:defRPr>
            </a:lvl1pPr>
            <a:lvl2pPr lvl="1" rtl="0">
              <a:lnSpc>
                <a:spcPct val="100000"/>
              </a:lnSpc>
              <a:spcBef>
                <a:spcPts val="0"/>
              </a:spcBef>
              <a:spcAft>
                <a:spcPts val="0"/>
              </a:spcAft>
              <a:buClr>
                <a:schemeClr val="lt1"/>
              </a:buClr>
              <a:buSzPts val="1800"/>
              <a:buNone/>
              <a:defRPr sz="1800">
                <a:solidFill>
                  <a:schemeClr val="lt1"/>
                </a:solidFill>
              </a:defRPr>
            </a:lvl2pPr>
            <a:lvl3pPr lvl="2" rtl="0">
              <a:lnSpc>
                <a:spcPct val="100000"/>
              </a:lnSpc>
              <a:spcBef>
                <a:spcPts val="0"/>
              </a:spcBef>
              <a:spcAft>
                <a:spcPts val="0"/>
              </a:spcAft>
              <a:buClr>
                <a:schemeClr val="lt1"/>
              </a:buClr>
              <a:buSzPts val="1800"/>
              <a:buNone/>
              <a:defRPr sz="1800">
                <a:solidFill>
                  <a:schemeClr val="lt1"/>
                </a:solidFill>
              </a:defRPr>
            </a:lvl3pPr>
            <a:lvl4pPr lvl="3" rtl="0">
              <a:lnSpc>
                <a:spcPct val="100000"/>
              </a:lnSpc>
              <a:spcBef>
                <a:spcPts val="0"/>
              </a:spcBef>
              <a:spcAft>
                <a:spcPts val="0"/>
              </a:spcAft>
              <a:buClr>
                <a:schemeClr val="lt1"/>
              </a:buClr>
              <a:buSzPts val="1800"/>
              <a:buNone/>
              <a:defRPr sz="1800">
                <a:solidFill>
                  <a:schemeClr val="lt1"/>
                </a:solidFill>
              </a:defRPr>
            </a:lvl4pPr>
            <a:lvl5pPr lvl="4" rtl="0">
              <a:lnSpc>
                <a:spcPct val="100000"/>
              </a:lnSpc>
              <a:spcBef>
                <a:spcPts val="0"/>
              </a:spcBef>
              <a:spcAft>
                <a:spcPts val="0"/>
              </a:spcAft>
              <a:buClr>
                <a:schemeClr val="lt1"/>
              </a:buClr>
              <a:buSzPts val="1800"/>
              <a:buNone/>
              <a:defRPr sz="1800">
                <a:solidFill>
                  <a:schemeClr val="lt1"/>
                </a:solidFill>
              </a:defRPr>
            </a:lvl5pPr>
            <a:lvl6pPr lvl="5" rtl="0">
              <a:lnSpc>
                <a:spcPct val="100000"/>
              </a:lnSpc>
              <a:spcBef>
                <a:spcPts val="0"/>
              </a:spcBef>
              <a:spcAft>
                <a:spcPts val="0"/>
              </a:spcAft>
              <a:buClr>
                <a:schemeClr val="lt1"/>
              </a:buClr>
              <a:buSzPts val="1800"/>
              <a:buNone/>
              <a:defRPr sz="1800">
                <a:solidFill>
                  <a:schemeClr val="lt1"/>
                </a:solidFill>
              </a:defRPr>
            </a:lvl6pPr>
            <a:lvl7pPr lvl="6" rtl="0">
              <a:lnSpc>
                <a:spcPct val="100000"/>
              </a:lnSpc>
              <a:spcBef>
                <a:spcPts val="0"/>
              </a:spcBef>
              <a:spcAft>
                <a:spcPts val="0"/>
              </a:spcAft>
              <a:buClr>
                <a:schemeClr val="lt1"/>
              </a:buClr>
              <a:buSzPts val="1800"/>
              <a:buNone/>
              <a:defRPr sz="1800">
                <a:solidFill>
                  <a:schemeClr val="lt1"/>
                </a:solidFill>
              </a:defRPr>
            </a:lvl7pPr>
            <a:lvl8pPr lvl="7" rtl="0">
              <a:lnSpc>
                <a:spcPct val="100000"/>
              </a:lnSpc>
              <a:spcBef>
                <a:spcPts val="0"/>
              </a:spcBef>
              <a:spcAft>
                <a:spcPts val="0"/>
              </a:spcAft>
              <a:buClr>
                <a:schemeClr val="lt1"/>
              </a:buClr>
              <a:buSzPts val="1800"/>
              <a:buNone/>
              <a:defRPr sz="1800">
                <a:solidFill>
                  <a:schemeClr val="lt1"/>
                </a:solidFill>
              </a:defRPr>
            </a:lvl8pPr>
            <a:lvl9pPr lvl="8" rtl="0">
              <a:lnSpc>
                <a:spcPct val="100000"/>
              </a:lnSpc>
              <a:spcBef>
                <a:spcPts val="0"/>
              </a:spcBef>
              <a:spcAft>
                <a:spcPts val="0"/>
              </a:spcAft>
              <a:buClr>
                <a:schemeClr val="lt1"/>
              </a:buClr>
              <a:buSzPts val="1800"/>
              <a:buNone/>
              <a:defRPr sz="1800">
                <a:solidFill>
                  <a:schemeClr val="lt1"/>
                </a:solidFill>
              </a:defRPr>
            </a:lvl9pPr>
          </a:lstStyle>
          <a:p/>
        </p:txBody>
      </p:sp>
      <p:sp>
        <p:nvSpPr>
          <p:cNvPr id="752" name="Google Shape;752;p60"/>
          <p:cNvSpPr txBox="1"/>
          <p:nvPr/>
        </p:nvSpPr>
        <p:spPr>
          <a:xfrm>
            <a:off x="324000" y="43825"/>
            <a:ext cx="1316700" cy="382800"/>
          </a:xfrm>
          <a:prstGeom prst="rect">
            <a:avLst/>
          </a:prstGeom>
          <a:noFill/>
          <a:ln>
            <a:noFill/>
          </a:ln>
        </p:spPr>
        <p:txBody>
          <a:bodyPr anchorCtr="0" anchor="b" bIns="0" lIns="0" spcFirstLastPara="1" rIns="0" wrap="square" tIns="0">
            <a:noAutofit/>
          </a:bodyPr>
          <a:lstStyle/>
          <a:p>
            <a:pPr indent="0" lvl="0" marL="0" rtl="0" algn="l">
              <a:lnSpc>
                <a:spcPct val="100000"/>
              </a:lnSpc>
              <a:spcBef>
                <a:spcPts val="0"/>
              </a:spcBef>
              <a:spcAft>
                <a:spcPts val="0"/>
              </a:spcAft>
              <a:buNone/>
            </a:pPr>
            <a:r>
              <a:rPr b="1" lang="en-GB" sz="2000">
                <a:solidFill>
                  <a:srgbClr val="FFFFFF"/>
                </a:solidFill>
                <a:latin typeface="Lexend"/>
                <a:ea typeface="Lexend"/>
                <a:cs typeface="Lexend"/>
                <a:sym typeface="Lexend"/>
              </a:rPr>
              <a:t>Task B</a:t>
            </a:r>
            <a:endParaRPr b="1" sz="2000">
              <a:solidFill>
                <a:srgbClr val="FFFFFF"/>
              </a:solidFill>
              <a:latin typeface="Lexend"/>
              <a:ea typeface="Lexend"/>
              <a:cs typeface="Lexend"/>
              <a:sym typeface="Lexend"/>
            </a:endParaRPr>
          </a:p>
        </p:txBody>
      </p:sp>
    </p:spTree>
  </p:cSld>
  <p:clrMapOvr>
    <a:masterClrMapping/>
  </p:clrMapOvr>
</p:sldLayout>
</file>

<file path=ppt/slideLayouts/slideLayout6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7 Practice - blue ">
  <p:cSld name="TITLE_AND_TWO_COLUMNS_1_1_5_1_3_1_2">
    <p:spTree>
      <p:nvGrpSpPr>
        <p:cNvPr id="753" name="Shape 753"/>
        <p:cNvGrpSpPr/>
        <p:nvPr/>
      </p:nvGrpSpPr>
      <p:grpSpPr>
        <a:xfrm>
          <a:off x="0" y="0"/>
          <a:ext cx="0" cy="0"/>
          <a:chOff x="0" y="0"/>
          <a:chExt cx="0" cy="0"/>
        </a:xfrm>
      </p:grpSpPr>
      <p:pic>
        <p:nvPicPr>
          <p:cNvPr id="754" name="Google Shape;754;p61"/>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755" name="Google Shape;755;p61"/>
          <p:cNvSpPr/>
          <p:nvPr/>
        </p:nvSpPr>
        <p:spPr>
          <a:xfrm>
            <a:off x="-1" y="-2"/>
            <a:ext cx="9144300" cy="540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6" name="Google Shape;756;p61"/>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757" name="Google Shape;757;p61"/>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Practice</a:t>
            </a:r>
            <a:endParaRPr b="1" sz="900">
              <a:solidFill>
                <a:srgbClr val="EBEDFE"/>
              </a:solidFill>
              <a:latin typeface="Lexend"/>
              <a:ea typeface="Lexend"/>
              <a:cs typeface="Lexend"/>
              <a:sym typeface="Lexend"/>
            </a:endParaRPr>
          </a:p>
        </p:txBody>
      </p:sp>
      <p:pic>
        <p:nvPicPr>
          <p:cNvPr id="758" name="Google Shape;758;p61"/>
          <p:cNvPicPr preferRelativeResize="0"/>
          <p:nvPr/>
        </p:nvPicPr>
        <p:blipFill rotWithShape="1">
          <a:blip r:embed="rId3">
            <a:alphaModFix/>
          </a:blip>
          <a:srcRect b="0" l="0" r="0" t="0"/>
          <a:stretch/>
        </p:blipFill>
        <p:spPr>
          <a:xfrm>
            <a:off x="8517493" y="-11474"/>
            <a:ext cx="499700" cy="499700"/>
          </a:xfrm>
          <a:prstGeom prst="rect">
            <a:avLst/>
          </a:prstGeom>
          <a:noFill/>
          <a:ln>
            <a:noFill/>
          </a:ln>
        </p:spPr>
      </p:pic>
      <p:sp>
        <p:nvSpPr>
          <p:cNvPr id="759" name="Google Shape;759;p61"/>
          <p:cNvSpPr txBox="1"/>
          <p:nvPr>
            <p:ph type="title"/>
          </p:nvPr>
        </p:nvSpPr>
        <p:spPr>
          <a:xfrm>
            <a:off x="1479300" y="39650"/>
            <a:ext cx="6855300" cy="382800"/>
          </a:xfrm>
          <a:prstGeom prst="rect">
            <a:avLst/>
          </a:prstGeom>
        </p:spPr>
        <p:txBody>
          <a:bodyPr anchorCtr="0" anchor="b" bIns="0" lIns="0" spcFirstLastPara="1" rIns="0" wrap="square" tIns="0">
            <a:noAutofit/>
          </a:bodyPr>
          <a:lstStyle>
            <a:lvl1pPr lvl="0" rtl="0">
              <a:lnSpc>
                <a:spcPct val="100000"/>
              </a:lnSpc>
              <a:spcBef>
                <a:spcPts val="0"/>
              </a:spcBef>
              <a:spcAft>
                <a:spcPts val="0"/>
              </a:spcAft>
              <a:buClr>
                <a:schemeClr val="lt1"/>
              </a:buClr>
              <a:buSzPts val="1800"/>
              <a:buNone/>
              <a:defRPr b="0" sz="1800">
                <a:solidFill>
                  <a:schemeClr val="lt1"/>
                </a:solidFill>
              </a:defRPr>
            </a:lvl1pPr>
            <a:lvl2pPr lvl="1" rtl="0">
              <a:lnSpc>
                <a:spcPct val="100000"/>
              </a:lnSpc>
              <a:spcBef>
                <a:spcPts val="0"/>
              </a:spcBef>
              <a:spcAft>
                <a:spcPts val="0"/>
              </a:spcAft>
              <a:buClr>
                <a:schemeClr val="lt1"/>
              </a:buClr>
              <a:buSzPts val="1800"/>
              <a:buNone/>
              <a:defRPr sz="1800">
                <a:solidFill>
                  <a:schemeClr val="lt1"/>
                </a:solidFill>
              </a:defRPr>
            </a:lvl2pPr>
            <a:lvl3pPr lvl="2" rtl="0">
              <a:lnSpc>
                <a:spcPct val="100000"/>
              </a:lnSpc>
              <a:spcBef>
                <a:spcPts val="0"/>
              </a:spcBef>
              <a:spcAft>
                <a:spcPts val="0"/>
              </a:spcAft>
              <a:buClr>
                <a:schemeClr val="lt1"/>
              </a:buClr>
              <a:buSzPts val="1800"/>
              <a:buNone/>
              <a:defRPr sz="1800">
                <a:solidFill>
                  <a:schemeClr val="lt1"/>
                </a:solidFill>
              </a:defRPr>
            </a:lvl3pPr>
            <a:lvl4pPr lvl="3" rtl="0">
              <a:lnSpc>
                <a:spcPct val="100000"/>
              </a:lnSpc>
              <a:spcBef>
                <a:spcPts val="0"/>
              </a:spcBef>
              <a:spcAft>
                <a:spcPts val="0"/>
              </a:spcAft>
              <a:buClr>
                <a:schemeClr val="lt1"/>
              </a:buClr>
              <a:buSzPts val="1800"/>
              <a:buNone/>
              <a:defRPr sz="1800">
                <a:solidFill>
                  <a:schemeClr val="lt1"/>
                </a:solidFill>
              </a:defRPr>
            </a:lvl4pPr>
            <a:lvl5pPr lvl="4" rtl="0">
              <a:lnSpc>
                <a:spcPct val="100000"/>
              </a:lnSpc>
              <a:spcBef>
                <a:spcPts val="0"/>
              </a:spcBef>
              <a:spcAft>
                <a:spcPts val="0"/>
              </a:spcAft>
              <a:buClr>
                <a:schemeClr val="lt1"/>
              </a:buClr>
              <a:buSzPts val="1800"/>
              <a:buNone/>
              <a:defRPr sz="1800">
                <a:solidFill>
                  <a:schemeClr val="lt1"/>
                </a:solidFill>
              </a:defRPr>
            </a:lvl5pPr>
            <a:lvl6pPr lvl="5" rtl="0">
              <a:lnSpc>
                <a:spcPct val="100000"/>
              </a:lnSpc>
              <a:spcBef>
                <a:spcPts val="0"/>
              </a:spcBef>
              <a:spcAft>
                <a:spcPts val="0"/>
              </a:spcAft>
              <a:buClr>
                <a:schemeClr val="lt1"/>
              </a:buClr>
              <a:buSzPts val="1800"/>
              <a:buNone/>
              <a:defRPr sz="1800">
                <a:solidFill>
                  <a:schemeClr val="lt1"/>
                </a:solidFill>
              </a:defRPr>
            </a:lvl6pPr>
            <a:lvl7pPr lvl="6" rtl="0">
              <a:lnSpc>
                <a:spcPct val="100000"/>
              </a:lnSpc>
              <a:spcBef>
                <a:spcPts val="0"/>
              </a:spcBef>
              <a:spcAft>
                <a:spcPts val="0"/>
              </a:spcAft>
              <a:buClr>
                <a:schemeClr val="lt1"/>
              </a:buClr>
              <a:buSzPts val="1800"/>
              <a:buNone/>
              <a:defRPr sz="1800">
                <a:solidFill>
                  <a:schemeClr val="lt1"/>
                </a:solidFill>
              </a:defRPr>
            </a:lvl7pPr>
            <a:lvl8pPr lvl="7" rtl="0">
              <a:lnSpc>
                <a:spcPct val="100000"/>
              </a:lnSpc>
              <a:spcBef>
                <a:spcPts val="0"/>
              </a:spcBef>
              <a:spcAft>
                <a:spcPts val="0"/>
              </a:spcAft>
              <a:buClr>
                <a:schemeClr val="lt1"/>
              </a:buClr>
              <a:buSzPts val="1800"/>
              <a:buNone/>
              <a:defRPr sz="1800">
                <a:solidFill>
                  <a:schemeClr val="lt1"/>
                </a:solidFill>
              </a:defRPr>
            </a:lvl8pPr>
            <a:lvl9pPr lvl="8" rtl="0">
              <a:lnSpc>
                <a:spcPct val="100000"/>
              </a:lnSpc>
              <a:spcBef>
                <a:spcPts val="0"/>
              </a:spcBef>
              <a:spcAft>
                <a:spcPts val="0"/>
              </a:spcAft>
              <a:buClr>
                <a:schemeClr val="lt1"/>
              </a:buClr>
              <a:buSzPts val="1800"/>
              <a:buNone/>
              <a:defRPr sz="1800">
                <a:solidFill>
                  <a:schemeClr val="lt1"/>
                </a:solidFill>
              </a:defRPr>
            </a:lvl9pPr>
          </a:lstStyle>
          <a:p/>
        </p:txBody>
      </p:sp>
      <p:sp>
        <p:nvSpPr>
          <p:cNvPr id="760" name="Google Shape;760;p61"/>
          <p:cNvSpPr txBox="1"/>
          <p:nvPr/>
        </p:nvSpPr>
        <p:spPr>
          <a:xfrm>
            <a:off x="324000" y="43825"/>
            <a:ext cx="1316700" cy="382800"/>
          </a:xfrm>
          <a:prstGeom prst="rect">
            <a:avLst/>
          </a:prstGeom>
          <a:noFill/>
          <a:ln>
            <a:noFill/>
          </a:ln>
        </p:spPr>
        <p:txBody>
          <a:bodyPr anchorCtr="0" anchor="b" bIns="0" lIns="0" spcFirstLastPara="1" rIns="0" wrap="square" tIns="0">
            <a:noAutofit/>
          </a:bodyPr>
          <a:lstStyle/>
          <a:p>
            <a:pPr indent="0" lvl="0" marL="0" rtl="0" algn="l">
              <a:lnSpc>
                <a:spcPct val="100000"/>
              </a:lnSpc>
              <a:spcBef>
                <a:spcPts val="0"/>
              </a:spcBef>
              <a:spcAft>
                <a:spcPts val="0"/>
              </a:spcAft>
              <a:buNone/>
            </a:pPr>
            <a:r>
              <a:rPr b="1" lang="en-GB" sz="2000">
                <a:solidFill>
                  <a:srgbClr val="FFFFFF"/>
                </a:solidFill>
                <a:latin typeface="Lexend"/>
                <a:ea typeface="Lexend"/>
                <a:cs typeface="Lexend"/>
                <a:sym typeface="Lexend"/>
              </a:rPr>
              <a:t>Task C</a:t>
            </a:r>
            <a:endParaRPr b="1" sz="2000">
              <a:solidFill>
                <a:srgbClr val="FFFFFF"/>
              </a:solidFill>
              <a:latin typeface="Lexend"/>
              <a:ea typeface="Lexend"/>
              <a:cs typeface="Lexend"/>
              <a:sym typeface="Lexend"/>
            </a:endParaRPr>
          </a:p>
        </p:txBody>
      </p:sp>
    </p:spTree>
  </p:cSld>
  <p:clrMapOvr>
    <a:masterClrMapping/>
  </p:clrMapOvr>
</p:sldLayout>
</file>

<file path=ppt/slideLayouts/slideLayout6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7 Practice - pink">
  <p:cSld name="TITLE_AND_TWO_COLUMNS_1_1_5_1_3_1_1_1_1_1">
    <p:spTree>
      <p:nvGrpSpPr>
        <p:cNvPr id="761" name="Shape 761"/>
        <p:cNvGrpSpPr/>
        <p:nvPr/>
      </p:nvGrpSpPr>
      <p:grpSpPr>
        <a:xfrm>
          <a:off x="0" y="0"/>
          <a:ext cx="0" cy="0"/>
          <a:chOff x="0" y="0"/>
          <a:chExt cx="0" cy="0"/>
        </a:xfrm>
      </p:grpSpPr>
      <p:pic>
        <p:nvPicPr>
          <p:cNvPr id="762" name="Google Shape;762;p62"/>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763" name="Google Shape;763;p62"/>
          <p:cNvSpPr/>
          <p:nvPr/>
        </p:nvSpPr>
        <p:spPr>
          <a:xfrm>
            <a:off x="0" y="1"/>
            <a:ext cx="9144300" cy="5403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4" name="Google Shape;764;p62"/>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765" name="Google Shape;765;p62"/>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Practice</a:t>
            </a:r>
            <a:endParaRPr b="1" sz="900">
              <a:solidFill>
                <a:srgbClr val="FAEAF6"/>
              </a:solidFill>
              <a:latin typeface="Lexend"/>
              <a:ea typeface="Lexend"/>
              <a:cs typeface="Lexend"/>
              <a:sym typeface="Lexend"/>
            </a:endParaRPr>
          </a:p>
        </p:txBody>
      </p:sp>
      <p:pic>
        <p:nvPicPr>
          <p:cNvPr id="766" name="Google Shape;766;p62"/>
          <p:cNvPicPr preferRelativeResize="0"/>
          <p:nvPr/>
        </p:nvPicPr>
        <p:blipFill rotWithShape="1">
          <a:blip r:embed="rId3">
            <a:alphaModFix/>
          </a:blip>
          <a:srcRect b="0" l="0" r="0" t="0"/>
          <a:stretch/>
        </p:blipFill>
        <p:spPr>
          <a:xfrm>
            <a:off x="8517493" y="-11474"/>
            <a:ext cx="499700" cy="499700"/>
          </a:xfrm>
          <a:prstGeom prst="rect">
            <a:avLst/>
          </a:prstGeom>
          <a:noFill/>
          <a:ln>
            <a:noFill/>
          </a:ln>
        </p:spPr>
      </p:pic>
      <p:sp>
        <p:nvSpPr>
          <p:cNvPr id="767" name="Google Shape;767;p62"/>
          <p:cNvSpPr txBox="1"/>
          <p:nvPr>
            <p:ph type="title"/>
          </p:nvPr>
        </p:nvSpPr>
        <p:spPr>
          <a:xfrm>
            <a:off x="1479300" y="39650"/>
            <a:ext cx="6855300" cy="382800"/>
          </a:xfrm>
          <a:prstGeom prst="rect">
            <a:avLst/>
          </a:prstGeom>
        </p:spPr>
        <p:txBody>
          <a:bodyPr anchorCtr="0" anchor="b" bIns="0" lIns="0" spcFirstLastPara="1" rIns="0" wrap="square" tIns="0">
            <a:noAutofit/>
          </a:bodyPr>
          <a:lstStyle>
            <a:lvl1pPr lvl="0" rtl="0">
              <a:lnSpc>
                <a:spcPct val="100000"/>
              </a:lnSpc>
              <a:spcBef>
                <a:spcPts val="0"/>
              </a:spcBef>
              <a:spcAft>
                <a:spcPts val="0"/>
              </a:spcAft>
              <a:buClr>
                <a:schemeClr val="lt1"/>
              </a:buClr>
              <a:buSzPts val="1800"/>
              <a:buNone/>
              <a:defRPr b="0" sz="1800">
                <a:solidFill>
                  <a:schemeClr val="lt1"/>
                </a:solidFill>
              </a:defRPr>
            </a:lvl1pPr>
            <a:lvl2pPr lvl="1" rtl="0">
              <a:lnSpc>
                <a:spcPct val="100000"/>
              </a:lnSpc>
              <a:spcBef>
                <a:spcPts val="0"/>
              </a:spcBef>
              <a:spcAft>
                <a:spcPts val="0"/>
              </a:spcAft>
              <a:buClr>
                <a:schemeClr val="lt1"/>
              </a:buClr>
              <a:buSzPts val="1800"/>
              <a:buNone/>
              <a:defRPr sz="1800">
                <a:solidFill>
                  <a:schemeClr val="lt1"/>
                </a:solidFill>
              </a:defRPr>
            </a:lvl2pPr>
            <a:lvl3pPr lvl="2" rtl="0">
              <a:lnSpc>
                <a:spcPct val="100000"/>
              </a:lnSpc>
              <a:spcBef>
                <a:spcPts val="0"/>
              </a:spcBef>
              <a:spcAft>
                <a:spcPts val="0"/>
              </a:spcAft>
              <a:buClr>
                <a:schemeClr val="lt1"/>
              </a:buClr>
              <a:buSzPts val="1800"/>
              <a:buNone/>
              <a:defRPr sz="1800">
                <a:solidFill>
                  <a:schemeClr val="lt1"/>
                </a:solidFill>
              </a:defRPr>
            </a:lvl3pPr>
            <a:lvl4pPr lvl="3" rtl="0">
              <a:lnSpc>
                <a:spcPct val="100000"/>
              </a:lnSpc>
              <a:spcBef>
                <a:spcPts val="0"/>
              </a:spcBef>
              <a:spcAft>
                <a:spcPts val="0"/>
              </a:spcAft>
              <a:buClr>
                <a:schemeClr val="lt1"/>
              </a:buClr>
              <a:buSzPts val="1800"/>
              <a:buNone/>
              <a:defRPr sz="1800">
                <a:solidFill>
                  <a:schemeClr val="lt1"/>
                </a:solidFill>
              </a:defRPr>
            </a:lvl4pPr>
            <a:lvl5pPr lvl="4" rtl="0">
              <a:lnSpc>
                <a:spcPct val="100000"/>
              </a:lnSpc>
              <a:spcBef>
                <a:spcPts val="0"/>
              </a:spcBef>
              <a:spcAft>
                <a:spcPts val="0"/>
              </a:spcAft>
              <a:buClr>
                <a:schemeClr val="lt1"/>
              </a:buClr>
              <a:buSzPts val="1800"/>
              <a:buNone/>
              <a:defRPr sz="1800">
                <a:solidFill>
                  <a:schemeClr val="lt1"/>
                </a:solidFill>
              </a:defRPr>
            </a:lvl5pPr>
            <a:lvl6pPr lvl="5" rtl="0">
              <a:lnSpc>
                <a:spcPct val="100000"/>
              </a:lnSpc>
              <a:spcBef>
                <a:spcPts val="0"/>
              </a:spcBef>
              <a:spcAft>
                <a:spcPts val="0"/>
              </a:spcAft>
              <a:buClr>
                <a:schemeClr val="lt1"/>
              </a:buClr>
              <a:buSzPts val="1800"/>
              <a:buNone/>
              <a:defRPr sz="1800">
                <a:solidFill>
                  <a:schemeClr val="lt1"/>
                </a:solidFill>
              </a:defRPr>
            </a:lvl6pPr>
            <a:lvl7pPr lvl="6" rtl="0">
              <a:lnSpc>
                <a:spcPct val="100000"/>
              </a:lnSpc>
              <a:spcBef>
                <a:spcPts val="0"/>
              </a:spcBef>
              <a:spcAft>
                <a:spcPts val="0"/>
              </a:spcAft>
              <a:buClr>
                <a:schemeClr val="lt1"/>
              </a:buClr>
              <a:buSzPts val="1800"/>
              <a:buNone/>
              <a:defRPr sz="1800">
                <a:solidFill>
                  <a:schemeClr val="lt1"/>
                </a:solidFill>
              </a:defRPr>
            </a:lvl7pPr>
            <a:lvl8pPr lvl="7" rtl="0">
              <a:lnSpc>
                <a:spcPct val="100000"/>
              </a:lnSpc>
              <a:spcBef>
                <a:spcPts val="0"/>
              </a:spcBef>
              <a:spcAft>
                <a:spcPts val="0"/>
              </a:spcAft>
              <a:buClr>
                <a:schemeClr val="lt1"/>
              </a:buClr>
              <a:buSzPts val="1800"/>
              <a:buNone/>
              <a:defRPr sz="1800">
                <a:solidFill>
                  <a:schemeClr val="lt1"/>
                </a:solidFill>
              </a:defRPr>
            </a:lvl8pPr>
            <a:lvl9pPr lvl="8" rtl="0">
              <a:lnSpc>
                <a:spcPct val="100000"/>
              </a:lnSpc>
              <a:spcBef>
                <a:spcPts val="0"/>
              </a:spcBef>
              <a:spcAft>
                <a:spcPts val="0"/>
              </a:spcAft>
              <a:buClr>
                <a:schemeClr val="lt1"/>
              </a:buClr>
              <a:buSzPts val="1800"/>
              <a:buNone/>
              <a:defRPr sz="1800">
                <a:solidFill>
                  <a:schemeClr val="lt1"/>
                </a:solidFill>
              </a:defRPr>
            </a:lvl9pPr>
          </a:lstStyle>
          <a:p/>
        </p:txBody>
      </p:sp>
      <p:sp>
        <p:nvSpPr>
          <p:cNvPr id="768" name="Google Shape;768;p62"/>
          <p:cNvSpPr txBox="1"/>
          <p:nvPr/>
        </p:nvSpPr>
        <p:spPr>
          <a:xfrm>
            <a:off x="324000" y="43825"/>
            <a:ext cx="1316700" cy="382800"/>
          </a:xfrm>
          <a:prstGeom prst="rect">
            <a:avLst/>
          </a:prstGeom>
          <a:noFill/>
          <a:ln>
            <a:noFill/>
          </a:ln>
        </p:spPr>
        <p:txBody>
          <a:bodyPr anchorCtr="0" anchor="b" bIns="0" lIns="0" spcFirstLastPara="1" rIns="0" wrap="square" tIns="0">
            <a:noAutofit/>
          </a:bodyPr>
          <a:lstStyle/>
          <a:p>
            <a:pPr indent="0" lvl="0" marL="0" rtl="0" algn="l">
              <a:lnSpc>
                <a:spcPct val="100000"/>
              </a:lnSpc>
              <a:spcBef>
                <a:spcPts val="0"/>
              </a:spcBef>
              <a:spcAft>
                <a:spcPts val="0"/>
              </a:spcAft>
              <a:buNone/>
            </a:pPr>
            <a:r>
              <a:rPr b="1" lang="en-GB" sz="2000">
                <a:solidFill>
                  <a:srgbClr val="FFFFFF"/>
                </a:solidFill>
                <a:latin typeface="Lexend"/>
                <a:ea typeface="Lexend"/>
                <a:cs typeface="Lexend"/>
                <a:sym typeface="Lexend"/>
              </a:rPr>
              <a:t>Task D</a:t>
            </a:r>
            <a:endParaRPr b="1" sz="2000">
              <a:solidFill>
                <a:srgbClr val="FFFFFF"/>
              </a:solidFill>
              <a:latin typeface="Lexend"/>
              <a:ea typeface="Lexend"/>
              <a:cs typeface="Lexend"/>
              <a:sym typeface="Lexend"/>
            </a:endParaRPr>
          </a:p>
        </p:txBody>
      </p:sp>
    </p:spTree>
  </p:cSld>
  <p:clrMapOvr>
    <a:masterClrMapping/>
  </p:clrMapOvr>
</p:sldLayout>
</file>

<file path=ppt/slideLayouts/slideLayout6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8 Feedback - purple">
  <p:cSld name="TITLE_AND_TWO_COLUMNS_1_1_5_1_3_1_1_1">
    <p:bg>
      <p:bgPr>
        <a:solidFill>
          <a:srgbClr val="F3EEFB"/>
        </a:solidFill>
      </p:bgPr>
    </p:bg>
    <p:spTree>
      <p:nvGrpSpPr>
        <p:cNvPr id="769" name="Shape 769"/>
        <p:cNvGrpSpPr/>
        <p:nvPr/>
      </p:nvGrpSpPr>
      <p:grpSpPr>
        <a:xfrm>
          <a:off x="0" y="0"/>
          <a:ext cx="0" cy="0"/>
          <a:chOff x="0" y="0"/>
          <a:chExt cx="0" cy="0"/>
        </a:xfrm>
      </p:grpSpPr>
      <p:pic>
        <p:nvPicPr>
          <p:cNvPr id="770" name="Google Shape;770;p63"/>
          <p:cNvPicPr preferRelativeResize="0"/>
          <p:nvPr/>
        </p:nvPicPr>
        <p:blipFill>
          <a:blip r:embed="rId2">
            <a:alphaModFix/>
          </a:blip>
          <a:stretch>
            <a:fillRect/>
          </a:stretch>
        </p:blipFill>
        <p:spPr>
          <a:xfrm>
            <a:off x="0" y="532525"/>
            <a:ext cx="9151202" cy="116709"/>
          </a:xfrm>
          <a:prstGeom prst="rect">
            <a:avLst/>
          </a:prstGeom>
          <a:noFill/>
          <a:ln>
            <a:noFill/>
          </a:ln>
        </p:spPr>
      </p:pic>
      <p:sp>
        <p:nvSpPr>
          <p:cNvPr id="771" name="Google Shape;771;p63"/>
          <p:cNvSpPr/>
          <p:nvPr/>
        </p:nvSpPr>
        <p:spPr>
          <a:xfrm>
            <a:off x="-1" y="-2"/>
            <a:ext cx="9144300" cy="5403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2" name="Google Shape;772;p63"/>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pic>
        <p:nvPicPr>
          <p:cNvPr id="773" name="Google Shape;773;p63"/>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774" name="Google Shape;774;p63"/>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3EEFB"/>
                </a:solidFill>
                <a:latin typeface="Lexend"/>
                <a:ea typeface="Lexend"/>
                <a:cs typeface="Lexend"/>
                <a:sym typeface="Lexend"/>
              </a:rPr>
              <a:t>Feedback</a:t>
            </a:r>
            <a:endParaRPr b="1" sz="900">
              <a:solidFill>
                <a:srgbClr val="F3EEFB"/>
              </a:solidFill>
              <a:latin typeface="Lexend"/>
              <a:ea typeface="Lexend"/>
              <a:cs typeface="Lexend"/>
              <a:sym typeface="Lexend"/>
            </a:endParaRPr>
          </a:p>
        </p:txBody>
      </p:sp>
      <p:sp>
        <p:nvSpPr>
          <p:cNvPr id="775" name="Google Shape;775;p63"/>
          <p:cNvSpPr txBox="1"/>
          <p:nvPr>
            <p:ph type="title"/>
          </p:nvPr>
        </p:nvSpPr>
        <p:spPr>
          <a:xfrm>
            <a:off x="1479300" y="39650"/>
            <a:ext cx="6855300" cy="382800"/>
          </a:xfrm>
          <a:prstGeom prst="rect">
            <a:avLst/>
          </a:prstGeom>
        </p:spPr>
        <p:txBody>
          <a:bodyPr anchorCtr="0" anchor="b" bIns="0" lIns="0" spcFirstLastPara="1" rIns="0" wrap="square" tIns="0">
            <a:noAutofit/>
          </a:bodyPr>
          <a:lstStyle>
            <a:lvl1pPr lvl="0" rtl="0">
              <a:lnSpc>
                <a:spcPct val="100000"/>
              </a:lnSpc>
              <a:spcBef>
                <a:spcPts val="0"/>
              </a:spcBef>
              <a:spcAft>
                <a:spcPts val="0"/>
              </a:spcAft>
              <a:buClr>
                <a:schemeClr val="lt1"/>
              </a:buClr>
              <a:buSzPts val="1800"/>
              <a:buNone/>
              <a:defRPr b="0" sz="1800">
                <a:solidFill>
                  <a:schemeClr val="lt1"/>
                </a:solidFill>
              </a:defRPr>
            </a:lvl1pPr>
            <a:lvl2pPr lvl="1" rtl="0">
              <a:lnSpc>
                <a:spcPct val="100000"/>
              </a:lnSpc>
              <a:spcBef>
                <a:spcPts val="0"/>
              </a:spcBef>
              <a:spcAft>
                <a:spcPts val="0"/>
              </a:spcAft>
              <a:buClr>
                <a:schemeClr val="lt1"/>
              </a:buClr>
              <a:buSzPts val="1800"/>
              <a:buNone/>
              <a:defRPr sz="1800">
                <a:solidFill>
                  <a:schemeClr val="lt1"/>
                </a:solidFill>
              </a:defRPr>
            </a:lvl2pPr>
            <a:lvl3pPr lvl="2" rtl="0">
              <a:lnSpc>
                <a:spcPct val="100000"/>
              </a:lnSpc>
              <a:spcBef>
                <a:spcPts val="0"/>
              </a:spcBef>
              <a:spcAft>
                <a:spcPts val="0"/>
              </a:spcAft>
              <a:buClr>
                <a:schemeClr val="lt1"/>
              </a:buClr>
              <a:buSzPts val="1800"/>
              <a:buNone/>
              <a:defRPr sz="1800">
                <a:solidFill>
                  <a:schemeClr val="lt1"/>
                </a:solidFill>
              </a:defRPr>
            </a:lvl3pPr>
            <a:lvl4pPr lvl="3" rtl="0">
              <a:lnSpc>
                <a:spcPct val="100000"/>
              </a:lnSpc>
              <a:spcBef>
                <a:spcPts val="0"/>
              </a:spcBef>
              <a:spcAft>
                <a:spcPts val="0"/>
              </a:spcAft>
              <a:buClr>
                <a:schemeClr val="lt1"/>
              </a:buClr>
              <a:buSzPts val="1800"/>
              <a:buNone/>
              <a:defRPr sz="1800">
                <a:solidFill>
                  <a:schemeClr val="lt1"/>
                </a:solidFill>
              </a:defRPr>
            </a:lvl4pPr>
            <a:lvl5pPr lvl="4" rtl="0">
              <a:lnSpc>
                <a:spcPct val="100000"/>
              </a:lnSpc>
              <a:spcBef>
                <a:spcPts val="0"/>
              </a:spcBef>
              <a:spcAft>
                <a:spcPts val="0"/>
              </a:spcAft>
              <a:buClr>
                <a:schemeClr val="lt1"/>
              </a:buClr>
              <a:buSzPts val="1800"/>
              <a:buNone/>
              <a:defRPr sz="1800">
                <a:solidFill>
                  <a:schemeClr val="lt1"/>
                </a:solidFill>
              </a:defRPr>
            </a:lvl5pPr>
            <a:lvl6pPr lvl="5" rtl="0">
              <a:lnSpc>
                <a:spcPct val="100000"/>
              </a:lnSpc>
              <a:spcBef>
                <a:spcPts val="0"/>
              </a:spcBef>
              <a:spcAft>
                <a:spcPts val="0"/>
              </a:spcAft>
              <a:buClr>
                <a:schemeClr val="lt1"/>
              </a:buClr>
              <a:buSzPts val="1800"/>
              <a:buNone/>
              <a:defRPr sz="1800">
                <a:solidFill>
                  <a:schemeClr val="lt1"/>
                </a:solidFill>
              </a:defRPr>
            </a:lvl6pPr>
            <a:lvl7pPr lvl="6" rtl="0">
              <a:lnSpc>
                <a:spcPct val="100000"/>
              </a:lnSpc>
              <a:spcBef>
                <a:spcPts val="0"/>
              </a:spcBef>
              <a:spcAft>
                <a:spcPts val="0"/>
              </a:spcAft>
              <a:buClr>
                <a:schemeClr val="lt1"/>
              </a:buClr>
              <a:buSzPts val="1800"/>
              <a:buNone/>
              <a:defRPr sz="1800">
                <a:solidFill>
                  <a:schemeClr val="lt1"/>
                </a:solidFill>
              </a:defRPr>
            </a:lvl7pPr>
            <a:lvl8pPr lvl="7" rtl="0">
              <a:lnSpc>
                <a:spcPct val="100000"/>
              </a:lnSpc>
              <a:spcBef>
                <a:spcPts val="0"/>
              </a:spcBef>
              <a:spcAft>
                <a:spcPts val="0"/>
              </a:spcAft>
              <a:buClr>
                <a:schemeClr val="lt1"/>
              </a:buClr>
              <a:buSzPts val="1800"/>
              <a:buNone/>
              <a:defRPr sz="1800">
                <a:solidFill>
                  <a:schemeClr val="lt1"/>
                </a:solidFill>
              </a:defRPr>
            </a:lvl8pPr>
            <a:lvl9pPr lvl="8" rtl="0">
              <a:lnSpc>
                <a:spcPct val="100000"/>
              </a:lnSpc>
              <a:spcBef>
                <a:spcPts val="0"/>
              </a:spcBef>
              <a:spcAft>
                <a:spcPts val="0"/>
              </a:spcAft>
              <a:buClr>
                <a:schemeClr val="lt1"/>
              </a:buClr>
              <a:buSzPts val="1800"/>
              <a:buNone/>
              <a:defRPr sz="1800">
                <a:solidFill>
                  <a:schemeClr val="lt1"/>
                </a:solidFill>
              </a:defRPr>
            </a:lvl9pPr>
          </a:lstStyle>
          <a:p/>
        </p:txBody>
      </p:sp>
      <p:sp>
        <p:nvSpPr>
          <p:cNvPr id="776" name="Google Shape;776;p63"/>
          <p:cNvSpPr txBox="1"/>
          <p:nvPr/>
        </p:nvSpPr>
        <p:spPr>
          <a:xfrm>
            <a:off x="324000" y="43825"/>
            <a:ext cx="1316700" cy="382800"/>
          </a:xfrm>
          <a:prstGeom prst="rect">
            <a:avLst/>
          </a:prstGeom>
          <a:noFill/>
          <a:ln>
            <a:noFill/>
          </a:ln>
        </p:spPr>
        <p:txBody>
          <a:bodyPr anchorCtr="0" anchor="b" bIns="0" lIns="0" spcFirstLastPara="1" rIns="0" wrap="square" tIns="0">
            <a:noAutofit/>
          </a:bodyPr>
          <a:lstStyle/>
          <a:p>
            <a:pPr indent="0" lvl="0" marL="0" rtl="0" algn="l">
              <a:lnSpc>
                <a:spcPct val="100000"/>
              </a:lnSpc>
              <a:spcBef>
                <a:spcPts val="0"/>
              </a:spcBef>
              <a:spcAft>
                <a:spcPts val="0"/>
              </a:spcAft>
              <a:buNone/>
            </a:pPr>
            <a:r>
              <a:rPr b="1" lang="en-GB" sz="2000">
                <a:solidFill>
                  <a:srgbClr val="FFFFFF"/>
                </a:solidFill>
                <a:latin typeface="Lexend"/>
                <a:ea typeface="Lexend"/>
                <a:cs typeface="Lexend"/>
                <a:sym typeface="Lexend"/>
              </a:rPr>
              <a:t>Task A</a:t>
            </a:r>
            <a:endParaRPr b="1" sz="2000">
              <a:solidFill>
                <a:srgbClr val="FFFFFF"/>
              </a:solidFill>
              <a:latin typeface="Lexend"/>
              <a:ea typeface="Lexend"/>
              <a:cs typeface="Lexend"/>
              <a:sym typeface="Lexend"/>
            </a:endParaRPr>
          </a:p>
        </p:txBody>
      </p:sp>
    </p:spTree>
  </p:cSld>
  <p:clrMapOvr>
    <a:masterClrMapping/>
  </p:clrMapOvr>
</p:sldLayout>
</file>

<file path=ppt/slideLayouts/slideLayout6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8 Feedback - jade">
  <p:cSld name="TITLE_AND_TWO_COLUMNS_1_1_5_1_3_1_1_1_1_2">
    <p:bg>
      <p:bgPr>
        <a:solidFill>
          <a:srgbClr val="E6F2F2"/>
        </a:solidFill>
      </p:bgPr>
    </p:bg>
    <p:spTree>
      <p:nvGrpSpPr>
        <p:cNvPr id="777" name="Shape 777"/>
        <p:cNvGrpSpPr/>
        <p:nvPr/>
      </p:nvGrpSpPr>
      <p:grpSpPr>
        <a:xfrm>
          <a:off x="0" y="0"/>
          <a:ext cx="0" cy="0"/>
          <a:chOff x="0" y="0"/>
          <a:chExt cx="0" cy="0"/>
        </a:xfrm>
      </p:grpSpPr>
      <p:pic>
        <p:nvPicPr>
          <p:cNvPr id="778" name="Google Shape;778;p64"/>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779" name="Google Shape;779;p64"/>
          <p:cNvSpPr/>
          <p:nvPr/>
        </p:nvSpPr>
        <p:spPr>
          <a:xfrm>
            <a:off x="-1" y="-2"/>
            <a:ext cx="9144300" cy="5403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0" name="Google Shape;780;p64"/>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781" name="Google Shape;781;p64"/>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Feedback</a:t>
            </a:r>
            <a:endParaRPr b="1" sz="900">
              <a:solidFill>
                <a:srgbClr val="E6F2F2"/>
              </a:solidFill>
              <a:latin typeface="Lexend"/>
              <a:ea typeface="Lexend"/>
              <a:cs typeface="Lexend"/>
              <a:sym typeface="Lexend"/>
            </a:endParaRPr>
          </a:p>
        </p:txBody>
      </p:sp>
      <p:pic>
        <p:nvPicPr>
          <p:cNvPr id="782" name="Google Shape;782;p64"/>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783" name="Google Shape;783;p64"/>
          <p:cNvSpPr txBox="1"/>
          <p:nvPr>
            <p:ph type="title"/>
          </p:nvPr>
        </p:nvSpPr>
        <p:spPr>
          <a:xfrm>
            <a:off x="1479300" y="39650"/>
            <a:ext cx="6855300" cy="382800"/>
          </a:xfrm>
          <a:prstGeom prst="rect">
            <a:avLst/>
          </a:prstGeom>
        </p:spPr>
        <p:txBody>
          <a:bodyPr anchorCtr="0" anchor="b" bIns="0" lIns="0" spcFirstLastPara="1" rIns="0" wrap="square" tIns="0">
            <a:noAutofit/>
          </a:bodyPr>
          <a:lstStyle>
            <a:lvl1pPr lvl="0" rtl="0">
              <a:lnSpc>
                <a:spcPct val="100000"/>
              </a:lnSpc>
              <a:spcBef>
                <a:spcPts val="0"/>
              </a:spcBef>
              <a:spcAft>
                <a:spcPts val="0"/>
              </a:spcAft>
              <a:buClr>
                <a:schemeClr val="lt1"/>
              </a:buClr>
              <a:buSzPts val="1800"/>
              <a:buNone/>
              <a:defRPr b="0" sz="1800">
                <a:solidFill>
                  <a:schemeClr val="lt1"/>
                </a:solidFill>
              </a:defRPr>
            </a:lvl1pPr>
            <a:lvl2pPr lvl="1" rtl="0">
              <a:lnSpc>
                <a:spcPct val="100000"/>
              </a:lnSpc>
              <a:spcBef>
                <a:spcPts val="0"/>
              </a:spcBef>
              <a:spcAft>
                <a:spcPts val="0"/>
              </a:spcAft>
              <a:buClr>
                <a:schemeClr val="lt1"/>
              </a:buClr>
              <a:buSzPts val="1800"/>
              <a:buNone/>
              <a:defRPr sz="1800">
                <a:solidFill>
                  <a:schemeClr val="lt1"/>
                </a:solidFill>
              </a:defRPr>
            </a:lvl2pPr>
            <a:lvl3pPr lvl="2" rtl="0">
              <a:lnSpc>
                <a:spcPct val="100000"/>
              </a:lnSpc>
              <a:spcBef>
                <a:spcPts val="0"/>
              </a:spcBef>
              <a:spcAft>
                <a:spcPts val="0"/>
              </a:spcAft>
              <a:buClr>
                <a:schemeClr val="lt1"/>
              </a:buClr>
              <a:buSzPts val="1800"/>
              <a:buNone/>
              <a:defRPr sz="1800">
                <a:solidFill>
                  <a:schemeClr val="lt1"/>
                </a:solidFill>
              </a:defRPr>
            </a:lvl3pPr>
            <a:lvl4pPr lvl="3" rtl="0">
              <a:lnSpc>
                <a:spcPct val="100000"/>
              </a:lnSpc>
              <a:spcBef>
                <a:spcPts val="0"/>
              </a:spcBef>
              <a:spcAft>
                <a:spcPts val="0"/>
              </a:spcAft>
              <a:buClr>
                <a:schemeClr val="lt1"/>
              </a:buClr>
              <a:buSzPts val="1800"/>
              <a:buNone/>
              <a:defRPr sz="1800">
                <a:solidFill>
                  <a:schemeClr val="lt1"/>
                </a:solidFill>
              </a:defRPr>
            </a:lvl4pPr>
            <a:lvl5pPr lvl="4" rtl="0">
              <a:lnSpc>
                <a:spcPct val="100000"/>
              </a:lnSpc>
              <a:spcBef>
                <a:spcPts val="0"/>
              </a:spcBef>
              <a:spcAft>
                <a:spcPts val="0"/>
              </a:spcAft>
              <a:buClr>
                <a:schemeClr val="lt1"/>
              </a:buClr>
              <a:buSzPts val="1800"/>
              <a:buNone/>
              <a:defRPr sz="1800">
                <a:solidFill>
                  <a:schemeClr val="lt1"/>
                </a:solidFill>
              </a:defRPr>
            </a:lvl5pPr>
            <a:lvl6pPr lvl="5" rtl="0">
              <a:lnSpc>
                <a:spcPct val="100000"/>
              </a:lnSpc>
              <a:spcBef>
                <a:spcPts val="0"/>
              </a:spcBef>
              <a:spcAft>
                <a:spcPts val="0"/>
              </a:spcAft>
              <a:buClr>
                <a:schemeClr val="lt1"/>
              </a:buClr>
              <a:buSzPts val="1800"/>
              <a:buNone/>
              <a:defRPr sz="1800">
                <a:solidFill>
                  <a:schemeClr val="lt1"/>
                </a:solidFill>
              </a:defRPr>
            </a:lvl6pPr>
            <a:lvl7pPr lvl="6" rtl="0">
              <a:lnSpc>
                <a:spcPct val="100000"/>
              </a:lnSpc>
              <a:spcBef>
                <a:spcPts val="0"/>
              </a:spcBef>
              <a:spcAft>
                <a:spcPts val="0"/>
              </a:spcAft>
              <a:buClr>
                <a:schemeClr val="lt1"/>
              </a:buClr>
              <a:buSzPts val="1800"/>
              <a:buNone/>
              <a:defRPr sz="1800">
                <a:solidFill>
                  <a:schemeClr val="lt1"/>
                </a:solidFill>
              </a:defRPr>
            </a:lvl7pPr>
            <a:lvl8pPr lvl="7" rtl="0">
              <a:lnSpc>
                <a:spcPct val="100000"/>
              </a:lnSpc>
              <a:spcBef>
                <a:spcPts val="0"/>
              </a:spcBef>
              <a:spcAft>
                <a:spcPts val="0"/>
              </a:spcAft>
              <a:buClr>
                <a:schemeClr val="lt1"/>
              </a:buClr>
              <a:buSzPts val="1800"/>
              <a:buNone/>
              <a:defRPr sz="1800">
                <a:solidFill>
                  <a:schemeClr val="lt1"/>
                </a:solidFill>
              </a:defRPr>
            </a:lvl8pPr>
            <a:lvl9pPr lvl="8" rtl="0">
              <a:lnSpc>
                <a:spcPct val="100000"/>
              </a:lnSpc>
              <a:spcBef>
                <a:spcPts val="0"/>
              </a:spcBef>
              <a:spcAft>
                <a:spcPts val="0"/>
              </a:spcAft>
              <a:buClr>
                <a:schemeClr val="lt1"/>
              </a:buClr>
              <a:buSzPts val="1800"/>
              <a:buNone/>
              <a:defRPr sz="1800">
                <a:solidFill>
                  <a:schemeClr val="lt1"/>
                </a:solidFill>
              </a:defRPr>
            </a:lvl9pPr>
          </a:lstStyle>
          <a:p/>
        </p:txBody>
      </p:sp>
      <p:sp>
        <p:nvSpPr>
          <p:cNvPr id="784" name="Google Shape;784;p64"/>
          <p:cNvSpPr txBox="1"/>
          <p:nvPr/>
        </p:nvSpPr>
        <p:spPr>
          <a:xfrm>
            <a:off x="324000" y="43825"/>
            <a:ext cx="1316700" cy="382800"/>
          </a:xfrm>
          <a:prstGeom prst="rect">
            <a:avLst/>
          </a:prstGeom>
          <a:noFill/>
          <a:ln>
            <a:noFill/>
          </a:ln>
        </p:spPr>
        <p:txBody>
          <a:bodyPr anchorCtr="0" anchor="b" bIns="0" lIns="0" spcFirstLastPara="1" rIns="0" wrap="square" tIns="0">
            <a:noAutofit/>
          </a:bodyPr>
          <a:lstStyle/>
          <a:p>
            <a:pPr indent="0" lvl="0" marL="0" rtl="0" algn="l">
              <a:lnSpc>
                <a:spcPct val="100000"/>
              </a:lnSpc>
              <a:spcBef>
                <a:spcPts val="0"/>
              </a:spcBef>
              <a:spcAft>
                <a:spcPts val="0"/>
              </a:spcAft>
              <a:buNone/>
            </a:pPr>
            <a:r>
              <a:rPr b="1" lang="en-GB" sz="2000">
                <a:solidFill>
                  <a:srgbClr val="FFFFFF"/>
                </a:solidFill>
                <a:latin typeface="Lexend"/>
                <a:ea typeface="Lexend"/>
                <a:cs typeface="Lexend"/>
                <a:sym typeface="Lexend"/>
              </a:rPr>
              <a:t>Task B</a:t>
            </a:r>
            <a:endParaRPr b="1" sz="2000">
              <a:solidFill>
                <a:srgbClr val="FFFFFF"/>
              </a:solidFill>
              <a:latin typeface="Lexend"/>
              <a:ea typeface="Lexend"/>
              <a:cs typeface="Lexend"/>
              <a:sym typeface="Lexend"/>
            </a:endParaRPr>
          </a:p>
        </p:txBody>
      </p:sp>
    </p:spTree>
  </p:cSld>
  <p:clrMapOvr>
    <a:masterClrMapping/>
  </p:clrMapOvr>
</p:sldLayout>
</file>

<file path=ppt/slideLayouts/slideLayout6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8 Feedback - blue">
  <p:cSld name="TITLE_AND_TWO_COLUMNS_1_1_5_1_3_1_2_1">
    <p:bg>
      <p:bgPr>
        <a:solidFill>
          <a:srgbClr val="EBEDFE"/>
        </a:solidFill>
      </p:bgPr>
    </p:bg>
    <p:spTree>
      <p:nvGrpSpPr>
        <p:cNvPr id="785" name="Shape 785"/>
        <p:cNvGrpSpPr/>
        <p:nvPr/>
      </p:nvGrpSpPr>
      <p:grpSpPr>
        <a:xfrm>
          <a:off x="0" y="0"/>
          <a:ext cx="0" cy="0"/>
          <a:chOff x="0" y="0"/>
          <a:chExt cx="0" cy="0"/>
        </a:xfrm>
      </p:grpSpPr>
      <p:pic>
        <p:nvPicPr>
          <p:cNvPr id="786" name="Google Shape;786;p65"/>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787" name="Google Shape;787;p65"/>
          <p:cNvSpPr/>
          <p:nvPr/>
        </p:nvSpPr>
        <p:spPr>
          <a:xfrm>
            <a:off x="-1" y="-2"/>
            <a:ext cx="9144300" cy="540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8" name="Google Shape;788;p65"/>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789" name="Google Shape;789;p65"/>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Feedback</a:t>
            </a:r>
            <a:endParaRPr b="1" sz="900">
              <a:solidFill>
                <a:srgbClr val="E6F2F2"/>
              </a:solidFill>
              <a:latin typeface="Lexend"/>
              <a:ea typeface="Lexend"/>
              <a:cs typeface="Lexend"/>
              <a:sym typeface="Lexend"/>
            </a:endParaRPr>
          </a:p>
        </p:txBody>
      </p:sp>
      <p:pic>
        <p:nvPicPr>
          <p:cNvPr id="790" name="Google Shape;790;p65"/>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791" name="Google Shape;791;p65"/>
          <p:cNvSpPr txBox="1"/>
          <p:nvPr>
            <p:ph type="title"/>
          </p:nvPr>
        </p:nvSpPr>
        <p:spPr>
          <a:xfrm>
            <a:off x="1479300" y="39650"/>
            <a:ext cx="6855300" cy="382800"/>
          </a:xfrm>
          <a:prstGeom prst="rect">
            <a:avLst/>
          </a:prstGeom>
        </p:spPr>
        <p:txBody>
          <a:bodyPr anchorCtr="0" anchor="b" bIns="0" lIns="0" spcFirstLastPara="1" rIns="0" wrap="square" tIns="0">
            <a:noAutofit/>
          </a:bodyPr>
          <a:lstStyle>
            <a:lvl1pPr lvl="0" rtl="0">
              <a:lnSpc>
                <a:spcPct val="100000"/>
              </a:lnSpc>
              <a:spcBef>
                <a:spcPts val="0"/>
              </a:spcBef>
              <a:spcAft>
                <a:spcPts val="0"/>
              </a:spcAft>
              <a:buClr>
                <a:schemeClr val="lt1"/>
              </a:buClr>
              <a:buSzPts val="1800"/>
              <a:buNone/>
              <a:defRPr b="0" sz="1800">
                <a:solidFill>
                  <a:schemeClr val="lt1"/>
                </a:solidFill>
              </a:defRPr>
            </a:lvl1pPr>
            <a:lvl2pPr lvl="1" rtl="0">
              <a:lnSpc>
                <a:spcPct val="100000"/>
              </a:lnSpc>
              <a:spcBef>
                <a:spcPts val="0"/>
              </a:spcBef>
              <a:spcAft>
                <a:spcPts val="0"/>
              </a:spcAft>
              <a:buClr>
                <a:schemeClr val="lt1"/>
              </a:buClr>
              <a:buSzPts val="1800"/>
              <a:buNone/>
              <a:defRPr sz="1800">
                <a:solidFill>
                  <a:schemeClr val="lt1"/>
                </a:solidFill>
              </a:defRPr>
            </a:lvl2pPr>
            <a:lvl3pPr lvl="2" rtl="0">
              <a:lnSpc>
                <a:spcPct val="100000"/>
              </a:lnSpc>
              <a:spcBef>
                <a:spcPts val="0"/>
              </a:spcBef>
              <a:spcAft>
                <a:spcPts val="0"/>
              </a:spcAft>
              <a:buClr>
                <a:schemeClr val="lt1"/>
              </a:buClr>
              <a:buSzPts val="1800"/>
              <a:buNone/>
              <a:defRPr sz="1800">
                <a:solidFill>
                  <a:schemeClr val="lt1"/>
                </a:solidFill>
              </a:defRPr>
            </a:lvl3pPr>
            <a:lvl4pPr lvl="3" rtl="0">
              <a:lnSpc>
                <a:spcPct val="100000"/>
              </a:lnSpc>
              <a:spcBef>
                <a:spcPts val="0"/>
              </a:spcBef>
              <a:spcAft>
                <a:spcPts val="0"/>
              </a:spcAft>
              <a:buClr>
                <a:schemeClr val="lt1"/>
              </a:buClr>
              <a:buSzPts val="1800"/>
              <a:buNone/>
              <a:defRPr sz="1800">
                <a:solidFill>
                  <a:schemeClr val="lt1"/>
                </a:solidFill>
              </a:defRPr>
            </a:lvl4pPr>
            <a:lvl5pPr lvl="4" rtl="0">
              <a:lnSpc>
                <a:spcPct val="100000"/>
              </a:lnSpc>
              <a:spcBef>
                <a:spcPts val="0"/>
              </a:spcBef>
              <a:spcAft>
                <a:spcPts val="0"/>
              </a:spcAft>
              <a:buClr>
                <a:schemeClr val="lt1"/>
              </a:buClr>
              <a:buSzPts val="1800"/>
              <a:buNone/>
              <a:defRPr sz="1800">
                <a:solidFill>
                  <a:schemeClr val="lt1"/>
                </a:solidFill>
              </a:defRPr>
            </a:lvl5pPr>
            <a:lvl6pPr lvl="5" rtl="0">
              <a:lnSpc>
                <a:spcPct val="100000"/>
              </a:lnSpc>
              <a:spcBef>
                <a:spcPts val="0"/>
              </a:spcBef>
              <a:spcAft>
                <a:spcPts val="0"/>
              </a:spcAft>
              <a:buClr>
                <a:schemeClr val="lt1"/>
              </a:buClr>
              <a:buSzPts val="1800"/>
              <a:buNone/>
              <a:defRPr sz="1800">
                <a:solidFill>
                  <a:schemeClr val="lt1"/>
                </a:solidFill>
              </a:defRPr>
            </a:lvl6pPr>
            <a:lvl7pPr lvl="6" rtl="0">
              <a:lnSpc>
                <a:spcPct val="100000"/>
              </a:lnSpc>
              <a:spcBef>
                <a:spcPts val="0"/>
              </a:spcBef>
              <a:spcAft>
                <a:spcPts val="0"/>
              </a:spcAft>
              <a:buClr>
                <a:schemeClr val="lt1"/>
              </a:buClr>
              <a:buSzPts val="1800"/>
              <a:buNone/>
              <a:defRPr sz="1800">
                <a:solidFill>
                  <a:schemeClr val="lt1"/>
                </a:solidFill>
              </a:defRPr>
            </a:lvl7pPr>
            <a:lvl8pPr lvl="7" rtl="0">
              <a:lnSpc>
                <a:spcPct val="100000"/>
              </a:lnSpc>
              <a:spcBef>
                <a:spcPts val="0"/>
              </a:spcBef>
              <a:spcAft>
                <a:spcPts val="0"/>
              </a:spcAft>
              <a:buClr>
                <a:schemeClr val="lt1"/>
              </a:buClr>
              <a:buSzPts val="1800"/>
              <a:buNone/>
              <a:defRPr sz="1800">
                <a:solidFill>
                  <a:schemeClr val="lt1"/>
                </a:solidFill>
              </a:defRPr>
            </a:lvl8pPr>
            <a:lvl9pPr lvl="8" rtl="0">
              <a:lnSpc>
                <a:spcPct val="100000"/>
              </a:lnSpc>
              <a:spcBef>
                <a:spcPts val="0"/>
              </a:spcBef>
              <a:spcAft>
                <a:spcPts val="0"/>
              </a:spcAft>
              <a:buClr>
                <a:schemeClr val="lt1"/>
              </a:buClr>
              <a:buSzPts val="1800"/>
              <a:buNone/>
              <a:defRPr sz="1800">
                <a:solidFill>
                  <a:schemeClr val="lt1"/>
                </a:solidFill>
              </a:defRPr>
            </a:lvl9pPr>
          </a:lstStyle>
          <a:p/>
        </p:txBody>
      </p:sp>
      <p:sp>
        <p:nvSpPr>
          <p:cNvPr id="792" name="Google Shape;792;p65"/>
          <p:cNvSpPr txBox="1"/>
          <p:nvPr/>
        </p:nvSpPr>
        <p:spPr>
          <a:xfrm>
            <a:off x="324000" y="43825"/>
            <a:ext cx="1316700" cy="382800"/>
          </a:xfrm>
          <a:prstGeom prst="rect">
            <a:avLst/>
          </a:prstGeom>
          <a:noFill/>
          <a:ln>
            <a:noFill/>
          </a:ln>
        </p:spPr>
        <p:txBody>
          <a:bodyPr anchorCtr="0" anchor="b" bIns="0" lIns="0" spcFirstLastPara="1" rIns="0" wrap="square" tIns="0">
            <a:noAutofit/>
          </a:bodyPr>
          <a:lstStyle/>
          <a:p>
            <a:pPr indent="0" lvl="0" marL="0" rtl="0" algn="l">
              <a:lnSpc>
                <a:spcPct val="100000"/>
              </a:lnSpc>
              <a:spcBef>
                <a:spcPts val="0"/>
              </a:spcBef>
              <a:spcAft>
                <a:spcPts val="0"/>
              </a:spcAft>
              <a:buNone/>
            </a:pPr>
            <a:r>
              <a:rPr b="1" lang="en-GB" sz="2000">
                <a:solidFill>
                  <a:srgbClr val="FFFFFF"/>
                </a:solidFill>
                <a:latin typeface="Lexend"/>
                <a:ea typeface="Lexend"/>
                <a:cs typeface="Lexend"/>
                <a:sym typeface="Lexend"/>
              </a:rPr>
              <a:t>Task C</a:t>
            </a:r>
            <a:endParaRPr b="1" sz="2000">
              <a:solidFill>
                <a:srgbClr val="FFFFFF"/>
              </a:solidFill>
              <a:latin typeface="Lexend"/>
              <a:ea typeface="Lexend"/>
              <a:cs typeface="Lexend"/>
              <a:sym typeface="Lexend"/>
            </a:endParaRPr>
          </a:p>
        </p:txBody>
      </p:sp>
    </p:spTree>
  </p:cSld>
  <p:clrMapOvr>
    <a:masterClrMapping/>
  </p:clrMapOvr>
</p:sldLayout>
</file>

<file path=ppt/slideLayouts/slideLayout6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8 Feedback - pink">
  <p:cSld name="TITLE_AND_TWO_COLUMNS_1_1_5_1_3_1_1_1_1_1_1">
    <p:bg>
      <p:bgPr>
        <a:solidFill>
          <a:srgbClr val="FAEAF6"/>
        </a:solidFill>
      </p:bgPr>
    </p:bg>
    <p:spTree>
      <p:nvGrpSpPr>
        <p:cNvPr id="793" name="Shape 793"/>
        <p:cNvGrpSpPr/>
        <p:nvPr/>
      </p:nvGrpSpPr>
      <p:grpSpPr>
        <a:xfrm>
          <a:off x="0" y="0"/>
          <a:ext cx="0" cy="0"/>
          <a:chOff x="0" y="0"/>
          <a:chExt cx="0" cy="0"/>
        </a:xfrm>
      </p:grpSpPr>
      <p:grpSp>
        <p:nvGrpSpPr>
          <p:cNvPr id="794" name="Google Shape;794;p66"/>
          <p:cNvGrpSpPr/>
          <p:nvPr/>
        </p:nvGrpSpPr>
        <p:grpSpPr>
          <a:xfrm>
            <a:off x="0" y="1"/>
            <a:ext cx="9151202" cy="649234"/>
            <a:chOff x="0" y="1"/>
            <a:chExt cx="9151202" cy="649234"/>
          </a:xfrm>
        </p:grpSpPr>
        <p:pic>
          <p:nvPicPr>
            <p:cNvPr id="795" name="Google Shape;795;p66"/>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796" name="Google Shape;796;p66"/>
            <p:cNvSpPr/>
            <p:nvPr/>
          </p:nvSpPr>
          <p:spPr>
            <a:xfrm>
              <a:off x="0" y="1"/>
              <a:ext cx="9144300" cy="5403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97" name="Google Shape;797;p66"/>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798" name="Google Shape;798;p66"/>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Feedback</a:t>
            </a:r>
            <a:endParaRPr b="1" sz="900">
              <a:solidFill>
                <a:srgbClr val="FAEAF6"/>
              </a:solidFill>
              <a:latin typeface="Lexend"/>
              <a:ea typeface="Lexend"/>
              <a:cs typeface="Lexend"/>
              <a:sym typeface="Lexend"/>
            </a:endParaRPr>
          </a:p>
        </p:txBody>
      </p:sp>
      <p:pic>
        <p:nvPicPr>
          <p:cNvPr id="799" name="Google Shape;799;p66"/>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800" name="Google Shape;800;p66"/>
          <p:cNvSpPr txBox="1"/>
          <p:nvPr/>
        </p:nvSpPr>
        <p:spPr>
          <a:xfrm>
            <a:off x="324000" y="43825"/>
            <a:ext cx="1316700" cy="382800"/>
          </a:xfrm>
          <a:prstGeom prst="rect">
            <a:avLst/>
          </a:prstGeom>
          <a:noFill/>
          <a:ln>
            <a:noFill/>
          </a:ln>
        </p:spPr>
        <p:txBody>
          <a:bodyPr anchorCtr="0" anchor="b" bIns="0" lIns="0" spcFirstLastPara="1" rIns="0" wrap="square" tIns="0">
            <a:noAutofit/>
          </a:bodyPr>
          <a:lstStyle/>
          <a:p>
            <a:pPr indent="0" lvl="0" marL="0" rtl="0" algn="l">
              <a:lnSpc>
                <a:spcPct val="100000"/>
              </a:lnSpc>
              <a:spcBef>
                <a:spcPts val="0"/>
              </a:spcBef>
              <a:spcAft>
                <a:spcPts val="0"/>
              </a:spcAft>
              <a:buNone/>
            </a:pPr>
            <a:r>
              <a:rPr b="1" lang="en-GB" sz="2000">
                <a:solidFill>
                  <a:schemeClr val="lt1"/>
                </a:solidFill>
                <a:latin typeface="Lexend"/>
                <a:ea typeface="Lexend"/>
                <a:cs typeface="Lexend"/>
                <a:sym typeface="Lexend"/>
              </a:rPr>
              <a:t>Task D</a:t>
            </a:r>
            <a:endParaRPr b="1" sz="2000">
              <a:solidFill>
                <a:schemeClr val="lt1"/>
              </a:solidFill>
              <a:latin typeface="Lexend"/>
              <a:ea typeface="Lexend"/>
              <a:cs typeface="Lexend"/>
              <a:sym typeface="Lexend"/>
            </a:endParaRPr>
          </a:p>
        </p:txBody>
      </p:sp>
      <p:sp>
        <p:nvSpPr>
          <p:cNvPr id="801" name="Google Shape;801;p66"/>
          <p:cNvSpPr txBox="1"/>
          <p:nvPr>
            <p:ph type="title"/>
          </p:nvPr>
        </p:nvSpPr>
        <p:spPr>
          <a:xfrm>
            <a:off x="1479300" y="39650"/>
            <a:ext cx="6855300" cy="382800"/>
          </a:xfrm>
          <a:prstGeom prst="rect">
            <a:avLst/>
          </a:prstGeom>
        </p:spPr>
        <p:txBody>
          <a:bodyPr anchorCtr="0" anchor="b" bIns="0" lIns="0" spcFirstLastPara="1" rIns="0" wrap="square" tIns="0">
            <a:noAutofit/>
          </a:bodyPr>
          <a:lstStyle>
            <a:lvl1pPr lvl="0" rtl="0">
              <a:lnSpc>
                <a:spcPct val="100000"/>
              </a:lnSpc>
              <a:spcBef>
                <a:spcPts val="0"/>
              </a:spcBef>
              <a:spcAft>
                <a:spcPts val="0"/>
              </a:spcAft>
              <a:buClr>
                <a:schemeClr val="lt1"/>
              </a:buClr>
              <a:buSzPts val="1800"/>
              <a:buNone/>
              <a:defRPr b="0" sz="1800">
                <a:solidFill>
                  <a:schemeClr val="lt1"/>
                </a:solidFill>
              </a:defRPr>
            </a:lvl1pPr>
            <a:lvl2pPr lvl="1" rtl="0">
              <a:lnSpc>
                <a:spcPct val="100000"/>
              </a:lnSpc>
              <a:spcBef>
                <a:spcPts val="0"/>
              </a:spcBef>
              <a:spcAft>
                <a:spcPts val="0"/>
              </a:spcAft>
              <a:buClr>
                <a:schemeClr val="lt1"/>
              </a:buClr>
              <a:buSzPts val="1800"/>
              <a:buNone/>
              <a:defRPr sz="1800">
                <a:solidFill>
                  <a:schemeClr val="lt1"/>
                </a:solidFill>
              </a:defRPr>
            </a:lvl2pPr>
            <a:lvl3pPr lvl="2" rtl="0">
              <a:lnSpc>
                <a:spcPct val="100000"/>
              </a:lnSpc>
              <a:spcBef>
                <a:spcPts val="0"/>
              </a:spcBef>
              <a:spcAft>
                <a:spcPts val="0"/>
              </a:spcAft>
              <a:buClr>
                <a:schemeClr val="lt1"/>
              </a:buClr>
              <a:buSzPts val="1800"/>
              <a:buNone/>
              <a:defRPr sz="1800">
                <a:solidFill>
                  <a:schemeClr val="lt1"/>
                </a:solidFill>
              </a:defRPr>
            </a:lvl3pPr>
            <a:lvl4pPr lvl="3" rtl="0">
              <a:lnSpc>
                <a:spcPct val="100000"/>
              </a:lnSpc>
              <a:spcBef>
                <a:spcPts val="0"/>
              </a:spcBef>
              <a:spcAft>
                <a:spcPts val="0"/>
              </a:spcAft>
              <a:buClr>
                <a:schemeClr val="lt1"/>
              </a:buClr>
              <a:buSzPts val="1800"/>
              <a:buNone/>
              <a:defRPr sz="1800">
                <a:solidFill>
                  <a:schemeClr val="lt1"/>
                </a:solidFill>
              </a:defRPr>
            </a:lvl4pPr>
            <a:lvl5pPr lvl="4" rtl="0">
              <a:lnSpc>
                <a:spcPct val="100000"/>
              </a:lnSpc>
              <a:spcBef>
                <a:spcPts val="0"/>
              </a:spcBef>
              <a:spcAft>
                <a:spcPts val="0"/>
              </a:spcAft>
              <a:buClr>
                <a:schemeClr val="lt1"/>
              </a:buClr>
              <a:buSzPts val="1800"/>
              <a:buNone/>
              <a:defRPr sz="1800">
                <a:solidFill>
                  <a:schemeClr val="lt1"/>
                </a:solidFill>
              </a:defRPr>
            </a:lvl5pPr>
            <a:lvl6pPr lvl="5" rtl="0">
              <a:lnSpc>
                <a:spcPct val="100000"/>
              </a:lnSpc>
              <a:spcBef>
                <a:spcPts val="0"/>
              </a:spcBef>
              <a:spcAft>
                <a:spcPts val="0"/>
              </a:spcAft>
              <a:buClr>
                <a:schemeClr val="lt1"/>
              </a:buClr>
              <a:buSzPts val="1800"/>
              <a:buNone/>
              <a:defRPr sz="1800">
                <a:solidFill>
                  <a:schemeClr val="lt1"/>
                </a:solidFill>
              </a:defRPr>
            </a:lvl6pPr>
            <a:lvl7pPr lvl="6" rtl="0">
              <a:lnSpc>
                <a:spcPct val="100000"/>
              </a:lnSpc>
              <a:spcBef>
                <a:spcPts val="0"/>
              </a:spcBef>
              <a:spcAft>
                <a:spcPts val="0"/>
              </a:spcAft>
              <a:buClr>
                <a:schemeClr val="lt1"/>
              </a:buClr>
              <a:buSzPts val="1800"/>
              <a:buNone/>
              <a:defRPr sz="1800">
                <a:solidFill>
                  <a:schemeClr val="lt1"/>
                </a:solidFill>
              </a:defRPr>
            </a:lvl7pPr>
            <a:lvl8pPr lvl="7" rtl="0">
              <a:lnSpc>
                <a:spcPct val="100000"/>
              </a:lnSpc>
              <a:spcBef>
                <a:spcPts val="0"/>
              </a:spcBef>
              <a:spcAft>
                <a:spcPts val="0"/>
              </a:spcAft>
              <a:buClr>
                <a:schemeClr val="lt1"/>
              </a:buClr>
              <a:buSzPts val="1800"/>
              <a:buNone/>
              <a:defRPr sz="1800">
                <a:solidFill>
                  <a:schemeClr val="lt1"/>
                </a:solidFill>
              </a:defRPr>
            </a:lvl8pPr>
            <a:lvl9pPr lvl="8" rtl="0">
              <a:lnSpc>
                <a:spcPct val="100000"/>
              </a:lnSpc>
              <a:spcBef>
                <a:spcPts val="0"/>
              </a:spcBef>
              <a:spcAft>
                <a:spcPts val="0"/>
              </a:spcAft>
              <a:buClr>
                <a:schemeClr val="lt1"/>
              </a:buClr>
              <a:buSzPts val="1800"/>
              <a:buNone/>
              <a:defRPr sz="1800">
                <a:solidFill>
                  <a:schemeClr val="lt1"/>
                </a:solidFill>
              </a:defRPr>
            </a:lvl9pPr>
          </a:lstStyle>
          <a:p/>
        </p:txBody>
      </p:sp>
    </p:spTree>
  </p:cSld>
  <p:clrMapOvr>
    <a:masterClrMapping/>
  </p:clrMapOvr>
</p:sldLayout>
</file>

<file path=ppt/slideLayouts/slideLayout6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6 Summary 1">
  <p:cSld name="TITLE_AND_TWO_COLUMNS_1_1_5_1_2_1_1">
    <p:spTree>
      <p:nvGrpSpPr>
        <p:cNvPr id="802" name="Shape 802"/>
        <p:cNvGrpSpPr/>
        <p:nvPr/>
      </p:nvGrpSpPr>
      <p:grpSpPr>
        <a:xfrm>
          <a:off x="0" y="0"/>
          <a:ext cx="0" cy="0"/>
          <a:chOff x="0" y="0"/>
          <a:chExt cx="0" cy="0"/>
        </a:xfrm>
      </p:grpSpPr>
      <p:sp>
        <p:nvSpPr>
          <p:cNvPr id="803" name="Google Shape;803;p67"/>
          <p:cNvSpPr/>
          <p:nvPr/>
        </p:nvSpPr>
        <p:spPr>
          <a:xfrm>
            <a:off x="0" y="0"/>
            <a:ext cx="9144300" cy="5403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804" name="Google Shape;804;p67"/>
          <p:cNvPicPr preferRelativeResize="0"/>
          <p:nvPr/>
        </p:nvPicPr>
        <p:blipFill rotWithShape="1">
          <a:blip r:embed="rId2">
            <a:alphaModFix/>
          </a:blip>
          <a:srcRect b="1709" l="0" r="0" t="1699"/>
          <a:stretch/>
        </p:blipFill>
        <p:spPr>
          <a:xfrm>
            <a:off x="0" y="535825"/>
            <a:ext cx="9151202" cy="116709"/>
          </a:xfrm>
          <a:prstGeom prst="rect">
            <a:avLst/>
          </a:prstGeom>
          <a:noFill/>
          <a:ln>
            <a:noFill/>
          </a:ln>
        </p:spPr>
      </p:pic>
      <p:sp>
        <p:nvSpPr>
          <p:cNvPr id="805" name="Google Shape;805;p67"/>
          <p:cNvSpPr txBox="1"/>
          <p:nvPr>
            <p:ph idx="1" type="body"/>
          </p:nvPr>
        </p:nvSpPr>
        <p:spPr>
          <a:xfrm>
            <a:off x="324000" y="1080000"/>
            <a:ext cx="8113800" cy="37404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806" name="Google Shape;806;p67"/>
          <p:cNvSpPr txBox="1"/>
          <p:nvPr/>
        </p:nvSpPr>
        <p:spPr>
          <a:xfrm>
            <a:off x="324000" y="43825"/>
            <a:ext cx="1316700" cy="382800"/>
          </a:xfrm>
          <a:prstGeom prst="rect">
            <a:avLst/>
          </a:prstGeom>
          <a:noFill/>
          <a:ln>
            <a:noFill/>
          </a:ln>
        </p:spPr>
        <p:txBody>
          <a:bodyPr anchorCtr="0" anchor="b" bIns="0" lIns="0" spcFirstLastPara="1" rIns="0" wrap="square" tIns="0">
            <a:noAutofit/>
          </a:bodyPr>
          <a:lstStyle/>
          <a:p>
            <a:pPr indent="0" lvl="0" marL="0" rtl="0" algn="l">
              <a:spcBef>
                <a:spcPts val="0"/>
              </a:spcBef>
              <a:spcAft>
                <a:spcPts val="0"/>
              </a:spcAft>
              <a:buNone/>
            </a:pPr>
            <a:r>
              <a:rPr b="1" lang="en-GB" sz="2000">
                <a:solidFill>
                  <a:schemeClr val="dk1"/>
                </a:solidFill>
                <a:latin typeface="Lexend"/>
                <a:ea typeface="Lexend"/>
                <a:cs typeface="Lexend"/>
                <a:sym typeface="Lexend"/>
              </a:rPr>
              <a:t>Summary</a:t>
            </a:r>
            <a:endParaRPr b="1" sz="2000">
              <a:solidFill>
                <a:schemeClr val="dk1"/>
              </a:solidFill>
              <a:latin typeface="Lexend"/>
              <a:ea typeface="Lexend"/>
              <a:cs typeface="Lexend"/>
              <a:sym typeface="Lexend"/>
            </a:endParaRPr>
          </a:p>
        </p:txBody>
      </p:sp>
      <p:sp>
        <p:nvSpPr>
          <p:cNvPr id="807" name="Google Shape;807;p67"/>
          <p:cNvSpPr txBox="1"/>
          <p:nvPr>
            <p:ph type="title"/>
          </p:nvPr>
        </p:nvSpPr>
        <p:spPr>
          <a:xfrm>
            <a:off x="1684800" y="43825"/>
            <a:ext cx="5741400" cy="382800"/>
          </a:xfrm>
          <a:prstGeom prst="rect">
            <a:avLst/>
          </a:prstGeom>
        </p:spPr>
        <p:txBody>
          <a:bodyPr anchorCtr="0" anchor="b" bIns="0" lIns="0" spcFirstLastPara="1" rIns="0" wrap="square" tIns="0">
            <a:noAutofit/>
          </a:bodyPr>
          <a:lstStyle>
            <a:lvl1pPr lvl="0" rtl="0">
              <a:lnSpc>
                <a:spcPct val="100000"/>
              </a:lnSpc>
              <a:spcBef>
                <a:spcPts val="0"/>
              </a:spcBef>
              <a:spcAft>
                <a:spcPts val="0"/>
              </a:spcAft>
              <a:buSzPts val="2000"/>
              <a:buFont typeface="Lexend"/>
              <a:buNone/>
              <a:defRPr b="0" sz="2000">
                <a:latin typeface="Lexend"/>
                <a:ea typeface="Lexend"/>
                <a:cs typeface="Lexend"/>
                <a:sym typeface="Lexend"/>
              </a:defRPr>
            </a:lvl1pPr>
            <a:lvl2pPr lvl="1" rtl="0">
              <a:lnSpc>
                <a:spcPct val="100000"/>
              </a:lnSpc>
              <a:spcBef>
                <a:spcPts val="0"/>
              </a:spcBef>
              <a:spcAft>
                <a:spcPts val="0"/>
              </a:spcAft>
              <a:buSzPts val="2000"/>
              <a:buNone/>
              <a:defRPr sz="2000"/>
            </a:lvl2pPr>
            <a:lvl3pPr lvl="2" rtl="0">
              <a:lnSpc>
                <a:spcPct val="100000"/>
              </a:lnSpc>
              <a:spcBef>
                <a:spcPts val="0"/>
              </a:spcBef>
              <a:spcAft>
                <a:spcPts val="0"/>
              </a:spcAft>
              <a:buSzPts val="2000"/>
              <a:buNone/>
              <a:defRPr sz="2000"/>
            </a:lvl3pPr>
            <a:lvl4pPr lvl="3" rtl="0">
              <a:lnSpc>
                <a:spcPct val="100000"/>
              </a:lnSpc>
              <a:spcBef>
                <a:spcPts val="0"/>
              </a:spcBef>
              <a:spcAft>
                <a:spcPts val="0"/>
              </a:spcAft>
              <a:buSzPts val="2000"/>
              <a:buNone/>
              <a:defRPr sz="2000"/>
            </a:lvl4pPr>
            <a:lvl5pPr lvl="4" rtl="0">
              <a:lnSpc>
                <a:spcPct val="100000"/>
              </a:lnSpc>
              <a:spcBef>
                <a:spcPts val="0"/>
              </a:spcBef>
              <a:spcAft>
                <a:spcPts val="0"/>
              </a:spcAft>
              <a:buSzPts val="2000"/>
              <a:buNone/>
              <a:defRPr sz="2000"/>
            </a:lvl5pPr>
            <a:lvl6pPr lvl="5" rtl="0">
              <a:lnSpc>
                <a:spcPct val="100000"/>
              </a:lnSpc>
              <a:spcBef>
                <a:spcPts val="0"/>
              </a:spcBef>
              <a:spcAft>
                <a:spcPts val="0"/>
              </a:spcAft>
              <a:buSzPts val="2000"/>
              <a:buNone/>
              <a:defRPr sz="2000"/>
            </a:lvl6pPr>
            <a:lvl7pPr lvl="6" rtl="0">
              <a:lnSpc>
                <a:spcPct val="100000"/>
              </a:lnSpc>
              <a:spcBef>
                <a:spcPts val="0"/>
              </a:spcBef>
              <a:spcAft>
                <a:spcPts val="0"/>
              </a:spcAft>
              <a:buSzPts val="2000"/>
              <a:buNone/>
              <a:defRPr sz="2000"/>
            </a:lvl7pPr>
            <a:lvl8pPr lvl="7" rtl="0">
              <a:lnSpc>
                <a:spcPct val="100000"/>
              </a:lnSpc>
              <a:spcBef>
                <a:spcPts val="0"/>
              </a:spcBef>
              <a:spcAft>
                <a:spcPts val="0"/>
              </a:spcAft>
              <a:buSzPts val="2000"/>
              <a:buNone/>
              <a:defRPr sz="2000"/>
            </a:lvl8pPr>
            <a:lvl9pPr lvl="8" rtl="0">
              <a:lnSpc>
                <a:spcPct val="100000"/>
              </a:lnSpc>
              <a:spcBef>
                <a:spcPts val="0"/>
              </a:spcBef>
              <a:spcAft>
                <a:spcPts val="0"/>
              </a:spcAft>
              <a:buSzPts val="2000"/>
              <a:buNone/>
              <a:defRPr sz="2000"/>
            </a:lvl9pPr>
          </a:lstStyle>
          <a:p/>
        </p:txBody>
      </p:sp>
    </p:spTree>
  </p:cSld>
  <p:clrMapOvr>
    <a:masterClrMapping/>
  </p:clrMapOvr>
</p:sldLayout>
</file>

<file path=ppt/slideLayouts/slideLayout6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6 Summary 2">
  <p:cSld name="TITLE_AND_TWO_COLUMNS_1_1_5_1_2">
    <p:spTree>
      <p:nvGrpSpPr>
        <p:cNvPr id="808" name="Shape 808"/>
        <p:cNvGrpSpPr/>
        <p:nvPr/>
      </p:nvGrpSpPr>
      <p:grpSpPr>
        <a:xfrm>
          <a:off x="0" y="0"/>
          <a:ext cx="0" cy="0"/>
          <a:chOff x="0" y="0"/>
          <a:chExt cx="0" cy="0"/>
        </a:xfrm>
      </p:grpSpPr>
      <p:sp>
        <p:nvSpPr>
          <p:cNvPr id="809" name="Google Shape;809;p68"/>
          <p:cNvSpPr/>
          <p:nvPr/>
        </p:nvSpPr>
        <p:spPr>
          <a:xfrm>
            <a:off x="0" y="0"/>
            <a:ext cx="9144300" cy="7731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810" name="Google Shape;810;p68"/>
          <p:cNvPicPr preferRelativeResize="0"/>
          <p:nvPr/>
        </p:nvPicPr>
        <p:blipFill rotWithShape="1">
          <a:blip r:embed="rId2">
            <a:alphaModFix/>
          </a:blip>
          <a:srcRect b="1709" l="0" r="0" t="1699"/>
          <a:stretch/>
        </p:blipFill>
        <p:spPr>
          <a:xfrm>
            <a:off x="0" y="769550"/>
            <a:ext cx="9151202" cy="116709"/>
          </a:xfrm>
          <a:prstGeom prst="rect">
            <a:avLst/>
          </a:prstGeom>
          <a:noFill/>
          <a:ln>
            <a:noFill/>
          </a:ln>
        </p:spPr>
      </p:pic>
      <p:sp>
        <p:nvSpPr>
          <p:cNvPr id="811" name="Google Shape;811;p68"/>
          <p:cNvSpPr txBox="1"/>
          <p:nvPr>
            <p:ph idx="1" type="body"/>
          </p:nvPr>
        </p:nvSpPr>
        <p:spPr>
          <a:xfrm>
            <a:off x="324000" y="1080000"/>
            <a:ext cx="8113800" cy="37404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812" name="Google Shape;812;p68"/>
          <p:cNvSpPr txBox="1"/>
          <p:nvPr/>
        </p:nvSpPr>
        <p:spPr>
          <a:xfrm>
            <a:off x="324000" y="43825"/>
            <a:ext cx="1316700" cy="382800"/>
          </a:xfrm>
          <a:prstGeom prst="rect">
            <a:avLst/>
          </a:prstGeom>
          <a:noFill/>
          <a:ln>
            <a:noFill/>
          </a:ln>
        </p:spPr>
        <p:txBody>
          <a:bodyPr anchorCtr="0" anchor="b" bIns="0" lIns="0" spcFirstLastPara="1" rIns="0" wrap="square" tIns="0">
            <a:noAutofit/>
          </a:bodyPr>
          <a:lstStyle/>
          <a:p>
            <a:pPr indent="0" lvl="0" marL="0" rtl="0" algn="l">
              <a:spcBef>
                <a:spcPts val="0"/>
              </a:spcBef>
              <a:spcAft>
                <a:spcPts val="0"/>
              </a:spcAft>
              <a:buNone/>
            </a:pPr>
            <a:r>
              <a:rPr b="1" lang="en-GB" sz="2000">
                <a:solidFill>
                  <a:schemeClr val="dk1"/>
                </a:solidFill>
                <a:latin typeface="Lexend"/>
                <a:ea typeface="Lexend"/>
                <a:cs typeface="Lexend"/>
                <a:sym typeface="Lexend"/>
              </a:rPr>
              <a:t>Summary</a:t>
            </a:r>
            <a:endParaRPr b="1" sz="2000">
              <a:solidFill>
                <a:schemeClr val="dk1"/>
              </a:solidFill>
              <a:latin typeface="Lexend"/>
              <a:ea typeface="Lexend"/>
              <a:cs typeface="Lexend"/>
              <a:sym typeface="Lexend"/>
            </a:endParaRPr>
          </a:p>
        </p:txBody>
      </p:sp>
      <p:sp>
        <p:nvSpPr>
          <p:cNvPr id="813" name="Google Shape;813;p68"/>
          <p:cNvSpPr txBox="1"/>
          <p:nvPr>
            <p:ph type="title"/>
          </p:nvPr>
        </p:nvSpPr>
        <p:spPr>
          <a:xfrm>
            <a:off x="1684800" y="43825"/>
            <a:ext cx="5741400" cy="382800"/>
          </a:xfrm>
          <a:prstGeom prst="rect">
            <a:avLst/>
          </a:prstGeom>
        </p:spPr>
        <p:txBody>
          <a:bodyPr anchorCtr="0" anchor="b" bIns="0" lIns="0" spcFirstLastPara="1" rIns="0" wrap="square" tIns="0">
            <a:noAutofit/>
          </a:bodyPr>
          <a:lstStyle>
            <a:lvl1pPr lvl="0" rtl="0">
              <a:lnSpc>
                <a:spcPct val="100000"/>
              </a:lnSpc>
              <a:spcBef>
                <a:spcPts val="0"/>
              </a:spcBef>
              <a:spcAft>
                <a:spcPts val="0"/>
              </a:spcAft>
              <a:buSzPts val="2000"/>
              <a:buFont typeface="Lexend"/>
              <a:buNone/>
              <a:defRPr b="0" sz="2000">
                <a:latin typeface="Lexend"/>
                <a:ea typeface="Lexend"/>
                <a:cs typeface="Lexend"/>
                <a:sym typeface="Lexend"/>
              </a:defRPr>
            </a:lvl1pPr>
            <a:lvl2pPr lvl="1" rtl="0">
              <a:lnSpc>
                <a:spcPct val="100000"/>
              </a:lnSpc>
              <a:spcBef>
                <a:spcPts val="0"/>
              </a:spcBef>
              <a:spcAft>
                <a:spcPts val="0"/>
              </a:spcAft>
              <a:buSzPts val="2000"/>
              <a:buNone/>
              <a:defRPr sz="2000"/>
            </a:lvl2pPr>
            <a:lvl3pPr lvl="2" rtl="0">
              <a:lnSpc>
                <a:spcPct val="100000"/>
              </a:lnSpc>
              <a:spcBef>
                <a:spcPts val="0"/>
              </a:spcBef>
              <a:spcAft>
                <a:spcPts val="0"/>
              </a:spcAft>
              <a:buSzPts val="2000"/>
              <a:buNone/>
              <a:defRPr sz="2000"/>
            </a:lvl3pPr>
            <a:lvl4pPr lvl="3" rtl="0">
              <a:lnSpc>
                <a:spcPct val="100000"/>
              </a:lnSpc>
              <a:spcBef>
                <a:spcPts val="0"/>
              </a:spcBef>
              <a:spcAft>
                <a:spcPts val="0"/>
              </a:spcAft>
              <a:buSzPts val="2000"/>
              <a:buNone/>
              <a:defRPr sz="2000"/>
            </a:lvl4pPr>
            <a:lvl5pPr lvl="4" rtl="0">
              <a:lnSpc>
                <a:spcPct val="100000"/>
              </a:lnSpc>
              <a:spcBef>
                <a:spcPts val="0"/>
              </a:spcBef>
              <a:spcAft>
                <a:spcPts val="0"/>
              </a:spcAft>
              <a:buSzPts val="2000"/>
              <a:buNone/>
              <a:defRPr sz="2000"/>
            </a:lvl5pPr>
            <a:lvl6pPr lvl="5" rtl="0">
              <a:lnSpc>
                <a:spcPct val="100000"/>
              </a:lnSpc>
              <a:spcBef>
                <a:spcPts val="0"/>
              </a:spcBef>
              <a:spcAft>
                <a:spcPts val="0"/>
              </a:spcAft>
              <a:buSzPts val="2000"/>
              <a:buNone/>
              <a:defRPr sz="2000"/>
            </a:lvl6pPr>
            <a:lvl7pPr lvl="6" rtl="0">
              <a:lnSpc>
                <a:spcPct val="100000"/>
              </a:lnSpc>
              <a:spcBef>
                <a:spcPts val="0"/>
              </a:spcBef>
              <a:spcAft>
                <a:spcPts val="0"/>
              </a:spcAft>
              <a:buSzPts val="2000"/>
              <a:buNone/>
              <a:defRPr sz="2000"/>
            </a:lvl7pPr>
            <a:lvl8pPr lvl="7" rtl="0">
              <a:lnSpc>
                <a:spcPct val="100000"/>
              </a:lnSpc>
              <a:spcBef>
                <a:spcPts val="0"/>
              </a:spcBef>
              <a:spcAft>
                <a:spcPts val="0"/>
              </a:spcAft>
              <a:buSzPts val="2000"/>
              <a:buNone/>
              <a:defRPr sz="2000"/>
            </a:lvl8pPr>
            <a:lvl9pPr lvl="8" rtl="0">
              <a:lnSpc>
                <a:spcPct val="100000"/>
              </a:lnSpc>
              <a:spcBef>
                <a:spcPts val="0"/>
              </a:spcBef>
              <a:spcAft>
                <a:spcPts val="0"/>
              </a:spcAft>
              <a:buSzPts val="2000"/>
              <a:buNone/>
              <a:defRPr sz="2000"/>
            </a:lvl9pPr>
          </a:lstStyle>
          <a:p/>
        </p:txBody>
      </p:sp>
    </p:spTree>
  </p:cSld>
  <p:clrMapOvr>
    <a:masterClrMapping/>
  </p:clrMapOvr>
</p:sldLayout>
</file>

<file path=ppt/slideLayouts/slideLayout6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3 Projectable quiz" showMasterSp="0">
  <p:cSld name="Title Slide 3_1">
    <p:bg>
      <p:bgPr>
        <a:solidFill>
          <a:schemeClr val="lt1"/>
        </a:solidFill>
      </p:bgPr>
    </p:bg>
    <p:spTree>
      <p:nvGrpSpPr>
        <p:cNvPr id="814" name="Shape 814"/>
        <p:cNvGrpSpPr/>
        <p:nvPr/>
      </p:nvGrpSpPr>
      <p:grpSpPr>
        <a:xfrm>
          <a:off x="0" y="0"/>
          <a:ext cx="0" cy="0"/>
          <a:chOff x="0" y="0"/>
          <a:chExt cx="0" cy="0"/>
        </a:xfrm>
      </p:grpSpPr>
      <p:pic>
        <p:nvPicPr>
          <p:cNvPr id="815" name="Google Shape;815;p69"/>
          <p:cNvPicPr preferRelativeResize="0"/>
          <p:nvPr/>
        </p:nvPicPr>
        <p:blipFill>
          <a:blip r:embed="rId2">
            <a:alphaModFix/>
          </a:blip>
          <a:stretch>
            <a:fillRect/>
          </a:stretch>
        </p:blipFill>
        <p:spPr>
          <a:xfrm>
            <a:off x="8524129" y="4430050"/>
            <a:ext cx="234000" cy="318241"/>
          </a:xfrm>
          <a:prstGeom prst="rect">
            <a:avLst/>
          </a:prstGeom>
          <a:noFill/>
          <a:ln>
            <a:noFill/>
          </a:ln>
        </p:spPr>
      </p:pic>
      <p:sp>
        <p:nvSpPr>
          <p:cNvPr id="816" name="Google Shape;816;p69"/>
          <p:cNvSpPr txBox="1"/>
          <p:nvPr/>
        </p:nvSpPr>
        <p:spPr>
          <a:xfrm>
            <a:off x="1977450" y="3132468"/>
            <a:ext cx="5189100" cy="431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GB" sz="1600">
                <a:solidFill>
                  <a:schemeClr val="dk1"/>
                </a:solidFill>
                <a:latin typeface="Lexend"/>
                <a:ea typeface="Lexend"/>
                <a:cs typeface="Lexend"/>
                <a:sym typeface="Lexend"/>
              </a:rPr>
              <a:t>Click to open the interactive quiz</a:t>
            </a:r>
            <a:endParaRPr sz="1600">
              <a:solidFill>
                <a:schemeClr val="dk1"/>
              </a:solidFill>
              <a:latin typeface="Lexend"/>
              <a:ea typeface="Lexend"/>
              <a:cs typeface="Lexend"/>
              <a:sym typeface="Lexend"/>
            </a:endParaRPr>
          </a:p>
        </p:txBody>
      </p:sp>
    </p:spTree>
  </p:cSld>
  <p:clrMapOvr>
    <a:masterClrMapping/>
  </p:clrMapOvr>
</p:sldLayout>
</file>

<file path=ppt/slideLayouts/slideLayout6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4 Items to copy-paste">
  <p:cSld name="CUSTOM_104_1_2_1_1">
    <p:spTree>
      <p:nvGrpSpPr>
        <p:cNvPr id="817" name="Shape 817"/>
        <p:cNvGrpSpPr/>
        <p:nvPr/>
      </p:nvGrpSpPr>
      <p:grpSpPr>
        <a:xfrm>
          <a:off x="0" y="0"/>
          <a:ext cx="0" cy="0"/>
          <a:chOff x="0" y="0"/>
          <a:chExt cx="0" cy="0"/>
        </a:xfrm>
      </p:grpSpPr>
      <p:sp>
        <p:nvSpPr>
          <p:cNvPr id="818" name="Google Shape;818;p70"/>
          <p:cNvSpPr/>
          <p:nvPr/>
        </p:nvSpPr>
        <p:spPr>
          <a:xfrm>
            <a:off x="3217188" y="4171902"/>
            <a:ext cx="521400" cy="263400"/>
          </a:xfrm>
          <a:prstGeom prst="rect">
            <a:avLst/>
          </a:prstGeom>
          <a:noFill/>
          <a:ln>
            <a:noFill/>
          </a:ln>
        </p:spPr>
        <p:txBody>
          <a:bodyPr anchorCtr="0" anchor="ctr" bIns="0" lIns="0" spcFirstLastPara="1" rIns="0" wrap="square" tIns="0">
            <a:noAutofit/>
          </a:bodyPr>
          <a:lstStyle/>
          <a:p>
            <a:pPr indent="0" lvl="0" marL="0" marR="0" rtl="0" algn="ctr">
              <a:lnSpc>
                <a:spcPct val="115000"/>
              </a:lnSpc>
              <a:spcBef>
                <a:spcPts val="0"/>
              </a:spcBef>
              <a:spcAft>
                <a:spcPts val="0"/>
              </a:spcAft>
              <a:buNone/>
            </a:pPr>
            <a:r>
              <a:rPr lang="en-GB" sz="1600">
                <a:solidFill>
                  <a:schemeClr val="dk1"/>
                </a:solidFill>
                <a:latin typeface="Lexend"/>
                <a:ea typeface="Lexend"/>
                <a:cs typeface="Lexend"/>
                <a:sym typeface="Lexend"/>
              </a:rPr>
              <a:t>Tick</a:t>
            </a:r>
            <a:endParaRPr i="0" sz="1600" u="none" cap="none" strike="noStrike">
              <a:solidFill>
                <a:schemeClr val="dk1"/>
              </a:solidFill>
              <a:latin typeface="Lexend"/>
              <a:ea typeface="Lexend"/>
              <a:cs typeface="Lexend"/>
              <a:sym typeface="Lexend"/>
            </a:endParaRPr>
          </a:p>
        </p:txBody>
      </p:sp>
      <p:sp>
        <p:nvSpPr>
          <p:cNvPr id="819" name="Google Shape;819;p70"/>
          <p:cNvSpPr/>
          <p:nvPr/>
        </p:nvSpPr>
        <p:spPr>
          <a:xfrm>
            <a:off x="483925" y="193075"/>
            <a:ext cx="6671700" cy="3747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None/>
            </a:pPr>
            <a:r>
              <a:rPr b="1" i="0" lang="en-GB" sz="2000" u="none" cap="none" strike="noStrike">
                <a:solidFill>
                  <a:schemeClr val="dk1"/>
                </a:solidFill>
                <a:latin typeface="Lexend"/>
                <a:ea typeface="Lexend"/>
                <a:cs typeface="Lexend"/>
                <a:sym typeface="Lexend"/>
              </a:rPr>
              <a:t>Items to copy and paste</a:t>
            </a:r>
            <a:endParaRPr b="0" i="0" sz="2000" u="none" cap="none" strike="noStrike">
              <a:solidFill>
                <a:schemeClr val="dk1"/>
              </a:solidFill>
              <a:latin typeface="Calibri"/>
              <a:ea typeface="Calibri"/>
              <a:cs typeface="Calibri"/>
              <a:sym typeface="Calibri"/>
            </a:endParaRPr>
          </a:p>
        </p:txBody>
      </p:sp>
      <p:sp>
        <p:nvSpPr>
          <p:cNvPr id="820" name="Google Shape;820;p70"/>
          <p:cNvSpPr/>
          <p:nvPr/>
        </p:nvSpPr>
        <p:spPr>
          <a:xfrm>
            <a:off x="7459200" y="352650"/>
            <a:ext cx="1684800" cy="374700"/>
          </a:xfrm>
          <a:prstGeom prst="rect">
            <a:avLst/>
          </a:prstGeom>
          <a:noFill/>
          <a:ln>
            <a:noFill/>
          </a:ln>
        </p:spPr>
        <p:txBody>
          <a:bodyPr anchorCtr="0" anchor="ctr" bIns="0" lIns="0" spcFirstLastPara="1" rIns="0" wrap="square" tIns="0">
            <a:noAutofit/>
          </a:bodyPr>
          <a:lstStyle/>
          <a:p>
            <a:pPr indent="0" lvl="0" marL="0" marR="0" rtl="0" algn="ctr">
              <a:lnSpc>
                <a:spcPct val="115000"/>
              </a:lnSpc>
              <a:spcBef>
                <a:spcPts val="0"/>
              </a:spcBef>
              <a:spcAft>
                <a:spcPts val="0"/>
              </a:spcAft>
              <a:buNone/>
            </a:pPr>
            <a:r>
              <a:rPr i="0" lang="en-GB" sz="1600" u="none" cap="none" strike="noStrike">
                <a:solidFill>
                  <a:schemeClr val="dk1"/>
                </a:solidFill>
                <a:latin typeface="Lexend"/>
                <a:ea typeface="Lexend"/>
                <a:cs typeface="Lexend"/>
                <a:sym typeface="Lexend"/>
              </a:rPr>
              <a:t>Video frame</a:t>
            </a:r>
            <a:endParaRPr i="0" sz="1600" u="none" cap="none" strike="noStrike">
              <a:solidFill>
                <a:schemeClr val="dk1"/>
              </a:solidFill>
              <a:latin typeface="Lexend"/>
              <a:ea typeface="Lexend"/>
              <a:cs typeface="Lexend"/>
              <a:sym typeface="Lexend"/>
            </a:endParaRPr>
          </a:p>
        </p:txBody>
      </p:sp>
      <p:sp>
        <p:nvSpPr>
          <p:cNvPr id="821" name="Google Shape;821;p70"/>
          <p:cNvSpPr/>
          <p:nvPr/>
        </p:nvSpPr>
        <p:spPr>
          <a:xfrm>
            <a:off x="628788" y="4171893"/>
            <a:ext cx="1579200" cy="263400"/>
          </a:xfrm>
          <a:prstGeom prst="rect">
            <a:avLst/>
          </a:prstGeom>
          <a:noFill/>
          <a:ln>
            <a:noFill/>
          </a:ln>
        </p:spPr>
        <p:txBody>
          <a:bodyPr anchorCtr="0" anchor="ctr" bIns="0" lIns="0" spcFirstLastPara="1" rIns="0" wrap="square" tIns="0">
            <a:noAutofit/>
          </a:bodyPr>
          <a:lstStyle/>
          <a:p>
            <a:pPr indent="0" lvl="0" marL="0" rtl="0" algn="ctr">
              <a:lnSpc>
                <a:spcPct val="115000"/>
              </a:lnSpc>
              <a:spcBef>
                <a:spcPts val="0"/>
              </a:spcBef>
              <a:spcAft>
                <a:spcPts val="0"/>
              </a:spcAft>
              <a:buNone/>
            </a:pPr>
            <a:r>
              <a:rPr lang="en-GB" sz="1600">
                <a:solidFill>
                  <a:schemeClr val="dk1"/>
                </a:solidFill>
                <a:latin typeface="Lexend"/>
                <a:ea typeface="Lexend"/>
                <a:cs typeface="Lexend"/>
                <a:sym typeface="Lexend"/>
              </a:rPr>
              <a:t>Agenda dot</a:t>
            </a:r>
            <a:endParaRPr sz="1600">
              <a:solidFill>
                <a:schemeClr val="dk1"/>
              </a:solidFill>
              <a:latin typeface="Lexend"/>
              <a:ea typeface="Lexend"/>
              <a:cs typeface="Lexend"/>
              <a:sym typeface="Lexend"/>
            </a:endParaRPr>
          </a:p>
        </p:txBody>
      </p:sp>
      <p:sp>
        <p:nvSpPr>
          <p:cNvPr id="822" name="Google Shape;822;p70"/>
          <p:cNvSpPr/>
          <p:nvPr/>
        </p:nvSpPr>
        <p:spPr>
          <a:xfrm>
            <a:off x="5891525" y="2313000"/>
            <a:ext cx="1796400" cy="380700"/>
          </a:xfrm>
          <a:prstGeom prst="rect">
            <a:avLst/>
          </a:prstGeom>
          <a:noFill/>
          <a:ln>
            <a:noFill/>
          </a:ln>
        </p:spPr>
        <p:txBody>
          <a:bodyPr anchorCtr="0" anchor="ctr" bIns="0" lIns="0" spcFirstLastPara="1" rIns="0" wrap="square" tIns="0">
            <a:noAutofit/>
          </a:bodyPr>
          <a:lstStyle/>
          <a:p>
            <a:pPr indent="0" lvl="0" marL="0" marR="0" rtl="0" algn="ctr">
              <a:lnSpc>
                <a:spcPct val="115000"/>
              </a:lnSpc>
              <a:spcBef>
                <a:spcPts val="0"/>
              </a:spcBef>
              <a:spcAft>
                <a:spcPts val="0"/>
              </a:spcAft>
              <a:buNone/>
            </a:pPr>
            <a:r>
              <a:rPr lang="en-GB" sz="1600">
                <a:solidFill>
                  <a:schemeClr val="dk1"/>
                </a:solidFill>
                <a:latin typeface="Lexend"/>
                <a:ea typeface="Lexend"/>
                <a:cs typeface="Lexend"/>
                <a:sym typeface="Lexend"/>
              </a:rPr>
              <a:t>CfU option letters</a:t>
            </a:r>
            <a:endParaRPr i="0" sz="1600" u="none" cap="none" strike="noStrike">
              <a:solidFill>
                <a:schemeClr val="dk1"/>
              </a:solidFill>
              <a:latin typeface="Lexend"/>
              <a:ea typeface="Lexend"/>
              <a:cs typeface="Lexend"/>
              <a:sym typeface="Lexend"/>
            </a:endParaRPr>
          </a:p>
        </p:txBody>
      </p:sp>
      <p:sp>
        <p:nvSpPr>
          <p:cNvPr id="823" name="Google Shape;823;p70"/>
          <p:cNvSpPr/>
          <p:nvPr/>
        </p:nvSpPr>
        <p:spPr>
          <a:xfrm>
            <a:off x="933601" y="2371650"/>
            <a:ext cx="1179900" cy="263400"/>
          </a:xfrm>
          <a:prstGeom prst="rect">
            <a:avLst/>
          </a:prstGeom>
          <a:noFill/>
          <a:ln>
            <a:noFill/>
          </a:ln>
        </p:spPr>
        <p:txBody>
          <a:bodyPr anchorCtr="0" anchor="ctr" bIns="0" lIns="0" spcFirstLastPara="1" rIns="0" wrap="square" tIns="0">
            <a:noAutofit/>
          </a:bodyPr>
          <a:lstStyle/>
          <a:p>
            <a:pPr indent="0" lvl="0" marL="0" marR="0" rtl="0" algn="ctr">
              <a:lnSpc>
                <a:spcPct val="115000"/>
              </a:lnSpc>
              <a:spcBef>
                <a:spcPts val="0"/>
              </a:spcBef>
              <a:spcAft>
                <a:spcPts val="0"/>
              </a:spcAft>
              <a:buNone/>
            </a:pPr>
            <a:r>
              <a:rPr lang="en-GB" sz="1600">
                <a:solidFill>
                  <a:schemeClr val="dk1"/>
                </a:solidFill>
                <a:latin typeface="Lexend"/>
                <a:ea typeface="Lexend"/>
                <a:cs typeface="Lexend"/>
                <a:sym typeface="Lexend"/>
              </a:rPr>
              <a:t>Play audio</a:t>
            </a:r>
            <a:endParaRPr i="0" sz="1600" u="none" cap="none" strike="noStrike">
              <a:solidFill>
                <a:schemeClr val="dk1"/>
              </a:solidFill>
              <a:latin typeface="Lexend"/>
              <a:ea typeface="Lexend"/>
              <a:cs typeface="Lexend"/>
              <a:sym typeface="Lexend"/>
            </a:endParaRPr>
          </a:p>
        </p:txBody>
      </p:sp>
      <p:sp>
        <p:nvSpPr>
          <p:cNvPr id="824" name="Google Shape;824;p70"/>
          <p:cNvSpPr/>
          <p:nvPr/>
        </p:nvSpPr>
        <p:spPr>
          <a:xfrm>
            <a:off x="3444210" y="2377200"/>
            <a:ext cx="1116600" cy="252300"/>
          </a:xfrm>
          <a:prstGeom prst="rect">
            <a:avLst/>
          </a:prstGeom>
          <a:noFill/>
          <a:ln>
            <a:noFill/>
          </a:ln>
        </p:spPr>
        <p:txBody>
          <a:bodyPr anchorCtr="0" anchor="ctr" bIns="0" lIns="0" spcFirstLastPara="1" rIns="0" wrap="square" tIns="0">
            <a:noAutofit/>
          </a:bodyPr>
          <a:lstStyle/>
          <a:p>
            <a:pPr indent="0" lvl="0" marL="0" marR="0" rtl="0" algn="ctr">
              <a:lnSpc>
                <a:spcPct val="115000"/>
              </a:lnSpc>
              <a:spcBef>
                <a:spcPts val="0"/>
              </a:spcBef>
              <a:spcAft>
                <a:spcPts val="0"/>
              </a:spcAft>
              <a:buNone/>
            </a:pPr>
            <a:r>
              <a:rPr lang="en-GB" sz="1600">
                <a:solidFill>
                  <a:schemeClr val="dk1"/>
                </a:solidFill>
                <a:latin typeface="Lexend"/>
                <a:ea typeface="Lexend"/>
                <a:cs typeface="Lexend"/>
                <a:sym typeface="Lexend"/>
              </a:rPr>
              <a:t>Play video</a:t>
            </a:r>
            <a:endParaRPr i="0" sz="1600" u="none" cap="none" strike="noStrike">
              <a:solidFill>
                <a:schemeClr val="dk1"/>
              </a:solidFill>
              <a:latin typeface="Lexend"/>
              <a:ea typeface="Lexend"/>
              <a:cs typeface="Lexend"/>
              <a:sym typeface="Lexend"/>
            </a:endParaRPr>
          </a:p>
        </p:txBody>
      </p:sp>
      <p:sp>
        <p:nvSpPr>
          <p:cNvPr id="825" name="Google Shape;825;p70"/>
          <p:cNvSpPr/>
          <p:nvPr/>
        </p:nvSpPr>
        <p:spPr>
          <a:xfrm>
            <a:off x="4747799" y="4171900"/>
            <a:ext cx="694200" cy="263400"/>
          </a:xfrm>
          <a:prstGeom prst="rect">
            <a:avLst/>
          </a:prstGeom>
          <a:noFill/>
          <a:ln>
            <a:noFill/>
          </a:ln>
        </p:spPr>
        <p:txBody>
          <a:bodyPr anchorCtr="0" anchor="ctr" bIns="0" lIns="0" spcFirstLastPara="1" rIns="0" wrap="square" tIns="0">
            <a:noAutofit/>
          </a:bodyPr>
          <a:lstStyle/>
          <a:p>
            <a:pPr indent="0" lvl="0" marL="0" marR="0" rtl="0" algn="ctr">
              <a:lnSpc>
                <a:spcPct val="115000"/>
              </a:lnSpc>
              <a:spcBef>
                <a:spcPts val="0"/>
              </a:spcBef>
              <a:spcAft>
                <a:spcPts val="0"/>
              </a:spcAft>
              <a:buNone/>
            </a:pPr>
            <a:r>
              <a:rPr lang="en-GB" sz="1600">
                <a:solidFill>
                  <a:schemeClr val="dk1"/>
                </a:solidFill>
                <a:latin typeface="Lexend"/>
                <a:ea typeface="Lexend"/>
                <a:cs typeface="Lexend"/>
                <a:sym typeface="Lexend"/>
              </a:rPr>
              <a:t>Cross</a:t>
            </a:r>
            <a:endParaRPr i="0" sz="1600" u="none" cap="none" strike="noStrike">
              <a:solidFill>
                <a:schemeClr val="dk1"/>
              </a:solidFill>
              <a:latin typeface="Lexend"/>
              <a:ea typeface="Lexend"/>
              <a:cs typeface="Lexend"/>
              <a:sym typeface="Lexend"/>
            </a:endParaRPr>
          </a:p>
        </p:txBody>
      </p:sp>
      <p:sp>
        <p:nvSpPr>
          <p:cNvPr id="826" name="Google Shape;826;p70"/>
          <p:cNvSpPr/>
          <p:nvPr/>
        </p:nvSpPr>
        <p:spPr>
          <a:xfrm>
            <a:off x="6451200" y="4171900"/>
            <a:ext cx="1421700" cy="263400"/>
          </a:xfrm>
          <a:prstGeom prst="rect">
            <a:avLst/>
          </a:prstGeom>
          <a:noFill/>
          <a:ln>
            <a:noFill/>
          </a:ln>
        </p:spPr>
        <p:txBody>
          <a:bodyPr anchorCtr="0" anchor="ctr" bIns="0" lIns="0" spcFirstLastPara="1" rIns="0" wrap="square" tIns="0">
            <a:noAutofit/>
          </a:bodyPr>
          <a:lstStyle/>
          <a:p>
            <a:pPr indent="0" lvl="0" marL="0" marR="0" rtl="0" algn="ctr">
              <a:lnSpc>
                <a:spcPct val="115000"/>
              </a:lnSpc>
              <a:spcBef>
                <a:spcPts val="0"/>
              </a:spcBef>
              <a:spcAft>
                <a:spcPts val="0"/>
              </a:spcAft>
              <a:buNone/>
            </a:pPr>
            <a:r>
              <a:rPr lang="en-GB" sz="1600">
                <a:solidFill>
                  <a:schemeClr val="dk1"/>
                </a:solidFill>
                <a:latin typeface="Lexend"/>
                <a:ea typeface="Lexend"/>
                <a:cs typeface="Lexend"/>
                <a:sym typeface="Lexend"/>
              </a:rPr>
              <a:t>Reading icon</a:t>
            </a:r>
            <a:endParaRPr i="0" sz="1600" u="none" cap="none" strike="noStrike">
              <a:solidFill>
                <a:schemeClr val="dk1"/>
              </a:solidFill>
              <a:latin typeface="Lexend"/>
              <a:ea typeface="Lexend"/>
              <a:cs typeface="Lexend"/>
              <a:sym typeface="Lexend"/>
            </a:endParaRPr>
          </a:p>
        </p:txBody>
      </p:sp>
    </p:spTree>
  </p:cSld>
  <p:clrMapOvr>
    <a:masterClrMapping/>
  </p:clrMapOvr>
</p:sldLayout>
</file>

<file path=ppt/slideLayouts/slideLayout7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5 OGL">
  <p:cSld name="CUSTOM_5_1">
    <p:bg>
      <p:bgPr>
        <a:solidFill>
          <a:srgbClr val="BEF2BD"/>
        </a:solidFill>
      </p:bgPr>
    </p:bg>
    <p:spTree>
      <p:nvGrpSpPr>
        <p:cNvPr id="827" name="Shape 827"/>
        <p:cNvGrpSpPr/>
        <p:nvPr/>
      </p:nvGrpSpPr>
      <p:grpSpPr>
        <a:xfrm>
          <a:off x="0" y="0"/>
          <a:ext cx="0" cy="0"/>
          <a:chOff x="0" y="0"/>
          <a:chExt cx="0" cy="0"/>
        </a:xfrm>
      </p:grpSpPr>
      <p:pic>
        <p:nvPicPr>
          <p:cNvPr id="828" name="Google Shape;828;p71"/>
          <p:cNvPicPr preferRelativeResize="0"/>
          <p:nvPr/>
        </p:nvPicPr>
        <p:blipFill>
          <a:blip r:embed="rId2">
            <a:alphaModFix/>
          </a:blip>
          <a:stretch>
            <a:fillRect/>
          </a:stretch>
        </p:blipFill>
        <p:spPr>
          <a:xfrm>
            <a:off x="347200" y="1111870"/>
            <a:ext cx="7945600" cy="2919776"/>
          </a:xfrm>
          <a:prstGeom prst="rect">
            <a:avLst/>
          </a:prstGeom>
          <a:noFill/>
          <a:ln>
            <a:noFill/>
          </a:ln>
        </p:spPr>
      </p:pic>
      <p:sp>
        <p:nvSpPr>
          <p:cNvPr id="829" name="Google Shape;829;p71"/>
          <p:cNvSpPr txBox="1"/>
          <p:nvPr>
            <p:ph idx="1" type="subTitle"/>
          </p:nvPr>
        </p:nvSpPr>
        <p:spPr>
          <a:xfrm>
            <a:off x="661775" y="1190413"/>
            <a:ext cx="7351200" cy="2762700"/>
          </a:xfrm>
          <a:prstGeom prst="rect">
            <a:avLst/>
          </a:prstGeom>
        </p:spPr>
        <p:txBody>
          <a:bodyPr anchorCtr="0" anchor="ctr" bIns="0" lIns="0" spcFirstLastPara="1" rIns="0" wrap="square" tIns="0">
            <a:noAutofit/>
          </a:bodyPr>
          <a:lstStyle>
            <a:lvl1pPr lvl="0" rtl="0">
              <a:lnSpc>
                <a:spcPct val="115000"/>
              </a:lnSpc>
              <a:spcBef>
                <a:spcPts val="0"/>
              </a:spcBef>
              <a:spcAft>
                <a:spcPts val="0"/>
              </a:spcAft>
              <a:buSzPts val="1800"/>
              <a:buNone/>
              <a:defRPr sz="1800"/>
            </a:lvl1pPr>
            <a:lvl2pPr lvl="1" rtl="0">
              <a:spcBef>
                <a:spcPts val="1000"/>
              </a:spcBef>
              <a:spcAft>
                <a:spcPts val="0"/>
              </a:spcAft>
              <a:buSzPts val="1800"/>
              <a:buNone/>
              <a:defRPr sz="1800"/>
            </a:lvl2pPr>
            <a:lvl3pPr lvl="2" rtl="0">
              <a:spcBef>
                <a:spcPts val="1000"/>
              </a:spcBef>
              <a:spcAft>
                <a:spcPts val="0"/>
              </a:spcAft>
              <a:buSzPts val="1800"/>
              <a:buNone/>
              <a:defRPr sz="1800"/>
            </a:lvl3pPr>
            <a:lvl4pPr lvl="3" rtl="0">
              <a:spcBef>
                <a:spcPts val="800"/>
              </a:spcBef>
              <a:spcAft>
                <a:spcPts val="0"/>
              </a:spcAft>
              <a:buSzPts val="1800"/>
              <a:buNone/>
              <a:defRPr sz="1800"/>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Tree>
  </p:cSld>
  <p:clrMapOvr>
    <a:masterClrMapping/>
  </p:clrMapOvr>
</p:sldLayout>
</file>

<file path=ppt/slideLayouts/slideLayout7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6 Blank">
  <p:cSld name="CUSTOM_6">
    <p:spTree>
      <p:nvGrpSpPr>
        <p:cNvPr id="830" name="Shape 830"/>
        <p:cNvGrpSpPr/>
        <p:nvPr/>
      </p:nvGrpSpPr>
      <p:grpSpPr>
        <a:xfrm>
          <a:off x="0" y="0"/>
          <a:ext cx="0" cy="0"/>
          <a:chOff x="0" y="0"/>
          <a:chExt cx="0" cy="0"/>
        </a:xfrm>
      </p:grpSpPr>
      <p:sp>
        <p:nvSpPr>
          <p:cNvPr id="831" name="Google Shape;831;p72"/>
          <p:cNvSpPr txBox="1"/>
          <p:nvPr>
            <p:ph type="title"/>
          </p:nvPr>
        </p:nvSpPr>
        <p:spPr>
          <a:xfrm>
            <a:off x="459000" y="73800"/>
            <a:ext cx="6600600" cy="814500"/>
          </a:xfrm>
          <a:prstGeom prst="rect">
            <a:avLst/>
          </a:prstGeom>
        </p:spPr>
        <p:txBody>
          <a:bodyPr anchorCtr="0" anchor="t" bIns="0" lIns="0" spcFirstLastPara="1" rIns="0" wrap="square" tIns="0">
            <a:noAutofit/>
          </a:bodyPr>
          <a:lstStyle>
            <a:lvl1pPr lvl="0">
              <a:spcBef>
                <a:spcPts val="0"/>
              </a:spcBef>
              <a:spcAft>
                <a:spcPts val="0"/>
              </a:spcAft>
              <a:buSzPts val="22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7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0 Keywords (3) 1">
  <p:cSld name="CUSTOM_3_1_2">
    <p:spTree>
      <p:nvGrpSpPr>
        <p:cNvPr id="832" name="Shape 832"/>
        <p:cNvGrpSpPr/>
        <p:nvPr/>
      </p:nvGrpSpPr>
      <p:grpSpPr>
        <a:xfrm>
          <a:off x="0" y="0"/>
          <a:ext cx="0" cy="0"/>
          <a:chOff x="0" y="0"/>
          <a:chExt cx="0" cy="0"/>
        </a:xfrm>
      </p:grpSpPr>
      <p:sp>
        <p:nvSpPr>
          <p:cNvPr id="833" name="Google Shape;833;p73"/>
          <p:cNvSpPr/>
          <p:nvPr/>
        </p:nvSpPr>
        <p:spPr>
          <a:xfrm>
            <a:off x="0" y="1"/>
            <a:ext cx="9144300" cy="5403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834" name="Google Shape;834;p73"/>
          <p:cNvPicPr preferRelativeResize="0"/>
          <p:nvPr/>
        </p:nvPicPr>
        <p:blipFill rotWithShape="1">
          <a:blip r:embed="rId2">
            <a:alphaModFix/>
          </a:blip>
          <a:srcRect b="1709" l="0" r="0" t="1699"/>
          <a:stretch/>
        </p:blipFill>
        <p:spPr>
          <a:xfrm>
            <a:off x="0" y="532525"/>
            <a:ext cx="9151202" cy="116709"/>
          </a:xfrm>
          <a:prstGeom prst="rect">
            <a:avLst/>
          </a:prstGeom>
          <a:noFill/>
          <a:ln>
            <a:noFill/>
          </a:ln>
        </p:spPr>
      </p:pic>
      <p:sp>
        <p:nvSpPr>
          <p:cNvPr id="835" name="Google Shape;835;p73"/>
          <p:cNvSpPr/>
          <p:nvPr/>
        </p:nvSpPr>
        <p:spPr>
          <a:xfrm>
            <a:off x="324000" y="114450"/>
            <a:ext cx="6671700" cy="3648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None/>
            </a:pPr>
            <a:r>
              <a:rPr b="1" i="0" lang="en-GB" sz="2000" u="none" cap="none" strike="noStrike">
                <a:solidFill>
                  <a:srgbClr val="282828"/>
                </a:solidFill>
                <a:latin typeface="Lexend"/>
                <a:ea typeface="Lexend"/>
                <a:cs typeface="Lexend"/>
                <a:sym typeface="Lexend"/>
              </a:rPr>
              <a:t>Keywords</a:t>
            </a:r>
            <a:endParaRPr b="0" i="0" sz="2000" u="none" cap="none" strike="noStrike">
              <a:solidFill>
                <a:srgbClr val="282828"/>
              </a:solidFill>
              <a:latin typeface="Calibri"/>
              <a:ea typeface="Calibri"/>
              <a:cs typeface="Calibri"/>
              <a:sym typeface="Calibri"/>
            </a:endParaRPr>
          </a:p>
        </p:txBody>
      </p:sp>
      <p:sp>
        <p:nvSpPr>
          <p:cNvPr id="836" name="Google Shape;836;p73"/>
          <p:cNvSpPr txBox="1"/>
          <p:nvPr>
            <p:ph idx="1" type="subTitle"/>
          </p:nvPr>
        </p:nvSpPr>
        <p:spPr>
          <a:xfrm>
            <a:off x="323994" y="993640"/>
            <a:ext cx="7215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200"/>
              <a:buFont typeface="Lexend"/>
              <a:buNone/>
              <a:defRPr b="1">
                <a:solidFill>
                  <a:srgbClr val="282828"/>
                </a:solidFill>
                <a:latin typeface="Lexend"/>
                <a:ea typeface="Lexend"/>
                <a:cs typeface="Lexend"/>
                <a:sym typeface="Lexend"/>
              </a:defRPr>
            </a:lvl1pPr>
            <a:lvl2pPr lvl="1" rtl="0">
              <a:spcBef>
                <a:spcPts val="1000"/>
              </a:spcBef>
              <a:spcAft>
                <a:spcPts val="0"/>
              </a:spcAft>
              <a:buClr>
                <a:srgbClr val="282828"/>
              </a:buClr>
              <a:buSzPts val="2200"/>
              <a:buFont typeface="Lexend"/>
              <a:buNone/>
              <a:defRPr sz="2200">
                <a:solidFill>
                  <a:srgbClr val="282828"/>
                </a:solidFill>
                <a:latin typeface="Lexend"/>
                <a:ea typeface="Lexend"/>
                <a:cs typeface="Lexend"/>
                <a:sym typeface="Lexend"/>
              </a:defRPr>
            </a:lvl2pPr>
            <a:lvl3pPr lvl="2" rtl="0">
              <a:spcBef>
                <a:spcPts val="1000"/>
              </a:spcBef>
              <a:spcAft>
                <a:spcPts val="0"/>
              </a:spcAft>
              <a:buClr>
                <a:srgbClr val="282828"/>
              </a:buClr>
              <a:buSzPts val="2200"/>
              <a:buFont typeface="Lexend"/>
              <a:buNone/>
              <a:defRPr sz="2200">
                <a:solidFill>
                  <a:srgbClr val="282828"/>
                </a:solidFill>
                <a:latin typeface="Lexend"/>
                <a:ea typeface="Lexend"/>
                <a:cs typeface="Lexend"/>
                <a:sym typeface="Lexend"/>
              </a:defRPr>
            </a:lvl3pPr>
            <a:lvl4pPr lvl="3" rtl="0">
              <a:spcBef>
                <a:spcPts val="800"/>
              </a:spcBef>
              <a:spcAft>
                <a:spcPts val="0"/>
              </a:spcAft>
              <a:buClr>
                <a:srgbClr val="282828"/>
              </a:buClr>
              <a:buSzPts val="2200"/>
              <a:buFont typeface="Lexend"/>
              <a:buNone/>
              <a:defRPr sz="2200">
                <a:solidFill>
                  <a:srgbClr val="282828"/>
                </a:solidFill>
                <a:latin typeface="Lexend"/>
                <a:ea typeface="Lexend"/>
                <a:cs typeface="Lexend"/>
                <a:sym typeface="Lexend"/>
              </a:defRPr>
            </a:lvl4pPr>
            <a:lvl5pPr lvl="4" rtl="0">
              <a:spcBef>
                <a:spcPts val="800"/>
              </a:spcBef>
              <a:spcAft>
                <a:spcPts val="0"/>
              </a:spcAft>
              <a:buClr>
                <a:srgbClr val="282828"/>
              </a:buClr>
              <a:buSzPts val="2200"/>
              <a:buFont typeface="Lexend"/>
              <a:buNone/>
              <a:defRPr sz="2200">
                <a:solidFill>
                  <a:srgbClr val="282828"/>
                </a:solidFill>
                <a:latin typeface="Lexend"/>
                <a:ea typeface="Lexend"/>
                <a:cs typeface="Lexend"/>
                <a:sym typeface="Lexend"/>
              </a:defRPr>
            </a:lvl5pPr>
            <a:lvl6pPr lvl="5" rtl="0">
              <a:spcBef>
                <a:spcPts val="600"/>
              </a:spcBef>
              <a:spcAft>
                <a:spcPts val="0"/>
              </a:spcAft>
              <a:buClr>
                <a:srgbClr val="282828"/>
              </a:buClr>
              <a:buSzPts val="2200"/>
              <a:buFont typeface="Lexend"/>
              <a:buNone/>
              <a:defRPr sz="2200">
                <a:solidFill>
                  <a:srgbClr val="282828"/>
                </a:solidFill>
                <a:latin typeface="Lexend"/>
                <a:ea typeface="Lexend"/>
                <a:cs typeface="Lexend"/>
                <a:sym typeface="Lexend"/>
              </a:defRPr>
            </a:lvl6pPr>
            <a:lvl7pPr lvl="6" rtl="0">
              <a:spcBef>
                <a:spcPts val="600"/>
              </a:spcBef>
              <a:spcAft>
                <a:spcPts val="0"/>
              </a:spcAft>
              <a:buClr>
                <a:srgbClr val="282828"/>
              </a:buClr>
              <a:buSzPts val="2200"/>
              <a:buFont typeface="Lexend"/>
              <a:buNone/>
              <a:defRPr sz="2200">
                <a:solidFill>
                  <a:srgbClr val="282828"/>
                </a:solidFill>
                <a:latin typeface="Lexend"/>
                <a:ea typeface="Lexend"/>
                <a:cs typeface="Lexend"/>
                <a:sym typeface="Lexend"/>
              </a:defRPr>
            </a:lvl7pPr>
            <a:lvl8pPr lvl="7" rtl="0">
              <a:spcBef>
                <a:spcPts val="400"/>
              </a:spcBef>
              <a:spcAft>
                <a:spcPts val="0"/>
              </a:spcAft>
              <a:buClr>
                <a:srgbClr val="282828"/>
              </a:buClr>
              <a:buSzPts val="2200"/>
              <a:buFont typeface="Lexend"/>
              <a:buNone/>
              <a:defRPr sz="2200">
                <a:solidFill>
                  <a:srgbClr val="282828"/>
                </a:solidFill>
                <a:latin typeface="Lexend"/>
                <a:ea typeface="Lexend"/>
                <a:cs typeface="Lexend"/>
                <a:sym typeface="Lexend"/>
              </a:defRPr>
            </a:lvl8pPr>
            <a:lvl9pPr lvl="8" rtl="0">
              <a:spcBef>
                <a:spcPts val="400"/>
              </a:spcBef>
              <a:spcAft>
                <a:spcPts val="200"/>
              </a:spcAft>
              <a:buClr>
                <a:srgbClr val="282828"/>
              </a:buClr>
              <a:buSzPts val="2200"/>
              <a:buFont typeface="Lexend"/>
              <a:buNone/>
              <a:defRPr sz="2200">
                <a:solidFill>
                  <a:srgbClr val="282828"/>
                </a:solidFill>
                <a:latin typeface="Lexend"/>
                <a:ea typeface="Lexend"/>
                <a:cs typeface="Lexend"/>
                <a:sym typeface="Lexend"/>
              </a:defRPr>
            </a:lvl9pPr>
          </a:lstStyle>
          <a:p/>
        </p:txBody>
      </p:sp>
      <p:sp>
        <p:nvSpPr>
          <p:cNvPr id="837" name="Google Shape;837;p73"/>
          <p:cNvSpPr txBox="1"/>
          <p:nvPr>
            <p:ph idx="2" type="subTitle"/>
          </p:nvPr>
        </p:nvSpPr>
        <p:spPr>
          <a:xfrm>
            <a:off x="323994" y="2238730"/>
            <a:ext cx="7215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200"/>
              <a:buFont typeface="Lexend"/>
              <a:buNone/>
              <a:defRPr b="1">
                <a:solidFill>
                  <a:srgbClr val="282828"/>
                </a:solidFill>
                <a:latin typeface="Lexend"/>
                <a:ea typeface="Lexend"/>
                <a:cs typeface="Lexend"/>
                <a:sym typeface="Lexend"/>
              </a:defRPr>
            </a:lvl1pPr>
            <a:lvl2pPr lvl="1" rtl="0">
              <a:spcBef>
                <a:spcPts val="1000"/>
              </a:spcBef>
              <a:spcAft>
                <a:spcPts val="0"/>
              </a:spcAft>
              <a:buClr>
                <a:srgbClr val="282828"/>
              </a:buClr>
              <a:buSzPts val="2200"/>
              <a:buFont typeface="Lexend"/>
              <a:buNone/>
              <a:defRPr sz="2200">
                <a:solidFill>
                  <a:srgbClr val="282828"/>
                </a:solidFill>
                <a:latin typeface="Lexend"/>
                <a:ea typeface="Lexend"/>
                <a:cs typeface="Lexend"/>
                <a:sym typeface="Lexend"/>
              </a:defRPr>
            </a:lvl2pPr>
            <a:lvl3pPr lvl="2" rtl="0">
              <a:spcBef>
                <a:spcPts val="1000"/>
              </a:spcBef>
              <a:spcAft>
                <a:spcPts val="0"/>
              </a:spcAft>
              <a:buClr>
                <a:srgbClr val="282828"/>
              </a:buClr>
              <a:buSzPts val="2200"/>
              <a:buFont typeface="Lexend"/>
              <a:buNone/>
              <a:defRPr sz="2200">
                <a:solidFill>
                  <a:srgbClr val="282828"/>
                </a:solidFill>
                <a:latin typeface="Lexend"/>
                <a:ea typeface="Lexend"/>
                <a:cs typeface="Lexend"/>
                <a:sym typeface="Lexend"/>
              </a:defRPr>
            </a:lvl3pPr>
            <a:lvl4pPr lvl="3" rtl="0">
              <a:spcBef>
                <a:spcPts val="800"/>
              </a:spcBef>
              <a:spcAft>
                <a:spcPts val="0"/>
              </a:spcAft>
              <a:buClr>
                <a:srgbClr val="282828"/>
              </a:buClr>
              <a:buSzPts val="2200"/>
              <a:buFont typeface="Lexend"/>
              <a:buNone/>
              <a:defRPr sz="2200">
                <a:solidFill>
                  <a:srgbClr val="282828"/>
                </a:solidFill>
                <a:latin typeface="Lexend"/>
                <a:ea typeface="Lexend"/>
                <a:cs typeface="Lexend"/>
                <a:sym typeface="Lexend"/>
              </a:defRPr>
            </a:lvl4pPr>
            <a:lvl5pPr lvl="4" rtl="0">
              <a:spcBef>
                <a:spcPts val="800"/>
              </a:spcBef>
              <a:spcAft>
                <a:spcPts val="0"/>
              </a:spcAft>
              <a:buClr>
                <a:srgbClr val="282828"/>
              </a:buClr>
              <a:buSzPts val="2200"/>
              <a:buFont typeface="Lexend"/>
              <a:buNone/>
              <a:defRPr sz="2200">
                <a:solidFill>
                  <a:srgbClr val="282828"/>
                </a:solidFill>
                <a:latin typeface="Lexend"/>
                <a:ea typeface="Lexend"/>
                <a:cs typeface="Lexend"/>
                <a:sym typeface="Lexend"/>
              </a:defRPr>
            </a:lvl5pPr>
            <a:lvl6pPr lvl="5" rtl="0">
              <a:spcBef>
                <a:spcPts val="600"/>
              </a:spcBef>
              <a:spcAft>
                <a:spcPts val="0"/>
              </a:spcAft>
              <a:buClr>
                <a:srgbClr val="282828"/>
              </a:buClr>
              <a:buSzPts val="2200"/>
              <a:buFont typeface="Lexend"/>
              <a:buNone/>
              <a:defRPr sz="2200">
                <a:solidFill>
                  <a:srgbClr val="282828"/>
                </a:solidFill>
                <a:latin typeface="Lexend"/>
                <a:ea typeface="Lexend"/>
                <a:cs typeface="Lexend"/>
                <a:sym typeface="Lexend"/>
              </a:defRPr>
            </a:lvl6pPr>
            <a:lvl7pPr lvl="6" rtl="0">
              <a:spcBef>
                <a:spcPts val="600"/>
              </a:spcBef>
              <a:spcAft>
                <a:spcPts val="0"/>
              </a:spcAft>
              <a:buClr>
                <a:srgbClr val="282828"/>
              </a:buClr>
              <a:buSzPts val="2200"/>
              <a:buFont typeface="Lexend"/>
              <a:buNone/>
              <a:defRPr sz="2200">
                <a:solidFill>
                  <a:srgbClr val="282828"/>
                </a:solidFill>
                <a:latin typeface="Lexend"/>
                <a:ea typeface="Lexend"/>
                <a:cs typeface="Lexend"/>
                <a:sym typeface="Lexend"/>
              </a:defRPr>
            </a:lvl7pPr>
            <a:lvl8pPr lvl="7" rtl="0">
              <a:spcBef>
                <a:spcPts val="400"/>
              </a:spcBef>
              <a:spcAft>
                <a:spcPts val="0"/>
              </a:spcAft>
              <a:buClr>
                <a:srgbClr val="282828"/>
              </a:buClr>
              <a:buSzPts val="2200"/>
              <a:buFont typeface="Lexend"/>
              <a:buNone/>
              <a:defRPr sz="2200">
                <a:solidFill>
                  <a:srgbClr val="282828"/>
                </a:solidFill>
                <a:latin typeface="Lexend"/>
                <a:ea typeface="Lexend"/>
                <a:cs typeface="Lexend"/>
                <a:sym typeface="Lexend"/>
              </a:defRPr>
            </a:lvl8pPr>
            <a:lvl9pPr lvl="8" rtl="0">
              <a:spcBef>
                <a:spcPts val="400"/>
              </a:spcBef>
              <a:spcAft>
                <a:spcPts val="200"/>
              </a:spcAft>
              <a:buClr>
                <a:srgbClr val="282828"/>
              </a:buClr>
              <a:buSzPts val="2200"/>
              <a:buFont typeface="Lexend"/>
              <a:buNone/>
              <a:defRPr sz="2200">
                <a:solidFill>
                  <a:srgbClr val="282828"/>
                </a:solidFill>
                <a:latin typeface="Lexend"/>
                <a:ea typeface="Lexend"/>
                <a:cs typeface="Lexend"/>
                <a:sym typeface="Lexend"/>
              </a:defRPr>
            </a:lvl9pPr>
          </a:lstStyle>
          <a:p/>
        </p:txBody>
      </p:sp>
      <p:sp>
        <p:nvSpPr>
          <p:cNvPr id="838" name="Google Shape;838;p73"/>
          <p:cNvSpPr txBox="1"/>
          <p:nvPr>
            <p:ph idx="3" type="subTitle"/>
          </p:nvPr>
        </p:nvSpPr>
        <p:spPr>
          <a:xfrm>
            <a:off x="323994" y="3483820"/>
            <a:ext cx="7215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200"/>
              <a:buFont typeface="Lexend"/>
              <a:buNone/>
              <a:defRPr b="1">
                <a:solidFill>
                  <a:srgbClr val="282828"/>
                </a:solidFill>
                <a:latin typeface="Lexend"/>
                <a:ea typeface="Lexend"/>
                <a:cs typeface="Lexend"/>
                <a:sym typeface="Lexend"/>
              </a:defRPr>
            </a:lvl1pPr>
            <a:lvl2pPr lvl="1" rtl="0">
              <a:spcBef>
                <a:spcPts val="1000"/>
              </a:spcBef>
              <a:spcAft>
                <a:spcPts val="0"/>
              </a:spcAft>
              <a:buClr>
                <a:srgbClr val="282828"/>
              </a:buClr>
              <a:buSzPts val="2200"/>
              <a:buFont typeface="Lexend"/>
              <a:buNone/>
              <a:defRPr sz="2200">
                <a:solidFill>
                  <a:srgbClr val="282828"/>
                </a:solidFill>
                <a:latin typeface="Lexend"/>
                <a:ea typeface="Lexend"/>
                <a:cs typeface="Lexend"/>
                <a:sym typeface="Lexend"/>
              </a:defRPr>
            </a:lvl2pPr>
            <a:lvl3pPr lvl="2" rtl="0">
              <a:spcBef>
                <a:spcPts val="1000"/>
              </a:spcBef>
              <a:spcAft>
                <a:spcPts val="0"/>
              </a:spcAft>
              <a:buClr>
                <a:srgbClr val="282828"/>
              </a:buClr>
              <a:buSzPts val="2200"/>
              <a:buFont typeface="Lexend"/>
              <a:buNone/>
              <a:defRPr sz="2200">
                <a:solidFill>
                  <a:srgbClr val="282828"/>
                </a:solidFill>
                <a:latin typeface="Lexend"/>
                <a:ea typeface="Lexend"/>
                <a:cs typeface="Lexend"/>
                <a:sym typeface="Lexend"/>
              </a:defRPr>
            </a:lvl3pPr>
            <a:lvl4pPr lvl="3" rtl="0">
              <a:spcBef>
                <a:spcPts val="800"/>
              </a:spcBef>
              <a:spcAft>
                <a:spcPts val="0"/>
              </a:spcAft>
              <a:buClr>
                <a:srgbClr val="282828"/>
              </a:buClr>
              <a:buSzPts val="2200"/>
              <a:buFont typeface="Lexend"/>
              <a:buNone/>
              <a:defRPr sz="2200">
                <a:solidFill>
                  <a:srgbClr val="282828"/>
                </a:solidFill>
                <a:latin typeface="Lexend"/>
                <a:ea typeface="Lexend"/>
                <a:cs typeface="Lexend"/>
                <a:sym typeface="Lexend"/>
              </a:defRPr>
            </a:lvl4pPr>
            <a:lvl5pPr lvl="4" rtl="0">
              <a:spcBef>
                <a:spcPts val="800"/>
              </a:spcBef>
              <a:spcAft>
                <a:spcPts val="0"/>
              </a:spcAft>
              <a:buClr>
                <a:srgbClr val="282828"/>
              </a:buClr>
              <a:buSzPts val="2200"/>
              <a:buFont typeface="Lexend"/>
              <a:buNone/>
              <a:defRPr sz="2200">
                <a:solidFill>
                  <a:srgbClr val="282828"/>
                </a:solidFill>
                <a:latin typeface="Lexend"/>
                <a:ea typeface="Lexend"/>
                <a:cs typeface="Lexend"/>
                <a:sym typeface="Lexend"/>
              </a:defRPr>
            </a:lvl5pPr>
            <a:lvl6pPr lvl="5" rtl="0">
              <a:spcBef>
                <a:spcPts val="600"/>
              </a:spcBef>
              <a:spcAft>
                <a:spcPts val="0"/>
              </a:spcAft>
              <a:buClr>
                <a:srgbClr val="282828"/>
              </a:buClr>
              <a:buSzPts val="2200"/>
              <a:buFont typeface="Lexend"/>
              <a:buNone/>
              <a:defRPr sz="2200">
                <a:solidFill>
                  <a:srgbClr val="282828"/>
                </a:solidFill>
                <a:latin typeface="Lexend"/>
                <a:ea typeface="Lexend"/>
                <a:cs typeface="Lexend"/>
                <a:sym typeface="Lexend"/>
              </a:defRPr>
            </a:lvl6pPr>
            <a:lvl7pPr lvl="6" rtl="0">
              <a:spcBef>
                <a:spcPts val="600"/>
              </a:spcBef>
              <a:spcAft>
                <a:spcPts val="0"/>
              </a:spcAft>
              <a:buClr>
                <a:srgbClr val="282828"/>
              </a:buClr>
              <a:buSzPts val="2200"/>
              <a:buFont typeface="Lexend"/>
              <a:buNone/>
              <a:defRPr sz="2200">
                <a:solidFill>
                  <a:srgbClr val="282828"/>
                </a:solidFill>
                <a:latin typeface="Lexend"/>
                <a:ea typeface="Lexend"/>
                <a:cs typeface="Lexend"/>
                <a:sym typeface="Lexend"/>
              </a:defRPr>
            </a:lvl7pPr>
            <a:lvl8pPr lvl="7" rtl="0">
              <a:spcBef>
                <a:spcPts val="400"/>
              </a:spcBef>
              <a:spcAft>
                <a:spcPts val="0"/>
              </a:spcAft>
              <a:buClr>
                <a:srgbClr val="282828"/>
              </a:buClr>
              <a:buSzPts val="2200"/>
              <a:buFont typeface="Lexend"/>
              <a:buNone/>
              <a:defRPr sz="2200">
                <a:solidFill>
                  <a:srgbClr val="282828"/>
                </a:solidFill>
                <a:latin typeface="Lexend"/>
                <a:ea typeface="Lexend"/>
                <a:cs typeface="Lexend"/>
                <a:sym typeface="Lexend"/>
              </a:defRPr>
            </a:lvl8pPr>
            <a:lvl9pPr lvl="8" rtl="0">
              <a:spcBef>
                <a:spcPts val="400"/>
              </a:spcBef>
              <a:spcAft>
                <a:spcPts val="200"/>
              </a:spcAft>
              <a:buClr>
                <a:srgbClr val="282828"/>
              </a:buClr>
              <a:buSzPts val="2200"/>
              <a:buFont typeface="Lexend"/>
              <a:buNone/>
              <a:defRPr sz="2200">
                <a:solidFill>
                  <a:srgbClr val="282828"/>
                </a:solidFill>
                <a:latin typeface="Lexend"/>
                <a:ea typeface="Lexend"/>
                <a:cs typeface="Lexend"/>
                <a:sym typeface="Lexend"/>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40" Type="http://schemas.openxmlformats.org/officeDocument/2006/relationships/slideLayout" Target="../slideLayouts/slideLayout39.xml"/><Relationship Id="rId42" Type="http://schemas.openxmlformats.org/officeDocument/2006/relationships/slideLayout" Target="../slideLayouts/slideLayout41.xml"/><Relationship Id="rId41" Type="http://schemas.openxmlformats.org/officeDocument/2006/relationships/slideLayout" Target="../slideLayouts/slideLayout40.xml"/><Relationship Id="rId44" Type="http://schemas.openxmlformats.org/officeDocument/2006/relationships/slideLayout" Target="../slideLayouts/slideLayout43.xml"/><Relationship Id="rId43" Type="http://schemas.openxmlformats.org/officeDocument/2006/relationships/slideLayout" Target="../slideLayouts/slideLayout42.xml"/><Relationship Id="rId46" Type="http://schemas.openxmlformats.org/officeDocument/2006/relationships/slideLayout" Target="../slideLayouts/slideLayout45.xml"/><Relationship Id="rId45" Type="http://schemas.openxmlformats.org/officeDocument/2006/relationships/slideLayout" Target="../slideLayouts/slideLayout44.xml"/><Relationship Id="rId1" Type="http://schemas.openxmlformats.org/officeDocument/2006/relationships/image" Target="../media/image2.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48" Type="http://schemas.openxmlformats.org/officeDocument/2006/relationships/slideLayout" Target="../slideLayouts/slideLayout47.xml"/><Relationship Id="rId47" Type="http://schemas.openxmlformats.org/officeDocument/2006/relationships/slideLayout" Target="../slideLayouts/slideLayout46.xml"/><Relationship Id="rId49" Type="http://schemas.openxmlformats.org/officeDocument/2006/relationships/slideLayout" Target="../slideLayouts/slideLayout48.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73" Type="http://schemas.openxmlformats.org/officeDocument/2006/relationships/slideLayout" Target="../slideLayouts/slideLayout72.xml"/><Relationship Id="rId72" Type="http://schemas.openxmlformats.org/officeDocument/2006/relationships/slideLayout" Target="../slideLayouts/slideLayout71.xml"/><Relationship Id="rId31" Type="http://schemas.openxmlformats.org/officeDocument/2006/relationships/slideLayout" Target="../slideLayouts/slideLayout30.xml"/><Relationship Id="rId30" Type="http://schemas.openxmlformats.org/officeDocument/2006/relationships/slideLayout" Target="../slideLayouts/slideLayout29.xml"/><Relationship Id="rId74" Type="http://schemas.openxmlformats.org/officeDocument/2006/relationships/theme" Target="../theme/theme1.xml"/><Relationship Id="rId33" Type="http://schemas.openxmlformats.org/officeDocument/2006/relationships/slideLayout" Target="../slideLayouts/slideLayout32.xml"/><Relationship Id="rId32" Type="http://schemas.openxmlformats.org/officeDocument/2006/relationships/slideLayout" Target="../slideLayouts/slideLayout31.xml"/><Relationship Id="rId35" Type="http://schemas.openxmlformats.org/officeDocument/2006/relationships/slideLayout" Target="../slideLayouts/slideLayout34.xml"/><Relationship Id="rId34" Type="http://schemas.openxmlformats.org/officeDocument/2006/relationships/slideLayout" Target="../slideLayouts/slideLayout33.xml"/><Relationship Id="rId71" Type="http://schemas.openxmlformats.org/officeDocument/2006/relationships/slideLayout" Target="../slideLayouts/slideLayout70.xml"/><Relationship Id="rId70" Type="http://schemas.openxmlformats.org/officeDocument/2006/relationships/slideLayout" Target="../slideLayouts/slideLayout69.xml"/><Relationship Id="rId37" Type="http://schemas.openxmlformats.org/officeDocument/2006/relationships/slideLayout" Target="../slideLayouts/slideLayout36.xml"/><Relationship Id="rId36" Type="http://schemas.openxmlformats.org/officeDocument/2006/relationships/slideLayout" Target="../slideLayouts/slideLayout35.xml"/><Relationship Id="rId39" Type="http://schemas.openxmlformats.org/officeDocument/2006/relationships/slideLayout" Target="../slideLayouts/slideLayout38.xml"/><Relationship Id="rId38" Type="http://schemas.openxmlformats.org/officeDocument/2006/relationships/slideLayout" Target="../slideLayouts/slideLayout37.xml"/><Relationship Id="rId62" Type="http://schemas.openxmlformats.org/officeDocument/2006/relationships/slideLayout" Target="../slideLayouts/slideLayout61.xml"/><Relationship Id="rId61" Type="http://schemas.openxmlformats.org/officeDocument/2006/relationships/slideLayout" Target="../slideLayouts/slideLayout60.xml"/><Relationship Id="rId20" Type="http://schemas.openxmlformats.org/officeDocument/2006/relationships/slideLayout" Target="../slideLayouts/slideLayout19.xml"/><Relationship Id="rId64" Type="http://schemas.openxmlformats.org/officeDocument/2006/relationships/slideLayout" Target="../slideLayouts/slideLayout63.xml"/><Relationship Id="rId63" Type="http://schemas.openxmlformats.org/officeDocument/2006/relationships/slideLayout" Target="../slideLayouts/slideLayout62.xml"/><Relationship Id="rId22" Type="http://schemas.openxmlformats.org/officeDocument/2006/relationships/slideLayout" Target="../slideLayouts/slideLayout21.xml"/><Relationship Id="rId66" Type="http://schemas.openxmlformats.org/officeDocument/2006/relationships/slideLayout" Target="../slideLayouts/slideLayout65.xml"/><Relationship Id="rId21" Type="http://schemas.openxmlformats.org/officeDocument/2006/relationships/slideLayout" Target="../slideLayouts/slideLayout20.xml"/><Relationship Id="rId65" Type="http://schemas.openxmlformats.org/officeDocument/2006/relationships/slideLayout" Target="../slideLayouts/slideLayout64.xml"/><Relationship Id="rId24" Type="http://schemas.openxmlformats.org/officeDocument/2006/relationships/slideLayout" Target="../slideLayouts/slideLayout23.xml"/><Relationship Id="rId68" Type="http://schemas.openxmlformats.org/officeDocument/2006/relationships/slideLayout" Target="../slideLayouts/slideLayout67.xml"/><Relationship Id="rId23" Type="http://schemas.openxmlformats.org/officeDocument/2006/relationships/slideLayout" Target="../slideLayouts/slideLayout22.xml"/><Relationship Id="rId67" Type="http://schemas.openxmlformats.org/officeDocument/2006/relationships/slideLayout" Target="../slideLayouts/slideLayout66.xml"/><Relationship Id="rId60" Type="http://schemas.openxmlformats.org/officeDocument/2006/relationships/slideLayout" Target="../slideLayouts/slideLayout59.xml"/><Relationship Id="rId26" Type="http://schemas.openxmlformats.org/officeDocument/2006/relationships/slideLayout" Target="../slideLayouts/slideLayout25.xml"/><Relationship Id="rId25" Type="http://schemas.openxmlformats.org/officeDocument/2006/relationships/slideLayout" Target="../slideLayouts/slideLayout24.xml"/><Relationship Id="rId69" Type="http://schemas.openxmlformats.org/officeDocument/2006/relationships/slideLayout" Target="../slideLayouts/slideLayout68.xml"/><Relationship Id="rId28" Type="http://schemas.openxmlformats.org/officeDocument/2006/relationships/slideLayout" Target="../slideLayouts/slideLayout27.xml"/><Relationship Id="rId27" Type="http://schemas.openxmlformats.org/officeDocument/2006/relationships/slideLayout" Target="../slideLayouts/slideLayout26.xml"/><Relationship Id="rId29" Type="http://schemas.openxmlformats.org/officeDocument/2006/relationships/slideLayout" Target="../slideLayouts/slideLayout28.xml"/><Relationship Id="rId51" Type="http://schemas.openxmlformats.org/officeDocument/2006/relationships/slideLayout" Target="../slideLayouts/slideLayout50.xml"/><Relationship Id="rId50" Type="http://schemas.openxmlformats.org/officeDocument/2006/relationships/slideLayout" Target="../slideLayouts/slideLayout49.xml"/><Relationship Id="rId53" Type="http://schemas.openxmlformats.org/officeDocument/2006/relationships/slideLayout" Target="../slideLayouts/slideLayout52.xml"/><Relationship Id="rId52" Type="http://schemas.openxmlformats.org/officeDocument/2006/relationships/slideLayout" Target="../slideLayouts/slideLayout51.xml"/><Relationship Id="rId11" Type="http://schemas.openxmlformats.org/officeDocument/2006/relationships/slideLayout" Target="../slideLayouts/slideLayout10.xml"/><Relationship Id="rId55" Type="http://schemas.openxmlformats.org/officeDocument/2006/relationships/slideLayout" Target="../slideLayouts/slideLayout54.xml"/><Relationship Id="rId10" Type="http://schemas.openxmlformats.org/officeDocument/2006/relationships/slideLayout" Target="../slideLayouts/slideLayout9.xml"/><Relationship Id="rId54" Type="http://schemas.openxmlformats.org/officeDocument/2006/relationships/slideLayout" Target="../slideLayouts/slideLayout53.xml"/><Relationship Id="rId13" Type="http://schemas.openxmlformats.org/officeDocument/2006/relationships/slideLayout" Target="../slideLayouts/slideLayout12.xml"/><Relationship Id="rId57" Type="http://schemas.openxmlformats.org/officeDocument/2006/relationships/slideLayout" Target="../slideLayouts/slideLayout56.xml"/><Relationship Id="rId12" Type="http://schemas.openxmlformats.org/officeDocument/2006/relationships/slideLayout" Target="../slideLayouts/slideLayout11.xml"/><Relationship Id="rId56" Type="http://schemas.openxmlformats.org/officeDocument/2006/relationships/slideLayout" Target="../slideLayouts/slideLayout55.xml"/><Relationship Id="rId15" Type="http://schemas.openxmlformats.org/officeDocument/2006/relationships/slideLayout" Target="../slideLayouts/slideLayout14.xml"/><Relationship Id="rId59" Type="http://schemas.openxmlformats.org/officeDocument/2006/relationships/slideLayout" Target="../slideLayouts/slideLayout58.xml"/><Relationship Id="rId14" Type="http://schemas.openxmlformats.org/officeDocument/2006/relationships/slideLayout" Target="../slideLayouts/slideLayout13.xml"/><Relationship Id="rId58" Type="http://schemas.openxmlformats.org/officeDocument/2006/relationships/slideLayout" Target="../slideLayouts/slideLayout57.xml"/><Relationship Id="rId17" Type="http://schemas.openxmlformats.org/officeDocument/2006/relationships/slideLayout" Target="../slideLayouts/slideLayout16.xml"/><Relationship Id="rId16" Type="http://schemas.openxmlformats.org/officeDocument/2006/relationships/slideLayout" Target="../slideLayouts/slideLayout15.xml"/><Relationship Id="rId19" Type="http://schemas.openxmlformats.org/officeDocument/2006/relationships/slideLayout" Target="../slideLayouts/slideLayout18.xml"/><Relationship Id="rId18" Type="http://schemas.openxmlformats.org/officeDocument/2006/relationships/slideLayout" Target="../slideLayouts/slideLayout1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459000" y="73800"/>
            <a:ext cx="6600600" cy="814500"/>
          </a:xfrm>
          <a:prstGeom prst="rect">
            <a:avLst/>
          </a:prstGeom>
          <a:noFill/>
          <a:ln>
            <a:noFill/>
          </a:ln>
        </p:spPr>
        <p:txBody>
          <a:bodyPr anchorCtr="0" anchor="t" bIns="0" lIns="0" spcFirstLastPara="1" rIns="0" wrap="square" tIns="0">
            <a:noAutofit/>
          </a:bodyPr>
          <a:lstStyle>
            <a:lvl1pPr lvl="0" rtl="0">
              <a:lnSpc>
                <a:spcPct val="115000"/>
              </a:lnSpc>
              <a:spcBef>
                <a:spcPts val="0"/>
              </a:spcBef>
              <a:spcAft>
                <a:spcPts val="0"/>
              </a:spcAft>
              <a:buClr>
                <a:schemeClr val="dk1"/>
              </a:buClr>
              <a:buSzPts val="2200"/>
              <a:buFont typeface="Lexend"/>
              <a:buNone/>
              <a:defRPr b="1" sz="2200">
                <a:solidFill>
                  <a:schemeClr val="dk1"/>
                </a:solidFill>
                <a:latin typeface="Lexend"/>
                <a:ea typeface="Lexend"/>
                <a:cs typeface="Lexend"/>
                <a:sym typeface="Lexend"/>
              </a:defRPr>
            </a:lvl1pPr>
            <a:lvl2pPr lvl="1" rtl="0">
              <a:spcBef>
                <a:spcPts val="0"/>
              </a:spcBef>
              <a:spcAft>
                <a:spcPts val="0"/>
              </a:spcAft>
              <a:buClr>
                <a:schemeClr val="dk1"/>
              </a:buClr>
              <a:buSzPts val="2800"/>
              <a:buFont typeface="Lexend Medium"/>
              <a:buNone/>
              <a:defRPr sz="2800">
                <a:solidFill>
                  <a:schemeClr val="dk1"/>
                </a:solidFill>
                <a:latin typeface="Lexend Medium"/>
                <a:ea typeface="Lexend Medium"/>
                <a:cs typeface="Lexend Medium"/>
                <a:sym typeface="Lexend Medium"/>
              </a:defRPr>
            </a:lvl2pPr>
            <a:lvl3pPr lvl="2" rtl="0">
              <a:spcBef>
                <a:spcPts val="0"/>
              </a:spcBef>
              <a:spcAft>
                <a:spcPts val="0"/>
              </a:spcAft>
              <a:buClr>
                <a:schemeClr val="dk1"/>
              </a:buClr>
              <a:buSzPts val="2800"/>
              <a:buFont typeface="Lexend Medium"/>
              <a:buNone/>
              <a:defRPr sz="2800">
                <a:solidFill>
                  <a:schemeClr val="dk1"/>
                </a:solidFill>
                <a:latin typeface="Lexend Medium"/>
                <a:ea typeface="Lexend Medium"/>
                <a:cs typeface="Lexend Medium"/>
                <a:sym typeface="Lexend Medium"/>
              </a:defRPr>
            </a:lvl3pPr>
            <a:lvl4pPr lvl="3" rtl="0">
              <a:spcBef>
                <a:spcPts val="0"/>
              </a:spcBef>
              <a:spcAft>
                <a:spcPts val="0"/>
              </a:spcAft>
              <a:buClr>
                <a:schemeClr val="dk1"/>
              </a:buClr>
              <a:buSzPts val="2800"/>
              <a:buFont typeface="Lexend Medium"/>
              <a:buNone/>
              <a:defRPr sz="2800">
                <a:solidFill>
                  <a:schemeClr val="dk1"/>
                </a:solidFill>
                <a:latin typeface="Lexend Medium"/>
                <a:ea typeface="Lexend Medium"/>
                <a:cs typeface="Lexend Medium"/>
                <a:sym typeface="Lexend Medium"/>
              </a:defRPr>
            </a:lvl4pPr>
            <a:lvl5pPr lvl="4" rtl="0">
              <a:spcBef>
                <a:spcPts val="0"/>
              </a:spcBef>
              <a:spcAft>
                <a:spcPts val="0"/>
              </a:spcAft>
              <a:buClr>
                <a:schemeClr val="dk1"/>
              </a:buClr>
              <a:buSzPts val="2800"/>
              <a:buFont typeface="Lexend Medium"/>
              <a:buNone/>
              <a:defRPr sz="2800">
                <a:solidFill>
                  <a:schemeClr val="dk1"/>
                </a:solidFill>
                <a:latin typeface="Lexend Medium"/>
                <a:ea typeface="Lexend Medium"/>
                <a:cs typeface="Lexend Medium"/>
                <a:sym typeface="Lexend Medium"/>
              </a:defRPr>
            </a:lvl5pPr>
            <a:lvl6pPr lvl="5" rtl="0">
              <a:spcBef>
                <a:spcPts val="0"/>
              </a:spcBef>
              <a:spcAft>
                <a:spcPts val="0"/>
              </a:spcAft>
              <a:buClr>
                <a:schemeClr val="dk1"/>
              </a:buClr>
              <a:buSzPts val="2800"/>
              <a:buFont typeface="Lexend Medium"/>
              <a:buNone/>
              <a:defRPr sz="2800">
                <a:solidFill>
                  <a:schemeClr val="dk1"/>
                </a:solidFill>
                <a:latin typeface="Lexend Medium"/>
                <a:ea typeface="Lexend Medium"/>
                <a:cs typeface="Lexend Medium"/>
                <a:sym typeface="Lexend Medium"/>
              </a:defRPr>
            </a:lvl6pPr>
            <a:lvl7pPr lvl="6" rtl="0">
              <a:spcBef>
                <a:spcPts val="0"/>
              </a:spcBef>
              <a:spcAft>
                <a:spcPts val="0"/>
              </a:spcAft>
              <a:buClr>
                <a:schemeClr val="dk1"/>
              </a:buClr>
              <a:buSzPts val="2800"/>
              <a:buFont typeface="Lexend Medium"/>
              <a:buNone/>
              <a:defRPr sz="2800">
                <a:solidFill>
                  <a:schemeClr val="dk1"/>
                </a:solidFill>
                <a:latin typeface="Lexend Medium"/>
                <a:ea typeface="Lexend Medium"/>
                <a:cs typeface="Lexend Medium"/>
                <a:sym typeface="Lexend Medium"/>
              </a:defRPr>
            </a:lvl7pPr>
            <a:lvl8pPr lvl="7" rtl="0">
              <a:spcBef>
                <a:spcPts val="0"/>
              </a:spcBef>
              <a:spcAft>
                <a:spcPts val="0"/>
              </a:spcAft>
              <a:buClr>
                <a:schemeClr val="dk1"/>
              </a:buClr>
              <a:buSzPts val="2800"/>
              <a:buFont typeface="Lexend Medium"/>
              <a:buNone/>
              <a:defRPr sz="2800">
                <a:solidFill>
                  <a:schemeClr val="dk1"/>
                </a:solidFill>
                <a:latin typeface="Lexend Medium"/>
                <a:ea typeface="Lexend Medium"/>
                <a:cs typeface="Lexend Medium"/>
                <a:sym typeface="Lexend Medium"/>
              </a:defRPr>
            </a:lvl8pPr>
            <a:lvl9pPr lvl="8" rtl="0">
              <a:spcBef>
                <a:spcPts val="0"/>
              </a:spcBef>
              <a:spcAft>
                <a:spcPts val="0"/>
              </a:spcAft>
              <a:buClr>
                <a:schemeClr val="dk1"/>
              </a:buClr>
              <a:buSzPts val="2800"/>
              <a:buFont typeface="Lexend Medium"/>
              <a:buNone/>
              <a:defRPr sz="2800">
                <a:solidFill>
                  <a:schemeClr val="dk1"/>
                </a:solidFill>
                <a:latin typeface="Lexend Medium"/>
                <a:ea typeface="Lexend Medium"/>
                <a:cs typeface="Lexend Medium"/>
                <a:sym typeface="Lexend Medium"/>
              </a:defRPr>
            </a:lvl9pPr>
          </a:lstStyle>
          <a:p/>
        </p:txBody>
      </p:sp>
      <p:sp>
        <p:nvSpPr>
          <p:cNvPr id="7" name="Google Shape;7;p1"/>
          <p:cNvSpPr txBox="1"/>
          <p:nvPr>
            <p:ph idx="1" type="body"/>
          </p:nvPr>
        </p:nvSpPr>
        <p:spPr>
          <a:xfrm>
            <a:off x="459000" y="523400"/>
            <a:ext cx="8226000" cy="3159900"/>
          </a:xfrm>
          <a:prstGeom prst="rect">
            <a:avLst/>
          </a:prstGeom>
          <a:noFill/>
          <a:ln>
            <a:noFill/>
          </a:ln>
        </p:spPr>
        <p:txBody>
          <a:bodyPr anchorCtr="0" anchor="t" bIns="0" lIns="0" spcFirstLastPara="1" rIns="0" wrap="square" tIns="0">
            <a:noAutofit/>
          </a:bodyPr>
          <a:lstStyle>
            <a:lvl1pPr indent="-368300" lvl="0" marL="457200" rtl="0">
              <a:lnSpc>
                <a:spcPct val="130000"/>
              </a:lnSpc>
              <a:spcBef>
                <a:spcPts val="0"/>
              </a:spcBef>
              <a:spcAft>
                <a:spcPts val="0"/>
              </a:spcAft>
              <a:buClr>
                <a:schemeClr val="dk1"/>
              </a:buClr>
              <a:buSzPts val="2200"/>
              <a:buFont typeface="Lexend"/>
              <a:buChar char="●"/>
              <a:defRPr sz="2200">
                <a:solidFill>
                  <a:schemeClr val="dk1"/>
                </a:solidFill>
                <a:latin typeface="Lexend"/>
                <a:ea typeface="Lexend"/>
                <a:cs typeface="Lexend"/>
                <a:sym typeface="Lexend"/>
              </a:defRPr>
            </a:lvl1pPr>
            <a:lvl2pPr indent="-361950" lvl="1" marL="914400" rtl="0">
              <a:lnSpc>
                <a:spcPct val="130000"/>
              </a:lnSpc>
              <a:spcBef>
                <a:spcPts val="1000"/>
              </a:spcBef>
              <a:spcAft>
                <a:spcPts val="0"/>
              </a:spcAft>
              <a:buClr>
                <a:schemeClr val="dk1"/>
              </a:buClr>
              <a:buSzPts val="2100"/>
              <a:buFont typeface="Lexend"/>
              <a:buChar char="–"/>
              <a:defRPr sz="2100">
                <a:solidFill>
                  <a:schemeClr val="dk1"/>
                </a:solidFill>
                <a:latin typeface="Lexend"/>
                <a:ea typeface="Lexend"/>
                <a:cs typeface="Lexend"/>
                <a:sym typeface="Lexend"/>
              </a:defRPr>
            </a:lvl2pPr>
            <a:lvl3pPr indent="-355600" lvl="2" marL="1371600" rtl="0">
              <a:lnSpc>
                <a:spcPct val="130000"/>
              </a:lnSpc>
              <a:spcBef>
                <a:spcPts val="1000"/>
              </a:spcBef>
              <a:spcAft>
                <a:spcPts val="0"/>
              </a:spcAft>
              <a:buClr>
                <a:schemeClr val="dk1"/>
              </a:buClr>
              <a:buSzPts val="2000"/>
              <a:buFont typeface="Lexend"/>
              <a:buChar char="–"/>
              <a:defRPr sz="2000">
                <a:solidFill>
                  <a:schemeClr val="dk1"/>
                </a:solidFill>
                <a:latin typeface="Lexend"/>
                <a:ea typeface="Lexend"/>
                <a:cs typeface="Lexend"/>
                <a:sym typeface="Lexend"/>
              </a:defRPr>
            </a:lvl3pPr>
            <a:lvl4pPr indent="-349250" lvl="3" marL="1828800" rtl="0">
              <a:lnSpc>
                <a:spcPct val="130000"/>
              </a:lnSpc>
              <a:spcBef>
                <a:spcPts val="800"/>
              </a:spcBef>
              <a:spcAft>
                <a:spcPts val="0"/>
              </a:spcAft>
              <a:buClr>
                <a:schemeClr val="dk1"/>
              </a:buClr>
              <a:buSzPts val="1900"/>
              <a:buFont typeface="Lexend"/>
              <a:buChar char="–"/>
              <a:defRPr sz="1900">
                <a:solidFill>
                  <a:schemeClr val="dk1"/>
                </a:solidFill>
                <a:latin typeface="Lexend"/>
                <a:ea typeface="Lexend"/>
                <a:cs typeface="Lexend"/>
                <a:sym typeface="Lexend"/>
              </a:defRPr>
            </a:lvl4pPr>
            <a:lvl5pPr indent="-342900" lvl="4" marL="2286000" rtl="0">
              <a:lnSpc>
                <a:spcPct val="130000"/>
              </a:lnSpc>
              <a:spcBef>
                <a:spcPts val="800"/>
              </a:spcBef>
              <a:spcAft>
                <a:spcPts val="0"/>
              </a:spcAft>
              <a:buClr>
                <a:schemeClr val="dk1"/>
              </a:buClr>
              <a:buSzPts val="1800"/>
              <a:buFont typeface="Lexend"/>
              <a:buChar char="–"/>
              <a:defRPr sz="1800">
                <a:solidFill>
                  <a:schemeClr val="dk1"/>
                </a:solidFill>
                <a:latin typeface="Lexend"/>
                <a:ea typeface="Lexend"/>
                <a:cs typeface="Lexend"/>
                <a:sym typeface="Lexend"/>
              </a:defRPr>
            </a:lvl5pPr>
            <a:lvl6pPr indent="-342900" lvl="5" marL="2743200" rtl="0">
              <a:lnSpc>
                <a:spcPct val="130000"/>
              </a:lnSpc>
              <a:spcBef>
                <a:spcPts val="600"/>
              </a:spcBef>
              <a:spcAft>
                <a:spcPts val="0"/>
              </a:spcAft>
              <a:buClr>
                <a:schemeClr val="dk1"/>
              </a:buClr>
              <a:buSzPts val="1800"/>
              <a:buFont typeface="Lexend"/>
              <a:buChar char="–"/>
              <a:defRPr sz="1800">
                <a:solidFill>
                  <a:schemeClr val="dk1"/>
                </a:solidFill>
                <a:latin typeface="Lexend"/>
                <a:ea typeface="Lexend"/>
                <a:cs typeface="Lexend"/>
                <a:sym typeface="Lexend"/>
              </a:defRPr>
            </a:lvl6pPr>
            <a:lvl7pPr indent="-342900" lvl="6" marL="3200400" rtl="0">
              <a:lnSpc>
                <a:spcPct val="130000"/>
              </a:lnSpc>
              <a:spcBef>
                <a:spcPts val="600"/>
              </a:spcBef>
              <a:spcAft>
                <a:spcPts val="0"/>
              </a:spcAft>
              <a:buClr>
                <a:schemeClr val="dk1"/>
              </a:buClr>
              <a:buSzPts val="1800"/>
              <a:buFont typeface="Lexend"/>
              <a:buChar char="–"/>
              <a:defRPr sz="1800">
                <a:solidFill>
                  <a:schemeClr val="dk1"/>
                </a:solidFill>
                <a:latin typeface="Lexend"/>
                <a:ea typeface="Lexend"/>
                <a:cs typeface="Lexend"/>
                <a:sym typeface="Lexend"/>
              </a:defRPr>
            </a:lvl7pPr>
            <a:lvl8pPr indent="-342900" lvl="7" marL="3657600" rtl="0">
              <a:lnSpc>
                <a:spcPct val="130000"/>
              </a:lnSpc>
              <a:spcBef>
                <a:spcPts val="400"/>
              </a:spcBef>
              <a:spcAft>
                <a:spcPts val="0"/>
              </a:spcAft>
              <a:buClr>
                <a:schemeClr val="dk1"/>
              </a:buClr>
              <a:buSzPts val="1800"/>
              <a:buFont typeface="Lexend"/>
              <a:buChar char="–"/>
              <a:defRPr sz="1800">
                <a:solidFill>
                  <a:schemeClr val="dk1"/>
                </a:solidFill>
                <a:latin typeface="Lexend"/>
                <a:ea typeface="Lexend"/>
                <a:cs typeface="Lexend"/>
                <a:sym typeface="Lexend"/>
              </a:defRPr>
            </a:lvl8pPr>
            <a:lvl9pPr indent="-342900" lvl="8" marL="4114800" rtl="0">
              <a:lnSpc>
                <a:spcPct val="130000"/>
              </a:lnSpc>
              <a:spcBef>
                <a:spcPts val="400"/>
              </a:spcBef>
              <a:spcAft>
                <a:spcPts val="200"/>
              </a:spcAft>
              <a:buClr>
                <a:schemeClr val="dk1"/>
              </a:buClr>
              <a:buSzPts val="1800"/>
              <a:buFont typeface="Kalam"/>
              <a:buChar char="–"/>
              <a:defRPr sz="1800">
                <a:solidFill>
                  <a:schemeClr val="dk1"/>
                </a:solidFill>
                <a:latin typeface="Kalam"/>
                <a:ea typeface="Kalam"/>
                <a:cs typeface="Kalam"/>
                <a:sym typeface="Kalam"/>
              </a:defRPr>
            </a:lvl9pPr>
          </a:lstStyle>
          <a:p/>
        </p:txBody>
      </p:sp>
      <p:pic>
        <p:nvPicPr>
          <p:cNvPr id="8" name="Google Shape;8;p1"/>
          <p:cNvPicPr preferRelativeResize="0"/>
          <p:nvPr/>
        </p:nvPicPr>
        <p:blipFill>
          <a:blip r:embed="rId1">
            <a:alphaModFix/>
          </a:blip>
          <a:stretch>
            <a:fillRect/>
          </a:stretch>
        </p:blipFill>
        <p:spPr>
          <a:xfrm>
            <a:off x="8524129" y="4430050"/>
            <a:ext cx="234000" cy="318241"/>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48" r:id="rId2"/>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 id="2147483657" r:id="rId11"/>
    <p:sldLayoutId id="2147483658" r:id="rId12"/>
    <p:sldLayoutId id="2147483659" r:id="rId13"/>
    <p:sldLayoutId id="2147483660" r:id="rId14"/>
    <p:sldLayoutId id="2147483661" r:id="rId15"/>
    <p:sldLayoutId id="2147483662" r:id="rId16"/>
    <p:sldLayoutId id="2147483663" r:id="rId17"/>
    <p:sldLayoutId id="2147483664" r:id="rId18"/>
    <p:sldLayoutId id="2147483665" r:id="rId19"/>
    <p:sldLayoutId id="2147483666" r:id="rId20"/>
    <p:sldLayoutId id="2147483667" r:id="rId21"/>
    <p:sldLayoutId id="2147483668" r:id="rId22"/>
    <p:sldLayoutId id="2147483669" r:id="rId23"/>
    <p:sldLayoutId id="2147483670" r:id="rId24"/>
    <p:sldLayoutId id="2147483671" r:id="rId25"/>
    <p:sldLayoutId id="2147483672" r:id="rId26"/>
    <p:sldLayoutId id="2147483673" r:id="rId27"/>
    <p:sldLayoutId id="2147483674" r:id="rId28"/>
    <p:sldLayoutId id="2147483675" r:id="rId29"/>
    <p:sldLayoutId id="2147483676" r:id="rId30"/>
    <p:sldLayoutId id="2147483677" r:id="rId31"/>
    <p:sldLayoutId id="2147483678" r:id="rId32"/>
    <p:sldLayoutId id="2147483679" r:id="rId33"/>
    <p:sldLayoutId id="2147483680" r:id="rId34"/>
    <p:sldLayoutId id="2147483681" r:id="rId35"/>
    <p:sldLayoutId id="2147483682" r:id="rId36"/>
    <p:sldLayoutId id="2147483683" r:id="rId37"/>
    <p:sldLayoutId id="2147483684" r:id="rId38"/>
    <p:sldLayoutId id="2147483685" r:id="rId39"/>
    <p:sldLayoutId id="2147483686" r:id="rId40"/>
    <p:sldLayoutId id="2147483687" r:id="rId41"/>
    <p:sldLayoutId id="2147483688" r:id="rId42"/>
    <p:sldLayoutId id="2147483689" r:id="rId43"/>
    <p:sldLayoutId id="2147483690" r:id="rId44"/>
    <p:sldLayoutId id="2147483691" r:id="rId45"/>
    <p:sldLayoutId id="2147483692" r:id="rId46"/>
    <p:sldLayoutId id="2147483693" r:id="rId47"/>
    <p:sldLayoutId id="2147483694" r:id="rId48"/>
    <p:sldLayoutId id="2147483695" r:id="rId49"/>
    <p:sldLayoutId id="2147483696" r:id="rId50"/>
    <p:sldLayoutId id="2147483697" r:id="rId51"/>
    <p:sldLayoutId id="2147483698" r:id="rId52"/>
    <p:sldLayoutId id="2147483699" r:id="rId53"/>
    <p:sldLayoutId id="2147483700" r:id="rId54"/>
    <p:sldLayoutId id="2147483701" r:id="rId55"/>
    <p:sldLayoutId id="2147483702" r:id="rId56"/>
    <p:sldLayoutId id="2147483703" r:id="rId57"/>
    <p:sldLayoutId id="2147483704" r:id="rId58"/>
    <p:sldLayoutId id="2147483705" r:id="rId59"/>
    <p:sldLayoutId id="2147483706" r:id="rId60"/>
    <p:sldLayoutId id="2147483707" r:id="rId61"/>
    <p:sldLayoutId id="2147483708" r:id="rId62"/>
    <p:sldLayoutId id="2147483709" r:id="rId63"/>
    <p:sldLayoutId id="2147483710" r:id="rId64"/>
    <p:sldLayoutId id="2147483711" r:id="rId65"/>
    <p:sldLayoutId id="2147483712" r:id="rId66"/>
    <p:sldLayoutId id="2147483713" r:id="rId67"/>
    <p:sldLayoutId id="2147483714" r:id="rId68"/>
    <p:sldLayoutId id="2147483715" r:id="rId69"/>
    <p:sldLayoutId id="2147483716" r:id="rId70"/>
    <p:sldLayoutId id="2147483717" r:id="rId71"/>
    <p:sldLayoutId id="2147483718" r:id="rId72"/>
    <p:sldLayoutId id="2147483719" r:id="rId7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pos="204">
          <p15:clr>
            <a:schemeClr val="dk2"/>
          </p15:clr>
        </p15:guide>
        <p15:guide id="2" pos="1819">
          <p15:clr>
            <a:srgbClr val="0000FF"/>
          </p15:clr>
        </p15:guide>
        <p15:guide id="3" orient="horz" pos="340">
          <p15:clr>
            <a:srgbClr val="222222"/>
          </p15:clr>
        </p15:guide>
        <p15:guide id="4" pos="2123">
          <p15:clr>
            <a:srgbClr val="0000FF"/>
          </p15:clr>
        </p15:guide>
        <p15:guide id="5" pos="2880">
          <p15:clr>
            <a:srgbClr val="EA4335"/>
          </p15:clr>
        </p15:guide>
        <p15:guide id="6" pos="3637">
          <p15:clr>
            <a:srgbClr val="0000FF"/>
          </p15:clr>
        </p15:guide>
        <p15:guide id="7" pos="3941">
          <p15:clr>
            <a:srgbClr val="0000FF"/>
          </p15:clr>
        </p15:guide>
        <p15:guide id="8" pos="5556">
          <p15:clr>
            <a:srgbClr val="222222"/>
          </p15:clr>
        </p15:guide>
        <p15:guide id="9" pos="1061">
          <p15:clr>
            <a:srgbClr val="9AA0A6"/>
          </p15:clr>
        </p15:guide>
        <p15:guide id="10" pos="4699">
          <p15:clr>
            <a:srgbClr val="9AA0A6"/>
          </p15:clr>
        </p15:guide>
        <p15:guide id="11" orient="horz" pos="680">
          <p15:clr>
            <a:srgbClr val="B7B7B7"/>
          </p15:clr>
        </p15:guide>
        <p15:guide id="12" orient="horz" pos="1020">
          <p15:clr>
            <a:srgbClr val="B7B7B7"/>
          </p15:clr>
        </p15:guide>
        <p15:guide id="13" orient="horz" pos="1361">
          <p15:clr>
            <a:srgbClr val="B7B7B7"/>
          </p15:clr>
        </p15:guide>
        <p15:guide id="14" orient="horz" pos="1701">
          <p15:clr>
            <a:srgbClr val="B7B7B7"/>
          </p15:clr>
        </p15:guide>
        <p15:guide id="15" orient="horz" pos="2041">
          <p15:clr>
            <a:srgbClr val="B7B7B7"/>
          </p15:clr>
        </p15:guide>
        <p15:guide id="16" orient="horz" pos="2381">
          <p15:clr>
            <a:srgbClr val="B7B7B7"/>
          </p15:clr>
        </p15:guide>
        <p15:guide id="17" orient="horz" pos="3036">
          <p15:clr>
            <a:srgbClr val="000000"/>
          </p15:clr>
        </p15:guide>
        <p15:guide id="18" pos="2721">
          <p15:clr>
            <a:schemeClr val="dk1"/>
          </p15:clr>
        </p15:guide>
        <p15:guide id="19" pos="3039">
          <p15:clr>
            <a:schemeClr val="dk1"/>
          </p15:clr>
        </p15:guide>
        <p15:guide id="20" orient="horz" pos="510">
          <p15:clr>
            <a:srgbClr val="B7B7B7"/>
          </p15:clr>
        </p15:guide>
        <p15:guide id="21" orient="horz" pos="1620">
          <p15:clr>
            <a:srgbClr val="EA4335"/>
          </p15:clr>
        </p15:guide>
        <p15:guide id="22" orient="horz" pos="2721">
          <p15:clr>
            <a:srgbClr val="B7B7B7"/>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2.xml"/><Relationship Id="rId3" Type="http://schemas.openxmlformats.org/officeDocument/2006/relationships/hyperlink" Target="https://support.thenational.academy/using-oaks-new-teaching-resources?utm_campaign=OakSlideDeck&amp;utm_medium=document&amp;utm_source=guide"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5.xml"/><Relationship Id="rId3" Type="http://schemas.openxmlformats.org/officeDocument/2006/relationships/image" Target="../media/image6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0.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0.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0.xml"/><Relationship Id="rId2" Type="http://schemas.openxmlformats.org/officeDocument/2006/relationships/notesSlide" Target="../notesSlides/notesSlide8.xml"/><Relationship Id="rId3" Type="http://schemas.openxmlformats.org/officeDocument/2006/relationships/image" Target="../media/image71.png"/><Relationship Id="rId4" Type="http://schemas.openxmlformats.org/officeDocument/2006/relationships/image" Target="../media/image7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0.xml"/><Relationship Id="rId2" Type="http://schemas.openxmlformats.org/officeDocument/2006/relationships/notesSlide" Target="../notesSlides/notesSlide9.xml"/><Relationship Id="rId3" Type="http://schemas.openxmlformats.org/officeDocument/2006/relationships/image" Target="../media/image71.png"/><Relationship Id="rId4" Type="http://schemas.openxmlformats.org/officeDocument/2006/relationships/image" Target="../media/image72.png"/><Relationship Id="rId5" Type="http://schemas.openxmlformats.org/officeDocument/2006/relationships/image" Target="../media/image7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4.xml"/><Relationship Id="rId2" Type="http://schemas.openxmlformats.org/officeDocument/2006/relationships/notesSlide" Target="../notesSlides/notesSlide10.xml"/><Relationship Id="rId3" Type="http://schemas.openxmlformats.org/officeDocument/2006/relationships/image" Target="../media/image7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0.xml"/><Relationship Id="rId2" Type="http://schemas.openxmlformats.org/officeDocument/2006/relationships/notesSlide" Target="../notesSlides/notesSlide11.xml"/><Relationship Id="rId3" Type="http://schemas.openxmlformats.org/officeDocument/2006/relationships/image" Target="../media/image71.png"/><Relationship Id="rId4" Type="http://schemas.openxmlformats.org/officeDocument/2006/relationships/image" Target="../media/image72.png"/><Relationship Id="rId5" Type="http://schemas.openxmlformats.org/officeDocument/2006/relationships/image" Target="../media/image7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0.xml"/><Relationship Id="rId2" Type="http://schemas.openxmlformats.org/officeDocument/2006/relationships/notesSlide" Target="../notesSlides/notesSlide12.xml"/><Relationship Id="rId3" Type="http://schemas.openxmlformats.org/officeDocument/2006/relationships/image" Target="../media/image71.png"/><Relationship Id="rId4" Type="http://schemas.openxmlformats.org/officeDocument/2006/relationships/image" Target="../media/image7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4.xml"/><Relationship Id="rId2" Type="http://schemas.openxmlformats.org/officeDocument/2006/relationships/notesSlide" Target="../notesSlides/notesSlide13.xml"/><Relationship Id="rId3" Type="http://schemas.openxmlformats.org/officeDocument/2006/relationships/image" Target="../media/image71.png"/><Relationship Id="rId4" Type="http://schemas.openxmlformats.org/officeDocument/2006/relationships/image" Target="../media/image7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0.xml"/><Relationship Id="rId2" Type="http://schemas.openxmlformats.org/officeDocument/2006/relationships/notesSlide" Target="../notesSlides/notesSlide14.xml"/><Relationship Id="rId3" Type="http://schemas.openxmlformats.org/officeDocument/2006/relationships/image" Target="../media/image79.png"/><Relationship Id="rId4" Type="http://schemas.openxmlformats.org/officeDocument/2006/relationships/image" Target="../media/image71.png"/><Relationship Id="rId5" Type="http://schemas.openxmlformats.org/officeDocument/2006/relationships/image" Target="../media/image7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4.xml"/><Relationship Id="rId2" Type="http://schemas.openxmlformats.org/officeDocument/2006/relationships/notesSlide" Target="../notesSlides/notesSlide15.xml"/><Relationship Id="rId3" Type="http://schemas.openxmlformats.org/officeDocument/2006/relationships/image" Target="../media/image71.png"/><Relationship Id="rId4" Type="http://schemas.openxmlformats.org/officeDocument/2006/relationships/image" Target="../media/image81.png"/><Relationship Id="rId5" Type="http://schemas.openxmlformats.org/officeDocument/2006/relationships/image" Target="../media/image77.png"/><Relationship Id="rId6" Type="http://schemas.openxmlformats.org/officeDocument/2006/relationships/image" Target="../media/image79.png"/><Relationship Id="rId7" Type="http://schemas.openxmlformats.org/officeDocument/2006/relationships/image" Target="../media/image7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0.xml"/><Relationship Id="rId2" Type="http://schemas.openxmlformats.org/officeDocument/2006/relationships/notesSlide" Target="../notesSlides/notesSlide16.xml"/><Relationship Id="rId3" Type="http://schemas.openxmlformats.org/officeDocument/2006/relationships/image" Target="../media/image71.png"/><Relationship Id="rId4" Type="http://schemas.openxmlformats.org/officeDocument/2006/relationships/image" Target="../media/image72.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4.xml"/><Relationship Id="rId2" Type="http://schemas.openxmlformats.org/officeDocument/2006/relationships/notesSlide" Target="../notesSlides/notesSlide17.xml"/><Relationship Id="rId3" Type="http://schemas.openxmlformats.org/officeDocument/2006/relationships/image" Target="../media/image71.png"/><Relationship Id="rId4" Type="http://schemas.openxmlformats.org/officeDocument/2006/relationships/image" Target="../media/image72.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4.xml"/><Relationship Id="rId2" Type="http://schemas.openxmlformats.org/officeDocument/2006/relationships/notesSlide" Target="../notesSlides/notesSlide18.xml"/><Relationship Id="rId3" Type="http://schemas.openxmlformats.org/officeDocument/2006/relationships/image" Target="../media/image71.png"/><Relationship Id="rId4" Type="http://schemas.openxmlformats.org/officeDocument/2006/relationships/image" Target="../media/image72.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58.xml"/><Relationship Id="rId2" Type="http://schemas.openxmlformats.org/officeDocument/2006/relationships/notesSlide" Target="../notesSlides/notesSlide19.xml"/><Relationship Id="rId3" Type="http://schemas.openxmlformats.org/officeDocument/2006/relationships/image" Target="../media/image80.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58.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2.xml"/><Relationship Id="rId2" Type="http://schemas.openxmlformats.org/officeDocument/2006/relationships/notesSlide" Target="../notesSlides/notesSlide21.xml"/><Relationship Id="rId3" Type="http://schemas.openxmlformats.org/officeDocument/2006/relationships/image" Target="../media/image80.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2.xml"/><Relationship Id="rId2" Type="http://schemas.openxmlformats.org/officeDocument/2006/relationships/notesSlide" Target="../notesSlides/notesSlide22.xml"/><Relationship Id="rId3" Type="http://schemas.openxmlformats.org/officeDocument/2006/relationships/image" Target="../media/image80.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6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28.xml"/><Relationship Id="rId3" Type="http://schemas.openxmlformats.org/officeDocument/2006/relationships/image" Target="../media/image64.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notesSlide" Target="../notesSlides/notesSlide29.xml"/><Relationship Id="rId3" Type="http://schemas.openxmlformats.org/officeDocument/2006/relationships/image" Target="../media/image75.png"/><Relationship Id="rId4" Type="http://schemas.openxmlformats.org/officeDocument/2006/relationships/image" Target="../media/image76.png"/><Relationship Id="rId5" Type="http://schemas.openxmlformats.org/officeDocument/2006/relationships/image" Target="../media/image71.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notesSlide" Target="../notesSlides/notesSlide30.xml"/><Relationship Id="rId3" Type="http://schemas.openxmlformats.org/officeDocument/2006/relationships/image" Target="../media/image71.png"/><Relationship Id="rId4" Type="http://schemas.openxmlformats.org/officeDocument/2006/relationships/image" Target="../media/image75.png"/><Relationship Id="rId5" Type="http://schemas.openxmlformats.org/officeDocument/2006/relationships/image" Target="../media/image76.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notesSlide" Target="../notesSlides/notesSlide31.xml"/><Relationship Id="rId3" Type="http://schemas.openxmlformats.org/officeDocument/2006/relationships/image" Target="../media/image71.png"/><Relationship Id="rId4" Type="http://schemas.openxmlformats.org/officeDocument/2006/relationships/image" Target="../media/image75.png"/><Relationship Id="rId5" Type="http://schemas.openxmlformats.org/officeDocument/2006/relationships/image" Target="../media/image76.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notesSlide" Target="../notesSlides/notesSlide32.xml"/><Relationship Id="rId3" Type="http://schemas.openxmlformats.org/officeDocument/2006/relationships/image" Target="../media/image71.png"/><Relationship Id="rId4" Type="http://schemas.openxmlformats.org/officeDocument/2006/relationships/image" Target="../media/image75.png"/><Relationship Id="rId5" Type="http://schemas.openxmlformats.org/officeDocument/2006/relationships/image" Target="../media/image76.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55.xml"/><Relationship Id="rId2" Type="http://schemas.openxmlformats.org/officeDocument/2006/relationships/notesSlide" Target="../notesSlides/notesSlide37.xml"/><Relationship Id="rId3" Type="http://schemas.openxmlformats.org/officeDocument/2006/relationships/image" Target="../media/image83.png"/><Relationship Id="rId4" Type="http://schemas.openxmlformats.org/officeDocument/2006/relationships/image" Target="../media/image82.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55.xml"/><Relationship Id="rId2" Type="http://schemas.openxmlformats.org/officeDocument/2006/relationships/notesSlide" Target="../notesSlides/notesSlide38.xml"/><Relationship Id="rId3" Type="http://schemas.openxmlformats.org/officeDocument/2006/relationships/image" Target="../media/image71.png"/><Relationship Id="rId4" Type="http://schemas.openxmlformats.org/officeDocument/2006/relationships/image" Target="../media/image83.png"/><Relationship Id="rId5" Type="http://schemas.openxmlformats.org/officeDocument/2006/relationships/image" Target="../media/image82.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55.xml"/><Relationship Id="rId2" Type="http://schemas.openxmlformats.org/officeDocument/2006/relationships/notesSlide" Target="../notesSlides/notesSlide39.xml"/><Relationship Id="rId3" Type="http://schemas.openxmlformats.org/officeDocument/2006/relationships/image" Target="../media/image83.png"/><Relationship Id="rId4" Type="http://schemas.openxmlformats.org/officeDocument/2006/relationships/image" Target="../media/image82.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notesSlide" Target="../notesSlides/notesSlide40.xml"/><Relationship Id="rId3" Type="http://schemas.openxmlformats.org/officeDocument/2006/relationships/image" Target="../media/image71.png"/><Relationship Id="rId4" Type="http://schemas.openxmlformats.org/officeDocument/2006/relationships/image" Target="../media/image75.png"/><Relationship Id="rId5" Type="http://schemas.openxmlformats.org/officeDocument/2006/relationships/image" Target="../media/image76.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notesSlide" Target="../notesSlides/notesSlide41.xml"/><Relationship Id="rId3" Type="http://schemas.openxmlformats.org/officeDocument/2006/relationships/image" Target="../media/image71.png"/><Relationship Id="rId4" Type="http://schemas.openxmlformats.org/officeDocument/2006/relationships/image" Target="../media/image75.png"/><Relationship Id="rId5" Type="http://schemas.openxmlformats.org/officeDocument/2006/relationships/image" Target="../media/image76.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55.xml"/><Relationship Id="rId2" Type="http://schemas.openxmlformats.org/officeDocument/2006/relationships/notesSlide" Target="../notesSlides/notesSlide43.xml"/><Relationship Id="rId3" Type="http://schemas.openxmlformats.org/officeDocument/2006/relationships/image" Target="../media/image84.png"/><Relationship Id="rId4" Type="http://schemas.openxmlformats.org/officeDocument/2006/relationships/image" Target="../media/image71.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55.xml"/><Relationship Id="rId2" Type="http://schemas.openxmlformats.org/officeDocument/2006/relationships/notesSlide" Target="../notesSlides/notesSlide44.xml"/><Relationship Id="rId3" Type="http://schemas.openxmlformats.org/officeDocument/2006/relationships/image" Target="../media/image84.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55.xml"/><Relationship Id="rId2" Type="http://schemas.openxmlformats.org/officeDocument/2006/relationships/notesSlide" Target="../notesSlides/notesSlide45.xml"/><Relationship Id="rId3" Type="http://schemas.openxmlformats.org/officeDocument/2006/relationships/image" Target="../media/image84.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59.xml"/><Relationship Id="rId2" Type="http://schemas.openxmlformats.org/officeDocument/2006/relationships/notesSlide" Target="../notesSlides/notesSlide46.xml"/><Relationship Id="rId3" Type="http://schemas.openxmlformats.org/officeDocument/2006/relationships/image" Target="../media/image86.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59.xml"/><Relationship Id="rId2" Type="http://schemas.openxmlformats.org/officeDocument/2006/relationships/notesSlide" Target="../notesSlides/notesSlide47.xml"/><Relationship Id="rId3" Type="http://schemas.openxmlformats.org/officeDocument/2006/relationships/image" Target="../media/image85.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63.xml"/><Relationship Id="rId2" Type="http://schemas.openxmlformats.org/officeDocument/2006/relationships/notesSlide" Target="../notesSlides/notesSlide48.xml"/><Relationship Id="rId3" Type="http://schemas.openxmlformats.org/officeDocument/2006/relationships/image" Target="../media/image86.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63.xml"/><Relationship Id="rId2" Type="http://schemas.openxmlformats.org/officeDocument/2006/relationships/notesSlide" Target="../notesSlides/notesSlide49.xml"/><Relationship Id="rId3" Type="http://schemas.openxmlformats.org/officeDocument/2006/relationships/image" Target="../media/image86.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63.xml"/><Relationship Id="rId2" Type="http://schemas.openxmlformats.org/officeDocument/2006/relationships/notesSlide" Target="../notesSlides/notesSlide50.xml"/><Relationship Id="rId3" Type="http://schemas.openxmlformats.org/officeDocument/2006/relationships/image" Target="../media/image86.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63.xml"/><Relationship Id="rId2" Type="http://schemas.openxmlformats.org/officeDocument/2006/relationships/notesSlide" Target="../notesSlides/notesSlide51.xml"/><Relationship Id="rId3" Type="http://schemas.openxmlformats.org/officeDocument/2006/relationships/image" Target="../media/image85.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63.xml"/><Relationship Id="rId2" Type="http://schemas.openxmlformats.org/officeDocument/2006/relationships/notesSlide" Target="../notesSlides/notesSlide52.xml"/><Relationship Id="rId3" Type="http://schemas.openxmlformats.org/officeDocument/2006/relationships/image" Target="../media/image85.png"/><Relationship Id="rId4" Type="http://schemas.openxmlformats.org/officeDocument/2006/relationships/image" Target="../media/image87.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63.xml"/><Relationship Id="rId2" Type="http://schemas.openxmlformats.org/officeDocument/2006/relationships/notesSlide" Target="../notesSlides/notesSlide53.xml"/><Relationship Id="rId3" Type="http://schemas.openxmlformats.org/officeDocument/2006/relationships/image" Target="../media/image85.png"/><Relationship Id="rId4" Type="http://schemas.openxmlformats.org/officeDocument/2006/relationships/image" Target="../media/image87.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63.xml"/><Relationship Id="rId2" Type="http://schemas.openxmlformats.org/officeDocument/2006/relationships/notesSlide" Target="../notesSlides/notesSlide54.xml"/><Relationship Id="rId3" Type="http://schemas.openxmlformats.org/officeDocument/2006/relationships/image" Target="../media/image85.png"/><Relationship Id="rId4" Type="http://schemas.openxmlformats.org/officeDocument/2006/relationships/image" Target="../media/image88.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63.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66.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0.xml"/><Relationship Id="rId2" Type="http://schemas.openxmlformats.org/officeDocument/2006/relationships/notesSlide" Target="../notesSlides/notesSlide57.xml"/><Relationship Id="rId3" Type="http://schemas.openxmlformats.org/officeDocument/2006/relationships/hyperlink" Target="https://www.nationalarchives.gov.uk/doc/open-government-licence/version/3/" TargetMode="External"/><Relationship Id="rId4" Type="http://schemas.openxmlformats.org/officeDocument/2006/relationships/hyperlink" Target="https://www.thenational.academy/legal/terms-and-conditions" TargetMode="External"/><Relationship Id="rId5" Type="http://schemas.openxmlformats.org/officeDocument/2006/relationships/image" Target="../media/image89.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2" name="Shape 842"/>
        <p:cNvGrpSpPr/>
        <p:nvPr/>
      </p:nvGrpSpPr>
      <p:grpSpPr>
        <a:xfrm>
          <a:off x="0" y="0"/>
          <a:ext cx="0" cy="0"/>
          <a:chOff x="0" y="0"/>
          <a:chExt cx="0" cy="0"/>
        </a:xfrm>
      </p:grpSpPr>
      <p:sp>
        <p:nvSpPr>
          <p:cNvPr id="843" name="Google Shape;843;p74"/>
          <p:cNvSpPr txBox="1"/>
          <p:nvPr>
            <p:ph type="ctrTitle"/>
          </p:nvPr>
        </p:nvSpPr>
        <p:spPr>
          <a:xfrm>
            <a:off x="360000" y="870225"/>
            <a:ext cx="5502000" cy="27429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Sales and marketing</a:t>
            </a:r>
            <a:endParaRPr/>
          </a:p>
        </p:txBody>
      </p:sp>
      <p:sp>
        <p:nvSpPr>
          <p:cNvPr id="844" name="Google Shape;844;p74"/>
          <p:cNvSpPr txBox="1"/>
          <p:nvPr>
            <p:ph idx="1" type="subTitle"/>
          </p:nvPr>
        </p:nvSpPr>
        <p:spPr>
          <a:xfrm>
            <a:off x="966425" y="4327975"/>
            <a:ext cx="5942400" cy="6699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Maths in the workplace</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848" name="Shape 848"/>
        <p:cNvGrpSpPr/>
        <p:nvPr/>
      </p:nvGrpSpPr>
      <p:grpSpPr>
        <a:xfrm>
          <a:off x="0" y="0"/>
          <a:ext cx="0" cy="0"/>
          <a:chOff x="0" y="0"/>
          <a:chExt cx="0" cy="0"/>
        </a:xfrm>
      </p:grpSpPr>
      <p:sp>
        <p:nvSpPr>
          <p:cNvPr id="849" name="Google Shape;849;p75"/>
          <p:cNvSpPr txBox="1"/>
          <p:nvPr/>
        </p:nvSpPr>
        <p:spPr>
          <a:xfrm>
            <a:off x="4917900" y="956025"/>
            <a:ext cx="3661200" cy="646500"/>
          </a:xfrm>
          <a:prstGeom prst="rect">
            <a:avLst/>
          </a:prstGeom>
          <a:noFill/>
          <a:ln>
            <a:noFill/>
          </a:ln>
        </p:spPr>
        <p:txBody>
          <a:bodyPr anchorCtr="0" anchor="t" bIns="91425" lIns="91425" spcFirstLastPara="1" rIns="91425" wrap="square" tIns="91425">
            <a:spAutoFit/>
          </a:bodyPr>
          <a:lstStyle/>
          <a:p>
            <a:pPr indent="0" lvl="0" marL="0" marR="0" rtl="0" algn="l">
              <a:lnSpc>
                <a:spcPct val="150000"/>
              </a:lnSpc>
              <a:spcBef>
                <a:spcPts val="0"/>
              </a:spcBef>
              <a:spcAft>
                <a:spcPts val="1000"/>
              </a:spcAft>
              <a:buNone/>
            </a:pPr>
            <a:r>
              <a:rPr lang="en-GB" sz="1200" u="sng">
                <a:solidFill>
                  <a:srgbClr val="374CF1"/>
                </a:solidFill>
                <a:latin typeface="Lexend"/>
                <a:ea typeface="Lexend"/>
                <a:cs typeface="Lexend"/>
                <a:sym typeface="Lexend"/>
                <a:hlinkClick r:id="rId3">
                  <a:extLst>
                    <a:ext uri="{A12FA001-AC4F-418D-AE19-62706E023703}">
                      <ahyp:hlinkClr val="tx"/>
                    </a:ext>
                  </a:extLst>
                </a:hlinkClick>
              </a:rPr>
              <a:t>How our teaching resources are designed for the classroom</a:t>
            </a:r>
            <a:endParaRPr sz="1200">
              <a:latin typeface="Lexend"/>
              <a:ea typeface="Lexend"/>
              <a:cs typeface="Lexend"/>
              <a:sym typeface="Lexend"/>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3" name="Shape 853"/>
        <p:cNvGrpSpPr/>
        <p:nvPr/>
      </p:nvGrpSpPr>
      <p:grpSpPr>
        <a:xfrm>
          <a:off x="0" y="0"/>
          <a:ext cx="0" cy="0"/>
          <a:chOff x="0" y="0"/>
          <a:chExt cx="0" cy="0"/>
        </a:xfrm>
      </p:grpSpPr>
      <p:sp>
        <p:nvSpPr>
          <p:cNvPr id="854" name="Google Shape;854;p76"/>
          <p:cNvSpPr txBox="1"/>
          <p:nvPr>
            <p:ph idx="1" type="subTitle"/>
          </p:nvPr>
        </p:nvSpPr>
        <p:spPr>
          <a:xfrm>
            <a:off x="585575" y="1463950"/>
            <a:ext cx="7351200" cy="2762700"/>
          </a:xfrm>
          <a:prstGeom prst="rect">
            <a:avLst/>
          </a:prstGeom>
        </p:spPr>
        <p:txBody>
          <a:bodyPr anchorCtr="0" anchor="ctr" bIns="0" lIns="0" spcFirstLastPara="1" rIns="0" wrap="square" tIns="0">
            <a:noAutofit/>
          </a:bodyPr>
          <a:lstStyle/>
          <a:p>
            <a:pPr indent="0" lvl="0" marL="0" rtl="0" algn="l">
              <a:spcBef>
                <a:spcPts val="0"/>
              </a:spcBef>
              <a:spcAft>
                <a:spcPts val="1000"/>
              </a:spcAft>
              <a:buNone/>
            </a:pPr>
            <a:r>
              <a:rPr lang="en-GB"/>
              <a:t>I can understand how maths is used in sales and marketing.</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8" name="Shape 858"/>
        <p:cNvGrpSpPr/>
        <p:nvPr/>
      </p:nvGrpSpPr>
      <p:grpSpPr>
        <a:xfrm>
          <a:off x="0" y="0"/>
          <a:ext cx="0" cy="0"/>
          <a:chOff x="0" y="0"/>
          <a:chExt cx="0" cy="0"/>
        </a:xfrm>
      </p:grpSpPr>
      <p:sp>
        <p:nvSpPr>
          <p:cNvPr id="859" name="Google Shape;859;p77"/>
          <p:cNvSpPr txBox="1"/>
          <p:nvPr/>
        </p:nvSpPr>
        <p:spPr>
          <a:xfrm>
            <a:off x="383150" y="836400"/>
            <a:ext cx="8436900" cy="10800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Clr>
                <a:schemeClr val="dk1"/>
              </a:buClr>
              <a:buSzPts val="1100"/>
              <a:buFont typeface="Arial"/>
              <a:buNone/>
            </a:pPr>
            <a:r>
              <a:rPr b="1" lang="en-GB" sz="2200">
                <a:solidFill>
                  <a:schemeClr val="dk1"/>
                </a:solidFill>
                <a:latin typeface="Lexend"/>
                <a:ea typeface="Lexend"/>
                <a:cs typeface="Lexend"/>
                <a:sym typeface="Lexend"/>
              </a:rPr>
              <a:t>P</a:t>
            </a:r>
            <a:r>
              <a:rPr b="1" lang="en-GB" sz="2200">
                <a:solidFill>
                  <a:schemeClr val="dk1"/>
                </a:solidFill>
                <a:latin typeface="Lexend"/>
                <a:ea typeface="Lexend"/>
                <a:cs typeface="Lexend"/>
                <a:sym typeface="Lexend"/>
              </a:rPr>
              <a:t>rofit</a:t>
            </a:r>
            <a:r>
              <a:rPr lang="en-GB" sz="2200">
                <a:solidFill>
                  <a:schemeClr val="dk1"/>
                </a:solidFill>
                <a:latin typeface="Lexend"/>
                <a:ea typeface="Lexend"/>
                <a:cs typeface="Lexend"/>
                <a:sym typeface="Lexend"/>
              </a:rPr>
              <a:t> is a business’ financial gain; the difference between the revenue and the cost.</a:t>
            </a:r>
            <a:endParaRPr sz="2200">
              <a:solidFill>
                <a:schemeClr val="dk1"/>
              </a:solidFill>
              <a:latin typeface="Lexend"/>
              <a:ea typeface="Lexend"/>
              <a:cs typeface="Lexend"/>
              <a:sym typeface="Lexend"/>
            </a:endParaRPr>
          </a:p>
          <a:p>
            <a:pPr indent="0" lvl="0" marL="0" rtl="0" algn="l">
              <a:lnSpc>
                <a:spcPct val="115000"/>
              </a:lnSpc>
              <a:spcBef>
                <a:spcPts val="0"/>
              </a:spcBef>
              <a:spcAft>
                <a:spcPts val="0"/>
              </a:spcAft>
              <a:buClr>
                <a:schemeClr val="dk1"/>
              </a:buClr>
              <a:buSzPts val="1100"/>
              <a:buFont typeface="Arial"/>
              <a:buNone/>
            </a:pPr>
            <a:r>
              <a:t/>
            </a:r>
            <a:endParaRPr sz="2200">
              <a:solidFill>
                <a:schemeClr val="dk1"/>
              </a:solidFill>
              <a:latin typeface="Lexend"/>
              <a:ea typeface="Lexend"/>
              <a:cs typeface="Lexend"/>
              <a:sym typeface="Lexend"/>
            </a:endParaRPr>
          </a:p>
          <a:p>
            <a:pPr indent="0" lvl="0" marL="0" rtl="0" algn="l">
              <a:lnSpc>
                <a:spcPct val="115000"/>
              </a:lnSpc>
              <a:spcBef>
                <a:spcPts val="0"/>
              </a:spcBef>
              <a:spcAft>
                <a:spcPts val="0"/>
              </a:spcAft>
              <a:buClr>
                <a:schemeClr val="dk1"/>
              </a:buClr>
              <a:buSzPts val="1100"/>
              <a:buFont typeface="Arial"/>
              <a:buNone/>
            </a:pPr>
            <a:r>
              <a:rPr lang="en-GB" sz="2200">
                <a:solidFill>
                  <a:schemeClr val="dk1"/>
                </a:solidFill>
                <a:latin typeface="Lexend"/>
                <a:ea typeface="Lexend"/>
                <a:cs typeface="Lexend"/>
                <a:sym typeface="Lexend"/>
              </a:rPr>
              <a:t>A simple formula for total annual </a:t>
            </a:r>
            <a:r>
              <a:rPr b="1" lang="en-GB" sz="2200">
                <a:solidFill>
                  <a:schemeClr val="dk1"/>
                </a:solidFill>
                <a:latin typeface="Lexend"/>
                <a:ea typeface="Lexend"/>
                <a:cs typeface="Lexend"/>
                <a:sym typeface="Lexend"/>
              </a:rPr>
              <a:t>profit</a:t>
            </a:r>
            <a:r>
              <a:rPr lang="en-GB" sz="2200">
                <a:solidFill>
                  <a:schemeClr val="dk1"/>
                </a:solidFill>
                <a:latin typeface="Lexend"/>
                <a:ea typeface="Lexend"/>
                <a:cs typeface="Lexend"/>
                <a:sym typeface="Lexend"/>
              </a:rPr>
              <a:t> is:</a:t>
            </a:r>
            <a:endParaRPr sz="2200">
              <a:solidFill>
                <a:schemeClr val="dk1"/>
              </a:solidFill>
              <a:latin typeface="Lexend"/>
              <a:ea typeface="Lexend"/>
              <a:cs typeface="Lexend"/>
              <a:sym typeface="Lexend"/>
            </a:endParaRPr>
          </a:p>
          <a:p>
            <a:pPr indent="0" lvl="0" marL="0" rtl="0" algn="l">
              <a:lnSpc>
                <a:spcPct val="115000"/>
              </a:lnSpc>
              <a:spcBef>
                <a:spcPts val="0"/>
              </a:spcBef>
              <a:spcAft>
                <a:spcPts val="0"/>
              </a:spcAft>
              <a:buClr>
                <a:schemeClr val="dk1"/>
              </a:buClr>
              <a:buSzPts val="1100"/>
              <a:buFont typeface="Arial"/>
              <a:buNone/>
            </a:pPr>
            <a:r>
              <a:t/>
            </a:r>
            <a:endParaRPr sz="2200">
              <a:solidFill>
                <a:schemeClr val="dk1"/>
              </a:solidFill>
              <a:latin typeface="Lexend"/>
              <a:ea typeface="Lexend"/>
              <a:cs typeface="Lexend"/>
              <a:sym typeface="Lexend"/>
            </a:endParaRPr>
          </a:p>
          <a:p>
            <a:pPr indent="0" lvl="0" marL="0" rtl="0" algn="l">
              <a:lnSpc>
                <a:spcPct val="115000"/>
              </a:lnSpc>
              <a:spcBef>
                <a:spcPts val="0"/>
              </a:spcBef>
              <a:spcAft>
                <a:spcPts val="0"/>
              </a:spcAft>
              <a:buClr>
                <a:schemeClr val="dk1"/>
              </a:buClr>
              <a:buSzPts val="1100"/>
              <a:buFont typeface="Arial"/>
              <a:buNone/>
            </a:pPr>
            <a:r>
              <a:rPr lang="en-GB" sz="2200">
                <a:solidFill>
                  <a:schemeClr val="dk1"/>
                </a:solidFill>
                <a:latin typeface="Lexend"/>
                <a:ea typeface="Lexend"/>
                <a:cs typeface="Lexend"/>
                <a:sym typeface="Lexend"/>
              </a:rPr>
              <a:t>total revenue − total costs = yearly </a:t>
            </a:r>
            <a:r>
              <a:rPr b="1" lang="en-GB" sz="2200">
                <a:solidFill>
                  <a:schemeClr val="dk1"/>
                </a:solidFill>
                <a:latin typeface="Lexend"/>
                <a:ea typeface="Lexend"/>
                <a:cs typeface="Lexend"/>
                <a:sym typeface="Lexend"/>
              </a:rPr>
              <a:t>profit</a:t>
            </a:r>
            <a:endParaRPr b="1" sz="2200">
              <a:solidFill>
                <a:schemeClr val="dk1"/>
              </a:solidFill>
              <a:latin typeface="Lexend"/>
              <a:ea typeface="Lexend"/>
              <a:cs typeface="Lexend"/>
              <a:sym typeface="Lexend"/>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3" name="Shape 863"/>
        <p:cNvGrpSpPr/>
        <p:nvPr/>
      </p:nvGrpSpPr>
      <p:grpSpPr>
        <a:xfrm>
          <a:off x="0" y="0"/>
          <a:ext cx="0" cy="0"/>
          <a:chOff x="0" y="0"/>
          <a:chExt cx="0" cy="0"/>
        </a:xfrm>
      </p:grpSpPr>
      <p:sp>
        <p:nvSpPr>
          <p:cNvPr id="864" name="Google Shape;864;p78"/>
          <p:cNvSpPr txBox="1"/>
          <p:nvPr>
            <p:ph type="title"/>
          </p:nvPr>
        </p:nvSpPr>
        <p:spPr>
          <a:xfrm>
            <a:off x="1225225" y="2090813"/>
            <a:ext cx="6852300" cy="3693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Maths in marketing</a:t>
            </a:r>
            <a:endParaRPr/>
          </a:p>
        </p:txBody>
      </p:sp>
      <p:sp>
        <p:nvSpPr>
          <p:cNvPr id="865" name="Google Shape;865;p78"/>
          <p:cNvSpPr txBox="1"/>
          <p:nvPr>
            <p:ph idx="2" type="title"/>
          </p:nvPr>
        </p:nvSpPr>
        <p:spPr>
          <a:xfrm>
            <a:off x="1225225" y="3027088"/>
            <a:ext cx="6852300" cy="3693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Maths in sales</a:t>
            </a:r>
            <a:endParaRPr/>
          </a:p>
        </p:txBody>
      </p:sp>
      <p:sp>
        <p:nvSpPr>
          <p:cNvPr id="866" name="Google Shape;866;p78"/>
          <p:cNvSpPr txBox="1"/>
          <p:nvPr>
            <p:ph idx="3" type="title"/>
          </p:nvPr>
        </p:nvSpPr>
        <p:spPr>
          <a:xfrm>
            <a:off x="324000" y="657600"/>
            <a:ext cx="5741400" cy="6156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Sales and marketing</a:t>
            </a:r>
            <a:endParaRPr/>
          </a:p>
        </p:txBody>
      </p:sp>
      <p:pic>
        <p:nvPicPr>
          <p:cNvPr id="867" name="Google Shape;867;p78"/>
          <p:cNvPicPr preferRelativeResize="0"/>
          <p:nvPr/>
        </p:nvPicPr>
        <p:blipFill>
          <a:blip r:embed="rId3">
            <a:alphaModFix/>
          </a:blip>
          <a:stretch>
            <a:fillRect/>
          </a:stretch>
        </p:blipFill>
        <p:spPr>
          <a:xfrm>
            <a:off x="417042" y="2065409"/>
            <a:ext cx="450575" cy="44675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67"/>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1" name="Shape 871"/>
        <p:cNvGrpSpPr/>
        <p:nvPr/>
      </p:nvGrpSpPr>
      <p:grpSpPr>
        <a:xfrm>
          <a:off x="0" y="0"/>
          <a:ext cx="0" cy="0"/>
          <a:chOff x="0" y="0"/>
          <a:chExt cx="0" cy="0"/>
        </a:xfrm>
      </p:grpSpPr>
      <p:sp>
        <p:nvSpPr>
          <p:cNvPr id="872" name="Google Shape;872;p79"/>
          <p:cNvSpPr txBox="1"/>
          <p:nvPr>
            <p:ph idx="1" type="body"/>
          </p:nvPr>
        </p:nvSpPr>
        <p:spPr>
          <a:xfrm>
            <a:off x="324000" y="759300"/>
            <a:ext cx="8237700" cy="31068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If you study business, you will find many different definitions of marketing. One simple way to understand it is to think of your customers as your market, and the process of ‘marketing’ as the way in which you get them interested in buying your product or service.</a:t>
            </a:r>
            <a:endParaRPr/>
          </a:p>
          <a:p>
            <a:pPr indent="0" lvl="0" marL="0" rtl="0" algn="l">
              <a:spcBef>
                <a:spcPts val="1000"/>
              </a:spcBef>
              <a:spcAft>
                <a:spcPts val="1000"/>
              </a:spcAft>
              <a:buNone/>
            </a:pPr>
            <a:r>
              <a:rPr lang="en-GB"/>
              <a:t>One way to get people interested in a product or service is through </a:t>
            </a:r>
            <a:r>
              <a:rPr lang="en-GB"/>
              <a:t>advertising</a:t>
            </a:r>
            <a:r>
              <a:rPr lang="en-GB"/>
              <a:t>. In the UK, firms spend approximately forty billion pounds per year on advertising.</a:t>
            </a:r>
            <a:endParaRPr/>
          </a:p>
        </p:txBody>
      </p:sp>
      <p:sp>
        <p:nvSpPr>
          <p:cNvPr id="873" name="Google Shape;873;p79"/>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Maths in marketing</a:t>
            </a:r>
            <a:endParaRPr/>
          </a:p>
        </p:txBody>
      </p:sp>
      <p:sp>
        <p:nvSpPr>
          <p:cNvPr id="874" name="Google Shape;874;p79"/>
          <p:cNvSpPr txBox="1"/>
          <p:nvPr>
            <p:ph idx="1" type="body"/>
          </p:nvPr>
        </p:nvSpPr>
        <p:spPr>
          <a:xfrm>
            <a:off x="324000" y="4112100"/>
            <a:ext cx="3415200" cy="3096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a:t>That is </a:t>
            </a:r>
            <a:r>
              <a:rPr lang="en-GB"/>
              <a:t>£40 000 000 000</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74"/>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8" name="Shape 878"/>
        <p:cNvGrpSpPr/>
        <p:nvPr/>
      </p:nvGrpSpPr>
      <p:grpSpPr>
        <a:xfrm>
          <a:off x="0" y="0"/>
          <a:ext cx="0" cy="0"/>
          <a:chOff x="0" y="0"/>
          <a:chExt cx="0" cy="0"/>
        </a:xfrm>
      </p:grpSpPr>
      <p:sp>
        <p:nvSpPr>
          <p:cNvPr id="879" name="Google Shape;879;p80"/>
          <p:cNvSpPr txBox="1"/>
          <p:nvPr>
            <p:ph idx="1" type="body"/>
          </p:nvPr>
        </p:nvSpPr>
        <p:spPr>
          <a:xfrm>
            <a:off x="324000" y="714049"/>
            <a:ext cx="8237700" cy="320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a:t>Advertising has changed a lot </a:t>
            </a:r>
            <a:r>
              <a:rPr lang="en-GB"/>
              <a:t>throughout the years.</a:t>
            </a:r>
            <a:endParaRPr/>
          </a:p>
        </p:txBody>
      </p:sp>
      <p:sp>
        <p:nvSpPr>
          <p:cNvPr id="880" name="Google Shape;880;p80"/>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Maths in marketing</a:t>
            </a:r>
            <a:endParaRPr/>
          </a:p>
        </p:txBody>
      </p:sp>
      <p:sp>
        <p:nvSpPr>
          <p:cNvPr id="881" name="Google Shape;881;p80"/>
          <p:cNvSpPr txBox="1"/>
          <p:nvPr>
            <p:ph idx="1" type="body"/>
          </p:nvPr>
        </p:nvSpPr>
        <p:spPr>
          <a:xfrm>
            <a:off x="324000" y="1216833"/>
            <a:ext cx="2160000" cy="3096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400">
                <a:latin typeface="Times New Roman"/>
                <a:ea typeface="Times New Roman"/>
                <a:cs typeface="Times New Roman"/>
                <a:sym typeface="Times New Roman"/>
              </a:rPr>
              <a:t>12</a:t>
            </a:r>
            <a:r>
              <a:rPr lang="en-GB" sz="2400">
                <a:latin typeface="Times New Roman"/>
                <a:ea typeface="Times New Roman"/>
                <a:cs typeface="Times New Roman"/>
                <a:sym typeface="Times New Roman"/>
              </a:rPr>
              <a:t>0</a:t>
            </a:r>
            <a:r>
              <a:rPr lang="en-GB"/>
              <a:t> years ago:</a:t>
            </a:r>
            <a:endParaRPr/>
          </a:p>
        </p:txBody>
      </p:sp>
      <p:sp>
        <p:nvSpPr>
          <p:cNvPr id="882" name="Google Shape;882;p80"/>
          <p:cNvSpPr txBox="1"/>
          <p:nvPr>
            <p:ph idx="1" type="body"/>
          </p:nvPr>
        </p:nvSpPr>
        <p:spPr>
          <a:xfrm>
            <a:off x="2887200" y="1216833"/>
            <a:ext cx="5932800" cy="3096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a:t>Printed adverts in newspapers, magazines and on billboards in towns and cities.</a:t>
            </a:r>
            <a:endParaRPr/>
          </a:p>
        </p:txBody>
      </p:sp>
      <p:sp>
        <p:nvSpPr>
          <p:cNvPr id="883" name="Google Shape;883;p80"/>
          <p:cNvSpPr txBox="1"/>
          <p:nvPr>
            <p:ph idx="1" type="body"/>
          </p:nvPr>
        </p:nvSpPr>
        <p:spPr>
          <a:xfrm>
            <a:off x="324000" y="2039725"/>
            <a:ext cx="2160000" cy="3096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400">
                <a:latin typeface="Times New Roman"/>
                <a:ea typeface="Times New Roman"/>
                <a:cs typeface="Times New Roman"/>
                <a:sym typeface="Times New Roman"/>
              </a:rPr>
              <a:t>10</a:t>
            </a:r>
            <a:r>
              <a:rPr lang="en-GB" sz="2400">
                <a:latin typeface="Times New Roman"/>
                <a:ea typeface="Times New Roman"/>
                <a:cs typeface="Times New Roman"/>
                <a:sym typeface="Times New Roman"/>
              </a:rPr>
              <a:t>0</a:t>
            </a:r>
            <a:r>
              <a:rPr lang="en-GB"/>
              <a:t> years ago:</a:t>
            </a:r>
            <a:endParaRPr/>
          </a:p>
        </p:txBody>
      </p:sp>
      <p:sp>
        <p:nvSpPr>
          <p:cNvPr id="884" name="Google Shape;884;p80"/>
          <p:cNvSpPr txBox="1"/>
          <p:nvPr>
            <p:ph idx="1" type="body"/>
          </p:nvPr>
        </p:nvSpPr>
        <p:spPr>
          <a:xfrm>
            <a:off x="2887200" y="2039720"/>
            <a:ext cx="5932800" cy="3096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a:t>Radio advertising began.</a:t>
            </a:r>
            <a:endParaRPr/>
          </a:p>
        </p:txBody>
      </p:sp>
      <p:sp>
        <p:nvSpPr>
          <p:cNvPr id="885" name="Google Shape;885;p80"/>
          <p:cNvSpPr txBox="1"/>
          <p:nvPr>
            <p:ph idx="1" type="body"/>
          </p:nvPr>
        </p:nvSpPr>
        <p:spPr>
          <a:xfrm>
            <a:off x="324000" y="2588093"/>
            <a:ext cx="2160000" cy="3096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400">
                <a:latin typeface="Times New Roman"/>
                <a:ea typeface="Times New Roman"/>
                <a:cs typeface="Times New Roman"/>
                <a:sym typeface="Times New Roman"/>
              </a:rPr>
              <a:t>80</a:t>
            </a:r>
            <a:r>
              <a:rPr lang="en-GB"/>
              <a:t> years ago:</a:t>
            </a:r>
            <a:endParaRPr/>
          </a:p>
        </p:txBody>
      </p:sp>
      <p:sp>
        <p:nvSpPr>
          <p:cNvPr id="886" name="Google Shape;886;p80"/>
          <p:cNvSpPr txBox="1"/>
          <p:nvPr>
            <p:ph idx="1" type="body"/>
          </p:nvPr>
        </p:nvSpPr>
        <p:spPr>
          <a:xfrm>
            <a:off x="2887200" y="2588085"/>
            <a:ext cx="5932800" cy="3096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a:t>TV</a:t>
            </a:r>
            <a:r>
              <a:rPr lang="en-GB"/>
              <a:t> advertising began.</a:t>
            </a:r>
            <a:endParaRPr/>
          </a:p>
        </p:txBody>
      </p:sp>
      <p:sp>
        <p:nvSpPr>
          <p:cNvPr id="887" name="Google Shape;887;p80"/>
          <p:cNvSpPr txBox="1"/>
          <p:nvPr>
            <p:ph idx="1" type="body"/>
          </p:nvPr>
        </p:nvSpPr>
        <p:spPr>
          <a:xfrm>
            <a:off x="327016" y="3090867"/>
            <a:ext cx="8097000" cy="3096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a:t>These forms dominated until …</a:t>
            </a:r>
            <a:endParaRPr/>
          </a:p>
        </p:txBody>
      </p:sp>
      <p:sp>
        <p:nvSpPr>
          <p:cNvPr id="888" name="Google Shape;888;p80"/>
          <p:cNvSpPr txBox="1"/>
          <p:nvPr>
            <p:ph idx="1" type="body"/>
          </p:nvPr>
        </p:nvSpPr>
        <p:spPr>
          <a:xfrm>
            <a:off x="324000" y="3578353"/>
            <a:ext cx="2160000" cy="3096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400">
                <a:latin typeface="Times New Roman"/>
                <a:ea typeface="Times New Roman"/>
                <a:cs typeface="Times New Roman"/>
                <a:sym typeface="Times New Roman"/>
              </a:rPr>
              <a:t>2</a:t>
            </a:r>
            <a:r>
              <a:rPr lang="en-GB" sz="2400">
                <a:latin typeface="Times New Roman"/>
                <a:ea typeface="Times New Roman"/>
                <a:cs typeface="Times New Roman"/>
                <a:sym typeface="Times New Roman"/>
              </a:rPr>
              <a:t>0</a:t>
            </a:r>
            <a:r>
              <a:rPr lang="en-GB"/>
              <a:t> years ago:</a:t>
            </a:r>
            <a:endParaRPr/>
          </a:p>
        </p:txBody>
      </p:sp>
      <p:sp>
        <p:nvSpPr>
          <p:cNvPr id="889" name="Google Shape;889;p80"/>
          <p:cNvSpPr txBox="1"/>
          <p:nvPr>
            <p:ph idx="1" type="body"/>
          </p:nvPr>
        </p:nvSpPr>
        <p:spPr>
          <a:xfrm>
            <a:off x="2887200" y="3578345"/>
            <a:ext cx="5932800" cy="3096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a:t>Digital, online</a:t>
            </a:r>
            <a:r>
              <a:rPr lang="en-GB"/>
              <a:t> advertising began.</a:t>
            </a:r>
            <a:endParaRPr/>
          </a:p>
        </p:txBody>
      </p:sp>
      <p:sp>
        <p:nvSpPr>
          <p:cNvPr id="890" name="Google Shape;890;p80"/>
          <p:cNvSpPr txBox="1"/>
          <p:nvPr>
            <p:ph idx="1" type="body"/>
          </p:nvPr>
        </p:nvSpPr>
        <p:spPr>
          <a:xfrm>
            <a:off x="327028" y="4111733"/>
            <a:ext cx="8097000" cy="3096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a:t>Companies in the UK now spend more on online advertising than any other form.</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8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8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8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8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8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8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90"/>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4" name="Shape 894"/>
        <p:cNvGrpSpPr/>
        <p:nvPr/>
      </p:nvGrpSpPr>
      <p:grpSpPr>
        <a:xfrm>
          <a:off x="0" y="0"/>
          <a:ext cx="0" cy="0"/>
          <a:chOff x="0" y="0"/>
          <a:chExt cx="0" cy="0"/>
        </a:xfrm>
      </p:grpSpPr>
      <p:pic>
        <p:nvPicPr>
          <p:cNvPr id="895" name="Google Shape;895;p81"/>
          <p:cNvPicPr preferRelativeResize="0"/>
          <p:nvPr/>
        </p:nvPicPr>
        <p:blipFill rotWithShape="1">
          <a:blip r:embed="rId3">
            <a:alphaModFix/>
          </a:blip>
          <a:srcRect b="43690" l="0" r="57905" t="0"/>
          <a:stretch/>
        </p:blipFill>
        <p:spPr>
          <a:xfrm flipH="1">
            <a:off x="1132702" y="2674983"/>
            <a:ext cx="5913498" cy="1513824"/>
          </a:xfrm>
          <a:prstGeom prst="rect">
            <a:avLst/>
          </a:prstGeom>
          <a:noFill/>
          <a:ln>
            <a:noFill/>
          </a:ln>
        </p:spPr>
      </p:pic>
      <p:sp>
        <p:nvSpPr>
          <p:cNvPr id="896" name="Google Shape;896;p81"/>
          <p:cNvSpPr txBox="1"/>
          <p:nvPr>
            <p:ph idx="1" type="body"/>
          </p:nvPr>
        </p:nvSpPr>
        <p:spPr>
          <a:xfrm>
            <a:off x="324000" y="759300"/>
            <a:ext cx="8237700" cy="7185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Sam runs a </a:t>
            </a:r>
            <a:r>
              <a:rPr lang="en-GB"/>
              <a:t>clothing</a:t>
            </a:r>
            <a:r>
              <a:rPr lang="en-GB"/>
              <a:t> company called ‘Sam’s Sleepwear’ specialising in really comfortable bedtime </a:t>
            </a:r>
            <a:r>
              <a:rPr lang="en-GB"/>
              <a:t>clothing</a:t>
            </a:r>
            <a:r>
              <a:rPr lang="en-GB"/>
              <a:t>.</a:t>
            </a:r>
            <a:endParaRPr/>
          </a:p>
          <a:p>
            <a:pPr indent="0" lvl="0" marL="0" rtl="0" algn="l">
              <a:spcBef>
                <a:spcPts val="1000"/>
              </a:spcBef>
              <a:spcAft>
                <a:spcPts val="1000"/>
              </a:spcAft>
              <a:buNone/>
            </a:pPr>
            <a:r>
              <a:rPr lang="en-GB"/>
              <a:t>They sell exclusively online, so driving traffic (people) to their website is fundamental to their business’ success.</a:t>
            </a:r>
            <a:endParaRPr/>
          </a:p>
        </p:txBody>
      </p:sp>
      <p:sp>
        <p:nvSpPr>
          <p:cNvPr id="897" name="Google Shape;897;p81"/>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Maths in marketing</a:t>
            </a:r>
            <a:endParaRPr/>
          </a:p>
        </p:txBody>
      </p:sp>
      <p:pic>
        <p:nvPicPr>
          <p:cNvPr id="898" name="Google Shape;898;p81"/>
          <p:cNvPicPr preferRelativeResize="0"/>
          <p:nvPr/>
        </p:nvPicPr>
        <p:blipFill>
          <a:blip r:embed="rId4">
            <a:alphaModFix/>
          </a:blip>
          <a:stretch>
            <a:fillRect/>
          </a:stretch>
        </p:blipFill>
        <p:spPr>
          <a:xfrm>
            <a:off x="323325" y="3481200"/>
            <a:ext cx="920800" cy="1325976"/>
          </a:xfrm>
          <a:prstGeom prst="rect">
            <a:avLst/>
          </a:prstGeom>
          <a:noFill/>
          <a:ln>
            <a:noFill/>
          </a:ln>
        </p:spPr>
      </p:pic>
      <p:sp>
        <p:nvSpPr>
          <p:cNvPr id="899" name="Google Shape;899;p81"/>
          <p:cNvSpPr txBox="1"/>
          <p:nvPr>
            <p:ph idx="1" type="body"/>
          </p:nvPr>
        </p:nvSpPr>
        <p:spPr>
          <a:xfrm>
            <a:off x="1619400" y="2740500"/>
            <a:ext cx="5535000" cy="10395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a:t>I use Google Analytics to </a:t>
            </a:r>
            <a:r>
              <a:rPr lang="en-GB"/>
              <a:t>understand</a:t>
            </a:r>
            <a:r>
              <a:rPr lang="en-GB"/>
              <a:t> which advertising is the most effective. It gives me so much good data!</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9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95"/>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3" name="Shape 903"/>
        <p:cNvGrpSpPr/>
        <p:nvPr/>
      </p:nvGrpSpPr>
      <p:grpSpPr>
        <a:xfrm>
          <a:off x="0" y="0"/>
          <a:ext cx="0" cy="0"/>
          <a:chOff x="0" y="0"/>
          <a:chExt cx="0" cy="0"/>
        </a:xfrm>
      </p:grpSpPr>
      <p:pic>
        <p:nvPicPr>
          <p:cNvPr id="904" name="Google Shape;904;p82"/>
          <p:cNvPicPr preferRelativeResize="0"/>
          <p:nvPr/>
        </p:nvPicPr>
        <p:blipFill rotWithShape="1">
          <a:blip r:embed="rId3">
            <a:alphaModFix/>
          </a:blip>
          <a:srcRect b="43690" l="0" r="57905" t="0"/>
          <a:stretch/>
        </p:blipFill>
        <p:spPr>
          <a:xfrm flipH="1">
            <a:off x="127150" y="2064033"/>
            <a:ext cx="3150950" cy="1325976"/>
          </a:xfrm>
          <a:prstGeom prst="rect">
            <a:avLst/>
          </a:prstGeom>
          <a:noFill/>
          <a:ln>
            <a:noFill/>
          </a:ln>
        </p:spPr>
      </p:pic>
      <p:sp>
        <p:nvSpPr>
          <p:cNvPr id="905" name="Google Shape;905;p82"/>
          <p:cNvSpPr txBox="1"/>
          <p:nvPr>
            <p:ph idx="1" type="body"/>
          </p:nvPr>
        </p:nvSpPr>
        <p:spPr>
          <a:xfrm>
            <a:off x="324000" y="759300"/>
            <a:ext cx="3045600" cy="6135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a:t>This is </a:t>
            </a:r>
            <a:r>
              <a:rPr lang="en-GB"/>
              <a:t>Sam’s website traffic data for their first trading year.</a:t>
            </a:r>
            <a:endParaRPr/>
          </a:p>
        </p:txBody>
      </p:sp>
      <p:sp>
        <p:nvSpPr>
          <p:cNvPr id="906" name="Google Shape;906;p82"/>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Maths in marketing</a:t>
            </a:r>
            <a:endParaRPr/>
          </a:p>
        </p:txBody>
      </p:sp>
      <p:pic>
        <p:nvPicPr>
          <p:cNvPr id="907" name="Google Shape;907;p82"/>
          <p:cNvPicPr preferRelativeResize="0"/>
          <p:nvPr/>
        </p:nvPicPr>
        <p:blipFill>
          <a:blip r:embed="rId4">
            <a:alphaModFix/>
          </a:blip>
          <a:stretch>
            <a:fillRect/>
          </a:stretch>
        </p:blipFill>
        <p:spPr>
          <a:xfrm>
            <a:off x="323325" y="3481200"/>
            <a:ext cx="920800" cy="1325976"/>
          </a:xfrm>
          <a:prstGeom prst="rect">
            <a:avLst/>
          </a:prstGeom>
          <a:noFill/>
          <a:ln>
            <a:noFill/>
          </a:ln>
        </p:spPr>
      </p:pic>
      <p:sp>
        <p:nvSpPr>
          <p:cNvPr id="908" name="Google Shape;908;p82"/>
          <p:cNvSpPr txBox="1"/>
          <p:nvPr>
            <p:ph idx="1" type="body"/>
          </p:nvPr>
        </p:nvSpPr>
        <p:spPr>
          <a:xfrm>
            <a:off x="412401" y="2101301"/>
            <a:ext cx="2835000" cy="1004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t>Can you guess when I invested some money in online </a:t>
            </a:r>
            <a:r>
              <a:rPr lang="en-GB" sz="2000"/>
              <a:t>advertising?</a:t>
            </a:r>
            <a:endParaRPr sz="2000"/>
          </a:p>
        </p:txBody>
      </p:sp>
      <p:pic>
        <p:nvPicPr>
          <p:cNvPr id="909" name="Google Shape;909;p82"/>
          <p:cNvPicPr preferRelativeResize="0"/>
          <p:nvPr/>
        </p:nvPicPr>
        <p:blipFill>
          <a:blip r:embed="rId5">
            <a:alphaModFix/>
          </a:blip>
          <a:stretch>
            <a:fillRect/>
          </a:stretch>
        </p:blipFill>
        <p:spPr>
          <a:xfrm>
            <a:off x="3760632" y="825299"/>
            <a:ext cx="5064320" cy="3189899"/>
          </a:xfrm>
          <a:prstGeom prst="rect">
            <a:avLst/>
          </a:prstGeom>
          <a:noFill/>
          <a:ln>
            <a:noFill/>
          </a:ln>
        </p:spPr>
      </p:pic>
      <p:sp>
        <p:nvSpPr>
          <p:cNvPr id="910" name="Google Shape;910;p82"/>
          <p:cNvSpPr txBox="1"/>
          <p:nvPr>
            <p:ph idx="1" type="body"/>
          </p:nvPr>
        </p:nvSpPr>
        <p:spPr>
          <a:xfrm>
            <a:off x="8004892" y="4112100"/>
            <a:ext cx="840900" cy="320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t>Month</a:t>
            </a:r>
            <a:endParaRPr sz="2000"/>
          </a:p>
        </p:txBody>
      </p:sp>
      <p:sp>
        <p:nvSpPr>
          <p:cNvPr id="911" name="Google Shape;911;p82"/>
          <p:cNvSpPr txBox="1"/>
          <p:nvPr>
            <p:ph idx="1" type="body"/>
          </p:nvPr>
        </p:nvSpPr>
        <p:spPr>
          <a:xfrm rot="-5400000">
            <a:off x="2457972" y="1658052"/>
            <a:ext cx="2156400" cy="320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t>Site visits (000’s)</a:t>
            </a:r>
            <a:endParaRPr sz="2000"/>
          </a:p>
        </p:txBody>
      </p:sp>
      <p:sp>
        <p:nvSpPr>
          <p:cNvPr id="912" name="Google Shape;912;p82"/>
          <p:cNvSpPr txBox="1"/>
          <p:nvPr>
            <p:ph idx="1" type="body"/>
          </p:nvPr>
        </p:nvSpPr>
        <p:spPr>
          <a:xfrm>
            <a:off x="1378500" y="4158008"/>
            <a:ext cx="6434100" cy="6627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1000"/>
              </a:spcAft>
              <a:buNone/>
            </a:pPr>
            <a:r>
              <a:rPr lang="en-GB" sz="2100"/>
              <a:t>Sam invested in online advertising in September which generated </a:t>
            </a:r>
            <a:r>
              <a:rPr lang="en-GB" sz="2300">
                <a:latin typeface="Times New Roman"/>
                <a:ea typeface="Times New Roman"/>
                <a:cs typeface="Times New Roman"/>
                <a:sym typeface="Times New Roman"/>
              </a:rPr>
              <a:t>2000</a:t>
            </a:r>
            <a:r>
              <a:rPr lang="en-GB" sz="2100"/>
              <a:t> more site visits. </a:t>
            </a:r>
            <a:endParaRPr sz="2100"/>
          </a:p>
        </p:txBody>
      </p:sp>
      <p:sp>
        <p:nvSpPr>
          <p:cNvPr id="913" name="Google Shape;913;p82"/>
          <p:cNvSpPr/>
          <p:nvPr/>
        </p:nvSpPr>
        <p:spPr>
          <a:xfrm>
            <a:off x="6891802" y="1156784"/>
            <a:ext cx="920700" cy="1842300"/>
          </a:xfrm>
          <a:prstGeom prst="ellipse">
            <a:avLst/>
          </a:prstGeom>
          <a:noFill/>
          <a:ln cap="flat" cmpd="sng" w="3810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0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0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1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12"/>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7" name="Shape 917"/>
        <p:cNvGrpSpPr/>
        <p:nvPr/>
      </p:nvGrpSpPr>
      <p:grpSpPr>
        <a:xfrm>
          <a:off x="0" y="0"/>
          <a:ext cx="0" cy="0"/>
          <a:chOff x="0" y="0"/>
          <a:chExt cx="0" cy="0"/>
        </a:xfrm>
      </p:grpSpPr>
      <p:pic>
        <p:nvPicPr>
          <p:cNvPr id="918" name="Google Shape;918;p83"/>
          <p:cNvPicPr preferRelativeResize="0"/>
          <p:nvPr/>
        </p:nvPicPr>
        <p:blipFill>
          <a:blip r:embed="rId3">
            <a:alphaModFix/>
          </a:blip>
          <a:stretch>
            <a:fillRect/>
          </a:stretch>
        </p:blipFill>
        <p:spPr>
          <a:xfrm>
            <a:off x="3761456" y="813046"/>
            <a:ext cx="5064325" cy="3187455"/>
          </a:xfrm>
          <a:prstGeom prst="rect">
            <a:avLst/>
          </a:prstGeom>
          <a:noFill/>
          <a:ln>
            <a:noFill/>
          </a:ln>
        </p:spPr>
      </p:pic>
      <p:sp>
        <p:nvSpPr>
          <p:cNvPr id="919" name="Google Shape;919;p83"/>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Maths in marketing</a:t>
            </a:r>
            <a:endParaRPr/>
          </a:p>
        </p:txBody>
      </p:sp>
      <p:sp>
        <p:nvSpPr>
          <p:cNvPr id="920" name="Google Shape;920;p83"/>
          <p:cNvSpPr txBox="1"/>
          <p:nvPr>
            <p:ph idx="1" type="body"/>
          </p:nvPr>
        </p:nvSpPr>
        <p:spPr>
          <a:xfrm>
            <a:off x="8004892" y="4112100"/>
            <a:ext cx="840900" cy="320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t>Month</a:t>
            </a:r>
            <a:endParaRPr sz="2000"/>
          </a:p>
        </p:txBody>
      </p:sp>
      <p:sp>
        <p:nvSpPr>
          <p:cNvPr id="921" name="Google Shape;921;p83"/>
          <p:cNvSpPr txBox="1"/>
          <p:nvPr>
            <p:ph idx="1" type="body"/>
          </p:nvPr>
        </p:nvSpPr>
        <p:spPr>
          <a:xfrm rot="-5400000">
            <a:off x="2457972" y="1658052"/>
            <a:ext cx="2156400" cy="320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t>Site visits (000’s)</a:t>
            </a:r>
            <a:endParaRPr sz="2000"/>
          </a:p>
        </p:txBody>
      </p:sp>
      <p:sp>
        <p:nvSpPr>
          <p:cNvPr id="922" name="Google Shape;922;p83"/>
          <p:cNvSpPr txBox="1"/>
          <p:nvPr>
            <p:ph idx="1" type="body"/>
          </p:nvPr>
        </p:nvSpPr>
        <p:spPr>
          <a:xfrm>
            <a:off x="4030192" y="1034146"/>
            <a:ext cx="2974800" cy="988800"/>
          </a:xfrm>
          <a:prstGeom prst="rect">
            <a:avLst/>
          </a:prstGeom>
          <a:solidFill>
            <a:schemeClr val="lt1"/>
          </a:solidFill>
        </p:spPr>
        <p:txBody>
          <a:bodyPr anchorCtr="0" anchor="t" bIns="0" lIns="0" spcFirstLastPara="1" rIns="0" wrap="square" tIns="0">
            <a:noAutofit/>
          </a:bodyPr>
          <a:lstStyle/>
          <a:p>
            <a:pPr indent="0" lvl="0" marL="0" rtl="0" algn="l">
              <a:lnSpc>
                <a:spcPct val="100000"/>
              </a:lnSpc>
              <a:spcBef>
                <a:spcPts val="0"/>
              </a:spcBef>
              <a:spcAft>
                <a:spcPts val="1000"/>
              </a:spcAft>
              <a:buNone/>
            </a:pPr>
            <a:r>
              <a:rPr lang="en-GB">
                <a:latin typeface="Kalam"/>
                <a:ea typeface="Kalam"/>
                <a:cs typeface="Kalam"/>
                <a:sym typeface="Kalam"/>
              </a:rPr>
              <a:t>Investment in April generating approximately</a:t>
            </a:r>
            <a:r>
              <a:rPr lang="en-GB"/>
              <a:t> </a:t>
            </a:r>
            <a:r>
              <a:rPr lang="en-GB">
                <a:latin typeface="Times New Roman"/>
                <a:ea typeface="Times New Roman"/>
                <a:cs typeface="Times New Roman"/>
                <a:sym typeface="Times New Roman"/>
              </a:rPr>
              <a:t>3</a:t>
            </a:r>
            <a:r>
              <a:rPr lang="en-GB">
                <a:latin typeface="Times New Roman"/>
                <a:ea typeface="Times New Roman"/>
                <a:cs typeface="Times New Roman"/>
                <a:sym typeface="Times New Roman"/>
              </a:rPr>
              <a:t>000</a:t>
            </a:r>
            <a:r>
              <a:rPr lang="en-GB">
                <a:latin typeface="Kalam"/>
                <a:ea typeface="Kalam"/>
                <a:cs typeface="Kalam"/>
                <a:sym typeface="Kalam"/>
              </a:rPr>
              <a:t> more site visits.</a:t>
            </a:r>
            <a:endParaRPr>
              <a:latin typeface="Kalam"/>
              <a:ea typeface="Kalam"/>
              <a:cs typeface="Kalam"/>
              <a:sym typeface="Kalam"/>
            </a:endParaRPr>
          </a:p>
        </p:txBody>
      </p:sp>
      <p:sp>
        <p:nvSpPr>
          <p:cNvPr id="923" name="Google Shape;923;p83"/>
          <p:cNvSpPr/>
          <p:nvPr/>
        </p:nvSpPr>
        <p:spPr>
          <a:xfrm>
            <a:off x="4929501" y="2114075"/>
            <a:ext cx="840900" cy="1067700"/>
          </a:xfrm>
          <a:prstGeom prst="ellipse">
            <a:avLst/>
          </a:prstGeom>
          <a:noFill/>
          <a:ln cap="flat" cmpd="sng" w="3810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924" name="Google Shape;924;p83"/>
          <p:cNvSpPr/>
          <p:nvPr/>
        </p:nvSpPr>
        <p:spPr>
          <a:xfrm>
            <a:off x="7718275" y="1003375"/>
            <a:ext cx="840900" cy="1523400"/>
          </a:xfrm>
          <a:prstGeom prst="ellipse">
            <a:avLst/>
          </a:prstGeom>
          <a:noFill/>
          <a:ln cap="flat" cmpd="sng" w="3810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925" name="Google Shape;925;p83"/>
          <p:cNvSpPr txBox="1"/>
          <p:nvPr>
            <p:ph idx="1" type="body"/>
          </p:nvPr>
        </p:nvSpPr>
        <p:spPr>
          <a:xfrm>
            <a:off x="324000" y="2054700"/>
            <a:ext cx="3045600" cy="662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sz="2100"/>
              <a:t>When did Sam spend money on advertising?</a:t>
            </a:r>
            <a:endParaRPr sz="2100"/>
          </a:p>
          <a:p>
            <a:pPr indent="0" lvl="0" marL="0" rtl="0" algn="l">
              <a:spcBef>
                <a:spcPts val="1000"/>
              </a:spcBef>
              <a:spcAft>
                <a:spcPts val="1000"/>
              </a:spcAft>
              <a:buNone/>
            </a:pPr>
            <a:r>
              <a:rPr lang="en-GB" sz="2100"/>
              <a:t>Approximately how many extra site visits did this generate?</a:t>
            </a:r>
            <a:endParaRPr sz="2100"/>
          </a:p>
        </p:txBody>
      </p:sp>
      <p:sp>
        <p:nvSpPr>
          <p:cNvPr id="926" name="Google Shape;926;p83"/>
          <p:cNvSpPr txBox="1"/>
          <p:nvPr>
            <p:ph idx="1" type="body"/>
          </p:nvPr>
        </p:nvSpPr>
        <p:spPr>
          <a:xfrm>
            <a:off x="324000" y="759300"/>
            <a:ext cx="2736600" cy="1067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100"/>
              <a:t>This is Sam’s website traffic data for their second trading year.</a:t>
            </a:r>
            <a:endParaRPr sz="2100"/>
          </a:p>
        </p:txBody>
      </p:sp>
      <p:sp>
        <p:nvSpPr>
          <p:cNvPr id="927" name="Google Shape;927;p83"/>
          <p:cNvSpPr txBox="1"/>
          <p:nvPr>
            <p:ph idx="1" type="body"/>
          </p:nvPr>
        </p:nvSpPr>
        <p:spPr>
          <a:xfrm>
            <a:off x="5843684" y="2588762"/>
            <a:ext cx="2974800" cy="988800"/>
          </a:xfrm>
          <a:prstGeom prst="rect">
            <a:avLst/>
          </a:prstGeom>
          <a:solidFill>
            <a:schemeClr val="lt1"/>
          </a:solidFill>
        </p:spPr>
        <p:txBody>
          <a:bodyPr anchorCtr="0" anchor="t" bIns="0" lIns="0" spcFirstLastPara="1" rIns="0" wrap="square" tIns="0">
            <a:noAutofit/>
          </a:bodyPr>
          <a:lstStyle/>
          <a:p>
            <a:pPr indent="0" lvl="0" marL="0" rtl="0" algn="l">
              <a:lnSpc>
                <a:spcPct val="100000"/>
              </a:lnSpc>
              <a:spcBef>
                <a:spcPts val="0"/>
              </a:spcBef>
              <a:spcAft>
                <a:spcPts val="1000"/>
              </a:spcAft>
              <a:buNone/>
            </a:pPr>
            <a:r>
              <a:rPr lang="en-GB">
                <a:latin typeface="Kalam"/>
                <a:ea typeface="Kalam"/>
                <a:cs typeface="Kalam"/>
                <a:sym typeface="Kalam"/>
              </a:rPr>
              <a:t>Investment in November generating approximately</a:t>
            </a:r>
            <a:r>
              <a:rPr lang="en-GB"/>
              <a:t> </a:t>
            </a:r>
            <a:r>
              <a:rPr lang="en-GB">
                <a:latin typeface="Times New Roman"/>
                <a:ea typeface="Times New Roman"/>
                <a:cs typeface="Times New Roman"/>
                <a:sym typeface="Times New Roman"/>
              </a:rPr>
              <a:t>5</a:t>
            </a:r>
            <a:r>
              <a:rPr lang="en-GB">
                <a:latin typeface="Times New Roman"/>
                <a:ea typeface="Times New Roman"/>
                <a:cs typeface="Times New Roman"/>
                <a:sym typeface="Times New Roman"/>
              </a:rPr>
              <a:t>000</a:t>
            </a:r>
            <a:r>
              <a:rPr lang="en-GB">
                <a:latin typeface="Kalam"/>
                <a:ea typeface="Kalam"/>
                <a:cs typeface="Kalam"/>
                <a:sym typeface="Kalam"/>
              </a:rPr>
              <a:t> more site visits.</a:t>
            </a:r>
            <a:endParaRPr>
              <a:latin typeface="Kalam"/>
              <a:ea typeface="Kalam"/>
              <a:cs typeface="Kalam"/>
              <a:sym typeface="Kalam"/>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2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2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2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24"/>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1" name="Shape 931"/>
        <p:cNvGrpSpPr/>
        <p:nvPr/>
      </p:nvGrpSpPr>
      <p:grpSpPr>
        <a:xfrm>
          <a:off x="0" y="0"/>
          <a:ext cx="0" cy="0"/>
          <a:chOff x="0" y="0"/>
          <a:chExt cx="0" cy="0"/>
        </a:xfrm>
      </p:grpSpPr>
      <p:pic>
        <p:nvPicPr>
          <p:cNvPr id="932" name="Google Shape;932;p84"/>
          <p:cNvPicPr preferRelativeResize="0"/>
          <p:nvPr/>
        </p:nvPicPr>
        <p:blipFill rotWithShape="1">
          <a:blip r:embed="rId3">
            <a:alphaModFix/>
          </a:blip>
          <a:srcRect b="43690" l="0" r="57905" t="0"/>
          <a:stretch/>
        </p:blipFill>
        <p:spPr>
          <a:xfrm flipH="1">
            <a:off x="127140" y="812425"/>
            <a:ext cx="3227151" cy="1770000"/>
          </a:xfrm>
          <a:prstGeom prst="rect">
            <a:avLst/>
          </a:prstGeom>
          <a:noFill/>
          <a:ln>
            <a:noFill/>
          </a:ln>
        </p:spPr>
      </p:pic>
      <p:sp>
        <p:nvSpPr>
          <p:cNvPr id="933" name="Google Shape;933;p84"/>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Maths in marketing</a:t>
            </a:r>
            <a:endParaRPr/>
          </a:p>
        </p:txBody>
      </p:sp>
      <p:pic>
        <p:nvPicPr>
          <p:cNvPr id="934" name="Google Shape;934;p84"/>
          <p:cNvPicPr preferRelativeResize="0"/>
          <p:nvPr/>
        </p:nvPicPr>
        <p:blipFill>
          <a:blip r:embed="rId4">
            <a:alphaModFix/>
          </a:blip>
          <a:stretch>
            <a:fillRect/>
          </a:stretch>
        </p:blipFill>
        <p:spPr>
          <a:xfrm>
            <a:off x="323325" y="2582108"/>
            <a:ext cx="920800" cy="1325976"/>
          </a:xfrm>
          <a:prstGeom prst="rect">
            <a:avLst/>
          </a:prstGeom>
          <a:noFill/>
          <a:ln>
            <a:noFill/>
          </a:ln>
        </p:spPr>
      </p:pic>
      <p:sp>
        <p:nvSpPr>
          <p:cNvPr id="935" name="Google Shape;935;p84"/>
          <p:cNvSpPr txBox="1"/>
          <p:nvPr>
            <p:ph idx="1" type="body"/>
          </p:nvPr>
        </p:nvSpPr>
        <p:spPr>
          <a:xfrm>
            <a:off x="400829" y="846858"/>
            <a:ext cx="2929200" cy="13410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t>Google analytics tells me where these extra </a:t>
            </a:r>
            <a:r>
              <a:rPr lang="en-GB">
                <a:latin typeface="Times New Roman"/>
                <a:ea typeface="Times New Roman"/>
                <a:cs typeface="Times New Roman"/>
                <a:sym typeface="Times New Roman"/>
              </a:rPr>
              <a:t>5000</a:t>
            </a:r>
            <a:r>
              <a:rPr lang="en-GB" sz="2000"/>
              <a:t> November visitors to my site came from.</a:t>
            </a:r>
            <a:endParaRPr sz="2000"/>
          </a:p>
        </p:txBody>
      </p:sp>
      <p:pic>
        <p:nvPicPr>
          <p:cNvPr id="936" name="Google Shape;936;p84"/>
          <p:cNvPicPr preferRelativeResize="0"/>
          <p:nvPr/>
        </p:nvPicPr>
        <p:blipFill>
          <a:blip r:embed="rId5">
            <a:alphaModFix/>
          </a:blip>
          <a:stretch>
            <a:fillRect/>
          </a:stretch>
        </p:blipFill>
        <p:spPr>
          <a:xfrm>
            <a:off x="3761456" y="813046"/>
            <a:ext cx="5064325" cy="3187455"/>
          </a:xfrm>
          <a:prstGeom prst="rect">
            <a:avLst/>
          </a:prstGeom>
          <a:noFill/>
          <a:ln>
            <a:noFill/>
          </a:ln>
        </p:spPr>
      </p:pic>
      <p:sp>
        <p:nvSpPr>
          <p:cNvPr id="937" name="Google Shape;937;p84"/>
          <p:cNvSpPr txBox="1"/>
          <p:nvPr>
            <p:ph idx="1" type="body"/>
          </p:nvPr>
        </p:nvSpPr>
        <p:spPr>
          <a:xfrm>
            <a:off x="8004892" y="4112100"/>
            <a:ext cx="840900" cy="320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t>Month</a:t>
            </a:r>
            <a:endParaRPr sz="2000"/>
          </a:p>
        </p:txBody>
      </p:sp>
      <p:sp>
        <p:nvSpPr>
          <p:cNvPr id="938" name="Google Shape;938;p84"/>
          <p:cNvSpPr txBox="1"/>
          <p:nvPr>
            <p:ph idx="1" type="body"/>
          </p:nvPr>
        </p:nvSpPr>
        <p:spPr>
          <a:xfrm rot="-5400000">
            <a:off x="2457972" y="1658052"/>
            <a:ext cx="2156400" cy="320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t>Site visits (000’s)</a:t>
            </a:r>
            <a:endParaRPr sz="2000"/>
          </a:p>
        </p:txBody>
      </p:sp>
      <p:sp>
        <p:nvSpPr>
          <p:cNvPr id="939" name="Google Shape;939;p84"/>
          <p:cNvSpPr/>
          <p:nvPr/>
        </p:nvSpPr>
        <p:spPr>
          <a:xfrm>
            <a:off x="7718275" y="1003375"/>
            <a:ext cx="840900" cy="1523400"/>
          </a:xfrm>
          <a:prstGeom prst="ellipse">
            <a:avLst/>
          </a:prstGeom>
          <a:noFill/>
          <a:ln cap="flat" cmpd="sng" w="3810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940" name="Google Shape;940;p84"/>
          <p:cNvSpPr txBox="1"/>
          <p:nvPr>
            <p:ph idx="1" type="body"/>
          </p:nvPr>
        </p:nvSpPr>
        <p:spPr>
          <a:xfrm>
            <a:off x="5843684" y="2588762"/>
            <a:ext cx="2974800" cy="988800"/>
          </a:xfrm>
          <a:prstGeom prst="rect">
            <a:avLst/>
          </a:prstGeom>
          <a:solidFill>
            <a:schemeClr val="lt1"/>
          </a:solidFill>
        </p:spPr>
        <p:txBody>
          <a:bodyPr anchorCtr="0" anchor="t" bIns="0" lIns="0" spcFirstLastPara="1" rIns="0" wrap="square" tIns="0">
            <a:noAutofit/>
          </a:bodyPr>
          <a:lstStyle/>
          <a:p>
            <a:pPr indent="0" lvl="0" marL="0" rtl="0" algn="l">
              <a:lnSpc>
                <a:spcPct val="100000"/>
              </a:lnSpc>
              <a:spcBef>
                <a:spcPts val="0"/>
              </a:spcBef>
              <a:spcAft>
                <a:spcPts val="1000"/>
              </a:spcAft>
              <a:buNone/>
            </a:pPr>
            <a:r>
              <a:rPr lang="en-GB">
                <a:latin typeface="Kalam"/>
                <a:ea typeface="Kalam"/>
                <a:cs typeface="Kalam"/>
                <a:sym typeface="Kalam"/>
              </a:rPr>
              <a:t>Investment in November generating approximately</a:t>
            </a:r>
            <a:r>
              <a:rPr lang="en-GB"/>
              <a:t> </a:t>
            </a:r>
            <a:r>
              <a:rPr lang="en-GB">
                <a:latin typeface="Times New Roman"/>
                <a:ea typeface="Times New Roman"/>
                <a:cs typeface="Times New Roman"/>
                <a:sym typeface="Times New Roman"/>
              </a:rPr>
              <a:t>5</a:t>
            </a:r>
            <a:r>
              <a:rPr lang="en-GB">
                <a:latin typeface="Times New Roman"/>
                <a:ea typeface="Times New Roman"/>
                <a:cs typeface="Times New Roman"/>
                <a:sym typeface="Times New Roman"/>
              </a:rPr>
              <a:t>000</a:t>
            </a:r>
            <a:r>
              <a:rPr lang="en-GB">
                <a:latin typeface="Kalam"/>
                <a:ea typeface="Kalam"/>
                <a:cs typeface="Kalam"/>
                <a:sym typeface="Kalam"/>
              </a:rPr>
              <a:t> more site visits.</a:t>
            </a:r>
            <a:endParaRPr>
              <a:latin typeface="Kalam"/>
              <a:ea typeface="Kalam"/>
              <a:cs typeface="Kalam"/>
              <a:sym typeface="Kalam"/>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4" name="Shape 944"/>
        <p:cNvGrpSpPr/>
        <p:nvPr/>
      </p:nvGrpSpPr>
      <p:grpSpPr>
        <a:xfrm>
          <a:off x="0" y="0"/>
          <a:ext cx="0" cy="0"/>
          <a:chOff x="0" y="0"/>
          <a:chExt cx="0" cy="0"/>
        </a:xfrm>
      </p:grpSpPr>
      <p:sp>
        <p:nvSpPr>
          <p:cNvPr id="945" name="Google Shape;945;p85"/>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Maths in marketing</a:t>
            </a:r>
            <a:endParaRPr/>
          </a:p>
        </p:txBody>
      </p:sp>
      <p:grpSp>
        <p:nvGrpSpPr>
          <p:cNvPr id="946" name="Google Shape;946;p85"/>
          <p:cNvGrpSpPr/>
          <p:nvPr/>
        </p:nvGrpSpPr>
        <p:grpSpPr>
          <a:xfrm rot="5400000">
            <a:off x="5295648" y="820784"/>
            <a:ext cx="3532800" cy="3532800"/>
            <a:chOff x="3818925" y="1059150"/>
            <a:chExt cx="3532800" cy="3532800"/>
          </a:xfrm>
        </p:grpSpPr>
        <p:sp>
          <p:nvSpPr>
            <p:cNvPr id="947" name="Google Shape;947;p85"/>
            <p:cNvSpPr/>
            <p:nvPr/>
          </p:nvSpPr>
          <p:spPr>
            <a:xfrm rot="5400000">
              <a:off x="3818925" y="1059150"/>
              <a:ext cx="3532800" cy="3532800"/>
            </a:xfrm>
            <a:prstGeom prst="pie">
              <a:avLst>
                <a:gd fmla="val 5388155" name="adj1"/>
                <a:gd fmla="val 16200000" name="adj2"/>
              </a:avLst>
            </a:prstGeom>
            <a:solidFill>
              <a:schemeClr val="accent3"/>
            </a:solidFill>
            <a:ln cap="flat" cmpd="sng" w="381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948" name="Google Shape;948;p85"/>
            <p:cNvSpPr/>
            <p:nvPr/>
          </p:nvSpPr>
          <p:spPr>
            <a:xfrm>
              <a:off x="3818925" y="1059150"/>
              <a:ext cx="3532800" cy="3532800"/>
            </a:xfrm>
            <a:prstGeom prst="pie">
              <a:avLst>
                <a:gd fmla="val 0" name="adj1"/>
                <a:gd fmla="val 7548838" name="adj2"/>
              </a:avLst>
            </a:prstGeom>
            <a:solidFill>
              <a:schemeClr val="accent4"/>
            </a:solidFill>
            <a:ln cap="flat" cmpd="sng" w="381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949" name="Google Shape;949;p85"/>
            <p:cNvSpPr/>
            <p:nvPr/>
          </p:nvSpPr>
          <p:spPr>
            <a:xfrm>
              <a:off x="3818925" y="1059150"/>
              <a:ext cx="3532800" cy="3532800"/>
            </a:xfrm>
            <a:prstGeom prst="pie">
              <a:avLst>
                <a:gd fmla="val 7136336" name="adj1"/>
                <a:gd fmla="val 10772712" name="adj2"/>
              </a:avLst>
            </a:prstGeom>
            <a:solidFill>
              <a:schemeClr val="accent5"/>
            </a:solidFill>
            <a:ln cap="flat" cmpd="sng" w="381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pSp>
      <p:sp>
        <p:nvSpPr>
          <p:cNvPr id="950" name="Google Shape;950;p85"/>
          <p:cNvSpPr txBox="1"/>
          <p:nvPr>
            <p:ph idx="1" type="body"/>
          </p:nvPr>
        </p:nvSpPr>
        <p:spPr>
          <a:xfrm>
            <a:off x="6012578" y="1120677"/>
            <a:ext cx="920700" cy="613500"/>
          </a:xfrm>
          <a:prstGeom prst="rect">
            <a:avLst/>
          </a:prstGeom>
          <a:noFill/>
        </p:spPr>
        <p:txBody>
          <a:bodyPr anchorCtr="0" anchor="t" bIns="0" lIns="0" spcFirstLastPara="1" rIns="0" wrap="square" tIns="0">
            <a:noAutofit/>
          </a:bodyPr>
          <a:lstStyle/>
          <a:p>
            <a:pPr indent="0" lvl="0" marL="0" rtl="0" algn="ctr">
              <a:lnSpc>
                <a:spcPct val="100000"/>
              </a:lnSpc>
              <a:spcBef>
                <a:spcPts val="0"/>
              </a:spcBef>
              <a:spcAft>
                <a:spcPts val="0"/>
              </a:spcAft>
              <a:buNone/>
            </a:pPr>
            <a:r>
              <a:rPr lang="en-GB" sz="2000">
                <a:solidFill>
                  <a:schemeClr val="lt1"/>
                </a:solidFill>
              </a:rPr>
              <a:t>Direct email</a:t>
            </a:r>
            <a:endParaRPr sz="2000">
              <a:solidFill>
                <a:schemeClr val="lt1"/>
              </a:solidFill>
            </a:endParaRPr>
          </a:p>
          <a:p>
            <a:pPr indent="0" lvl="0" marL="0" rtl="0" algn="ctr">
              <a:lnSpc>
                <a:spcPct val="100000"/>
              </a:lnSpc>
              <a:spcBef>
                <a:spcPts val="0"/>
              </a:spcBef>
              <a:spcAft>
                <a:spcPts val="0"/>
              </a:spcAft>
              <a:buNone/>
            </a:pPr>
            <a:r>
              <a:rPr lang="en-GB" sz="2000">
                <a:solidFill>
                  <a:schemeClr val="lt1"/>
                </a:solidFill>
              </a:rPr>
              <a:t>(</a:t>
            </a:r>
            <a:r>
              <a:rPr lang="en-GB">
                <a:solidFill>
                  <a:schemeClr val="lt1"/>
                </a:solidFill>
                <a:latin typeface="Times New Roman"/>
                <a:ea typeface="Times New Roman"/>
                <a:cs typeface="Times New Roman"/>
                <a:sym typeface="Times New Roman"/>
              </a:rPr>
              <a:t>20%</a:t>
            </a:r>
            <a:r>
              <a:rPr lang="en-GB" sz="2000">
                <a:solidFill>
                  <a:schemeClr val="lt1"/>
                </a:solidFill>
              </a:rPr>
              <a:t>)</a:t>
            </a:r>
            <a:endParaRPr sz="2000">
              <a:solidFill>
                <a:schemeClr val="lt1"/>
              </a:solidFill>
            </a:endParaRPr>
          </a:p>
        </p:txBody>
      </p:sp>
      <p:sp>
        <p:nvSpPr>
          <p:cNvPr id="951" name="Google Shape;951;p85"/>
          <p:cNvSpPr txBox="1"/>
          <p:nvPr>
            <p:ph idx="1" type="body"/>
          </p:nvPr>
        </p:nvSpPr>
        <p:spPr>
          <a:xfrm>
            <a:off x="5530725" y="2599425"/>
            <a:ext cx="1285800" cy="613500"/>
          </a:xfrm>
          <a:prstGeom prst="rect">
            <a:avLst/>
          </a:prstGeom>
          <a:noFill/>
        </p:spPr>
        <p:txBody>
          <a:bodyPr anchorCtr="0" anchor="t" bIns="0" lIns="0" spcFirstLastPara="1" rIns="0" wrap="square" tIns="0">
            <a:noAutofit/>
          </a:bodyPr>
          <a:lstStyle/>
          <a:p>
            <a:pPr indent="0" lvl="0" marL="0" rtl="0" algn="ctr">
              <a:lnSpc>
                <a:spcPct val="100000"/>
              </a:lnSpc>
              <a:spcBef>
                <a:spcPts val="0"/>
              </a:spcBef>
              <a:spcAft>
                <a:spcPts val="0"/>
              </a:spcAft>
              <a:buNone/>
            </a:pPr>
            <a:r>
              <a:rPr lang="en-GB" sz="2000">
                <a:solidFill>
                  <a:schemeClr val="lt1"/>
                </a:solidFill>
              </a:rPr>
              <a:t>Facebook advert</a:t>
            </a:r>
            <a:endParaRPr sz="2000">
              <a:solidFill>
                <a:schemeClr val="lt1"/>
              </a:solidFill>
            </a:endParaRPr>
          </a:p>
          <a:p>
            <a:pPr indent="0" lvl="0" marL="0" rtl="0" algn="ctr">
              <a:lnSpc>
                <a:spcPct val="100000"/>
              </a:lnSpc>
              <a:spcBef>
                <a:spcPts val="0"/>
              </a:spcBef>
              <a:spcAft>
                <a:spcPts val="0"/>
              </a:spcAft>
              <a:buNone/>
            </a:pPr>
            <a:r>
              <a:rPr lang="en-GB" sz="2000">
                <a:solidFill>
                  <a:schemeClr val="lt1"/>
                </a:solidFill>
              </a:rPr>
              <a:t>(</a:t>
            </a:r>
            <a:r>
              <a:rPr lang="en-GB">
                <a:solidFill>
                  <a:schemeClr val="lt1"/>
                </a:solidFill>
                <a:latin typeface="Times New Roman"/>
                <a:ea typeface="Times New Roman"/>
                <a:cs typeface="Times New Roman"/>
                <a:sym typeface="Times New Roman"/>
              </a:rPr>
              <a:t>3</a:t>
            </a:r>
            <a:r>
              <a:rPr lang="en-GB">
                <a:solidFill>
                  <a:schemeClr val="lt1"/>
                </a:solidFill>
                <a:latin typeface="Times New Roman"/>
                <a:ea typeface="Times New Roman"/>
                <a:cs typeface="Times New Roman"/>
                <a:sym typeface="Times New Roman"/>
              </a:rPr>
              <a:t>0%</a:t>
            </a:r>
            <a:r>
              <a:rPr lang="en-GB" sz="2000">
                <a:solidFill>
                  <a:schemeClr val="lt1"/>
                </a:solidFill>
              </a:rPr>
              <a:t>)</a:t>
            </a:r>
            <a:endParaRPr sz="2000">
              <a:solidFill>
                <a:schemeClr val="lt1"/>
              </a:solidFill>
            </a:endParaRPr>
          </a:p>
        </p:txBody>
      </p:sp>
      <p:sp>
        <p:nvSpPr>
          <p:cNvPr id="952" name="Google Shape;952;p85"/>
          <p:cNvSpPr txBox="1"/>
          <p:nvPr>
            <p:ph idx="1" type="body"/>
          </p:nvPr>
        </p:nvSpPr>
        <p:spPr>
          <a:xfrm>
            <a:off x="7161201" y="2020101"/>
            <a:ext cx="1285800" cy="613500"/>
          </a:xfrm>
          <a:prstGeom prst="rect">
            <a:avLst/>
          </a:prstGeom>
          <a:noFill/>
        </p:spPr>
        <p:txBody>
          <a:bodyPr anchorCtr="0" anchor="t" bIns="0" lIns="0" spcFirstLastPara="1" rIns="0" wrap="square" tIns="0">
            <a:noAutofit/>
          </a:bodyPr>
          <a:lstStyle/>
          <a:p>
            <a:pPr indent="0" lvl="0" marL="0" rtl="0" algn="ctr">
              <a:lnSpc>
                <a:spcPct val="100000"/>
              </a:lnSpc>
              <a:spcBef>
                <a:spcPts val="0"/>
              </a:spcBef>
              <a:spcAft>
                <a:spcPts val="0"/>
              </a:spcAft>
              <a:buNone/>
            </a:pPr>
            <a:r>
              <a:rPr lang="en-GB" sz="2000">
                <a:solidFill>
                  <a:schemeClr val="lt1"/>
                </a:solidFill>
              </a:rPr>
              <a:t>YouTube </a:t>
            </a:r>
            <a:r>
              <a:rPr lang="en-GB" sz="2000">
                <a:solidFill>
                  <a:schemeClr val="lt1"/>
                </a:solidFill>
              </a:rPr>
              <a:t>advert</a:t>
            </a:r>
            <a:endParaRPr sz="2000">
              <a:solidFill>
                <a:schemeClr val="lt1"/>
              </a:solidFill>
            </a:endParaRPr>
          </a:p>
          <a:p>
            <a:pPr indent="0" lvl="0" marL="0" rtl="0" algn="ctr">
              <a:lnSpc>
                <a:spcPct val="100000"/>
              </a:lnSpc>
              <a:spcBef>
                <a:spcPts val="0"/>
              </a:spcBef>
              <a:spcAft>
                <a:spcPts val="0"/>
              </a:spcAft>
              <a:buNone/>
            </a:pPr>
            <a:r>
              <a:rPr lang="en-GB" sz="2000">
                <a:solidFill>
                  <a:schemeClr val="lt1"/>
                </a:solidFill>
              </a:rPr>
              <a:t>(</a:t>
            </a:r>
            <a:r>
              <a:rPr lang="en-GB">
                <a:solidFill>
                  <a:schemeClr val="lt1"/>
                </a:solidFill>
                <a:latin typeface="Times New Roman"/>
                <a:ea typeface="Times New Roman"/>
                <a:cs typeface="Times New Roman"/>
                <a:sym typeface="Times New Roman"/>
              </a:rPr>
              <a:t>5</a:t>
            </a:r>
            <a:r>
              <a:rPr lang="en-GB">
                <a:solidFill>
                  <a:schemeClr val="lt1"/>
                </a:solidFill>
                <a:latin typeface="Times New Roman"/>
                <a:ea typeface="Times New Roman"/>
                <a:cs typeface="Times New Roman"/>
                <a:sym typeface="Times New Roman"/>
              </a:rPr>
              <a:t>0%</a:t>
            </a:r>
            <a:r>
              <a:rPr lang="en-GB" sz="2000">
                <a:solidFill>
                  <a:schemeClr val="lt1"/>
                </a:solidFill>
              </a:rPr>
              <a:t>)</a:t>
            </a:r>
            <a:endParaRPr sz="2000">
              <a:solidFill>
                <a:schemeClr val="lt1"/>
              </a:solidFill>
            </a:endParaRPr>
          </a:p>
        </p:txBody>
      </p:sp>
      <p:pic>
        <p:nvPicPr>
          <p:cNvPr id="953" name="Google Shape;953;p85"/>
          <p:cNvPicPr preferRelativeResize="0"/>
          <p:nvPr/>
        </p:nvPicPr>
        <p:blipFill rotWithShape="1">
          <a:blip r:embed="rId3">
            <a:alphaModFix/>
          </a:blip>
          <a:srcRect b="43690" l="0" r="57905" t="0"/>
          <a:stretch/>
        </p:blipFill>
        <p:spPr>
          <a:xfrm flipH="1">
            <a:off x="127140" y="812425"/>
            <a:ext cx="3227151" cy="1770000"/>
          </a:xfrm>
          <a:prstGeom prst="rect">
            <a:avLst/>
          </a:prstGeom>
          <a:noFill/>
          <a:ln>
            <a:noFill/>
          </a:ln>
        </p:spPr>
      </p:pic>
      <p:pic>
        <p:nvPicPr>
          <p:cNvPr id="954" name="Google Shape;954;p85"/>
          <p:cNvPicPr preferRelativeResize="0"/>
          <p:nvPr/>
        </p:nvPicPr>
        <p:blipFill>
          <a:blip r:embed="rId4">
            <a:alphaModFix/>
          </a:blip>
          <a:stretch>
            <a:fillRect/>
          </a:stretch>
        </p:blipFill>
        <p:spPr>
          <a:xfrm>
            <a:off x="323325" y="2582108"/>
            <a:ext cx="920800" cy="1325976"/>
          </a:xfrm>
          <a:prstGeom prst="rect">
            <a:avLst/>
          </a:prstGeom>
          <a:noFill/>
          <a:ln>
            <a:noFill/>
          </a:ln>
        </p:spPr>
      </p:pic>
      <p:sp>
        <p:nvSpPr>
          <p:cNvPr id="955" name="Google Shape;955;p85"/>
          <p:cNvSpPr txBox="1"/>
          <p:nvPr>
            <p:ph idx="1" type="body"/>
          </p:nvPr>
        </p:nvSpPr>
        <p:spPr>
          <a:xfrm>
            <a:off x="400829" y="846858"/>
            <a:ext cx="2929200" cy="13410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t>Google analytics tells me where these extra </a:t>
            </a:r>
            <a:r>
              <a:rPr lang="en-GB">
                <a:latin typeface="Times New Roman"/>
                <a:ea typeface="Times New Roman"/>
                <a:cs typeface="Times New Roman"/>
                <a:sym typeface="Times New Roman"/>
              </a:rPr>
              <a:t>5000</a:t>
            </a:r>
            <a:r>
              <a:rPr lang="en-GB" sz="2000"/>
              <a:t> November visitors to my site came from.</a:t>
            </a:r>
            <a:endParaRPr sz="2000"/>
          </a:p>
        </p:txBody>
      </p:sp>
      <p:sp>
        <p:nvSpPr>
          <p:cNvPr id="956" name="Google Shape;956;p85"/>
          <p:cNvSpPr txBox="1"/>
          <p:nvPr>
            <p:ph idx="1" type="body"/>
          </p:nvPr>
        </p:nvSpPr>
        <p:spPr>
          <a:xfrm>
            <a:off x="1695600" y="2587766"/>
            <a:ext cx="1360800" cy="3096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a:t>YouTube:</a:t>
            </a:r>
            <a:endParaRPr/>
          </a:p>
        </p:txBody>
      </p:sp>
      <p:sp>
        <p:nvSpPr>
          <p:cNvPr id="957" name="Google Shape;957;p85"/>
          <p:cNvSpPr txBox="1"/>
          <p:nvPr>
            <p:ph idx="1" type="body"/>
          </p:nvPr>
        </p:nvSpPr>
        <p:spPr>
          <a:xfrm>
            <a:off x="1713584" y="2901338"/>
            <a:ext cx="3125400" cy="3096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400">
                <a:latin typeface="Times New Roman"/>
                <a:ea typeface="Times New Roman"/>
                <a:cs typeface="Times New Roman"/>
                <a:sym typeface="Times New Roman"/>
              </a:rPr>
              <a:t>0.5 × 5000 = 2500</a:t>
            </a:r>
            <a:r>
              <a:rPr lang="en-GB"/>
              <a:t> visits</a:t>
            </a:r>
            <a:endParaRPr/>
          </a:p>
        </p:txBody>
      </p:sp>
      <p:sp>
        <p:nvSpPr>
          <p:cNvPr id="958" name="Google Shape;958;p85"/>
          <p:cNvSpPr txBox="1"/>
          <p:nvPr>
            <p:ph idx="1" type="body"/>
          </p:nvPr>
        </p:nvSpPr>
        <p:spPr>
          <a:xfrm>
            <a:off x="1695600" y="3398598"/>
            <a:ext cx="1523100" cy="3096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a:t>Facebook</a:t>
            </a:r>
            <a:r>
              <a:rPr lang="en-GB"/>
              <a:t>:</a:t>
            </a:r>
            <a:endParaRPr/>
          </a:p>
        </p:txBody>
      </p:sp>
      <p:sp>
        <p:nvSpPr>
          <p:cNvPr id="959" name="Google Shape;959;p85"/>
          <p:cNvSpPr txBox="1"/>
          <p:nvPr>
            <p:ph idx="1" type="body"/>
          </p:nvPr>
        </p:nvSpPr>
        <p:spPr>
          <a:xfrm>
            <a:off x="1713584" y="3712177"/>
            <a:ext cx="3125400" cy="3096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400">
                <a:latin typeface="Times New Roman"/>
                <a:ea typeface="Times New Roman"/>
                <a:cs typeface="Times New Roman"/>
                <a:sym typeface="Times New Roman"/>
              </a:rPr>
              <a:t>0.3 × 5000 = 1500</a:t>
            </a:r>
            <a:r>
              <a:rPr lang="en-GB"/>
              <a:t> visits</a:t>
            </a:r>
            <a:endParaRPr/>
          </a:p>
        </p:txBody>
      </p:sp>
      <p:sp>
        <p:nvSpPr>
          <p:cNvPr id="960" name="Google Shape;960;p85"/>
          <p:cNvSpPr txBox="1"/>
          <p:nvPr>
            <p:ph idx="1" type="body"/>
          </p:nvPr>
        </p:nvSpPr>
        <p:spPr>
          <a:xfrm>
            <a:off x="1695600" y="4209448"/>
            <a:ext cx="2181600" cy="3096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a:t>Direct email</a:t>
            </a:r>
            <a:r>
              <a:rPr lang="en-GB"/>
              <a:t>:</a:t>
            </a:r>
            <a:endParaRPr/>
          </a:p>
        </p:txBody>
      </p:sp>
      <p:sp>
        <p:nvSpPr>
          <p:cNvPr id="961" name="Google Shape;961;p85"/>
          <p:cNvSpPr txBox="1"/>
          <p:nvPr>
            <p:ph idx="1" type="body"/>
          </p:nvPr>
        </p:nvSpPr>
        <p:spPr>
          <a:xfrm>
            <a:off x="1713584" y="4523017"/>
            <a:ext cx="3125400" cy="3096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400">
                <a:latin typeface="Times New Roman"/>
                <a:ea typeface="Times New Roman"/>
                <a:cs typeface="Times New Roman"/>
                <a:sym typeface="Times New Roman"/>
              </a:rPr>
              <a:t>0.2 × 5000 = 1000</a:t>
            </a:r>
            <a:r>
              <a:rPr lang="en-GB"/>
              <a:t> visits</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5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5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5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5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6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61"/>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5" name="Shape 965"/>
        <p:cNvGrpSpPr/>
        <p:nvPr/>
      </p:nvGrpSpPr>
      <p:grpSpPr>
        <a:xfrm>
          <a:off x="0" y="0"/>
          <a:ext cx="0" cy="0"/>
          <a:chOff x="0" y="0"/>
          <a:chExt cx="0" cy="0"/>
        </a:xfrm>
      </p:grpSpPr>
      <p:sp>
        <p:nvSpPr>
          <p:cNvPr id="966" name="Google Shape;966;p86"/>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Maths in marketing</a:t>
            </a:r>
            <a:endParaRPr/>
          </a:p>
        </p:txBody>
      </p:sp>
      <p:sp>
        <p:nvSpPr>
          <p:cNvPr id="967" name="Google Shape;967;p86"/>
          <p:cNvSpPr/>
          <p:nvPr/>
        </p:nvSpPr>
        <p:spPr>
          <a:xfrm rot="10800000">
            <a:off x="5291090" y="820784"/>
            <a:ext cx="3532800" cy="3532800"/>
          </a:xfrm>
          <a:prstGeom prst="pie">
            <a:avLst>
              <a:gd fmla="val 5388155" name="adj1"/>
              <a:gd fmla="val 18021179" name="adj2"/>
            </a:avLst>
          </a:prstGeom>
          <a:solidFill>
            <a:schemeClr val="accent3"/>
          </a:solidFill>
          <a:ln cap="flat" cmpd="sng" w="381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968" name="Google Shape;968;p86"/>
          <p:cNvSpPr/>
          <p:nvPr/>
        </p:nvSpPr>
        <p:spPr>
          <a:xfrm rot="7200046">
            <a:off x="5295736" y="820778"/>
            <a:ext cx="3532718" cy="3532718"/>
          </a:xfrm>
          <a:prstGeom prst="pie">
            <a:avLst>
              <a:gd fmla="val 0" name="adj1"/>
              <a:gd fmla="val 6473726" name="adj2"/>
            </a:avLst>
          </a:prstGeom>
          <a:solidFill>
            <a:schemeClr val="accent4"/>
          </a:solidFill>
          <a:ln cap="flat" cmpd="sng" w="381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969" name="Google Shape;969;p86"/>
          <p:cNvSpPr/>
          <p:nvPr/>
        </p:nvSpPr>
        <p:spPr>
          <a:xfrm rot="5400000">
            <a:off x="5295648" y="820784"/>
            <a:ext cx="3532800" cy="3532800"/>
          </a:xfrm>
          <a:prstGeom prst="pie">
            <a:avLst>
              <a:gd fmla="val 8151530" name="adj1"/>
              <a:gd fmla="val 10772712" name="adj2"/>
            </a:avLst>
          </a:prstGeom>
          <a:solidFill>
            <a:schemeClr val="accent2"/>
          </a:solidFill>
          <a:ln cap="flat" cmpd="sng" w="381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970" name="Google Shape;970;p86"/>
          <p:cNvSpPr txBox="1"/>
          <p:nvPr>
            <p:ph idx="1" type="body"/>
          </p:nvPr>
        </p:nvSpPr>
        <p:spPr>
          <a:xfrm>
            <a:off x="6161124" y="942316"/>
            <a:ext cx="920700" cy="860700"/>
          </a:xfrm>
          <a:prstGeom prst="rect">
            <a:avLst/>
          </a:prstGeom>
          <a:noFill/>
        </p:spPr>
        <p:txBody>
          <a:bodyPr anchorCtr="0" anchor="t" bIns="0" lIns="0" spcFirstLastPara="1" rIns="0" wrap="square" tIns="0">
            <a:noAutofit/>
          </a:bodyPr>
          <a:lstStyle/>
          <a:p>
            <a:pPr indent="0" lvl="0" marL="0" rtl="0" algn="ctr">
              <a:lnSpc>
                <a:spcPct val="100000"/>
              </a:lnSpc>
              <a:spcBef>
                <a:spcPts val="0"/>
              </a:spcBef>
              <a:spcAft>
                <a:spcPts val="0"/>
              </a:spcAft>
              <a:buNone/>
            </a:pPr>
            <a:r>
              <a:rPr lang="en-GB" sz="2000">
                <a:solidFill>
                  <a:schemeClr val="lt1"/>
                </a:solidFill>
              </a:rPr>
              <a:t>Insta ad</a:t>
            </a:r>
            <a:r>
              <a:rPr lang="en-GB" sz="2000">
                <a:solidFill>
                  <a:schemeClr val="lt1"/>
                </a:solidFill>
              </a:rPr>
              <a:t>vert</a:t>
            </a:r>
            <a:endParaRPr sz="2000">
              <a:solidFill>
                <a:schemeClr val="lt1"/>
              </a:solidFill>
            </a:endParaRPr>
          </a:p>
          <a:p>
            <a:pPr indent="0" lvl="0" marL="0" rtl="0" algn="ctr">
              <a:lnSpc>
                <a:spcPct val="100000"/>
              </a:lnSpc>
              <a:spcBef>
                <a:spcPts val="0"/>
              </a:spcBef>
              <a:spcAft>
                <a:spcPts val="0"/>
              </a:spcAft>
              <a:buNone/>
            </a:pPr>
            <a:r>
              <a:rPr lang="en-GB" sz="2000">
                <a:solidFill>
                  <a:schemeClr val="lt1"/>
                </a:solidFill>
              </a:rPr>
              <a:t>(</a:t>
            </a:r>
            <a:r>
              <a:rPr lang="en-GB">
                <a:solidFill>
                  <a:schemeClr val="lt1"/>
                </a:solidFill>
                <a:latin typeface="Times New Roman"/>
                <a:ea typeface="Times New Roman"/>
                <a:cs typeface="Times New Roman"/>
                <a:sym typeface="Times New Roman"/>
              </a:rPr>
              <a:t>11</a:t>
            </a:r>
            <a:r>
              <a:rPr lang="en-GB">
                <a:solidFill>
                  <a:schemeClr val="lt1"/>
                </a:solidFill>
                <a:latin typeface="Times New Roman"/>
                <a:ea typeface="Times New Roman"/>
                <a:cs typeface="Times New Roman"/>
                <a:sym typeface="Times New Roman"/>
              </a:rPr>
              <a:t>%</a:t>
            </a:r>
            <a:r>
              <a:rPr lang="en-GB" sz="2000">
                <a:solidFill>
                  <a:schemeClr val="lt1"/>
                </a:solidFill>
              </a:rPr>
              <a:t>)</a:t>
            </a:r>
            <a:endParaRPr sz="2000">
              <a:solidFill>
                <a:schemeClr val="lt1"/>
              </a:solidFill>
            </a:endParaRPr>
          </a:p>
        </p:txBody>
      </p:sp>
      <p:sp>
        <p:nvSpPr>
          <p:cNvPr id="971" name="Google Shape;971;p86"/>
          <p:cNvSpPr txBox="1"/>
          <p:nvPr>
            <p:ph idx="1" type="body"/>
          </p:nvPr>
        </p:nvSpPr>
        <p:spPr>
          <a:xfrm>
            <a:off x="5424589" y="2294965"/>
            <a:ext cx="1285800" cy="613500"/>
          </a:xfrm>
          <a:prstGeom prst="rect">
            <a:avLst/>
          </a:prstGeom>
          <a:noFill/>
        </p:spPr>
        <p:txBody>
          <a:bodyPr anchorCtr="0" anchor="t" bIns="0" lIns="0" spcFirstLastPara="1" rIns="0" wrap="square" tIns="0">
            <a:noAutofit/>
          </a:bodyPr>
          <a:lstStyle/>
          <a:p>
            <a:pPr indent="0" lvl="0" marL="0" rtl="0" algn="ctr">
              <a:lnSpc>
                <a:spcPct val="100000"/>
              </a:lnSpc>
              <a:spcBef>
                <a:spcPts val="0"/>
              </a:spcBef>
              <a:spcAft>
                <a:spcPts val="0"/>
              </a:spcAft>
              <a:buNone/>
            </a:pPr>
            <a:r>
              <a:rPr lang="en-GB" sz="2000">
                <a:solidFill>
                  <a:schemeClr val="lt1"/>
                </a:solidFill>
              </a:rPr>
              <a:t>Facebook advert</a:t>
            </a:r>
            <a:endParaRPr sz="2000">
              <a:solidFill>
                <a:schemeClr val="lt1"/>
              </a:solidFill>
            </a:endParaRPr>
          </a:p>
          <a:p>
            <a:pPr indent="0" lvl="0" marL="0" rtl="0" algn="ctr">
              <a:lnSpc>
                <a:spcPct val="100000"/>
              </a:lnSpc>
              <a:spcBef>
                <a:spcPts val="0"/>
              </a:spcBef>
              <a:spcAft>
                <a:spcPts val="0"/>
              </a:spcAft>
              <a:buNone/>
            </a:pPr>
            <a:r>
              <a:rPr lang="en-GB" sz="2000">
                <a:solidFill>
                  <a:schemeClr val="lt1"/>
                </a:solidFill>
              </a:rPr>
              <a:t>(</a:t>
            </a:r>
            <a:r>
              <a:rPr lang="en-GB">
                <a:solidFill>
                  <a:schemeClr val="lt1"/>
                </a:solidFill>
                <a:latin typeface="Times New Roman"/>
                <a:ea typeface="Times New Roman"/>
                <a:cs typeface="Times New Roman"/>
                <a:sym typeface="Times New Roman"/>
              </a:rPr>
              <a:t>28</a:t>
            </a:r>
            <a:r>
              <a:rPr lang="en-GB">
                <a:solidFill>
                  <a:schemeClr val="lt1"/>
                </a:solidFill>
                <a:latin typeface="Times New Roman"/>
                <a:ea typeface="Times New Roman"/>
                <a:cs typeface="Times New Roman"/>
                <a:sym typeface="Times New Roman"/>
              </a:rPr>
              <a:t>%</a:t>
            </a:r>
            <a:r>
              <a:rPr lang="en-GB" sz="2000">
                <a:solidFill>
                  <a:schemeClr val="lt1"/>
                </a:solidFill>
              </a:rPr>
              <a:t>)</a:t>
            </a:r>
            <a:endParaRPr sz="2000">
              <a:solidFill>
                <a:schemeClr val="lt1"/>
              </a:solidFill>
            </a:endParaRPr>
          </a:p>
        </p:txBody>
      </p:sp>
      <p:sp>
        <p:nvSpPr>
          <p:cNvPr id="972" name="Google Shape;972;p86"/>
          <p:cNvSpPr txBox="1"/>
          <p:nvPr>
            <p:ph idx="1" type="body"/>
          </p:nvPr>
        </p:nvSpPr>
        <p:spPr>
          <a:xfrm>
            <a:off x="7161201" y="2172501"/>
            <a:ext cx="1285800" cy="613500"/>
          </a:xfrm>
          <a:prstGeom prst="rect">
            <a:avLst/>
          </a:prstGeom>
          <a:noFill/>
        </p:spPr>
        <p:txBody>
          <a:bodyPr anchorCtr="0" anchor="t" bIns="0" lIns="0" spcFirstLastPara="1" rIns="0" wrap="square" tIns="0">
            <a:noAutofit/>
          </a:bodyPr>
          <a:lstStyle/>
          <a:p>
            <a:pPr indent="0" lvl="0" marL="0" rtl="0" algn="ctr">
              <a:lnSpc>
                <a:spcPct val="100000"/>
              </a:lnSpc>
              <a:spcBef>
                <a:spcPts val="0"/>
              </a:spcBef>
              <a:spcAft>
                <a:spcPts val="0"/>
              </a:spcAft>
              <a:buNone/>
            </a:pPr>
            <a:r>
              <a:rPr lang="en-GB" sz="2000">
                <a:solidFill>
                  <a:schemeClr val="lt1"/>
                </a:solidFill>
              </a:rPr>
              <a:t>YouTube advert</a:t>
            </a:r>
            <a:endParaRPr sz="2000">
              <a:solidFill>
                <a:schemeClr val="lt1"/>
              </a:solidFill>
            </a:endParaRPr>
          </a:p>
          <a:p>
            <a:pPr indent="0" lvl="0" marL="0" rtl="0" algn="ctr">
              <a:lnSpc>
                <a:spcPct val="100000"/>
              </a:lnSpc>
              <a:spcBef>
                <a:spcPts val="0"/>
              </a:spcBef>
              <a:spcAft>
                <a:spcPts val="0"/>
              </a:spcAft>
              <a:buNone/>
            </a:pPr>
            <a:r>
              <a:rPr lang="en-GB" sz="2000">
                <a:solidFill>
                  <a:schemeClr val="lt1"/>
                </a:solidFill>
              </a:rPr>
              <a:t>(</a:t>
            </a:r>
            <a:r>
              <a:rPr lang="en-GB">
                <a:solidFill>
                  <a:schemeClr val="lt1"/>
                </a:solidFill>
                <a:latin typeface="Times New Roman"/>
                <a:ea typeface="Times New Roman"/>
                <a:cs typeface="Times New Roman"/>
                <a:sym typeface="Times New Roman"/>
              </a:rPr>
              <a:t>61</a:t>
            </a:r>
            <a:r>
              <a:rPr lang="en-GB">
                <a:solidFill>
                  <a:schemeClr val="lt1"/>
                </a:solidFill>
                <a:latin typeface="Times New Roman"/>
                <a:ea typeface="Times New Roman"/>
                <a:cs typeface="Times New Roman"/>
                <a:sym typeface="Times New Roman"/>
              </a:rPr>
              <a:t>%</a:t>
            </a:r>
            <a:r>
              <a:rPr lang="en-GB" sz="2000">
                <a:solidFill>
                  <a:schemeClr val="lt1"/>
                </a:solidFill>
              </a:rPr>
              <a:t>)</a:t>
            </a:r>
            <a:endParaRPr sz="2000">
              <a:solidFill>
                <a:schemeClr val="lt1"/>
              </a:solidFill>
            </a:endParaRPr>
          </a:p>
        </p:txBody>
      </p:sp>
      <p:pic>
        <p:nvPicPr>
          <p:cNvPr id="973" name="Google Shape;973;p86"/>
          <p:cNvPicPr preferRelativeResize="0"/>
          <p:nvPr/>
        </p:nvPicPr>
        <p:blipFill rotWithShape="1">
          <a:blip r:embed="rId3">
            <a:alphaModFix/>
          </a:blip>
          <a:srcRect b="43690" l="0" r="57905" t="0"/>
          <a:stretch/>
        </p:blipFill>
        <p:spPr>
          <a:xfrm flipH="1">
            <a:off x="127151" y="812425"/>
            <a:ext cx="3688724" cy="1770000"/>
          </a:xfrm>
          <a:prstGeom prst="rect">
            <a:avLst/>
          </a:prstGeom>
          <a:noFill/>
          <a:ln>
            <a:noFill/>
          </a:ln>
        </p:spPr>
      </p:pic>
      <p:pic>
        <p:nvPicPr>
          <p:cNvPr id="974" name="Google Shape;974;p86"/>
          <p:cNvPicPr preferRelativeResize="0"/>
          <p:nvPr/>
        </p:nvPicPr>
        <p:blipFill>
          <a:blip r:embed="rId4">
            <a:alphaModFix/>
          </a:blip>
          <a:stretch>
            <a:fillRect/>
          </a:stretch>
        </p:blipFill>
        <p:spPr>
          <a:xfrm>
            <a:off x="323325" y="2582108"/>
            <a:ext cx="920800" cy="1325976"/>
          </a:xfrm>
          <a:prstGeom prst="rect">
            <a:avLst/>
          </a:prstGeom>
          <a:noFill/>
          <a:ln>
            <a:noFill/>
          </a:ln>
        </p:spPr>
      </p:pic>
      <p:sp>
        <p:nvSpPr>
          <p:cNvPr id="975" name="Google Shape;975;p86"/>
          <p:cNvSpPr txBox="1"/>
          <p:nvPr>
            <p:ph idx="1" type="body"/>
          </p:nvPr>
        </p:nvSpPr>
        <p:spPr>
          <a:xfrm>
            <a:off x="464962" y="846850"/>
            <a:ext cx="3195000" cy="13410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t>These are my extra</a:t>
            </a:r>
            <a:r>
              <a:rPr lang="en-GB" sz="2000"/>
              <a:t> </a:t>
            </a:r>
            <a:r>
              <a:rPr lang="en-GB">
                <a:latin typeface="Times New Roman"/>
                <a:ea typeface="Times New Roman"/>
                <a:cs typeface="Times New Roman"/>
                <a:sym typeface="Times New Roman"/>
              </a:rPr>
              <a:t>3</a:t>
            </a:r>
            <a:r>
              <a:rPr lang="en-GB">
                <a:latin typeface="Times New Roman"/>
                <a:ea typeface="Times New Roman"/>
                <a:cs typeface="Times New Roman"/>
                <a:sym typeface="Times New Roman"/>
              </a:rPr>
              <a:t>000</a:t>
            </a:r>
            <a:r>
              <a:rPr lang="en-GB" sz="2000"/>
              <a:t> April visitors. Can you work out how many came from each media?</a:t>
            </a:r>
            <a:endParaRPr sz="2000"/>
          </a:p>
        </p:txBody>
      </p:sp>
      <p:sp>
        <p:nvSpPr>
          <p:cNvPr id="976" name="Google Shape;976;p86"/>
          <p:cNvSpPr txBox="1"/>
          <p:nvPr>
            <p:ph idx="1" type="body"/>
          </p:nvPr>
        </p:nvSpPr>
        <p:spPr>
          <a:xfrm>
            <a:off x="1695600" y="2587766"/>
            <a:ext cx="1360800" cy="3096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a:latin typeface="Kalam"/>
                <a:ea typeface="Kalam"/>
                <a:cs typeface="Kalam"/>
                <a:sym typeface="Kalam"/>
              </a:rPr>
              <a:t>YouTube:</a:t>
            </a:r>
            <a:endParaRPr>
              <a:latin typeface="Kalam"/>
              <a:ea typeface="Kalam"/>
              <a:cs typeface="Kalam"/>
              <a:sym typeface="Kalam"/>
            </a:endParaRPr>
          </a:p>
        </p:txBody>
      </p:sp>
      <p:sp>
        <p:nvSpPr>
          <p:cNvPr id="977" name="Google Shape;977;p86"/>
          <p:cNvSpPr txBox="1"/>
          <p:nvPr>
            <p:ph idx="1" type="body"/>
          </p:nvPr>
        </p:nvSpPr>
        <p:spPr>
          <a:xfrm>
            <a:off x="1713574" y="2901350"/>
            <a:ext cx="3532800" cy="3096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400">
                <a:latin typeface="Times New Roman"/>
                <a:ea typeface="Times New Roman"/>
                <a:cs typeface="Times New Roman"/>
                <a:sym typeface="Times New Roman"/>
              </a:rPr>
              <a:t>0.61 × 3000 = 1830</a:t>
            </a:r>
            <a:r>
              <a:rPr lang="en-GB"/>
              <a:t> visits</a:t>
            </a:r>
            <a:endParaRPr/>
          </a:p>
        </p:txBody>
      </p:sp>
      <p:sp>
        <p:nvSpPr>
          <p:cNvPr id="978" name="Google Shape;978;p86"/>
          <p:cNvSpPr txBox="1"/>
          <p:nvPr>
            <p:ph idx="1" type="body"/>
          </p:nvPr>
        </p:nvSpPr>
        <p:spPr>
          <a:xfrm>
            <a:off x="1695600" y="3398598"/>
            <a:ext cx="1523100" cy="3096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a:latin typeface="Kalam"/>
                <a:ea typeface="Kalam"/>
                <a:cs typeface="Kalam"/>
                <a:sym typeface="Kalam"/>
              </a:rPr>
              <a:t>Facebook:</a:t>
            </a:r>
            <a:endParaRPr>
              <a:latin typeface="Kalam"/>
              <a:ea typeface="Kalam"/>
              <a:cs typeface="Kalam"/>
              <a:sym typeface="Kalam"/>
            </a:endParaRPr>
          </a:p>
        </p:txBody>
      </p:sp>
      <p:sp>
        <p:nvSpPr>
          <p:cNvPr id="979" name="Google Shape;979;p86"/>
          <p:cNvSpPr txBox="1"/>
          <p:nvPr>
            <p:ph idx="1" type="body"/>
          </p:nvPr>
        </p:nvSpPr>
        <p:spPr>
          <a:xfrm>
            <a:off x="1713584" y="3712177"/>
            <a:ext cx="3125400" cy="3096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400">
                <a:latin typeface="Times New Roman"/>
                <a:ea typeface="Times New Roman"/>
                <a:cs typeface="Times New Roman"/>
                <a:sym typeface="Times New Roman"/>
              </a:rPr>
              <a:t>0.28 × 3000 = 840</a:t>
            </a:r>
            <a:r>
              <a:rPr lang="en-GB"/>
              <a:t> visits</a:t>
            </a:r>
            <a:endParaRPr/>
          </a:p>
        </p:txBody>
      </p:sp>
      <p:sp>
        <p:nvSpPr>
          <p:cNvPr id="980" name="Google Shape;980;p86"/>
          <p:cNvSpPr txBox="1"/>
          <p:nvPr>
            <p:ph idx="1" type="body"/>
          </p:nvPr>
        </p:nvSpPr>
        <p:spPr>
          <a:xfrm>
            <a:off x="1695600" y="4209448"/>
            <a:ext cx="2181600" cy="3096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a:latin typeface="Kalam"/>
                <a:ea typeface="Kalam"/>
                <a:cs typeface="Kalam"/>
                <a:sym typeface="Kalam"/>
              </a:rPr>
              <a:t>Insta</a:t>
            </a:r>
            <a:r>
              <a:rPr lang="en-GB">
                <a:latin typeface="Kalam"/>
                <a:ea typeface="Kalam"/>
                <a:cs typeface="Kalam"/>
                <a:sym typeface="Kalam"/>
              </a:rPr>
              <a:t>:</a:t>
            </a:r>
            <a:endParaRPr>
              <a:latin typeface="Kalam"/>
              <a:ea typeface="Kalam"/>
              <a:cs typeface="Kalam"/>
              <a:sym typeface="Kalam"/>
            </a:endParaRPr>
          </a:p>
        </p:txBody>
      </p:sp>
      <p:sp>
        <p:nvSpPr>
          <p:cNvPr id="981" name="Google Shape;981;p86"/>
          <p:cNvSpPr txBox="1"/>
          <p:nvPr>
            <p:ph idx="1" type="body"/>
          </p:nvPr>
        </p:nvSpPr>
        <p:spPr>
          <a:xfrm>
            <a:off x="1713584" y="4523017"/>
            <a:ext cx="3125400" cy="3096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400">
                <a:latin typeface="Times New Roman"/>
                <a:ea typeface="Times New Roman"/>
                <a:cs typeface="Times New Roman"/>
                <a:sym typeface="Times New Roman"/>
              </a:rPr>
              <a:t>0.11 × 3000 = 330</a:t>
            </a:r>
            <a:r>
              <a:rPr lang="en-GB"/>
              <a:t> visits</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7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7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7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7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8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81"/>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5" name="Shape 985"/>
        <p:cNvGrpSpPr/>
        <p:nvPr/>
      </p:nvGrpSpPr>
      <p:grpSpPr>
        <a:xfrm>
          <a:off x="0" y="0"/>
          <a:ext cx="0" cy="0"/>
          <a:chOff x="0" y="0"/>
          <a:chExt cx="0" cy="0"/>
        </a:xfrm>
      </p:grpSpPr>
      <p:grpSp>
        <p:nvGrpSpPr>
          <p:cNvPr id="986" name="Google Shape;986;p87"/>
          <p:cNvGrpSpPr/>
          <p:nvPr/>
        </p:nvGrpSpPr>
        <p:grpSpPr>
          <a:xfrm rot="5400000">
            <a:off x="6236964" y="809999"/>
            <a:ext cx="2572585" cy="2572585"/>
            <a:chOff x="3818925" y="1059150"/>
            <a:chExt cx="3532800" cy="3532800"/>
          </a:xfrm>
        </p:grpSpPr>
        <p:sp>
          <p:nvSpPr>
            <p:cNvPr id="987" name="Google Shape;987;p87"/>
            <p:cNvSpPr/>
            <p:nvPr/>
          </p:nvSpPr>
          <p:spPr>
            <a:xfrm rot="5400000">
              <a:off x="3818925" y="1059150"/>
              <a:ext cx="3532800" cy="3532800"/>
            </a:xfrm>
            <a:prstGeom prst="pie">
              <a:avLst>
                <a:gd fmla="val 5388155" name="adj1"/>
                <a:gd fmla="val 16200000" name="adj2"/>
              </a:avLst>
            </a:prstGeom>
            <a:solidFill>
              <a:schemeClr val="accent3"/>
            </a:solidFill>
            <a:ln cap="flat" cmpd="sng" w="381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900">
                <a:latin typeface="Lexend"/>
                <a:ea typeface="Lexend"/>
                <a:cs typeface="Lexend"/>
                <a:sym typeface="Lexend"/>
              </a:endParaRPr>
            </a:p>
          </p:txBody>
        </p:sp>
        <p:sp>
          <p:nvSpPr>
            <p:cNvPr id="988" name="Google Shape;988;p87"/>
            <p:cNvSpPr/>
            <p:nvPr/>
          </p:nvSpPr>
          <p:spPr>
            <a:xfrm>
              <a:off x="3818925" y="1059150"/>
              <a:ext cx="3532800" cy="3532800"/>
            </a:xfrm>
            <a:prstGeom prst="pie">
              <a:avLst>
                <a:gd fmla="val 0" name="adj1"/>
                <a:gd fmla="val 7548838" name="adj2"/>
              </a:avLst>
            </a:prstGeom>
            <a:solidFill>
              <a:schemeClr val="accent4"/>
            </a:solidFill>
            <a:ln cap="flat" cmpd="sng" w="381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900">
                <a:latin typeface="Lexend"/>
                <a:ea typeface="Lexend"/>
                <a:cs typeface="Lexend"/>
                <a:sym typeface="Lexend"/>
              </a:endParaRPr>
            </a:p>
          </p:txBody>
        </p:sp>
        <p:sp>
          <p:nvSpPr>
            <p:cNvPr id="989" name="Google Shape;989;p87"/>
            <p:cNvSpPr/>
            <p:nvPr/>
          </p:nvSpPr>
          <p:spPr>
            <a:xfrm>
              <a:off x="3818925" y="1059150"/>
              <a:ext cx="3532800" cy="3532800"/>
            </a:xfrm>
            <a:prstGeom prst="pie">
              <a:avLst>
                <a:gd fmla="val 7136336" name="adj1"/>
                <a:gd fmla="val 10772712" name="adj2"/>
              </a:avLst>
            </a:prstGeom>
            <a:solidFill>
              <a:schemeClr val="accent5"/>
            </a:solidFill>
            <a:ln cap="flat" cmpd="sng" w="381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900">
                <a:latin typeface="Lexend"/>
                <a:ea typeface="Lexend"/>
                <a:cs typeface="Lexend"/>
                <a:sym typeface="Lexend"/>
              </a:endParaRPr>
            </a:p>
          </p:txBody>
        </p:sp>
      </p:grpSp>
      <p:sp>
        <p:nvSpPr>
          <p:cNvPr id="990" name="Google Shape;990;p87"/>
          <p:cNvSpPr txBox="1"/>
          <p:nvPr>
            <p:ph idx="1" type="body"/>
          </p:nvPr>
        </p:nvSpPr>
        <p:spPr>
          <a:xfrm>
            <a:off x="6758851" y="1028573"/>
            <a:ext cx="670500" cy="446700"/>
          </a:xfrm>
          <a:prstGeom prst="rect">
            <a:avLst/>
          </a:prstGeom>
          <a:noFill/>
        </p:spPr>
        <p:txBody>
          <a:bodyPr anchorCtr="0" anchor="t" bIns="0" lIns="0" spcFirstLastPara="1" rIns="0" wrap="square" tIns="0">
            <a:noAutofit/>
          </a:bodyPr>
          <a:lstStyle/>
          <a:p>
            <a:pPr indent="0" lvl="0" marL="0" rtl="0" algn="ctr">
              <a:lnSpc>
                <a:spcPct val="100000"/>
              </a:lnSpc>
              <a:spcBef>
                <a:spcPts val="0"/>
              </a:spcBef>
              <a:spcAft>
                <a:spcPts val="0"/>
              </a:spcAft>
              <a:buNone/>
            </a:pPr>
            <a:r>
              <a:rPr lang="en-GB" sz="1500">
                <a:solidFill>
                  <a:schemeClr val="lt1"/>
                </a:solidFill>
              </a:rPr>
              <a:t>Direct email</a:t>
            </a:r>
            <a:endParaRPr sz="1500">
              <a:solidFill>
                <a:schemeClr val="lt1"/>
              </a:solidFill>
            </a:endParaRPr>
          </a:p>
          <a:p>
            <a:pPr indent="0" lvl="0" marL="0" rtl="0" algn="ctr">
              <a:lnSpc>
                <a:spcPct val="100000"/>
              </a:lnSpc>
              <a:spcBef>
                <a:spcPts val="0"/>
              </a:spcBef>
              <a:spcAft>
                <a:spcPts val="0"/>
              </a:spcAft>
              <a:buNone/>
            </a:pPr>
            <a:r>
              <a:rPr lang="en-GB" sz="1500">
                <a:solidFill>
                  <a:schemeClr val="lt1"/>
                </a:solidFill>
              </a:rPr>
              <a:t>(</a:t>
            </a:r>
            <a:r>
              <a:rPr lang="en-GB" sz="1700">
                <a:solidFill>
                  <a:schemeClr val="lt1"/>
                </a:solidFill>
                <a:latin typeface="Times New Roman"/>
                <a:ea typeface="Times New Roman"/>
                <a:cs typeface="Times New Roman"/>
                <a:sym typeface="Times New Roman"/>
              </a:rPr>
              <a:t>20%</a:t>
            </a:r>
            <a:r>
              <a:rPr lang="en-GB" sz="1500">
                <a:solidFill>
                  <a:schemeClr val="lt1"/>
                </a:solidFill>
              </a:rPr>
              <a:t>)</a:t>
            </a:r>
            <a:endParaRPr sz="1500">
              <a:solidFill>
                <a:schemeClr val="lt1"/>
              </a:solidFill>
            </a:endParaRPr>
          </a:p>
        </p:txBody>
      </p:sp>
      <p:sp>
        <p:nvSpPr>
          <p:cNvPr id="991" name="Google Shape;991;p87"/>
          <p:cNvSpPr txBox="1"/>
          <p:nvPr>
            <p:ph idx="1" type="body"/>
          </p:nvPr>
        </p:nvSpPr>
        <p:spPr>
          <a:xfrm>
            <a:off x="6407943" y="2105467"/>
            <a:ext cx="936300" cy="446700"/>
          </a:xfrm>
          <a:prstGeom prst="rect">
            <a:avLst/>
          </a:prstGeom>
          <a:noFill/>
        </p:spPr>
        <p:txBody>
          <a:bodyPr anchorCtr="0" anchor="t" bIns="0" lIns="0" spcFirstLastPara="1" rIns="0" wrap="square" tIns="0">
            <a:noAutofit/>
          </a:bodyPr>
          <a:lstStyle/>
          <a:p>
            <a:pPr indent="0" lvl="0" marL="0" rtl="0" algn="ctr">
              <a:lnSpc>
                <a:spcPct val="100000"/>
              </a:lnSpc>
              <a:spcBef>
                <a:spcPts val="0"/>
              </a:spcBef>
              <a:spcAft>
                <a:spcPts val="0"/>
              </a:spcAft>
              <a:buNone/>
            </a:pPr>
            <a:r>
              <a:rPr lang="en-GB" sz="1500">
                <a:solidFill>
                  <a:schemeClr val="lt1"/>
                </a:solidFill>
              </a:rPr>
              <a:t>Facebook advert</a:t>
            </a:r>
            <a:endParaRPr sz="1500">
              <a:solidFill>
                <a:schemeClr val="lt1"/>
              </a:solidFill>
            </a:endParaRPr>
          </a:p>
          <a:p>
            <a:pPr indent="0" lvl="0" marL="0" rtl="0" algn="ctr">
              <a:lnSpc>
                <a:spcPct val="100000"/>
              </a:lnSpc>
              <a:spcBef>
                <a:spcPts val="0"/>
              </a:spcBef>
              <a:spcAft>
                <a:spcPts val="0"/>
              </a:spcAft>
              <a:buNone/>
            </a:pPr>
            <a:r>
              <a:rPr lang="en-GB" sz="1500">
                <a:solidFill>
                  <a:schemeClr val="lt1"/>
                </a:solidFill>
              </a:rPr>
              <a:t>(</a:t>
            </a:r>
            <a:r>
              <a:rPr lang="en-GB" sz="1700">
                <a:solidFill>
                  <a:schemeClr val="lt1"/>
                </a:solidFill>
                <a:latin typeface="Times New Roman"/>
                <a:ea typeface="Times New Roman"/>
                <a:cs typeface="Times New Roman"/>
                <a:sym typeface="Times New Roman"/>
              </a:rPr>
              <a:t>30%</a:t>
            </a:r>
            <a:r>
              <a:rPr lang="en-GB" sz="1500">
                <a:solidFill>
                  <a:schemeClr val="lt1"/>
                </a:solidFill>
              </a:rPr>
              <a:t>)</a:t>
            </a:r>
            <a:endParaRPr sz="1500">
              <a:solidFill>
                <a:schemeClr val="lt1"/>
              </a:solidFill>
            </a:endParaRPr>
          </a:p>
        </p:txBody>
      </p:sp>
      <p:sp>
        <p:nvSpPr>
          <p:cNvPr id="992" name="Google Shape;992;p87"/>
          <p:cNvSpPr txBox="1"/>
          <p:nvPr>
            <p:ph idx="1" type="body"/>
          </p:nvPr>
        </p:nvSpPr>
        <p:spPr>
          <a:xfrm>
            <a:off x="7595332" y="1683576"/>
            <a:ext cx="936300" cy="446700"/>
          </a:xfrm>
          <a:prstGeom prst="rect">
            <a:avLst/>
          </a:prstGeom>
          <a:noFill/>
        </p:spPr>
        <p:txBody>
          <a:bodyPr anchorCtr="0" anchor="t" bIns="0" lIns="0" spcFirstLastPara="1" rIns="0" wrap="square" tIns="0">
            <a:noAutofit/>
          </a:bodyPr>
          <a:lstStyle/>
          <a:p>
            <a:pPr indent="0" lvl="0" marL="0" rtl="0" algn="ctr">
              <a:lnSpc>
                <a:spcPct val="100000"/>
              </a:lnSpc>
              <a:spcBef>
                <a:spcPts val="0"/>
              </a:spcBef>
              <a:spcAft>
                <a:spcPts val="0"/>
              </a:spcAft>
              <a:buNone/>
            </a:pPr>
            <a:r>
              <a:rPr lang="en-GB" sz="1500">
                <a:solidFill>
                  <a:schemeClr val="lt1"/>
                </a:solidFill>
              </a:rPr>
              <a:t>YouTube advert</a:t>
            </a:r>
            <a:endParaRPr sz="1500">
              <a:solidFill>
                <a:schemeClr val="lt1"/>
              </a:solidFill>
            </a:endParaRPr>
          </a:p>
          <a:p>
            <a:pPr indent="0" lvl="0" marL="0" rtl="0" algn="ctr">
              <a:lnSpc>
                <a:spcPct val="100000"/>
              </a:lnSpc>
              <a:spcBef>
                <a:spcPts val="0"/>
              </a:spcBef>
              <a:spcAft>
                <a:spcPts val="0"/>
              </a:spcAft>
              <a:buNone/>
            </a:pPr>
            <a:r>
              <a:rPr lang="en-GB" sz="1500">
                <a:solidFill>
                  <a:schemeClr val="lt1"/>
                </a:solidFill>
              </a:rPr>
              <a:t>(</a:t>
            </a:r>
            <a:r>
              <a:rPr lang="en-GB" sz="1700">
                <a:solidFill>
                  <a:schemeClr val="lt1"/>
                </a:solidFill>
                <a:latin typeface="Times New Roman"/>
                <a:ea typeface="Times New Roman"/>
                <a:cs typeface="Times New Roman"/>
                <a:sym typeface="Times New Roman"/>
              </a:rPr>
              <a:t>50%</a:t>
            </a:r>
            <a:r>
              <a:rPr lang="en-GB" sz="1500">
                <a:solidFill>
                  <a:schemeClr val="lt1"/>
                </a:solidFill>
              </a:rPr>
              <a:t>)</a:t>
            </a:r>
            <a:endParaRPr sz="1500">
              <a:solidFill>
                <a:schemeClr val="lt1"/>
              </a:solidFill>
            </a:endParaRPr>
          </a:p>
        </p:txBody>
      </p:sp>
      <p:pic>
        <p:nvPicPr>
          <p:cNvPr descr="&lt;math xmlns=&quot;http://www.w3.org/1998/Math/MathML&quot; display=&quot;block&quot; data-is-equatio=&quot;1&quot; data-latex=&quot;\frac{£625}{2500}=£0.25&quot;&gt;&lt;mfrac&gt;&lt;mrow&gt;&lt;mrow data-mjx-texclass=&quot;ORD&quot;&gt;&lt;mo&gt;£&lt;/mo&gt;&lt;/mrow&gt;&lt;mn&gt;625&lt;/mn&gt;&lt;/mrow&gt;&lt;mn&gt;2500&lt;/mn&gt;&lt;/mfrac&gt;&lt;mo&gt;=&lt;/mo&gt;&lt;mrow data-mjx-texclass=&quot;ORD&quot;&gt;&lt;mo&gt;£&lt;/mo&gt;&lt;/mrow&gt;&lt;mn&gt;0.25&lt;/mn&gt;&lt;/math&gt;" id="993" name="Google Shape;993;p87" title="the fraction with numerator pound sign 625 and denominator 2500 equals pound sign 0.25"/>
          <p:cNvPicPr preferRelativeResize="0"/>
          <p:nvPr/>
        </p:nvPicPr>
        <p:blipFill>
          <a:blip r:embed="rId3">
            <a:alphaModFix/>
          </a:blip>
          <a:stretch>
            <a:fillRect/>
          </a:stretch>
        </p:blipFill>
        <p:spPr>
          <a:xfrm>
            <a:off x="487800" y="3796475"/>
            <a:ext cx="1872766" cy="690775"/>
          </a:xfrm>
          <a:prstGeom prst="rect">
            <a:avLst/>
          </a:prstGeom>
          <a:noFill/>
          <a:ln>
            <a:noFill/>
          </a:ln>
        </p:spPr>
      </p:pic>
      <p:sp>
        <p:nvSpPr>
          <p:cNvPr id="994" name="Google Shape;994;p87"/>
          <p:cNvSpPr txBox="1"/>
          <p:nvPr>
            <p:ph idx="1" type="body"/>
          </p:nvPr>
        </p:nvSpPr>
        <p:spPr>
          <a:xfrm>
            <a:off x="2152800" y="2853158"/>
            <a:ext cx="3360300" cy="3096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100"/>
              <a:t>Direct email:  </a:t>
            </a:r>
            <a:r>
              <a:rPr lang="en-GB" sz="2300">
                <a:latin typeface="Times New Roman"/>
                <a:ea typeface="Times New Roman"/>
                <a:cs typeface="Times New Roman"/>
                <a:sym typeface="Times New Roman"/>
              </a:rPr>
              <a:t>1000</a:t>
            </a:r>
            <a:r>
              <a:rPr lang="en-GB" sz="2100"/>
              <a:t> visits</a:t>
            </a:r>
            <a:endParaRPr sz="2100"/>
          </a:p>
        </p:txBody>
      </p:sp>
      <p:sp>
        <p:nvSpPr>
          <p:cNvPr id="995" name="Google Shape;995;p87"/>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Maths in marketing</a:t>
            </a:r>
            <a:endParaRPr/>
          </a:p>
        </p:txBody>
      </p:sp>
      <p:pic>
        <p:nvPicPr>
          <p:cNvPr id="996" name="Google Shape;996;p87"/>
          <p:cNvPicPr preferRelativeResize="0"/>
          <p:nvPr/>
        </p:nvPicPr>
        <p:blipFill rotWithShape="1">
          <a:blip r:embed="rId4">
            <a:alphaModFix/>
          </a:blip>
          <a:srcRect b="43690" l="0" r="57905" t="0"/>
          <a:stretch/>
        </p:blipFill>
        <p:spPr>
          <a:xfrm flipH="1">
            <a:off x="127149" y="812425"/>
            <a:ext cx="4928676" cy="1415600"/>
          </a:xfrm>
          <a:prstGeom prst="rect">
            <a:avLst/>
          </a:prstGeom>
          <a:noFill/>
          <a:ln>
            <a:noFill/>
          </a:ln>
        </p:spPr>
      </p:pic>
      <p:pic>
        <p:nvPicPr>
          <p:cNvPr id="997" name="Google Shape;997;p87"/>
          <p:cNvPicPr preferRelativeResize="0"/>
          <p:nvPr/>
        </p:nvPicPr>
        <p:blipFill>
          <a:blip r:embed="rId5">
            <a:alphaModFix/>
          </a:blip>
          <a:stretch>
            <a:fillRect/>
          </a:stretch>
        </p:blipFill>
        <p:spPr>
          <a:xfrm>
            <a:off x="331300" y="2124900"/>
            <a:ext cx="826677" cy="1190448"/>
          </a:xfrm>
          <a:prstGeom prst="rect">
            <a:avLst/>
          </a:prstGeom>
          <a:noFill/>
          <a:ln>
            <a:noFill/>
          </a:ln>
        </p:spPr>
      </p:pic>
      <p:sp>
        <p:nvSpPr>
          <p:cNvPr id="998" name="Google Shape;998;p87"/>
          <p:cNvSpPr txBox="1"/>
          <p:nvPr>
            <p:ph idx="1" type="body"/>
          </p:nvPr>
        </p:nvSpPr>
        <p:spPr>
          <a:xfrm>
            <a:off x="545150" y="839975"/>
            <a:ext cx="4275900" cy="10725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t>T</a:t>
            </a:r>
            <a:r>
              <a:rPr lang="en-GB" sz="2000"/>
              <a:t>hese are my extra </a:t>
            </a:r>
            <a:r>
              <a:rPr lang="en-GB">
                <a:latin typeface="Times New Roman"/>
                <a:ea typeface="Times New Roman"/>
                <a:cs typeface="Times New Roman"/>
                <a:sym typeface="Times New Roman"/>
              </a:rPr>
              <a:t>5000</a:t>
            </a:r>
            <a:r>
              <a:rPr lang="en-GB" sz="2000"/>
              <a:t> November visitors again. I know YouTube works but it’s expensive!</a:t>
            </a:r>
            <a:endParaRPr sz="2000"/>
          </a:p>
        </p:txBody>
      </p:sp>
      <p:sp>
        <p:nvSpPr>
          <p:cNvPr id="999" name="Google Shape;999;p87"/>
          <p:cNvSpPr txBox="1"/>
          <p:nvPr>
            <p:ph idx="1" type="body"/>
          </p:nvPr>
        </p:nvSpPr>
        <p:spPr>
          <a:xfrm>
            <a:off x="2152800" y="2084991"/>
            <a:ext cx="2876400" cy="3096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a:t>YouTube:  </a:t>
            </a:r>
            <a:r>
              <a:rPr lang="en-GB" sz="2400">
                <a:latin typeface="Times New Roman"/>
                <a:ea typeface="Times New Roman"/>
                <a:cs typeface="Times New Roman"/>
                <a:sym typeface="Times New Roman"/>
              </a:rPr>
              <a:t>2500</a:t>
            </a:r>
            <a:r>
              <a:rPr lang="en-GB"/>
              <a:t> visits</a:t>
            </a:r>
            <a:endParaRPr/>
          </a:p>
        </p:txBody>
      </p:sp>
      <p:sp>
        <p:nvSpPr>
          <p:cNvPr id="1000" name="Google Shape;1000;p87"/>
          <p:cNvSpPr txBox="1"/>
          <p:nvPr>
            <p:ph idx="1" type="body"/>
          </p:nvPr>
        </p:nvSpPr>
        <p:spPr>
          <a:xfrm>
            <a:off x="2152800" y="2469075"/>
            <a:ext cx="3125400" cy="3096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a:t>Facebook: </a:t>
            </a:r>
            <a:r>
              <a:rPr lang="en-GB" sz="2400">
                <a:latin typeface="Times New Roman"/>
                <a:ea typeface="Times New Roman"/>
                <a:cs typeface="Times New Roman"/>
                <a:sym typeface="Times New Roman"/>
              </a:rPr>
              <a:t>1500</a:t>
            </a:r>
            <a:r>
              <a:rPr lang="en-GB"/>
              <a:t> visits</a:t>
            </a:r>
            <a:endParaRPr/>
          </a:p>
        </p:txBody>
      </p:sp>
      <p:sp>
        <p:nvSpPr>
          <p:cNvPr id="1001" name="Google Shape;1001;p87"/>
          <p:cNvSpPr txBox="1"/>
          <p:nvPr>
            <p:ph idx="1" type="body"/>
          </p:nvPr>
        </p:nvSpPr>
        <p:spPr>
          <a:xfrm>
            <a:off x="6236984" y="3365092"/>
            <a:ext cx="2496900" cy="3096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100"/>
              <a:t>Direct email:  </a:t>
            </a:r>
            <a:r>
              <a:rPr lang="en-GB" sz="2400">
                <a:latin typeface="Times New Roman"/>
                <a:ea typeface="Times New Roman"/>
                <a:cs typeface="Times New Roman"/>
                <a:sym typeface="Times New Roman"/>
              </a:rPr>
              <a:t>£140</a:t>
            </a:r>
            <a:endParaRPr sz="2100"/>
          </a:p>
        </p:txBody>
      </p:sp>
      <p:sp>
        <p:nvSpPr>
          <p:cNvPr id="1002" name="Google Shape;1002;p87"/>
          <p:cNvSpPr txBox="1"/>
          <p:nvPr>
            <p:ph idx="1" type="body"/>
          </p:nvPr>
        </p:nvSpPr>
        <p:spPr>
          <a:xfrm>
            <a:off x="324000" y="3365092"/>
            <a:ext cx="2221200" cy="3096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a:t>YouTube:  </a:t>
            </a:r>
            <a:r>
              <a:rPr lang="en-GB" sz="2400">
                <a:latin typeface="Times New Roman"/>
                <a:ea typeface="Times New Roman"/>
                <a:cs typeface="Times New Roman"/>
                <a:sym typeface="Times New Roman"/>
              </a:rPr>
              <a:t>£625</a:t>
            </a:r>
            <a:endParaRPr/>
          </a:p>
        </p:txBody>
      </p:sp>
      <p:sp>
        <p:nvSpPr>
          <p:cNvPr id="1003" name="Google Shape;1003;p87"/>
          <p:cNvSpPr txBox="1"/>
          <p:nvPr>
            <p:ph idx="1" type="body"/>
          </p:nvPr>
        </p:nvSpPr>
        <p:spPr>
          <a:xfrm>
            <a:off x="3372000" y="3365092"/>
            <a:ext cx="2328600" cy="3096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a:t>Facebook: </a:t>
            </a:r>
            <a:r>
              <a:rPr lang="en-GB" sz="2400">
                <a:latin typeface="Times New Roman"/>
                <a:ea typeface="Times New Roman"/>
                <a:cs typeface="Times New Roman"/>
                <a:sym typeface="Times New Roman"/>
              </a:rPr>
              <a:t>£270</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0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0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0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93"/>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7" name="Shape 1007"/>
        <p:cNvGrpSpPr/>
        <p:nvPr/>
      </p:nvGrpSpPr>
      <p:grpSpPr>
        <a:xfrm>
          <a:off x="0" y="0"/>
          <a:ext cx="0" cy="0"/>
          <a:chOff x="0" y="0"/>
          <a:chExt cx="0" cy="0"/>
        </a:xfrm>
      </p:grpSpPr>
      <p:pic>
        <p:nvPicPr>
          <p:cNvPr id="1008" name="Google Shape;1008;p88"/>
          <p:cNvPicPr preferRelativeResize="0"/>
          <p:nvPr/>
        </p:nvPicPr>
        <p:blipFill rotWithShape="1">
          <a:blip r:embed="rId3">
            <a:alphaModFix/>
          </a:blip>
          <a:srcRect b="43690" l="0" r="57905" t="0"/>
          <a:stretch/>
        </p:blipFill>
        <p:spPr>
          <a:xfrm flipH="1">
            <a:off x="30273" y="812425"/>
            <a:ext cx="6081802" cy="1415600"/>
          </a:xfrm>
          <a:prstGeom prst="rect">
            <a:avLst/>
          </a:prstGeom>
          <a:noFill/>
          <a:ln>
            <a:noFill/>
          </a:ln>
        </p:spPr>
      </p:pic>
      <p:pic>
        <p:nvPicPr>
          <p:cNvPr descr="&lt;math xmlns=&quot;http://www.w3.org/1998/Math/MathML&quot; display=&quot;block&quot; data-is-equatio=&quot;1&quot; data-latex=&quot;\frac{£140}{1000}=£0.14&quot;&gt;&lt;mfrac&gt;&lt;mrow&gt;&lt;mrow data-mjx-texclass=&quot;ORD&quot;&gt;&lt;mo&gt;£&lt;/mo&gt;&lt;/mrow&gt;&lt;mn&gt;140&lt;/mn&gt;&lt;/mrow&gt;&lt;mn&gt;1000&lt;/mn&gt;&lt;/mfrac&gt;&lt;mo&gt;=&lt;/mo&gt;&lt;mrow data-mjx-texclass=&quot;ORD&quot;&gt;&lt;mo&gt;£&lt;/mo&gt;&lt;/mrow&gt;&lt;mn&gt;0.14&lt;/mn&gt;&lt;/math&gt;" id="1009" name="Google Shape;1009;p88" title="the fraction with numerator pound sign 140 and denominator 1000 equals pound sign 0.14"/>
          <p:cNvPicPr preferRelativeResize="0"/>
          <p:nvPr/>
        </p:nvPicPr>
        <p:blipFill>
          <a:blip r:embed="rId4">
            <a:alphaModFix/>
          </a:blip>
          <a:stretch>
            <a:fillRect/>
          </a:stretch>
        </p:blipFill>
        <p:spPr>
          <a:xfrm>
            <a:off x="6312813" y="3781099"/>
            <a:ext cx="1898424" cy="690775"/>
          </a:xfrm>
          <a:prstGeom prst="rect">
            <a:avLst/>
          </a:prstGeom>
          <a:noFill/>
          <a:ln>
            <a:noFill/>
          </a:ln>
        </p:spPr>
      </p:pic>
      <p:pic>
        <p:nvPicPr>
          <p:cNvPr descr="&lt;math xmlns=&quot;http://www.w3.org/1998/Math/MathML&quot; display=&quot;block&quot; data-is-equatio=&quot;1&quot; data-latex=&quot;\frac{£270}{1500}=£0.18&quot;&gt;&lt;mfrac&gt;&lt;mrow&gt;&lt;mrow data-mjx-texclass=&quot;ORD&quot;&gt;&lt;mo&gt;£&lt;/mo&gt;&lt;/mrow&gt;&lt;mn&gt;270&lt;/mn&gt;&lt;/mrow&gt;&lt;mn&gt;1500&lt;/mn&gt;&lt;/mfrac&gt;&lt;mo&gt;=&lt;/mo&gt;&lt;mrow data-mjx-texclass=&quot;ORD&quot;&gt;&lt;mo&gt;£&lt;/mo&gt;&lt;/mrow&gt;&lt;mn&gt;0.18&lt;/mn&gt;&lt;/math&gt;" id="1010" name="Google Shape;1010;p88" title="the fraction with numerator pound sign 270 and denominator 1500 equals pound sign 0.18"/>
          <p:cNvPicPr preferRelativeResize="0"/>
          <p:nvPr/>
        </p:nvPicPr>
        <p:blipFill>
          <a:blip r:embed="rId5">
            <a:alphaModFix/>
          </a:blip>
          <a:stretch>
            <a:fillRect/>
          </a:stretch>
        </p:blipFill>
        <p:spPr>
          <a:xfrm>
            <a:off x="3513711" y="3777017"/>
            <a:ext cx="1883480" cy="690775"/>
          </a:xfrm>
          <a:prstGeom prst="rect">
            <a:avLst/>
          </a:prstGeom>
          <a:noFill/>
          <a:ln>
            <a:noFill/>
          </a:ln>
        </p:spPr>
      </p:pic>
      <p:pic>
        <p:nvPicPr>
          <p:cNvPr descr="&lt;math xmlns=&quot;http://www.w3.org/1998/Math/MathML&quot; display=&quot;block&quot; data-is-equatio=&quot;1&quot; data-latex=&quot;\frac{£625}{2500}=£0.25&quot;&gt;&lt;mfrac&gt;&lt;mrow&gt;&lt;mrow data-mjx-texclass=&quot;ORD&quot;&gt;&lt;mo&gt;£&lt;/mo&gt;&lt;/mrow&gt;&lt;mn&gt;625&lt;/mn&gt;&lt;/mrow&gt;&lt;mn&gt;2500&lt;/mn&gt;&lt;/mfrac&gt;&lt;mo&gt;=&lt;/mo&gt;&lt;mrow data-mjx-texclass=&quot;ORD&quot;&gt;&lt;mo&gt;£&lt;/mo&gt;&lt;/mrow&gt;&lt;mn&gt;0.25&lt;/mn&gt;&lt;/math&gt;" id="1011" name="Google Shape;1011;p88" title="the fraction with numerator pound sign 625 and denominator 2500 equals pound sign 0.25"/>
          <p:cNvPicPr preferRelativeResize="0"/>
          <p:nvPr/>
        </p:nvPicPr>
        <p:blipFill>
          <a:blip r:embed="rId6">
            <a:alphaModFix/>
          </a:blip>
          <a:stretch>
            <a:fillRect/>
          </a:stretch>
        </p:blipFill>
        <p:spPr>
          <a:xfrm>
            <a:off x="487800" y="3781052"/>
            <a:ext cx="1872766" cy="690775"/>
          </a:xfrm>
          <a:prstGeom prst="rect">
            <a:avLst/>
          </a:prstGeom>
          <a:noFill/>
          <a:ln>
            <a:noFill/>
          </a:ln>
        </p:spPr>
      </p:pic>
      <p:sp>
        <p:nvSpPr>
          <p:cNvPr id="1012" name="Google Shape;1012;p88"/>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Maths in marketing</a:t>
            </a:r>
            <a:endParaRPr/>
          </a:p>
        </p:txBody>
      </p:sp>
      <p:pic>
        <p:nvPicPr>
          <p:cNvPr id="1013" name="Google Shape;1013;p88"/>
          <p:cNvPicPr preferRelativeResize="0"/>
          <p:nvPr/>
        </p:nvPicPr>
        <p:blipFill>
          <a:blip r:embed="rId7">
            <a:alphaModFix/>
          </a:blip>
          <a:stretch>
            <a:fillRect/>
          </a:stretch>
        </p:blipFill>
        <p:spPr>
          <a:xfrm>
            <a:off x="331300" y="2124900"/>
            <a:ext cx="826677" cy="1190448"/>
          </a:xfrm>
          <a:prstGeom prst="rect">
            <a:avLst/>
          </a:prstGeom>
          <a:noFill/>
          <a:ln>
            <a:noFill/>
          </a:ln>
        </p:spPr>
      </p:pic>
      <p:sp>
        <p:nvSpPr>
          <p:cNvPr id="1014" name="Google Shape;1014;p88"/>
          <p:cNvSpPr txBox="1"/>
          <p:nvPr>
            <p:ph idx="1" type="body"/>
          </p:nvPr>
        </p:nvSpPr>
        <p:spPr>
          <a:xfrm>
            <a:off x="2152800" y="2084991"/>
            <a:ext cx="2876400" cy="3096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a:t>YouTube:  </a:t>
            </a:r>
            <a:r>
              <a:rPr lang="en-GB" sz="2400">
                <a:latin typeface="Times New Roman"/>
                <a:ea typeface="Times New Roman"/>
                <a:cs typeface="Times New Roman"/>
                <a:sym typeface="Times New Roman"/>
              </a:rPr>
              <a:t>2500</a:t>
            </a:r>
            <a:r>
              <a:rPr lang="en-GB"/>
              <a:t> visits</a:t>
            </a:r>
            <a:endParaRPr/>
          </a:p>
        </p:txBody>
      </p:sp>
      <p:sp>
        <p:nvSpPr>
          <p:cNvPr id="1015" name="Google Shape;1015;p88"/>
          <p:cNvSpPr txBox="1"/>
          <p:nvPr>
            <p:ph idx="1" type="body"/>
          </p:nvPr>
        </p:nvSpPr>
        <p:spPr>
          <a:xfrm>
            <a:off x="2152800" y="2469075"/>
            <a:ext cx="3125400" cy="3096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a:t>Facebook: </a:t>
            </a:r>
            <a:r>
              <a:rPr lang="en-GB" sz="2400">
                <a:latin typeface="Times New Roman"/>
                <a:ea typeface="Times New Roman"/>
                <a:cs typeface="Times New Roman"/>
                <a:sym typeface="Times New Roman"/>
              </a:rPr>
              <a:t>1500</a:t>
            </a:r>
            <a:r>
              <a:rPr lang="en-GB"/>
              <a:t> visits</a:t>
            </a:r>
            <a:endParaRPr/>
          </a:p>
        </p:txBody>
      </p:sp>
      <p:sp>
        <p:nvSpPr>
          <p:cNvPr id="1016" name="Google Shape;1016;p88"/>
          <p:cNvSpPr txBox="1"/>
          <p:nvPr>
            <p:ph idx="1" type="body"/>
          </p:nvPr>
        </p:nvSpPr>
        <p:spPr>
          <a:xfrm>
            <a:off x="6236984" y="3350008"/>
            <a:ext cx="2496900" cy="3096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100"/>
              <a:t>Direct email:  </a:t>
            </a:r>
            <a:r>
              <a:rPr lang="en-GB" sz="2400">
                <a:latin typeface="Times New Roman"/>
                <a:ea typeface="Times New Roman"/>
                <a:cs typeface="Times New Roman"/>
                <a:sym typeface="Times New Roman"/>
              </a:rPr>
              <a:t>£140</a:t>
            </a:r>
            <a:endParaRPr sz="2100"/>
          </a:p>
        </p:txBody>
      </p:sp>
      <p:sp>
        <p:nvSpPr>
          <p:cNvPr id="1017" name="Google Shape;1017;p88"/>
          <p:cNvSpPr txBox="1"/>
          <p:nvPr>
            <p:ph idx="1" type="body"/>
          </p:nvPr>
        </p:nvSpPr>
        <p:spPr>
          <a:xfrm>
            <a:off x="324000" y="3350008"/>
            <a:ext cx="2221200" cy="3096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a:t>YouTube:  </a:t>
            </a:r>
            <a:r>
              <a:rPr lang="en-GB" sz="2400">
                <a:latin typeface="Times New Roman"/>
                <a:ea typeface="Times New Roman"/>
                <a:cs typeface="Times New Roman"/>
                <a:sym typeface="Times New Roman"/>
              </a:rPr>
              <a:t>£625</a:t>
            </a:r>
            <a:endParaRPr/>
          </a:p>
        </p:txBody>
      </p:sp>
      <p:sp>
        <p:nvSpPr>
          <p:cNvPr id="1018" name="Google Shape;1018;p88"/>
          <p:cNvSpPr txBox="1"/>
          <p:nvPr>
            <p:ph idx="1" type="body"/>
          </p:nvPr>
        </p:nvSpPr>
        <p:spPr>
          <a:xfrm>
            <a:off x="3372000" y="3350008"/>
            <a:ext cx="2328600" cy="3096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a:t>Facebook: </a:t>
            </a:r>
            <a:r>
              <a:rPr lang="en-GB" sz="2400">
                <a:latin typeface="Times New Roman"/>
                <a:ea typeface="Times New Roman"/>
                <a:cs typeface="Times New Roman"/>
                <a:sym typeface="Times New Roman"/>
              </a:rPr>
              <a:t>£270</a:t>
            </a:r>
            <a:endParaRPr/>
          </a:p>
        </p:txBody>
      </p:sp>
      <p:sp>
        <p:nvSpPr>
          <p:cNvPr id="1019" name="Google Shape;1019;p88"/>
          <p:cNvSpPr txBox="1"/>
          <p:nvPr>
            <p:ph idx="1" type="body"/>
          </p:nvPr>
        </p:nvSpPr>
        <p:spPr>
          <a:xfrm>
            <a:off x="558348" y="839975"/>
            <a:ext cx="5401800" cy="10725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t>It costs </a:t>
            </a:r>
            <a:r>
              <a:rPr lang="en-GB">
                <a:latin typeface="Times New Roman"/>
                <a:ea typeface="Times New Roman"/>
                <a:cs typeface="Times New Roman"/>
                <a:sym typeface="Times New Roman"/>
              </a:rPr>
              <a:t>£0.25</a:t>
            </a:r>
            <a:r>
              <a:rPr lang="en-GB" sz="2000"/>
              <a:t> to generate each visitor when I advertise on YouTube. Can you work out if Facebook or email are better value?</a:t>
            </a:r>
            <a:endParaRPr sz="2000"/>
          </a:p>
        </p:txBody>
      </p:sp>
      <p:sp>
        <p:nvSpPr>
          <p:cNvPr id="1020" name="Google Shape;1020;p88"/>
          <p:cNvSpPr txBox="1"/>
          <p:nvPr>
            <p:ph idx="1" type="body"/>
          </p:nvPr>
        </p:nvSpPr>
        <p:spPr>
          <a:xfrm>
            <a:off x="2152800" y="2853158"/>
            <a:ext cx="3360300" cy="3096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100"/>
              <a:t>Direct email:  </a:t>
            </a:r>
            <a:r>
              <a:rPr lang="en-GB" sz="2300">
                <a:latin typeface="Times New Roman"/>
                <a:ea typeface="Times New Roman"/>
                <a:cs typeface="Times New Roman"/>
                <a:sym typeface="Times New Roman"/>
              </a:rPr>
              <a:t>1000</a:t>
            </a:r>
            <a:r>
              <a:rPr lang="en-GB" sz="2100"/>
              <a:t> visits</a:t>
            </a:r>
            <a:endParaRPr sz="2100"/>
          </a:p>
        </p:txBody>
      </p:sp>
      <p:sp>
        <p:nvSpPr>
          <p:cNvPr id="1021" name="Google Shape;1021;p88"/>
          <p:cNvSpPr txBox="1"/>
          <p:nvPr>
            <p:ph idx="1" type="body"/>
          </p:nvPr>
        </p:nvSpPr>
        <p:spPr>
          <a:xfrm>
            <a:off x="324680" y="4516307"/>
            <a:ext cx="7885200" cy="3096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latin typeface="Kalam"/>
                <a:ea typeface="Kalam"/>
                <a:cs typeface="Kalam"/>
                <a:sym typeface="Kalam"/>
              </a:rPr>
              <a:t>Facebook and d</a:t>
            </a:r>
            <a:r>
              <a:rPr lang="en-GB" sz="2000">
                <a:latin typeface="Kalam"/>
                <a:ea typeface="Kalam"/>
                <a:cs typeface="Kalam"/>
                <a:sym typeface="Kalam"/>
              </a:rPr>
              <a:t>irect email are cheaper than YouTube advertising.</a:t>
            </a:r>
            <a:endParaRPr sz="2000">
              <a:latin typeface="Kalam"/>
              <a:ea typeface="Kalam"/>
              <a:cs typeface="Kalam"/>
              <a:sym typeface="Kalam"/>
            </a:endParaRPr>
          </a:p>
        </p:txBody>
      </p:sp>
      <p:grpSp>
        <p:nvGrpSpPr>
          <p:cNvPr id="1022" name="Google Shape;1022;p88"/>
          <p:cNvGrpSpPr/>
          <p:nvPr/>
        </p:nvGrpSpPr>
        <p:grpSpPr>
          <a:xfrm rot="5400000">
            <a:off x="6236964" y="809999"/>
            <a:ext cx="2572585" cy="2572585"/>
            <a:chOff x="3818925" y="1059150"/>
            <a:chExt cx="3532800" cy="3532800"/>
          </a:xfrm>
        </p:grpSpPr>
        <p:sp>
          <p:nvSpPr>
            <p:cNvPr id="1023" name="Google Shape;1023;p88"/>
            <p:cNvSpPr/>
            <p:nvPr/>
          </p:nvSpPr>
          <p:spPr>
            <a:xfrm rot="5400000">
              <a:off x="3818925" y="1059150"/>
              <a:ext cx="3532800" cy="3532800"/>
            </a:xfrm>
            <a:prstGeom prst="pie">
              <a:avLst>
                <a:gd fmla="val 5388155" name="adj1"/>
                <a:gd fmla="val 16200000" name="adj2"/>
              </a:avLst>
            </a:prstGeom>
            <a:solidFill>
              <a:schemeClr val="accent3"/>
            </a:solidFill>
            <a:ln cap="flat" cmpd="sng" w="381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900">
                <a:latin typeface="Lexend"/>
                <a:ea typeface="Lexend"/>
                <a:cs typeface="Lexend"/>
                <a:sym typeface="Lexend"/>
              </a:endParaRPr>
            </a:p>
          </p:txBody>
        </p:sp>
        <p:sp>
          <p:nvSpPr>
            <p:cNvPr id="1024" name="Google Shape;1024;p88"/>
            <p:cNvSpPr/>
            <p:nvPr/>
          </p:nvSpPr>
          <p:spPr>
            <a:xfrm>
              <a:off x="3818925" y="1059150"/>
              <a:ext cx="3532800" cy="3532800"/>
            </a:xfrm>
            <a:prstGeom prst="pie">
              <a:avLst>
                <a:gd fmla="val 0" name="adj1"/>
                <a:gd fmla="val 7548838" name="adj2"/>
              </a:avLst>
            </a:prstGeom>
            <a:solidFill>
              <a:schemeClr val="accent4"/>
            </a:solidFill>
            <a:ln cap="flat" cmpd="sng" w="381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900">
                <a:latin typeface="Lexend"/>
                <a:ea typeface="Lexend"/>
                <a:cs typeface="Lexend"/>
                <a:sym typeface="Lexend"/>
              </a:endParaRPr>
            </a:p>
          </p:txBody>
        </p:sp>
        <p:sp>
          <p:nvSpPr>
            <p:cNvPr id="1025" name="Google Shape;1025;p88"/>
            <p:cNvSpPr/>
            <p:nvPr/>
          </p:nvSpPr>
          <p:spPr>
            <a:xfrm>
              <a:off x="3818925" y="1059150"/>
              <a:ext cx="3532800" cy="3532800"/>
            </a:xfrm>
            <a:prstGeom prst="pie">
              <a:avLst>
                <a:gd fmla="val 7136336" name="adj1"/>
                <a:gd fmla="val 10772712" name="adj2"/>
              </a:avLst>
            </a:prstGeom>
            <a:solidFill>
              <a:schemeClr val="accent5"/>
            </a:solidFill>
            <a:ln cap="flat" cmpd="sng" w="381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900">
                <a:latin typeface="Lexend"/>
                <a:ea typeface="Lexend"/>
                <a:cs typeface="Lexend"/>
                <a:sym typeface="Lexend"/>
              </a:endParaRPr>
            </a:p>
          </p:txBody>
        </p:sp>
      </p:grpSp>
      <p:sp>
        <p:nvSpPr>
          <p:cNvPr id="1026" name="Google Shape;1026;p88"/>
          <p:cNvSpPr txBox="1"/>
          <p:nvPr>
            <p:ph idx="1" type="body"/>
          </p:nvPr>
        </p:nvSpPr>
        <p:spPr>
          <a:xfrm>
            <a:off x="6758851" y="1028573"/>
            <a:ext cx="670500" cy="446700"/>
          </a:xfrm>
          <a:prstGeom prst="rect">
            <a:avLst/>
          </a:prstGeom>
          <a:noFill/>
        </p:spPr>
        <p:txBody>
          <a:bodyPr anchorCtr="0" anchor="t" bIns="0" lIns="0" spcFirstLastPara="1" rIns="0" wrap="square" tIns="0">
            <a:noAutofit/>
          </a:bodyPr>
          <a:lstStyle/>
          <a:p>
            <a:pPr indent="0" lvl="0" marL="0" rtl="0" algn="ctr">
              <a:lnSpc>
                <a:spcPct val="100000"/>
              </a:lnSpc>
              <a:spcBef>
                <a:spcPts val="0"/>
              </a:spcBef>
              <a:spcAft>
                <a:spcPts val="0"/>
              </a:spcAft>
              <a:buNone/>
            </a:pPr>
            <a:r>
              <a:rPr lang="en-GB" sz="1500">
                <a:solidFill>
                  <a:schemeClr val="lt1"/>
                </a:solidFill>
              </a:rPr>
              <a:t>Direct email</a:t>
            </a:r>
            <a:endParaRPr sz="1500">
              <a:solidFill>
                <a:schemeClr val="lt1"/>
              </a:solidFill>
            </a:endParaRPr>
          </a:p>
          <a:p>
            <a:pPr indent="0" lvl="0" marL="0" rtl="0" algn="ctr">
              <a:lnSpc>
                <a:spcPct val="100000"/>
              </a:lnSpc>
              <a:spcBef>
                <a:spcPts val="0"/>
              </a:spcBef>
              <a:spcAft>
                <a:spcPts val="0"/>
              </a:spcAft>
              <a:buNone/>
            </a:pPr>
            <a:r>
              <a:rPr lang="en-GB" sz="1500">
                <a:solidFill>
                  <a:schemeClr val="lt1"/>
                </a:solidFill>
              </a:rPr>
              <a:t>(</a:t>
            </a:r>
            <a:r>
              <a:rPr lang="en-GB" sz="1700">
                <a:solidFill>
                  <a:schemeClr val="lt1"/>
                </a:solidFill>
                <a:latin typeface="Times New Roman"/>
                <a:ea typeface="Times New Roman"/>
                <a:cs typeface="Times New Roman"/>
                <a:sym typeface="Times New Roman"/>
              </a:rPr>
              <a:t>20%</a:t>
            </a:r>
            <a:r>
              <a:rPr lang="en-GB" sz="1500">
                <a:solidFill>
                  <a:schemeClr val="lt1"/>
                </a:solidFill>
              </a:rPr>
              <a:t>)</a:t>
            </a:r>
            <a:endParaRPr sz="1500">
              <a:solidFill>
                <a:schemeClr val="lt1"/>
              </a:solidFill>
            </a:endParaRPr>
          </a:p>
        </p:txBody>
      </p:sp>
      <p:sp>
        <p:nvSpPr>
          <p:cNvPr id="1027" name="Google Shape;1027;p88"/>
          <p:cNvSpPr txBox="1"/>
          <p:nvPr>
            <p:ph idx="1" type="body"/>
          </p:nvPr>
        </p:nvSpPr>
        <p:spPr>
          <a:xfrm>
            <a:off x="6407943" y="2105467"/>
            <a:ext cx="936300" cy="446700"/>
          </a:xfrm>
          <a:prstGeom prst="rect">
            <a:avLst/>
          </a:prstGeom>
          <a:noFill/>
        </p:spPr>
        <p:txBody>
          <a:bodyPr anchorCtr="0" anchor="t" bIns="0" lIns="0" spcFirstLastPara="1" rIns="0" wrap="square" tIns="0">
            <a:noAutofit/>
          </a:bodyPr>
          <a:lstStyle/>
          <a:p>
            <a:pPr indent="0" lvl="0" marL="0" rtl="0" algn="ctr">
              <a:lnSpc>
                <a:spcPct val="100000"/>
              </a:lnSpc>
              <a:spcBef>
                <a:spcPts val="0"/>
              </a:spcBef>
              <a:spcAft>
                <a:spcPts val="0"/>
              </a:spcAft>
              <a:buNone/>
            </a:pPr>
            <a:r>
              <a:rPr lang="en-GB" sz="1500">
                <a:solidFill>
                  <a:schemeClr val="lt1"/>
                </a:solidFill>
              </a:rPr>
              <a:t>Facebook advert</a:t>
            </a:r>
            <a:endParaRPr sz="1500">
              <a:solidFill>
                <a:schemeClr val="lt1"/>
              </a:solidFill>
            </a:endParaRPr>
          </a:p>
          <a:p>
            <a:pPr indent="0" lvl="0" marL="0" rtl="0" algn="ctr">
              <a:lnSpc>
                <a:spcPct val="100000"/>
              </a:lnSpc>
              <a:spcBef>
                <a:spcPts val="0"/>
              </a:spcBef>
              <a:spcAft>
                <a:spcPts val="0"/>
              </a:spcAft>
              <a:buNone/>
            </a:pPr>
            <a:r>
              <a:rPr lang="en-GB" sz="1500">
                <a:solidFill>
                  <a:schemeClr val="lt1"/>
                </a:solidFill>
              </a:rPr>
              <a:t>(</a:t>
            </a:r>
            <a:r>
              <a:rPr lang="en-GB" sz="1700">
                <a:solidFill>
                  <a:schemeClr val="lt1"/>
                </a:solidFill>
                <a:latin typeface="Times New Roman"/>
                <a:ea typeface="Times New Roman"/>
                <a:cs typeface="Times New Roman"/>
                <a:sym typeface="Times New Roman"/>
              </a:rPr>
              <a:t>30%</a:t>
            </a:r>
            <a:r>
              <a:rPr lang="en-GB" sz="1500">
                <a:solidFill>
                  <a:schemeClr val="lt1"/>
                </a:solidFill>
              </a:rPr>
              <a:t>)</a:t>
            </a:r>
            <a:endParaRPr sz="1500">
              <a:solidFill>
                <a:schemeClr val="lt1"/>
              </a:solidFill>
            </a:endParaRPr>
          </a:p>
        </p:txBody>
      </p:sp>
      <p:sp>
        <p:nvSpPr>
          <p:cNvPr id="1028" name="Google Shape;1028;p88"/>
          <p:cNvSpPr txBox="1"/>
          <p:nvPr>
            <p:ph idx="1" type="body"/>
          </p:nvPr>
        </p:nvSpPr>
        <p:spPr>
          <a:xfrm>
            <a:off x="7595332" y="1683576"/>
            <a:ext cx="936300" cy="446700"/>
          </a:xfrm>
          <a:prstGeom prst="rect">
            <a:avLst/>
          </a:prstGeom>
          <a:noFill/>
        </p:spPr>
        <p:txBody>
          <a:bodyPr anchorCtr="0" anchor="t" bIns="0" lIns="0" spcFirstLastPara="1" rIns="0" wrap="square" tIns="0">
            <a:noAutofit/>
          </a:bodyPr>
          <a:lstStyle/>
          <a:p>
            <a:pPr indent="0" lvl="0" marL="0" rtl="0" algn="ctr">
              <a:lnSpc>
                <a:spcPct val="100000"/>
              </a:lnSpc>
              <a:spcBef>
                <a:spcPts val="0"/>
              </a:spcBef>
              <a:spcAft>
                <a:spcPts val="0"/>
              </a:spcAft>
              <a:buNone/>
            </a:pPr>
            <a:r>
              <a:rPr lang="en-GB" sz="1500">
                <a:solidFill>
                  <a:schemeClr val="lt1"/>
                </a:solidFill>
              </a:rPr>
              <a:t>YouTube advert</a:t>
            </a:r>
            <a:endParaRPr sz="1500">
              <a:solidFill>
                <a:schemeClr val="lt1"/>
              </a:solidFill>
            </a:endParaRPr>
          </a:p>
          <a:p>
            <a:pPr indent="0" lvl="0" marL="0" rtl="0" algn="ctr">
              <a:lnSpc>
                <a:spcPct val="100000"/>
              </a:lnSpc>
              <a:spcBef>
                <a:spcPts val="0"/>
              </a:spcBef>
              <a:spcAft>
                <a:spcPts val="0"/>
              </a:spcAft>
              <a:buNone/>
            </a:pPr>
            <a:r>
              <a:rPr lang="en-GB" sz="1500">
                <a:solidFill>
                  <a:schemeClr val="lt1"/>
                </a:solidFill>
              </a:rPr>
              <a:t>(</a:t>
            </a:r>
            <a:r>
              <a:rPr lang="en-GB" sz="1700">
                <a:solidFill>
                  <a:schemeClr val="lt1"/>
                </a:solidFill>
                <a:latin typeface="Times New Roman"/>
                <a:ea typeface="Times New Roman"/>
                <a:cs typeface="Times New Roman"/>
                <a:sym typeface="Times New Roman"/>
              </a:rPr>
              <a:t>50%</a:t>
            </a:r>
            <a:r>
              <a:rPr lang="en-GB" sz="1500">
                <a:solidFill>
                  <a:schemeClr val="lt1"/>
                </a:solidFill>
              </a:rPr>
              <a:t>)</a:t>
            </a:r>
            <a:endParaRPr sz="1500">
              <a:solidFill>
                <a:schemeClr val="lt1"/>
              </a:solidFil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1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0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21"/>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2" name="Shape 1032"/>
        <p:cNvGrpSpPr/>
        <p:nvPr/>
      </p:nvGrpSpPr>
      <p:grpSpPr>
        <a:xfrm>
          <a:off x="0" y="0"/>
          <a:ext cx="0" cy="0"/>
          <a:chOff x="0" y="0"/>
          <a:chExt cx="0" cy="0"/>
        </a:xfrm>
      </p:grpSpPr>
      <p:pic>
        <p:nvPicPr>
          <p:cNvPr id="1033" name="Google Shape;1033;p89"/>
          <p:cNvPicPr preferRelativeResize="0"/>
          <p:nvPr/>
        </p:nvPicPr>
        <p:blipFill rotWithShape="1">
          <a:blip r:embed="rId3">
            <a:alphaModFix/>
          </a:blip>
          <a:srcRect b="43690" l="0" r="57905" t="0"/>
          <a:stretch/>
        </p:blipFill>
        <p:spPr>
          <a:xfrm flipH="1">
            <a:off x="-45923" y="812425"/>
            <a:ext cx="8789724" cy="1415600"/>
          </a:xfrm>
          <a:prstGeom prst="rect">
            <a:avLst/>
          </a:prstGeom>
          <a:noFill/>
          <a:ln>
            <a:noFill/>
          </a:ln>
        </p:spPr>
      </p:pic>
      <p:sp>
        <p:nvSpPr>
          <p:cNvPr id="1034" name="Google Shape;1034;p89"/>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Maths in marketing</a:t>
            </a:r>
            <a:endParaRPr/>
          </a:p>
        </p:txBody>
      </p:sp>
      <p:pic>
        <p:nvPicPr>
          <p:cNvPr id="1035" name="Google Shape;1035;p89"/>
          <p:cNvPicPr preferRelativeResize="0"/>
          <p:nvPr/>
        </p:nvPicPr>
        <p:blipFill>
          <a:blip r:embed="rId4">
            <a:alphaModFix/>
          </a:blip>
          <a:stretch>
            <a:fillRect/>
          </a:stretch>
        </p:blipFill>
        <p:spPr>
          <a:xfrm>
            <a:off x="331300" y="2124900"/>
            <a:ext cx="826677" cy="1190448"/>
          </a:xfrm>
          <a:prstGeom prst="rect">
            <a:avLst/>
          </a:prstGeom>
          <a:noFill/>
          <a:ln>
            <a:noFill/>
          </a:ln>
        </p:spPr>
      </p:pic>
      <p:sp>
        <p:nvSpPr>
          <p:cNvPr id="1036" name="Google Shape;1036;p89"/>
          <p:cNvSpPr txBox="1"/>
          <p:nvPr>
            <p:ph idx="1" type="body"/>
          </p:nvPr>
        </p:nvSpPr>
        <p:spPr>
          <a:xfrm>
            <a:off x="6236984" y="3288892"/>
            <a:ext cx="2496900" cy="3096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100"/>
              <a:t>Direct email:  </a:t>
            </a:r>
            <a:r>
              <a:rPr lang="en-GB" sz="2400">
                <a:latin typeface="Times New Roman"/>
                <a:ea typeface="Times New Roman"/>
                <a:cs typeface="Times New Roman"/>
                <a:sym typeface="Times New Roman"/>
              </a:rPr>
              <a:t>£140</a:t>
            </a:r>
            <a:endParaRPr sz="2100"/>
          </a:p>
        </p:txBody>
      </p:sp>
      <p:sp>
        <p:nvSpPr>
          <p:cNvPr id="1037" name="Google Shape;1037;p89"/>
          <p:cNvSpPr txBox="1"/>
          <p:nvPr>
            <p:ph idx="1" type="body"/>
          </p:nvPr>
        </p:nvSpPr>
        <p:spPr>
          <a:xfrm>
            <a:off x="324000" y="3288892"/>
            <a:ext cx="2221200" cy="3096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a:t>YouTube:  </a:t>
            </a:r>
            <a:r>
              <a:rPr lang="en-GB" sz="2400">
                <a:latin typeface="Times New Roman"/>
                <a:ea typeface="Times New Roman"/>
                <a:cs typeface="Times New Roman"/>
                <a:sym typeface="Times New Roman"/>
              </a:rPr>
              <a:t>£625</a:t>
            </a:r>
            <a:endParaRPr/>
          </a:p>
        </p:txBody>
      </p:sp>
      <p:sp>
        <p:nvSpPr>
          <p:cNvPr id="1038" name="Google Shape;1038;p89"/>
          <p:cNvSpPr txBox="1"/>
          <p:nvPr>
            <p:ph idx="1" type="body"/>
          </p:nvPr>
        </p:nvSpPr>
        <p:spPr>
          <a:xfrm>
            <a:off x="3372000" y="3288892"/>
            <a:ext cx="2328600" cy="3096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a:t>Facebook: </a:t>
            </a:r>
            <a:r>
              <a:rPr lang="en-GB" sz="2400">
                <a:latin typeface="Times New Roman"/>
                <a:ea typeface="Times New Roman"/>
                <a:cs typeface="Times New Roman"/>
                <a:sym typeface="Times New Roman"/>
              </a:rPr>
              <a:t>£270</a:t>
            </a:r>
            <a:endParaRPr/>
          </a:p>
        </p:txBody>
      </p:sp>
      <p:sp>
        <p:nvSpPr>
          <p:cNvPr id="1039" name="Google Shape;1039;p89"/>
          <p:cNvSpPr txBox="1"/>
          <p:nvPr>
            <p:ph idx="1" type="body"/>
          </p:nvPr>
        </p:nvSpPr>
        <p:spPr>
          <a:xfrm>
            <a:off x="616500" y="870591"/>
            <a:ext cx="7983900" cy="10725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t>Google analytics also tells me where people go upon visiting my </a:t>
            </a:r>
            <a:r>
              <a:rPr lang="en-GB" sz="2000"/>
              <a:t>website</a:t>
            </a:r>
            <a:r>
              <a:rPr lang="en-GB" sz="2000"/>
              <a:t>. It tells me that </a:t>
            </a:r>
            <a:r>
              <a:rPr lang="en-GB">
                <a:latin typeface="Times New Roman"/>
                <a:ea typeface="Times New Roman"/>
                <a:cs typeface="Times New Roman"/>
                <a:sym typeface="Times New Roman"/>
              </a:rPr>
              <a:t>1 </a:t>
            </a:r>
            <a:r>
              <a:rPr lang="en-GB" sz="2000"/>
              <a:t>in</a:t>
            </a:r>
            <a:r>
              <a:rPr lang="en-GB">
                <a:latin typeface="Times New Roman"/>
                <a:ea typeface="Times New Roman"/>
                <a:cs typeface="Times New Roman"/>
                <a:sym typeface="Times New Roman"/>
              </a:rPr>
              <a:t> </a:t>
            </a:r>
            <a:r>
              <a:rPr lang="en-GB">
                <a:latin typeface="Times New Roman"/>
                <a:ea typeface="Times New Roman"/>
                <a:cs typeface="Times New Roman"/>
                <a:sym typeface="Times New Roman"/>
              </a:rPr>
              <a:t>50</a:t>
            </a:r>
            <a:r>
              <a:rPr lang="en-GB" sz="2000"/>
              <a:t> visitors go on to make a purchase. I make an average of </a:t>
            </a:r>
            <a:r>
              <a:rPr lang="en-GB">
                <a:latin typeface="Times New Roman"/>
                <a:ea typeface="Times New Roman"/>
                <a:cs typeface="Times New Roman"/>
                <a:sym typeface="Times New Roman"/>
              </a:rPr>
              <a:t>£12</a:t>
            </a:r>
            <a:r>
              <a:rPr lang="en-GB" sz="2000"/>
              <a:t> </a:t>
            </a:r>
            <a:r>
              <a:rPr b="1" lang="en-GB" sz="2000"/>
              <a:t>profit</a:t>
            </a:r>
            <a:r>
              <a:rPr lang="en-GB" sz="2000"/>
              <a:t> with every sale.</a:t>
            </a:r>
            <a:endParaRPr sz="2000"/>
          </a:p>
        </p:txBody>
      </p:sp>
      <p:sp>
        <p:nvSpPr>
          <p:cNvPr id="1040" name="Google Shape;1040;p89"/>
          <p:cNvSpPr txBox="1"/>
          <p:nvPr>
            <p:ph idx="1" type="body"/>
          </p:nvPr>
        </p:nvSpPr>
        <p:spPr>
          <a:xfrm>
            <a:off x="6282568" y="4096816"/>
            <a:ext cx="2080200" cy="3096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0"/>
              </a:spcAft>
              <a:buNone/>
            </a:pPr>
            <a:r>
              <a:rPr lang="en-GB" sz="2400">
                <a:latin typeface="Times New Roman"/>
                <a:ea typeface="Times New Roman"/>
                <a:cs typeface="Times New Roman"/>
                <a:sym typeface="Times New Roman"/>
              </a:rPr>
              <a:t>£0.14 × 50 = £7</a:t>
            </a:r>
            <a:endParaRPr sz="2000"/>
          </a:p>
        </p:txBody>
      </p:sp>
      <p:sp>
        <p:nvSpPr>
          <p:cNvPr id="1041" name="Google Shape;1041;p89"/>
          <p:cNvSpPr txBox="1"/>
          <p:nvPr>
            <p:ph idx="1" type="body"/>
          </p:nvPr>
        </p:nvSpPr>
        <p:spPr>
          <a:xfrm>
            <a:off x="324000" y="3685192"/>
            <a:ext cx="1883400" cy="3480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0"/>
              </a:spcAft>
              <a:buNone/>
            </a:pPr>
            <a:r>
              <a:rPr lang="en-GB" sz="2400">
                <a:latin typeface="Times New Roman"/>
                <a:ea typeface="Times New Roman"/>
                <a:cs typeface="Times New Roman"/>
                <a:sym typeface="Times New Roman"/>
              </a:rPr>
              <a:t>£0.25 </a:t>
            </a:r>
            <a:r>
              <a:rPr lang="en-GB" sz="2000"/>
              <a:t>per v</a:t>
            </a:r>
            <a:r>
              <a:rPr lang="en-GB" sz="2000"/>
              <a:t>isit</a:t>
            </a:r>
            <a:endParaRPr sz="2000"/>
          </a:p>
        </p:txBody>
      </p:sp>
      <p:sp>
        <p:nvSpPr>
          <p:cNvPr id="1042" name="Google Shape;1042;p89"/>
          <p:cNvSpPr txBox="1"/>
          <p:nvPr>
            <p:ph idx="1" type="body"/>
          </p:nvPr>
        </p:nvSpPr>
        <p:spPr>
          <a:xfrm>
            <a:off x="3372000" y="3685192"/>
            <a:ext cx="1883400" cy="3480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0"/>
              </a:spcAft>
              <a:buNone/>
            </a:pPr>
            <a:r>
              <a:rPr lang="en-GB" sz="2400">
                <a:latin typeface="Times New Roman"/>
                <a:ea typeface="Times New Roman"/>
                <a:cs typeface="Times New Roman"/>
                <a:sym typeface="Times New Roman"/>
              </a:rPr>
              <a:t>£0.18 </a:t>
            </a:r>
            <a:r>
              <a:rPr lang="en-GB" sz="2000"/>
              <a:t>per visit</a:t>
            </a:r>
            <a:endParaRPr sz="2000"/>
          </a:p>
        </p:txBody>
      </p:sp>
      <p:sp>
        <p:nvSpPr>
          <p:cNvPr id="1043" name="Google Shape;1043;p89"/>
          <p:cNvSpPr txBox="1"/>
          <p:nvPr>
            <p:ph idx="1" type="body"/>
          </p:nvPr>
        </p:nvSpPr>
        <p:spPr>
          <a:xfrm>
            <a:off x="6282568" y="3685192"/>
            <a:ext cx="1883400" cy="3480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0"/>
              </a:spcAft>
              <a:buNone/>
            </a:pPr>
            <a:r>
              <a:rPr lang="en-GB" sz="2400">
                <a:latin typeface="Times New Roman"/>
                <a:ea typeface="Times New Roman"/>
                <a:cs typeface="Times New Roman"/>
                <a:sym typeface="Times New Roman"/>
              </a:rPr>
              <a:t>£0.14 </a:t>
            </a:r>
            <a:r>
              <a:rPr lang="en-GB" sz="2000"/>
              <a:t>per visit</a:t>
            </a:r>
            <a:endParaRPr sz="2000"/>
          </a:p>
        </p:txBody>
      </p:sp>
      <p:sp>
        <p:nvSpPr>
          <p:cNvPr id="1044" name="Google Shape;1044;p89"/>
          <p:cNvSpPr txBox="1"/>
          <p:nvPr>
            <p:ph idx="1" type="body"/>
          </p:nvPr>
        </p:nvSpPr>
        <p:spPr>
          <a:xfrm>
            <a:off x="6282560" y="4462509"/>
            <a:ext cx="2221200" cy="3480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0"/>
              </a:spcAft>
              <a:buNone/>
            </a:pPr>
            <a:r>
              <a:rPr lang="en-GB" sz="2400">
                <a:latin typeface="Times New Roman"/>
                <a:ea typeface="Times New Roman"/>
                <a:cs typeface="Times New Roman"/>
                <a:sym typeface="Times New Roman"/>
              </a:rPr>
              <a:t>12 − 7 = £5 </a:t>
            </a:r>
            <a:r>
              <a:rPr b="1" lang="en-GB" sz="2000"/>
              <a:t>profit</a:t>
            </a:r>
            <a:endParaRPr b="1" sz="2000"/>
          </a:p>
        </p:txBody>
      </p:sp>
      <p:pic>
        <p:nvPicPr>
          <p:cNvPr id="1045" name="Google Shape;1045;p89"/>
          <p:cNvPicPr preferRelativeResize="0"/>
          <p:nvPr/>
        </p:nvPicPr>
        <p:blipFill rotWithShape="1">
          <a:blip r:embed="rId3">
            <a:alphaModFix/>
          </a:blip>
          <a:srcRect b="43690" l="0" r="57905" t="0"/>
          <a:stretch/>
        </p:blipFill>
        <p:spPr>
          <a:xfrm flipH="1">
            <a:off x="2392475" y="2123139"/>
            <a:ext cx="5490575" cy="1025349"/>
          </a:xfrm>
          <a:prstGeom prst="rect">
            <a:avLst/>
          </a:prstGeom>
          <a:noFill/>
          <a:ln>
            <a:noFill/>
          </a:ln>
        </p:spPr>
      </p:pic>
      <p:sp>
        <p:nvSpPr>
          <p:cNvPr id="1046" name="Google Shape;1046;p89"/>
          <p:cNvSpPr txBox="1"/>
          <p:nvPr>
            <p:ph idx="1" type="body"/>
          </p:nvPr>
        </p:nvSpPr>
        <p:spPr>
          <a:xfrm>
            <a:off x="2826300" y="2211924"/>
            <a:ext cx="5118000" cy="6135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t>I still maintain a </a:t>
            </a:r>
            <a:r>
              <a:rPr b="1" lang="en-GB" sz="2000"/>
              <a:t>profit </a:t>
            </a:r>
            <a:r>
              <a:rPr lang="en-GB" sz="2000"/>
              <a:t>when I advertise </a:t>
            </a:r>
            <a:r>
              <a:rPr lang="en-GB" sz="2000"/>
              <a:t>through a</a:t>
            </a:r>
            <a:r>
              <a:rPr lang="en-GB" sz="2000"/>
              <a:t> direct email campaign.</a:t>
            </a:r>
            <a:endParaRPr sz="20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4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4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4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04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0" name="Shape 1050"/>
        <p:cNvGrpSpPr/>
        <p:nvPr/>
      </p:nvGrpSpPr>
      <p:grpSpPr>
        <a:xfrm>
          <a:off x="0" y="0"/>
          <a:ext cx="0" cy="0"/>
          <a:chOff x="0" y="0"/>
          <a:chExt cx="0" cy="0"/>
        </a:xfrm>
      </p:grpSpPr>
      <p:pic>
        <p:nvPicPr>
          <p:cNvPr id="1051" name="Google Shape;1051;p90"/>
          <p:cNvPicPr preferRelativeResize="0"/>
          <p:nvPr/>
        </p:nvPicPr>
        <p:blipFill rotWithShape="1">
          <a:blip r:embed="rId3">
            <a:alphaModFix/>
          </a:blip>
          <a:srcRect b="43690" l="0" r="57905" t="0"/>
          <a:stretch/>
        </p:blipFill>
        <p:spPr>
          <a:xfrm flipH="1">
            <a:off x="-45923" y="812425"/>
            <a:ext cx="8789724" cy="1415600"/>
          </a:xfrm>
          <a:prstGeom prst="rect">
            <a:avLst/>
          </a:prstGeom>
          <a:noFill/>
          <a:ln>
            <a:noFill/>
          </a:ln>
        </p:spPr>
      </p:pic>
      <p:sp>
        <p:nvSpPr>
          <p:cNvPr id="1052" name="Google Shape;1052;p90"/>
          <p:cNvSpPr txBox="1"/>
          <p:nvPr>
            <p:ph idx="1" type="body"/>
          </p:nvPr>
        </p:nvSpPr>
        <p:spPr>
          <a:xfrm>
            <a:off x="616500" y="870591"/>
            <a:ext cx="7983900" cy="10725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t>Google analytics also tells me where people go upon visiting my website. It tells me that </a:t>
            </a:r>
            <a:r>
              <a:rPr lang="en-GB">
                <a:latin typeface="Times New Roman"/>
                <a:ea typeface="Times New Roman"/>
                <a:cs typeface="Times New Roman"/>
                <a:sym typeface="Times New Roman"/>
              </a:rPr>
              <a:t>1 </a:t>
            </a:r>
            <a:r>
              <a:rPr lang="en-GB" sz="2000"/>
              <a:t>in</a:t>
            </a:r>
            <a:r>
              <a:rPr lang="en-GB">
                <a:latin typeface="Times New Roman"/>
                <a:ea typeface="Times New Roman"/>
                <a:cs typeface="Times New Roman"/>
                <a:sym typeface="Times New Roman"/>
              </a:rPr>
              <a:t> 50</a:t>
            </a:r>
            <a:r>
              <a:rPr lang="en-GB" sz="2000"/>
              <a:t> visitors go on to make a purchase. I make an average of </a:t>
            </a:r>
            <a:r>
              <a:rPr lang="en-GB">
                <a:latin typeface="Times New Roman"/>
                <a:ea typeface="Times New Roman"/>
                <a:cs typeface="Times New Roman"/>
                <a:sym typeface="Times New Roman"/>
              </a:rPr>
              <a:t>£12</a:t>
            </a:r>
            <a:r>
              <a:rPr lang="en-GB" sz="2000"/>
              <a:t> </a:t>
            </a:r>
            <a:r>
              <a:rPr b="1" lang="en-GB" sz="2000"/>
              <a:t>profit</a:t>
            </a:r>
            <a:r>
              <a:rPr lang="en-GB" sz="2000"/>
              <a:t> </a:t>
            </a:r>
            <a:r>
              <a:rPr lang="en-GB" sz="2000"/>
              <a:t>with every sale.</a:t>
            </a:r>
            <a:endParaRPr sz="2000"/>
          </a:p>
        </p:txBody>
      </p:sp>
      <p:sp>
        <p:nvSpPr>
          <p:cNvPr id="1053" name="Google Shape;1053;p90"/>
          <p:cNvSpPr txBox="1"/>
          <p:nvPr>
            <p:ph idx="1" type="body"/>
          </p:nvPr>
        </p:nvSpPr>
        <p:spPr>
          <a:xfrm>
            <a:off x="6282568" y="4096816"/>
            <a:ext cx="2080200" cy="3096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0"/>
              </a:spcAft>
              <a:buNone/>
            </a:pPr>
            <a:r>
              <a:rPr lang="en-GB" sz="2400">
                <a:latin typeface="Times New Roman"/>
                <a:ea typeface="Times New Roman"/>
                <a:cs typeface="Times New Roman"/>
                <a:sym typeface="Times New Roman"/>
              </a:rPr>
              <a:t>£0.14 × 50 = £7</a:t>
            </a:r>
            <a:endParaRPr sz="2000"/>
          </a:p>
        </p:txBody>
      </p:sp>
      <p:sp>
        <p:nvSpPr>
          <p:cNvPr id="1054" name="Google Shape;1054;p90"/>
          <p:cNvSpPr txBox="1"/>
          <p:nvPr>
            <p:ph idx="1" type="body"/>
          </p:nvPr>
        </p:nvSpPr>
        <p:spPr>
          <a:xfrm>
            <a:off x="6282560" y="4462509"/>
            <a:ext cx="2221200" cy="3480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0"/>
              </a:spcAft>
              <a:buNone/>
            </a:pPr>
            <a:r>
              <a:rPr lang="en-GB" sz="2400">
                <a:latin typeface="Times New Roman"/>
                <a:ea typeface="Times New Roman"/>
                <a:cs typeface="Times New Roman"/>
                <a:sym typeface="Times New Roman"/>
              </a:rPr>
              <a:t>12 − 7 = £5 </a:t>
            </a:r>
            <a:r>
              <a:rPr b="1" lang="en-GB" sz="2000"/>
              <a:t>profit</a:t>
            </a:r>
            <a:endParaRPr b="1" sz="2000"/>
          </a:p>
        </p:txBody>
      </p:sp>
      <p:sp>
        <p:nvSpPr>
          <p:cNvPr id="1055" name="Google Shape;1055;p90"/>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Maths in marketing</a:t>
            </a:r>
            <a:endParaRPr/>
          </a:p>
        </p:txBody>
      </p:sp>
      <p:pic>
        <p:nvPicPr>
          <p:cNvPr id="1056" name="Google Shape;1056;p90"/>
          <p:cNvPicPr preferRelativeResize="0"/>
          <p:nvPr/>
        </p:nvPicPr>
        <p:blipFill>
          <a:blip r:embed="rId4">
            <a:alphaModFix/>
          </a:blip>
          <a:stretch>
            <a:fillRect/>
          </a:stretch>
        </p:blipFill>
        <p:spPr>
          <a:xfrm>
            <a:off x="331300" y="2124900"/>
            <a:ext cx="826677" cy="1190448"/>
          </a:xfrm>
          <a:prstGeom prst="rect">
            <a:avLst/>
          </a:prstGeom>
          <a:noFill/>
          <a:ln>
            <a:noFill/>
          </a:ln>
        </p:spPr>
      </p:pic>
      <p:sp>
        <p:nvSpPr>
          <p:cNvPr id="1057" name="Google Shape;1057;p90"/>
          <p:cNvSpPr txBox="1"/>
          <p:nvPr>
            <p:ph idx="1" type="body"/>
          </p:nvPr>
        </p:nvSpPr>
        <p:spPr>
          <a:xfrm>
            <a:off x="324000" y="3288892"/>
            <a:ext cx="2221200" cy="3096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a:t>YouTube:  </a:t>
            </a:r>
            <a:r>
              <a:rPr lang="en-GB" sz="2400">
                <a:latin typeface="Times New Roman"/>
                <a:ea typeface="Times New Roman"/>
                <a:cs typeface="Times New Roman"/>
                <a:sym typeface="Times New Roman"/>
              </a:rPr>
              <a:t>£625</a:t>
            </a:r>
            <a:endParaRPr/>
          </a:p>
        </p:txBody>
      </p:sp>
      <p:sp>
        <p:nvSpPr>
          <p:cNvPr id="1058" name="Google Shape;1058;p90"/>
          <p:cNvSpPr txBox="1"/>
          <p:nvPr>
            <p:ph idx="1" type="body"/>
          </p:nvPr>
        </p:nvSpPr>
        <p:spPr>
          <a:xfrm>
            <a:off x="3372000" y="3288892"/>
            <a:ext cx="2328600" cy="3096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a:t>Facebook: </a:t>
            </a:r>
            <a:r>
              <a:rPr lang="en-GB" sz="2400">
                <a:latin typeface="Times New Roman"/>
                <a:ea typeface="Times New Roman"/>
                <a:cs typeface="Times New Roman"/>
                <a:sym typeface="Times New Roman"/>
              </a:rPr>
              <a:t>£270</a:t>
            </a:r>
            <a:endParaRPr/>
          </a:p>
        </p:txBody>
      </p:sp>
      <p:sp>
        <p:nvSpPr>
          <p:cNvPr id="1059" name="Google Shape;1059;p90"/>
          <p:cNvSpPr txBox="1"/>
          <p:nvPr>
            <p:ph idx="1" type="body"/>
          </p:nvPr>
        </p:nvSpPr>
        <p:spPr>
          <a:xfrm>
            <a:off x="3371660" y="4096816"/>
            <a:ext cx="2080200" cy="3096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0"/>
              </a:spcAft>
              <a:buNone/>
            </a:pPr>
            <a:r>
              <a:rPr lang="en-GB" sz="2400">
                <a:latin typeface="Times New Roman"/>
                <a:ea typeface="Times New Roman"/>
                <a:cs typeface="Times New Roman"/>
                <a:sym typeface="Times New Roman"/>
              </a:rPr>
              <a:t>£0.18 × 50 = £9</a:t>
            </a:r>
            <a:endParaRPr sz="2000"/>
          </a:p>
        </p:txBody>
      </p:sp>
      <p:sp>
        <p:nvSpPr>
          <p:cNvPr id="1060" name="Google Shape;1060;p90"/>
          <p:cNvSpPr txBox="1"/>
          <p:nvPr>
            <p:ph idx="1" type="body"/>
          </p:nvPr>
        </p:nvSpPr>
        <p:spPr>
          <a:xfrm>
            <a:off x="324000" y="3685192"/>
            <a:ext cx="1883400" cy="3480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0"/>
              </a:spcAft>
              <a:buNone/>
            </a:pPr>
            <a:r>
              <a:rPr lang="en-GB" sz="2400">
                <a:latin typeface="Times New Roman"/>
                <a:ea typeface="Times New Roman"/>
                <a:cs typeface="Times New Roman"/>
                <a:sym typeface="Times New Roman"/>
              </a:rPr>
              <a:t>£0.25 </a:t>
            </a:r>
            <a:r>
              <a:rPr lang="en-GB" sz="2000"/>
              <a:t>per visit</a:t>
            </a:r>
            <a:endParaRPr sz="2000"/>
          </a:p>
        </p:txBody>
      </p:sp>
      <p:sp>
        <p:nvSpPr>
          <p:cNvPr id="1061" name="Google Shape;1061;p90"/>
          <p:cNvSpPr txBox="1"/>
          <p:nvPr>
            <p:ph idx="1" type="body"/>
          </p:nvPr>
        </p:nvSpPr>
        <p:spPr>
          <a:xfrm>
            <a:off x="3372000" y="3685192"/>
            <a:ext cx="1883400" cy="3480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0"/>
              </a:spcAft>
              <a:buNone/>
            </a:pPr>
            <a:r>
              <a:rPr lang="en-GB" sz="2400">
                <a:latin typeface="Times New Roman"/>
                <a:ea typeface="Times New Roman"/>
                <a:cs typeface="Times New Roman"/>
                <a:sym typeface="Times New Roman"/>
              </a:rPr>
              <a:t>£0.18 </a:t>
            </a:r>
            <a:r>
              <a:rPr lang="en-GB" sz="2000"/>
              <a:t>per visit</a:t>
            </a:r>
            <a:endParaRPr sz="2000"/>
          </a:p>
        </p:txBody>
      </p:sp>
      <p:sp>
        <p:nvSpPr>
          <p:cNvPr id="1062" name="Google Shape;1062;p90"/>
          <p:cNvSpPr txBox="1"/>
          <p:nvPr>
            <p:ph idx="1" type="body"/>
          </p:nvPr>
        </p:nvSpPr>
        <p:spPr>
          <a:xfrm>
            <a:off x="6282568" y="3685192"/>
            <a:ext cx="1883400" cy="3480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0"/>
              </a:spcAft>
              <a:buNone/>
            </a:pPr>
            <a:r>
              <a:rPr lang="en-GB" sz="2400">
                <a:latin typeface="Times New Roman"/>
                <a:ea typeface="Times New Roman"/>
                <a:cs typeface="Times New Roman"/>
                <a:sym typeface="Times New Roman"/>
              </a:rPr>
              <a:t>£0.14 </a:t>
            </a:r>
            <a:r>
              <a:rPr lang="en-GB" sz="2000"/>
              <a:t>per visit</a:t>
            </a:r>
            <a:endParaRPr sz="2000"/>
          </a:p>
        </p:txBody>
      </p:sp>
      <p:sp>
        <p:nvSpPr>
          <p:cNvPr id="1063" name="Google Shape;1063;p90"/>
          <p:cNvSpPr txBox="1"/>
          <p:nvPr>
            <p:ph idx="1" type="body"/>
          </p:nvPr>
        </p:nvSpPr>
        <p:spPr>
          <a:xfrm>
            <a:off x="3371652" y="4462509"/>
            <a:ext cx="2221200" cy="3480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0"/>
              </a:spcAft>
              <a:buNone/>
            </a:pPr>
            <a:r>
              <a:rPr lang="en-GB" sz="2400">
                <a:latin typeface="Times New Roman"/>
                <a:ea typeface="Times New Roman"/>
                <a:cs typeface="Times New Roman"/>
                <a:sym typeface="Times New Roman"/>
              </a:rPr>
              <a:t>12 − 9 = £3 </a:t>
            </a:r>
            <a:r>
              <a:rPr b="1" lang="en-GB" sz="2000">
                <a:latin typeface="Kalam"/>
                <a:ea typeface="Kalam"/>
                <a:cs typeface="Kalam"/>
                <a:sym typeface="Kalam"/>
              </a:rPr>
              <a:t>profit</a:t>
            </a:r>
            <a:endParaRPr b="1" sz="2000">
              <a:latin typeface="Kalam"/>
              <a:ea typeface="Kalam"/>
              <a:cs typeface="Kalam"/>
              <a:sym typeface="Kalam"/>
            </a:endParaRPr>
          </a:p>
        </p:txBody>
      </p:sp>
      <p:sp>
        <p:nvSpPr>
          <p:cNvPr id="1064" name="Google Shape;1064;p90"/>
          <p:cNvSpPr txBox="1"/>
          <p:nvPr>
            <p:ph idx="1" type="body"/>
          </p:nvPr>
        </p:nvSpPr>
        <p:spPr>
          <a:xfrm>
            <a:off x="6236984" y="3288892"/>
            <a:ext cx="2496900" cy="3096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100"/>
              <a:t>Direct email:  </a:t>
            </a:r>
            <a:r>
              <a:rPr lang="en-GB" sz="2400">
                <a:latin typeface="Times New Roman"/>
                <a:ea typeface="Times New Roman"/>
                <a:cs typeface="Times New Roman"/>
                <a:sym typeface="Times New Roman"/>
              </a:rPr>
              <a:t>£140</a:t>
            </a:r>
            <a:endParaRPr sz="2100"/>
          </a:p>
        </p:txBody>
      </p:sp>
      <p:sp>
        <p:nvSpPr>
          <p:cNvPr id="1065" name="Google Shape;1065;p90"/>
          <p:cNvSpPr txBox="1"/>
          <p:nvPr>
            <p:ph idx="1" type="body"/>
          </p:nvPr>
        </p:nvSpPr>
        <p:spPr>
          <a:xfrm>
            <a:off x="2076600" y="2298300"/>
            <a:ext cx="6427200" cy="3096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a:t>Does Sam still </a:t>
            </a:r>
            <a:r>
              <a:rPr lang="en-GB"/>
              <a:t>maintain</a:t>
            </a:r>
            <a:r>
              <a:rPr lang="en-GB"/>
              <a:t> a </a:t>
            </a:r>
            <a:r>
              <a:rPr b="1" lang="en-GB"/>
              <a:t>profit </a:t>
            </a:r>
            <a:r>
              <a:rPr lang="en-GB"/>
              <a:t>when advertising through Facebook and YouTube?</a:t>
            </a:r>
            <a:endParaRPr/>
          </a:p>
        </p:txBody>
      </p:sp>
      <p:sp>
        <p:nvSpPr>
          <p:cNvPr id="1066" name="Google Shape;1066;p90"/>
          <p:cNvSpPr txBox="1"/>
          <p:nvPr>
            <p:ph idx="1" type="body"/>
          </p:nvPr>
        </p:nvSpPr>
        <p:spPr>
          <a:xfrm>
            <a:off x="323647" y="4096825"/>
            <a:ext cx="2634900" cy="3096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0"/>
              </a:spcAft>
              <a:buNone/>
            </a:pPr>
            <a:r>
              <a:rPr lang="en-GB" sz="2400">
                <a:latin typeface="Times New Roman"/>
                <a:ea typeface="Times New Roman"/>
                <a:cs typeface="Times New Roman"/>
                <a:sym typeface="Times New Roman"/>
              </a:rPr>
              <a:t>£0.25 × 50 = £12.50</a:t>
            </a:r>
            <a:endParaRPr sz="2000"/>
          </a:p>
        </p:txBody>
      </p:sp>
      <p:sp>
        <p:nvSpPr>
          <p:cNvPr id="1067" name="Google Shape;1067;p90"/>
          <p:cNvSpPr txBox="1"/>
          <p:nvPr>
            <p:ph idx="1" type="body"/>
          </p:nvPr>
        </p:nvSpPr>
        <p:spPr>
          <a:xfrm>
            <a:off x="323650" y="4462500"/>
            <a:ext cx="2925900" cy="3480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0"/>
              </a:spcAft>
              <a:buNone/>
            </a:pPr>
            <a:r>
              <a:rPr lang="en-GB" sz="2400">
                <a:latin typeface="Times New Roman"/>
                <a:ea typeface="Times New Roman"/>
                <a:cs typeface="Times New Roman"/>
                <a:sym typeface="Times New Roman"/>
              </a:rPr>
              <a:t>12 − 12.50 = £0.50 </a:t>
            </a:r>
            <a:r>
              <a:rPr lang="en-GB" sz="2000">
                <a:latin typeface="Kalam"/>
                <a:ea typeface="Kalam"/>
                <a:cs typeface="Kalam"/>
                <a:sym typeface="Kalam"/>
              </a:rPr>
              <a:t>loss</a:t>
            </a:r>
            <a:endParaRPr sz="2000">
              <a:latin typeface="Kalam"/>
              <a:ea typeface="Kalam"/>
              <a:cs typeface="Kalam"/>
              <a:sym typeface="Kalam"/>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5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6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6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67"/>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1" name="Shape 1071"/>
        <p:cNvGrpSpPr/>
        <p:nvPr/>
      </p:nvGrpSpPr>
      <p:grpSpPr>
        <a:xfrm>
          <a:off x="0" y="0"/>
          <a:ext cx="0" cy="0"/>
          <a:chOff x="0" y="0"/>
          <a:chExt cx="0" cy="0"/>
        </a:xfrm>
      </p:grpSpPr>
      <p:pic>
        <p:nvPicPr>
          <p:cNvPr id="1072" name="Google Shape;1072;p91"/>
          <p:cNvPicPr preferRelativeResize="0"/>
          <p:nvPr/>
        </p:nvPicPr>
        <p:blipFill rotWithShape="1">
          <a:blip r:embed="rId3">
            <a:alphaModFix/>
          </a:blip>
          <a:srcRect b="43690" l="0" r="57905" t="0"/>
          <a:stretch/>
        </p:blipFill>
        <p:spPr>
          <a:xfrm flipH="1">
            <a:off x="-45923" y="812425"/>
            <a:ext cx="8789724" cy="1415600"/>
          </a:xfrm>
          <a:prstGeom prst="rect">
            <a:avLst/>
          </a:prstGeom>
          <a:noFill/>
          <a:ln>
            <a:noFill/>
          </a:ln>
        </p:spPr>
      </p:pic>
      <p:sp>
        <p:nvSpPr>
          <p:cNvPr id="1073" name="Google Shape;1073;p91"/>
          <p:cNvSpPr txBox="1"/>
          <p:nvPr>
            <p:ph idx="1" type="body"/>
          </p:nvPr>
        </p:nvSpPr>
        <p:spPr>
          <a:xfrm>
            <a:off x="616500" y="870591"/>
            <a:ext cx="7983900" cy="10725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t>Google analytics also tells me where people go upon visiting my website. It tells me that </a:t>
            </a:r>
            <a:r>
              <a:rPr lang="en-GB">
                <a:latin typeface="Times New Roman"/>
                <a:ea typeface="Times New Roman"/>
                <a:cs typeface="Times New Roman"/>
                <a:sym typeface="Times New Roman"/>
              </a:rPr>
              <a:t>1 </a:t>
            </a:r>
            <a:r>
              <a:rPr lang="en-GB" sz="2000"/>
              <a:t>in</a:t>
            </a:r>
            <a:r>
              <a:rPr lang="en-GB">
                <a:latin typeface="Times New Roman"/>
                <a:ea typeface="Times New Roman"/>
                <a:cs typeface="Times New Roman"/>
                <a:sym typeface="Times New Roman"/>
              </a:rPr>
              <a:t> 50</a:t>
            </a:r>
            <a:r>
              <a:rPr lang="en-GB" sz="2000"/>
              <a:t> visitors go on to make a purchase. I make an average of </a:t>
            </a:r>
            <a:r>
              <a:rPr lang="en-GB">
                <a:latin typeface="Times New Roman"/>
                <a:ea typeface="Times New Roman"/>
                <a:cs typeface="Times New Roman"/>
                <a:sym typeface="Times New Roman"/>
              </a:rPr>
              <a:t>£12</a:t>
            </a:r>
            <a:r>
              <a:rPr lang="en-GB" sz="2000"/>
              <a:t> </a:t>
            </a:r>
            <a:r>
              <a:rPr b="1" lang="en-GB" sz="2000"/>
              <a:t>profit </a:t>
            </a:r>
            <a:r>
              <a:rPr lang="en-GB" sz="2000"/>
              <a:t>with every sale.</a:t>
            </a:r>
            <a:endParaRPr sz="2000"/>
          </a:p>
        </p:txBody>
      </p:sp>
      <p:sp>
        <p:nvSpPr>
          <p:cNvPr id="1074" name="Google Shape;1074;p91"/>
          <p:cNvSpPr txBox="1"/>
          <p:nvPr>
            <p:ph idx="1" type="body"/>
          </p:nvPr>
        </p:nvSpPr>
        <p:spPr>
          <a:xfrm>
            <a:off x="6282568" y="4096816"/>
            <a:ext cx="2080200" cy="3096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0"/>
              </a:spcAft>
              <a:buNone/>
            </a:pPr>
            <a:r>
              <a:rPr lang="en-GB" sz="2400">
                <a:latin typeface="Times New Roman"/>
                <a:ea typeface="Times New Roman"/>
                <a:cs typeface="Times New Roman"/>
                <a:sym typeface="Times New Roman"/>
              </a:rPr>
              <a:t>£0.14 × 50 = £7</a:t>
            </a:r>
            <a:endParaRPr sz="2000"/>
          </a:p>
        </p:txBody>
      </p:sp>
      <p:sp>
        <p:nvSpPr>
          <p:cNvPr id="1075" name="Google Shape;1075;p91"/>
          <p:cNvSpPr txBox="1"/>
          <p:nvPr>
            <p:ph idx="1" type="body"/>
          </p:nvPr>
        </p:nvSpPr>
        <p:spPr>
          <a:xfrm>
            <a:off x="6282560" y="4462509"/>
            <a:ext cx="2221200" cy="3480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0"/>
              </a:spcAft>
              <a:buNone/>
            </a:pPr>
            <a:r>
              <a:rPr lang="en-GB" sz="2400">
                <a:latin typeface="Times New Roman"/>
                <a:ea typeface="Times New Roman"/>
                <a:cs typeface="Times New Roman"/>
                <a:sym typeface="Times New Roman"/>
              </a:rPr>
              <a:t>12 − 7 = £5 </a:t>
            </a:r>
            <a:r>
              <a:rPr b="1" lang="en-GB" sz="2000"/>
              <a:t>profit</a:t>
            </a:r>
            <a:endParaRPr b="1" sz="2000"/>
          </a:p>
        </p:txBody>
      </p:sp>
      <p:sp>
        <p:nvSpPr>
          <p:cNvPr id="1076" name="Google Shape;1076;p91"/>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Maths in marketing</a:t>
            </a:r>
            <a:endParaRPr/>
          </a:p>
        </p:txBody>
      </p:sp>
      <p:pic>
        <p:nvPicPr>
          <p:cNvPr id="1077" name="Google Shape;1077;p91"/>
          <p:cNvPicPr preferRelativeResize="0"/>
          <p:nvPr/>
        </p:nvPicPr>
        <p:blipFill>
          <a:blip r:embed="rId4">
            <a:alphaModFix/>
          </a:blip>
          <a:stretch>
            <a:fillRect/>
          </a:stretch>
        </p:blipFill>
        <p:spPr>
          <a:xfrm>
            <a:off x="331300" y="2124900"/>
            <a:ext cx="826677" cy="1190448"/>
          </a:xfrm>
          <a:prstGeom prst="rect">
            <a:avLst/>
          </a:prstGeom>
          <a:noFill/>
          <a:ln>
            <a:noFill/>
          </a:ln>
        </p:spPr>
      </p:pic>
      <p:sp>
        <p:nvSpPr>
          <p:cNvPr id="1078" name="Google Shape;1078;p91"/>
          <p:cNvSpPr txBox="1"/>
          <p:nvPr>
            <p:ph idx="1" type="body"/>
          </p:nvPr>
        </p:nvSpPr>
        <p:spPr>
          <a:xfrm>
            <a:off x="324000" y="3288892"/>
            <a:ext cx="2221200" cy="3096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a:t>YouTube:  </a:t>
            </a:r>
            <a:r>
              <a:rPr lang="en-GB" sz="2400">
                <a:latin typeface="Times New Roman"/>
                <a:ea typeface="Times New Roman"/>
                <a:cs typeface="Times New Roman"/>
                <a:sym typeface="Times New Roman"/>
              </a:rPr>
              <a:t>£625</a:t>
            </a:r>
            <a:endParaRPr/>
          </a:p>
        </p:txBody>
      </p:sp>
      <p:sp>
        <p:nvSpPr>
          <p:cNvPr id="1079" name="Google Shape;1079;p91"/>
          <p:cNvSpPr txBox="1"/>
          <p:nvPr>
            <p:ph idx="1" type="body"/>
          </p:nvPr>
        </p:nvSpPr>
        <p:spPr>
          <a:xfrm>
            <a:off x="3372000" y="3288892"/>
            <a:ext cx="2328600" cy="3096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a:t>Facebook: </a:t>
            </a:r>
            <a:r>
              <a:rPr lang="en-GB" sz="2400">
                <a:latin typeface="Times New Roman"/>
                <a:ea typeface="Times New Roman"/>
                <a:cs typeface="Times New Roman"/>
                <a:sym typeface="Times New Roman"/>
              </a:rPr>
              <a:t>£270</a:t>
            </a:r>
            <a:endParaRPr/>
          </a:p>
        </p:txBody>
      </p:sp>
      <p:sp>
        <p:nvSpPr>
          <p:cNvPr id="1080" name="Google Shape;1080;p91"/>
          <p:cNvSpPr txBox="1"/>
          <p:nvPr>
            <p:ph idx="1" type="body"/>
          </p:nvPr>
        </p:nvSpPr>
        <p:spPr>
          <a:xfrm>
            <a:off x="3371660" y="4096816"/>
            <a:ext cx="2080200" cy="3096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0"/>
              </a:spcAft>
              <a:buNone/>
            </a:pPr>
            <a:r>
              <a:rPr lang="en-GB" sz="2400">
                <a:latin typeface="Times New Roman"/>
                <a:ea typeface="Times New Roman"/>
                <a:cs typeface="Times New Roman"/>
                <a:sym typeface="Times New Roman"/>
              </a:rPr>
              <a:t>£0.18 × 50 = £9</a:t>
            </a:r>
            <a:endParaRPr sz="2000"/>
          </a:p>
        </p:txBody>
      </p:sp>
      <p:sp>
        <p:nvSpPr>
          <p:cNvPr id="1081" name="Google Shape;1081;p91"/>
          <p:cNvSpPr txBox="1"/>
          <p:nvPr>
            <p:ph idx="1" type="body"/>
          </p:nvPr>
        </p:nvSpPr>
        <p:spPr>
          <a:xfrm>
            <a:off x="324000" y="3685192"/>
            <a:ext cx="1883400" cy="3480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0"/>
              </a:spcAft>
              <a:buNone/>
            </a:pPr>
            <a:r>
              <a:rPr lang="en-GB" sz="2400">
                <a:latin typeface="Times New Roman"/>
                <a:ea typeface="Times New Roman"/>
                <a:cs typeface="Times New Roman"/>
                <a:sym typeface="Times New Roman"/>
              </a:rPr>
              <a:t>£0.25 </a:t>
            </a:r>
            <a:r>
              <a:rPr lang="en-GB" sz="2000"/>
              <a:t>per visit</a:t>
            </a:r>
            <a:endParaRPr sz="2000"/>
          </a:p>
        </p:txBody>
      </p:sp>
      <p:sp>
        <p:nvSpPr>
          <p:cNvPr id="1082" name="Google Shape;1082;p91"/>
          <p:cNvSpPr txBox="1"/>
          <p:nvPr>
            <p:ph idx="1" type="body"/>
          </p:nvPr>
        </p:nvSpPr>
        <p:spPr>
          <a:xfrm>
            <a:off x="3372000" y="3685192"/>
            <a:ext cx="1883400" cy="3480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0"/>
              </a:spcAft>
              <a:buNone/>
            </a:pPr>
            <a:r>
              <a:rPr lang="en-GB" sz="2400">
                <a:latin typeface="Times New Roman"/>
                <a:ea typeface="Times New Roman"/>
                <a:cs typeface="Times New Roman"/>
                <a:sym typeface="Times New Roman"/>
              </a:rPr>
              <a:t>£0.18 </a:t>
            </a:r>
            <a:r>
              <a:rPr lang="en-GB" sz="2000"/>
              <a:t>per visit</a:t>
            </a:r>
            <a:endParaRPr sz="2000"/>
          </a:p>
        </p:txBody>
      </p:sp>
      <p:sp>
        <p:nvSpPr>
          <p:cNvPr id="1083" name="Google Shape;1083;p91"/>
          <p:cNvSpPr txBox="1"/>
          <p:nvPr>
            <p:ph idx="1" type="body"/>
          </p:nvPr>
        </p:nvSpPr>
        <p:spPr>
          <a:xfrm>
            <a:off x="6282568" y="3685192"/>
            <a:ext cx="1883400" cy="3480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0"/>
              </a:spcAft>
              <a:buNone/>
            </a:pPr>
            <a:r>
              <a:rPr lang="en-GB" sz="2400">
                <a:latin typeface="Times New Roman"/>
                <a:ea typeface="Times New Roman"/>
                <a:cs typeface="Times New Roman"/>
                <a:sym typeface="Times New Roman"/>
              </a:rPr>
              <a:t>£0.14 </a:t>
            </a:r>
            <a:r>
              <a:rPr lang="en-GB" sz="2000"/>
              <a:t>per visit</a:t>
            </a:r>
            <a:endParaRPr sz="2000"/>
          </a:p>
        </p:txBody>
      </p:sp>
      <p:sp>
        <p:nvSpPr>
          <p:cNvPr id="1084" name="Google Shape;1084;p91"/>
          <p:cNvSpPr txBox="1"/>
          <p:nvPr>
            <p:ph idx="1" type="body"/>
          </p:nvPr>
        </p:nvSpPr>
        <p:spPr>
          <a:xfrm>
            <a:off x="3371652" y="4462509"/>
            <a:ext cx="2221200" cy="3480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0"/>
              </a:spcAft>
              <a:buNone/>
            </a:pPr>
            <a:r>
              <a:rPr lang="en-GB" sz="2400">
                <a:latin typeface="Times New Roman"/>
                <a:ea typeface="Times New Roman"/>
                <a:cs typeface="Times New Roman"/>
                <a:sym typeface="Times New Roman"/>
              </a:rPr>
              <a:t>12 − 9 = £3 </a:t>
            </a:r>
            <a:r>
              <a:rPr b="1" lang="en-GB" sz="2000">
                <a:latin typeface="Kalam"/>
                <a:ea typeface="Kalam"/>
                <a:cs typeface="Kalam"/>
                <a:sym typeface="Kalam"/>
              </a:rPr>
              <a:t>profit</a:t>
            </a:r>
            <a:endParaRPr b="1" sz="2000">
              <a:latin typeface="Kalam"/>
              <a:ea typeface="Kalam"/>
              <a:cs typeface="Kalam"/>
              <a:sym typeface="Kalam"/>
            </a:endParaRPr>
          </a:p>
        </p:txBody>
      </p:sp>
      <p:sp>
        <p:nvSpPr>
          <p:cNvPr id="1085" name="Google Shape;1085;p91"/>
          <p:cNvSpPr txBox="1"/>
          <p:nvPr>
            <p:ph idx="1" type="body"/>
          </p:nvPr>
        </p:nvSpPr>
        <p:spPr>
          <a:xfrm>
            <a:off x="6236984" y="3288892"/>
            <a:ext cx="2496900" cy="3096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100"/>
              <a:t>Direct email:  </a:t>
            </a:r>
            <a:r>
              <a:rPr lang="en-GB" sz="2400">
                <a:latin typeface="Times New Roman"/>
                <a:ea typeface="Times New Roman"/>
                <a:cs typeface="Times New Roman"/>
                <a:sym typeface="Times New Roman"/>
              </a:rPr>
              <a:t>£140</a:t>
            </a:r>
            <a:endParaRPr sz="2100"/>
          </a:p>
        </p:txBody>
      </p:sp>
      <p:sp>
        <p:nvSpPr>
          <p:cNvPr id="1086" name="Google Shape;1086;p91"/>
          <p:cNvSpPr txBox="1"/>
          <p:nvPr>
            <p:ph idx="1" type="body"/>
          </p:nvPr>
        </p:nvSpPr>
        <p:spPr>
          <a:xfrm>
            <a:off x="1457425" y="2298300"/>
            <a:ext cx="7371600" cy="9417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1000"/>
              </a:spcAft>
              <a:buNone/>
            </a:pPr>
            <a:r>
              <a:rPr lang="en-GB" sz="2000">
                <a:latin typeface="Kalam"/>
                <a:ea typeface="Kalam"/>
                <a:cs typeface="Kalam"/>
                <a:sym typeface="Kalam"/>
              </a:rPr>
              <a:t>E</a:t>
            </a:r>
            <a:r>
              <a:rPr lang="en-GB" sz="2000">
                <a:latin typeface="Kalam"/>
                <a:ea typeface="Kalam"/>
                <a:cs typeface="Kalam"/>
                <a:sym typeface="Kalam"/>
              </a:rPr>
              <a:t>xpensive advertising formats diminish </a:t>
            </a:r>
            <a:r>
              <a:rPr b="1" lang="en-GB" sz="2000">
                <a:latin typeface="Kalam"/>
                <a:ea typeface="Kalam"/>
                <a:cs typeface="Kalam"/>
                <a:sym typeface="Kalam"/>
              </a:rPr>
              <a:t>profit </a:t>
            </a:r>
            <a:r>
              <a:rPr lang="en-GB" sz="2000">
                <a:latin typeface="Kalam"/>
                <a:ea typeface="Kalam"/>
                <a:cs typeface="Kalam"/>
                <a:sym typeface="Kalam"/>
              </a:rPr>
              <a:t>but, they can help </a:t>
            </a:r>
            <a:r>
              <a:rPr lang="en-GB" sz="2000">
                <a:latin typeface="Kalam"/>
                <a:ea typeface="Kalam"/>
                <a:cs typeface="Kalam"/>
                <a:sym typeface="Kalam"/>
              </a:rPr>
              <a:t>improve</a:t>
            </a:r>
            <a:r>
              <a:rPr lang="en-GB" sz="2000">
                <a:latin typeface="Kalam"/>
                <a:ea typeface="Kalam"/>
                <a:cs typeface="Kalam"/>
                <a:sym typeface="Kalam"/>
              </a:rPr>
              <a:t> brand recognition and repeat sales. Businesses need to balance the risk and reward of such investments.</a:t>
            </a:r>
            <a:endParaRPr sz="2000">
              <a:latin typeface="Kalam"/>
              <a:ea typeface="Kalam"/>
              <a:cs typeface="Kalam"/>
              <a:sym typeface="Kalam"/>
            </a:endParaRPr>
          </a:p>
        </p:txBody>
      </p:sp>
      <p:sp>
        <p:nvSpPr>
          <p:cNvPr id="1087" name="Google Shape;1087;p91"/>
          <p:cNvSpPr txBox="1"/>
          <p:nvPr>
            <p:ph idx="1" type="body"/>
          </p:nvPr>
        </p:nvSpPr>
        <p:spPr>
          <a:xfrm>
            <a:off x="323647" y="4096825"/>
            <a:ext cx="2634900" cy="3096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0"/>
              </a:spcAft>
              <a:buNone/>
            </a:pPr>
            <a:r>
              <a:rPr lang="en-GB" sz="2400">
                <a:latin typeface="Times New Roman"/>
                <a:ea typeface="Times New Roman"/>
                <a:cs typeface="Times New Roman"/>
                <a:sym typeface="Times New Roman"/>
              </a:rPr>
              <a:t>£0.25 × 50 = £12.50</a:t>
            </a:r>
            <a:endParaRPr sz="2000"/>
          </a:p>
        </p:txBody>
      </p:sp>
      <p:sp>
        <p:nvSpPr>
          <p:cNvPr id="1088" name="Google Shape;1088;p91"/>
          <p:cNvSpPr txBox="1"/>
          <p:nvPr>
            <p:ph idx="1" type="body"/>
          </p:nvPr>
        </p:nvSpPr>
        <p:spPr>
          <a:xfrm>
            <a:off x="323650" y="4462500"/>
            <a:ext cx="2925900" cy="3480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0"/>
              </a:spcAft>
              <a:buNone/>
            </a:pPr>
            <a:r>
              <a:rPr lang="en-GB" sz="2400">
                <a:latin typeface="Times New Roman"/>
                <a:ea typeface="Times New Roman"/>
                <a:cs typeface="Times New Roman"/>
                <a:sym typeface="Times New Roman"/>
              </a:rPr>
              <a:t>12 − 12.50 = £0.50 </a:t>
            </a:r>
            <a:r>
              <a:rPr lang="en-GB" sz="2000">
                <a:latin typeface="Kalam"/>
                <a:ea typeface="Kalam"/>
                <a:cs typeface="Kalam"/>
                <a:sym typeface="Kalam"/>
              </a:rPr>
              <a:t>loss</a:t>
            </a:r>
            <a:endParaRPr sz="2000">
              <a:latin typeface="Kalam"/>
              <a:ea typeface="Kalam"/>
              <a:cs typeface="Kalam"/>
              <a:sym typeface="Kalam"/>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2" name="Shape 1092"/>
        <p:cNvGrpSpPr/>
        <p:nvPr/>
      </p:nvGrpSpPr>
      <p:grpSpPr>
        <a:xfrm>
          <a:off x="0" y="0"/>
          <a:ext cx="0" cy="0"/>
          <a:chOff x="0" y="0"/>
          <a:chExt cx="0" cy="0"/>
        </a:xfrm>
      </p:grpSpPr>
      <p:sp>
        <p:nvSpPr>
          <p:cNvPr id="1093" name="Google Shape;1093;p92"/>
          <p:cNvSpPr txBox="1"/>
          <p:nvPr>
            <p:ph idx="1" type="body"/>
          </p:nvPr>
        </p:nvSpPr>
        <p:spPr>
          <a:xfrm>
            <a:off x="324000" y="759300"/>
            <a:ext cx="3492000" cy="35607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0"/>
              </a:spcAft>
              <a:buNone/>
            </a:pPr>
            <a:r>
              <a:rPr lang="en-GB" sz="2000"/>
              <a:t>1) </a:t>
            </a:r>
            <a:r>
              <a:rPr lang="en-GB" sz="2000"/>
              <a:t>‘Sam’s Sleepwear’ is now well established in the bedwear marketplace. On three </a:t>
            </a:r>
            <a:r>
              <a:rPr lang="en-GB" sz="2000"/>
              <a:t>occasions in this year they spent just under </a:t>
            </a:r>
            <a:r>
              <a:rPr lang="en-GB">
                <a:latin typeface="Times New Roman"/>
                <a:ea typeface="Times New Roman"/>
                <a:cs typeface="Times New Roman"/>
                <a:sym typeface="Times New Roman"/>
              </a:rPr>
              <a:t>£5000</a:t>
            </a:r>
            <a:r>
              <a:rPr lang="en-GB" sz="2000"/>
              <a:t> on online advertising campaigns. </a:t>
            </a:r>
            <a:endParaRPr sz="2000"/>
          </a:p>
          <a:p>
            <a:pPr indent="0" lvl="0" marL="0" rtl="0" algn="l">
              <a:lnSpc>
                <a:spcPct val="100000"/>
              </a:lnSpc>
              <a:spcBef>
                <a:spcPts val="1000"/>
              </a:spcBef>
              <a:spcAft>
                <a:spcPts val="0"/>
              </a:spcAft>
              <a:buNone/>
            </a:pPr>
            <a:r>
              <a:rPr lang="en-GB" sz="2000"/>
              <a:t>When were those campaigns?</a:t>
            </a:r>
            <a:endParaRPr sz="2000"/>
          </a:p>
          <a:p>
            <a:pPr indent="0" lvl="0" marL="0" rtl="0" algn="l">
              <a:lnSpc>
                <a:spcPct val="100000"/>
              </a:lnSpc>
              <a:spcBef>
                <a:spcPts val="1000"/>
              </a:spcBef>
              <a:spcAft>
                <a:spcPts val="0"/>
              </a:spcAft>
              <a:buNone/>
            </a:pPr>
            <a:r>
              <a:rPr lang="en-GB" sz="2000"/>
              <a:t>Which one was the most effective?</a:t>
            </a:r>
            <a:endParaRPr sz="2000"/>
          </a:p>
          <a:p>
            <a:pPr indent="0" lvl="0" marL="0" rtl="0" algn="l">
              <a:lnSpc>
                <a:spcPct val="100000"/>
              </a:lnSpc>
              <a:spcBef>
                <a:spcPts val="1000"/>
              </a:spcBef>
              <a:spcAft>
                <a:spcPts val="1000"/>
              </a:spcAft>
              <a:buNone/>
            </a:pPr>
            <a:r>
              <a:rPr lang="en-GB" sz="2000"/>
              <a:t>How do you know?</a:t>
            </a:r>
            <a:endParaRPr sz="2000"/>
          </a:p>
        </p:txBody>
      </p:sp>
      <p:sp>
        <p:nvSpPr>
          <p:cNvPr id="1094" name="Google Shape;1094;p92"/>
          <p:cNvSpPr txBox="1"/>
          <p:nvPr>
            <p:ph type="title"/>
          </p:nvPr>
        </p:nvSpPr>
        <p:spPr>
          <a:xfrm>
            <a:off x="1479300" y="39650"/>
            <a:ext cx="6855300" cy="3828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GB"/>
              <a:t>Maths in marketing</a:t>
            </a:r>
            <a:endParaRPr/>
          </a:p>
        </p:txBody>
      </p:sp>
      <p:pic>
        <p:nvPicPr>
          <p:cNvPr id="1095" name="Google Shape;1095;p92"/>
          <p:cNvPicPr preferRelativeResize="0"/>
          <p:nvPr/>
        </p:nvPicPr>
        <p:blipFill>
          <a:blip r:embed="rId3">
            <a:alphaModFix/>
          </a:blip>
          <a:stretch>
            <a:fillRect/>
          </a:stretch>
        </p:blipFill>
        <p:spPr>
          <a:xfrm>
            <a:off x="4106725" y="988075"/>
            <a:ext cx="4711649" cy="3082727"/>
          </a:xfrm>
          <a:prstGeom prst="rect">
            <a:avLst/>
          </a:prstGeom>
          <a:noFill/>
          <a:ln>
            <a:noFill/>
          </a:ln>
        </p:spPr>
      </p:pic>
      <p:sp>
        <p:nvSpPr>
          <p:cNvPr id="1096" name="Google Shape;1096;p92"/>
          <p:cNvSpPr txBox="1"/>
          <p:nvPr>
            <p:ph idx="4294967295" type="body"/>
          </p:nvPr>
        </p:nvSpPr>
        <p:spPr>
          <a:xfrm>
            <a:off x="8111368" y="4096792"/>
            <a:ext cx="840900" cy="320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Month</a:t>
            </a:r>
            <a:endParaRPr sz="1800"/>
          </a:p>
        </p:txBody>
      </p:sp>
      <p:sp>
        <p:nvSpPr>
          <p:cNvPr id="1097" name="Google Shape;1097;p92"/>
          <p:cNvSpPr txBox="1"/>
          <p:nvPr>
            <p:ph idx="4294967295" type="body"/>
          </p:nvPr>
        </p:nvSpPr>
        <p:spPr>
          <a:xfrm rot="-5400000">
            <a:off x="2899864" y="1718944"/>
            <a:ext cx="2156400" cy="320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Site visits (000’s)</a:t>
            </a:r>
            <a:endParaRPr sz="1800"/>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1" name="Shape 1101"/>
        <p:cNvGrpSpPr/>
        <p:nvPr/>
      </p:nvGrpSpPr>
      <p:grpSpPr>
        <a:xfrm>
          <a:off x="0" y="0"/>
          <a:ext cx="0" cy="0"/>
          <a:chOff x="0" y="0"/>
          <a:chExt cx="0" cy="0"/>
        </a:xfrm>
      </p:grpSpPr>
      <p:sp>
        <p:nvSpPr>
          <p:cNvPr id="1102" name="Google Shape;1102;p93"/>
          <p:cNvSpPr txBox="1"/>
          <p:nvPr>
            <p:ph idx="1" type="body"/>
          </p:nvPr>
        </p:nvSpPr>
        <p:spPr>
          <a:xfrm>
            <a:off x="324000" y="759300"/>
            <a:ext cx="5665500" cy="14007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1000"/>
              </a:spcAft>
              <a:buNone/>
            </a:pPr>
            <a:r>
              <a:rPr lang="en-GB" sz="2000"/>
              <a:t>2</a:t>
            </a:r>
            <a:r>
              <a:rPr lang="en-GB" sz="2000"/>
              <a:t>) ‘Sam’s Sleepwear’ is now well established in the bedwear marketplace. They spend the below on advertising and generate </a:t>
            </a:r>
            <a:r>
              <a:rPr lang="en-GB">
                <a:latin typeface="Times New Roman"/>
                <a:ea typeface="Times New Roman"/>
                <a:cs typeface="Times New Roman"/>
                <a:sym typeface="Times New Roman"/>
              </a:rPr>
              <a:t>14 000</a:t>
            </a:r>
            <a:r>
              <a:rPr lang="en-GB" sz="2000"/>
              <a:t> extra visitors to their website.</a:t>
            </a:r>
            <a:endParaRPr sz="2000"/>
          </a:p>
        </p:txBody>
      </p:sp>
      <p:sp>
        <p:nvSpPr>
          <p:cNvPr id="1103" name="Google Shape;1103;p93"/>
          <p:cNvSpPr txBox="1"/>
          <p:nvPr>
            <p:ph type="title"/>
          </p:nvPr>
        </p:nvSpPr>
        <p:spPr>
          <a:xfrm>
            <a:off x="1479300" y="39650"/>
            <a:ext cx="6855300" cy="3828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GB"/>
              <a:t>Maths in marketing</a:t>
            </a:r>
            <a:endParaRPr/>
          </a:p>
        </p:txBody>
      </p:sp>
      <p:sp>
        <p:nvSpPr>
          <p:cNvPr id="1104" name="Google Shape;1104;p93"/>
          <p:cNvSpPr/>
          <p:nvPr/>
        </p:nvSpPr>
        <p:spPr>
          <a:xfrm rot="10800000">
            <a:off x="5291090" y="820784"/>
            <a:ext cx="3532800" cy="3532800"/>
          </a:xfrm>
          <a:prstGeom prst="pie">
            <a:avLst>
              <a:gd fmla="val 5388155" name="adj1"/>
              <a:gd fmla="val 11574783" name="adj2"/>
            </a:avLst>
          </a:prstGeom>
          <a:solidFill>
            <a:schemeClr val="accent3"/>
          </a:solidFill>
          <a:ln cap="flat" cmpd="sng" w="381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105" name="Google Shape;1105;p93"/>
          <p:cNvSpPr/>
          <p:nvPr/>
        </p:nvSpPr>
        <p:spPr>
          <a:xfrm rot="7200046">
            <a:off x="5295736" y="820778"/>
            <a:ext cx="3532718" cy="3532718"/>
          </a:xfrm>
          <a:prstGeom prst="pie">
            <a:avLst>
              <a:gd fmla="val 18447359" name="adj1"/>
              <a:gd fmla="val 379946" name="adj2"/>
            </a:avLst>
          </a:prstGeom>
          <a:solidFill>
            <a:schemeClr val="accent4"/>
          </a:solidFill>
          <a:ln cap="flat" cmpd="sng" w="381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106" name="Google Shape;1106;p93"/>
          <p:cNvSpPr/>
          <p:nvPr/>
        </p:nvSpPr>
        <p:spPr>
          <a:xfrm rot="5400000">
            <a:off x="5295648" y="820784"/>
            <a:ext cx="3532800" cy="3532800"/>
          </a:xfrm>
          <a:prstGeom prst="pie">
            <a:avLst>
              <a:gd fmla="val 2090036" name="adj1"/>
              <a:gd fmla="val 10772712" name="adj2"/>
            </a:avLst>
          </a:prstGeom>
          <a:solidFill>
            <a:schemeClr val="accent2"/>
          </a:solidFill>
          <a:ln cap="flat" cmpd="sng" w="381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107" name="Google Shape;1107;p93"/>
          <p:cNvSpPr txBox="1"/>
          <p:nvPr>
            <p:ph idx="4294967295" type="body"/>
          </p:nvPr>
        </p:nvSpPr>
        <p:spPr>
          <a:xfrm>
            <a:off x="5734200" y="1841408"/>
            <a:ext cx="920700" cy="860700"/>
          </a:xfrm>
          <a:prstGeom prst="rect">
            <a:avLst/>
          </a:prstGeom>
          <a:noFill/>
        </p:spPr>
        <p:txBody>
          <a:bodyPr anchorCtr="0" anchor="t" bIns="0" lIns="0" spcFirstLastPara="1" rIns="0" wrap="square" tIns="0">
            <a:noAutofit/>
          </a:bodyPr>
          <a:lstStyle/>
          <a:p>
            <a:pPr indent="0" lvl="0" marL="0" rtl="0" algn="ctr">
              <a:lnSpc>
                <a:spcPct val="100000"/>
              </a:lnSpc>
              <a:spcBef>
                <a:spcPts val="0"/>
              </a:spcBef>
              <a:spcAft>
                <a:spcPts val="0"/>
              </a:spcAft>
              <a:buNone/>
            </a:pPr>
            <a:r>
              <a:rPr lang="en-GB" sz="2000">
                <a:solidFill>
                  <a:schemeClr val="lt1"/>
                </a:solidFill>
              </a:rPr>
              <a:t>Googleadvert</a:t>
            </a:r>
            <a:endParaRPr sz="2000">
              <a:solidFill>
                <a:schemeClr val="lt1"/>
              </a:solidFill>
            </a:endParaRPr>
          </a:p>
          <a:p>
            <a:pPr indent="0" lvl="0" marL="0" rtl="0" algn="ctr">
              <a:lnSpc>
                <a:spcPct val="100000"/>
              </a:lnSpc>
              <a:spcBef>
                <a:spcPts val="0"/>
              </a:spcBef>
              <a:spcAft>
                <a:spcPts val="0"/>
              </a:spcAft>
              <a:buNone/>
            </a:pPr>
            <a:r>
              <a:rPr lang="en-GB" sz="2000">
                <a:solidFill>
                  <a:schemeClr val="lt1"/>
                </a:solidFill>
              </a:rPr>
              <a:t>(</a:t>
            </a:r>
            <a:r>
              <a:rPr lang="en-GB">
                <a:solidFill>
                  <a:schemeClr val="lt1"/>
                </a:solidFill>
                <a:latin typeface="Times New Roman"/>
                <a:ea typeface="Times New Roman"/>
                <a:cs typeface="Times New Roman"/>
                <a:sym typeface="Times New Roman"/>
              </a:rPr>
              <a:t>38%</a:t>
            </a:r>
            <a:r>
              <a:rPr lang="en-GB" sz="2000">
                <a:solidFill>
                  <a:schemeClr val="lt1"/>
                </a:solidFill>
              </a:rPr>
              <a:t>)</a:t>
            </a:r>
            <a:endParaRPr sz="2000">
              <a:solidFill>
                <a:schemeClr val="lt1"/>
              </a:solidFill>
            </a:endParaRPr>
          </a:p>
        </p:txBody>
      </p:sp>
      <p:sp>
        <p:nvSpPr>
          <p:cNvPr id="1108" name="Google Shape;1108;p93"/>
          <p:cNvSpPr txBox="1"/>
          <p:nvPr>
            <p:ph idx="4294967295" type="body"/>
          </p:nvPr>
        </p:nvSpPr>
        <p:spPr>
          <a:xfrm>
            <a:off x="7099968" y="1471393"/>
            <a:ext cx="1285800" cy="613500"/>
          </a:xfrm>
          <a:prstGeom prst="rect">
            <a:avLst/>
          </a:prstGeom>
          <a:noFill/>
        </p:spPr>
        <p:txBody>
          <a:bodyPr anchorCtr="0" anchor="t" bIns="0" lIns="0" spcFirstLastPara="1" rIns="0" wrap="square" tIns="0">
            <a:noAutofit/>
          </a:bodyPr>
          <a:lstStyle/>
          <a:p>
            <a:pPr indent="0" lvl="0" marL="0" rtl="0" algn="ctr">
              <a:lnSpc>
                <a:spcPct val="100000"/>
              </a:lnSpc>
              <a:spcBef>
                <a:spcPts val="0"/>
              </a:spcBef>
              <a:spcAft>
                <a:spcPts val="0"/>
              </a:spcAft>
              <a:buNone/>
            </a:pPr>
            <a:r>
              <a:rPr lang="en-GB" sz="2000">
                <a:solidFill>
                  <a:schemeClr val="lt1"/>
                </a:solidFill>
              </a:rPr>
              <a:t>YouTube advert</a:t>
            </a:r>
            <a:endParaRPr sz="2000">
              <a:solidFill>
                <a:schemeClr val="lt1"/>
              </a:solidFill>
            </a:endParaRPr>
          </a:p>
          <a:p>
            <a:pPr indent="0" lvl="0" marL="0" rtl="0" algn="ctr">
              <a:lnSpc>
                <a:spcPct val="100000"/>
              </a:lnSpc>
              <a:spcBef>
                <a:spcPts val="0"/>
              </a:spcBef>
              <a:spcAft>
                <a:spcPts val="0"/>
              </a:spcAft>
              <a:buNone/>
            </a:pPr>
            <a:r>
              <a:rPr lang="en-GB" sz="2000">
                <a:solidFill>
                  <a:schemeClr val="lt1"/>
                </a:solidFill>
              </a:rPr>
              <a:t>(</a:t>
            </a:r>
            <a:r>
              <a:rPr lang="en-GB">
                <a:solidFill>
                  <a:schemeClr val="lt1"/>
                </a:solidFill>
                <a:latin typeface="Times New Roman"/>
                <a:ea typeface="Times New Roman"/>
                <a:cs typeface="Times New Roman"/>
                <a:sym typeface="Times New Roman"/>
              </a:rPr>
              <a:t>28%</a:t>
            </a:r>
            <a:r>
              <a:rPr lang="en-GB" sz="2000">
                <a:solidFill>
                  <a:schemeClr val="lt1"/>
                </a:solidFill>
              </a:rPr>
              <a:t>)</a:t>
            </a:r>
            <a:endParaRPr sz="2000">
              <a:solidFill>
                <a:schemeClr val="lt1"/>
              </a:solidFill>
            </a:endParaRPr>
          </a:p>
        </p:txBody>
      </p:sp>
      <p:sp>
        <p:nvSpPr>
          <p:cNvPr id="1109" name="Google Shape;1109;p93"/>
          <p:cNvSpPr/>
          <p:nvPr/>
        </p:nvSpPr>
        <p:spPr>
          <a:xfrm rot="7200046">
            <a:off x="5296417" y="836086"/>
            <a:ext cx="3532718" cy="3532718"/>
          </a:xfrm>
          <a:prstGeom prst="pie">
            <a:avLst>
              <a:gd fmla="val 15104485" name="adj1"/>
              <a:gd fmla="val 18428904" name="adj2"/>
            </a:avLst>
          </a:prstGeom>
          <a:solidFill>
            <a:schemeClr val="accent5"/>
          </a:solidFill>
          <a:ln cap="flat" cmpd="sng" w="381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110" name="Google Shape;1110;p93"/>
          <p:cNvSpPr txBox="1"/>
          <p:nvPr>
            <p:ph idx="4294967295" type="body"/>
          </p:nvPr>
        </p:nvSpPr>
        <p:spPr>
          <a:xfrm>
            <a:off x="6445125" y="3299858"/>
            <a:ext cx="1006200" cy="964200"/>
          </a:xfrm>
          <a:prstGeom prst="rect">
            <a:avLst/>
          </a:prstGeom>
          <a:noFill/>
        </p:spPr>
        <p:txBody>
          <a:bodyPr anchorCtr="0" anchor="t" bIns="0" lIns="0" spcFirstLastPara="1" rIns="0" wrap="square" tIns="0">
            <a:noAutofit/>
          </a:bodyPr>
          <a:lstStyle/>
          <a:p>
            <a:pPr indent="0" lvl="0" marL="0" rtl="0" algn="ctr">
              <a:lnSpc>
                <a:spcPct val="100000"/>
              </a:lnSpc>
              <a:spcBef>
                <a:spcPts val="0"/>
              </a:spcBef>
              <a:spcAft>
                <a:spcPts val="0"/>
              </a:spcAft>
              <a:buNone/>
            </a:pPr>
            <a:r>
              <a:rPr lang="en-GB" sz="2000">
                <a:solidFill>
                  <a:schemeClr val="lt1"/>
                </a:solidFill>
              </a:rPr>
              <a:t>Direct email</a:t>
            </a:r>
            <a:endParaRPr sz="2000">
              <a:solidFill>
                <a:schemeClr val="lt1"/>
              </a:solidFill>
            </a:endParaRPr>
          </a:p>
          <a:p>
            <a:pPr indent="0" lvl="0" marL="0" rtl="0" algn="ctr">
              <a:lnSpc>
                <a:spcPct val="100000"/>
              </a:lnSpc>
              <a:spcBef>
                <a:spcPts val="0"/>
              </a:spcBef>
              <a:spcAft>
                <a:spcPts val="0"/>
              </a:spcAft>
              <a:buNone/>
            </a:pPr>
            <a:r>
              <a:rPr lang="en-GB" sz="2000">
                <a:solidFill>
                  <a:schemeClr val="lt1"/>
                </a:solidFill>
              </a:rPr>
              <a:t>(</a:t>
            </a:r>
            <a:r>
              <a:rPr lang="en-GB">
                <a:solidFill>
                  <a:schemeClr val="lt1"/>
                </a:solidFill>
                <a:latin typeface="Times New Roman"/>
                <a:ea typeface="Times New Roman"/>
                <a:cs typeface="Times New Roman"/>
                <a:sym typeface="Times New Roman"/>
              </a:rPr>
              <a:t>18%</a:t>
            </a:r>
            <a:r>
              <a:rPr lang="en-GB" sz="2000">
                <a:solidFill>
                  <a:schemeClr val="lt1"/>
                </a:solidFill>
              </a:rPr>
              <a:t>)</a:t>
            </a:r>
            <a:endParaRPr sz="2000">
              <a:solidFill>
                <a:schemeClr val="lt1"/>
              </a:solidFill>
            </a:endParaRPr>
          </a:p>
        </p:txBody>
      </p:sp>
      <p:sp>
        <p:nvSpPr>
          <p:cNvPr id="1111" name="Google Shape;1111;p93"/>
          <p:cNvSpPr txBox="1"/>
          <p:nvPr>
            <p:ph idx="4294967295" type="body"/>
          </p:nvPr>
        </p:nvSpPr>
        <p:spPr>
          <a:xfrm>
            <a:off x="7298973" y="2888917"/>
            <a:ext cx="1285800" cy="613500"/>
          </a:xfrm>
          <a:prstGeom prst="rect">
            <a:avLst/>
          </a:prstGeom>
          <a:noFill/>
        </p:spPr>
        <p:txBody>
          <a:bodyPr anchorCtr="0" anchor="t" bIns="0" lIns="0" spcFirstLastPara="1" rIns="0" wrap="square" tIns="0">
            <a:noAutofit/>
          </a:bodyPr>
          <a:lstStyle/>
          <a:p>
            <a:pPr indent="0" lvl="0" marL="0" rtl="0" algn="ctr">
              <a:lnSpc>
                <a:spcPct val="100000"/>
              </a:lnSpc>
              <a:spcBef>
                <a:spcPts val="0"/>
              </a:spcBef>
              <a:spcAft>
                <a:spcPts val="0"/>
              </a:spcAft>
              <a:buNone/>
            </a:pPr>
            <a:r>
              <a:rPr lang="en-GB" sz="2000">
                <a:solidFill>
                  <a:schemeClr val="lt1"/>
                </a:solidFill>
              </a:rPr>
              <a:t>Facebook advert</a:t>
            </a:r>
            <a:endParaRPr sz="2000">
              <a:solidFill>
                <a:schemeClr val="lt1"/>
              </a:solidFill>
            </a:endParaRPr>
          </a:p>
          <a:p>
            <a:pPr indent="0" lvl="0" marL="0" rtl="0" algn="ctr">
              <a:lnSpc>
                <a:spcPct val="100000"/>
              </a:lnSpc>
              <a:spcBef>
                <a:spcPts val="0"/>
              </a:spcBef>
              <a:spcAft>
                <a:spcPts val="0"/>
              </a:spcAft>
              <a:buNone/>
            </a:pPr>
            <a:r>
              <a:rPr lang="en-GB" sz="2000">
                <a:solidFill>
                  <a:schemeClr val="lt1"/>
                </a:solidFill>
              </a:rPr>
              <a:t>(</a:t>
            </a:r>
            <a:r>
              <a:rPr lang="en-GB">
                <a:solidFill>
                  <a:schemeClr val="lt1"/>
                </a:solidFill>
                <a:latin typeface="Times New Roman"/>
                <a:ea typeface="Times New Roman"/>
                <a:cs typeface="Times New Roman"/>
                <a:sym typeface="Times New Roman"/>
              </a:rPr>
              <a:t>16%</a:t>
            </a:r>
            <a:r>
              <a:rPr lang="en-GB" sz="2000">
                <a:solidFill>
                  <a:schemeClr val="lt1"/>
                </a:solidFill>
              </a:rPr>
              <a:t>)</a:t>
            </a:r>
            <a:endParaRPr sz="2000">
              <a:solidFill>
                <a:schemeClr val="lt1"/>
              </a:solidFill>
            </a:endParaRPr>
          </a:p>
        </p:txBody>
      </p:sp>
      <p:sp>
        <p:nvSpPr>
          <p:cNvPr id="1112" name="Google Shape;1112;p93"/>
          <p:cNvSpPr txBox="1"/>
          <p:nvPr>
            <p:ph idx="1" type="body"/>
          </p:nvPr>
        </p:nvSpPr>
        <p:spPr>
          <a:xfrm>
            <a:off x="324000" y="2130900"/>
            <a:ext cx="2373600" cy="6819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0"/>
              </a:spcAft>
              <a:buNone/>
            </a:pPr>
            <a:r>
              <a:rPr lang="en-GB" sz="2000"/>
              <a:t>YouTube </a:t>
            </a:r>
            <a:r>
              <a:rPr lang="en-GB">
                <a:latin typeface="Times New Roman"/>
                <a:ea typeface="Times New Roman"/>
                <a:cs typeface="Times New Roman"/>
                <a:sym typeface="Times New Roman"/>
              </a:rPr>
              <a:t>£1100</a:t>
            </a:r>
            <a:endParaRPr>
              <a:latin typeface="Times New Roman"/>
              <a:ea typeface="Times New Roman"/>
              <a:cs typeface="Times New Roman"/>
              <a:sym typeface="Times New Roman"/>
            </a:endParaRPr>
          </a:p>
          <a:p>
            <a:pPr indent="0" lvl="0" marL="0" rtl="0" algn="l">
              <a:lnSpc>
                <a:spcPct val="100000"/>
              </a:lnSpc>
              <a:spcBef>
                <a:spcPts val="0"/>
              </a:spcBef>
              <a:spcAft>
                <a:spcPts val="0"/>
              </a:spcAft>
              <a:buNone/>
            </a:pPr>
            <a:r>
              <a:rPr lang="en-GB" sz="2000"/>
              <a:t>Direct email </a:t>
            </a:r>
            <a:r>
              <a:rPr lang="en-GB">
                <a:latin typeface="Times New Roman"/>
                <a:ea typeface="Times New Roman"/>
                <a:cs typeface="Times New Roman"/>
                <a:sym typeface="Times New Roman"/>
              </a:rPr>
              <a:t>£350</a:t>
            </a:r>
            <a:endParaRPr>
              <a:latin typeface="Times New Roman"/>
              <a:ea typeface="Times New Roman"/>
              <a:cs typeface="Times New Roman"/>
              <a:sym typeface="Times New Roman"/>
            </a:endParaRPr>
          </a:p>
        </p:txBody>
      </p:sp>
      <p:sp>
        <p:nvSpPr>
          <p:cNvPr id="1113" name="Google Shape;1113;p93"/>
          <p:cNvSpPr txBox="1"/>
          <p:nvPr>
            <p:ph idx="1" type="body"/>
          </p:nvPr>
        </p:nvSpPr>
        <p:spPr>
          <a:xfrm>
            <a:off x="324000" y="2969100"/>
            <a:ext cx="4967100" cy="6135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0"/>
              </a:spcAft>
              <a:buNone/>
            </a:pPr>
            <a:r>
              <a:rPr lang="en-GB" sz="2000"/>
              <a:t>They now make a sale from </a:t>
            </a:r>
            <a:r>
              <a:rPr lang="en-GB">
                <a:latin typeface="Times New Roman"/>
                <a:ea typeface="Times New Roman"/>
                <a:cs typeface="Times New Roman"/>
                <a:sym typeface="Times New Roman"/>
              </a:rPr>
              <a:t>1</a:t>
            </a:r>
            <a:r>
              <a:rPr lang="en-GB" sz="2000"/>
              <a:t> in </a:t>
            </a:r>
            <a:r>
              <a:rPr lang="en-GB">
                <a:latin typeface="Times New Roman"/>
                <a:ea typeface="Times New Roman"/>
                <a:cs typeface="Times New Roman"/>
                <a:sym typeface="Times New Roman"/>
              </a:rPr>
              <a:t>40</a:t>
            </a:r>
            <a:endParaRPr sz="2000"/>
          </a:p>
          <a:p>
            <a:pPr indent="0" lvl="0" marL="0" rtl="0" algn="l">
              <a:lnSpc>
                <a:spcPct val="100000"/>
              </a:lnSpc>
              <a:spcBef>
                <a:spcPts val="0"/>
              </a:spcBef>
              <a:spcAft>
                <a:spcPts val="0"/>
              </a:spcAft>
              <a:buNone/>
            </a:pPr>
            <a:r>
              <a:rPr lang="en-GB" sz="2000"/>
              <a:t>visitors and an average of </a:t>
            </a:r>
            <a:r>
              <a:rPr lang="en-GB">
                <a:latin typeface="Times New Roman"/>
                <a:ea typeface="Times New Roman"/>
                <a:cs typeface="Times New Roman"/>
                <a:sym typeface="Times New Roman"/>
              </a:rPr>
              <a:t>£14</a:t>
            </a:r>
            <a:r>
              <a:rPr lang="en-GB" sz="2000"/>
              <a:t> per sale.</a:t>
            </a:r>
            <a:endParaRPr>
              <a:latin typeface="Times New Roman"/>
              <a:ea typeface="Times New Roman"/>
              <a:cs typeface="Times New Roman"/>
              <a:sym typeface="Times New Roman"/>
            </a:endParaRPr>
          </a:p>
        </p:txBody>
      </p:sp>
      <p:sp>
        <p:nvSpPr>
          <p:cNvPr id="1114" name="Google Shape;1114;p93"/>
          <p:cNvSpPr txBox="1"/>
          <p:nvPr>
            <p:ph idx="1" type="body"/>
          </p:nvPr>
        </p:nvSpPr>
        <p:spPr>
          <a:xfrm>
            <a:off x="2914800" y="2130900"/>
            <a:ext cx="1911000" cy="6135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0"/>
              </a:spcAft>
              <a:buNone/>
            </a:pPr>
            <a:r>
              <a:rPr lang="en-GB" sz="2000"/>
              <a:t>Facebook </a:t>
            </a:r>
            <a:r>
              <a:rPr lang="en-GB">
                <a:latin typeface="Times New Roman"/>
                <a:ea typeface="Times New Roman"/>
                <a:cs typeface="Times New Roman"/>
                <a:sym typeface="Times New Roman"/>
              </a:rPr>
              <a:t>£500</a:t>
            </a:r>
            <a:endParaRPr>
              <a:latin typeface="Times New Roman"/>
              <a:ea typeface="Times New Roman"/>
              <a:cs typeface="Times New Roman"/>
              <a:sym typeface="Times New Roman"/>
            </a:endParaRPr>
          </a:p>
          <a:p>
            <a:pPr indent="0" lvl="0" marL="0" rtl="0" algn="l">
              <a:lnSpc>
                <a:spcPct val="100000"/>
              </a:lnSpc>
              <a:spcBef>
                <a:spcPts val="0"/>
              </a:spcBef>
              <a:spcAft>
                <a:spcPts val="0"/>
              </a:spcAft>
              <a:buNone/>
            </a:pPr>
            <a:r>
              <a:rPr lang="en-GB" sz="2000"/>
              <a:t>Google </a:t>
            </a:r>
            <a:r>
              <a:rPr lang="en-GB">
                <a:latin typeface="Times New Roman"/>
                <a:ea typeface="Times New Roman"/>
                <a:cs typeface="Times New Roman"/>
                <a:sym typeface="Times New Roman"/>
              </a:rPr>
              <a:t>£2500</a:t>
            </a:r>
            <a:endParaRPr>
              <a:latin typeface="Times New Roman"/>
              <a:ea typeface="Times New Roman"/>
              <a:cs typeface="Times New Roman"/>
              <a:sym typeface="Times New Roman"/>
            </a:endParaRPr>
          </a:p>
        </p:txBody>
      </p:sp>
      <p:sp>
        <p:nvSpPr>
          <p:cNvPr id="1115" name="Google Shape;1115;p93"/>
          <p:cNvSpPr txBox="1"/>
          <p:nvPr>
            <p:ph idx="1" type="body"/>
          </p:nvPr>
        </p:nvSpPr>
        <p:spPr>
          <a:xfrm>
            <a:off x="324000" y="3837916"/>
            <a:ext cx="5932800" cy="6135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0"/>
              </a:spcAft>
              <a:buNone/>
            </a:pPr>
            <a:r>
              <a:rPr lang="en-GB" sz="2000"/>
              <a:t>Calculate which form of media is the most </a:t>
            </a:r>
            <a:r>
              <a:rPr b="1" lang="en-GB" sz="2000"/>
              <a:t>profitable</a:t>
            </a:r>
            <a:r>
              <a:rPr lang="en-GB" sz="2000"/>
              <a:t> and advise Sam as to where to spend their next advertising budget.</a:t>
            </a:r>
            <a:endParaRPr>
              <a:latin typeface="Times New Roman"/>
              <a:ea typeface="Times New Roman"/>
              <a:cs typeface="Times New Roman"/>
              <a:sym typeface="Times New Roman"/>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9" name="Shape 1119"/>
        <p:cNvGrpSpPr/>
        <p:nvPr/>
      </p:nvGrpSpPr>
      <p:grpSpPr>
        <a:xfrm>
          <a:off x="0" y="0"/>
          <a:ext cx="0" cy="0"/>
          <a:chOff x="0" y="0"/>
          <a:chExt cx="0" cy="0"/>
        </a:xfrm>
      </p:grpSpPr>
      <p:sp>
        <p:nvSpPr>
          <p:cNvPr id="1120" name="Google Shape;1120;p94"/>
          <p:cNvSpPr txBox="1"/>
          <p:nvPr>
            <p:ph type="title"/>
          </p:nvPr>
        </p:nvSpPr>
        <p:spPr>
          <a:xfrm>
            <a:off x="1479300" y="39650"/>
            <a:ext cx="6855300" cy="3828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GB"/>
              <a:t>Maths in marketing</a:t>
            </a:r>
            <a:endParaRPr/>
          </a:p>
        </p:txBody>
      </p:sp>
      <p:pic>
        <p:nvPicPr>
          <p:cNvPr id="1121" name="Google Shape;1121;p94"/>
          <p:cNvPicPr preferRelativeResize="0"/>
          <p:nvPr/>
        </p:nvPicPr>
        <p:blipFill>
          <a:blip r:embed="rId3">
            <a:alphaModFix/>
          </a:blip>
          <a:stretch>
            <a:fillRect/>
          </a:stretch>
        </p:blipFill>
        <p:spPr>
          <a:xfrm>
            <a:off x="4106725" y="988075"/>
            <a:ext cx="4711649" cy="3082727"/>
          </a:xfrm>
          <a:prstGeom prst="rect">
            <a:avLst/>
          </a:prstGeom>
          <a:noFill/>
          <a:ln>
            <a:noFill/>
          </a:ln>
        </p:spPr>
      </p:pic>
      <p:sp>
        <p:nvSpPr>
          <p:cNvPr id="1122" name="Google Shape;1122;p94"/>
          <p:cNvSpPr txBox="1"/>
          <p:nvPr>
            <p:ph idx="4294967295" type="body"/>
          </p:nvPr>
        </p:nvSpPr>
        <p:spPr>
          <a:xfrm>
            <a:off x="8111368" y="4096792"/>
            <a:ext cx="840900" cy="320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Month</a:t>
            </a:r>
            <a:endParaRPr sz="1800"/>
          </a:p>
        </p:txBody>
      </p:sp>
      <p:sp>
        <p:nvSpPr>
          <p:cNvPr id="1123" name="Google Shape;1123;p94"/>
          <p:cNvSpPr txBox="1"/>
          <p:nvPr>
            <p:ph idx="4294967295" type="body"/>
          </p:nvPr>
        </p:nvSpPr>
        <p:spPr>
          <a:xfrm rot="-5400000">
            <a:off x="2899864" y="1718944"/>
            <a:ext cx="2156400" cy="320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Site visits (000’s)</a:t>
            </a:r>
            <a:endParaRPr sz="1800"/>
          </a:p>
        </p:txBody>
      </p:sp>
      <p:sp>
        <p:nvSpPr>
          <p:cNvPr id="1124" name="Google Shape;1124;p94"/>
          <p:cNvSpPr txBox="1"/>
          <p:nvPr>
            <p:ph idx="1" type="body"/>
          </p:nvPr>
        </p:nvSpPr>
        <p:spPr>
          <a:xfrm>
            <a:off x="324000" y="759300"/>
            <a:ext cx="3492000" cy="35607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0"/>
              </a:spcAft>
              <a:buNone/>
            </a:pPr>
            <a:r>
              <a:rPr lang="en-GB" sz="2000"/>
              <a:t>1) ‘Sam’s Sleepwear’ is now well established in the bedwear marketplace. On three occasions in this year they spent just under </a:t>
            </a:r>
            <a:r>
              <a:rPr lang="en-GB">
                <a:latin typeface="Times New Roman"/>
                <a:ea typeface="Times New Roman"/>
                <a:cs typeface="Times New Roman"/>
                <a:sym typeface="Times New Roman"/>
              </a:rPr>
              <a:t>£5000</a:t>
            </a:r>
            <a:r>
              <a:rPr lang="en-GB" sz="2000"/>
              <a:t> on online advertising campaigns. </a:t>
            </a:r>
            <a:endParaRPr sz="2000"/>
          </a:p>
          <a:p>
            <a:pPr indent="0" lvl="0" marL="0" rtl="0" algn="l">
              <a:lnSpc>
                <a:spcPct val="100000"/>
              </a:lnSpc>
              <a:spcBef>
                <a:spcPts val="1000"/>
              </a:spcBef>
              <a:spcAft>
                <a:spcPts val="0"/>
              </a:spcAft>
              <a:buNone/>
            </a:pPr>
            <a:r>
              <a:rPr lang="en-GB" sz="2000"/>
              <a:t>When were those campaigns?</a:t>
            </a:r>
            <a:endParaRPr sz="2000"/>
          </a:p>
          <a:p>
            <a:pPr indent="0" lvl="0" marL="0" rtl="0" algn="l">
              <a:lnSpc>
                <a:spcPct val="100000"/>
              </a:lnSpc>
              <a:spcBef>
                <a:spcPts val="1000"/>
              </a:spcBef>
              <a:spcAft>
                <a:spcPts val="0"/>
              </a:spcAft>
              <a:buNone/>
            </a:pPr>
            <a:r>
              <a:rPr lang="en-GB" sz="2000"/>
              <a:t>Which one was the most effective?</a:t>
            </a:r>
            <a:endParaRPr sz="2000"/>
          </a:p>
          <a:p>
            <a:pPr indent="0" lvl="0" marL="0" rtl="0" algn="l">
              <a:lnSpc>
                <a:spcPct val="100000"/>
              </a:lnSpc>
              <a:spcBef>
                <a:spcPts val="1000"/>
              </a:spcBef>
              <a:spcAft>
                <a:spcPts val="1000"/>
              </a:spcAft>
              <a:buNone/>
            </a:pPr>
            <a:r>
              <a:rPr lang="en-GB" sz="2000"/>
              <a:t>How do you know?</a:t>
            </a:r>
            <a:endParaRPr sz="2000"/>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8" name="Shape 1128"/>
        <p:cNvGrpSpPr/>
        <p:nvPr/>
      </p:nvGrpSpPr>
      <p:grpSpPr>
        <a:xfrm>
          <a:off x="0" y="0"/>
          <a:ext cx="0" cy="0"/>
          <a:chOff x="0" y="0"/>
          <a:chExt cx="0" cy="0"/>
        </a:xfrm>
      </p:grpSpPr>
      <p:sp>
        <p:nvSpPr>
          <p:cNvPr id="1129" name="Google Shape;1129;p95"/>
          <p:cNvSpPr txBox="1"/>
          <p:nvPr>
            <p:ph type="title"/>
          </p:nvPr>
        </p:nvSpPr>
        <p:spPr>
          <a:xfrm>
            <a:off x="1479300" y="39650"/>
            <a:ext cx="6855300" cy="3828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GB"/>
              <a:t>Maths in marketing</a:t>
            </a:r>
            <a:endParaRPr/>
          </a:p>
        </p:txBody>
      </p:sp>
      <p:pic>
        <p:nvPicPr>
          <p:cNvPr id="1130" name="Google Shape;1130;p95"/>
          <p:cNvPicPr preferRelativeResize="0"/>
          <p:nvPr/>
        </p:nvPicPr>
        <p:blipFill>
          <a:blip r:embed="rId3">
            <a:alphaModFix/>
          </a:blip>
          <a:stretch>
            <a:fillRect/>
          </a:stretch>
        </p:blipFill>
        <p:spPr>
          <a:xfrm>
            <a:off x="4106725" y="988075"/>
            <a:ext cx="4711649" cy="3082727"/>
          </a:xfrm>
          <a:prstGeom prst="rect">
            <a:avLst/>
          </a:prstGeom>
          <a:noFill/>
          <a:ln>
            <a:noFill/>
          </a:ln>
        </p:spPr>
      </p:pic>
      <p:sp>
        <p:nvSpPr>
          <p:cNvPr id="1131" name="Google Shape;1131;p95"/>
          <p:cNvSpPr txBox="1"/>
          <p:nvPr>
            <p:ph idx="4294967295" type="body"/>
          </p:nvPr>
        </p:nvSpPr>
        <p:spPr>
          <a:xfrm>
            <a:off x="8111368" y="4096792"/>
            <a:ext cx="840900" cy="320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Month</a:t>
            </a:r>
            <a:endParaRPr sz="1800"/>
          </a:p>
        </p:txBody>
      </p:sp>
      <p:sp>
        <p:nvSpPr>
          <p:cNvPr id="1132" name="Google Shape;1132;p95"/>
          <p:cNvSpPr txBox="1"/>
          <p:nvPr>
            <p:ph idx="4294967295" type="body"/>
          </p:nvPr>
        </p:nvSpPr>
        <p:spPr>
          <a:xfrm rot="-5400000">
            <a:off x="2899864" y="1718944"/>
            <a:ext cx="2156400" cy="320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Site visits (000’s)</a:t>
            </a:r>
            <a:endParaRPr sz="1800"/>
          </a:p>
        </p:txBody>
      </p:sp>
      <p:sp>
        <p:nvSpPr>
          <p:cNvPr id="1133" name="Google Shape;1133;p95"/>
          <p:cNvSpPr txBox="1"/>
          <p:nvPr>
            <p:ph idx="1" type="body"/>
          </p:nvPr>
        </p:nvSpPr>
        <p:spPr>
          <a:xfrm>
            <a:off x="324000" y="759300"/>
            <a:ext cx="320700" cy="3207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1000"/>
              </a:spcAft>
              <a:buNone/>
            </a:pPr>
            <a:r>
              <a:rPr lang="en-GB" sz="2000"/>
              <a:t>1) </a:t>
            </a:r>
            <a:endParaRPr sz="2000"/>
          </a:p>
        </p:txBody>
      </p:sp>
      <p:sp>
        <p:nvSpPr>
          <p:cNvPr id="1134" name="Google Shape;1134;p95"/>
          <p:cNvSpPr txBox="1"/>
          <p:nvPr>
            <p:ph idx="1" type="body"/>
          </p:nvPr>
        </p:nvSpPr>
        <p:spPr>
          <a:xfrm>
            <a:off x="324000" y="1636100"/>
            <a:ext cx="3399900" cy="3828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0"/>
              </a:spcAft>
              <a:buNone/>
            </a:pPr>
            <a:r>
              <a:rPr lang="en-GB">
                <a:latin typeface="Kalam"/>
                <a:ea typeface="Kalam"/>
                <a:cs typeface="Kalam"/>
                <a:sym typeface="Kalam"/>
              </a:rPr>
              <a:t>“The advertising campaigns happened in March, August and November.”</a:t>
            </a:r>
            <a:endParaRPr>
              <a:latin typeface="Kalam"/>
              <a:ea typeface="Kalam"/>
              <a:cs typeface="Kalam"/>
              <a:sym typeface="Kalam"/>
            </a:endParaRPr>
          </a:p>
          <a:p>
            <a:pPr indent="0" lvl="0" marL="0" rtl="0" algn="l">
              <a:lnSpc>
                <a:spcPct val="100000"/>
              </a:lnSpc>
              <a:spcBef>
                <a:spcPts val="0"/>
              </a:spcBef>
              <a:spcAft>
                <a:spcPts val="0"/>
              </a:spcAft>
              <a:buNone/>
            </a:pPr>
            <a:r>
              <a:rPr lang="en-GB">
                <a:latin typeface="Kalam"/>
                <a:ea typeface="Kalam"/>
                <a:cs typeface="Kalam"/>
                <a:sym typeface="Kalam"/>
              </a:rPr>
              <a:t>“We know that the November campaign was the most </a:t>
            </a:r>
            <a:r>
              <a:rPr lang="en-GB">
                <a:latin typeface="Kalam"/>
                <a:ea typeface="Kalam"/>
                <a:cs typeface="Kalam"/>
                <a:sym typeface="Kalam"/>
              </a:rPr>
              <a:t>effective</a:t>
            </a:r>
            <a:r>
              <a:rPr lang="en-GB">
                <a:latin typeface="Kalam"/>
                <a:ea typeface="Kalam"/>
                <a:cs typeface="Kalam"/>
                <a:sym typeface="Kalam"/>
              </a:rPr>
              <a:t> one because it resulted in the greatest ‘spike’(increase) in site visits.”</a:t>
            </a:r>
            <a:endParaRPr>
              <a:latin typeface="Kalam"/>
              <a:ea typeface="Kalam"/>
              <a:cs typeface="Kalam"/>
              <a:sym typeface="Kalam"/>
            </a:endParaRPr>
          </a:p>
        </p:txBody>
      </p:sp>
      <p:sp>
        <p:nvSpPr>
          <p:cNvPr id="1135" name="Google Shape;1135;p95"/>
          <p:cNvSpPr txBox="1"/>
          <p:nvPr>
            <p:ph idx="1" type="body"/>
          </p:nvPr>
        </p:nvSpPr>
        <p:spPr>
          <a:xfrm>
            <a:off x="324000" y="1178900"/>
            <a:ext cx="3109200" cy="3828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0"/>
              </a:spcAft>
              <a:buNone/>
            </a:pPr>
            <a:r>
              <a:rPr lang="en-GB">
                <a:latin typeface="Kalam"/>
                <a:ea typeface="Kalam"/>
                <a:cs typeface="Kalam"/>
                <a:sym typeface="Kalam"/>
              </a:rPr>
              <a:t>You might have said:</a:t>
            </a:r>
            <a:endParaRPr>
              <a:latin typeface="Kalam"/>
              <a:ea typeface="Kalam"/>
              <a:cs typeface="Kalam"/>
              <a:sym typeface="Kalam"/>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34"/>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9" name="Shape 1139"/>
        <p:cNvGrpSpPr/>
        <p:nvPr/>
      </p:nvGrpSpPr>
      <p:grpSpPr>
        <a:xfrm>
          <a:off x="0" y="0"/>
          <a:ext cx="0" cy="0"/>
          <a:chOff x="0" y="0"/>
          <a:chExt cx="0" cy="0"/>
        </a:xfrm>
      </p:grpSpPr>
      <p:sp>
        <p:nvSpPr>
          <p:cNvPr id="1140" name="Google Shape;1140;p96"/>
          <p:cNvSpPr txBox="1"/>
          <p:nvPr>
            <p:ph idx="1" type="body"/>
          </p:nvPr>
        </p:nvSpPr>
        <p:spPr>
          <a:xfrm>
            <a:off x="324000" y="759300"/>
            <a:ext cx="5665500" cy="11778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1000"/>
              </a:spcAft>
              <a:buNone/>
            </a:pPr>
            <a:r>
              <a:rPr lang="en-GB" sz="2000"/>
              <a:t>2</a:t>
            </a:r>
            <a:r>
              <a:rPr lang="en-GB" sz="2000"/>
              <a:t>) ‘Sam’s Sleepwear’ is now well established in the bedwear marketplace. They spend the below on advertising and generate </a:t>
            </a:r>
            <a:r>
              <a:rPr lang="en-GB">
                <a:latin typeface="Times New Roman"/>
                <a:ea typeface="Times New Roman"/>
                <a:cs typeface="Times New Roman"/>
                <a:sym typeface="Times New Roman"/>
              </a:rPr>
              <a:t>14 000</a:t>
            </a:r>
            <a:r>
              <a:rPr lang="en-GB" sz="2000"/>
              <a:t> extra visitors to their website.</a:t>
            </a:r>
            <a:endParaRPr sz="2000"/>
          </a:p>
        </p:txBody>
      </p:sp>
      <p:sp>
        <p:nvSpPr>
          <p:cNvPr id="1141" name="Google Shape;1141;p96"/>
          <p:cNvSpPr txBox="1"/>
          <p:nvPr>
            <p:ph type="title"/>
          </p:nvPr>
        </p:nvSpPr>
        <p:spPr>
          <a:xfrm>
            <a:off x="1479300" y="39650"/>
            <a:ext cx="6855300" cy="3828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GB"/>
              <a:t>Maths in marketing</a:t>
            </a:r>
            <a:endParaRPr/>
          </a:p>
        </p:txBody>
      </p:sp>
      <p:sp>
        <p:nvSpPr>
          <p:cNvPr id="1142" name="Google Shape;1142;p96"/>
          <p:cNvSpPr/>
          <p:nvPr/>
        </p:nvSpPr>
        <p:spPr>
          <a:xfrm rot="10800000">
            <a:off x="5291090" y="820784"/>
            <a:ext cx="3532800" cy="3532800"/>
          </a:xfrm>
          <a:prstGeom prst="pie">
            <a:avLst>
              <a:gd fmla="val 5388155" name="adj1"/>
              <a:gd fmla="val 11574783" name="adj2"/>
            </a:avLst>
          </a:prstGeom>
          <a:solidFill>
            <a:schemeClr val="accent3"/>
          </a:solidFill>
          <a:ln cap="flat" cmpd="sng" w="381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143" name="Google Shape;1143;p96"/>
          <p:cNvSpPr/>
          <p:nvPr/>
        </p:nvSpPr>
        <p:spPr>
          <a:xfrm rot="7200046">
            <a:off x="5295736" y="820778"/>
            <a:ext cx="3532718" cy="3532718"/>
          </a:xfrm>
          <a:prstGeom prst="pie">
            <a:avLst>
              <a:gd fmla="val 18447359" name="adj1"/>
              <a:gd fmla="val 379946" name="adj2"/>
            </a:avLst>
          </a:prstGeom>
          <a:solidFill>
            <a:schemeClr val="accent4"/>
          </a:solidFill>
          <a:ln cap="flat" cmpd="sng" w="381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144" name="Google Shape;1144;p96"/>
          <p:cNvSpPr/>
          <p:nvPr/>
        </p:nvSpPr>
        <p:spPr>
          <a:xfrm rot="5400000">
            <a:off x="5295648" y="820784"/>
            <a:ext cx="3532800" cy="3532800"/>
          </a:xfrm>
          <a:prstGeom prst="pie">
            <a:avLst>
              <a:gd fmla="val 2090036" name="adj1"/>
              <a:gd fmla="val 10772712" name="adj2"/>
            </a:avLst>
          </a:prstGeom>
          <a:solidFill>
            <a:schemeClr val="accent2"/>
          </a:solidFill>
          <a:ln cap="flat" cmpd="sng" w="381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145" name="Google Shape;1145;p96"/>
          <p:cNvSpPr txBox="1"/>
          <p:nvPr>
            <p:ph idx="4294967295" type="body"/>
          </p:nvPr>
        </p:nvSpPr>
        <p:spPr>
          <a:xfrm>
            <a:off x="5734200" y="1841408"/>
            <a:ext cx="920700" cy="860700"/>
          </a:xfrm>
          <a:prstGeom prst="rect">
            <a:avLst/>
          </a:prstGeom>
          <a:noFill/>
        </p:spPr>
        <p:txBody>
          <a:bodyPr anchorCtr="0" anchor="t" bIns="0" lIns="0" spcFirstLastPara="1" rIns="0" wrap="square" tIns="0">
            <a:noAutofit/>
          </a:bodyPr>
          <a:lstStyle/>
          <a:p>
            <a:pPr indent="0" lvl="0" marL="0" rtl="0" algn="ctr">
              <a:lnSpc>
                <a:spcPct val="100000"/>
              </a:lnSpc>
              <a:spcBef>
                <a:spcPts val="0"/>
              </a:spcBef>
              <a:spcAft>
                <a:spcPts val="0"/>
              </a:spcAft>
              <a:buNone/>
            </a:pPr>
            <a:r>
              <a:rPr lang="en-GB" sz="2000">
                <a:solidFill>
                  <a:schemeClr val="lt1"/>
                </a:solidFill>
              </a:rPr>
              <a:t>Google advert</a:t>
            </a:r>
            <a:endParaRPr sz="2000">
              <a:solidFill>
                <a:schemeClr val="lt1"/>
              </a:solidFill>
            </a:endParaRPr>
          </a:p>
          <a:p>
            <a:pPr indent="0" lvl="0" marL="0" rtl="0" algn="ctr">
              <a:lnSpc>
                <a:spcPct val="100000"/>
              </a:lnSpc>
              <a:spcBef>
                <a:spcPts val="0"/>
              </a:spcBef>
              <a:spcAft>
                <a:spcPts val="0"/>
              </a:spcAft>
              <a:buNone/>
            </a:pPr>
            <a:r>
              <a:rPr lang="en-GB" sz="2000">
                <a:solidFill>
                  <a:schemeClr val="lt1"/>
                </a:solidFill>
              </a:rPr>
              <a:t>(</a:t>
            </a:r>
            <a:r>
              <a:rPr lang="en-GB">
                <a:solidFill>
                  <a:schemeClr val="lt1"/>
                </a:solidFill>
                <a:latin typeface="Times New Roman"/>
                <a:ea typeface="Times New Roman"/>
                <a:cs typeface="Times New Roman"/>
                <a:sym typeface="Times New Roman"/>
              </a:rPr>
              <a:t>38%</a:t>
            </a:r>
            <a:r>
              <a:rPr lang="en-GB" sz="2000">
                <a:solidFill>
                  <a:schemeClr val="lt1"/>
                </a:solidFill>
              </a:rPr>
              <a:t>)</a:t>
            </a:r>
            <a:endParaRPr sz="2000">
              <a:solidFill>
                <a:schemeClr val="lt1"/>
              </a:solidFill>
            </a:endParaRPr>
          </a:p>
        </p:txBody>
      </p:sp>
      <p:sp>
        <p:nvSpPr>
          <p:cNvPr id="1146" name="Google Shape;1146;p96"/>
          <p:cNvSpPr txBox="1"/>
          <p:nvPr>
            <p:ph idx="4294967295" type="body"/>
          </p:nvPr>
        </p:nvSpPr>
        <p:spPr>
          <a:xfrm>
            <a:off x="7099968" y="1471393"/>
            <a:ext cx="1285800" cy="613500"/>
          </a:xfrm>
          <a:prstGeom prst="rect">
            <a:avLst/>
          </a:prstGeom>
          <a:noFill/>
        </p:spPr>
        <p:txBody>
          <a:bodyPr anchorCtr="0" anchor="t" bIns="0" lIns="0" spcFirstLastPara="1" rIns="0" wrap="square" tIns="0">
            <a:noAutofit/>
          </a:bodyPr>
          <a:lstStyle/>
          <a:p>
            <a:pPr indent="0" lvl="0" marL="0" rtl="0" algn="ctr">
              <a:lnSpc>
                <a:spcPct val="100000"/>
              </a:lnSpc>
              <a:spcBef>
                <a:spcPts val="0"/>
              </a:spcBef>
              <a:spcAft>
                <a:spcPts val="0"/>
              </a:spcAft>
              <a:buNone/>
            </a:pPr>
            <a:r>
              <a:rPr lang="en-GB" sz="2000">
                <a:solidFill>
                  <a:schemeClr val="lt1"/>
                </a:solidFill>
              </a:rPr>
              <a:t>YouTube advert</a:t>
            </a:r>
            <a:endParaRPr sz="2000">
              <a:solidFill>
                <a:schemeClr val="lt1"/>
              </a:solidFill>
            </a:endParaRPr>
          </a:p>
          <a:p>
            <a:pPr indent="0" lvl="0" marL="0" rtl="0" algn="ctr">
              <a:lnSpc>
                <a:spcPct val="100000"/>
              </a:lnSpc>
              <a:spcBef>
                <a:spcPts val="0"/>
              </a:spcBef>
              <a:spcAft>
                <a:spcPts val="0"/>
              </a:spcAft>
              <a:buNone/>
            </a:pPr>
            <a:r>
              <a:rPr lang="en-GB" sz="2000">
                <a:solidFill>
                  <a:schemeClr val="lt1"/>
                </a:solidFill>
              </a:rPr>
              <a:t>(</a:t>
            </a:r>
            <a:r>
              <a:rPr lang="en-GB">
                <a:solidFill>
                  <a:schemeClr val="lt1"/>
                </a:solidFill>
                <a:latin typeface="Times New Roman"/>
                <a:ea typeface="Times New Roman"/>
                <a:cs typeface="Times New Roman"/>
                <a:sym typeface="Times New Roman"/>
              </a:rPr>
              <a:t>28%</a:t>
            </a:r>
            <a:r>
              <a:rPr lang="en-GB" sz="2000">
                <a:solidFill>
                  <a:schemeClr val="lt1"/>
                </a:solidFill>
              </a:rPr>
              <a:t>)</a:t>
            </a:r>
            <a:endParaRPr sz="2000">
              <a:solidFill>
                <a:schemeClr val="lt1"/>
              </a:solidFill>
            </a:endParaRPr>
          </a:p>
        </p:txBody>
      </p:sp>
      <p:sp>
        <p:nvSpPr>
          <p:cNvPr id="1147" name="Google Shape;1147;p96"/>
          <p:cNvSpPr/>
          <p:nvPr/>
        </p:nvSpPr>
        <p:spPr>
          <a:xfrm rot="7200046">
            <a:off x="5296417" y="836086"/>
            <a:ext cx="3532718" cy="3532718"/>
          </a:xfrm>
          <a:prstGeom prst="pie">
            <a:avLst>
              <a:gd fmla="val 15104485" name="adj1"/>
              <a:gd fmla="val 18428904" name="adj2"/>
            </a:avLst>
          </a:prstGeom>
          <a:solidFill>
            <a:schemeClr val="accent5"/>
          </a:solidFill>
          <a:ln cap="flat" cmpd="sng" w="381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148" name="Google Shape;1148;p96"/>
          <p:cNvSpPr txBox="1"/>
          <p:nvPr>
            <p:ph idx="4294967295" type="body"/>
          </p:nvPr>
        </p:nvSpPr>
        <p:spPr>
          <a:xfrm>
            <a:off x="6445125" y="3299858"/>
            <a:ext cx="1006200" cy="964200"/>
          </a:xfrm>
          <a:prstGeom prst="rect">
            <a:avLst/>
          </a:prstGeom>
          <a:noFill/>
        </p:spPr>
        <p:txBody>
          <a:bodyPr anchorCtr="0" anchor="t" bIns="0" lIns="0" spcFirstLastPara="1" rIns="0" wrap="square" tIns="0">
            <a:noAutofit/>
          </a:bodyPr>
          <a:lstStyle/>
          <a:p>
            <a:pPr indent="0" lvl="0" marL="0" rtl="0" algn="ctr">
              <a:lnSpc>
                <a:spcPct val="100000"/>
              </a:lnSpc>
              <a:spcBef>
                <a:spcPts val="0"/>
              </a:spcBef>
              <a:spcAft>
                <a:spcPts val="0"/>
              </a:spcAft>
              <a:buNone/>
            </a:pPr>
            <a:r>
              <a:rPr lang="en-GB" sz="2000">
                <a:solidFill>
                  <a:schemeClr val="lt1"/>
                </a:solidFill>
              </a:rPr>
              <a:t>Direct email</a:t>
            </a:r>
            <a:endParaRPr sz="2000">
              <a:solidFill>
                <a:schemeClr val="lt1"/>
              </a:solidFill>
            </a:endParaRPr>
          </a:p>
          <a:p>
            <a:pPr indent="0" lvl="0" marL="0" rtl="0" algn="ctr">
              <a:lnSpc>
                <a:spcPct val="100000"/>
              </a:lnSpc>
              <a:spcBef>
                <a:spcPts val="0"/>
              </a:spcBef>
              <a:spcAft>
                <a:spcPts val="0"/>
              </a:spcAft>
              <a:buNone/>
            </a:pPr>
            <a:r>
              <a:rPr lang="en-GB" sz="2000">
                <a:solidFill>
                  <a:schemeClr val="lt1"/>
                </a:solidFill>
              </a:rPr>
              <a:t>(</a:t>
            </a:r>
            <a:r>
              <a:rPr lang="en-GB">
                <a:solidFill>
                  <a:schemeClr val="lt1"/>
                </a:solidFill>
                <a:latin typeface="Times New Roman"/>
                <a:ea typeface="Times New Roman"/>
                <a:cs typeface="Times New Roman"/>
                <a:sym typeface="Times New Roman"/>
              </a:rPr>
              <a:t>18%</a:t>
            </a:r>
            <a:r>
              <a:rPr lang="en-GB" sz="2000">
                <a:solidFill>
                  <a:schemeClr val="lt1"/>
                </a:solidFill>
              </a:rPr>
              <a:t>)</a:t>
            </a:r>
            <a:endParaRPr sz="2000">
              <a:solidFill>
                <a:schemeClr val="lt1"/>
              </a:solidFill>
            </a:endParaRPr>
          </a:p>
        </p:txBody>
      </p:sp>
      <p:sp>
        <p:nvSpPr>
          <p:cNvPr id="1149" name="Google Shape;1149;p96"/>
          <p:cNvSpPr txBox="1"/>
          <p:nvPr>
            <p:ph idx="4294967295" type="body"/>
          </p:nvPr>
        </p:nvSpPr>
        <p:spPr>
          <a:xfrm>
            <a:off x="7298973" y="2888917"/>
            <a:ext cx="1285800" cy="613500"/>
          </a:xfrm>
          <a:prstGeom prst="rect">
            <a:avLst/>
          </a:prstGeom>
          <a:noFill/>
        </p:spPr>
        <p:txBody>
          <a:bodyPr anchorCtr="0" anchor="t" bIns="0" lIns="0" spcFirstLastPara="1" rIns="0" wrap="square" tIns="0">
            <a:noAutofit/>
          </a:bodyPr>
          <a:lstStyle/>
          <a:p>
            <a:pPr indent="0" lvl="0" marL="0" rtl="0" algn="ctr">
              <a:lnSpc>
                <a:spcPct val="100000"/>
              </a:lnSpc>
              <a:spcBef>
                <a:spcPts val="0"/>
              </a:spcBef>
              <a:spcAft>
                <a:spcPts val="0"/>
              </a:spcAft>
              <a:buNone/>
            </a:pPr>
            <a:r>
              <a:rPr lang="en-GB" sz="2000">
                <a:solidFill>
                  <a:schemeClr val="lt1"/>
                </a:solidFill>
              </a:rPr>
              <a:t>Facebook advert</a:t>
            </a:r>
            <a:endParaRPr sz="2000">
              <a:solidFill>
                <a:schemeClr val="lt1"/>
              </a:solidFill>
            </a:endParaRPr>
          </a:p>
          <a:p>
            <a:pPr indent="0" lvl="0" marL="0" rtl="0" algn="ctr">
              <a:lnSpc>
                <a:spcPct val="100000"/>
              </a:lnSpc>
              <a:spcBef>
                <a:spcPts val="0"/>
              </a:spcBef>
              <a:spcAft>
                <a:spcPts val="0"/>
              </a:spcAft>
              <a:buNone/>
            </a:pPr>
            <a:r>
              <a:rPr lang="en-GB" sz="2000">
                <a:solidFill>
                  <a:schemeClr val="lt1"/>
                </a:solidFill>
              </a:rPr>
              <a:t>(</a:t>
            </a:r>
            <a:r>
              <a:rPr lang="en-GB">
                <a:solidFill>
                  <a:schemeClr val="lt1"/>
                </a:solidFill>
                <a:latin typeface="Times New Roman"/>
                <a:ea typeface="Times New Roman"/>
                <a:cs typeface="Times New Roman"/>
                <a:sym typeface="Times New Roman"/>
              </a:rPr>
              <a:t>16%</a:t>
            </a:r>
            <a:r>
              <a:rPr lang="en-GB" sz="2000">
                <a:solidFill>
                  <a:schemeClr val="lt1"/>
                </a:solidFill>
              </a:rPr>
              <a:t>)</a:t>
            </a:r>
            <a:endParaRPr sz="2000">
              <a:solidFill>
                <a:schemeClr val="lt1"/>
              </a:solidFill>
            </a:endParaRPr>
          </a:p>
        </p:txBody>
      </p:sp>
      <p:sp>
        <p:nvSpPr>
          <p:cNvPr id="1150" name="Google Shape;1150;p96"/>
          <p:cNvSpPr txBox="1"/>
          <p:nvPr>
            <p:ph idx="1" type="body"/>
          </p:nvPr>
        </p:nvSpPr>
        <p:spPr>
          <a:xfrm>
            <a:off x="324000" y="2130900"/>
            <a:ext cx="2409600" cy="6819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0"/>
              </a:spcAft>
              <a:buNone/>
            </a:pPr>
            <a:r>
              <a:rPr lang="en-GB" sz="2000"/>
              <a:t>YouTube </a:t>
            </a:r>
            <a:r>
              <a:rPr lang="en-GB">
                <a:latin typeface="Times New Roman"/>
                <a:ea typeface="Times New Roman"/>
                <a:cs typeface="Times New Roman"/>
                <a:sym typeface="Times New Roman"/>
              </a:rPr>
              <a:t>£1100</a:t>
            </a:r>
            <a:endParaRPr>
              <a:latin typeface="Times New Roman"/>
              <a:ea typeface="Times New Roman"/>
              <a:cs typeface="Times New Roman"/>
              <a:sym typeface="Times New Roman"/>
            </a:endParaRPr>
          </a:p>
          <a:p>
            <a:pPr indent="0" lvl="0" marL="0" rtl="0" algn="l">
              <a:lnSpc>
                <a:spcPct val="100000"/>
              </a:lnSpc>
              <a:spcBef>
                <a:spcPts val="0"/>
              </a:spcBef>
              <a:spcAft>
                <a:spcPts val="0"/>
              </a:spcAft>
              <a:buNone/>
            </a:pPr>
            <a:r>
              <a:rPr lang="en-GB" sz="2000"/>
              <a:t>Direct email </a:t>
            </a:r>
            <a:r>
              <a:rPr lang="en-GB">
                <a:latin typeface="Times New Roman"/>
                <a:ea typeface="Times New Roman"/>
                <a:cs typeface="Times New Roman"/>
                <a:sym typeface="Times New Roman"/>
              </a:rPr>
              <a:t>£350</a:t>
            </a:r>
            <a:endParaRPr>
              <a:latin typeface="Times New Roman"/>
              <a:ea typeface="Times New Roman"/>
              <a:cs typeface="Times New Roman"/>
              <a:sym typeface="Times New Roman"/>
            </a:endParaRPr>
          </a:p>
        </p:txBody>
      </p:sp>
      <p:sp>
        <p:nvSpPr>
          <p:cNvPr id="1151" name="Google Shape;1151;p96"/>
          <p:cNvSpPr txBox="1"/>
          <p:nvPr>
            <p:ph idx="1" type="body"/>
          </p:nvPr>
        </p:nvSpPr>
        <p:spPr>
          <a:xfrm>
            <a:off x="2914800" y="2130900"/>
            <a:ext cx="1911000" cy="6135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0"/>
              </a:spcAft>
              <a:buNone/>
            </a:pPr>
            <a:r>
              <a:rPr lang="en-GB" sz="2000"/>
              <a:t>Facebook </a:t>
            </a:r>
            <a:r>
              <a:rPr lang="en-GB">
                <a:latin typeface="Times New Roman"/>
                <a:ea typeface="Times New Roman"/>
                <a:cs typeface="Times New Roman"/>
                <a:sym typeface="Times New Roman"/>
              </a:rPr>
              <a:t>£500</a:t>
            </a:r>
            <a:endParaRPr>
              <a:latin typeface="Times New Roman"/>
              <a:ea typeface="Times New Roman"/>
              <a:cs typeface="Times New Roman"/>
              <a:sym typeface="Times New Roman"/>
            </a:endParaRPr>
          </a:p>
          <a:p>
            <a:pPr indent="0" lvl="0" marL="0" rtl="0" algn="l">
              <a:lnSpc>
                <a:spcPct val="100000"/>
              </a:lnSpc>
              <a:spcBef>
                <a:spcPts val="0"/>
              </a:spcBef>
              <a:spcAft>
                <a:spcPts val="0"/>
              </a:spcAft>
              <a:buNone/>
            </a:pPr>
            <a:r>
              <a:rPr lang="en-GB" sz="2000"/>
              <a:t>Google </a:t>
            </a:r>
            <a:r>
              <a:rPr lang="en-GB">
                <a:latin typeface="Times New Roman"/>
                <a:ea typeface="Times New Roman"/>
                <a:cs typeface="Times New Roman"/>
                <a:sym typeface="Times New Roman"/>
              </a:rPr>
              <a:t>£2500</a:t>
            </a:r>
            <a:endParaRPr>
              <a:latin typeface="Times New Roman"/>
              <a:ea typeface="Times New Roman"/>
              <a:cs typeface="Times New Roman"/>
              <a:sym typeface="Times New Roman"/>
            </a:endParaRPr>
          </a:p>
        </p:txBody>
      </p:sp>
      <p:sp>
        <p:nvSpPr>
          <p:cNvPr id="1152" name="Google Shape;1152;p96"/>
          <p:cNvSpPr txBox="1"/>
          <p:nvPr>
            <p:ph idx="1" type="body"/>
          </p:nvPr>
        </p:nvSpPr>
        <p:spPr>
          <a:xfrm>
            <a:off x="324000" y="2969100"/>
            <a:ext cx="4967100" cy="6135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0"/>
              </a:spcAft>
              <a:buNone/>
            </a:pPr>
            <a:r>
              <a:rPr lang="en-GB" sz="2000"/>
              <a:t>They now make a sale from </a:t>
            </a:r>
            <a:r>
              <a:rPr lang="en-GB">
                <a:latin typeface="Times New Roman"/>
                <a:ea typeface="Times New Roman"/>
                <a:cs typeface="Times New Roman"/>
                <a:sym typeface="Times New Roman"/>
              </a:rPr>
              <a:t>1</a:t>
            </a:r>
            <a:r>
              <a:rPr lang="en-GB" sz="2000"/>
              <a:t> in </a:t>
            </a:r>
            <a:r>
              <a:rPr lang="en-GB">
                <a:latin typeface="Times New Roman"/>
                <a:ea typeface="Times New Roman"/>
                <a:cs typeface="Times New Roman"/>
                <a:sym typeface="Times New Roman"/>
              </a:rPr>
              <a:t>40</a:t>
            </a:r>
            <a:endParaRPr sz="2000"/>
          </a:p>
          <a:p>
            <a:pPr indent="0" lvl="0" marL="0" rtl="0" algn="l">
              <a:lnSpc>
                <a:spcPct val="100000"/>
              </a:lnSpc>
              <a:spcBef>
                <a:spcPts val="0"/>
              </a:spcBef>
              <a:spcAft>
                <a:spcPts val="0"/>
              </a:spcAft>
              <a:buNone/>
            </a:pPr>
            <a:r>
              <a:rPr lang="en-GB" sz="2000"/>
              <a:t>visitors and an average of </a:t>
            </a:r>
            <a:r>
              <a:rPr lang="en-GB">
                <a:latin typeface="Times New Roman"/>
                <a:ea typeface="Times New Roman"/>
                <a:cs typeface="Times New Roman"/>
                <a:sym typeface="Times New Roman"/>
              </a:rPr>
              <a:t>£14</a:t>
            </a:r>
            <a:r>
              <a:rPr lang="en-GB" sz="2000"/>
              <a:t> per sale.</a:t>
            </a:r>
            <a:endParaRPr>
              <a:latin typeface="Times New Roman"/>
              <a:ea typeface="Times New Roman"/>
              <a:cs typeface="Times New Roman"/>
              <a:sym typeface="Times New Roman"/>
            </a:endParaRPr>
          </a:p>
        </p:txBody>
      </p:sp>
      <p:sp>
        <p:nvSpPr>
          <p:cNvPr id="1153" name="Google Shape;1153;p96"/>
          <p:cNvSpPr txBox="1"/>
          <p:nvPr>
            <p:ph idx="1" type="body"/>
          </p:nvPr>
        </p:nvSpPr>
        <p:spPr>
          <a:xfrm>
            <a:off x="324000" y="3837916"/>
            <a:ext cx="5932800" cy="6135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0"/>
              </a:spcAft>
              <a:buNone/>
            </a:pPr>
            <a:r>
              <a:rPr lang="en-GB" sz="2000"/>
              <a:t>Calculate which form of media is the most </a:t>
            </a:r>
            <a:r>
              <a:rPr b="1" lang="en-GB" sz="2000"/>
              <a:t>profitable</a:t>
            </a:r>
            <a:r>
              <a:rPr lang="en-GB" sz="2000"/>
              <a:t> </a:t>
            </a:r>
            <a:r>
              <a:rPr lang="en-GB" sz="2000"/>
              <a:t>and advise Sam as to where to spend their next advertising budget.</a:t>
            </a:r>
            <a:endParaRPr>
              <a:latin typeface="Times New Roman"/>
              <a:ea typeface="Times New Roman"/>
              <a:cs typeface="Times New Roman"/>
              <a:sym typeface="Times New Roman"/>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7" name="Shape 1157"/>
        <p:cNvGrpSpPr/>
        <p:nvPr/>
      </p:nvGrpSpPr>
      <p:grpSpPr>
        <a:xfrm>
          <a:off x="0" y="0"/>
          <a:ext cx="0" cy="0"/>
          <a:chOff x="0" y="0"/>
          <a:chExt cx="0" cy="0"/>
        </a:xfrm>
      </p:grpSpPr>
      <p:sp>
        <p:nvSpPr>
          <p:cNvPr id="1158" name="Google Shape;1158;p97"/>
          <p:cNvSpPr txBox="1"/>
          <p:nvPr>
            <p:ph idx="1" type="body"/>
          </p:nvPr>
        </p:nvSpPr>
        <p:spPr>
          <a:xfrm>
            <a:off x="324000" y="759300"/>
            <a:ext cx="277200" cy="2961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1000"/>
              </a:spcAft>
              <a:buNone/>
            </a:pPr>
            <a:r>
              <a:rPr lang="en-GB" sz="2000"/>
              <a:t>2</a:t>
            </a:r>
            <a:r>
              <a:rPr lang="en-GB" sz="2000"/>
              <a:t>)</a:t>
            </a:r>
            <a:endParaRPr sz="2000"/>
          </a:p>
        </p:txBody>
      </p:sp>
      <p:sp>
        <p:nvSpPr>
          <p:cNvPr id="1159" name="Google Shape;1159;p97"/>
          <p:cNvSpPr txBox="1"/>
          <p:nvPr>
            <p:ph type="title"/>
          </p:nvPr>
        </p:nvSpPr>
        <p:spPr>
          <a:xfrm>
            <a:off x="1479300" y="39650"/>
            <a:ext cx="6855300" cy="3828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GB"/>
              <a:t>Maths in marketing</a:t>
            </a:r>
            <a:endParaRPr/>
          </a:p>
        </p:txBody>
      </p:sp>
      <p:sp>
        <p:nvSpPr>
          <p:cNvPr id="1160" name="Google Shape;1160;p97"/>
          <p:cNvSpPr txBox="1"/>
          <p:nvPr>
            <p:ph idx="1" type="body"/>
          </p:nvPr>
        </p:nvSpPr>
        <p:spPr>
          <a:xfrm>
            <a:off x="324000" y="1018525"/>
            <a:ext cx="2608500" cy="3828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0"/>
              </a:spcAft>
              <a:buNone/>
            </a:pPr>
            <a:r>
              <a:rPr lang="en-GB" sz="2000"/>
              <a:t>YouTube </a:t>
            </a:r>
            <a:r>
              <a:rPr lang="en-GB">
                <a:latin typeface="Times New Roman"/>
                <a:ea typeface="Times New Roman"/>
                <a:cs typeface="Times New Roman"/>
                <a:sym typeface="Times New Roman"/>
              </a:rPr>
              <a:t>£1100	</a:t>
            </a:r>
            <a:endParaRPr>
              <a:latin typeface="Times New Roman"/>
              <a:ea typeface="Times New Roman"/>
              <a:cs typeface="Times New Roman"/>
              <a:sym typeface="Times New Roman"/>
            </a:endParaRPr>
          </a:p>
        </p:txBody>
      </p:sp>
      <p:sp>
        <p:nvSpPr>
          <p:cNvPr id="1161" name="Google Shape;1161;p97"/>
          <p:cNvSpPr txBox="1"/>
          <p:nvPr>
            <p:ph idx="1" type="body"/>
          </p:nvPr>
        </p:nvSpPr>
        <p:spPr>
          <a:xfrm>
            <a:off x="4819800" y="1016038"/>
            <a:ext cx="1911000" cy="2961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0"/>
              </a:spcAft>
              <a:buNone/>
            </a:pPr>
            <a:r>
              <a:rPr lang="en-GB" sz="2000"/>
              <a:t>Facebook </a:t>
            </a:r>
            <a:r>
              <a:rPr lang="en-GB">
                <a:latin typeface="Times New Roman"/>
                <a:ea typeface="Times New Roman"/>
                <a:cs typeface="Times New Roman"/>
                <a:sym typeface="Times New Roman"/>
              </a:rPr>
              <a:t>£500</a:t>
            </a:r>
            <a:endParaRPr>
              <a:latin typeface="Times New Roman"/>
              <a:ea typeface="Times New Roman"/>
              <a:cs typeface="Times New Roman"/>
              <a:sym typeface="Times New Roman"/>
            </a:endParaRPr>
          </a:p>
        </p:txBody>
      </p:sp>
      <p:sp>
        <p:nvSpPr>
          <p:cNvPr id="1162" name="Google Shape;1162;p97"/>
          <p:cNvSpPr txBox="1"/>
          <p:nvPr>
            <p:ph idx="1" type="body"/>
          </p:nvPr>
        </p:nvSpPr>
        <p:spPr>
          <a:xfrm>
            <a:off x="324000" y="2953644"/>
            <a:ext cx="2205900" cy="2961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0"/>
              </a:spcAft>
              <a:buNone/>
            </a:pPr>
            <a:r>
              <a:rPr lang="en-GB" sz="2000"/>
              <a:t>Direct email </a:t>
            </a:r>
            <a:r>
              <a:rPr lang="en-GB">
                <a:latin typeface="Times New Roman"/>
                <a:ea typeface="Times New Roman"/>
                <a:cs typeface="Times New Roman"/>
                <a:sym typeface="Times New Roman"/>
              </a:rPr>
              <a:t>£350</a:t>
            </a:r>
            <a:endParaRPr>
              <a:latin typeface="Times New Roman"/>
              <a:ea typeface="Times New Roman"/>
              <a:cs typeface="Times New Roman"/>
              <a:sym typeface="Times New Roman"/>
            </a:endParaRPr>
          </a:p>
        </p:txBody>
      </p:sp>
      <p:sp>
        <p:nvSpPr>
          <p:cNvPr id="1163" name="Google Shape;1163;p97"/>
          <p:cNvSpPr txBox="1"/>
          <p:nvPr>
            <p:ph idx="1" type="body"/>
          </p:nvPr>
        </p:nvSpPr>
        <p:spPr>
          <a:xfrm>
            <a:off x="324000" y="1403679"/>
            <a:ext cx="3532800" cy="3828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0"/>
              </a:spcAft>
              <a:buNone/>
            </a:pPr>
            <a:r>
              <a:rPr lang="en-GB">
                <a:latin typeface="Times New Roman"/>
                <a:ea typeface="Times New Roman"/>
                <a:cs typeface="Times New Roman"/>
                <a:sym typeface="Times New Roman"/>
              </a:rPr>
              <a:t>0.28 × </a:t>
            </a:r>
            <a:r>
              <a:rPr lang="en-GB">
                <a:latin typeface="Times New Roman"/>
                <a:ea typeface="Times New Roman"/>
                <a:cs typeface="Times New Roman"/>
                <a:sym typeface="Times New Roman"/>
              </a:rPr>
              <a:t>14 000 = 3920</a:t>
            </a:r>
            <a:r>
              <a:rPr lang="en-GB" sz="2000"/>
              <a:t> </a:t>
            </a:r>
            <a:r>
              <a:rPr lang="en-GB" sz="2000">
                <a:latin typeface="Kalam"/>
                <a:ea typeface="Kalam"/>
                <a:cs typeface="Kalam"/>
                <a:sym typeface="Kalam"/>
              </a:rPr>
              <a:t>visitors</a:t>
            </a:r>
            <a:endParaRPr>
              <a:latin typeface="Kalam"/>
              <a:ea typeface="Kalam"/>
              <a:cs typeface="Kalam"/>
              <a:sym typeface="Kalam"/>
            </a:endParaRPr>
          </a:p>
        </p:txBody>
      </p:sp>
      <p:sp>
        <p:nvSpPr>
          <p:cNvPr id="1164" name="Google Shape;1164;p97"/>
          <p:cNvSpPr txBox="1"/>
          <p:nvPr>
            <p:ph idx="1" type="body"/>
          </p:nvPr>
        </p:nvSpPr>
        <p:spPr>
          <a:xfrm>
            <a:off x="4819800" y="1406009"/>
            <a:ext cx="3532800" cy="3828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0"/>
              </a:spcAft>
              <a:buNone/>
            </a:pPr>
            <a:r>
              <a:rPr lang="en-GB">
                <a:latin typeface="Times New Roman"/>
                <a:ea typeface="Times New Roman"/>
                <a:cs typeface="Times New Roman"/>
                <a:sym typeface="Times New Roman"/>
              </a:rPr>
              <a:t>0.16 × 14 000 = 2240</a:t>
            </a:r>
            <a:r>
              <a:rPr lang="en-GB" sz="2000"/>
              <a:t> </a:t>
            </a:r>
            <a:r>
              <a:rPr lang="en-GB" sz="2000">
                <a:latin typeface="Kalam"/>
                <a:ea typeface="Kalam"/>
                <a:cs typeface="Kalam"/>
                <a:sym typeface="Kalam"/>
              </a:rPr>
              <a:t>visitors</a:t>
            </a:r>
            <a:endParaRPr>
              <a:latin typeface="Kalam"/>
              <a:ea typeface="Kalam"/>
              <a:cs typeface="Kalam"/>
              <a:sym typeface="Kalam"/>
            </a:endParaRPr>
          </a:p>
        </p:txBody>
      </p:sp>
      <p:sp>
        <p:nvSpPr>
          <p:cNvPr id="1165" name="Google Shape;1165;p97"/>
          <p:cNvSpPr txBox="1"/>
          <p:nvPr>
            <p:ph idx="1" type="body"/>
          </p:nvPr>
        </p:nvSpPr>
        <p:spPr>
          <a:xfrm>
            <a:off x="324000" y="3312999"/>
            <a:ext cx="3532800" cy="3828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0"/>
              </a:spcAft>
              <a:buNone/>
            </a:pPr>
            <a:r>
              <a:rPr lang="en-GB">
                <a:latin typeface="Times New Roman"/>
                <a:ea typeface="Times New Roman"/>
                <a:cs typeface="Times New Roman"/>
                <a:sym typeface="Times New Roman"/>
              </a:rPr>
              <a:t>0.18 × 14 000 = 2520</a:t>
            </a:r>
            <a:r>
              <a:rPr lang="en-GB" sz="2000"/>
              <a:t> </a:t>
            </a:r>
            <a:r>
              <a:rPr lang="en-GB" sz="2000">
                <a:latin typeface="Kalam"/>
                <a:ea typeface="Kalam"/>
                <a:cs typeface="Kalam"/>
                <a:sym typeface="Kalam"/>
              </a:rPr>
              <a:t>visitors</a:t>
            </a:r>
            <a:endParaRPr>
              <a:latin typeface="Kalam"/>
              <a:ea typeface="Kalam"/>
              <a:cs typeface="Kalam"/>
              <a:sym typeface="Kalam"/>
            </a:endParaRPr>
          </a:p>
        </p:txBody>
      </p:sp>
      <p:sp>
        <p:nvSpPr>
          <p:cNvPr id="1166" name="Google Shape;1166;p97"/>
          <p:cNvSpPr txBox="1"/>
          <p:nvPr>
            <p:ph idx="1" type="body"/>
          </p:nvPr>
        </p:nvSpPr>
        <p:spPr>
          <a:xfrm>
            <a:off x="324000" y="3698162"/>
            <a:ext cx="3629700" cy="3828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0"/>
              </a:spcAft>
              <a:buNone/>
            </a:pPr>
            <a:r>
              <a:rPr lang="en-GB">
                <a:latin typeface="Times New Roman"/>
                <a:ea typeface="Times New Roman"/>
                <a:cs typeface="Times New Roman"/>
                <a:sym typeface="Times New Roman"/>
              </a:rPr>
              <a:t>£350 ÷ 2520 = £0.13…</a:t>
            </a:r>
            <a:r>
              <a:rPr lang="en-GB" sz="2000"/>
              <a:t> </a:t>
            </a:r>
            <a:r>
              <a:rPr lang="en-GB" sz="2000">
                <a:latin typeface="Kalam"/>
                <a:ea typeface="Kalam"/>
                <a:cs typeface="Kalam"/>
                <a:sym typeface="Kalam"/>
              </a:rPr>
              <a:t>per visit</a:t>
            </a:r>
            <a:endParaRPr>
              <a:latin typeface="Kalam"/>
              <a:ea typeface="Kalam"/>
              <a:cs typeface="Kalam"/>
              <a:sym typeface="Kalam"/>
            </a:endParaRPr>
          </a:p>
        </p:txBody>
      </p:sp>
      <p:sp>
        <p:nvSpPr>
          <p:cNvPr id="1167" name="Google Shape;1167;p97"/>
          <p:cNvSpPr txBox="1"/>
          <p:nvPr>
            <p:ph idx="1" type="body"/>
          </p:nvPr>
        </p:nvSpPr>
        <p:spPr>
          <a:xfrm>
            <a:off x="4819800" y="1791172"/>
            <a:ext cx="3629700" cy="3828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0"/>
              </a:spcAft>
              <a:buNone/>
            </a:pPr>
            <a:r>
              <a:rPr lang="en-GB">
                <a:latin typeface="Times New Roman"/>
                <a:ea typeface="Times New Roman"/>
                <a:cs typeface="Times New Roman"/>
                <a:sym typeface="Times New Roman"/>
              </a:rPr>
              <a:t>£500 ÷ 2240 = £0.22…</a:t>
            </a:r>
            <a:r>
              <a:rPr lang="en-GB" sz="2000"/>
              <a:t> </a:t>
            </a:r>
            <a:r>
              <a:rPr lang="en-GB" sz="2000">
                <a:latin typeface="Kalam"/>
                <a:ea typeface="Kalam"/>
                <a:cs typeface="Kalam"/>
                <a:sym typeface="Kalam"/>
              </a:rPr>
              <a:t>per visit</a:t>
            </a:r>
            <a:endParaRPr>
              <a:latin typeface="Kalam"/>
              <a:ea typeface="Kalam"/>
              <a:cs typeface="Kalam"/>
              <a:sym typeface="Kalam"/>
            </a:endParaRPr>
          </a:p>
        </p:txBody>
      </p:sp>
      <p:sp>
        <p:nvSpPr>
          <p:cNvPr id="1168" name="Google Shape;1168;p97"/>
          <p:cNvSpPr txBox="1"/>
          <p:nvPr>
            <p:ph idx="1" type="body"/>
          </p:nvPr>
        </p:nvSpPr>
        <p:spPr>
          <a:xfrm>
            <a:off x="324000" y="1788850"/>
            <a:ext cx="3831600" cy="3828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0"/>
              </a:spcAft>
              <a:buNone/>
            </a:pPr>
            <a:r>
              <a:rPr lang="en-GB">
                <a:latin typeface="Times New Roman"/>
                <a:ea typeface="Times New Roman"/>
                <a:cs typeface="Times New Roman"/>
                <a:sym typeface="Times New Roman"/>
              </a:rPr>
              <a:t>£1100 ÷ 3920 = £0.28…</a:t>
            </a:r>
            <a:r>
              <a:rPr lang="en-GB" sz="2000"/>
              <a:t> </a:t>
            </a:r>
            <a:r>
              <a:rPr lang="en-GB" sz="2000">
                <a:latin typeface="Kalam"/>
                <a:ea typeface="Kalam"/>
                <a:cs typeface="Kalam"/>
                <a:sym typeface="Kalam"/>
              </a:rPr>
              <a:t>per visit</a:t>
            </a:r>
            <a:endParaRPr>
              <a:latin typeface="Kalam"/>
              <a:ea typeface="Kalam"/>
              <a:cs typeface="Kalam"/>
              <a:sym typeface="Kalam"/>
            </a:endParaRPr>
          </a:p>
        </p:txBody>
      </p:sp>
      <p:sp>
        <p:nvSpPr>
          <p:cNvPr id="1169" name="Google Shape;1169;p97"/>
          <p:cNvSpPr txBox="1"/>
          <p:nvPr>
            <p:ph idx="1" type="body"/>
          </p:nvPr>
        </p:nvSpPr>
        <p:spPr>
          <a:xfrm>
            <a:off x="324000" y="2169850"/>
            <a:ext cx="3786300" cy="3828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0"/>
              </a:spcAft>
              <a:buNone/>
            </a:pPr>
            <a:r>
              <a:rPr lang="en-GB">
                <a:latin typeface="Times New Roman"/>
                <a:ea typeface="Times New Roman"/>
                <a:cs typeface="Times New Roman"/>
                <a:sym typeface="Times New Roman"/>
              </a:rPr>
              <a:t>£0.28… × 40 = £11.22…</a:t>
            </a:r>
            <a:r>
              <a:rPr lang="en-GB" sz="2000"/>
              <a:t> </a:t>
            </a:r>
            <a:r>
              <a:rPr lang="en-GB" sz="2000">
                <a:latin typeface="Kalam"/>
                <a:ea typeface="Kalam"/>
                <a:cs typeface="Kalam"/>
                <a:sym typeface="Kalam"/>
              </a:rPr>
              <a:t>per sale</a:t>
            </a:r>
            <a:endParaRPr>
              <a:latin typeface="Kalam"/>
              <a:ea typeface="Kalam"/>
              <a:cs typeface="Kalam"/>
              <a:sym typeface="Kalam"/>
            </a:endParaRPr>
          </a:p>
        </p:txBody>
      </p:sp>
      <p:sp>
        <p:nvSpPr>
          <p:cNvPr id="1170" name="Google Shape;1170;p97"/>
          <p:cNvSpPr txBox="1"/>
          <p:nvPr>
            <p:ph idx="1" type="body"/>
          </p:nvPr>
        </p:nvSpPr>
        <p:spPr>
          <a:xfrm>
            <a:off x="4835108" y="2169843"/>
            <a:ext cx="3629700" cy="3828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0"/>
              </a:spcAft>
              <a:buNone/>
            </a:pPr>
            <a:r>
              <a:rPr lang="en-GB">
                <a:latin typeface="Times New Roman"/>
                <a:ea typeface="Times New Roman"/>
                <a:cs typeface="Times New Roman"/>
                <a:sym typeface="Times New Roman"/>
              </a:rPr>
              <a:t>£0.22… × 40 = £8.92…</a:t>
            </a:r>
            <a:r>
              <a:rPr lang="en-GB" sz="2000"/>
              <a:t> </a:t>
            </a:r>
            <a:r>
              <a:rPr lang="en-GB" sz="2000">
                <a:latin typeface="Kalam"/>
                <a:ea typeface="Kalam"/>
                <a:cs typeface="Kalam"/>
                <a:sym typeface="Kalam"/>
              </a:rPr>
              <a:t>per sale</a:t>
            </a:r>
            <a:endParaRPr>
              <a:latin typeface="Kalam"/>
              <a:ea typeface="Kalam"/>
              <a:cs typeface="Kalam"/>
              <a:sym typeface="Kalam"/>
            </a:endParaRPr>
          </a:p>
        </p:txBody>
      </p:sp>
      <p:sp>
        <p:nvSpPr>
          <p:cNvPr id="1171" name="Google Shape;1171;p97"/>
          <p:cNvSpPr txBox="1"/>
          <p:nvPr>
            <p:ph idx="1" type="body"/>
          </p:nvPr>
        </p:nvSpPr>
        <p:spPr>
          <a:xfrm>
            <a:off x="324000" y="4074843"/>
            <a:ext cx="3629700" cy="3828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0"/>
              </a:spcAft>
              <a:buNone/>
            </a:pPr>
            <a:r>
              <a:rPr lang="en-GB">
                <a:latin typeface="Times New Roman"/>
                <a:ea typeface="Times New Roman"/>
                <a:cs typeface="Times New Roman"/>
                <a:sym typeface="Times New Roman"/>
              </a:rPr>
              <a:t>£0.13… × 40 = £5.55…</a:t>
            </a:r>
            <a:r>
              <a:rPr lang="en-GB" sz="2000"/>
              <a:t> </a:t>
            </a:r>
            <a:r>
              <a:rPr lang="en-GB" sz="2000">
                <a:latin typeface="Kalam"/>
                <a:ea typeface="Kalam"/>
                <a:cs typeface="Kalam"/>
                <a:sym typeface="Kalam"/>
              </a:rPr>
              <a:t>per sale</a:t>
            </a:r>
            <a:endParaRPr>
              <a:latin typeface="Kalam"/>
              <a:ea typeface="Kalam"/>
              <a:cs typeface="Kalam"/>
              <a:sym typeface="Kalam"/>
            </a:endParaRPr>
          </a:p>
        </p:txBody>
      </p:sp>
      <p:sp>
        <p:nvSpPr>
          <p:cNvPr id="1172" name="Google Shape;1172;p97"/>
          <p:cNvSpPr txBox="1"/>
          <p:nvPr>
            <p:ph idx="1" type="body"/>
          </p:nvPr>
        </p:nvSpPr>
        <p:spPr>
          <a:xfrm>
            <a:off x="324000" y="2550843"/>
            <a:ext cx="3629700" cy="3828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0"/>
              </a:spcAft>
              <a:buNone/>
            </a:pPr>
            <a:r>
              <a:rPr lang="en-GB">
                <a:latin typeface="Times New Roman"/>
                <a:ea typeface="Times New Roman"/>
                <a:cs typeface="Times New Roman"/>
                <a:sym typeface="Times New Roman"/>
              </a:rPr>
              <a:t>£14 − £11.22… ≈ £2.78</a:t>
            </a:r>
            <a:r>
              <a:rPr lang="en-GB" sz="2000"/>
              <a:t> </a:t>
            </a:r>
            <a:r>
              <a:rPr b="1" lang="en-GB" sz="2000">
                <a:latin typeface="Kalam"/>
                <a:ea typeface="Kalam"/>
                <a:cs typeface="Kalam"/>
                <a:sym typeface="Kalam"/>
              </a:rPr>
              <a:t>profit</a:t>
            </a:r>
            <a:endParaRPr b="1">
              <a:latin typeface="Kalam"/>
              <a:ea typeface="Kalam"/>
              <a:cs typeface="Kalam"/>
              <a:sym typeface="Kalam"/>
            </a:endParaRPr>
          </a:p>
        </p:txBody>
      </p:sp>
      <p:sp>
        <p:nvSpPr>
          <p:cNvPr id="1173" name="Google Shape;1173;p97"/>
          <p:cNvSpPr txBox="1"/>
          <p:nvPr>
            <p:ph idx="1" type="body"/>
          </p:nvPr>
        </p:nvSpPr>
        <p:spPr>
          <a:xfrm>
            <a:off x="4835108" y="2550843"/>
            <a:ext cx="3629700" cy="3828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0"/>
              </a:spcAft>
              <a:buNone/>
            </a:pPr>
            <a:r>
              <a:rPr lang="en-GB">
                <a:latin typeface="Times New Roman"/>
                <a:ea typeface="Times New Roman"/>
                <a:cs typeface="Times New Roman"/>
                <a:sym typeface="Times New Roman"/>
              </a:rPr>
              <a:t>£14 − £8.92… ≈ £5.07</a:t>
            </a:r>
            <a:r>
              <a:rPr lang="en-GB" sz="2000"/>
              <a:t> </a:t>
            </a:r>
            <a:r>
              <a:rPr b="1" lang="en-GB" sz="2000">
                <a:latin typeface="Kalam"/>
                <a:ea typeface="Kalam"/>
                <a:cs typeface="Kalam"/>
                <a:sym typeface="Kalam"/>
              </a:rPr>
              <a:t>profit</a:t>
            </a:r>
            <a:endParaRPr b="1">
              <a:latin typeface="Kalam"/>
              <a:ea typeface="Kalam"/>
              <a:cs typeface="Kalam"/>
              <a:sym typeface="Kalam"/>
            </a:endParaRPr>
          </a:p>
        </p:txBody>
      </p:sp>
      <p:sp>
        <p:nvSpPr>
          <p:cNvPr id="1174" name="Google Shape;1174;p97"/>
          <p:cNvSpPr txBox="1"/>
          <p:nvPr>
            <p:ph idx="1" type="body"/>
          </p:nvPr>
        </p:nvSpPr>
        <p:spPr>
          <a:xfrm>
            <a:off x="324000" y="4455502"/>
            <a:ext cx="3629700" cy="3828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0"/>
              </a:spcAft>
              <a:buNone/>
            </a:pPr>
            <a:r>
              <a:rPr lang="en-GB">
                <a:latin typeface="Times New Roman"/>
                <a:ea typeface="Times New Roman"/>
                <a:cs typeface="Times New Roman"/>
                <a:sym typeface="Times New Roman"/>
              </a:rPr>
              <a:t>£14 − £5.55… ≈ £8.44</a:t>
            </a:r>
            <a:r>
              <a:rPr lang="en-GB" sz="2000"/>
              <a:t> </a:t>
            </a:r>
            <a:r>
              <a:rPr b="1" lang="en-GB" sz="2000">
                <a:latin typeface="Kalam"/>
                <a:ea typeface="Kalam"/>
                <a:cs typeface="Kalam"/>
                <a:sym typeface="Kalam"/>
              </a:rPr>
              <a:t>profit</a:t>
            </a:r>
            <a:endParaRPr b="1">
              <a:latin typeface="Kalam"/>
              <a:ea typeface="Kalam"/>
              <a:cs typeface="Kalam"/>
              <a:sym typeface="Kalam"/>
            </a:endParaRPr>
          </a:p>
        </p:txBody>
      </p:sp>
      <p:sp>
        <p:nvSpPr>
          <p:cNvPr id="1175" name="Google Shape;1175;p97"/>
          <p:cNvSpPr txBox="1"/>
          <p:nvPr>
            <p:ph idx="1" type="body"/>
          </p:nvPr>
        </p:nvSpPr>
        <p:spPr>
          <a:xfrm>
            <a:off x="4835108" y="2940666"/>
            <a:ext cx="1735200" cy="2961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0"/>
              </a:spcAft>
              <a:buNone/>
            </a:pPr>
            <a:r>
              <a:rPr lang="en-GB" sz="2000"/>
              <a:t>Google </a:t>
            </a:r>
            <a:r>
              <a:rPr lang="en-GB">
                <a:latin typeface="Times New Roman"/>
                <a:ea typeface="Times New Roman"/>
                <a:cs typeface="Times New Roman"/>
                <a:sym typeface="Times New Roman"/>
              </a:rPr>
              <a:t>£2500</a:t>
            </a:r>
            <a:endParaRPr>
              <a:latin typeface="Times New Roman"/>
              <a:ea typeface="Times New Roman"/>
              <a:cs typeface="Times New Roman"/>
              <a:sym typeface="Times New Roman"/>
            </a:endParaRPr>
          </a:p>
        </p:txBody>
      </p:sp>
      <p:sp>
        <p:nvSpPr>
          <p:cNvPr id="1176" name="Google Shape;1176;p97"/>
          <p:cNvSpPr txBox="1"/>
          <p:nvPr>
            <p:ph idx="1" type="body"/>
          </p:nvPr>
        </p:nvSpPr>
        <p:spPr>
          <a:xfrm>
            <a:off x="4835108" y="3300021"/>
            <a:ext cx="3532800" cy="3828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0"/>
              </a:spcAft>
              <a:buNone/>
            </a:pPr>
            <a:r>
              <a:rPr lang="en-GB">
                <a:latin typeface="Times New Roman"/>
                <a:ea typeface="Times New Roman"/>
                <a:cs typeface="Times New Roman"/>
                <a:sym typeface="Times New Roman"/>
              </a:rPr>
              <a:t>0.38 × 14 000 = 5320</a:t>
            </a:r>
            <a:r>
              <a:rPr lang="en-GB" sz="2000"/>
              <a:t> </a:t>
            </a:r>
            <a:r>
              <a:rPr lang="en-GB" sz="2000">
                <a:latin typeface="Kalam"/>
                <a:ea typeface="Kalam"/>
                <a:cs typeface="Kalam"/>
                <a:sym typeface="Kalam"/>
              </a:rPr>
              <a:t>visitors</a:t>
            </a:r>
            <a:endParaRPr>
              <a:latin typeface="Kalam"/>
              <a:ea typeface="Kalam"/>
              <a:cs typeface="Kalam"/>
              <a:sym typeface="Kalam"/>
            </a:endParaRPr>
          </a:p>
        </p:txBody>
      </p:sp>
      <p:sp>
        <p:nvSpPr>
          <p:cNvPr id="1177" name="Google Shape;1177;p97"/>
          <p:cNvSpPr txBox="1"/>
          <p:nvPr>
            <p:ph idx="1" type="body"/>
          </p:nvPr>
        </p:nvSpPr>
        <p:spPr>
          <a:xfrm>
            <a:off x="4835100" y="3685175"/>
            <a:ext cx="3786300" cy="3828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0"/>
              </a:spcAft>
              <a:buNone/>
            </a:pPr>
            <a:r>
              <a:rPr lang="en-GB">
                <a:latin typeface="Times New Roman"/>
                <a:ea typeface="Times New Roman"/>
                <a:cs typeface="Times New Roman"/>
                <a:sym typeface="Times New Roman"/>
              </a:rPr>
              <a:t>£2500 ÷ 5320 = £0.46…</a:t>
            </a:r>
            <a:r>
              <a:rPr lang="en-GB" sz="2000"/>
              <a:t> </a:t>
            </a:r>
            <a:r>
              <a:rPr lang="en-GB" sz="2000">
                <a:latin typeface="Kalam"/>
                <a:ea typeface="Kalam"/>
                <a:cs typeface="Kalam"/>
                <a:sym typeface="Kalam"/>
              </a:rPr>
              <a:t>per visit</a:t>
            </a:r>
            <a:endParaRPr>
              <a:latin typeface="Kalam"/>
              <a:ea typeface="Kalam"/>
              <a:cs typeface="Kalam"/>
              <a:sym typeface="Kalam"/>
            </a:endParaRPr>
          </a:p>
        </p:txBody>
      </p:sp>
      <p:sp>
        <p:nvSpPr>
          <p:cNvPr id="1178" name="Google Shape;1178;p97"/>
          <p:cNvSpPr txBox="1"/>
          <p:nvPr>
            <p:ph idx="1" type="body"/>
          </p:nvPr>
        </p:nvSpPr>
        <p:spPr>
          <a:xfrm>
            <a:off x="4835100" y="4074850"/>
            <a:ext cx="3831600" cy="3828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0"/>
              </a:spcAft>
              <a:buNone/>
            </a:pPr>
            <a:r>
              <a:rPr lang="en-GB">
                <a:latin typeface="Times New Roman"/>
                <a:ea typeface="Times New Roman"/>
                <a:cs typeface="Times New Roman"/>
                <a:sym typeface="Times New Roman"/>
              </a:rPr>
              <a:t>£0.46… × 40 = £18.79…</a:t>
            </a:r>
            <a:r>
              <a:rPr lang="en-GB" sz="2000"/>
              <a:t> </a:t>
            </a:r>
            <a:r>
              <a:rPr lang="en-GB" sz="2000">
                <a:latin typeface="Kalam"/>
                <a:ea typeface="Kalam"/>
                <a:cs typeface="Kalam"/>
                <a:sym typeface="Kalam"/>
              </a:rPr>
              <a:t>per sale</a:t>
            </a:r>
            <a:endParaRPr>
              <a:latin typeface="Kalam"/>
              <a:ea typeface="Kalam"/>
              <a:cs typeface="Kalam"/>
              <a:sym typeface="Kalam"/>
            </a:endParaRPr>
          </a:p>
        </p:txBody>
      </p:sp>
      <p:sp>
        <p:nvSpPr>
          <p:cNvPr id="1179" name="Google Shape;1179;p97"/>
          <p:cNvSpPr txBox="1"/>
          <p:nvPr>
            <p:ph idx="1" type="body"/>
          </p:nvPr>
        </p:nvSpPr>
        <p:spPr>
          <a:xfrm>
            <a:off x="4835108" y="4455502"/>
            <a:ext cx="3629700" cy="3828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0"/>
              </a:spcAft>
              <a:buNone/>
            </a:pPr>
            <a:r>
              <a:rPr lang="en-GB">
                <a:latin typeface="Times New Roman"/>
                <a:ea typeface="Times New Roman"/>
                <a:cs typeface="Times New Roman"/>
                <a:sym typeface="Times New Roman"/>
              </a:rPr>
              <a:t>£14 − £18.79… ≈ £4.80</a:t>
            </a:r>
            <a:r>
              <a:rPr lang="en-GB" sz="2000"/>
              <a:t> </a:t>
            </a:r>
            <a:r>
              <a:rPr lang="en-GB" sz="2000">
                <a:latin typeface="Kalam"/>
                <a:ea typeface="Kalam"/>
                <a:cs typeface="Kalam"/>
                <a:sym typeface="Kalam"/>
              </a:rPr>
              <a:t>loss</a:t>
            </a:r>
            <a:endParaRPr>
              <a:latin typeface="Kalam"/>
              <a:ea typeface="Kalam"/>
              <a:cs typeface="Kalam"/>
              <a:sym typeface="Kalam"/>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6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6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6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7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6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6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7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7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6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6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7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7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7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7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7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79"/>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3" name="Shape 1183"/>
        <p:cNvGrpSpPr/>
        <p:nvPr/>
      </p:nvGrpSpPr>
      <p:grpSpPr>
        <a:xfrm>
          <a:off x="0" y="0"/>
          <a:ext cx="0" cy="0"/>
          <a:chOff x="0" y="0"/>
          <a:chExt cx="0" cy="0"/>
        </a:xfrm>
      </p:grpSpPr>
      <p:sp>
        <p:nvSpPr>
          <p:cNvPr id="1184" name="Google Shape;1184;p98"/>
          <p:cNvSpPr txBox="1"/>
          <p:nvPr>
            <p:ph idx="1" type="body"/>
          </p:nvPr>
        </p:nvSpPr>
        <p:spPr>
          <a:xfrm>
            <a:off x="324000" y="759300"/>
            <a:ext cx="277200" cy="2961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1000"/>
              </a:spcAft>
              <a:buNone/>
            </a:pPr>
            <a:r>
              <a:rPr lang="en-GB" sz="2000"/>
              <a:t>2</a:t>
            </a:r>
            <a:r>
              <a:rPr lang="en-GB" sz="2000"/>
              <a:t>)</a:t>
            </a:r>
            <a:endParaRPr sz="2000"/>
          </a:p>
        </p:txBody>
      </p:sp>
      <p:sp>
        <p:nvSpPr>
          <p:cNvPr id="1185" name="Google Shape;1185;p98"/>
          <p:cNvSpPr txBox="1"/>
          <p:nvPr>
            <p:ph type="title"/>
          </p:nvPr>
        </p:nvSpPr>
        <p:spPr>
          <a:xfrm>
            <a:off x="1479300" y="39650"/>
            <a:ext cx="6855300" cy="3828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GB"/>
              <a:t>Maths in marketing</a:t>
            </a:r>
            <a:endParaRPr/>
          </a:p>
        </p:txBody>
      </p:sp>
      <p:sp>
        <p:nvSpPr>
          <p:cNvPr id="1186" name="Google Shape;1186;p98"/>
          <p:cNvSpPr txBox="1"/>
          <p:nvPr>
            <p:ph idx="1" type="body"/>
          </p:nvPr>
        </p:nvSpPr>
        <p:spPr>
          <a:xfrm>
            <a:off x="324000" y="1559900"/>
            <a:ext cx="5099100" cy="3828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0"/>
              </a:spcAft>
              <a:buNone/>
            </a:pPr>
            <a:r>
              <a:rPr lang="en-GB">
                <a:latin typeface="Kalam"/>
                <a:ea typeface="Kalam"/>
                <a:cs typeface="Kalam"/>
                <a:sym typeface="Kalam"/>
              </a:rPr>
              <a:t>“Google is expensive and currently </a:t>
            </a:r>
            <a:r>
              <a:rPr b="1" lang="en-GB">
                <a:latin typeface="Kalam"/>
                <a:ea typeface="Kalam"/>
                <a:cs typeface="Kalam"/>
                <a:sym typeface="Kalam"/>
              </a:rPr>
              <a:t>unprofitable</a:t>
            </a:r>
            <a:r>
              <a:rPr lang="en-GB">
                <a:latin typeface="Kalam"/>
                <a:ea typeface="Kalam"/>
                <a:cs typeface="Kalam"/>
                <a:sym typeface="Kalam"/>
              </a:rPr>
              <a:t> for a business of your size.”</a:t>
            </a:r>
            <a:endParaRPr>
              <a:latin typeface="Kalam"/>
              <a:ea typeface="Kalam"/>
              <a:cs typeface="Kalam"/>
              <a:sym typeface="Kalam"/>
            </a:endParaRPr>
          </a:p>
        </p:txBody>
      </p:sp>
      <p:sp>
        <p:nvSpPr>
          <p:cNvPr id="1187" name="Google Shape;1187;p98"/>
          <p:cNvSpPr txBox="1"/>
          <p:nvPr>
            <p:ph idx="1" type="body"/>
          </p:nvPr>
        </p:nvSpPr>
        <p:spPr>
          <a:xfrm>
            <a:off x="324000" y="1102700"/>
            <a:ext cx="3109200" cy="3828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0"/>
              </a:spcAft>
              <a:buNone/>
            </a:pPr>
            <a:r>
              <a:rPr lang="en-GB">
                <a:latin typeface="Kalam"/>
                <a:ea typeface="Kalam"/>
                <a:cs typeface="Kalam"/>
                <a:sym typeface="Kalam"/>
              </a:rPr>
              <a:t>You might have advised:</a:t>
            </a:r>
            <a:endParaRPr>
              <a:latin typeface="Kalam"/>
              <a:ea typeface="Kalam"/>
              <a:cs typeface="Kalam"/>
              <a:sym typeface="Kalam"/>
            </a:endParaRPr>
          </a:p>
        </p:txBody>
      </p:sp>
      <p:sp>
        <p:nvSpPr>
          <p:cNvPr id="1188" name="Google Shape;1188;p98"/>
          <p:cNvSpPr txBox="1"/>
          <p:nvPr>
            <p:ph idx="1" type="body"/>
          </p:nvPr>
        </p:nvSpPr>
        <p:spPr>
          <a:xfrm>
            <a:off x="4835108" y="2940666"/>
            <a:ext cx="1735200" cy="2961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0"/>
              </a:spcAft>
              <a:buNone/>
            </a:pPr>
            <a:r>
              <a:rPr lang="en-GB" sz="2000"/>
              <a:t>Google </a:t>
            </a:r>
            <a:r>
              <a:rPr lang="en-GB">
                <a:latin typeface="Times New Roman"/>
                <a:ea typeface="Times New Roman"/>
                <a:cs typeface="Times New Roman"/>
                <a:sym typeface="Times New Roman"/>
              </a:rPr>
              <a:t>£2500</a:t>
            </a:r>
            <a:endParaRPr>
              <a:latin typeface="Times New Roman"/>
              <a:ea typeface="Times New Roman"/>
              <a:cs typeface="Times New Roman"/>
              <a:sym typeface="Times New Roman"/>
            </a:endParaRPr>
          </a:p>
        </p:txBody>
      </p:sp>
      <p:sp>
        <p:nvSpPr>
          <p:cNvPr id="1189" name="Google Shape;1189;p98"/>
          <p:cNvSpPr txBox="1"/>
          <p:nvPr>
            <p:ph idx="1" type="body"/>
          </p:nvPr>
        </p:nvSpPr>
        <p:spPr>
          <a:xfrm>
            <a:off x="4835108" y="3300021"/>
            <a:ext cx="3532800" cy="3828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0"/>
              </a:spcAft>
              <a:buNone/>
            </a:pPr>
            <a:r>
              <a:rPr lang="en-GB">
                <a:latin typeface="Times New Roman"/>
                <a:ea typeface="Times New Roman"/>
                <a:cs typeface="Times New Roman"/>
                <a:sym typeface="Times New Roman"/>
              </a:rPr>
              <a:t>0.38 × 14 000 = 5320</a:t>
            </a:r>
            <a:r>
              <a:rPr lang="en-GB" sz="2000"/>
              <a:t> </a:t>
            </a:r>
            <a:r>
              <a:rPr lang="en-GB" sz="2000">
                <a:latin typeface="Kalam"/>
                <a:ea typeface="Kalam"/>
                <a:cs typeface="Kalam"/>
                <a:sym typeface="Kalam"/>
              </a:rPr>
              <a:t>visitors</a:t>
            </a:r>
            <a:endParaRPr>
              <a:latin typeface="Kalam"/>
              <a:ea typeface="Kalam"/>
              <a:cs typeface="Kalam"/>
              <a:sym typeface="Kalam"/>
            </a:endParaRPr>
          </a:p>
        </p:txBody>
      </p:sp>
      <p:sp>
        <p:nvSpPr>
          <p:cNvPr id="1190" name="Google Shape;1190;p98"/>
          <p:cNvSpPr txBox="1"/>
          <p:nvPr>
            <p:ph idx="1" type="body"/>
          </p:nvPr>
        </p:nvSpPr>
        <p:spPr>
          <a:xfrm>
            <a:off x="4835100" y="3685175"/>
            <a:ext cx="3786300" cy="3828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0"/>
              </a:spcAft>
              <a:buNone/>
            </a:pPr>
            <a:r>
              <a:rPr lang="en-GB">
                <a:latin typeface="Times New Roman"/>
                <a:ea typeface="Times New Roman"/>
                <a:cs typeface="Times New Roman"/>
                <a:sym typeface="Times New Roman"/>
              </a:rPr>
              <a:t>£2500 ÷ 5320 = £0.46…</a:t>
            </a:r>
            <a:r>
              <a:rPr lang="en-GB" sz="2000"/>
              <a:t> </a:t>
            </a:r>
            <a:r>
              <a:rPr lang="en-GB" sz="2000">
                <a:latin typeface="Kalam"/>
                <a:ea typeface="Kalam"/>
                <a:cs typeface="Kalam"/>
                <a:sym typeface="Kalam"/>
              </a:rPr>
              <a:t>per visit</a:t>
            </a:r>
            <a:endParaRPr>
              <a:latin typeface="Kalam"/>
              <a:ea typeface="Kalam"/>
              <a:cs typeface="Kalam"/>
              <a:sym typeface="Kalam"/>
            </a:endParaRPr>
          </a:p>
        </p:txBody>
      </p:sp>
      <p:sp>
        <p:nvSpPr>
          <p:cNvPr id="1191" name="Google Shape;1191;p98"/>
          <p:cNvSpPr txBox="1"/>
          <p:nvPr>
            <p:ph idx="1" type="body"/>
          </p:nvPr>
        </p:nvSpPr>
        <p:spPr>
          <a:xfrm>
            <a:off x="4835100" y="4074850"/>
            <a:ext cx="3831600" cy="3828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0"/>
              </a:spcAft>
              <a:buNone/>
            </a:pPr>
            <a:r>
              <a:rPr lang="en-GB">
                <a:latin typeface="Times New Roman"/>
                <a:ea typeface="Times New Roman"/>
                <a:cs typeface="Times New Roman"/>
                <a:sym typeface="Times New Roman"/>
              </a:rPr>
              <a:t>£0.46… × 40 = £18.79…</a:t>
            </a:r>
            <a:r>
              <a:rPr lang="en-GB" sz="2000"/>
              <a:t> </a:t>
            </a:r>
            <a:r>
              <a:rPr lang="en-GB" sz="2000">
                <a:latin typeface="Kalam"/>
                <a:ea typeface="Kalam"/>
                <a:cs typeface="Kalam"/>
                <a:sym typeface="Kalam"/>
              </a:rPr>
              <a:t>per sale</a:t>
            </a:r>
            <a:endParaRPr>
              <a:latin typeface="Kalam"/>
              <a:ea typeface="Kalam"/>
              <a:cs typeface="Kalam"/>
              <a:sym typeface="Kalam"/>
            </a:endParaRPr>
          </a:p>
        </p:txBody>
      </p:sp>
      <p:sp>
        <p:nvSpPr>
          <p:cNvPr id="1192" name="Google Shape;1192;p98"/>
          <p:cNvSpPr txBox="1"/>
          <p:nvPr>
            <p:ph idx="1" type="body"/>
          </p:nvPr>
        </p:nvSpPr>
        <p:spPr>
          <a:xfrm>
            <a:off x="4835108" y="4455502"/>
            <a:ext cx="3629700" cy="3828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0"/>
              </a:spcAft>
              <a:buNone/>
            </a:pPr>
            <a:r>
              <a:rPr lang="en-GB">
                <a:latin typeface="Times New Roman"/>
                <a:ea typeface="Times New Roman"/>
                <a:cs typeface="Times New Roman"/>
                <a:sym typeface="Times New Roman"/>
              </a:rPr>
              <a:t>£14 − £18.79… ≈ £4.80</a:t>
            </a:r>
            <a:r>
              <a:rPr lang="en-GB" sz="2000"/>
              <a:t> </a:t>
            </a:r>
            <a:r>
              <a:rPr lang="en-GB" sz="2000">
                <a:latin typeface="Kalam"/>
                <a:ea typeface="Kalam"/>
                <a:cs typeface="Kalam"/>
                <a:sym typeface="Kalam"/>
              </a:rPr>
              <a:t>loss</a:t>
            </a:r>
            <a:endParaRPr>
              <a:latin typeface="Kalam"/>
              <a:ea typeface="Kalam"/>
              <a:cs typeface="Kalam"/>
              <a:sym typeface="Kalam"/>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6" name="Shape 1196"/>
        <p:cNvGrpSpPr/>
        <p:nvPr/>
      </p:nvGrpSpPr>
      <p:grpSpPr>
        <a:xfrm>
          <a:off x="0" y="0"/>
          <a:ext cx="0" cy="0"/>
          <a:chOff x="0" y="0"/>
          <a:chExt cx="0" cy="0"/>
        </a:xfrm>
      </p:grpSpPr>
      <p:sp>
        <p:nvSpPr>
          <p:cNvPr id="1197" name="Google Shape;1197;p99"/>
          <p:cNvSpPr txBox="1"/>
          <p:nvPr>
            <p:ph idx="1" type="body"/>
          </p:nvPr>
        </p:nvSpPr>
        <p:spPr>
          <a:xfrm>
            <a:off x="324000" y="759300"/>
            <a:ext cx="277200" cy="2961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1000"/>
              </a:spcAft>
              <a:buNone/>
            </a:pPr>
            <a:r>
              <a:rPr lang="en-GB" sz="2000"/>
              <a:t>2</a:t>
            </a:r>
            <a:r>
              <a:rPr lang="en-GB" sz="2000"/>
              <a:t>)</a:t>
            </a:r>
            <a:endParaRPr sz="2000"/>
          </a:p>
        </p:txBody>
      </p:sp>
      <p:sp>
        <p:nvSpPr>
          <p:cNvPr id="1198" name="Google Shape;1198;p99"/>
          <p:cNvSpPr txBox="1"/>
          <p:nvPr>
            <p:ph type="title"/>
          </p:nvPr>
        </p:nvSpPr>
        <p:spPr>
          <a:xfrm>
            <a:off x="1479300" y="39650"/>
            <a:ext cx="6855300" cy="3828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GB"/>
              <a:t>Maths in marketing</a:t>
            </a:r>
            <a:endParaRPr/>
          </a:p>
        </p:txBody>
      </p:sp>
      <p:sp>
        <p:nvSpPr>
          <p:cNvPr id="1199" name="Google Shape;1199;p99"/>
          <p:cNvSpPr txBox="1"/>
          <p:nvPr>
            <p:ph idx="1" type="body"/>
          </p:nvPr>
        </p:nvSpPr>
        <p:spPr>
          <a:xfrm>
            <a:off x="324000" y="1498668"/>
            <a:ext cx="8496000" cy="3828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0"/>
              </a:spcAft>
              <a:buNone/>
            </a:pPr>
            <a:r>
              <a:rPr lang="en-GB">
                <a:latin typeface="Kalam"/>
                <a:ea typeface="Kalam"/>
                <a:cs typeface="Kalam"/>
                <a:sym typeface="Kalam"/>
              </a:rPr>
              <a:t>“Direct email campaigns remain the most </a:t>
            </a:r>
            <a:r>
              <a:rPr b="1" lang="en-GB">
                <a:latin typeface="Kalam"/>
                <a:ea typeface="Kalam"/>
                <a:cs typeface="Kalam"/>
                <a:sym typeface="Kalam"/>
              </a:rPr>
              <a:t>profitable </a:t>
            </a:r>
            <a:r>
              <a:rPr lang="en-GB">
                <a:latin typeface="Kalam"/>
                <a:ea typeface="Kalam"/>
                <a:cs typeface="Kalam"/>
                <a:sym typeface="Kalam"/>
              </a:rPr>
              <a:t>form of </a:t>
            </a:r>
            <a:r>
              <a:rPr lang="en-GB">
                <a:latin typeface="Kalam"/>
                <a:ea typeface="Kalam"/>
                <a:cs typeface="Kalam"/>
                <a:sym typeface="Kalam"/>
              </a:rPr>
              <a:t>advertising</a:t>
            </a:r>
            <a:r>
              <a:rPr lang="en-GB">
                <a:latin typeface="Kalam"/>
                <a:ea typeface="Kalam"/>
                <a:cs typeface="Kalam"/>
                <a:sym typeface="Kalam"/>
              </a:rPr>
              <a:t> for your business, your market.”</a:t>
            </a:r>
            <a:endParaRPr>
              <a:latin typeface="Kalam"/>
              <a:ea typeface="Kalam"/>
              <a:cs typeface="Kalam"/>
              <a:sym typeface="Kalam"/>
            </a:endParaRPr>
          </a:p>
        </p:txBody>
      </p:sp>
      <p:sp>
        <p:nvSpPr>
          <p:cNvPr id="1200" name="Google Shape;1200;p99"/>
          <p:cNvSpPr txBox="1"/>
          <p:nvPr>
            <p:ph idx="1" type="body"/>
          </p:nvPr>
        </p:nvSpPr>
        <p:spPr>
          <a:xfrm>
            <a:off x="324000" y="1102700"/>
            <a:ext cx="3109200" cy="3828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0"/>
              </a:spcAft>
              <a:buNone/>
            </a:pPr>
            <a:r>
              <a:rPr lang="en-GB">
                <a:latin typeface="Kalam"/>
                <a:ea typeface="Kalam"/>
                <a:cs typeface="Kalam"/>
                <a:sym typeface="Kalam"/>
              </a:rPr>
              <a:t>You might have advised:</a:t>
            </a:r>
            <a:endParaRPr>
              <a:latin typeface="Kalam"/>
              <a:ea typeface="Kalam"/>
              <a:cs typeface="Kalam"/>
              <a:sym typeface="Kalam"/>
            </a:endParaRPr>
          </a:p>
        </p:txBody>
      </p:sp>
      <p:sp>
        <p:nvSpPr>
          <p:cNvPr id="1201" name="Google Shape;1201;p99"/>
          <p:cNvSpPr txBox="1"/>
          <p:nvPr>
            <p:ph idx="1" type="body"/>
          </p:nvPr>
        </p:nvSpPr>
        <p:spPr>
          <a:xfrm>
            <a:off x="324000" y="2199776"/>
            <a:ext cx="8496000" cy="3828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0"/>
              </a:spcAft>
              <a:buNone/>
            </a:pPr>
            <a:r>
              <a:rPr lang="en-GB">
                <a:latin typeface="Kalam"/>
                <a:ea typeface="Kalam"/>
                <a:cs typeface="Kalam"/>
                <a:sym typeface="Kalam"/>
              </a:rPr>
              <a:t>“You spent more than seven times £350 advertising on Google. Perhaps redirect that money and do more direct email campaigns.”</a:t>
            </a:r>
            <a:endParaRPr>
              <a:latin typeface="Kalam"/>
              <a:ea typeface="Kalam"/>
              <a:cs typeface="Kalam"/>
              <a:sym typeface="Kalam"/>
            </a:endParaRPr>
          </a:p>
        </p:txBody>
      </p:sp>
      <p:sp>
        <p:nvSpPr>
          <p:cNvPr id="1202" name="Google Shape;1202;p99"/>
          <p:cNvSpPr txBox="1"/>
          <p:nvPr>
            <p:ph idx="1" type="body"/>
          </p:nvPr>
        </p:nvSpPr>
        <p:spPr>
          <a:xfrm>
            <a:off x="324000" y="2953644"/>
            <a:ext cx="2205900" cy="2961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0"/>
              </a:spcAft>
              <a:buNone/>
            </a:pPr>
            <a:r>
              <a:rPr lang="en-GB" sz="2000"/>
              <a:t>Direct email </a:t>
            </a:r>
            <a:r>
              <a:rPr lang="en-GB">
                <a:latin typeface="Times New Roman"/>
                <a:ea typeface="Times New Roman"/>
                <a:cs typeface="Times New Roman"/>
                <a:sym typeface="Times New Roman"/>
              </a:rPr>
              <a:t>£350</a:t>
            </a:r>
            <a:endParaRPr>
              <a:latin typeface="Times New Roman"/>
              <a:ea typeface="Times New Roman"/>
              <a:cs typeface="Times New Roman"/>
              <a:sym typeface="Times New Roman"/>
            </a:endParaRPr>
          </a:p>
        </p:txBody>
      </p:sp>
      <p:sp>
        <p:nvSpPr>
          <p:cNvPr id="1203" name="Google Shape;1203;p99"/>
          <p:cNvSpPr txBox="1"/>
          <p:nvPr>
            <p:ph idx="1" type="body"/>
          </p:nvPr>
        </p:nvSpPr>
        <p:spPr>
          <a:xfrm>
            <a:off x="324000" y="3312999"/>
            <a:ext cx="3532800" cy="3828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0"/>
              </a:spcAft>
              <a:buNone/>
            </a:pPr>
            <a:r>
              <a:rPr lang="en-GB">
                <a:latin typeface="Times New Roman"/>
                <a:ea typeface="Times New Roman"/>
                <a:cs typeface="Times New Roman"/>
                <a:sym typeface="Times New Roman"/>
              </a:rPr>
              <a:t>0.18 × 14 000 = 2520</a:t>
            </a:r>
            <a:r>
              <a:rPr lang="en-GB" sz="2000"/>
              <a:t> </a:t>
            </a:r>
            <a:r>
              <a:rPr lang="en-GB" sz="2000">
                <a:latin typeface="Kalam"/>
                <a:ea typeface="Kalam"/>
                <a:cs typeface="Kalam"/>
                <a:sym typeface="Kalam"/>
              </a:rPr>
              <a:t>visitors</a:t>
            </a:r>
            <a:endParaRPr>
              <a:latin typeface="Kalam"/>
              <a:ea typeface="Kalam"/>
              <a:cs typeface="Kalam"/>
              <a:sym typeface="Kalam"/>
            </a:endParaRPr>
          </a:p>
        </p:txBody>
      </p:sp>
      <p:sp>
        <p:nvSpPr>
          <p:cNvPr id="1204" name="Google Shape;1204;p99"/>
          <p:cNvSpPr txBox="1"/>
          <p:nvPr>
            <p:ph idx="1" type="body"/>
          </p:nvPr>
        </p:nvSpPr>
        <p:spPr>
          <a:xfrm>
            <a:off x="324000" y="3698162"/>
            <a:ext cx="3629700" cy="3828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0"/>
              </a:spcAft>
              <a:buNone/>
            </a:pPr>
            <a:r>
              <a:rPr lang="en-GB">
                <a:latin typeface="Times New Roman"/>
                <a:ea typeface="Times New Roman"/>
                <a:cs typeface="Times New Roman"/>
                <a:sym typeface="Times New Roman"/>
              </a:rPr>
              <a:t>£350 ÷ 2520 = £0.13…</a:t>
            </a:r>
            <a:r>
              <a:rPr lang="en-GB" sz="2000"/>
              <a:t> </a:t>
            </a:r>
            <a:r>
              <a:rPr lang="en-GB" sz="2000">
                <a:latin typeface="Kalam"/>
                <a:ea typeface="Kalam"/>
                <a:cs typeface="Kalam"/>
                <a:sym typeface="Kalam"/>
              </a:rPr>
              <a:t>per visit</a:t>
            </a:r>
            <a:endParaRPr>
              <a:latin typeface="Kalam"/>
              <a:ea typeface="Kalam"/>
              <a:cs typeface="Kalam"/>
              <a:sym typeface="Kalam"/>
            </a:endParaRPr>
          </a:p>
        </p:txBody>
      </p:sp>
      <p:sp>
        <p:nvSpPr>
          <p:cNvPr id="1205" name="Google Shape;1205;p99"/>
          <p:cNvSpPr txBox="1"/>
          <p:nvPr>
            <p:ph idx="1" type="body"/>
          </p:nvPr>
        </p:nvSpPr>
        <p:spPr>
          <a:xfrm>
            <a:off x="324000" y="4074843"/>
            <a:ext cx="3629700" cy="3828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0"/>
              </a:spcAft>
              <a:buNone/>
            </a:pPr>
            <a:r>
              <a:rPr lang="en-GB">
                <a:latin typeface="Times New Roman"/>
                <a:ea typeface="Times New Roman"/>
                <a:cs typeface="Times New Roman"/>
                <a:sym typeface="Times New Roman"/>
              </a:rPr>
              <a:t>£0.13… × 40 = £5.55…</a:t>
            </a:r>
            <a:r>
              <a:rPr lang="en-GB" sz="2000"/>
              <a:t> </a:t>
            </a:r>
            <a:r>
              <a:rPr lang="en-GB" sz="2000">
                <a:latin typeface="Kalam"/>
                <a:ea typeface="Kalam"/>
                <a:cs typeface="Kalam"/>
                <a:sym typeface="Kalam"/>
              </a:rPr>
              <a:t>per sale</a:t>
            </a:r>
            <a:endParaRPr>
              <a:latin typeface="Kalam"/>
              <a:ea typeface="Kalam"/>
              <a:cs typeface="Kalam"/>
              <a:sym typeface="Kalam"/>
            </a:endParaRPr>
          </a:p>
        </p:txBody>
      </p:sp>
      <p:sp>
        <p:nvSpPr>
          <p:cNvPr id="1206" name="Google Shape;1206;p99"/>
          <p:cNvSpPr txBox="1"/>
          <p:nvPr>
            <p:ph idx="1" type="body"/>
          </p:nvPr>
        </p:nvSpPr>
        <p:spPr>
          <a:xfrm>
            <a:off x="324000" y="4455502"/>
            <a:ext cx="3629700" cy="3828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0"/>
              </a:spcAft>
              <a:buNone/>
            </a:pPr>
            <a:r>
              <a:rPr lang="en-GB">
                <a:latin typeface="Times New Roman"/>
                <a:ea typeface="Times New Roman"/>
                <a:cs typeface="Times New Roman"/>
                <a:sym typeface="Times New Roman"/>
              </a:rPr>
              <a:t>£14 − £5.55… ≈ £8.44</a:t>
            </a:r>
            <a:r>
              <a:rPr lang="en-GB" sz="2000"/>
              <a:t> </a:t>
            </a:r>
            <a:r>
              <a:rPr b="1" lang="en-GB" sz="2000">
                <a:latin typeface="Kalam"/>
                <a:ea typeface="Kalam"/>
                <a:cs typeface="Kalam"/>
                <a:sym typeface="Kalam"/>
              </a:rPr>
              <a:t>profit</a:t>
            </a:r>
            <a:endParaRPr b="1">
              <a:latin typeface="Kalam"/>
              <a:ea typeface="Kalam"/>
              <a:cs typeface="Kalam"/>
              <a:sym typeface="Kalam"/>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01"/>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0" name="Shape 1210"/>
        <p:cNvGrpSpPr/>
        <p:nvPr/>
      </p:nvGrpSpPr>
      <p:grpSpPr>
        <a:xfrm>
          <a:off x="0" y="0"/>
          <a:ext cx="0" cy="0"/>
          <a:chOff x="0" y="0"/>
          <a:chExt cx="0" cy="0"/>
        </a:xfrm>
      </p:grpSpPr>
      <p:sp>
        <p:nvSpPr>
          <p:cNvPr id="1211" name="Google Shape;1211;p100"/>
          <p:cNvSpPr txBox="1"/>
          <p:nvPr>
            <p:ph idx="1" type="body"/>
          </p:nvPr>
        </p:nvSpPr>
        <p:spPr>
          <a:xfrm>
            <a:off x="324000" y="759300"/>
            <a:ext cx="277200" cy="2961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1000"/>
              </a:spcAft>
              <a:buNone/>
            </a:pPr>
            <a:r>
              <a:rPr lang="en-GB" sz="2000"/>
              <a:t>2</a:t>
            </a:r>
            <a:r>
              <a:rPr lang="en-GB" sz="2000"/>
              <a:t>)</a:t>
            </a:r>
            <a:endParaRPr sz="2000"/>
          </a:p>
        </p:txBody>
      </p:sp>
      <p:sp>
        <p:nvSpPr>
          <p:cNvPr id="1212" name="Google Shape;1212;p100"/>
          <p:cNvSpPr txBox="1"/>
          <p:nvPr>
            <p:ph type="title"/>
          </p:nvPr>
        </p:nvSpPr>
        <p:spPr>
          <a:xfrm>
            <a:off x="1479300" y="39650"/>
            <a:ext cx="6855300" cy="3828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GB"/>
              <a:t>Maths in marketing</a:t>
            </a:r>
            <a:endParaRPr/>
          </a:p>
        </p:txBody>
      </p:sp>
      <p:sp>
        <p:nvSpPr>
          <p:cNvPr id="1213" name="Google Shape;1213;p100"/>
          <p:cNvSpPr txBox="1"/>
          <p:nvPr>
            <p:ph idx="1" type="body"/>
          </p:nvPr>
        </p:nvSpPr>
        <p:spPr>
          <a:xfrm>
            <a:off x="324000" y="3617300"/>
            <a:ext cx="8140800" cy="9069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0"/>
              </a:spcAft>
              <a:buNone/>
            </a:pPr>
            <a:r>
              <a:rPr lang="en-GB">
                <a:latin typeface="Kalam"/>
                <a:ea typeface="Kalam"/>
                <a:cs typeface="Kalam"/>
                <a:sym typeface="Kalam"/>
              </a:rPr>
              <a:t>“YouTube and Facebook are both more expensive and less </a:t>
            </a:r>
            <a:r>
              <a:rPr b="1" lang="en-GB">
                <a:latin typeface="Kalam"/>
                <a:ea typeface="Kalam"/>
                <a:cs typeface="Kalam"/>
                <a:sym typeface="Kalam"/>
              </a:rPr>
              <a:t>profitable</a:t>
            </a:r>
            <a:r>
              <a:rPr b="1" lang="en-GB">
                <a:latin typeface="Kalam"/>
                <a:ea typeface="Kalam"/>
                <a:cs typeface="Kalam"/>
                <a:sym typeface="Kalam"/>
              </a:rPr>
              <a:t> </a:t>
            </a:r>
            <a:r>
              <a:rPr lang="en-GB">
                <a:latin typeface="Kalam"/>
                <a:ea typeface="Kalam"/>
                <a:cs typeface="Kalam"/>
                <a:sym typeface="Kalam"/>
              </a:rPr>
              <a:t>than direct email but, they still make a </a:t>
            </a:r>
            <a:r>
              <a:rPr b="1" lang="en-GB">
                <a:latin typeface="Kalam"/>
                <a:ea typeface="Kalam"/>
                <a:cs typeface="Kalam"/>
                <a:sym typeface="Kalam"/>
              </a:rPr>
              <a:t>profit </a:t>
            </a:r>
            <a:r>
              <a:rPr lang="en-GB">
                <a:latin typeface="Kalam"/>
                <a:ea typeface="Kalam"/>
                <a:cs typeface="Kalam"/>
                <a:sym typeface="Kalam"/>
              </a:rPr>
              <a:t>and give your brand/business good exposure so continue to invest in these.”</a:t>
            </a:r>
            <a:endParaRPr>
              <a:latin typeface="Kalam"/>
              <a:ea typeface="Kalam"/>
              <a:cs typeface="Kalam"/>
              <a:sym typeface="Kalam"/>
            </a:endParaRPr>
          </a:p>
        </p:txBody>
      </p:sp>
      <p:sp>
        <p:nvSpPr>
          <p:cNvPr id="1214" name="Google Shape;1214;p100"/>
          <p:cNvSpPr txBox="1"/>
          <p:nvPr>
            <p:ph idx="1" type="body"/>
          </p:nvPr>
        </p:nvSpPr>
        <p:spPr>
          <a:xfrm>
            <a:off x="324000" y="1102700"/>
            <a:ext cx="3109200" cy="3828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0"/>
              </a:spcAft>
              <a:buNone/>
            </a:pPr>
            <a:r>
              <a:rPr lang="en-GB">
                <a:latin typeface="Kalam"/>
                <a:ea typeface="Kalam"/>
                <a:cs typeface="Kalam"/>
                <a:sym typeface="Kalam"/>
              </a:rPr>
              <a:t>You might have advised:</a:t>
            </a:r>
            <a:endParaRPr>
              <a:latin typeface="Kalam"/>
              <a:ea typeface="Kalam"/>
              <a:cs typeface="Kalam"/>
              <a:sym typeface="Kalam"/>
            </a:endParaRPr>
          </a:p>
        </p:txBody>
      </p:sp>
      <p:sp>
        <p:nvSpPr>
          <p:cNvPr id="1215" name="Google Shape;1215;p100"/>
          <p:cNvSpPr txBox="1"/>
          <p:nvPr>
            <p:ph idx="1" type="body"/>
          </p:nvPr>
        </p:nvSpPr>
        <p:spPr>
          <a:xfrm>
            <a:off x="324000" y="1535275"/>
            <a:ext cx="2518200" cy="3828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0"/>
              </a:spcAft>
              <a:buNone/>
            </a:pPr>
            <a:r>
              <a:rPr lang="en-GB" sz="2000"/>
              <a:t>YouTube </a:t>
            </a:r>
            <a:r>
              <a:rPr lang="en-GB">
                <a:latin typeface="Times New Roman"/>
                <a:ea typeface="Times New Roman"/>
                <a:cs typeface="Times New Roman"/>
                <a:sym typeface="Times New Roman"/>
              </a:rPr>
              <a:t>£1100	</a:t>
            </a:r>
            <a:endParaRPr>
              <a:latin typeface="Times New Roman"/>
              <a:ea typeface="Times New Roman"/>
              <a:cs typeface="Times New Roman"/>
              <a:sym typeface="Times New Roman"/>
            </a:endParaRPr>
          </a:p>
        </p:txBody>
      </p:sp>
      <p:sp>
        <p:nvSpPr>
          <p:cNvPr id="1216" name="Google Shape;1216;p100"/>
          <p:cNvSpPr txBox="1"/>
          <p:nvPr>
            <p:ph idx="1" type="body"/>
          </p:nvPr>
        </p:nvSpPr>
        <p:spPr>
          <a:xfrm>
            <a:off x="4819800" y="1532788"/>
            <a:ext cx="1911000" cy="2961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0"/>
              </a:spcAft>
              <a:buNone/>
            </a:pPr>
            <a:r>
              <a:rPr lang="en-GB" sz="2000"/>
              <a:t>Facebook </a:t>
            </a:r>
            <a:r>
              <a:rPr lang="en-GB">
                <a:latin typeface="Times New Roman"/>
                <a:ea typeface="Times New Roman"/>
                <a:cs typeface="Times New Roman"/>
                <a:sym typeface="Times New Roman"/>
              </a:rPr>
              <a:t>£500</a:t>
            </a:r>
            <a:endParaRPr>
              <a:latin typeface="Times New Roman"/>
              <a:ea typeface="Times New Roman"/>
              <a:cs typeface="Times New Roman"/>
              <a:sym typeface="Times New Roman"/>
            </a:endParaRPr>
          </a:p>
        </p:txBody>
      </p:sp>
      <p:sp>
        <p:nvSpPr>
          <p:cNvPr id="1217" name="Google Shape;1217;p100"/>
          <p:cNvSpPr txBox="1"/>
          <p:nvPr>
            <p:ph idx="1" type="body"/>
          </p:nvPr>
        </p:nvSpPr>
        <p:spPr>
          <a:xfrm>
            <a:off x="324000" y="1920429"/>
            <a:ext cx="3532800" cy="3828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0"/>
              </a:spcAft>
              <a:buNone/>
            </a:pPr>
            <a:r>
              <a:rPr lang="en-GB">
                <a:latin typeface="Times New Roman"/>
                <a:ea typeface="Times New Roman"/>
                <a:cs typeface="Times New Roman"/>
                <a:sym typeface="Times New Roman"/>
              </a:rPr>
              <a:t>0.28 × 14 000 = 3920</a:t>
            </a:r>
            <a:r>
              <a:rPr lang="en-GB" sz="2000"/>
              <a:t> </a:t>
            </a:r>
            <a:r>
              <a:rPr lang="en-GB" sz="2000">
                <a:latin typeface="Kalam"/>
                <a:ea typeface="Kalam"/>
                <a:cs typeface="Kalam"/>
                <a:sym typeface="Kalam"/>
              </a:rPr>
              <a:t>visitors</a:t>
            </a:r>
            <a:endParaRPr>
              <a:latin typeface="Kalam"/>
              <a:ea typeface="Kalam"/>
              <a:cs typeface="Kalam"/>
              <a:sym typeface="Kalam"/>
            </a:endParaRPr>
          </a:p>
        </p:txBody>
      </p:sp>
      <p:sp>
        <p:nvSpPr>
          <p:cNvPr id="1218" name="Google Shape;1218;p100"/>
          <p:cNvSpPr txBox="1"/>
          <p:nvPr>
            <p:ph idx="1" type="body"/>
          </p:nvPr>
        </p:nvSpPr>
        <p:spPr>
          <a:xfrm>
            <a:off x="4819800" y="1922759"/>
            <a:ext cx="3532800" cy="3828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0"/>
              </a:spcAft>
              <a:buNone/>
            </a:pPr>
            <a:r>
              <a:rPr lang="en-GB">
                <a:latin typeface="Times New Roman"/>
                <a:ea typeface="Times New Roman"/>
                <a:cs typeface="Times New Roman"/>
                <a:sym typeface="Times New Roman"/>
              </a:rPr>
              <a:t>0.16 × 14 000 = 2240</a:t>
            </a:r>
            <a:r>
              <a:rPr lang="en-GB" sz="2000"/>
              <a:t> </a:t>
            </a:r>
            <a:r>
              <a:rPr lang="en-GB" sz="2000">
                <a:latin typeface="Kalam"/>
                <a:ea typeface="Kalam"/>
                <a:cs typeface="Kalam"/>
                <a:sym typeface="Kalam"/>
              </a:rPr>
              <a:t>visitors</a:t>
            </a:r>
            <a:endParaRPr>
              <a:latin typeface="Kalam"/>
              <a:ea typeface="Kalam"/>
              <a:cs typeface="Kalam"/>
              <a:sym typeface="Kalam"/>
            </a:endParaRPr>
          </a:p>
        </p:txBody>
      </p:sp>
      <p:sp>
        <p:nvSpPr>
          <p:cNvPr id="1219" name="Google Shape;1219;p100"/>
          <p:cNvSpPr txBox="1"/>
          <p:nvPr>
            <p:ph idx="1" type="body"/>
          </p:nvPr>
        </p:nvSpPr>
        <p:spPr>
          <a:xfrm>
            <a:off x="4819800" y="2307922"/>
            <a:ext cx="3629700" cy="3828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0"/>
              </a:spcAft>
              <a:buNone/>
            </a:pPr>
            <a:r>
              <a:rPr lang="en-GB">
                <a:latin typeface="Times New Roman"/>
                <a:ea typeface="Times New Roman"/>
                <a:cs typeface="Times New Roman"/>
                <a:sym typeface="Times New Roman"/>
              </a:rPr>
              <a:t>£500 ÷ 2240 = £0.22…</a:t>
            </a:r>
            <a:r>
              <a:rPr lang="en-GB" sz="2000"/>
              <a:t> </a:t>
            </a:r>
            <a:r>
              <a:rPr lang="en-GB" sz="2000">
                <a:latin typeface="Kalam"/>
                <a:ea typeface="Kalam"/>
                <a:cs typeface="Kalam"/>
                <a:sym typeface="Kalam"/>
              </a:rPr>
              <a:t>per visit</a:t>
            </a:r>
            <a:endParaRPr>
              <a:latin typeface="Kalam"/>
              <a:ea typeface="Kalam"/>
              <a:cs typeface="Kalam"/>
              <a:sym typeface="Kalam"/>
            </a:endParaRPr>
          </a:p>
        </p:txBody>
      </p:sp>
      <p:sp>
        <p:nvSpPr>
          <p:cNvPr id="1220" name="Google Shape;1220;p100"/>
          <p:cNvSpPr txBox="1"/>
          <p:nvPr>
            <p:ph idx="1" type="body"/>
          </p:nvPr>
        </p:nvSpPr>
        <p:spPr>
          <a:xfrm>
            <a:off x="324000" y="2305600"/>
            <a:ext cx="3831600" cy="3828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0"/>
              </a:spcAft>
              <a:buNone/>
            </a:pPr>
            <a:r>
              <a:rPr lang="en-GB">
                <a:latin typeface="Times New Roman"/>
                <a:ea typeface="Times New Roman"/>
                <a:cs typeface="Times New Roman"/>
                <a:sym typeface="Times New Roman"/>
              </a:rPr>
              <a:t>£1100 ÷ 3920 = £0.28…</a:t>
            </a:r>
            <a:r>
              <a:rPr lang="en-GB" sz="2000"/>
              <a:t> </a:t>
            </a:r>
            <a:r>
              <a:rPr lang="en-GB" sz="2000">
                <a:latin typeface="Kalam"/>
                <a:ea typeface="Kalam"/>
                <a:cs typeface="Kalam"/>
                <a:sym typeface="Kalam"/>
              </a:rPr>
              <a:t>per visit</a:t>
            </a:r>
            <a:endParaRPr>
              <a:latin typeface="Kalam"/>
              <a:ea typeface="Kalam"/>
              <a:cs typeface="Kalam"/>
              <a:sym typeface="Kalam"/>
            </a:endParaRPr>
          </a:p>
        </p:txBody>
      </p:sp>
      <p:sp>
        <p:nvSpPr>
          <p:cNvPr id="1221" name="Google Shape;1221;p100"/>
          <p:cNvSpPr txBox="1"/>
          <p:nvPr>
            <p:ph idx="1" type="body"/>
          </p:nvPr>
        </p:nvSpPr>
        <p:spPr>
          <a:xfrm>
            <a:off x="324000" y="2686600"/>
            <a:ext cx="3786300" cy="3828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0"/>
              </a:spcAft>
              <a:buNone/>
            </a:pPr>
            <a:r>
              <a:rPr lang="en-GB">
                <a:latin typeface="Times New Roman"/>
                <a:ea typeface="Times New Roman"/>
                <a:cs typeface="Times New Roman"/>
                <a:sym typeface="Times New Roman"/>
              </a:rPr>
              <a:t>£0.28… × 40 = £11.22…</a:t>
            </a:r>
            <a:r>
              <a:rPr lang="en-GB" sz="2000"/>
              <a:t> </a:t>
            </a:r>
            <a:r>
              <a:rPr lang="en-GB" sz="2000">
                <a:latin typeface="Kalam"/>
                <a:ea typeface="Kalam"/>
                <a:cs typeface="Kalam"/>
                <a:sym typeface="Kalam"/>
              </a:rPr>
              <a:t>per sale</a:t>
            </a:r>
            <a:endParaRPr>
              <a:latin typeface="Kalam"/>
              <a:ea typeface="Kalam"/>
              <a:cs typeface="Kalam"/>
              <a:sym typeface="Kalam"/>
            </a:endParaRPr>
          </a:p>
        </p:txBody>
      </p:sp>
      <p:sp>
        <p:nvSpPr>
          <p:cNvPr id="1222" name="Google Shape;1222;p100"/>
          <p:cNvSpPr txBox="1"/>
          <p:nvPr>
            <p:ph idx="1" type="body"/>
          </p:nvPr>
        </p:nvSpPr>
        <p:spPr>
          <a:xfrm>
            <a:off x="4835108" y="2686593"/>
            <a:ext cx="3629700" cy="3828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0"/>
              </a:spcAft>
              <a:buNone/>
            </a:pPr>
            <a:r>
              <a:rPr lang="en-GB">
                <a:latin typeface="Times New Roman"/>
                <a:ea typeface="Times New Roman"/>
                <a:cs typeface="Times New Roman"/>
                <a:sym typeface="Times New Roman"/>
              </a:rPr>
              <a:t>£0.22… × 40 = £8.92…</a:t>
            </a:r>
            <a:r>
              <a:rPr lang="en-GB" sz="2000"/>
              <a:t> </a:t>
            </a:r>
            <a:r>
              <a:rPr lang="en-GB" sz="2000">
                <a:latin typeface="Kalam"/>
                <a:ea typeface="Kalam"/>
                <a:cs typeface="Kalam"/>
                <a:sym typeface="Kalam"/>
              </a:rPr>
              <a:t>per sale</a:t>
            </a:r>
            <a:endParaRPr>
              <a:latin typeface="Kalam"/>
              <a:ea typeface="Kalam"/>
              <a:cs typeface="Kalam"/>
              <a:sym typeface="Kalam"/>
            </a:endParaRPr>
          </a:p>
        </p:txBody>
      </p:sp>
      <p:sp>
        <p:nvSpPr>
          <p:cNvPr id="1223" name="Google Shape;1223;p100"/>
          <p:cNvSpPr txBox="1"/>
          <p:nvPr>
            <p:ph idx="1" type="body"/>
          </p:nvPr>
        </p:nvSpPr>
        <p:spPr>
          <a:xfrm>
            <a:off x="324000" y="3067593"/>
            <a:ext cx="3629700" cy="3828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0"/>
              </a:spcAft>
              <a:buNone/>
            </a:pPr>
            <a:r>
              <a:rPr lang="en-GB">
                <a:latin typeface="Times New Roman"/>
                <a:ea typeface="Times New Roman"/>
                <a:cs typeface="Times New Roman"/>
                <a:sym typeface="Times New Roman"/>
              </a:rPr>
              <a:t>£14 − £11.22… ≈ £2.78</a:t>
            </a:r>
            <a:r>
              <a:rPr lang="en-GB" sz="2000"/>
              <a:t> </a:t>
            </a:r>
            <a:r>
              <a:rPr b="1" lang="en-GB" sz="2000">
                <a:latin typeface="Kalam"/>
                <a:ea typeface="Kalam"/>
                <a:cs typeface="Kalam"/>
                <a:sym typeface="Kalam"/>
              </a:rPr>
              <a:t>profit</a:t>
            </a:r>
            <a:endParaRPr b="1">
              <a:latin typeface="Kalam"/>
              <a:ea typeface="Kalam"/>
              <a:cs typeface="Kalam"/>
              <a:sym typeface="Kalam"/>
            </a:endParaRPr>
          </a:p>
        </p:txBody>
      </p:sp>
      <p:sp>
        <p:nvSpPr>
          <p:cNvPr id="1224" name="Google Shape;1224;p100"/>
          <p:cNvSpPr txBox="1"/>
          <p:nvPr>
            <p:ph idx="1" type="body"/>
          </p:nvPr>
        </p:nvSpPr>
        <p:spPr>
          <a:xfrm>
            <a:off x="4835108" y="3067593"/>
            <a:ext cx="3629700" cy="3828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0"/>
              </a:spcAft>
              <a:buNone/>
            </a:pPr>
            <a:r>
              <a:rPr lang="en-GB">
                <a:latin typeface="Times New Roman"/>
                <a:ea typeface="Times New Roman"/>
                <a:cs typeface="Times New Roman"/>
                <a:sym typeface="Times New Roman"/>
              </a:rPr>
              <a:t>£14 − £8.92… ≈ £5.07</a:t>
            </a:r>
            <a:r>
              <a:rPr lang="en-GB" sz="2000"/>
              <a:t> </a:t>
            </a:r>
            <a:r>
              <a:rPr b="1" lang="en-GB" sz="2000">
                <a:latin typeface="Kalam"/>
                <a:ea typeface="Kalam"/>
                <a:cs typeface="Kalam"/>
                <a:sym typeface="Kalam"/>
              </a:rPr>
              <a:t>profit</a:t>
            </a:r>
            <a:endParaRPr b="1">
              <a:latin typeface="Kalam"/>
              <a:ea typeface="Kalam"/>
              <a:cs typeface="Kalam"/>
              <a:sym typeface="Kalam"/>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8" name="Shape 1228"/>
        <p:cNvGrpSpPr/>
        <p:nvPr/>
      </p:nvGrpSpPr>
      <p:grpSpPr>
        <a:xfrm>
          <a:off x="0" y="0"/>
          <a:ext cx="0" cy="0"/>
          <a:chOff x="0" y="0"/>
          <a:chExt cx="0" cy="0"/>
        </a:xfrm>
      </p:grpSpPr>
      <p:sp>
        <p:nvSpPr>
          <p:cNvPr id="1229" name="Google Shape;1229;p101"/>
          <p:cNvSpPr txBox="1"/>
          <p:nvPr>
            <p:ph type="title"/>
          </p:nvPr>
        </p:nvSpPr>
        <p:spPr>
          <a:xfrm>
            <a:off x="1225225" y="2090813"/>
            <a:ext cx="6852300" cy="3693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Maths in marketing</a:t>
            </a:r>
            <a:endParaRPr/>
          </a:p>
        </p:txBody>
      </p:sp>
      <p:sp>
        <p:nvSpPr>
          <p:cNvPr id="1230" name="Google Shape;1230;p101"/>
          <p:cNvSpPr txBox="1"/>
          <p:nvPr>
            <p:ph idx="2" type="title"/>
          </p:nvPr>
        </p:nvSpPr>
        <p:spPr>
          <a:xfrm>
            <a:off x="1225225" y="3027088"/>
            <a:ext cx="6852300" cy="3693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Maths in sales</a:t>
            </a:r>
            <a:endParaRPr/>
          </a:p>
        </p:txBody>
      </p:sp>
      <p:sp>
        <p:nvSpPr>
          <p:cNvPr id="1231" name="Google Shape;1231;p101"/>
          <p:cNvSpPr txBox="1"/>
          <p:nvPr>
            <p:ph idx="3" type="title"/>
          </p:nvPr>
        </p:nvSpPr>
        <p:spPr>
          <a:xfrm>
            <a:off x="324000" y="657600"/>
            <a:ext cx="5741400" cy="6156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Sales and marketing</a:t>
            </a:r>
            <a:endParaRPr/>
          </a:p>
        </p:txBody>
      </p:sp>
      <p:pic>
        <p:nvPicPr>
          <p:cNvPr id="1232" name="Google Shape;1232;p101"/>
          <p:cNvPicPr preferRelativeResize="0"/>
          <p:nvPr/>
        </p:nvPicPr>
        <p:blipFill>
          <a:blip r:embed="rId3">
            <a:alphaModFix/>
          </a:blip>
          <a:stretch>
            <a:fillRect/>
          </a:stretch>
        </p:blipFill>
        <p:spPr>
          <a:xfrm>
            <a:off x="417042" y="2995117"/>
            <a:ext cx="450575" cy="446750"/>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6" name="Shape 1236"/>
        <p:cNvGrpSpPr/>
        <p:nvPr/>
      </p:nvGrpSpPr>
      <p:grpSpPr>
        <a:xfrm>
          <a:off x="0" y="0"/>
          <a:ext cx="0" cy="0"/>
          <a:chOff x="0" y="0"/>
          <a:chExt cx="0" cy="0"/>
        </a:xfrm>
      </p:grpSpPr>
      <p:sp>
        <p:nvSpPr>
          <p:cNvPr id="1237" name="Google Shape;1237;p102"/>
          <p:cNvSpPr txBox="1"/>
          <p:nvPr>
            <p:ph idx="1" type="body"/>
          </p:nvPr>
        </p:nvSpPr>
        <p:spPr>
          <a:xfrm>
            <a:off x="324000" y="759300"/>
            <a:ext cx="8053800" cy="1070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Jacob and Izzy run a business selling high quality frying pans in the catering industry. Last year the business sold </a:t>
            </a:r>
            <a:r>
              <a:rPr lang="en-GB" sz="2400">
                <a:latin typeface="Times New Roman"/>
                <a:ea typeface="Times New Roman"/>
                <a:cs typeface="Times New Roman"/>
                <a:sym typeface="Times New Roman"/>
              </a:rPr>
              <a:t>200 000</a:t>
            </a:r>
            <a:r>
              <a:rPr lang="en-GB"/>
              <a:t> units at a price of </a:t>
            </a:r>
            <a:r>
              <a:rPr lang="en-GB" sz="2400">
                <a:latin typeface="Times New Roman"/>
                <a:ea typeface="Times New Roman"/>
                <a:cs typeface="Times New Roman"/>
                <a:sym typeface="Times New Roman"/>
              </a:rPr>
              <a:t>£30</a:t>
            </a:r>
            <a:r>
              <a:rPr lang="en-GB"/>
              <a:t> each.</a:t>
            </a:r>
            <a:endParaRPr/>
          </a:p>
          <a:p>
            <a:pPr indent="0" lvl="0" marL="0" rtl="0" algn="l">
              <a:spcBef>
                <a:spcPts val="0"/>
              </a:spcBef>
              <a:spcAft>
                <a:spcPts val="0"/>
              </a:spcAft>
              <a:buNone/>
            </a:pPr>
            <a:r>
              <a:rPr lang="en-GB"/>
              <a:t>Jacob is the sales director and makes a proposal at a board meeting.</a:t>
            </a:r>
            <a:endParaRPr/>
          </a:p>
        </p:txBody>
      </p:sp>
      <p:sp>
        <p:nvSpPr>
          <p:cNvPr id="1238" name="Google Shape;1238;p102"/>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Maths in sales</a:t>
            </a:r>
            <a:endParaRPr/>
          </a:p>
        </p:txBody>
      </p:sp>
      <p:pic>
        <p:nvPicPr>
          <p:cNvPr id="1239" name="Google Shape;1239;p102"/>
          <p:cNvPicPr preferRelativeResize="0"/>
          <p:nvPr/>
        </p:nvPicPr>
        <p:blipFill>
          <a:blip r:embed="rId3">
            <a:alphaModFix/>
          </a:blip>
          <a:stretch>
            <a:fillRect/>
          </a:stretch>
        </p:blipFill>
        <p:spPr>
          <a:xfrm>
            <a:off x="7289433" y="3339525"/>
            <a:ext cx="1536349" cy="1486775"/>
          </a:xfrm>
          <a:prstGeom prst="rect">
            <a:avLst/>
          </a:prstGeom>
          <a:noFill/>
          <a:ln>
            <a:noFill/>
          </a:ln>
        </p:spPr>
      </p:pic>
      <p:pic>
        <p:nvPicPr>
          <p:cNvPr id="1240" name="Google Shape;1240;p102"/>
          <p:cNvPicPr preferRelativeResize="0"/>
          <p:nvPr/>
        </p:nvPicPr>
        <p:blipFill>
          <a:blip r:embed="rId4">
            <a:alphaModFix/>
          </a:blip>
          <a:stretch>
            <a:fillRect/>
          </a:stretch>
        </p:blipFill>
        <p:spPr>
          <a:xfrm flipH="1">
            <a:off x="323166" y="3532935"/>
            <a:ext cx="1042592" cy="1284290"/>
          </a:xfrm>
          <a:prstGeom prst="rect">
            <a:avLst/>
          </a:prstGeom>
          <a:noFill/>
          <a:ln>
            <a:noFill/>
          </a:ln>
        </p:spPr>
      </p:pic>
      <p:sp>
        <p:nvSpPr>
          <p:cNvPr id="1241" name="Google Shape;1241;p102"/>
          <p:cNvSpPr txBox="1"/>
          <p:nvPr>
            <p:ph idx="1" type="body"/>
          </p:nvPr>
        </p:nvSpPr>
        <p:spPr>
          <a:xfrm>
            <a:off x="1588784" y="2770776"/>
            <a:ext cx="5134500" cy="14160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Market research shows that if we half our price we can double our sales. That would make us the market leader. I think we should do it.</a:t>
            </a:r>
            <a:endParaRPr/>
          </a:p>
        </p:txBody>
      </p:sp>
      <p:pic>
        <p:nvPicPr>
          <p:cNvPr id="1242" name="Google Shape;1242;p102"/>
          <p:cNvPicPr preferRelativeResize="0"/>
          <p:nvPr/>
        </p:nvPicPr>
        <p:blipFill rotWithShape="1">
          <a:blip r:embed="rId5">
            <a:alphaModFix/>
          </a:blip>
          <a:srcRect b="43690" l="0" r="57905" t="0"/>
          <a:stretch/>
        </p:blipFill>
        <p:spPr>
          <a:xfrm flipH="1">
            <a:off x="1102760" y="2689932"/>
            <a:ext cx="5790049" cy="2001324"/>
          </a:xfrm>
          <a:prstGeom prst="rect">
            <a:avLst/>
          </a:prstGeom>
          <a:noFill/>
          <a:ln>
            <a:noFill/>
          </a:ln>
        </p:spPr>
      </p:pic>
      <p:sp>
        <p:nvSpPr>
          <p:cNvPr id="1243" name="Google Shape;1243;p102"/>
          <p:cNvSpPr txBox="1"/>
          <p:nvPr>
            <p:ph idx="1" type="body"/>
          </p:nvPr>
        </p:nvSpPr>
        <p:spPr>
          <a:xfrm>
            <a:off x="2991000" y="4508748"/>
            <a:ext cx="4104300" cy="3096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Do you think it’s a good idea?</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4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24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43"/>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7" name="Shape 1247"/>
        <p:cNvGrpSpPr/>
        <p:nvPr/>
      </p:nvGrpSpPr>
      <p:grpSpPr>
        <a:xfrm>
          <a:off x="0" y="0"/>
          <a:ext cx="0" cy="0"/>
          <a:chOff x="0" y="0"/>
          <a:chExt cx="0" cy="0"/>
        </a:xfrm>
      </p:grpSpPr>
      <p:pic>
        <p:nvPicPr>
          <p:cNvPr id="1248" name="Google Shape;1248;p103"/>
          <p:cNvPicPr preferRelativeResize="0"/>
          <p:nvPr/>
        </p:nvPicPr>
        <p:blipFill rotWithShape="1">
          <a:blip r:embed="rId3">
            <a:alphaModFix/>
          </a:blip>
          <a:srcRect b="43690" l="0" r="57905" t="0"/>
          <a:stretch/>
        </p:blipFill>
        <p:spPr>
          <a:xfrm flipH="1">
            <a:off x="1285760" y="3040300"/>
            <a:ext cx="4390523" cy="1486775"/>
          </a:xfrm>
          <a:prstGeom prst="rect">
            <a:avLst/>
          </a:prstGeom>
          <a:noFill/>
          <a:ln>
            <a:noFill/>
          </a:ln>
        </p:spPr>
      </p:pic>
      <p:sp>
        <p:nvSpPr>
          <p:cNvPr id="1249" name="Google Shape;1249;p103"/>
          <p:cNvSpPr txBox="1"/>
          <p:nvPr>
            <p:ph idx="1" type="body"/>
          </p:nvPr>
        </p:nvSpPr>
        <p:spPr>
          <a:xfrm>
            <a:off x="324000" y="759300"/>
            <a:ext cx="8237700" cy="3096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The proposal is a curious one.</a:t>
            </a:r>
            <a:endParaRPr/>
          </a:p>
        </p:txBody>
      </p:sp>
      <p:sp>
        <p:nvSpPr>
          <p:cNvPr id="1250" name="Google Shape;1250;p103"/>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Maths in sales</a:t>
            </a:r>
            <a:endParaRPr/>
          </a:p>
        </p:txBody>
      </p:sp>
      <p:pic>
        <p:nvPicPr>
          <p:cNvPr id="1251" name="Google Shape;1251;p103"/>
          <p:cNvPicPr preferRelativeResize="0"/>
          <p:nvPr/>
        </p:nvPicPr>
        <p:blipFill>
          <a:blip r:embed="rId4">
            <a:alphaModFix/>
          </a:blip>
          <a:stretch>
            <a:fillRect/>
          </a:stretch>
        </p:blipFill>
        <p:spPr>
          <a:xfrm>
            <a:off x="7289433" y="3339525"/>
            <a:ext cx="1536349" cy="1486775"/>
          </a:xfrm>
          <a:prstGeom prst="rect">
            <a:avLst/>
          </a:prstGeom>
          <a:noFill/>
          <a:ln>
            <a:noFill/>
          </a:ln>
        </p:spPr>
      </p:pic>
      <p:pic>
        <p:nvPicPr>
          <p:cNvPr id="1252" name="Google Shape;1252;p103"/>
          <p:cNvPicPr preferRelativeResize="0"/>
          <p:nvPr/>
        </p:nvPicPr>
        <p:blipFill>
          <a:blip r:embed="rId5">
            <a:alphaModFix/>
          </a:blip>
          <a:stretch>
            <a:fillRect/>
          </a:stretch>
        </p:blipFill>
        <p:spPr>
          <a:xfrm flipH="1">
            <a:off x="323166" y="3532935"/>
            <a:ext cx="1042592" cy="1284290"/>
          </a:xfrm>
          <a:prstGeom prst="rect">
            <a:avLst/>
          </a:prstGeom>
          <a:noFill/>
          <a:ln>
            <a:noFill/>
          </a:ln>
        </p:spPr>
      </p:pic>
      <p:sp>
        <p:nvSpPr>
          <p:cNvPr id="1253" name="Google Shape;1253;p103"/>
          <p:cNvSpPr txBox="1"/>
          <p:nvPr>
            <p:ph idx="1" type="body"/>
          </p:nvPr>
        </p:nvSpPr>
        <p:spPr>
          <a:xfrm>
            <a:off x="324000" y="1277376"/>
            <a:ext cx="8237700" cy="1486800"/>
          </a:xfrm>
          <a:prstGeom prst="rect">
            <a:avLst/>
          </a:prstGeom>
        </p:spPr>
        <p:txBody>
          <a:bodyPr anchorCtr="0" anchor="t" bIns="0" lIns="0" spcFirstLastPara="1" rIns="0" wrap="square" tIns="0">
            <a:noAutofit/>
          </a:bodyPr>
          <a:lstStyle/>
          <a:p>
            <a:pPr indent="0" lvl="0" marL="0" rtl="0" algn="l">
              <a:spcBef>
                <a:spcPts val="0"/>
              </a:spcBef>
              <a:spcAft>
                <a:spcPts val="0"/>
              </a:spcAft>
              <a:buClr>
                <a:schemeClr val="dk1"/>
              </a:buClr>
              <a:buSzPts val="1100"/>
              <a:buFont typeface="Arial"/>
              <a:buNone/>
            </a:pPr>
            <a:r>
              <a:rPr lang="en-GB"/>
              <a:t>The business currently sells </a:t>
            </a:r>
            <a:r>
              <a:rPr lang="en-GB" sz="2400">
                <a:latin typeface="Times New Roman"/>
                <a:ea typeface="Times New Roman"/>
                <a:cs typeface="Times New Roman"/>
                <a:sym typeface="Times New Roman"/>
              </a:rPr>
              <a:t>200 000</a:t>
            </a:r>
            <a:r>
              <a:rPr lang="en-GB"/>
              <a:t> units at a price of </a:t>
            </a:r>
            <a:r>
              <a:rPr lang="en-GB" sz="2400">
                <a:latin typeface="Times New Roman"/>
                <a:ea typeface="Times New Roman"/>
                <a:cs typeface="Times New Roman"/>
                <a:sym typeface="Times New Roman"/>
              </a:rPr>
              <a:t>£30</a:t>
            </a:r>
            <a:r>
              <a:rPr lang="en-GB"/>
              <a:t> generating </a:t>
            </a:r>
            <a:r>
              <a:rPr lang="en-GB" sz="2400">
                <a:latin typeface="Times New Roman"/>
                <a:ea typeface="Times New Roman"/>
                <a:cs typeface="Times New Roman"/>
                <a:sym typeface="Times New Roman"/>
              </a:rPr>
              <a:t>£6 000 000</a:t>
            </a:r>
            <a:r>
              <a:rPr lang="en-GB"/>
              <a:t> in revenue.</a:t>
            </a:r>
            <a:endParaRPr/>
          </a:p>
          <a:p>
            <a:pPr indent="0" lvl="0" marL="0" rtl="0" algn="l">
              <a:spcBef>
                <a:spcPts val="0"/>
              </a:spcBef>
              <a:spcAft>
                <a:spcPts val="0"/>
              </a:spcAft>
              <a:buNone/>
            </a:pPr>
            <a:r>
              <a:rPr lang="en-GB"/>
              <a:t>Halving the price to</a:t>
            </a:r>
            <a:r>
              <a:rPr lang="en-GB"/>
              <a:t> </a:t>
            </a:r>
            <a:r>
              <a:rPr lang="en-GB" sz="2400">
                <a:latin typeface="Times New Roman"/>
                <a:ea typeface="Times New Roman"/>
                <a:cs typeface="Times New Roman"/>
                <a:sym typeface="Times New Roman"/>
              </a:rPr>
              <a:t>£15</a:t>
            </a:r>
            <a:r>
              <a:rPr lang="en-GB"/>
              <a:t> and selling </a:t>
            </a:r>
            <a:r>
              <a:rPr lang="en-GB" sz="2400">
                <a:latin typeface="Times New Roman"/>
                <a:ea typeface="Times New Roman"/>
                <a:cs typeface="Times New Roman"/>
                <a:sym typeface="Times New Roman"/>
              </a:rPr>
              <a:t>400 000</a:t>
            </a:r>
            <a:r>
              <a:rPr lang="en-GB"/>
              <a:t> units will generate the exact same revenue of </a:t>
            </a:r>
            <a:r>
              <a:rPr lang="en-GB" sz="2400">
                <a:latin typeface="Times New Roman"/>
                <a:ea typeface="Times New Roman"/>
                <a:cs typeface="Times New Roman"/>
                <a:sym typeface="Times New Roman"/>
              </a:rPr>
              <a:t>£6 000 000</a:t>
            </a:r>
            <a:endParaRPr/>
          </a:p>
        </p:txBody>
      </p:sp>
      <p:sp>
        <p:nvSpPr>
          <p:cNvPr id="1254" name="Google Shape;1254;p103"/>
          <p:cNvSpPr txBox="1"/>
          <p:nvPr>
            <p:ph idx="1" type="body"/>
          </p:nvPr>
        </p:nvSpPr>
        <p:spPr>
          <a:xfrm>
            <a:off x="4591200" y="743992"/>
            <a:ext cx="3996000" cy="3096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sz="2400">
                <a:latin typeface="Times New Roman"/>
                <a:ea typeface="Times New Roman"/>
                <a:cs typeface="Times New Roman"/>
                <a:sym typeface="Times New Roman"/>
              </a:rPr>
              <a:t>200 000 ×</a:t>
            </a:r>
            <a:r>
              <a:rPr lang="en-GB"/>
              <a:t> </a:t>
            </a:r>
            <a:r>
              <a:rPr lang="en-GB" sz="2400">
                <a:latin typeface="Times New Roman"/>
                <a:ea typeface="Times New Roman"/>
                <a:cs typeface="Times New Roman"/>
                <a:sym typeface="Times New Roman"/>
              </a:rPr>
              <a:t>£30 = 400 000 ×</a:t>
            </a:r>
            <a:r>
              <a:rPr lang="en-GB"/>
              <a:t> </a:t>
            </a:r>
            <a:r>
              <a:rPr lang="en-GB" sz="2400">
                <a:latin typeface="Times New Roman"/>
                <a:ea typeface="Times New Roman"/>
                <a:cs typeface="Times New Roman"/>
                <a:sym typeface="Times New Roman"/>
              </a:rPr>
              <a:t>£15</a:t>
            </a:r>
            <a:endParaRPr/>
          </a:p>
        </p:txBody>
      </p:sp>
      <p:sp>
        <p:nvSpPr>
          <p:cNvPr id="1255" name="Google Shape;1255;p103"/>
          <p:cNvSpPr txBox="1"/>
          <p:nvPr>
            <p:ph idx="1" type="body"/>
          </p:nvPr>
        </p:nvSpPr>
        <p:spPr>
          <a:xfrm>
            <a:off x="1664975" y="3105850"/>
            <a:ext cx="3996000" cy="7542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We’ll be the</a:t>
            </a:r>
            <a:r>
              <a:rPr lang="en-GB"/>
              <a:t> market leaders! We’ll make the biggest sales in this company’s history!</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5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5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4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255"/>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9" name="Shape 1259"/>
        <p:cNvGrpSpPr/>
        <p:nvPr/>
      </p:nvGrpSpPr>
      <p:grpSpPr>
        <a:xfrm>
          <a:off x="0" y="0"/>
          <a:ext cx="0" cy="0"/>
          <a:chOff x="0" y="0"/>
          <a:chExt cx="0" cy="0"/>
        </a:xfrm>
      </p:grpSpPr>
      <p:pic>
        <p:nvPicPr>
          <p:cNvPr id="1260" name="Google Shape;1260;p104"/>
          <p:cNvPicPr preferRelativeResize="0"/>
          <p:nvPr/>
        </p:nvPicPr>
        <p:blipFill rotWithShape="1">
          <a:blip r:embed="rId3">
            <a:alphaModFix/>
          </a:blip>
          <a:srcRect b="4760" l="40550" r="0" t="13015"/>
          <a:stretch/>
        </p:blipFill>
        <p:spPr>
          <a:xfrm flipH="1">
            <a:off x="395935" y="1569275"/>
            <a:ext cx="8854298" cy="2097676"/>
          </a:xfrm>
          <a:prstGeom prst="rect">
            <a:avLst/>
          </a:prstGeom>
          <a:noFill/>
          <a:ln>
            <a:noFill/>
          </a:ln>
        </p:spPr>
      </p:pic>
      <p:sp>
        <p:nvSpPr>
          <p:cNvPr id="1261" name="Google Shape;1261;p104"/>
          <p:cNvSpPr txBox="1"/>
          <p:nvPr>
            <p:ph idx="1" type="body"/>
          </p:nvPr>
        </p:nvSpPr>
        <p:spPr>
          <a:xfrm>
            <a:off x="324000" y="759300"/>
            <a:ext cx="8237700" cy="3096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Thankfully Izzy is a commercial accountant who understands the difference between revenue and </a:t>
            </a:r>
            <a:r>
              <a:rPr b="1" lang="en-GB"/>
              <a:t>profit</a:t>
            </a:r>
            <a:r>
              <a:rPr lang="en-GB"/>
              <a:t>.</a:t>
            </a:r>
            <a:endParaRPr/>
          </a:p>
        </p:txBody>
      </p:sp>
      <p:sp>
        <p:nvSpPr>
          <p:cNvPr id="1262" name="Google Shape;1262;p104"/>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Maths in sales</a:t>
            </a:r>
            <a:endParaRPr/>
          </a:p>
        </p:txBody>
      </p:sp>
      <p:pic>
        <p:nvPicPr>
          <p:cNvPr id="1263" name="Google Shape;1263;p104"/>
          <p:cNvPicPr preferRelativeResize="0"/>
          <p:nvPr/>
        </p:nvPicPr>
        <p:blipFill>
          <a:blip r:embed="rId4">
            <a:alphaModFix/>
          </a:blip>
          <a:stretch>
            <a:fillRect/>
          </a:stretch>
        </p:blipFill>
        <p:spPr>
          <a:xfrm>
            <a:off x="7289433" y="3339525"/>
            <a:ext cx="1536349" cy="1486775"/>
          </a:xfrm>
          <a:prstGeom prst="rect">
            <a:avLst/>
          </a:prstGeom>
          <a:noFill/>
          <a:ln>
            <a:noFill/>
          </a:ln>
        </p:spPr>
      </p:pic>
      <p:pic>
        <p:nvPicPr>
          <p:cNvPr id="1264" name="Google Shape;1264;p104"/>
          <p:cNvPicPr preferRelativeResize="0"/>
          <p:nvPr/>
        </p:nvPicPr>
        <p:blipFill>
          <a:blip r:embed="rId5">
            <a:alphaModFix/>
          </a:blip>
          <a:stretch>
            <a:fillRect/>
          </a:stretch>
        </p:blipFill>
        <p:spPr>
          <a:xfrm flipH="1">
            <a:off x="323166" y="3532935"/>
            <a:ext cx="1042592" cy="1284290"/>
          </a:xfrm>
          <a:prstGeom prst="rect">
            <a:avLst/>
          </a:prstGeom>
          <a:noFill/>
          <a:ln>
            <a:noFill/>
          </a:ln>
        </p:spPr>
      </p:pic>
      <p:sp>
        <p:nvSpPr>
          <p:cNvPr id="1265" name="Google Shape;1265;p104"/>
          <p:cNvSpPr txBox="1"/>
          <p:nvPr>
            <p:ph idx="1" type="body"/>
          </p:nvPr>
        </p:nvSpPr>
        <p:spPr>
          <a:xfrm>
            <a:off x="521984" y="1703959"/>
            <a:ext cx="8084400" cy="13812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Revenue</a:t>
            </a:r>
            <a:r>
              <a:rPr lang="en-GB"/>
              <a:t> is the income into our business, i.e. the total money that goes in the till from our sales. Whereas, </a:t>
            </a:r>
            <a:r>
              <a:rPr b="1" lang="en-GB"/>
              <a:t>profit </a:t>
            </a:r>
            <a:r>
              <a:rPr lang="en-GB"/>
              <a:t>is our financial gain; the difference between our revenue and the cost to make our goods.</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6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260"/>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9" name="Shape 1269"/>
        <p:cNvGrpSpPr/>
        <p:nvPr/>
      </p:nvGrpSpPr>
      <p:grpSpPr>
        <a:xfrm>
          <a:off x="0" y="0"/>
          <a:ext cx="0" cy="0"/>
          <a:chOff x="0" y="0"/>
          <a:chExt cx="0" cy="0"/>
        </a:xfrm>
      </p:grpSpPr>
      <p:pic>
        <p:nvPicPr>
          <p:cNvPr id="1270" name="Google Shape;1270;p105"/>
          <p:cNvPicPr preferRelativeResize="0"/>
          <p:nvPr/>
        </p:nvPicPr>
        <p:blipFill rotWithShape="1">
          <a:blip r:embed="rId3">
            <a:alphaModFix/>
          </a:blip>
          <a:srcRect b="4760" l="40550" r="0" t="13015"/>
          <a:stretch/>
        </p:blipFill>
        <p:spPr>
          <a:xfrm flipH="1">
            <a:off x="716026" y="1828491"/>
            <a:ext cx="7813274" cy="1670726"/>
          </a:xfrm>
          <a:prstGeom prst="rect">
            <a:avLst/>
          </a:prstGeom>
          <a:noFill/>
          <a:ln>
            <a:noFill/>
          </a:ln>
        </p:spPr>
      </p:pic>
      <p:sp>
        <p:nvSpPr>
          <p:cNvPr id="1271" name="Google Shape;1271;p105"/>
          <p:cNvSpPr txBox="1"/>
          <p:nvPr>
            <p:ph idx="1" type="body"/>
          </p:nvPr>
        </p:nvSpPr>
        <p:spPr>
          <a:xfrm>
            <a:off x="324000" y="759300"/>
            <a:ext cx="8237700" cy="3096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Thankfully Izzy is a commercial accountant who understands the difference between revenue and </a:t>
            </a:r>
            <a:r>
              <a:rPr b="1" lang="en-GB"/>
              <a:t>profit</a:t>
            </a:r>
            <a:r>
              <a:rPr lang="en-GB"/>
              <a:t>.</a:t>
            </a:r>
            <a:endParaRPr/>
          </a:p>
        </p:txBody>
      </p:sp>
      <p:sp>
        <p:nvSpPr>
          <p:cNvPr id="1272" name="Google Shape;1272;p105"/>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Maths in sales</a:t>
            </a:r>
            <a:endParaRPr/>
          </a:p>
        </p:txBody>
      </p:sp>
      <p:pic>
        <p:nvPicPr>
          <p:cNvPr id="1273" name="Google Shape;1273;p105"/>
          <p:cNvPicPr preferRelativeResize="0"/>
          <p:nvPr/>
        </p:nvPicPr>
        <p:blipFill>
          <a:blip r:embed="rId4">
            <a:alphaModFix/>
          </a:blip>
          <a:stretch>
            <a:fillRect/>
          </a:stretch>
        </p:blipFill>
        <p:spPr>
          <a:xfrm>
            <a:off x="7289433" y="3339525"/>
            <a:ext cx="1536349" cy="1486775"/>
          </a:xfrm>
          <a:prstGeom prst="rect">
            <a:avLst/>
          </a:prstGeom>
          <a:noFill/>
          <a:ln>
            <a:noFill/>
          </a:ln>
        </p:spPr>
      </p:pic>
      <p:pic>
        <p:nvPicPr>
          <p:cNvPr id="1274" name="Google Shape;1274;p105"/>
          <p:cNvPicPr preferRelativeResize="0"/>
          <p:nvPr/>
        </p:nvPicPr>
        <p:blipFill>
          <a:blip r:embed="rId5">
            <a:alphaModFix/>
          </a:blip>
          <a:stretch>
            <a:fillRect/>
          </a:stretch>
        </p:blipFill>
        <p:spPr>
          <a:xfrm flipH="1">
            <a:off x="323166" y="3532935"/>
            <a:ext cx="1042592" cy="1284290"/>
          </a:xfrm>
          <a:prstGeom prst="rect">
            <a:avLst/>
          </a:prstGeom>
          <a:noFill/>
          <a:ln>
            <a:noFill/>
          </a:ln>
        </p:spPr>
      </p:pic>
      <p:sp>
        <p:nvSpPr>
          <p:cNvPr id="1275" name="Google Shape;1275;p105"/>
          <p:cNvSpPr txBox="1"/>
          <p:nvPr>
            <p:ph idx="1" type="body"/>
          </p:nvPr>
        </p:nvSpPr>
        <p:spPr>
          <a:xfrm>
            <a:off x="826775" y="1932550"/>
            <a:ext cx="7243500" cy="867900"/>
          </a:xfrm>
          <a:prstGeom prst="rect">
            <a:avLst/>
          </a:prstGeom>
        </p:spPr>
        <p:txBody>
          <a:bodyPr anchorCtr="0" anchor="t" bIns="0" lIns="0" spcFirstLastPara="1" rIns="0" wrap="square" tIns="0">
            <a:noAutofit/>
          </a:bodyPr>
          <a:lstStyle/>
          <a:p>
            <a:pPr indent="0" lvl="0" marL="0" rtl="0" algn="l">
              <a:spcBef>
                <a:spcPts val="0"/>
              </a:spcBef>
              <a:spcAft>
                <a:spcPts val="0"/>
              </a:spcAft>
              <a:buClr>
                <a:schemeClr val="dk1"/>
              </a:buClr>
              <a:buSzPts val="1100"/>
              <a:buFont typeface="Arial"/>
              <a:buNone/>
            </a:pPr>
            <a:r>
              <a:rPr lang="en-GB"/>
              <a:t>We currently </a:t>
            </a:r>
            <a:r>
              <a:rPr lang="en-GB"/>
              <a:t>sell </a:t>
            </a:r>
            <a:r>
              <a:rPr lang="en-GB" sz="2400">
                <a:latin typeface="Times New Roman"/>
                <a:ea typeface="Times New Roman"/>
                <a:cs typeface="Times New Roman"/>
                <a:sym typeface="Times New Roman"/>
              </a:rPr>
              <a:t>200 000</a:t>
            </a:r>
            <a:r>
              <a:rPr lang="en-GB"/>
              <a:t> units at a price of </a:t>
            </a:r>
            <a:r>
              <a:rPr lang="en-GB" sz="2400">
                <a:latin typeface="Times New Roman"/>
                <a:ea typeface="Times New Roman"/>
                <a:cs typeface="Times New Roman"/>
                <a:sym typeface="Times New Roman"/>
              </a:rPr>
              <a:t>£30</a:t>
            </a:r>
            <a:r>
              <a:rPr lang="en-GB"/>
              <a:t> each. Each of those units costs us </a:t>
            </a:r>
            <a:r>
              <a:rPr lang="en-GB" sz="2400">
                <a:latin typeface="Times New Roman"/>
                <a:ea typeface="Times New Roman"/>
                <a:cs typeface="Times New Roman"/>
                <a:sym typeface="Times New Roman"/>
              </a:rPr>
              <a:t>£20</a:t>
            </a:r>
            <a:r>
              <a:rPr lang="en-GB"/>
              <a:t> to manufacture, package and distribute.</a:t>
            </a:r>
            <a:endParaRPr/>
          </a:p>
        </p:txBody>
      </p:sp>
      <p:sp>
        <p:nvSpPr>
          <p:cNvPr id="1276" name="Google Shape;1276;p105"/>
          <p:cNvSpPr txBox="1"/>
          <p:nvPr>
            <p:ph idx="1" type="body"/>
          </p:nvPr>
        </p:nvSpPr>
        <p:spPr>
          <a:xfrm>
            <a:off x="1761000" y="3670200"/>
            <a:ext cx="5029500" cy="3096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Can you see the problem now with Jacob’s proposal to ‘Half the price, double the sales’</a:t>
            </a:r>
            <a:r>
              <a:rPr lang="en-GB"/>
              <a:t>?</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7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0" name="Shape 1280"/>
        <p:cNvGrpSpPr/>
        <p:nvPr/>
      </p:nvGrpSpPr>
      <p:grpSpPr>
        <a:xfrm>
          <a:off x="0" y="0"/>
          <a:ext cx="0" cy="0"/>
          <a:chOff x="0" y="0"/>
          <a:chExt cx="0" cy="0"/>
        </a:xfrm>
      </p:grpSpPr>
      <p:sp>
        <p:nvSpPr>
          <p:cNvPr id="1281" name="Google Shape;1281;p106"/>
          <p:cNvSpPr txBox="1"/>
          <p:nvPr>
            <p:ph idx="1" type="body"/>
          </p:nvPr>
        </p:nvSpPr>
        <p:spPr>
          <a:xfrm>
            <a:off x="324000" y="759300"/>
            <a:ext cx="8237700" cy="3096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This is a classic example of where mathematics helps businesses with crucial decision making which could make or break their business.</a:t>
            </a:r>
            <a:endParaRPr/>
          </a:p>
        </p:txBody>
      </p:sp>
      <p:sp>
        <p:nvSpPr>
          <p:cNvPr id="1282" name="Google Shape;1282;p106"/>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Maths in sales</a:t>
            </a:r>
            <a:endParaRPr/>
          </a:p>
        </p:txBody>
      </p:sp>
      <p:sp>
        <p:nvSpPr>
          <p:cNvPr id="1283" name="Google Shape;1283;p106"/>
          <p:cNvSpPr txBox="1"/>
          <p:nvPr>
            <p:ph idx="1" type="body"/>
          </p:nvPr>
        </p:nvSpPr>
        <p:spPr>
          <a:xfrm>
            <a:off x="324000" y="2008776"/>
            <a:ext cx="2563200" cy="3096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Current</a:t>
            </a:r>
            <a:r>
              <a:rPr lang="en-GB"/>
              <a:t> situation:</a:t>
            </a:r>
            <a:endParaRPr/>
          </a:p>
        </p:txBody>
      </p:sp>
      <p:sp>
        <p:nvSpPr>
          <p:cNvPr id="1284" name="Google Shape;1284;p106"/>
          <p:cNvSpPr txBox="1"/>
          <p:nvPr>
            <p:ph idx="1" type="body"/>
          </p:nvPr>
        </p:nvSpPr>
        <p:spPr>
          <a:xfrm>
            <a:off x="324000" y="2475162"/>
            <a:ext cx="3201000" cy="3096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sz="2400">
                <a:latin typeface="Times New Roman"/>
                <a:ea typeface="Times New Roman"/>
                <a:cs typeface="Times New Roman"/>
                <a:sym typeface="Times New Roman"/>
              </a:rPr>
              <a:t>200 000</a:t>
            </a:r>
            <a:r>
              <a:rPr lang="en-GB"/>
              <a:t> units sold p.a.</a:t>
            </a:r>
            <a:endParaRPr/>
          </a:p>
        </p:txBody>
      </p:sp>
      <p:sp>
        <p:nvSpPr>
          <p:cNvPr id="1285" name="Google Shape;1285;p106"/>
          <p:cNvSpPr txBox="1"/>
          <p:nvPr>
            <p:ph idx="1" type="body"/>
          </p:nvPr>
        </p:nvSpPr>
        <p:spPr>
          <a:xfrm>
            <a:off x="323992" y="2941549"/>
            <a:ext cx="3632100" cy="3096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Selling price per unit: </a:t>
            </a:r>
            <a:r>
              <a:rPr lang="en-GB" sz="2400">
                <a:latin typeface="Times New Roman"/>
                <a:ea typeface="Times New Roman"/>
                <a:cs typeface="Times New Roman"/>
                <a:sym typeface="Times New Roman"/>
              </a:rPr>
              <a:t>£30</a:t>
            </a:r>
            <a:endParaRPr sz="2400">
              <a:latin typeface="Times New Roman"/>
              <a:ea typeface="Times New Roman"/>
              <a:cs typeface="Times New Roman"/>
              <a:sym typeface="Times New Roman"/>
            </a:endParaRPr>
          </a:p>
        </p:txBody>
      </p:sp>
      <p:sp>
        <p:nvSpPr>
          <p:cNvPr id="1286" name="Google Shape;1286;p106"/>
          <p:cNvSpPr txBox="1"/>
          <p:nvPr>
            <p:ph idx="1" type="body"/>
          </p:nvPr>
        </p:nvSpPr>
        <p:spPr>
          <a:xfrm>
            <a:off x="323988" y="3407935"/>
            <a:ext cx="3540300" cy="3096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Cost</a:t>
            </a:r>
            <a:r>
              <a:rPr lang="en-GB"/>
              <a:t> price per unit: </a:t>
            </a:r>
            <a:r>
              <a:rPr lang="en-GB" sz="2400">
                <a:latin typeface="Times New Roman"/>
                <a:ea typeface="Times New Roman"/>
                <a:cs typeface="Times New Roman"/>
                <a:sym typeface="Times New Roman"/>
              </a:rPr>
              <a:t>£20</a:t>
            </a:r>
            <a:endParaRPr sz="2400">
              <a:latin typeface="Times New Roman"/>
              <a:ea typeface="Times New Roman"/>
              <a:cs typeface="Times New Roman"/>
              <a:sym typeface="Times New Roman"/>
            </a:endParaRPr>
          </a:p>
        </p:txBody>
      </p:sp>
      <p:sp>
        <p:nvSpPr>
          <p:cNvPr id="1287" name="Google Shape;1287;p106"/>
          <p:cNvSpPr txBox="1"/>
          <p:nvPr>
            <p:ph idx="1" type="body"/>
          </p:nvPr>
        </p:nvSpPr>
        <p:spPr>
          <a:xfrm>
            <a:off x="324000" y="3874325"/>
            <a:ext cx="4921200" cy="3096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b="1" lang="en-GB"/>
              <a:t>Profit</a:t>
            </a:r>
            <a:r>
              <a:rPr b="1" lang="en-GB"/>
              <a:t> </a:t>
            </a:r>
            <a:r>
              <a:rPr lang="en-GB"/>
              <a:t>per unit: </a:t>
            </a:r>
            <a:r>
              <a:rPr lang="en-GB" sz="2400">
                <a:latin typeface="Times New Roman"/>
                <a:ea typeface="Times New Roman"/>
                <a:cs typeface="Times New Roman"/>
                <a:sym typeface="Times New Roman"/>
              </a:rPr>
              <a:t>£30 − £20 = £10</a:t>
            </a:r>
            <a:endParaRPr sz="2400">
              <a:latin typeface="Times New Roman"/>
              <a:ea typeface="Times New Roman"/>
              <a:cs typeface="Times New Roman"/>
              <a:sym typeface="Times New Roman"/>
            </a:endParaRPr>
          </a:p>
        </p:txBody>
      </p:sp>
      <p:sp>
        <p:nvSpPr>
          <p:cNvPr id="1288" name="Google Shape;1288;p106"/>
          <p:cNvSpPr txBox="1"/>
          <p:nvPr>
            <p:ph idx="1" type="body"/>
          </p:nvPr>
        </p:nvSpPr>
        <p:spPr>
          <a:xfrm>
            <a:off x="324000" y="4340700"/>
            <a:ext cx="5450400" cy="3096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Annual </a:t>
            </a:r>
            <a:r>
              <a:rPr b="1" lang="en-GB"/>
              <a:t>profit</a:t>
            </a:r>
            <a:r>
              <a:rPr lang="en-GB"/>
              <a:t>: </a:t>
            </a:r>
            <a:r>
              <a:rPr lang="en-GB" sz="2400">
                <a:latin typeface="Times New Roman"/>
                <a:ea typeface="Times New Roman"/>
                <a:cs typeface="Times New Roman"/>
                <a:sym typeface="Times New Roman"/>
              </a:rPr>
              <a:t>200 000 × £10 = £2 000 000</a:t>
            </a:r>
            <a:endParaRPr sz="2400">
              <a:latin typeface="Times New Roman"/>
              <a:ea typeface="Times New Roman"/>
              <a:cs typeface="Times New Roman"/>
              <a:sym typeface="Times New Roman"/>
            </a:endParaRPr>
          </a:p>
        </p:txBody>
      </p:sp>
      <p:sp>
        <p:nvSpPr>
          <p:cNvPr id="1289" name="Google Shape;1289;p106"/>
          <p:cNvSpPr txBox="1"/>
          <p:nvPr>
            <p:ph idx="1" type="body"/>
          </p:nvPr>
        </p:nvSpPr>
        <p:spPr>
          <a:xfrm>
            <a:off x="5774400" y="3197700"/>
            <a:ext cx="3054300" cy="7281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The business ‘made’ </a:t>
            </a:r>
            <a:r>
              <a:rPr lang="en-GB" sz="2400">
                <a:latin typeface="Times New Roman"/>
                <a:ea typeface="Times New Roman"/>
                <a:cs typeface="Times New Roman"/>
                <a:sym typeface="Times New Roman"/>
              </a:rPr>
              <a:t>£2 000 000</a:t>
            </a:r>
            <a:r>
              <a:rPr lang="en-GB"/>
              <a:t> in </a:t>
            </a:r>
            <a:r>
              <a:rPr b="1" lang="en-GB"/>
              <a:t>profit</a:t>
            </a:r>
            <a:r>
              <a:rPr lang="en-GB"/>
              <a:t>.</a:t>
            </a:r>
            <a:endParaRPr/>
          </a:p>
        </p:txBody>
      </p:sp>
      <p:sp>
        <p:nvSpPr>
          <p:cNvPr id="1290" name="Google Shape;1290;p106"/>
          <p:cNvSpPr/>
          <p:nvPr/>
        </p:nvSpPr>
        <p:spPr>
          <a:xfrm>
            <a:off x="4259809" y="4340525"/>
            <a:ext cx="1592100" cy="382800"/>
          </a:xfrm>
          <a:prstGeom prst="roundRect">
            <a:avLst>
              <a:gd fmla="val 16667" name="adj"/>
            </a:avLst>
          </a:prstGeom>
          <a:noFill/>
          <a:ln cap="flat" cmpd="sng" w="38100">
            <a:solidFill>
              <a:schemeClr val="accent5"/>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8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8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8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8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8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8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9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289"/>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4" name="Shape 1294"/>
        <p:cNvGrpSpPr/>
        <p:nvPr/>
      </p:nvGrpSpPr>
      <p:grpSpPr>
        <a:xfrm>
          <a:off x="0" y="0"/>
          <a:ext cx="0" cy="0"/>
          <a:chOff x="0" y="0"/>
          <a:chExt cx="0" cy="0"/>
        </a:xfrm>
      </p:grpSpPr>
      <p:sp>
        <p:nvSpPr>
          <p:cNvPr id="1295" name="Google Shape;1295;p107"/>
          <p:cNvSpPr txBox="1"/>
          <p:nvPr>
            <p:ph idx="1" type="body"/>
          </p:nvPr>
        </p:nvSpPr>
        <p:spPr>
          <a:xfrm>
            <a:off x="324000" y="759300"/>
            <a:ext cx="8237700" cy="3096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An alternative way to look at the same numbers…</a:t>
            </a:r>
            <a:endParaRPr/>
          </a:p>
        </p:txBody>
      </p:sp>
      <p:sp>
        <p:nvSpPr>
          <p:cNvPr id="1296" name="Google Shape;1296;p107"/>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Maths in sales</a:t>
            </a:r>
            <a:endParaRPr/>
          </a:p>
        </p:txBody>
      </p:sp>
      <p:sp>
        <p:nvSpPr>
          <p:cNvPr id="1297" name="Google Shape;1297;p107"/>
          <p:cNvSpPr txBox="1"/>
          <p:nvPr>
            <p:ph idx="1" type="body"/>
          </p:nvPr>
        </p:nvSpPr>
        <p:spPr>
          <a:xfrm>
            <a:off x="324000" y="1246776"/>
            <a:ext cx="2563200" cy="3096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Current situation:</a:t>
            </a:r>
            <a:endParaRPr/>
          </a:p>
        </p:txBody>
      </p:sp>
      <p:sp>
        <p:nvSpPr>
          <p:cNvPr id="1298" name="Google Shape;1298;p107"/>
          <p:cNvSpPr txBox="1"/>
          <p:nvPr>
            <p:ph idx="1" type="body"/>
          </p:nvPr>
        </p:nvSpPr>
        <p:spPr>
          <a:xfrm>
            <a:off x="324000" y="1713162"/>
            <a:ext cx="3201000" cy="3096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sz="2400">
                <a:latin typeface="Times New Roman"/>
                <a:ea typeface="Times New Roman"/>
                <a:cs typeface="Times New Roman"/>
                <a:sym typeface="Times New Roman"/>
              </a:rPr>
              <a:t>200 000</a:t>
            </a:r>
            <a:r>
              <a:rPr lang="en-GB"/>
              <a:t> units sold p.a.</a:t>
            </a:r>
            <a:endParaRPr/>
          </a:p>
        </p:txBody>
      </p:sp>
      <p:sp>
        <p:nvSpPr>
          <p:cNvPr id="1299" name="Google Shape;1299;p107"/>
          <p:cNvSpPr txBox="1"/>
          <p:nvPr>
            <p:ph idx="1" type="body"/>
          </p:nvPr>
        </p:nvSpPr>
        <p:spPr>
          <a:xfrm>
            <a:off x="323992" y="2179549"/>
            <a:ext cx="3632100" cy="3096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Selling price per unit: </a:t>
            </a:r>
            <a:r>
              <a:rPr lang="en-GB" sz="2400">
                <a:latin typeface="Times New Roman"/>
                <a:ea typeface="Times New Roman"/>
                <a:cs typeface="Times New Roman"/>
                <a:sym typeface="Times New Roman"/>
              </a:rPr>
              <a:t>£30</a:t>
            </a:r>
            <a:endParaRPr sz="2400">
              <a:latin typeface="Times New Roman"/>
              <a:ea typeface="Times New Roman"/>
              <a:cs typeface="Times New Roman"/>
              <a:sym typeface="Times New Roman"/>
            </a:endParaRPr>
          </a:p>
        </p:txBody>
      </p:sp>
      <p:sp>
        <p:nvSpPr>
          <p:cNvPr id="1300" name="Google Shape;1300;p107"/>
          <p:cNvSpPr txBox="1"/>
          <p:nvPr>
            <p:ph idx="1" type="body"/>
          </p:nvPr>
        </p:nvSpPr>
        <p:spPr>
          <a:xfrm>
            <a:off x="323988" y="2645935"/>
            <a:ext cx="3540300" cy="3096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Cost price per unit: </a:t>
            </a:r>
            <a:r>
              <a:rPr lang="en-GB" sz="2400">
                <a:latin typeface="Times New Roman"/>
                <a:ea typeface="Times New Roman"/>
                <a:cs typeface="Times New Roman"/>
                <a:sym typeface="Times New Roman"/>
              </a:rPr>
              <a:t>£20</a:t>
            </a:r>
            <a:endParaRPr sz="2400">
              <a:latin typeface="Times New Roman"/>
              <a:ea typeface="Times New Roman"/>
              <a:cs typeface="Times New Roman"/>
              <a:sym typeface="Times New Roman"/>
            </a:endParaRPr>
          </a:p>
        </p:txBody>
      </p:sp>
      <p:sp>
        <p:nvSpPr>
          <p:cNvPr id="1301" name="Google Shape;1301;p107"/>
          <p:cNvSpPr txBox="1"/>
          <p:nvPr>
            <p:ph idx="1" type="body"/>
          </p:nvPr>
        </p:nvSpPr>
        <p:spPr>
          <a:xfrm>
            <a:off x="349798" y="3401145"/>
            <a:ext cx="5073300" cy="3096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sz="2100"/>
              <a:t>Revenue</a:t>
            </a:r>
            <a:r>
              <a:rPr lang="en-GB" sz="2100"/>
              <a:t>: </a:t>
            </a:r>
            <a:r>
              <a:rPr lang="en-GB" sz="2300">
                <a:latin typeface="Times New Roman"/>
                <a:ea typeface="Times New Roman"/>
                <a:cs typeface="Times New Roman"/>
                <a:sym typeface="Times New Roman"/>
              </a:rPr>
              <a:t>200 000 × £30 = £6 000 000</a:t>
            </a:r>
            <a:endParaRPr sz="2300">
              <a:latin typeface="Times New Roman"/>
              <a:ea typeface="Times New Roman"/>
              <a:cs typeface="Times New Roman"/>
              <a:sym typeface="Times New Roman"/>
            </a:endParaRPr>
          </a:p>
        </p:txBody>
      </p:sp>
      <p:sp>
        <p:nvSpPr>
          <p:cNvPr id="1302" name="Google Shape;1302;p107"/>
          <p:cNvSpPr txBox="1"/>
          <p:nvPr>
            <p:ph idx="1" type="body"/>
          </p:nvPr>
        </p:nvSpPr>
        <p:spPr>
          <a:xfrm>
            <a:off x="324000" y="4294776"/>
            <a:ext cx="8145600" cy="3096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b="1" lang="en-GB" sz="2100"/>
              <a:t>P</a:t>
            </a:r>
            <a:r>
              <a:rPr b="1" lang="en-GB" sz="2100"/>
              <a:t>rofit </a:t>
            </a:r>
            <a:r>
              <a:rPr lang="en-GB" sz="2300">
                <a:latin typeface="Times New Roman"/>
                <a:ea typeface="Times New Roman"/>
                <a:cs typeface="Times New Roman"/>
                <a:sym typeface="Times New Roman"/>
              </a:rPr>
              <a:t>=</a:t>
            </a:r>
            <a:r>
              <a:rPr lang="en-GB" sz="2100"/>
              <a:t> </a:t>
            </a:r>
            <a:r>
              <a:rPr lang="en-GB" sz="2100"/>
              <a:t>Revenue </a:t>
            </a:r>
            <a:r>
              <a:rPr lang="en-GB" sz="2300">
                <a:latin typeface="Times New Roman"/>
                <a:ea typeface="Times New Roman"/>
                <a:cs typeface="Times New Roman"/>
                <a:sym typeface="Times New Roman"/>
              </a:rPr>
              <a:t>−</a:t>
            </a:r>
            <a:r>
              <a:rPr lang="en-GB" sz="2100"/>
              <a:t> Costs </a:t>
            </a:r>
            <a:r>
              <a:rPr lang="en-GB" sz="2300">
                <a:latin typeface="Times New Roman"/>
                <a:ea typeface="Times New Roman"/>
                <a:cs typeface="Times New Roman"/>
                <a:sym typeface="Times New Roman"/>
              </a:rPr>
              <a:t>=</a:t>
            </a:r>
            <a:r>
              <a:rPr lang="en-GB" sz="2300">
                <a:latin typeface="Times New Roman"/>
                <a:ea typeface="Times New Roman"/>
                <a:cs typeface="Times New Roman"/>
                <a:sym typeface="Times New Roman"/>
              </a:rPr>
              <a:t> £6 000 000 − </a:t>
            </a:r>
            <a:r>
              <a:rPr lang="en-GB" sz="2300">
                <a:latin typeface="Times New Roman"/>
                <a:ea typeface="Times New Roman"/>
                <a:cs typeface="Times New Roman"/>
                <a:sym typeface="Times New Roman"/>
              </a:rPr>
              <a:t>£4 000 000 = £2 000 000</a:t>
            </a:r>
            <a:endParaRPr sz="2300">
              <a:latin typeface="Times New Roman"/>
              <a:ea typeface="Times New Roman"/>
              <a:cs typeface="Times New Roman"/>
              <a:sym typeface="Times New Roman"/>
            </a:endParaRPr>
          </a:p>
        </p:txBody>
      </p:sp>
      <p:sp>
        <p:nvSpPr>
          <p:cNvPr id="1303" name="Google Shape;1303;p107"/>
          <p:cNvSpPr txBox="1"/>
          <p:nvPr>
            <p:ph idx="1" type="body"/>
          </p:nvPr>
        </p:nvSpPr>
        <p:spPr>
          <a:xfrm>
            <a:off x="349798" y="3828069"/>
            <a:ext cx="5073300" cy="3096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sz="2100"/>
              <a:t>Costs</a:t>
            </a:r>
            <a:r>
              <a:rPr lang="en-GB" sz="2100"/>
              <a:t>: </a:t>
            </a:r>
            <a:r>
              <a:rPr lang="en-GB" sz="2300">
                <a:latin typeface="Times New Roman"/>
                <a:ea typeface="Times New Roman"/>
                <a:cs typeface="Times New Roman"/>
                <a:sym typeface="Times New Roman"/>
              </a:rPr>
              <a:t>200 000 × £20 = £4 000 000</a:t>
            </a:r>
            <a:endParaRPr sz="2300">
              <a:latin typeface="Times New Roman"/>
              <a:ea typeface="Times New Roman"/>
              <a:cs typeface="Times New Roman"/>
              <a:sym typeface="Times New Roman"/>
            </a:endParaRPr>
          </a:p>
        </p:txBody>
      </p:sp>
      <p:sp>
        <p:nvSpPr>
          <p:cNvPr id="1304" name="Google Shape;1304;p107"/>
          <p:cNvSpPr txBox="1"/>
          <p:nvPr>
            <p:ph idx="1" type="body"/>
          </p:nvPr>
        </p:nvSpPr>
        <p:spPr>
          <a:xfrm>
            <a:off x="4319660" y="1267885"/>
            <a:ext cx="4149600" cy="16110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sz="2100"/>
              <a:t>This might be an easier way to understand </a:t>
            </a:r>
            <a:r>
              <a:rPr b="1" lang="en-GB" sz="2100"/>
              <a:t>profit </a:t>
            </a:r>
            <a:r>
              <a:rPr lang="en-GB" sz="2100"/>
              <a:t>versus revenue</a:t>
            </a:r>
            <a:r>
              <a:rPr lang="en-GB" sz="2100"/>
              <a:t>. “We spent</a:t>
            </a:r>
            <a:r>
              <a:rPr lang="en-GB" sz="2100"/>
              <a:t> </a:t>
            </a:r>
            <a:r>
              <a:rPr lang="en-GB" sz="2300">
                <a:latin typeface="Times New Roman"/>
                <a:ea typeface="Times New Roman"/>
                <a:cs typeface="Times New Roman"/>
                <a:sym typeface="Times New Roman"/>
              </a:rPr>
              <a:t>£4 000 000 </a:t>
            </a:r>
            <a:r>
              <a:rPr lang="en-GB" sz="2100"/>
              <a:t>to make </a:t>
            </a:r>
            <a:r>
              <a:rPr lang="en-GB" sz="2300">
                <a:latin typeface="Times New Roman"/>
                <a:ea typeface="Times New Roman"/>
                <a:cs typeface="Times New Roman"/>
                <a:sym typeface="Times New Roman"/>
              </a:rPr>
              <a:t>£6 000 000</a:t>
            </a:r>
            <a:r>
              <a:rPr lang="en-GB" sz="2100"/>
              <a:t>. That’s a </a:t>
            </a:r>
            <a:r>
              <a:rPr b="1" lang="en-GB" sz="2100"/>
              <a:t>profit </a:t>
            </a:r>
            <a:r>
              <a:rPr lang="en-GB" sz="2100"/>
              <a:t>of </a:t>
            </a:r>
            <a:r>
              <a:rPr lang="en-GB" sz="2300">
                <a:latin typeface="Times New Roman"/>
                <a:ea typeface="Times New Roman"/>
                <a:cs typeface="Times New Roman"/>
                <a:sym typeface="Times New Roman"/>
              </a:rPr>
              <a:t>£2 000 000</a:t>
            </a:r>
            <a:r>
              <a:rPr lang="en-GB" sz="2100"/>
              <a:t>”</a:t>
            </a:r>
            <a:endParaRPr sz="2300">
              <a:latin typeface="Times New Roman"/>
              <a:ea typeface="Times New Roman"/>
              <a:cs typeface="Times New Roman"/>
              <a:sym typeface="Times New Roman"/>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0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0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0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04"/>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8" name="Shape 1308"/>
        <p:cNvGrpSpPr/>
        <p:nvPr/>
      </p:nvGrpSpPr>
      <p:grpSpPr>
        <a:xfrm>
          <a:off x="0" y="0"/>
          <a:ext cx="0" cy="0"/>
          <a:chOff x="0" y="0"/>
          <a:chExt cx="0" cy="0"/>
        </a:xfrm>
      </p:grpSpPr>
      <p:sp>
        <p:nvSpPr>
          <p:cNvPr id="1309" name="Google Shape;1309;p108"/>
          <p:cNvSpPr txBox="1"/>
          <p:nvPr>
            <p:ph idx="1" type="body"/>
          </p:nvPr>
        </p:nvSpPr>
        <p:spPr>
          <a:xfrm>
            <a:off x="324000" y="759300"/>
            <a:ext cx="8237700" cy="3096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This is how an accountant would interpret Jacob’s proposal.</a:t>
            </a:r>
            <a:endParaRPr/>
          </a:p>
        </p:txBody>
      </p:sp>
      <p:sp>
        <p:nvSpPr>
          <p:cNvPr id="1310" name="Google Shape;1310;p108"/>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Maths in sales</a:t>
            </a:r>
            <a:endParaRPr/>
          </a:p>
        </p:txBody>
      </p:sp>
      <p:sp>
        <p:nvSpPr>
          <p:cNvPr id="1311" name="Google Shape;1311;p108"/>
          <p:cNvSpPr txBox="1"/>
          <p:nvPr>
            <p:ph idx="1" type="body"/>
          </p:nvPr>
        </p:nvSpPr>
        <p:spPr>
          <a:xfrm>
            <a:off x="324000" y="1322976"/>
            <a:ext cx="2563200" cy="3096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New</a:t>
            </a:r>
            <a:r>
              <a:rPr lang="en-GB"/>
              <a:t> situation:</a:t>
            </a:r>
            <a:endParaRPr/>
          </a:p>
        </p:txBody>
      </p:sp>
      <p:sp>
        <p:nvSpPr>
          <p:cNvPr id="1312" name="Google Shape;1312;p108"/>
          <p:cNvSpPr txBox="1"/>
          <p:nvPr>
            <p:ph idx="1" type="body"/>
          </p:nvPr>
        </p:nvSpPr>
        <p:spPr>
          <a:xfrm>
            <a:off x="324000" y="1789362"/>
            <a:ext cx="3201000" cy="3096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sz="2400">
                <a:latin typeface="Times New Roman"/>
                <a:ea typeface="Times New Roman"/>
                <a:cs typeface="Times New Roman"/>
                <a:sym typeface="Times New Roman"/>
              </a:rPr>
              <a:t>4</a:t>
            </a:r>
            <a:r>
              <a:rPr lang="en-GB" sz="2400">
                <a:latin typeface="Times New Roman"/>
                <a:ea typeface="Times New Roman"/>
                <a:cs typeface="Times New Roman"/>
                <a:sym typeface="Times New Roman"/>
              </a:rPr>
              <a:t>00 000</a:t>
            </a:r>
            <a:r>
              <a:rPr lang="en-GB"/>
              <a:t> units sold p.a.</a:t>
            </a:r>
            <a:endParaRPr/>
          </a:p>
        </p:txBody>
      </p:sp>
      <p:sp>
        <p:nvSpPr>
          <p:cNvPr id="1313" name="Google Shape;1313;p108"/>
          <p:cNvSpPr txBox="1"/>
          <p:nvPr>
            <p:ph idx="1" type="body"/>
          </p:nvPr>
        </p:nvSpPr>
        <p:spPr>
          <a:xfrm>
            <a:off x="323992" y="2255749"/>
            <a:ext cx="3632100" cy="3096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Selling price per unit: </a:t>
            </a:r>
            <a:r>
              <a:rPr lang="en-GB" sz="2400">
                <a:latin typeface="Times New Roman"/>
                <a:ea typeface="Times New Roman"/>
                <a:cs typeface="Times New Roman"/>
                <a:sym typeface="Times New Roman"/>
              </a:rPr>
              <a:t>£15</a:t>
            </a:r>
            <a:endParaRPr sz="2400">
              <a:latin typeface="Times New Roman"/>
              <a:ea typeface="Times New Roman"/>
              <a:cs typeface="Times New Roman"/>
              <a:sym typeface="Times New Roman"/>
            </a:endParaRPr>
          </a:p>
        </p:txBody>
      </p:sp>
      <p:sp>
        <p:nvSpPr>
          <p:cNvPr id="1314" name="Google Shape;1314;p108"/>
          <p:cNvSpPr txBox="1"/>
          <p:nvPr>
            <p:ph idx="1" type="body"/>
          </p:nvPr>
        </p:nvSpPr>
        <p:spPr>
          <a:xfrm>
            <a:off x="323988" y="2722135"/>
            <a:ext cx="3540300" cy="3096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Cost price per unit: </a:t>
            </a:r>
            <a:r>
              <a:rPr lang="en-GB" sz="2400">
                <a:latin typeface="Times New Roman"/>
                <a:ea typeface="Times New Roman"/>
                <a:cs typeface="Times New Roman"/>
                <a:sym typeface="Times New Roman"/>
              </a:rPr>
              <a:t>£20</a:t>
            </a:r>
            <a:endParaRPr sz="2400">
              <a:latin typeface="Times New Roman"/>
              <a:ea typeface="Times New Roman"/>
              <a:cs typeface="Times New Roman"/>
              <a:sym typeface="Times New Roman"/>
            </a:endParaRPr>
          </a:p>
        </p:txBody>
      </p:sp>
      <p:sp>
        <p:nvSpPr>
          <p:cNvPr id="1315" name="Google Shape;1315;p108"/>
          <p:cNvSpPr txBox="1"/>
          <p:nvPr>
            <p:ph idx="1" type="body"/>
          </p:nvPr>
        </p:nvSpPr>
        <p:spPr>
          <a:xfrm>
            <a:off x="324000" y="3234450"/>
            <a:ext cx="5170200" cy="3096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b="1" lang="en-GB"/>
              <a:t>Profit </a:t>
            </a:r>
            <a:r>
              <a:rPr lang="en-GB"/>
              <a:t>per unit: </a:t>
            </a:r>
            <a:r>
              <a:rPr lang="en-GB" sz="2400">
                <a:latin typeface="Times New Roman"/>
                <a:ea typeface="Times New Roman"/>
                <a:cs typeface="Times New Roman"/>
                <a:sym typeface="Times New Roman"/>
              </a:rPr>
              <a:t>£15 − £20 = −£5</a:t>
            </a:r>
            <a:endParaRPr sz="2400">
              <a:latin typeface="Times New Roman"/>
              <a:ea typeface="Times New Roman"/>
              <a:cs typeface="Times New Roman"/>
              <a:sym typeface="Times New Roman"/>
            </a:endParaRPr>
          </a:p>
        </p:txBody>
      </p:sp>
      <p:sp>
        <p:nvSpPr>
          <p:cNvPr id="1316" name="Google Shape;1316;p108"/>
          <p:cNvSpPr txBox="1"/>
          <p:nvPr>
            <p:ph idx="1" type="body"/>
          </p:nvPr>
        </p:nvSpPr>
        <p:spPr>
          <a:xfrm>
            <a:off x="324000" y="3700825"/>
            <a:ext cx="5932800" cy="3096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Annual </a:t>
            </a:r>
            <a:r>
              <a:rPr b="1" lang="en-GB"/>
              <a:t>profit</a:t>
            </a:r>
            <a:r>
              <a:rPr lang="en-GB"/>
              <a:t>: </a:t>
            </a:r>
            <a:r>
              <a:rPr lang="en-GB" sz="2400">
                <a:latin typeface="Times New Roman"/>
                <a:ea typeface="Times New Roman"/>
                <a:cs typeface="Times New Roman"/>
                <a:sym typeface="Times New Roman"/>
              </a:rPr>
              <a:t>4</a:t>
            </a:r>
            <a:r>
              <a:rPr lang="en-GB" sz="2400">
                <a:latin typeface="Times New Roman"/>
                <a:ea typeface="Times New Roman"/>
                <a:cs typeface="Times New Roman"/>
                <a:sym typeface="Times New Roman"/>
              </a:rPr>
              <a:t>00 000 × −£5 = −£2 000 000</a:t>
            </a:r>
            <a:endParaRPr sz="2400">
              <a:latin typeface="Times New Roman"/>
              <a:ea typeface="Times New Roman"/>
              <a:cs typeface="Times New Roman"/>
              <a:sym typeface="Times New Roman"/>
            </a:endParaRPr>
          </a:p>
        </p:txBody>
      </p:sp>
      <p:sp>
        <p:nvSpPr>
          <p:cNvPr id="1317" name="Google Shape;1317;p108"/>
          <p:cNvSpPr txBox="1"/>
          <p:nvPr>
            <p:ph idx="1" type="body"/>
          </p:nvPr>
        </p:nvSpPr>
        <p:spPr>
          <a:xfrm>
            <a:off x="5774400" y="2557824"/>
            <a:ext cx="3054300" cy="7281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The business ‘made a loss’ of </a:t>
            </a:r>
            <a:r>
              <a:rPr lang="en-GB" sz="2400">
                <a:latin typeface="Times New Roman"/>
                <a:ea typeface="Times New Roman"/>
                <a:cs typeface="Times New Roman"/>
                <a:sym typeface="Times New Roman"/>
              </a:rPr>
              <a:t>£2 000 000</a:t>
            </a:r>
            <a:endParaRPr/>
          </a:p>
        </p:txBody>
      </p:sp>
      <p:sp>
        <p:nvSpPr>
          <p:cNvPr id="1318" name="Google Shape;1318;p108"/>
          <p:cNvSpPr/>
          <p:nvPr/>
        </p:nvSpPr>
        <p:spPr>
          <a:xfrm>
            <a:off x="4290425" y="3700650"/>
            <a:ext cx="1714500" cy="382800"/>
          </a:xfrm>
          <a:prstGeom prst="roundRect">
            <a:avLst>
              <a:gd fmla="val 16667" name="adj"/>
            </a:avLst>
          </a:prstGeom>
          <a:noFill/>
          <a:ln cap="flat" cmpd="sng" w="38100">
            <a:solidFill>
              <a:schemeClr val="accent5"/>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1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1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1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1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1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1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1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317"/>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2" name="Shape 1322"/>
        <p:cNvGrpSpPr/>
        <p:nvPr/>
      </p:nvGrpSpPr>
      <p:grpSpPr>
        <a:xfrm>
          <a:off x="0" y="0"/>
          <a:ext cx="0" cy="0"/>
          <a:chOff x="0" y="0"/>
          <a:chExt cx="0" cy="0"/>
        </a:xfrm>
      </p:grpSpPr>
      <p:sp>
        <p:nvSpPr>
          <p:cNvPr id="1323" name="Google Shape;1323;p109"/>
          <p:cNvSpPr txBox="1"/>
          <p:nvPr>
            <p:ph idx="1" type="body"/>
          </p:nvPr>
        </p:nvSpPr>
        <p:spPr>
          <a:xfrm>
            <a:off x="324000" y="759300"/>
            <a:ext cx="8237700" cy="3096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Alternatively…</a:t>
            </a:r>
            <a:endParaRPr/>
          </a:p>
        </p:txBody>
      </p:sp>
      <p:sp>
        <p:nvSpPr>
          <p:cNvPr id="1324" name="Google Shape;1324;p109"/>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Maths in sales</a:t>
            </a:r>
            <a:endParaRPr/>
          </a:p>
        </p:txBody>
      </p:sp>
      <p:sp>
        <p:nvSpPr>
          <p:cNvPr id="1325" name="Google Shape;1325;p109"/>
          <p:cNvSpPr txBox="1"/>
          <p:nvPr>
            <p:ph idx="1" type="body"/>
          </p:nvPr>
        </p:nvSpPr>
        <p:spPr>
          <a:xfrm>
            <a:off x="324000" y="1322976"/>
            <a:ext cx="2563200" cy="3096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New situation:</a:t>
            </a:r>
            <a:endParaRPr/>
          </a:p>
        </p:txBody>
      </p:sp>
      <p:sp>
        <p:nvSpPr>
          <p:cNvPr id="1326" name="Google Shape;1326;p109"/>
          <p:cNvSpPr txBox="1"/>
          <p:nvPr>
            <p:ph idx="1" type="body"/>
          </p:nvPr>
        </p:nvSpPr>
        <p:spPr>
          <a:xfrm>
            <a:off x="324000" y="1789362"/>
            <a:ext cx="3201000" cy="3096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sz="2400">
                <a:latin typeface="Times New Roman"/>
                <a:ea typeface="Times New Roman"/>
                <a:cs typeface="Times New Roman"/>
                <a:sym typeface="Times New Roman"/>
              </a:rPr>
              <a:t>400 000</a:t>
            </a:r>
            <a:r>
              <a:rPr lang="en-GB"/>
              <a:t> units sold p.a.</a:t>
            </a:r>
            <a:endParaRPr/>
          </a:p>
        </p:txBody>
      </p:sp>
      <p:sp>
        <p:nvSpPr>
          <p:cNvPr id="1327" name="Google Shape;1327;p109"/>
          <p:cNvSpPr txBox="1"/>
          <p:nvPr>
            <p:ph idx="1" type="body"/>
          </p:nvPr>
        </p:nvSpPr>
        <p:spPr>
          <a:xfrm>
            <a:off x="323992" y="2255749"/>
            <a:ext cx="3632100" cy="3096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Selling price per unit: </a:t>
            </a:r>
            <a:r>
              <a:rPr lang="en-GB" sz="2400">
                <a:latin typeface="Times New Roman"/>
                <a:ea typeface="Times New Roman"/>
                <a:cs typeface="Times New Roman"/>
                <a:sym typeface="Times New Roman"/>
              </a:rPr>
              <a:t>£15</a:t>
            </a:r>
            <a:endParaRPr sz="2400">
              <a:latin typeface="Times New Roman"/>
              <a:ea typeface="Times New Roman"/>
              <a:cs typeface="Times New Roman"/>
              <a:sym typeface="Times New Roman"/>
            </a:endParaRPr>
          </a:p>
        </p:txBody>
      </p:sp>
      <p:sp>
        <p:nvSpPr>
          <p:cNvPr id="1328" name="Google Shape;1328;p109"/>
          <p:cNvSpPr txBox="1"/>
          <p:nvPr>
            <p:ph idx="1" type="body"/>
          </p:nvPr>
        </p:nvSpPr>
        <p:spPr>
          <a:xfrm>
            <a:off x="323988" y="2722135"/>
            <a:ext cx="3540300" cy="3096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Cost price per unit: </a:t>
            </a:r>
            <a:r>
              <a:rPr lang="en-GB" sz="2400">
                <a:latin typeface="Times New Roman"/>
                <a:ea typeface="Times New Roman"/>
                <a:cs typeface="Times New Roman"/>
                <a:sym typeface="Times New Roman"/>
              </a:rPr>
              <a:t>£20</a:t>
            </a:r>
            <a:endParaRPr sz="2400">
              <a:latin typeface="Times New Roman"/>
              <a:ea typeface="Times New Roman"/>
              <a:cs typeface="Times New Roman"/>
              <a:sym typeface="Times New Roman"/>
            </a:endParaRPr>
          </a:p>
        </p:txBody>
      </p:sp>
      <p:sp>
        <p:nvSpPr>
          <p:cNvPr id="1329" name="Google Shape;1329;p109"/>
          <p:cNvSpPr txBox="1"/>
          <p:nvPr>
            <p:ph idx="1" type="body"/>
          </p:nvPr>
        </p:nvSpPr>
        <p:spPr>
          <a:xfrm>
            <a:off x="349798" y="3324945"/>
            <a:ext cx="5073300" cy="3096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sz="2100"/>
              <a:t>Revenue: </a:t>
            </a:r>
            <a:r>
              <a:rPr lang="en-GB" sz="2300">
                <a:latin typeface="Times New Roman"/>
                <a:ea typeface="Times New Roman"/>
                <a:cs typeface="Times New Roman"/>
                <a:sym typeface="Times New Roman"/>
              </a:rPr>
              <a:t>4</a:t>
            </a:r>
            <a:r>
              <a:rPr lang="en-GB" sz="2300">
                <a:latin typeface="Times New Roman"/>
                <a:ea typeface="Times New Roman"/>
                <a:cs typeface="Times New Roman"/>
                <a:sym typeface="Times New Roman"/>
              </a:rPr>
              <a:t>00 000 × £15 = £6 000 000</a:t>
            </a:r>
            <a:endParaRPr sz="2300">
              <a:latin typeface="Times New Roman"/>
              <a:ea typeface="Times New Roman"/>
              <a:cs typeface="Times New Roman"/>
              <a:sym typeface="Times New Roman"/>
            </a:endParaRPr>
          </a:p>
        </p:txBody>
      </p:sp>
      <p:sp>
        <p:nvSpPr>
          <p:cNvPr id="1330" name="Google Shape;1330;p109"/>
          <p:cNvSpPr txBox="1"/>
          <p:nvPr>
            <p:ph idx="1" type="body"/>
          </p:nvPr>
        </p:nvSpPr>
        <p:spPr>
          <a:xfrm>
            <a:off x="324000" y="4172651"/>
            <a:ext cx="8496000" cy="3096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b="1" lang="en-GB" sz="2100"/>
              <a:t>Profit </a:t>
            </a:r>
            <a:r>
              <a:rPr lang="en-GB" sz="2300">
                <a:latin typeface="Times New Roman"/>
                <a:ea typeface="Times New Roman"/>
                <a:cs typeface="Times New Roman"/>
                <a:sym typeface="Times New Roman"/>
              </a:rPr>
              <a:t>=</a:t>
            </a:r>
            <a:r>
              <a:rPr lang="en-GB" sz="2100"/>
              <a:t> Revenue </a:t>
            </a:r>
            <a:r>
              <a:rPr lang="en-GB" sz="2300">
                <a:latin typeface="Times New Roman"/>
                <a:ea typeface="Times New Roman"/>
                <a:cs typeface="Times New Roman"/>
                <a:sym typeface="Times New Roman"/>
              </a:rPr>
              <a:t>−</a:t>
            </a:r>
            <a:r>
              <a:rPr lang="en-GB" sz="2100"/>
              <a:t> Costs </a:t>
            </a:r>
            <a:r>
              <a:rPr lang="en-GB" sz="2300">
                <a:latin typeface="Times New Roman"/>
                <a:ea typeface="Times New Roman"/>
                <a:cs typeface="Times New Roman"/>
                <a:sym typeface="Times New Roman"/>
              </a:rPr>
              <a:t>= £6 000 000 − £8 000 000 = −£2 000 000</a:t>
            </a:r>
            <a:endParaRPr sz="2300">
              <a:latin typeface="Times New Roman"/>
              <a:ea typeface="Times New Roman"/>
              <a:cs typeface="Times New Roman"/>
              <a:sym typeface="Times New Roman"/>
            </a:endParaRPr>
          </a:p>
        </p:txBody>
      </p:sp>
      <p:sp>
        <p:nvSpPr>
          <p:cNvPr id="1331" name="Google Shape;1331;p109"/>
          <p:cNvSpPr txBox="1"/>
          <p:nvPr>
            <p:ph idx="1" type="body"/>
          </p:nvPr>
        </p:nvSpPr>
        <p:spPr>
          <a:xfrm>
            <a:off x="349798" y="3736561"/>
            <a:ext cx="5073300" cy="3096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sz="2100"/>
              <a:t>Costs: </a:t>
            </a:r>
            <a:r>
              <a:rPr lang="en-GB" sz="2300">
                <a:latin typeface="Times New Roman"/>
                <a:ea typeface="Times New Roman"/>
                <a:cs typeface="Times New Roman"/>
                <a:sym typeface="Times New Roman"/>
              </a:rPr>
              <a:t>4</a:t>
            </a:r>
            <a:r>
              <a:rPr lang="en-GB" sz="2300">
                <a:latin typeface="Times New Roman"/>
                <a:ea typeface="Times New Roman"/>
                <a:cs typeface="Times New Roman"/>
                <a:sym typeface="Times New Roman"/>
              </a:rPr>
              <a:t>00 000 × £20 = £8 000 000</a:t>
            </a:r>
            <a:endParaRPr sz="2300">
              <a:latin typeface="Times New Roman"/>
              <a:ea typeface="Times New Roman"/>
              <a:cs typeface="Times New Roman"/>
              <a:sym typeface="Times New Roman"/>
            </a:endParaRPr>
          </a:p>
        </p:txBody>
      </p:sp>
      <p:sp>
        <p:nvSpPr>
          <p:cNvPr id="1332" name="Google Shape;1332;p109"/>
          <p:cNvSpPr txBox="1"/>
          <p:nvPr>
            <p:ph idx="1" type="body"/>
          </p:nvPr>
        </p:nvSpPr>
        <p:spPr>
          <a:xfrm>
            <a:off x="4122025" y="810675"/>
            <a:ext cx="4010700" cy="7152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sz="2100"/>
              <a:t>“We spent </a:t>
            </a:r>
            <a:r>
              <a:rPr lang="en-GB" sz="2300">
                <a:latin typeface="Times New Roman"/>
                <a:ea typeface="Times New Roman"/>
                <a:cs typeface="Times New Roman"/>
                <a:sym typeface="Times New Roman"/>
              </a:rPr>
              <a:t>£8 000 000 </a:t>
            </a:r>
            <a:r>
              <a:rPr lang="en-GB" sz="2100"/>
              <a:t>to make </a:t>
            </a:r>
            <a:r>
              <a:rPr lang="en-GB" sz="2300">
                <a:latin typeface="Times New Roman"/>
                <a:ea typeface="Times New Roman"/>
                <a:cs typeface="Times New Roman"/>
                <a:sym typeface="Times New Roman"/>
              </a:rPr>
              <a:t>£6 000 000</a:t>
            </a:r>
            <a:r>
              <a:rPr lang="en-GB" sz="2100"/>
              <a:t>. We lost </a:t>
            </a:r>
            <a:r>
              <a:rPr lang="en-GB" sz="2300">
                <a:latin typeface="Times New Roman"/>
                <a:ea typeface="Times New Roman"/>
                <a:cs typeface="Times New Roman"/>
                <a:sym typeface="Times New Roman"/>
              </a:rPr>
              <a:t>£2 000 000</a:t>
            </a:r>
            <a:r>
              <a:rPr lang="en-GB" sz="2100"/>
              <a:t>”</a:t>
            </a:r>
            <a:endParaRPr sz="2300">
              <a:latin typeface="Times New Roman"/>
              <a:ea typeface="Times New Roman"/>
              <a:cs typeface="Times New Roman"/>
              <a:sym typeface="Times New Roman"/>
            </a:endParaRPr>
          </a:p>
        </p:txBody>
      </p:sp>
      <p:sp>
        <p:nvSpPr>
          <p:cNvPr id="1333" name="Google Shape;1333;p109"/>
          <p:cNvSpPr txBox="1"/>
          <p:nvPr>
            <p:ph idx="1" type="body"/>
          </p:nvPr>
        </p:nvSpPr>
        <p:spPr>
          <a:xfrm>
            <a:off x="4122025" y="1740043"/>
            <a:ext cx="4698000" cy="7152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sz="2100"/>
              <a:t>This is clearly not a sensible thing to do. Businesses use mathematics in the form of commercial accounting to make decisions on pricing.</a:t>
            </a:r>
            <a:endParaRPr sz="2300">
              <a:latin typeface="Times New Roman"/>
              <a:ea typeface="Times New Roman"/>
              <a:cs typeface="Times New Roman"/>
              <a:sym typeface="Times New Roman"/>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2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3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3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3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33"/>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7" name="Shape 1337"/>
        <p:cNvGrpSpPr/>
        <p:nvPr/>
      </p:nvGrpSpPr>
      <p:grpSpPr>
        <a:xfrm>
          <a:off x="0" y="0"/>
          <a:ext cx="0" cy="0"/>
          <a:chOff x="0" y="0"/>
          <a:chExt cx="0" cy="0"/>
        </a:xfrm>
      </p:grpSpPr>
      <p:sp>
        <p:nvSpPr>
          <p:cNvPr id="1338" name="Google Shape;1338;p110"/>
          <p:cNvSpPr txBox="1"/>
          <p:nvPr>
            <p:ph idx="1" type="body"/>
          </p:nvPr>
        </p:nvSpPr>
        <p:spPr>
          <a:xfrm>
            <a:off x="324000" y="759300"/>
            <a:ext cx="8237700" cy="3972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a:t>Aisha and Alex work for a business that sells archery sets.</a:t>
            </a:r>
            <a:endParaRPr/>
          </a:p>
        </p:txBody>
      </p:sp>
      <p:sp>
        <p:nvSpPr>
          <p:cNvPr id="1339" name="Google Shape;1339;p110"/>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Clr>
                <a:schemeClr val="dk1"/>
              </a:buClr>
              <a:buSzPts val="1100"/>
              <a:buFont typeface="Arial"/>
              <a:buNone/>
            </a:pPr>
            <a:r>
              <a:rPr lang="en-GB"/>
              <a:t>Maths in sales</a:t>
            </a:r>
            <a:endParaRPr/>
          </a:p>
        </p:txBody>
      </p:sp>
      <p:pic>
        <p:nvPicPr>
          <p:cNvPr id="1340" name="Google Shape;1340;p110"/>
          <p:cNvPicPr preferRelativeResize="0"/>
          <p:nvPr/>
        </p:nvPicPr>
        <p:blipFill>
          <a:blip r:embed="rId3">
            <a:alphaModFix/>
          </a:blip>
          <a:stretch>
            <a:fillRect/>
          </a:stretch>
        </p:blipFill>
        <p:spPr>
          <a:xfrm>
            <a:off x="334725" y="3240625"/>
            <a:ext cx="837850" cy="1582056"/>
          </a:xfrm>
          <a:prstGeom prst="rect">
            <a:avLst/>
          </a:prstGeom>
          <a:noFill/>
          <a:ln>
            <a:noFill/>
          </a:ln>
        </p:spPr>
      </p:pic>
      <p:pic>
        <p:nvPicPr>
          <p:cNvPr id="1341" name="Google Shape;1341;p110"/>
          <p:cNvPicPr preferRelativeResize="0"/>
          <p:nvPr/>
        </p:nvPicPr>
        <p:blipFill>
          <a:blip r:embed="rId4">
            <a:alphaModFix/>
          </a:blip>
          <a:stretch>
            <a:fillRect/>
          </a:stretch>
        </p:blipFill>
        <p:spPr>
          <a:xfrm>
            <a:off x="7773676" y="3254745"/>
            <a:ext cx="1044388" cy="1204455"/>
          </a:xfrm>
          <a:prstGeom prst="rect">
            <a:avLst/>
          </a:prstGeom>
          <a:noFill/>
          <a:ln>
            <a:noFill/>
          </a:ln>
        </p:spPr>
      </p:pic>
      <p:sp>
        <p:nvSpPr>
          <p:cNvPr id="1342" name="Google Shape;1342;p110"/>
          <p:cNvSpPr txBox="1"/>
          <p:nvPr>
            <p:ph idx="1" type="body"/>
          </p:nvPr>
        </p:nvSpPr>
        <p:spPr>
          <a:xfrm>
            <a:off x="324000" y="1201175"/>
            <a:ext cx="8237700" cy="9936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0"/>
              </a:spcAft>
              <a:buNone/>
            </a:pPr>
            <a:r>
              <a:rPr lang="en-GB"/>
              <a:t>Their business currently sells </a:t>
            </a:r>
            <a:r>
              <a:rPr lang="en-GB" sz="2400">
                <a:latin typeface="Times New Roman"/>
                <a:ea typeface="Times New Roman"/>
                <a:cs typeface="Times New Roman"/>
                <a:sym typeface="Times New Roman"/>
              </a:rPr>
              <a:t>12</a:t>
            </a:r>
            <a:r>
              <a:rPr lang="en-GB" sz="2400">
                <a:latin typeface="Times New Roman"/>
                <a:ea typeface="Times New Roman"/>
                <a:cs typeface="Times New Roman"/>
                <a:sym typeface="Times New Roman"/>
              </a:rPr>
              <a:t> 000</a:t>
            </a:r>
            <a:r>
              <a:rPr lang="en-GB"/>
              <a:t> units p.a. at a price of </a:t>
            </a:r>
            <a:r>
              <a:rPr lang="en-GB" sz="2400">
                <a:latin typeface="Times New Roman"/>
                <a:ea typeface="Times New Roman"/>
                <a:cs typeface="Times New Roman"/>
                <a:sym typeface="Times New Roman"/>
              </a:rPr>
              <a:t>£80</a:t>
            </a:r>
            <a:r>
              <a:rPr lang="en-GB"/>
              <a:t> and the cost of producing, packaging and distributing each unit is </a:t>
            </a:r>
            <a:r>
              <a:rPr lang="en-GB" sz="2400">
                <a:latin typeface="Times New Roman"/>
                <a:ea typeface="Times New Roman"/>
                <a:cs typeface="Times New Roman"/>
                <a:sym typeface="Times New Roman"/>
              </a:rPr>
              <a:t>£50  </a:t>
            </a:r>
            <a:r>
              <a:rPr lang="en-GB"/>
              <a:t>Calculate their annual revenue and </a:t>
            </a:r>
            <a:r>
              <a:rPr b="1" lang="en-GB"/>
              <a:t>profit</a:t>
            </a:r>
            <a:r>
              <a:rPr lang="en-GB"/>
              <a:t>.</a:t>
            </a:r>
            <a:endParaRPr/>
          </a:p>
        </p:txBody>
      </p:sp>
      <p:sp>
        <p:nvSpPr>
          <p:cNvPr id="1343" name="Google Shape;1343;p110"/>
          <p:cNvSpPr txBox="1"/>
          <p:nvPr>
            <p:ph idx="1" type="body"/>
          </p:nvPr>
        </p:nvSpPr>
        <p:spPr>
          <a:xfrm>
            <a:off x="1721400" y="2517698"/>
            <a:ext cx="4535400" cy="3096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sz="2400">
                <a:latin typeface="Kalam"/>
                <a:ea typeface="Kalam"/>
                <a:cs typeface="Kalam"/>
                <a:sym typeface="Kalam"/>
              </a:rPr>
              <a:t>Revenue:</a:t>
            </a:r>
            <a:r>
              <a:rPr lang="en-GB" sz="2400"/>
              <a:t> </a:t>
            </a:r>
            <a:r>
              <a:rPr lang="en-GB" sz="2400">
                <a:latin typeface="Times New Roman"/>
                <a:ea typeface="Times New Roman"/>
                <a:cs typeface="Times New Roman"/>
                <a:sym typeface="Times New Roman"/>
              </a:rPr>
              <a:t>12</a:t>
            </a:r>
            <a:r>
              <a:rPr lang="en-GB" sz="2400">
                <a:latin typeface="Times New Roman"/>
                <a:ea typeface="Times New Roman"/>
                <a:cs typeface="Times New Roman"/>
                <a:sym typeface="Times New Roman"/>
              </a:rPr>
              <a:t> 000 × £80 = £960 000</a:t>
            </a:r>
            <a:endParaRPr sz="2400">
              <a:latin typeface="Times New Roman"/>
              <a:ea typeface="Times New Roman"/>
              <a:cs typeface="Times New Roman"/>
              <a:sym typeface="Times New Roman"/>
            </a:endParaRPr>
          </a:p>
        </p:txBody>
      </p:sp>
      <p:sp>
        <p:nvSpPr>
          <p:cNvPr id="1344" name="Google Shape;1344;p110"/>
          <p:cNvSpPr txBox="1"/>
          <p:nvPr>
            <p:ph idx="1" type="body"/>
          </p:nvPr>
        </p:nvSpPr>
        <p:spPr>
          <a:xfrm>
            <a:off x="1695600" y="3471875"/>
            <a:ext cx="3369900" cy="3096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b="1" lang="en-GB" sz="2400">
                <a:latin typeface="Kalam"/>
                <a:ea typeface="Kalam"/>
                <a:cs typeface="Kalam"/>
                <a:sym typeface="Kalam"/>
              </a:rPr>
              <a:t>Profit</a:t>
            </a:r>
            <a:r>
              <a:rPr b="1" lang="en-GB" sz="2400"/>
              <a:t> </a:t>
            </a:r>
            <a:r>
              <a:rPr lang="en-GB" sz="2400">
                <a:latin typeface="Times New Roman"/>
                <a:ea typeface="Times New Roman"/>
                <a:cs typeface="Times New Roman"/>
                <a:sym typeface="Times New Roman"/>
              </a:rPr>
              <a:t>=</a:t>
            </a:r>
            <a:r>
              <a:rPr lang="en-GB" sz="2400"/>
              <a:t> </a:t>
            </a:r>
            <a:r>
              <a:rPr lang="en-GB" sz="2400">
                <a:latin typeface="Kalam"/>
                <a:ea typeface="Kalam"/>
                <a:cs typeface="Kalam"/>
                <a:sym typeface="Kalam"/>
              </a:rPr>
              <a:t>Revenue</a:t>
            </a:r>
            <a:r>
              <a:rPr lang="en-GB" sz="2400"/>
              <a:t> </a:t>
            </a:r>
            <a:r>
              <a:rPr lang="en-GB" sz="2400">
                <a:latin typeface="Times New Roman"/>
                <a:ea typeface="Times New Roman"/>
                <a:cs typeface="Times New Roman"/>
                <a:sym typeface="Times New Roman"/>
              </a:rPr>
              <a:t>−</a:t>
            </a:r>
            <a:r>
              <a:rPr lang="en-GB" sz="2400"/>
              <a:t> </a:t>
            </a:r>
            <a:r>
              <a:rPr lang="en-GB" sz="2400">
                <a:latin typeface="Kalam"/>
                <a:ea typeface="Kalam"/>
                <a:cs typeface="Kalam"/>
                <a:sym typeface="Kalam"/>
              </a:rPr>
              <a:t>Costs</a:t>
            </a:r>
            <a:endParaRPr sz="2400">
              <a:latin typeface="Times New Roman"/>
              <a:ea typeface="Times New Roman"/>
              <a:cs typeface="Times New Roman"/>
              <a:sym typeface="Times New Roman"/>
            </a:endParaRPr>
          </a:p>
        </p:txBody>
      </p:sp>
      <p:sp>
        <p:nvSpPr>
          <p:cNvPr id="1345" name="Google Shape;1345;p110"/>
          <p:cNvSpPr txBox="1"/>
          <p:nvPr>
            <p:ph idx="1" type="body"/>
          </p:nvPr>
        </p:nvSpPr>
        <p:spPr>
          <a:xfrm>
            <a:off x="1721400" y="2974899"/>
            <a:ext cx="4145700" cy="3096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sz="2400">
                <a:latin typeface="Kalam"/>
                <a:ea typeface="Kalam"/>
                <a:cs typeface="Kalam"/>
                <a:sym typeface="Kalam"/>
              </a:rPr>
              <a:t>Costs:</a:t>
            </a:r>
            <a:r>
              <a:rPr lang="en-GB" sz="2400"/>
              <a:t> </a:t>
            </a:r>
            <a:r>
              <a:rPr lang="en-GB" sz="2400">
                <a:latin typeface="Times New Roman"/>
                <a:ea typeface="Times New Roman"/>
                <a:cs typeface="Times New Roman"/>
                <a:sym typeface="Times New Roman"/>
              </a:rPr>
              <a:t>12</a:t>
            </a:r>
            <a:r>
              <a:rPr lang="en-GB" sz="2400">
                <a:latin typeface="Times New Roman"/>
                <a:ea typeface="Times New Roman"/>
                <a:cs typeface="Times New Roman"/>
                <a:sym typeface="Times New Roman"/>
              </a:rPr>
              <a:t> 000 × £50 = £600 000</a:t>
            </a:r>
            <a:endParaRPr sz="2400">
              <a:latin typeface="Times New Roman"/>
              <a:ea typeface="Times New Roman"/>
              <a:cs typeface="Times New Roman"/>
              <a:sym typeface="Times New Roman"/>
            </a:endParaRPr>
          </a:p>
        </p:txBody>
      </p:sp>
      <p:sp>
        <p:nvSpPr>
          <p:cNvPr id="1346" name="Google Shape;1346;p110"/>
          <p:cNvSpPr txBox="1"/>
          <p:nvPr>
            <p:ph idx="1" type="body"/>
          </p:nvPr>
        </p:nvSpPr>
        <p:spPr>
          <a:xfrm>
            <a:off x="2503624" y="3929067"/>
            <a:ext cx="2980800" cy="3096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sz="2400">
                <a:latin typeface="Times New Roman"/>
                <a:ea typeface="Times New Roman"/>
                <a:cs typeface="Times New Roman"/>
                <a:sym typeface="Times New Roman"/>
              </a:rPr>
              <a:t>= £960 000 − £600 000 = £360 000</a:t>
            </a:r>
            <a:endParaRPr sz="2400">
              <a:latin typeface="Times New Roman"/>
              <a:ea typeface="Times New Roman"/>
              <a:cs typeface="Times New Roman"/>
              <a:sym typeface="Times New Roman"/>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4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4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4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4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0" name="Shape 1350"/>
        <p:cNvGrpSpPr/>
        <p:nvPr/>
      </p:nvGrpSpPr>
      <p:grpSpPr>
        <a:xfrm>
          <a:off x="0" y="0"/>
          <a:ext cx="0" cy="0"/>
          <a:chOff x="0" y="0"/>
          <a:chExt cx="0" cy="0"/>
        </a:xfrm>
      </p:grpSpPr>
      <p:pic>
        <p:nvPicPr>
          <p:cNvPr id="1351" name="Google Shape;1351;p111"/>
          <p:cNvPicPr preferRelativeResize="0"/>
          <p:nvPr/>
        </p:nvPicPr>
        <p:blipFill rotWithShape="1">
          <a:blip r:embed="rId3">
            <a:alphaModFix/>
          </a:blip>
          <a:srcRect b="43690" l="0" r="57905" t="0"/>
          <a:stretch/>
        </p:blipFill>
        <p:spPr>
          <a:xfrm flipH="1">
            <a:off x="920082" y="2842325"/>
            <a:ext cx="6643476" cy="1345125"/>
          </a:xfrm>
          <a:prstGeom prst="rect">
            <a:avLst/>
          </a:prstGeom>
          <a:noFill/>
          <a:ln>
            <a:noFill/>
          </a:ln>
        </p:spPr>
      </p:pic>
      <p:sp>
        <p:nvSpPr>
          <p:cNvPr id="1352" name="Google Shape;1352;p111"/>
          <p:cNvSpPr txBox="1"/>
          <p:nvPr>
            <p:ph idx="1" type="body"/>
          </p:nvPr>
        </p:nvSpPr>
        <p:spPr>
          <a:xfrm>
            <a:off x="324000" y="759300"/>
            <a:ext cx="8237700" cy="397200"/>
          </a:xfrm>
          <a:prstGeom prst="rect">
            <a:avLst/>
          </a:prstGeom>
        </p:spPr>
        <p:txBody>
          <a:bodyPr anchorCtr="0" anchor="t" bIns="0" lIns="0" spcFirstLastPara="1" rIns="0" wrap="square" tIns="0">
            <a:noAutofit/>
          </a:bodyPr>
          <a:lstStyle/>
          <a:p>
            <a:pPr indent="0" lvl="0" marL="0" rtl="0" algn="l">
              <a:spcBef>
                <a:spcPts val="0"/>
              </a:spcBef>
              <a:spcAft>
                <a:spcPts val="1000"/>
              </a:spcAft>
              <a:buClr>
                <a:schemeClr val="dk1"/>
              </a:buClr>
              <a:buSzPts val="1100"/>
              <a:buFont typeface="Arial"/>
              <a:buNone/>
            </a:pPr>
            <a:r>
              <a:rPr lang="en-GB"/>
              <a:t>Aisha and Alex work for a business that sells archery sets.</a:t>
            </a:r>
            <a:endParaRPr/>
          </a:p>
        </p:txBody>
      </p:sp>
      <p:sp>
        <p:nvSpPr>
          <p:cNvPr id="1353" name="Google Shape;1353;p111"/>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Maths in sales</a:t>
            </a:r>
            <a:endParaRPr/>
          </a:p>
        </p:txBody>
      </p:sp>
      <p:pic>
        <p:nvPicPr>
          <p:cNvPr id="1354" name="Google Shape;1354;p111"/>
          <p:cNvPicPr preferRelativeResize="0"/>
          <p:nvPr/>
        </p:nvPicPr>
        <p:blipFill>
          <a:blip r:embed="rId4">
            <a:alphaModFix/>
          </a:blip>
          <a:stretch>
            <a:fillRect/>
          </a:stretch>
        </p:blipFill>
        <p:spPr>
          <a:xfrm>
            <a:off x="334725" y="3240625"/>
            <a:ext cx="837850" cy="1582056"/>
          </a:xfrm>
          <a:prstGeom prst="rect">
            <a:avLst/>
          </a:prstGeom>
          <a:noFill/>
          <a:ln>
            <a:noFill/>
          </a:ln>
        </p:spPr>
      </p:pic>
      <p:pic>
        <p:nvPicPr>
          <p:cNvPr id="1355" name="Google Shape;1355;p111"/>
          <p:cNvPicPr preferRelativeResize="0"/>
          <p:nvPr/>
        </p:nvPicPr>
        <p:blipFill>
          <a:blip r:embed="rId5">
            <a:alphaModFix/>
          </a:blip>
          <a:stretch>
            <a:fillRect/>
          </a:stretch>
        </p:blipFill>
        <p:spPr>
          <a:xfrm>
            <a:off x="7773676" y="3254745"/>
            <a:ext cx="1044388" cy="1204455"/>
          </a:xfrm>
          <a:prstGeom prst="rect">
            <a:avLst/>
          </a:prstGeom>
          <a:noFill/>
          <a:ln>
            <a:noFill/>
          </a:ln>
        </p:spPr>
      </p:pic>
      <p:sp>
        <p:nvSpPr>
          <p:cNvPr id="1356" name="Google Shape;1356;p111"/>
          <p:cNvSpPr txBox="1"/>
          <p:nvPr>
            <p:ph idx="1" type="body"/>
          </p:nvPr>
        </p:nvSpPr>
        <p:spPr>
          <a:xfrm>
            <a:off x="324000" y="1216160"/>
            <a:ext cx="2563200" cy="3096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Current situation:</a:t>
            </a:r>
            <a:endParaRPr/>
          </a:p>
        </p:txBody>
      </p:sp>
      <p:sp>
        <p:nvSpPr>
          <p:cNvPr id="1357" name="Google Shape;1357;p111"/>
          <p:cNvSpPr txBox="1"/>
          <p:nvPr>
            <p:ph idx="1" type="body"/>
          </p:nvPr>
        </p:nvSpPr>
        <p:spPr>
          <a:xfrm>
            <a:off x="324000" y="1606456"/>
            <a:ext cx="3201000" cy="3096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sz="2400">
                <a:latin typeface="Times New Roman"/>
                <a:ea typeface="Times New Roman"/>
                <a:cs typeface="Times New Roman"/>
                <a:sym typeface="Times New Roman"/>
              </a:rPr>
              <a:t>12</a:t>
            </a:r>
            <a:r>
              <a:rPr lang="en-GB" sz="2400">
                <a:latin typeface="Times New Roman"/>
                <a:ea typeface="Times New Roman"/>
                <a:cs typeface="Times New Roman"/>
                <a:sym typeface="Times New Roman"/>
              </a:rPr>
              <a:t> 000</a:t>
            </a:r>
            <a:r>
              <a:rPr lang="en-GB"/>
              <a:t> units sold p.a.</a:t>
            </a:r>
            <a:endParaRPr/>
          </a:p>
        </p:txBody>
      </p:sp>
      <p:sp>
        <p:nvSpPr>
          <p:cNvPr id="1358" name="Google Shape;1358;p111"/>
          <p:cNvSpPr txBox="1"/>
          <p:nvPr>
            <p:ph idx="1" type="body"/>
          </p:nvPr>
        </p:nvSpPr>
        <p:spPr>
          <a:xfrm>
            <a:off x="323997" y="1996753"/>
            <a:ext cx="2359200" cy="3096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Selling price: </a:t>
            </a:r>
            <a:r>
              <a:rPr lang="en-GB" sz="2400">
                <a:latin typeface="Times New Roman"/>
                <a:ea typeface="Times New Roman"/>
                <a:cs typeface="Times New Roman"/>
                <a:sym typeface="Times New Roman"/>
              </a:rPr>
              <a:t>£80</a:t>
            </a:r>
            <a:endParaRPr sz="2400">
              <a:latin typeface="Times New Roman"/>
              <a:ea typeface="Times New Roman"/>
              <a:cs typeface="Times New Roman"/>
              <a:sym typeface="Times New Roman"/>
            </a:endParaRPr>
          </a:p>
        </p:txBody>
      </p:sp>
      <p:sp>
        <p:nvSpPr>
          <p:cNvPr id="1359" name="Google Shape;1359;p111"/>
          <p:cNvSpPr txBox="1"/>
          <p:nvPr>
            <p:ph idx="1" type="body"/>
          </p:nvPr>
        </p:nvSpPr>
        <p:spPr>
          <a:xfrm>
            <a:off x="323995" y="2387049"/>
            <a:ext cx="2133600" cy="3096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Cost price: </a:t>
            </a:r>
            <a:r>
              <a:rPr lang="en-GB" sz="2400">
                <a:latin typeface="Times New Roman"/>
                <a:ea typeface="Times New Roman"/>
                <a:cs typeface="Times New Roman"/>
                <a:sym typeface="Times New Roman"/>
              </a:rPr>
              <a:t>£50</a:t>
            </a:r>
            <a:endParaRPr sz="2400">
              <a:latin typeface="Times New Roman"/>
              <a:ea typeface="Times New Roman"/>
              <a:cs typeface="Times New Roman"/>
              <a:sym typeface="Times New Roman"/>
            </a:endParaRPr>
          </a:p>
        </p:txBody>
      </p:sp>
      <p:sp>
        <p:nvSpPr>
          <p:cNvPr id="1360" name="Google Shape;1360;p111"/>
          <p:cNvSpPr txBox="1"/>
          <p:nvPr>
            <p:ph idx="1" type="body"/>
          </p:nvPr>
        </p:nvSpPr>
        <p:spPr>
          <a:xfrm>
            <a:off x="1408084" y="2892561"/>
            <a:ext cx="6119100" cy="10041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0"/>
              </a:spcAft>
              <a:buNone/>
            </a:pPr>
            <a:r>
              <a:rPr lang="en-GB"/>
              <a:t>Customers have told me if</a:t>
            </a:r>
            <a:r>
              <a:rPr lang="en-GB"/>
              <a:t> we half our price they will buy twice as many sets. We’d really hit the bullseye with our sales numbers!</a:t>
            </a:r>
            <a:endParaRPr/>
          </a:p>
        </p:txBody>
      </p:sp>
      <p:sp>
        <p:nvSpPr>
          <p:cNvPr id="1361" name="Google Shape;1361;p111"/>
          <p:cNvSpPr txBox="1"/>
          <p:nvPr>
            <p:ph idx="1" type="body"/>
          </p:nvPr>
        </p:nvSpPr>
        <p:spPr>
          <a:xfrm>
            <a:off x="1307625" y="4172366"/>
            <a:ext cx="6219600" cy="10041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t>Be the accountant and show why it would be a poor commercial decision to halve their prices.</a:t>
            </a:r>
            <a:endParaRPr sz="2000"/>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5" name="Shape 1365"/>
        <p:cNvGrpSpPr/>
        <p:nvPr/>
      </p:nvGrpSpPr>
      <p:grpSpPr>
        <a:xfrm>
          <a:off x="0" y="0"/>
          <a:ext cx="0" cy="0"/>
          <a:chOff x="0" y="0"/>
          <a:chExt cx="0" cy="0"/>
        </a:xfrm>
      </p:grpSpPr>
      <p:sp>
        <p:nvSpPr>
          <p:cNvPr id="1366" name="Google Shape;1366;p112"/>
          <p:cNvSpPr txBox="1"/>
          <p:nvPr>
            <p:ph idx="1" type="body"/>
          </p:nvPr>
        </p:nvSpPr>
        <p:spPr>
          <a:xfrm>
            <a:off x="324000" y="759300"/>
            <a:ext cx="8237700" cy="397200"/>
          </a:xfrm>
          <a:prstGeom prst="rect">
            <a:avLst/>
          </a:prstGeom>
        </p:spPr>
        <p:txBody>
          <a:bodyPr anchorCtr="0" anchor="t" bIns="0" lIns="0" spcFirstLastPara="1" rIns="0" wrap="square" tIns="0">
            <a:noAutofit/>
          </a:bodyPr>
          <a:lstStyle/>
          <a:p>
            <a:pPr indent="0" lvl="0" marL="0" rtl="0" algn="l">
              <a:spcBef>
                <a:spcPts val="0"/>
              </a:spcBef>
              <a:spcAft>
                <a:spcPts val="1000"/>
              </a:spcAft>
              <a:buClr>
                <a:schemeClr val="dk1"/>
              </a:buClr>
              <a:buSzPts val="1100"/>
              <a:buFont typeface="Arial"/>
              <a:buNone/>
            </a:pPr>
            <a:r>
              <a:rPr lang="en-GB"/>
              <a:t>Aisha and Alex work for a business that sells archery sets.</a:t>
            </a:r>
            <a:endParaRPr/>
          </a:p>
        </p:txBody>
      </p:sp>
      <p:sp>
        <p:nvSpPr>
          <p:cNvPr id="1367" name="Google Shape;1367;p112"/>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Maths in sales</a:t>
            </a:r>
            <a:endParaRPr/>
          </a:p>
        </p:txBody>
      </p:sp>
      <p:pic>
        <p:nvPicPr>
          <p:cNvPr id="1368" name="Google Shape;1368;p112"/>
          <p:cNvPicPr preferRelativeResize="0"/>
          <p:nvPr/>
        </p:nvPicPr>
        <p:blipFill>
          <a:blip r:embed="rId3">
            <a:alphaModFix/>
          </a:blip>
          <a:stretch>
            <a:fillRect/>
          </a:stretch>
        </p:blipFill>
        <p:spPr>
          <a:xfrm>
            <a:off x="334725" y="3240625"/>
            <a:ext cx="837850" cy="1582056"/>
          </a:xfrm>
          <a:prstGeom prst="rect">
            <a:avLst/>
          </a:prstGeom>
          <a:noFill/>
          <a:ln>
            <a:noFill/>
          </a:ln>
        </p:spPr>
      </p:pic>
      <p:pic>
        <p:nvPicPr>
          <p:cNvPr id="1369" name="Google Shape;1369;p112"/>
          <p:cNvPicPr preferRelativeResize="0"/>
          <p:nvPr/>
        </p:nvPicPr>
        <p:blipFill>
          <a:blip r:embed="rId4">
            <a:alphaModFix/>
          </a:blip>
          <a:stretch>
            <a:fillRect/>
          </a:stretch>
        </p:blipFill>
        <p:spPr>
          <a:xfrm>
            <a:off x="7773676" y="3254745"/>
            <a:ext cx="1044388" cy="1204455"/>
          </a:xfrm>
          <a:prstGeom prst="rect">
            <a:avLst/>
          </a:prstGeom>
          <a:noFill/>
          <a:ln>
            <a:noFill/>
          </a:ln>
        </p:spPr>
      </p:pic>
      <p:sp>
        <p:nvSpPr>
          <p:cNvPr id="1370" name="Google Shape;1370;p112"/>
          <p:cNvSpPr txBox="1"/>
          <p:nvPr>
            <p:ph idx="1" type="body"/>
          </p:nvPr>
        </p:nvSpPr>
        <p:spPr>
          <a:xfrm>
            <a:off x="324000" y="1216160"/>
            <a:ext cx="2563200" cy="3096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Current situation:</a:t>
            </a:r>
            <a:endParaRPr/>
          </a:p>
        </p:txBody>
      </p:sp>
      <p:sp>
        <p:nvSpPr>
          <p:cNvPr id="1371" name="Google Shape;1371;p112"/>
          <p:cNvSpPr txBox="1"/>
          <p:nvPr>
            <p:ph idx="1" type="body"/>
          </p:nvPr>
        </p:nvSpPr>
        <p:spPr>
          <a:xfrm>
            <a:off x="324000" y="1606456"/>
            <a:ext cx="3201000" cy="3096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sz="2400">
                <a:latin typeface="Times New Roman"/>
                <a:ea typeface="Times New Roman"/>
                <a:cs typeface="Times New Roman"/>
                <a:sym typeface="Times New Roman"/>
              </a:rPr>
              <a:t>12 000</a:t>
            </a:r>
            <a:r>
              <a:rPr lang="en-GB"/>
              <a:t> units sold p.a.</a:t>
            </a:r>
            <a:endParaRPr/>
          </a:p>
        </p:txBody>
      </p:sp>
      <p:sp>
        <p:nvSpPr>
          <p:cNvPr id="1372" name="Google Shape;1372;p112"/>
          <p:cNvSpPr txBox="1"/>
          <p:nvPr>
            <p:ph idx="1" type="body"/>
          </p:nvPr>
        </p:nvSpPr>
        <p:spPr>
          <a:xfrm>
            <a:off x="323997" y="1996753"/>
            <a:ext cx="2359200" cy="3096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Selling price: </a:t>
            </a:r>
            <a:r>
              <a:rPr lang="en-GB" sz="2400">
                <a:latin typeface="Times New Roman"/>
                <a:ea typeface="Times New Roman"/>
                <a:cs typeface="Times New Roman"/>
                <a:sym typeface="Times New Roman"/>
              </a:rPr>
              <a:t>£80</a:t>
            </a:r>
            <a:endParaRPr sz="2400">
              <a:latin typeface="Times New Roman"/>
              <a:ea typeface="Times New Roman"/>
              <a:cs typeface="Times New Roman"/>
              <a:sym typeface="Times New Roman"/>
            </a:endParaRPr>
          </a:p>
        </p:txBody>
      </p:sp>
      <p:sp>
        <p:nvSpPr>
          <p:cNvPr id="1373" name="Google Shape;1373;p112"/>
          <p:cNvSpPr txBox="1"/>
          <p:nvPr>
            <p:ph idx="1" type="body"/>
          </p:nvPr>
        </p:nvSpPr>
        <p:spPr>
          <a:xfrm>
            <a:off x="323995" y="2387049"/>
            <a:ext cx="2133600" cy="3096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Cost price: </a:t>
            </a:r>
            <a:r>
              <a:rPr lang="en-GB" sz="2400">
                <a:latin typeface="Times New Roman"/>
                <a:ea typeface="Times New Roman"/>
                <a:cs typeface="Times New Roman"/>
                <a:sym typeface="Times New Roman"/>
              </a:rPr>
              <a:t>£50</a:t>
            </a:r>
            <a:endParaRPr sz="2400">
              <a:latin typeface="Times New Roman"/>
              <a:ea typeface="Times New Roman"/>
              <a:cs typeface="Times New Roman"/>
              <a:sym typeface="Times New Roman"/>
            </a:endParaRPr>
          </a:p>
        </p:txBody>
      </p:sp>
      <p:sp>
        <p:nvSpPr>
          <p:cNvPr id="1374" name="Google Shape;1374;p112"/>
          <p:cNvSpPr txBox="1"/>
          <p:nvPr>
            <p:ph idx="1" type="body"/>
          </p:nvPr>
        </p:nvSpPr>
        <p:spPr>
          <a:xfrm>
            <a:off x="369584" y="2801383"/>
            <a:ext cx="2242800" cy="3096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b="1" lang="en-GB" sz="2400">
                <a:latin typeface="Kalam"/>
                <a:ea typeface="Kalam"/>
                <a:cs typeface="Kalam"/>
                <a:sym typeface="Kalam"/>
              </a:rPr>
              <a:t>Profit</a:t>
            </a:r>
            <a:r>
              <a:rPr b="1" lang="en-GB" sz="2400"/>
              <a:t> </a:t>
            </a:r>
            <a:r>
              <a:rPr lang="en-GB" sz="2400">
                <a:latin typeface="Times New Roman"/>
                <a:ea typeface="Times New Roman"/>
                <a:cs typeface="Times New Roman"/>
                <a:sym typeface="Times New Roman"/>
              </a:rPr>
              <a:t>=</a:t>
            </a:r>
            <a:r>
              <a:rPr lang="en-GB" sz="2400"/>
              <a:t> </a:t>
            </a:r>
            <a:r>
              <a:rPr lang="en-GB" sz="2400">
                <a:latin typeface="Times New Roman"/>
                <a:ea typeface="Times New Roman"/>
                <a:cs typeface="Times New Roman"/>
                <a:sym typeface="Times New Roman"/>
              </a:rPr>
              <a:t>£360 000</a:t>
            </a:r>
            <a:endParaRPr sz="2400">
              <a:latin typeface="Times New Roman"/>
              <a:ea typeface="Times New Roman"/>
              <a:cs typeface="Times New Roman"/>
              <a:sym typeface="Times New Roman"/>
            </a:endParaRPr>
          </a:p>
        </p:txBody>
      </p:sp>
      <p:sp>
        <p:nvSpPr>
          <p:cNvPr id="1375" name="Google Shape;1375;p112"/>
          <p:cNvSpPr txBox="1"/>
          <p:nvPr>
            <p:ph idx="1" type="body"/>
          </p:nvPr>
        </p:nvSpPr>
        <p:spPr>
          <a:xfrm>
            <a:off x="4331984" y="1216160"/>
            <a:ext cx="2563200" cy="3096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New</a:t>
            </a:r>
            <a:r>
              <a:rPr lang="en-GB"/>
              <a:t> situation:</a:t>
            </a:r>
            <a:endParaRPr/>
          </a:p>
        </p:txBody>
      </p:sp>
      <p:sp>
        <p:nvSpPr>
          <p:cNvPr id="1376" name="Google Shape;1376;p112"/>
          <p:cNvSpPr txBox="1"/>
          <p:nvPr>
            <p:ph idx="1" type="body"/>
          </p:nvPr>
        </p:nvSpPr>
        <p:spPr>
          <a:xfrm>
            <a:off x="4331984" y="1606456"/>
            <a:ext cx="3201000" cy="3096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sz="2400">
                <a:latin typeface="Times New Roman"/>
                <a:ea typeface="Times New Roman"/>
                <a:cs typeface="Times New Roman"/>
                <a:sym typeface="Times New Roman"/>
              </a:rPr>
              <a:t>24</a:t>
            </a:r>
            <a:r>
              <a:rPr lang="en-GB" sz="2400">
                <a:latin typeface="Times New Roman"/>
                <a:ea typeface="Times New Roman"/>
                <a:cs typeface="Times New Roman"/>
                <a:sym typeface="Times New Roman"/>
              </a:rPr>
              <a:t> 000</a:t>
            </a:r>
            <a:r>
              <a:rPr lang="en-GB"/>
              <a:t> units sold p.a.</a:t>
            </a:r>
            <a:endParaRPr/>
          </a:p>
        </p:txBody>
      </p:sp>
      <p:sp>
        <p:nvSpPr>
          <p:cNvPr id="1377" name="Google Shape;1377;p112"/>
          <p:cNvSpPr txBox="1"/>
          <p:nvPr>
            <p:ph idx="1" type="body"/>
          </p:nvPr>
        </p:nvSpPr>
        <p:spPr>
          <a:xfrm>
            <a:off x="4331981" y="1996753"/>
            <a:ext cx="2359200" cy="3096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Selling price: </a:t>
            </a:r>
            <a:r>
              <a:rPr lang="en-GB" sz="2400">
                <a:latin typeface="Times New Roman"/>
                <a:ea typeface="Times New Roman"/>
                <a:cs typeface="Times New Roman"/>
                <a:sym typeface="Times New Roman"/>
              </a:rPr>
              <a:t>£40</a:t>
            </a:r>
            <a:endParaRPr sz="2400">
              <a:latin typeface="Times New Roman"/>
              <a:ea typeface="Times New Roman"/>
              <a:cs typeface="Times New Roman"/>
              <a:sym typeface="Times New Roman"/>
            </a:endParaRPr>
          </a:p>
        </p:txBody>
      </p:sp>
      <p:sp>
        <p:nvSpPr>
          <p:cNvPr id="1378" name="Google Shape;1378;p112"/>
          <p:cNvSpPr txBox="1"/>
          <p:nvPr>
            <p:ph idx="1" type="body"/>
          </p:nvPr>
        </p:nvSpPr>
        <p:spPr>
          <a:xfrm>
            <a:off x="4331979" y="2387049"/>
            <a:ext cx="2133600" cy="3096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Cost price: </a:t>
            </a:r>
            <a:r>
              <a:rPr lang="en-GB" sz="2400">
                <a:latin typeface="Times New Roman"/>
                <a:ea typeface="Times New Roman"/>
                <a:cs typeface="Times New Roman"/>
                <a:sym typeface="Times New Roman"/>
              </a:rPr>
              <a:t>£50</a:t>
            </a:r>
            <a:endParaRPr sz="2400">
              <a:latin typeface="Times New Roman"/>
              <a:ea typeface="Times New Roman"/>
              <a:cs typeface="Times New Roman"/>
              <a:sym typeface="Times New Roman"/>
            </a:endParaRPr>
          </a:p>
        </p:txBody>
      </p:sp>
      <p:sp>
        <p:nvSpPr>
          <p:cNvPr id="1379" name="Google Shape;1379;p112"/>
          <p:cNvSpPr txBox="1"/>
          <p:nvPr>
            <p:ph idx="1" type="body"/>
          </p:nvPr>
        </p:nvSpPr>
        <p:spPr>
          <a:xfrm>
            <a:off x="3489308" y="2792222"/>
            <a:ext cx="4535400" cy="3096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sz="2400">
                <a:latin typeface="Kalam"/>
                <a:ea typeface="Kalam"/>
                <a:cs typeface="Kalam"/>
                <a:sym typeface="Kalam"/>
              </a:rPr>
              <a:t>Revenue:</a:t>
            </a:r>
            <a:r>
              <a:rPr lang="en-GB" sz="2400"/>
              <a:t> </a:t>
            </a:r>
            <a:r>
              <a:rPr lang="en-GB" sz="2400">
                <a:latin typeface="Times New Roman"/>
                <a:ea typeface="Times New Roman"/>
                <a:cs typeface="Times New Roman"/>
                <a:sym typeface="Times New Roman"/>
              </a:rPr>
              <a:t>24</a:t>
            </a:r>
            <a:r>
              <a:rPr lang="en-GB" sz="2400">
                <a:latin typeface="Times New Roman"/>
                <a:ea typeface="Times New Roman"/>
                <a:cs typeface="Times New Roman"/>
                <a:sym typeface="Times New Roman"/>
              </a:rPr>
              <a:t> 000 × £40 = £960 000</a:t>
            </a:r>
            <a:endParaRPr sz="2400">
              <a:latin typeface="Times New Roman"/>
              <a:ea typeface="Times New Roman"/>
              <a:cs typeface="Times New Roman"/>
              <a:sym typeface="Times New Roman"/>
            </a:endParaRPr>
          </a:p>
        </p:txBody>
      </p:sp>
      <p:sp>
        <p:nvSpPr>
          <p:cNvPr id="1380" name="Google Shape;1380;p112"/>
          <p:cNvSpPr txBox="1"/>
          <p:nvPr>
            <p:ph idx="1" type="body"/>
          </p:nvPr>
        </p:nvSpPr>
        <p:spPr>
          <a:xfrm>
            <a:off x="3493784" y="3685176"/>
            <a:ext cx="837900" cy="3096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b="1" lang="en-GB" sz="2400">
                <a:latin typeface="Kalam"/>
                <a:ea typeface="Kalam"/>
                <a:cs typeface="Kalam"/>
                <a:sym typeface="Kalam"/>
              </a:rPr>
              <a:t>Profit</a:t>
            </a:r>
            <a:endParaRPr b="1" sz="2400">
              <a:latin typeface="Times New Roman"/>
              <a:ea typeface="Times New Roman"/>
              <a:cs typeface="Times New Roman"/>
              <a:sym typeface="Times New Roman"/>
            </a:endParaRPr>
          </a:p>
        </p:txBody>
      </p:sp>
      <p:sp>
        <p:nvSpPr>
          <p:cNvPr id="1381" name="Google Shape;1381;p112"/>
          <p:cNvSpPr txBox="1"/>
          <p:nvPr>
            <p:ph idx="1" type="body"/>
          </p:nvPr>
        </p:nvSpPr>
        <p:spPr>
          <a:xfrm>
            <a:off x="3489308" y="3234125"/>
            <a:ext cx="4307100" cy="3096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sz="2400">
                <a:latin typeface="Kalam"/>
                <a:ea typeface="Kalam"/>
                <a:cs typeface="Kalam"/>
                <a:sym typeface="Kalam"/>
              </a:rPr>
              <a:t>Costs:</a:t>
            </a:r>
            <a:r>
              <a:rPr lang="en-GB" sz="2400"/>
              <a:t> </a:t>
            </a:r>
            <a:r>
              <a:rPr lang="en-GB" sz="2400">
                <a:latin typeface="Times New Roman"/>
                <a:ea typeface="Times New Roman"/>
                <a:cs typeface="Times New Roman"/>
                <a:sym typeface="Times New Roman"/>
              </a:rPr>
              <a:t>24</a:t>
            </a:r>
            <a:r>
              <a:rPr lang="en-GB" sz="2400">
                <a:latin typeface="Times New Roman"/>
                <a:ea typeface="Times New Roman"/>
                <a:cs typeface="Times New Roman"/>
                <a:sym typeface="Times New Roman"/>
              </a:rPr>
              <a:t> 000 × £50 = £1 200 000</a:t>
            </a:r>
            <a:endParaRPr sz="2400">
              <a:latin typeface="Times New Roman"/>
              <a:ea typeface="Times New Roman"/>
              <a:cs typeface="Times New Roman"/>
              <a:sym typeface="Times New Roman"/>
            </a:endParaRPr>
          </a:p>
        </p:txBody>
      </p:sp>
      <p:sp>
        <p:nvSpPr>
          <p:cNvPr id="1382" name="Google Shape;1382;p112"/>
          <p:cNvSpPr txBox="1"/>
          <p:nvPr>
            <p:ph idx="1" type="body"/>
          </p:nvPr>
        </p:nvSpPr>
        <p:spPr>
          <a:xfrm>
            <a:off x="4301708" y="3669843"/>
            <a:ext cx="3201000" cy="3096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sz="2400">
                <a:latin typeface="Times New Roman"/>
                <a:ea typeface="Times New Roman"/>
                <a:cs typeface="Times New Roman"/>
                <a:sym typeface="Times New Roman"/>
              </a:rPr>
              <a:t>= £960 000 − £1 200 000 = −£240 000</a:t>
            </a:r>
            <a:endParaRPr sz="2400">
              <a:latin typeface="Times New Roman"/>
              <a:ea typeface="Times New Roman"/>
              <a:cs typeface="Times New Roman"/>
              <a:sym typeface="Times New Roman"/>
            </a:endParaRPr>
          </a:p>
        </p:txBody>
      </p:sp>
      <p:sp>
        <p:nvSpPr>
          <p:cNvPr id="1383" name="Google Shape;1383;p112"/>
          <p:cNvSpPr txBox="1"/>
          <p:nvPr>
            <p:ph idx="1" type="body"/>
          </p:nvPr>
        </p:nvSpPr>
        <p:spPr>
          <a:xfrm>
            <a:off x="1259782" y="4523699"/>
            <a:ext cx="7118400" cy="3096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sz="2400">
                <a:latin typeface="Kalam"/>
                <a:ea typeface="Kalam"/>
                <a:cs typeface="Kalam"/>
                <a:sym typeface="Kalam"/>
              </a:rPr>
              <a:t>The change would see them make a loss of </a:t>
            </a:r>
            <a:r>
              <a:rPr lang="en-GB" sz="2400">
                <a:latin typeface="Times New Roman"/>
                <a:ea typeface="Times New Roman"/>
                <a:cs typeface="Times New Roman"/>
                <a:sym typeface="Times New Roman"/>
              </a:rPr>
              <a:t>£240 000</a:t>
            </a:r>
            <a:endParaRPr sz="2400">
              <a:latin typeface="Times New Roman"/>
              <a:ea typeface="Times New Roman"/>
              <a:cs typeface="Times New Roman"/>
              <a:sym typeface="Times New Roman"/>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7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7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7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7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7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8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8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38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83"/>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7" name="Shape 1387"/>
        <p:cNvGrpSpPr/>
        <p:nvPr/>
      </p:nvGrpSpPr>
      <p:grpSpPr>
        <a:xfrm>
          <a:off x="0" y="0"/>
          <a:ext cx="0" cy="0"/>
          <a:chOff x="0" y="0"/>
          <a:chExt cx="0" cy="0"/>
        </a:xfrm>
      </p:grpSpPr>
      <p:pic>
        <p:nvPicPr>
          <p:cNvPr id="1388" name="Google Shape;1388;p113"/>
          <p:cNvPicPr preferRelativeResize="0"/>
          <p:nvPr/>
        </p:nvPicPr>
        <p:blipFill rotWithShape="1">
          <a:blip r:embed="rId3">
            <a:alphaModFix/>
          </a:blip>
          <a:srcRect b="43690" l="0" r="57905" t="0"/>
          <a:stretch/>
        </p:blipFill>
        <p:spPr>
          <a:xfrm>
            <a:off x="3983067" y="1653733"/>
            <a:ext cx="4281298" cy="2074125"/>
          </a:xfrm>
          <a:prstGeom prst="rect">
            <a:avLst/>
          </a:prstGeom>
          <a:noFill/>
          <a:ln>
            <a:noFill/>
          </a:ln>
        </p:spPr>
      </p:pic>
      <p:sp>
        <p:nvSpPr>
          <p:cNvPr id="1389" name="Google Shape;1389;p113"/>
          <p:cNvSpPr txBox="1"/>
          <p:nvPr>
            <p:ph idx="1" type="body"/>
          </p:nvPr>
        </p:nvSpPr>
        <p:spPr>
          <a:xfrm>
            <a:off x="324000" y="759300"/>
            <a:ext cx="8501700" cy="7338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The accountants have to consider every decision and sometimes the results are unexpected.</a:t>
            </a:r>
            <a:endParaRPr/>
          </a:p>
        </p:txBody>
      </p:sp>
      <p:sp>
        <p:nvSpPr>
          <p:cNvPr id="1390" name="Google Shape;1390;p113"/>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Maths in sales</a:t>
            </a:r>
            <a:endParaRPr/>
          </a:p>
        </p:txBody>
      </p:sp>
      <p:pic>
        <p:nvPicPr>
          <p:cNvPr id="1391" name="Google Shape;1391;p113"/>
          <p:cNvPicPr preferRelativeResize="0"/>
          <p:nvPr/>
        </p:nvPicPr>
        <p:blipFill>
          <a:blip r:embed="rId4">
            <a:alphaModFix/>
          </a:blip>
          <a:stretch>
            <a:fillRect/>
          </a:stretch>
        </p:blipFill>
        <p:spPr>
          <a:xfrm>
            <a:off x="7289433" y="3324217"/>
            <a:ext cx="1536349" cy="1486775"/>
          </a:xfrm>
          <a:prstGeom prst="rect">
            <a:avLst/>
          </a:prstGeom>
          <a:noFill/>
          <a:ln>
            <a:noFill/>
          </a:ln>
        </p:spPr>
      </p:pic>
      <p:pic>
        <p:nvPicPr>
          <p:cNvPr id="1392" name="Google Shape;1392;p113"/>
          <p:cNvPicPr preferRelativeResize="0"/>
          <p:nvPr/>
        </p:nvPicPr>
        <p:blipFill>
          <a:blip r:embed="rId5">
            <a:alphaModFix/>
          </a:blip>
          <a:stretch>
            <a:fillRect/>
          </a:stretch>
        </p:blipFill>
        <p:spPr>
          <a:xfrm flipH="1">
            <a:off x="323166" y="3532935"/>
            <a:ext cx="1042592" cy="1284290"/>
          </a:xfrm>
          <a:prstGeom prst="rect">
            <a:avLst/>
          </a:prstGeom>
          <a:noFill/>
          <a:ln>
            <a:noFill/>
          </a:ln>
        </p:spPr>
      </p:pic>
      <p:sp>
        <p:nvSpPr>
          <p:cNvPr id="1393" name="Google Shape;1393;p113"/>
          <p:cNvSpPr txBox="1"/>
          <p:nvPr>
            <p:ph idx="1" type="body"/>
          </p:nvPr>
        </p:nvSpPr>
        <p:spPr>
          <a:xfrm>
            <a:off x="4072759" y="1719283"/>
            <a:ext cx="3906300" cy="11550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Market research shows that if increase our price by </a:t>
            </a:r>
            <a:r>
              <a:rPr lang="en-GB" sz="2400">
                <a:latin typeface="Times New Roman"/>
                <a:ea typeface="Times New Roman"/>
                <a:cs typeface="Times New Roman"/>
                <a:sym typeface="Times New Roman"/>
              </a:rPr>
              <a:t>10% </a:t>
            </a:r>
            <a:r>
              <a:rPr lang="en-GB"/>
              <a:t>our sales will go down by </a:t>
            </a:r>
            <a:r>
              <a:rPr lang="en-GB" sz="2400">
                <a:latin typeface="Times New Roman"/>
                <a:ea typeface="Times New Roman"/>
                <a:cs typeface="Times New Roman"/>
                <a:sym typeface="Times New Roman"/>
              </a:rPr>
              <a:t>15%.</a:t>
            </a:r>
            <a:r>
              <a:rPr lang="en-GB"/>
              <a:t> I think we should do it.</a:t>
            </a:r>
            <a:endParaRPr sz="2400">
              <a:latin typeface="Times New Roman"/>
              <a:ea typeface="Times New Roman"/>
              <a:cs typeface="Times New Roman"/>
              <a:sym typeface="Times New Roman"/>
            </a:endParaRPr>
          </a:p>
        </p:txBody>
      </p:sp>
      <p:sp>
        <p:nvSpPr>
          <p:cNvPr id="1394" name="Google Shape;1394;p113"/>
          <p:cNvSpPr txBox="1"/>
          <p:nvPr>
            <p:ph idx="1" type="body"/>
          </p:nvPr>
        </p:nvSpPr>
        <p:spPr>
          <a:xfrm>
            <a:off x="2000400" y="4356000"/>
            <a:ext cx="4478700" cy="3096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Do you think this is a good idea?</a:t>
            </a:r>
            <a:endParaRPr/>
          </a:p>
        </p:txBody>
      </p:sp>
      <p:sp>
        <p:nvSpPr>
          <p:cNvPr id="1395" name="Google Shape;1395;p113"/>
          <p:cNvSpPr txBox="1"/>
          <p:nvPr>
            <p:ph idx="1" type="body"/>
          </p:nvPr>
        </p:nvSpPr>
        <p:spPr>
          <a:xfrm>
            <a:off x="324000" y="1689008"/>
            <a:ext cx="2563200" cy="3096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Current situation:</a:t>
            </a:r>
            <a:endParaRPr/>
          </a:p>
        </p:txBody>
      </p:sp>
      <p:sp>
        <p:nvSpPr>
          <p:cNvPr id="1396" name="Google Shape;1396;p113"/>
          <p:cNvSpPr txBox="1"/>
          <p:nvPr>
            <p:ph idx="1" type="body"/>
          </p:nvPr>
        </p:nvSpPr>
        <p:spPr>
          <a:xfrm>
            <a:off x="324000" y="2079194"/>
            <a:ext cx="3201000" cy="3096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sz="2400">
                <a:latin typeface="Times New Roman"/>
                <a:ea typeface="Times New Roman"/>
                <a:cs typeface="Times New Roman"/>
                <a:sym typeface="Times New Roman"/>
              </a:rPr>
              <a:t>200 000</a:t>
            </a:r>
            <a:r>
              <a:rPr lang="en-GB"/>
              <a:t> units sold p.a.</a:t>
            </a:r>
            <a:endParaRPr/>
          </a:p>
        </p:txBody>
      </p:sp>
      <p:sp>
        <p:nvSpPr>
          <p:cNvPr id="1397" name="Google Shape;1397;p113"/>
          <p:cNvSpPr txBox="1"/>
          <p:nvPr>
            <p:ph idx="1" type="body"/>
          </p:nvPr>
        </p:nvSpPr>
        <p:spPr>
          <a:xfrm>
            <a:off x="323992" y="2499997"/>
            <a:ext cx="3632100" cy="3096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Selling price per unit: </a:t>
            </a:r>
            <a:r>
              <a:rPr lang="en-GB" sz="2400">
                <a:latin typeface="Times New Roman"/>
                <a:ea typeface="Times New Roman"/>
                <a:cs typeface="Times New Roman"/>
                <a:sym typeface="Times New Roman"/>
              </a:rPr>
              <a:t>£30</a:t>
            </a:r>
            <a:endParaRPr sz="2400">
              <a:latin typeface="Times New Roman"/>
              <a:ea typeface="Times New Roman"/>
              <a:cs typeface="Times New Roman"/>
              <a:sym typeface="Times New Roman"/>
            </a:endParaRPr>
          </a:p>
        </p:txBody>
      </p:sp>
      <p:sp>
        <p:nvSpPr>
          <p:cNvPr id="1398" name="Google Shape;1398;p113"/>
          <p:cNvSpPr txBox="1"/>
          <p:nvPr>
            <p:ph idx="1" type="body"/>
          </p:nvPr>
        </p:nvSpPr>
        <p:spPr>
          <a:xfrm>
            <a:off x="323988" y="2920799"/>
            <a:ext cx="3540300" cy="3096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Cost price per unit: </a:t>
            </a:r>
            <a:r>
              <a:rPr lang="en-GB" sz="2400">
                <a:latin typeface="Times New Roman"/>
                <a:ea typeface="Times New Roman"/>
                <a:cs typeface="Times New Roman"/>
                <a:sym typeface="Times New Roman"/>
              </a:rPr>
              <a:t>£20</a:t>
            </a:r>
            <a:endParaRPr sz="2400">
              <a:latin typeface="Times New Roman"/>
              <a:ea typeface="Times New Roman"/>
              <a:cs typeface="Times New Roman"/>
              <a:sym typeface="Times New Roman"/>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9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38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94"/>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2" name="Shape 1402"/>
        <p:cNvGrpSpPr/>
        <p:nvPr/>
      </p:nvGrpSpPr>
      <p:grpSpPr>
        <a:xfrm>
          <a:off x="0" y="0"/>
          <a:ext cx="0" cy="0"/>
          <a:chOff x="0" y="0"/>
          <a:chExt cx="0" cy="0"/>
        </a:xfrm>
      </p:grpSpPr>
      <p:pic>
        <p:nvPicPr>
          <p:cNvPr id="1403" name="Google Shape;1403;p114"/>
          <p:cNvPicPr preferRelativeResize="0"/>
          <p:nvPr/>
        </p:nvPicPr>
        <p:blipFill rotWithShape="1">
          <a:blip r:embed="rId3">
            <a:alphaModFix/>
          </a:blip>
          <a:srcRect b="43690" l="0" r="57905" t="0"/>
          <a:stretch/>
        </p:blipFill>
        <p:spPr>
          <a:xfrm>
            <a:off x="3983067" y="1653733"/>
            <a:ext cx="4281298" cy="2074125"/>
          </a:xfrm>
          <a:prstGeom prst="rect">
            <a:avLst/>
          </a:prstGeom>
          <a:noFill/>
          <a:ln>
            <a:noFill/>
          </a:ln>
        </p:spPr>
      </p:pic>
      <p:sp>
        <p:nvSpPr>
          <p:cNvPr id="1404" name="Google Shape;1404;p114"/>
          <p:cNvSpPr txBox="1"/>
          <p:nvPr>
            <p:ph idx="1" type="body"/>
          </p:nvPr>
        </p:nvSpPr>
        <p:spPr>
          <a:xfrm>
            <a:off x="324000" y="759300"/>
            <a:ext cx="8237700" cy="7338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This is an interesting conundrum because your intuition may tell you that a loss of </a:t>
            </a:r>
            <a:r>
              <a:rPr lang="en-GB" sz="2400">
                <a:latin typeface="Times New Roman"/>
                <a:ea typeface="Times New Roman"/>
                <a:cs typeface="Times New Roman"/>
                <a:sym typeface="Times New Roman"/>
              </a:rPr>
              <a:t>15%</a:t>
            </a:r>
            <a:r>
              <a:rPr lang="en-GB"/>
              <a:t> for a gain of </a:t>
            </a:r>
            <a:r>
              <a:rPr lang="en-GB" sz="2400">
                <a:latin typeface="Times New Roman"/>
                <a:ea typeface="Times New Roman"/>
                <a:cs typeface="Times New Roman"/>
                <a:sym typeface="Times New Roman"/>
              </a:rPr>
              <a:t>10%</a:t>
            </a:r>
            <a:r>
              <a:rPr lang="en-GB"/>
              <a:t> is not worth it.</a:t>
            </a:r>
            <a:endParaRPr/>
          </a:p>
        </p:txBody>
      </p:sp>
      <p:sp>
        <p:nvSpPr>
          <p:cNvPr id="1405" name="Google Shape;1405;p114"/>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Maths in sales</a:t>
            </a:r>
            <a:endParaRPr/>
          </a:p>
        </p:txBody>
      </p:sp>
      <p:pic>
        <p:nvPicPr>
          <p:cNvPr id="1406" name="Google Shape;1406;p114"/>
          <p:cNvPicPr preferRelativeResize="0"/>
          <p:nvPr/>
        </p:nvPicPr>
        <p:blipFill>
          <a:blip r:embed="rId4">
            <a:alphaModFix/>
          </a:blip>
          <a:stretch>
            <a:fillRect/>
          </a:stretch>
        </p:blipFill>
        <p:spPr>
          <a:xfrm>
            <a:off x="7289433" y="3324217"/>
            <a:ext cx="1536349" cy="1486775"/>
          </a:xfrm>
          <a:prstGeom prst="rect">
            <a:avLst/>
          </a:prstGeom>
          <a:noFill/>
          <a:ln>
            <a:noFill/>
          </a:ln>
        </p:spPr>
      </p:pic>
      <p:pic>
        <p:nvPicPr>
          <p:cNvPr id="1407" name="Google Shape;1407;p114"/>
          <p:cNvPicPr preferRelativeResize="0"/>
          <p:nvPr/>
        </p:nvPicPr>
        <p:blipFill>
          <a:blip r:embed="rId5">
            <a:alphaModFix/>
          </a:blip>
          <a:stretch>
            <a:fillRect/>
          </a:stretch>
        </p:blipFill>
        <p:spPr>
          <a:xfrm flipH="1">
            <a:off x="323166" y="3532935"/>
            <a:ext cx="1042592" cy="1284290"/>
          </a:xfrm>
          <a:prstGeom prst="rect">
            <a:avLst/>
          </a:prstGeom>
          <a:noFill/>
          <a:ln>
            <a:noFill/>
          </a:ln>
        </p:spPr>
      </p:pic>
      <p:sp>
        <p:nvSpPr>
          <p:cNvPr id="1408" name="Google Shape;1408;p114"/>
          <p:cNvSpPr txBox="1"/>
          <p:nvPr>
            <p:ph idx="1" type="body"/>
          </p:nvPr>
        </p:nvSpPr>
        <p:spPr>
          <a:xfrm>
            <a:off x="4072759" y="1719283"/>
            <a:ext cx="3906300" cy="11550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Market research shows that if increase our price by </a:t>
            </a:r>
            <a:r>
              <a:rPr lang="en-GB" sz="2400">
                <a:latin typeface="Times New Roman"/>
                <a:ea typeface="Times New Roman"/>
                <a:cs typeface="Times New Roman"/>
                <a:sym typeface="Times New Roman"/>
              </a:rPr>
              <a:t>10% </a:t>
            </a:r>
            <a:r>
              <a:rPr lang="en-GB"/>
              <a:t>our sales will go down by </a:t>
            </a:r>
            <a:r>
              <a:rPr lang="en-GB" sz="2400">
                <a:latin typeface="Times New Roman"/>
                <a:ea typeface="Times New Roman"/>
                <a:cs typeface="Times New Roman"/>
                <a:sym typeface="Times New Roman"/>
              </a:rPr>
              <a:t>15%.</a:t>
            </a:r>
            <a:r>
              <a:rPr lang="en-GB"/>
              <a:t> I think we should do it.</a:t>
            </a:r>
            <a:endParaRPr sz="2400">
              <a:latin typeface="Times New Roman"/>
              <a:ea typeface="Times New Roman"/>
              <a:cs typeface="Times New Roman"/>
              <a:sym typeface="Times New Roman"/>
            </a:endParaRPr>
          </a:p>
        </p:txBody>
      </p:sp>
      <p:sp>
        <p:nvSpPr>
          <p:cNvPr id="1409" name="Google Shape;1409;p114"/>
          <p:cNvSpPr txBox="1"/>
          <p:nvPr>
            <p:ph idx="1" type="body"/>
          </p:nvPr>
        </p:nvSpPr>
        <p:spPr>
          <a:xfrm>
            <a:off x="1693900" y="3762400"/>
            <a:ext cx="5410800" cy="7338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But remember, accountants are there to help us understand our</a:t>
            </a:r>
            <a:r>
              <a:rPr lang="en-GB"/>
              <a:t> </a:t>
            </a:r>
            <a:r>
              <a:rPr b="1" lang="en-GB"/>
              <a:t>profitability</a:t>
            </a:r>
            <a:r>
              <a:rPr lang="en-GB"/>
              <a:t>.</a:t>
            </a:r>
            <a:endParaRPr/>
          </a:p>
        </p:txBody>
      </p:sp>
      <p:sp>
        <p:nvSpPr>
          <p:cNvPr id="1410" name="Google Shape;1410;p114"/>
          <p:cNvSpPr txBox="1"/>
          <p:nvPr>
            <p:ph idx="1" type="body"/>
          </p:nvPr>
        </p:nvSpPr>
        <p:spPr>
          <a:xfrm>
            <a:off x="324000" y="1689008"/>
            <a:ext cx="2563200" cy="3096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Current situation:</a:t>
            </a:r>
            <a:endParaRPr/>
          </a:p>
        </p:txBody>
      </p:sp>
      <p:sp>
        <p:nvSpPr>
          <p:cNvPr id="1411" name="Google Shape;1411;p114"/>
          <p:cNvSpPr txBox="1"/>
          <p:nvPr>
            <p:ph idx="1" type="body"/>
          </p:nvPr>
        </p:nvSpPr>
        <p:spPr>
          <a:xfrm>
            <a:off x="324000" y="2079194"/>
            <a:ext cx="3201000" cy="3096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sz="2400">
                <a:latin typeface="Times New Roman"/>
                <a:ea typeface="Times New Roman"/>
                <a:cs typeface="Times New Roman"/>
                <a:sym typeface="Times New Roman"/>
              </a:rPr>
              <a:t>200 000</a:t>
            </a:r>
            <a:r>
              <a:rPr lang="en-GB"/>
              <a:t> units sold p.a.</a:t>
            </a:r>
            <a:endParaRPr/>
          </a:p>
        </p:txBody>
      </p:sp>
      <p:sp>
        <p:nvSpPr>
          <p:cNvPr id="1412" name="Google Shape;1412;p114"/>
          <p:cNvSpPr txBox="1"/>
          <p:nvPr>
            <p:ph idx="1" type="body"/>
          </p:nvPr>
        </p:nvSpPr>
        <p:spPr>
          <a:xfrm>
            <a:off x="323992" y="2499997"/>
            <a:ext cx="3632100" cy="3096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Selling price per unit: </a:t>
            </a:r>
            <a:r>
              <a:rPr lang="en-GB" sz="2400">
                <a:latin typeface="Times New Roman"/>
                <a:ea typeface="Times New Roman"/>
                <a:cs typeface="Times New Roman"/>
                <a:sym typeface="Times New Roman"/>
              </a:rPr>
              <a:t>£30</a:t>
            </a:r>
            <a:endParaRPr sz="2400">
              <a:latin typeface="Times New Roman"/>
              <a:ea typeface="Times New Roman"/>
              <a:cs typeface="Times New Roman"/>
              <a:sym typeface="Times New Roman"/>
            </a:endParaRPr>
          </a:p>
        </p:txBody>
      </p:sp>
      <p:sp>
        <p:nvSpPr>
          <p:cNvPr id="1413" name="Google Shape;1413;p114"/>
          <p:cNvSpPr txBox="1"/>
          <p:nvPr>
            <p:ph idx="1" type="body"/>
          </p:nvPr>
        </p:nvSpPr>
        <p:spPr>
          <a:xfrm>
            <a:off x="323988" y="2920799"/>
            <a:ext cx="3540300" cy="3096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Cost price per unit: </a:t>
            </a:r>
            <a:r>
              <a:rPr lang="en-GB" sz="2400">
                <a:latin typeface="Times New Roman"/>
                <a:ea typeface="Times New Roman"/>
                <a:cs typeface="Times New Roman"/>
                <a:sym typeface="Times New Roman"/>
              </a:rPr>
              <a:t>£20</a:t>
            </a:r>
            <a:endParaRPr sz="2400">
              <a:latin typeface="Times New Roman"/>
              <a:ea typeface="Times New Roman"/>
              <a:cs typeface="Times New Roman"/>
              <a:sym typeface="Times New Roman"/>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09"/>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7" name="Shape 1417"/>
        <p:cNvGrpSpPr/>
        <p:nvPr/>
      </p:nvGrpSpPr>
      <p:grpSpPr>
        <a:xfrm>
          <a:off x="0" y="0"/>
          <a:ext cx="0" cy="0"/>
          <a:chOff x="0" y="0"/>
          <a:chExt cx="0" cy="0"/>
        </a:xfrm>
      </p:grpSpPr>
      <p:sp>
        <p:nvSpPr>
          <p:cNvPr id="1418" name="Google Shape;1418;p115"/>
          <p:cNvSpPr txBox="1"/>
          <p:nvPr>
            <p:ph idx="1" type="body"/>
          </p:nvPr>
        </p:nvSpPr>
        <p:spPr>
          <a:xfrm>
            <a:off x="4060800" y="3202500"/>
            <a:ext cx="4852800" cy="3096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Revenue: </a:t>
            </a:r>
            <a:r>
              <a:rPr lang="en-GB" sz="2400">
                <a:latin typeface="Times New Roman"/>
                <a:ea typeface="Times New Roman"/>
                <a:cs typeface="Times New Roman"/>
                <a:sym typeface="Times New Roman"/>
              </a:rPr>
              <a:t>170 000 × £33 = £5 610 000</a:t>
            </a:r>
            <a:endParaRPr sz="2400">
              <a:latin typeface="Times New Roman"/>
              <a:ea typeface="Times New Roman"/>
              <a:cs typeface="Times New Roman"/>
              <a:sym typeface="Times New Roman"/>
            </a:endParaRPr>
          </a:p>
        </p:txBody>
      </p:sp>
      <p:sp>
        <p:nvSpPr>
          <p:cNvPr id="1419" name="Google Shape;1419;p115"/>
          <p:cNvSpPr txBox="1"/>
          <p:nvPr>
            <p:ph idx="1" type="body"/>
          </p:nvPr>
        </p:nvSpPr>
        <p:spPr>
          <a:xfrm>
            <a:off x="324000" y="759300"/>
            <a:ext cx="8237700" cy="7338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Let’s be the accountant and calculate what </a:t>
            </a:r>
            <a:r>
              <a:rPr lang="en-GB"/>
              <a:t>a </a:t>
            </a:r>
            <a:r>
              <a:rPr lang="en-GB" sz="2400">
                <a:latin typeface="Times New Roman"/>
                <a:ea typeface="Times New Roman"/>
                <a:cs typeface="Times New Roman"/>
                <a:sym typeface="Times New Roman"/>
              </a:rPr>
              <a:t>10%</a:t>
            </a:r>
            <a:r>
              <a:rPr lang="en-GB"/>
              <a:t> rise in price</a:t>
            </a:r>
            <a:r>
              <a:rPr lang="en-GB"/>
              <a:t> for a </a:t>
            </a:r>
            <a:r>
              <a:rPr lang="en-GB" sz="2400">
                <a:latin typeface="Times New Roman"/>
                <a:ea typeface="Times New Roman"/>
                <a:cs typeface="Times New Roman"/>
                <a:sym typeface="Times New Roman"/>
              </a:rPr>
              <a:t>15%</a:t>
            </a:r>
            <a:r>
              <a:rPr lang="en-GB"/>
              <a:t> loss in sales does to our business.</a:t>
            </a:r>
            <a:endParaRPr/>
          </a:p>
        </p:txBody>
      </p:sp>
      <p:sp>
        <p:nvSpPr>
          <p:cNvPr id="1420" name="Google Shape;1420;p115"/>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Maths in sales</a:t>
            </a:r>
            <a:endParaRPr/>
          </a:p>
        </p:txBody>
      </p:sp>
      <p:sp>
        <p:nvSpPr>
          <p:cNvPr id="1421" name="Google Shape;1421;p115"/>
          <p:cNvSpPr txBox="1"/>
          <p:nvPr>
            <p:ph idx="1" type="body"/>
          </p:nvPr>
        </p:nvSpPr>
        <p:spPr>
          <a:xfrm>
            <a:off x="324000" y="1627776"/>
            <a:ext cx="2563200" cy="3096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Current situation:</a:t>
            </a:r>
            <a:endParaRPr/>
          </a:p>
        </p:txBody>
      </p:sp>
      <p:sp>
        <p:nvSpPr>
          <p:cNvPr id="1422" name="Google Shape;1422;p115"/>
          <p:cNvSpPr txBox="1"/>
          <p:nvPr>
            <p:ph idx="1" type="body"/>
          </p:nvPr>
        </p:nvSpPr>
        <p:spPr>
          <a:xfrm>
            <a:off x="323988" y="1987346"/>
            <a:ext cx="3201000" cy="3096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sz="2400">
                <a:latin typeface="Times New Roman"/>
                <a:ea typeface="Times New Roman"/>
                <a:cs typeface="Times New Roman"/>
                <a:sym typeface="Times New Roman"/>
              </a:rPr>
              <a:t>200 000</a:t>
            </a:r>
            <a:r>
              <a:rPr lang="en-GB"/>
              <a:t> units sold p.a.</a:t>
            </a:r>
            <a:endParaRPr/>
          </a:p>
        </p:txBody>
      </p:sp>
      <p:sp>
        <p:nvSpPr>
          <p:cNvPr id="1423" name="Google Shape;1423;p115"/>
          <p:cNvSpPr txBox="1"/>
          <p:nvPr>
            <p:ph idx="1" type="body"/>
          </p:nvPr>
        </p:nvSpPr>
        <p:spPr>
          <a:xfrm>
            <a:off x="323988" y="2377533"/>
            <a:ext cx="3632100" cy="3096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Selling price per unit: </a:t>
            </a:r>
            <a:r>
              <a:rPr lang="en-GB" sz="2400">
                <a:latin typeface="Times New Roman"/>
                <a:ea typeface="Times New Roman"/>
                <a:cs typeface="Times New Roman"/>
                <a:sym typeface="Times New Roman"/>
              </a:rPr>
              <a:t>£30</a:t>
            </a:r>
            <a:endParaRPr sz="2400">
              <a:latin typeface="Times New Roman"/>
              <a:ea typeface="Times New Roman"/>
              <a:cs typeface="Times New Roman"/>
              <a:sym typeface="Times New Roman"/>
            </a:endParaRPr>
          </a:p>
        </p:txBody>
      </p:sp>
      <p:sp>
        <p:nvSpPr>
          <p:cNvPr id="1424" name="Google Shape;1424;p115"/>
          <p:cNvSpPr txBox="1"/>
          <p:nvPr>
            <p:ph idx="1" type="body"/>
          </p:nvPr>
        </p:nvSpPr>
        <p:spPr>
          <a:xfrm>
            <a:off x="323988" y="2783027"/>
            <a:ext cx="3540300" cy="3096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Cost price per unit: </a:t>
            </a:r>
            <a:r>
              <a:rPr lang="en-GB" sz="2400">
                <a:latin typeface="Times New Roman"/>
                <a:ea typeface="Times New Roman"/>
                <a:cs typeface="Times New Roman"/>
                <a:sym typeface="Times New Roman"/>
              </a:rPr>
              <a:t>£20</a:t>
            </a:r>
            <a:endParaRPr sz="2400">
              <a:latin typeface="Times New Roman"/>
              <a:ea typeface="Times New Roman"/>
              <a:cs typeface="Times New Roman"/>
              <a:sym typeface="Times New Roman"/>
            </a:endParaRPr>
          </a:p>
        </p:txBody>
      </p:sp>
      <p:sp>
        <p:nvSpPr>
          <p:cNvPr id="1425" name="Google Shape;1425;p115"/>
          <p:cNvSpPr txBox="1"/>
          <p:nvPr>
            <p:ph idx="1" type="body"/>
          </p:nvPr>
        </p:nvSpPr>
        <p:spPr>
          <a:xfrm>
            <a:off x="323988" y="3202486"/>
            <a:ext cx="2853900" cy="3096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Revenue: </a:t>
            </a:r>
            <a:r>
              <a:rPr lang="en-GB" sz="2400">
                <a:latin typeface="Times New Roman"/>
                <a:ea typeface="Times New Roman"/>
                <a:cs typeface="Times New Roman"/>
                <a:sym typeface="Times New Roman"/>
              </a:rPr>
              <a:t>£6 000 000</a:t>
            </a:r>
            <a:endParaRPr sz="2400">
              <a:latin typeface="Times New Roman"/>
              <a:ea typeface="Times New Roman"/>
              <a:cs typeface="Times New Roman"/>
              <a:sym typeface="Times New Roman"/>
            </a:endParaRPr>
          </a:p>
        </p:txBody>
      </p:sp>
      <p:sp>
        <p:nvSpPr>
          <p:cNvPr id="1426" name="Google Shape;1426;p115"/>
          <p:cNvSpPr txBox="1"/>
          <p:nvPr>
            <p:ph idx="1" type="body"/>
          </p:nvPr>
        </p:nvSpPr>
        <p:spPr>
          <a:xfrm>
            <a:off x="323988" y="4050187"/>
            <a:ext cx="2726400" cy="3096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b="1" lang="en-GB"/>
              <a:t>Profit </a:t>
            </a:r>
            <a:r>
              <a:rPr lang="en-GB" sz="2400">
                <a:latin typeface="Times New Roman"/>
                <a:ea typeface="Times New Roman"/>
                <a:cs typeface="Times New Roman"/>
                <a:sym typeface="Times New Roman"/>
              </a:rPr>
              <a:t>=</a:t>
            </a:r>
            <a:r>
              <a:rPr lang="en-GB"/>
              <a:t> </a:t>
            </a:r>
            <a:r>
              <a:rPr lang="en-GB" sz="2400">
                <a:latin typeface="Times New Roman"/>
                <a:ea typeface="Times New Roman"/>
                <a:cs typeface="Times New Roman"/>
                <a:sym typeface="Times New Roman"/>
              </a:rPr>
              <a:t>£2 000 000</a:t>
            </a:r>
            <a:endParaRPr sz="2400">
              <a:latin typeface="Times New Roman"/>
              <a:ea typeface="Times New Roman"/>
              <a:cs typeface="Times New Roman"/>
              <a:sym typeface="Times New Roman"/>
            </a:endParaRPr>
          </a:p>
        </p:txBody>
      </p:sp>
      <p:sp>
        <p:nvSpPr>
          <p:cNvPr id="1427" name="Google Shape;1427;p115"/>
          <p:cNvSpPr txBox="1"/>
          <p:nvPr>
            <p:ph idx="1" type="body"/>
          </p:nvPr>
        </p:nvSpPr>
        <p:spPr>
          <a:xfrm>
            <a:off x="323988" y="3614103"/>
            <a:ext cx="2726400" cy="3096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Costs: </a:t>
            </a:r>
            <a:r>
              <a:rPr lang="en-GB" sz="2400">
                <a:latin typeface="Times New Roman"/>
                <a:ea typeface="Times New Roman"/>
                <a:cs typeface="Times New Roman"/>
                <a:sym typeface="Times New Roman"/>
              </a:rPr>
              <a:t>£4 000 000</a:t>
            </a:r>
            <a:endParaRPr sz="2400">
              <a:latin typeface="Times New Roman"/>
              <a:ea typeface="Times New Roman"/>
              <a:cs typeface="Times New Roman"/>
              <a:sym typeface="Times New Roman"/>
            </a:endParaRPr>
          </a:p>
        </p:txBody>
      </p:sp>
      <p:sp>
        <p:nvSpPr>
          <p:cNvPr id="1428" name="Google Shape;1428;p115"/>
          <p:cNvSpPr txBox="1"/>
          <p:nvPr>
            <p:ph idx="1" type="body"/>
          </p:nvPr>
        </p:nvSpPr>
        <p:spPr>
          <a:xfrm>
            <a:off x="4060800" y="1627776"/>
            <a:ext cx="2563200" cy="3096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New</a:t>
            </a:r>
            <a:r>
              <a:rPr lang="en-GB"/>
              <a:t> situation:</a:t>
            </a:r>
            <a:endParaRPr/>
          </a:p>
        </p:txBody>
      </p:sp>
      <p:sp>
        <p:nvSpPr>
          <p:cNvPr id="1429" name="Google Shape;1429;p115"/>
          <p:cNvSpPr txBox="1"/>
          <p:nvPr>
            <p:ph idx="1" type="body"/>
          </p:nvPr>
        </p:nvSpPr>
        <p:spPr>
          <a:xfrm>
            <a:off x="4060800" y="1987346"/>
            <a:ext cx="3201000" cy="3096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sz="2400">
                <a:latin typeface="Times New Roman"/>
                <a:ea typeface="Times New Roman"/>
                <a:cs typeface="Times New Roman"/>
                <a:sym typeface="Times New Roman"/>
              </a:rPr>
              <a:t>170</a:t>
            </a:r>
            <a:r>
              <a:rPr lang="en-GB" sz="2400">
                <a:latin typeface="Times New Roman"/>
                <a:ea typeface="Times New Roman"/>
                <a:cs typeface="Times New Roman"/>
                <a:sym typeface="Times New Roman"/>
              </a:rPr>
              <a:t> 000</a:t>
            </a:r>
            <a:r>
              <a:rPr lang="en-GB"/>
              <a:t> units sold p.a.</a:t>
            </a:r>
            <a:endParaRPr/>
          </a:p>
        </p:txBody>
      </p:sp>
      <p:sp>
        <p:nvSpPr>
          <p:cNvPr id="1430" name="Google Shape;1430;p115"/>
          <p:cNvSpPr txBox="1"/>
          <p:nvPr>
            <p:ph idx="1" type="body"/>
          </p:nvPr>
        </p:nvSpPr>
        <p:spPr>
          <a:xfrm>
            <a:off x="4060800" y="2377533"/>
            <a:ext cx="3632100" cy="3096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Selling price per unit: </a:t>
            </a:r>
            <a:r>
              <a:rPr lang="en-GB" sz="2400">
                <a:latin typeface="Times New Roman"/>
                <a:ea typeface="Times New Roman"/>
                <a:cs typeface="Times New Roman"/>
                <a:sym typeface="Times New Roman"/>
              </a:rPr>
              <a:t>£33</a:t>
            </a:r>
            <a:endParaRPr sz="2400">
              <a:latin typeface="Times New Roman"/>
              <a:ea typeface="Times New Roman"/>
              <a:cs typeface="Times New Roman"/>
              <a:sym typeface="Times New Roman"/>
            </a:endParaRPr>
          </a:p>
        </p:txBody>
      </p:sp>
      <p:sp>
        <p:nvSpPr>
          <p:cNvPr id="1431" name="Google Shape;1431;p115"/>
          <p:cNvSpPr txBox="1"/>
          <p:nvPr>
            <p:ph idx="1" type="body"/>
          </p:nvPr>
        </p:nvSpPr>
        <p:spPr>
          <a:xfrm>
            <a:off x="4060800" y="2783027"/>
            <a:ext cx="3540300" cy="3096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Cost price per unit: </a:t>
            </a:r>
            <a:r>
              <a:rPr lang="en-GB" sz="2400">
                <a:latin typeface="Times New Roman"/>
                <a:ea typeface="Times New Roman"/>
                <a:cs typeface="Times New Roman"/>
                <a:sym typeface="Times New Roman"/>
              </a:rPr>
              <a:t>£20</a:t>
            </a:r>
            <a:endParaRPr sz="2400">
              <a:latin typeface="Times New Roman"/>
              <a:ea typeface="Times New Roman"/>
              <a:cs typeface="Times New Roman"/>
              <a:sym typeface="Times New Roman"/>
            </a:endParaRPr>
          </a:p>
        </p:txBody>
      </p:sp>
      <p:sp>
        <p:nvSpPr>
          <p:cNvPr id="1432" name="Google Shape;1432;p115"/>
          <p:cNvSpPr txBox="1"/>
          <p:nvPr>
            <p:ph idx="1" type="body"/>
          </p:nvPr>
        </p:nvSpPr>
        <p:spPr>
          <a:xfrm>
            <a:off x="4060800" y="4050187"/>
            <a:ext cx="2726400" cy="3096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b="1" lang="en-GB"/>
              <a:t>Profit </a:t>
            </a:r>
            <a:r>
              <a:rPr lang="en-GB" sz="2400">
                <a:latin typeface="Times New Roman"/>
                <a:ea typeface="Times New Roman"/>
                <a:cs typeface="Times New Roman"/>
                <a:sym typeface="Times New Roman"/>
              </a:rPr>
              <a:t>=</a:t>
            </a:r>
            <a:r>
              <a:rPr lang="en-GB"/>
              <a:t> </a:t>
            </a:r>
            <a:r>
              <a:rPr lang="en-GB" sz="2400">
                <a:latin typeface="Times New Roman"/>
                <a:ea typeface="Times New Roman"/>
                <a:cs typeface="Times New Roman"/>
                <a:sym typeface="Times New Roman"/>
              </a:rPr>
              <a:t>£2 210 000</a:t>
            </a:r>
            <a:endParaRPr sz="2400">
              <a:latin typeface="Times New Roman"/>
              <a:ea typeface="Times New Roman"/>
              <a:cs typeface="Times New Roman"/>
              <a:sym typeface="Times New Roman"/>
            </a:endParaRPr>
          </a:p>
        </p:txBody>
      </p:sp>
      <p:sp>
        <p:nvSpPr>
          <p:cNvPr id="1433" name="Google Shape;1433;p115"/>
          <p:cNvSpPr txBox="1"/>
          <p:nvPr>
            <p:ph idx="1" type="body"/>
          </p:nvPr>
        </p:nvSpPr>
        <p:spPr>
          <a:xfrm>
            <a:off x="4060800" y="3614100"/>
            <a:ext cx="4500900" cy="3096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Costs: </a:t>
            </a:r>
            <a:r>
              <a:rPr lang="en-GB" sz="2400">
                <a:latin typeface="Times New Roman"/>
                <a:ea typeface="Times New Roman"/>
                <a:cs typeface="Times New Roman"/>
                <a:sym typeface="Times New Roman"/>
              </a:rPr>
              <a:t>170 000 × £20 = £3 400 000</a:t>
            </a:r>
            <a:endParaRPr sz="2400">
              <a:latin typeface="Times New Roman"/>
              <a:ea typeface="Times New Roman"/>
              <a:cs typeface="Times New Roman"/>
              <a:sym typeface="Times New Roman"/>
            </a:endParaRPr>
          </a:p>
        </p:txBody>
      </p:sp>
      <p:sp>
        <p:nvSpPr>
          <p:cNvPr id="1434" name="Google Shape;1434;p115"/>
          <p:cNvSpPr txBox="1"/>
          <p:nvPr>
            <p:ph idx="1" type="body"/>
          </p:nvPr>
        </p:nvSpPr>
        <p:spPr>
          <a:xfrm>
            <a:off x="324000" y="4508400"/>
            <a:ext cx="6033000" cy="3096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This decision actually increases their </a:t>
            </a:r>
            <a:r>
              <a:rPr b="1" lang="en-GB"/>
              <a:t>profit</a:t>
            </a:r>
            <a:r>
              <a:rPr lang="en-GB"/>
              <a:t>!</a:t>
            </a:r>
            <a:endParaRPr/>
          </a:p>
        </p:txBody>
      </p:sp>
      <p:sp>
        <p:nvSpPr>
          <p:cNvPr id="1435" name="Google Shape;1435;p115"/>
          <p:cNvSpPr/>
          <p:nvPr/>
        </p:nvSpPr>
        <p:spPr>
          <a:xfrm>
            <a:off x="1364208" y="4051025"/>
            <a:ext cx="1472100" cy="382800"/>
          </a:xfrm>
          <a:prstGeom prst="roundRect">
            <a:avLst>
              <a:gd fmla="val 16667" name="adj"/>
            </a:avLst>
          </a:prstGeom>
          <a:noFill/>
          <a:ln cap="flat" cmpd="sng" w="38100">
            <a:solidFill>
              <a:schemeClr val="accent5"/>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436" name="Google Shape;1436;p115"/>
          <p:cNvSpPr/>
          <p:nvPr/>
        </p:nvSpPr>
        <p:spPr>
          <a:xfrm>
            <a:off x="5098008" y="4051025"/>
            <a:ext cx="1472100" cy="382800"/>
          </a:xfrm>
          <a:prstGeom prst="roundRect">
            <a:avLst>
              <a:gd fmla="val 16667" name="adj"/>
            </a:avLst>
          </a:prstGeom>
          <a:noFill/>
          <a:ln cap="flat" cmpd="sng" w="38100">
            <a:solidFill>
              <a:schemeClr val="accent5"/>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2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2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2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2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2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3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3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1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3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3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3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43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434"/>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0" name="Shape 1440"/>
        <p:cNvGrpSpPr/>
        <p:nvPr/>
      </p:nvGrpSpPr>
      <p:grpSpPr>
        <a:xfrm>
          <a:off x="0" y="0"/>
          <a:ext cx="0" cy="0"/>
          <a:chOff x="0" y="0"/>
          <a:chExt cx="0" cy="0"/>
        </a:xfrm>
      </p:grpSpPr>
      <p:sp>
        <p:nvSpPr>
          <p:cNvPr id="1441" name="Google Shape;1441;p116"/>
          <p:cNvSpPr txBox="1"/>
          <p:nvPr>
            <p:ph idx="1" type="body"/>
          </p:nvPr>
        </p:nvSpPr>
        <p:spPr>
          <a:xfrm>
            <a:off x="324000" y="759300"/>
            <a:ext cx="8496000" cy="7338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The year is</a:t>
            </a:r>
            <a:r>
              <a:rPr lang="en-GB"/>
              <a:t> </a:t>
            </a:r>
            <a:r>
              <a:rPr lang="en-GB" sz="2400">
                <a:latin typeface="Times New Roman"/>
                <a:ea typeface="Times New Roman"/>
                <a:cs typeface="Times New Roman"/>
                <a:sym typeface="Times New Roman"/>
              </a:rPr>
              <a:t>2050</a:t>
            </a:r>
            <a:r>
              <a:rPr lang="en-GB"/>
              <a:t> and Laura’s Lunar Launches charge </a:t>
            </a:r>
            <a:r>
              <a:rPr lang="en-GB" sz="2400">
                <a:latin typeface="Times New Roman"/>
                <a:ea typeface="Times New Roman"/>
                <a:cs typeface="Times New Roman"/>
                <a:sym typeface="Times New Roman"/>
              </a:rPr>
              <a:t>£250 000</a:t>
            </a:r>
            <a:r>
              <a:rPr lang="en-GB"/>
              <a:t> for a day-trip to the Moon with an included surface walk.</a:t>
            </a:r>
            <a:endParaRPr/>
          </a:p>
        </p:txBody>
      </p:sp>
      <p:sp>
        <p:nvSpPr>
          <p:cNvPr id="1442" name="Google Shape;1442;p116"/>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Maths in sales</a:t>
            </a:r>
            <a:endParaRPr/>
          </a:p>
        </p:txBody>
      </p:sp>
      <p:pic>
        <p:nvPicPr>
          <p:cNvPr id="1443" name="Google Shape;1443;p116"/>
          <p:cNvPicPr preferRelativeResize="0"/>
          <p:nvPr/>
        </p:nvPicPr>
        <p:blipFill>
          <a:blip r:embed="rId3">
            <a:alphaModFix/>
          </a:blip>
          <a:stretch>
            <a:fillRect/>
          </a:stretch>
        </p:blipFill>
        <p:spPr>
          <a:xfrm>
            <a:off x="335300" y="3376575"/>
            <a:ext cx="1092525" cy="1430900"/>
          </a:xfrm>
          <a:prstGeom prst="rect">
            <a:avLst/>
          </a:prstGeom>
          <a:noFill/>
          <a:ln>
            <a:noFill/>
          </a:ln>
        </p:spPr>
      </p:pic>
      <p:sp>
        <p:nvSpPr>
          <p:cNvPr id="1444" name="Google Shape;1444;p116"/>
          <p:cNvSpPr txBox="1"/>
          <p:nvPr>
            <p:ph idx="1" type="body"/>
          </p:nvPr>
        </p:nvSpPr>
        <p:spPr>
          <a:xfrm>
            <a:off x="324000" y="1673700"/>
            <a:ext cx="8496000" cy="7338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They currently take </a:t>
            </a:r>
            <a:r>
              <a:rPr lang="en-GB" sz="2400">
                <a:latin typeface="Times New Roman"/>
                <a:ea typeface="Times New Roman"/>
                <a:cs typeface="Times New Roman"/>
                <a:sym typeface="Times New Roman"/>
              </a:rPr>
              <a:t>600</a:t>
            </a:r>
            <a:r>
              <a:rPr lang="en-GB"/>
              <a:t> passengers p.a. at a cost to the business of </a:t>
            </a:r>
            <a:r>
              <a:rPr lang="en-GB" sz="2400">
                <a:latin typeface="Times New Roman"/>
                <a:ea typeface="Times New Roman"/>
                <a:cs typeface="Times New Roman"/>
                <a:sym typeface="Times New Roman"/>
              </a:rPr>
              <a:t>£225 000</a:t>
            </a:r>
            <a:r>
              <a:rPr lang="en-GB"/>
              <a:t> per person.</a:t>
            </a:r>
            <a:endParaRPr/>
          </a:p>
        </p:txBody>
      </p:sp>
      <p:pic>
        <p:nvPicPr>
          <p:cNvPr id="1445" name="Google Shape;1445;p116"/>
          <p:cNvPicPr preferRelativeResize="0"/>
          <p:nvPr/>
        </p:nvPicPr>
        <p:blipFill rotWithShape="1">
          <a:blip r:embed="rId4">
            <a:alphaModFix/>
          </a:blip>
          <a:srcRect b="43690" l="0" r="57905" t="0"/>
          <a:stretch/>
        </p:blipFill>
        <p:spPr>
          <a:xfrm flipH="1">
            <a:off x="1208566" y="2521852"/>
            <a:ext cx="6556426" cy="2094224"/>
          </a:xfrm>
          <a:prstGeom prst="rect">
            <a:avLst/>
          </a:prstGeom>
          <a:noFill/>
          <a:ln>
            <a:noFill/>
          </a:ln>
        </p:spPr>
      </p:pic>
      <p:sp>
        <p:nvSpPr>
          <p:cNvPr id="1446" name="Google Shape;1446;p116"/>
          <p:cNvSpPr txBox="1"/>
          <p:nvPr>
            <p:ph idx="1" type="body"/>
          </p:nvPr>
        </p:nvSpPr>
        <p:spPr>
          <a:xfrm>
            <a:off x="1727017" y="2618027"/>
            <a:ext cx="5716800" cy="11550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Market research tells us if we drop our price by </a:t>
            </a:r>
            <a:r>
              <a:rPr lang="en-GB" sz="2400">
                <a:latin typeface="Times New Roman"/>
                <a:ea typeface="Times New Roman"/>
                <a:cs typeface="Times New Roman"/>
                <a:sym typeface="Times New Roman"/>
              </a:rPr>
              <a:t>5</a:t>
            </a:r>
            <a:r>
              <a:rPr lang="en-GB" sz="2400">
                <a:latin typeface="Times New Roman"/>
                <a:ea typeface="Times New Roman"/>
                <a:cs typeface="Times New Roman"/>
                <a:sym typeface="Times New Roman"/>
              </a:rPr>
              <a:t>% </a:t>
            </a:r>
            <a:r>
              <a:rPr lang="en-GB"/>
              <a:t>we will get</a:t>
            </a:r>
            <a:r>
              <a:rPr lang="en-GB"/>
              <a:t> </a:t>
            </a:r>
            <a:r>
              <a:rPr lang="en-GB" sz="2400">
                <a:latin typeface="Times New Roman"/>
                <a:ea typeface="Times New Roman"/>
                <a:cs typeface="Times New Roman"/>
                <a:sym typeface="Times New Roman"/>
              </a:rPr>
              <a:t>30</a:t>
            </a:r>
            <a:r>
              <a:rPr lang="en-GB" sz="2400">
                <a:latin typeface="Times New Roman"/>
                <a:ea typeface="Times New Roman"/>
                <a:cs typeface="Times New Roman"/>
                <a:sym typeface="Times New Roman"/>
              </a:rPr>
              <a:t>%</a:t>
            </a:r>
            <a:r>
              <a:rPr lang="en-GB"/>
              <a:t> more passengers. My sales team want to do it to grow market share. Should we do it?</a:t>
            </a:r>
            <a:endParaRPr sz="2400">
              <a:latin typeface="Times New Roman"/>
              <a:ea typeface="Times New Roman"/>
              <a:cs typeface="Times New Roman"/>
              <a:sym typeface="Times New Roman"/>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0" name="Shape 1450"/>
        <p:cNvGrpSpPr/>
        <p:nvPr/>
      </p:nvGrpSpPr>
      <p:grpSpPr>
        <a:xfrm>
          <a:off x="0" y="0"/>
          <a:ext cx="0" cy="0"/>
          <a:chOff x="0" y="0"/>
          <a:chExt cx="0" cy="0"/>
        </a:xfrm>
      </p:grpSpPr>
      <p:sp>
        <p:nvSpPr>
          <p:cNvPr id="1451" name="Google Shape;1451;p117"/>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Maths in sales</a:t>
            </a:r>
            <a:endParaRPr/>
          </a:p>
        </p:txBody>
      </p:sp>
      <p:pic>
        <p:nvPicPr>
          <p:cNvPr id="1452" name="Google Shape;1452;p117"/>
          <p:cNvPicPr preferRelativeResize="0"/>
          <p:nvPr/>
        </p:nvPicPr>
        <p:blipFill>
          <a:blip r:embed="rId3">
            <a:alphaModFix/>
          </a:blip>
          <a:stretch>
            <a:fillRect/>
          </a:stretch>
        </p:blipFill>
        <p:spPr>
          <a:xfrm>
            <a:off x="335300" y="3376575"/>
            <a:ext cx="1092525" cy="1430900"/>
          </a:xfrm>
          <a:prstGeom prst="rect">
            <a:avLst/>
          </a:prstGeom>
          <a:noFill/>
          <a:ln>
            <a:noFill/>
          </a:ln>
        </p:spPr>
      </p:pic>
      <p:sp>
        <p:nvSpPr>
          <p:cNvPr id="1453" name="Google Shape;1453;p117"/>
          <p:cNvSpPr txBox="1"/>
          <p:nvPr>
            <p:ph idx="1" type="body"/>
          </p:nvPr>
        </p:nvSpPr>
        <p:spPr>
          <a:xfrm>
            <a:off x="324000" y="789576"/>
            <a:ext cx="2563200" cy="3096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Current situation:</a:t>
            </a:r>
            <a:endParaRPr/>
          </a:p>
        </p:txBody>
      </p:sp>
      <p:sp>
        <p:nvSpPr>
          <p:cNvPr id="1454" name="Google Shape;1454;p117"/>
          <p:cNvSpPr txBox="1"/>
          <p:nvPr>
            <p:ph idx="1" type="body"/>
          </p:nvPr>
        </p:nvSpPr>
        <p:spPr>
          <a:xfrm>
            <a:off x="323994" y="1165360"/>
            <a:ext cx="1472100" cy="3096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sz="2400">
                <a:latin typeface="Times New Roman"/>
                <a:ea typeface="Times New Roman"/>
                <a:cs typeface="Times New Roman"/>
                <a:sym typeface="Times New Roman"/>
              </a:rPr>
              <a:t>6</a:t>
            </a:r>
            <a:r>
              <a:rPr lang="en-GB" sz="2400">
                <a:latin typeface="Times New Roman"/>
                <a:ea typeface="Times New Roman"/>
                <a:cs typeface="Times New Roman"/>
                <a:sym typeface="Times New Roman"/>
              </a:rPr>
              <a:t>00</a:t>
            </a:r>
            <a:r>
              <a:rPr lang="en-GB"/>
              <a:t> flights</a:t>
            </a:r>
            <a:endParaRPr/>
          </a:p>
        </p:txBody>
      </p:sp>
      <p:sp>
        <p:nvSpPr>
          <p:cNvPr id="1455" name="Google Shape;1455;p117"/>
          <p:cNvSpPr txBox="1"/>
          <p:nvPr>
            <p:ph idx="1" type="body"/>
          </p:nvPr>
        </p:nvSpPr>
        <p:spPr>
          <a:xfrm>
            <a:off x="323999" y="1541143"/>
            <a:ext cx="3277500" cy="3096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Selling price: </a:t>
            </a:r>
            <a:r>
              <a:rPr lang="en-GB" sz="2400">
                <a:latin typeface="Times New Roman"/>
                <a:ea typeface="Times New Roman"/>
                <a:cs typeface="Times New Roman"/>
                <a:sym typeface="Times New Roman"/>
              </a:rPr>
              <a:t>£250 000</a:t>
            </a:r>
            <a:endParaRPr sz="2400">
              <a:latin typeface="Times New Roman"/>
              <a:ea typeface="Times New Roman"/>
              <a:cs typeface="Times New Roman"/>
              <a:sym typeface="Times New Roman"/>
            </a:endParaRPr>
          </a:p>
        </p:txBody>
      </p:sp>
      <p:sp>
        <p:nvSpPr>
          <p:cNvPr id="1456" name="Google Shape;1456;p117"/>
          <p:cNvSpPr txBox="1"/>
          <p:nvPr>
            <p:ph idx="1" type="body"/>
          </p:nvPr>
        </p:nvSpPr>
        <p:spPr>
          <a:xfrm>
            <a:off x="323998" y="1916927"/>
            <a:ext cx="2971500" cy="3096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Cost price: </a:t>
            </a:r>
            <a:r>
              <a:rPr lang="en-GB" sz="2400">
                <a:latin typeface="Times New Roman"/>
                <a:ea typeface="Times New Roman"/>
                <a:cs typeface="Times New Roman"/>
                <a:sym typeface="Times New Roman"/>
              </a:rPr>
              <a:t>£225 000</a:t>
            </a:r>
            <a:endParaRPr sz="2400">
              <a:latin typeface="Times New Roman"/>
              <a:ea typeface="Times New Roman"/>
              <a:cs typeface="Times New Roman"/>
              <a:sym typeface="Times New Roman"/>
            </a:endParaRPr>
          </a:p>
        </p:txBody>
      </p:sp>
      <p:sp>
        <p:nvSpPr>
          <p:cNvPr id="1457" name="Google Shape;1457;p117"/>
          <p:cNvSpPr txBox="1"/>
          <p:nvPr>
            <p:ph idx="1" type="body"/>
          </p:nvPr>
        </p:nvSpPr>
        <p:spPr>
          <a:xfrm>
            <a:off x="323999" y="2292711"/>
            <a:ext cx="5450400" cy="3096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Revenue: </a:t>
            </a:r>
            <a:r>
              <a:rPr lang="en-GB" sz="2400">
                <a:latin typeface="Times New Roman"/>
                <a:ea typeface="Times New Roman"/>
                <a:cs typeface="Times New Roman"/>
                <a:sym typeface="Times New Roman"/>
              </a:rPr>
              <a:t>600 × £2</a:t>
            </a:r>
            <a:r>
              <a:rPr lang="en-GB" sz="2400">
                <a:latin typeface="Times New Roman"/>
                <a:ea typeface="Times New Roman"/>
                <a:cs typeface="Times New Roman"/>
                <a:sym typeface="Times New Roman"/>
              </a:rPr>
              <a:t>50 000 = £150 000 000</a:t>
            </a:r>
            <a:endParaRPr sz="2400">
              <a:latin typeface="Times New Roman"/>
              <a:ea typeface="Times New Roman"/>
              <a:cs typeface="Times New Roman"/>
              <a:sym typeface="Times New Roman"/>
            </a:endParaRPr>
          </a:p>
        </p:txBody>
      </p:sp>
      <p:sp>
        <p:nvSpPr>
          <p:cNvPr id="1458" name="Google Shape;1458;p117"/>
          <p:cNvSpPr txBox="1"/>
          <p:nvPr>
            <p:ph idx="1" type="body"/>
          </p:nvPr>
        </p:nvSpPr>
        <p:spPr>
          <a:xfrm>
            <a:off x="324025" y="3044275"/>
            <a:ext cx="6691200" cy="3096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b="1" lang="en-GB"/>
              <a:t>Profit </a:t>
            </a:r>
            <a:r>
              <a:rPr lang="en-GB" sz="2400">
                <a:latin typeface="Times New Roman"/>
                <a:ea typeface="Times New Roman"/>
                <a:cs typeface="Times New Roman"/>
                <a:sym typeface="Times New Roman"/>
              </a:rPr>
              <a:t>= </a:t>
            </a:r>
            <a:r>
              <a:rPr lang="en-GB" sz="2400">
                <a:latin typeface="Times New Roman"/>
                <a:ea typeface="Times New Roman"/>
                <a:cs typeface="Times New Roman"/>
                <a:sym typeface="Times New Roman"/>
              </a:rPr>
              <a:t>£150 000 000 − £135 000 000 =</a:t>
            </a:r>
            <a:r>
              <a:rPr lang="en-GB"/>
              <a:t> </a:t>
            </a:r>
            <a:r>
              <a:rPr lang="en-GB" sz="2400">
                <a:latin typeface="Times New Roman"/>
                <a:ea typeface="Times New Roman"/>
                <a:cs typeface="Times New Roman"/>
                <a:sym typeface="Times New Roman"/>
              </a:rPr>
              <a:t>£15 000 000</a:t>
            </a:r>
            <a:endParaRPr sz="2400">
              <a:latin typeface="Times New Roman"/>
              <a:ea typeface="Times New Roman"/>
              <a:cs typeface="Times New Roman"/>
              <a:sym typeface="Times New Roman"/>
            </a:endParaRPr>
          </a:p>
        </p:txBody>
      </p:sp>
      <p:sp>
        <p:nvSpPr>
          <p:cNvPr id="1459" name="Google Shape;1459;p117"/>
          <p:cNvSpPr txBox="1"/>
          <p:nvPr>
            <p:ph idx="1" type="body"/>
          </p:nvPr>
        </p:nvSpPr>
        <p:spPr>
          <a:xfrm>
            <a:off x="324000" y="2668495"/>
            <a:ext cx="5558400" cy="3096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Costs: </a:t>
            </a:r>
            <a:r>
              <a:rPr lang="en-GB" sz="2400">
                <a:latin typeface="Times New Roman"/>
                <a:ea typeface="Times New Roman"/>
                <a:cs typeface="Times New Roman"/>
                <a:sym typeface="Times New Roman"/>
              </a:rPr>
              <a:t>600 × </a:t>
            </a:r>
            <a:r>
              <a:rPr lang="en-GB" sz="2400">
                <a:latin typeface="Times New Roman"/>
                <a:ea typeface="Times New Roman"/>
                <a:cs typeface="Times New Roman"/>
                <a:sym typeface="Times New Roman"/>
              </a:rPr>
              <a:t>£225 000 </a:t>
            </a:r>
            <a:r>
              <a:rPr lang="en-GB" sz="2400">
                <a:latin typeface="Times New Roman"/>
                <a:ea typeface="Times New Roman"/>
                <a:cs typeface="Times New Roman"/>
                <a:sym typeface="Times New Roman"/>
              </a:rPr>
              <a:t>= £135 000 000</a:t>
            </a:r>
            <a:endParaRPr sz="2400">
              <a:latin typeface="Times New Roman"/>
              <a:ea typeface="Times New Roman"/>
              <a:cs typeface="Times New Roman"/>
              <a:sym typeface="Times New Roman"/>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5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5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58"/>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3" name="Shape 1463"/>
        <p:cNvGrpSpPr/>
        <p:nvPr/>
      </p:nvGrpSpPr>
      <p:grpSpPr>
        <a:xfrm>
          <a:off x="0" y="0"/>
          <a:ext cx="0" cy="0"/>
          <a:chOff x="0" y="0"/>
          <a:chExt cx="0" cy="0"/>
        </a:xfrm>
      </p:grpSpPr>
      <p:sp>
        <p:nvSpPr>
          <p:cNvPr id="1464" name="Google Shape;1464;p118"/>
          <p:cNvSpPr/>
          <p:nvPr/>
        </p:nvSpPr>
        <p:spPr>
          <a:xfrm>
            <a:off x="4457475" y="3045125"/>
            <a:ext cx="1523100" cy="382800"/>
          </a:xfrm>
          <a:prstGeom prst="roundRect">
            <a:avLst>
              <a:gd fmla="val 16667" name="adj"/>
            </a:avLst>
          </a:prstGeom>
          <a:noFill/>
          <a:ln cap="flat" cmpd="sng" w="38100">
            <a:solidFill>
              <a:schemeClr val="accent5"/>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465" name="Google Shape;1465;p118"/>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Maths in sales</a:t>
            </a:r>
            <a:endParaRPr/>
          </a:p>
        </p:txBody>
      </p:sp>
      <p:pic>
        <p:nvPicPr>
          <p:cNvPr id="1466" name="Google Shape;1466;p118"/>
          <p:cNvPicPr preferRelativeResize="0"/>
          <p:nvPr/>
        </p:nvPicPr>
        <p:blipFill>
          <a:blip r:embed="rId3">
            <a:alphaModFix/>
          </a:blip>
          <a:stretch>
            <a:fillRect/>
          </a:stretch>
        </p:blipFill>
        <p:spPr>
          <a:xfrm>
            <a:off x="335300" y="3376575"/>
            <a:ext cx="1092525" cy="1430900"/>
          </a:xfrm>
          <a:prstGeom prst="rect">
            <a:avLst/>
          </a:prstGeom>
          <a:noFill/>
          <a:ln>
            <a:noFill/>
          </a:ln>
        </p:spPr>
      </p:pic>
      <p:sp>
        <p:nvSpPr>
          <p:cNvPr id="1467" name="Google Shape;1467;p118"/>
          <p:cNvSpPr txBox="1"/>
          <p:nvPr>
            <p:ph idx="1" type="body"/>
          </p:nvPr>
        </p:nvSpPr>
        <p:spPr>
          <a:xfrm>
            <a:off x="324000" y="789576"/>
            <a:ext cx="2563200" cy="3096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Current situation:</a:t>
            </a:r>
            <a:endParaRPr/>
          </a:p>
        </p:txBody>
      </p:sp>
      <p:sp>
        <p:nvSpPr>
          <p:cNvPr id="1468" name="Google Shape;1468;p118"/>
          <p:cNvSpPr txBox="1"/>
          <p:nvPr>
            <p:ph idx="1" type="body"/>
          </p:nvPr>
        </p:nvSpPr>
        <p:spPr>
          <a:xfrm>
            <a:off x="323994" y="1165360"/>
            <a:ext cx="1472100" cy="3096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sz="2400">
                <a:latin typeface="Times New Roman"/>
                <a:ea typeface="Times New Roman"/>
                <a:cs typeface="Times New Roman"/>
                <a:sym typeface="Times New Roman"/>
              </a:rPr>
              <a:t>600</a:t>
            </a:r>
            <a:r>
              <a:rPr lang="en-GB"/>
              <a:t> flights</a:t>
            </a:r>
            <a:endParaRPr/>
          </a:p>
        </p:txBody>
      </p:sp>
      <p:sp>
        <p:nvSpPr>
          <p:cNvPr id="1469" name="Google Shape;1469;p118"/>
          <p:cNvSpPr txBox="1"/>
          <p:nvPr>
            <p:ph idx="1" type="body"/>
          </p:nvPr>
        </p:nvSpPr>
        <p:spPr>
          <a:xfrm>
            <a:off x="323999" y="1541143"/>
            <a:ext cx="3277500" cy="3096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Selling price: </a:t>
            </a:r>
            <a:r>
              <a:rPr lang="en-GB" sz="2400">
                <a:latin typeface="Times New Roman"/>
                <a:ea typeface="Times New Roman"/>
                <a:cs typeface="Times New Roman"/>
                <a:sym typeface="Times New Roman"/>
              </a:rPr>
              <a:t>£250 000</a:t>
            </a:r>
            <a:endParaRPr sz="2400">
              <a:latin typeface="Times New Roman"/>
              <a:ea typeface="Times New Roman"/>
              <a:cs typeface="Times New Roman"/>
              <a:sym typeface="Times New Roman"/>
            </a:endParaRPr>
          </a:p>
        </p:txBody>
      </p:sp>
      <p:sp>
        <p:nvSpPr>
          <p:cNvPr id="1470" name="Google Shape;1470;p118"/>
          <p:cNvSpPr txBox="1"/>
          <p:nvPr>
            <p:ph idx="1" type="body"/>
          </p:nvPr>
        </p:nvSpPr>
        <p:spPr>
          <a:xfrm>
            <a:off x="323998" y="1916927"/>
            <a:ext cx="2971500" cy="3096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Cost price: </a:t>
            </a:r>
            <a:r>
              <a:rPr lang="en-GB" sz="2400">
                <a:latin typeface="Times New Roman"/>
                <a:ea typeface="Times New Roman"/>
                <a:cs typeface="Times New Roman"/>
                <a:sym typeface="Times New Roman"/>
              </a:rPr>
              <a:t>£225 000</a:t>
            </a:r>
            <a:endParaRPr sz="2400">
              <a:latin typeface="Times New Roman"/>
              <a:ea typeface="Times New Roman"/>
              <a:cs typeface="Times New Roman"/>
              <a:sym typeface="Times New Roman"/>
            </a:endParaRPr>
          </a:p>
        </p:txBody>
      </p:sp>
      <p:sp>
        <p:nvSpPr>
          <p:cNvPr id="1471" name="Google Shape;1471;p118"/>
          <p:cNvSpPr txBox="1"/>
          <p:nvPr>
            <p:ph idx="1" type="body"/>
          </p:nvPr>
        </p:nvSpPr>
        <p:spPr>
          <a:xfrm>
            <a:off x="324000" y="2292700"/>
            <a:ext cx="3045600" cy="3096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Revenue: </a:t>
            </a:r>
            <a:r>
              <a:rPr lang="en-GB" sz="2400">
                <a:latin typeface="Times New Roman"/>
                <a:ea typeface="Times New Roman"/>
                <a:cs typeface="Times New Roman"/>
                <a:sym typeface="Times New Roman"/>
              </a:rPr>
              <a:t>£150 000 000</a:t>
            </a:r>
            <a:endParaRPr sz="2400">
              <a:latin typeface="Times New Roman"/>
              <a:ea typeface="Times New Roman"/>
              <a:cs typeface="Times New Roman"/>
              <a:sym typeface="Times New Roman"/>
            </a:endParaRPr>
          </a:p>
        </p:txBody>
      </p:sp>
      <p:sp>
        <p:nvSpPr>
          <p:cNvPr id="1472" name="Google Shape;1472;p118"/>
          <p:cNvSpPr txBox="1"/>
          <p:nvPr>
            <p:ph idx="1" type="body"/>
          </p:nvPr>
        </p:nvSpPr>
        <p:spPr>
          <a:xfrm>
            <a:off x="324025" y="3044275"/>
            <a:ext cx="2695800" cy="3096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b="1" lang="en-GB"/>
              <a:t>Profit</a:t>
            </a:r>
            <a:r>
              <a:rPr lang="en-GB"/>
              <a:t>:</a:t>
            </a:r>
            <a:r>
              <a:rPr lang="en-GB" sz="2400">
                <a:latin typeface="Times New Roman"/>
                <a:ea typeface="Times New Roman"/>
                <a:cs typeface="Times New Roman"/>
                <a:sym typeface="Times New Roman"/>
              </a:rPr>
              <a:t> £15 000 000</a:t>
            </a:r>
            <a:endParaRPr sz="2400">
              <a:latin typeface="Times New Roman"/>
              <a:ea typeface="Times New Roman"/>
              <a:cs typeface="Times New Roman"/>
              <a:sym typeface="Times New Roman"/>
            </a:endParaRPr>
          </a:p>
        </p:txBody>
      </p:sp>
      <p:sp>
        <p:nvSpPr>
          <p:cNvPr id="1473" name="Google Shape;1473;p118"/>
          <p:cNvSpPr txBox="1"/>
          <p:nvPr>
            <p:ph idx="1" type="body"/>
          </p:nvPr>
        </p:nvSpPr>
        <p:spPr>
          <a:xfrm>
            <a:off x="324000" y="2668500"/>
            <a:ext cx="2695800" cy="3096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Costs:</a:t>
            </a:r>
            <a:r>
              <a:rPr lang="en-GB" sz="2400">
                <a:latin typeface="Times New Roman"/>
                <a:ea typeface="Times New Roman"/>
                <a:cs typeface="Times New Roman"/>
                <a:sym typeface="Times New Roman"/>
              </a:rPr>
              <a:t> £135 000 000</a:t>
            </a:r>
            <a:endParaRPr sz="2400">
              <a:latin typeface="Times New Roman"/>
              <a:ea typeface="Times New Roman"/>
              <a:cs typeface="Times New Roman"/>
              <a:sym typeface="Times New Roman"/>
            </a:endParaRPr>
          </a:p>
        </p:txBody>
      </p:sp>
      <p:sp>
        <p:nvSpPr>
          <p:cNvPr id="1474" name="Google Shape;1474;p118"/>
          <p:cNvSpPr/>
          <p:nvPr/>
        </p:nvSpPr>
        <p:spPr>
          <a:xfrm>
            <a:off x="1165893" y="3045125"/>
            <a:ext cx="1643100" cy="382800"/>
          </a:xfrm>
          <a:prstGeom prst="roundRect">
            <a:avLst>
              <a:gd fmla="val 16667" name="adj"/>
            </a:avLst>
          </a:prstGeom>
          <a:noFill/>
          <a:ln cap="flat" cmpd="sng" w="38100">
            <a:solidFill>
              <a:schemeClr val="accent5"/>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475" name="Google Shape;1475;p118"/>
          <p:cNvSpPr txBox="1"/>
          <p:nvPr>
            <p:ph idx="1" type="body"/>
          </p:nvPr>
        </p:nvSpPr>
        <p:spPr>
          <a:xfrm>
            <a:off x="3615568" y="789576"/>
            <a:ext cx="2563200" cy="3096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New</a:t>
            </a:r>
            <a:r>
              <a:rPr lang="en-GB"/>
              <a:t> situation:</a:t>
            </a:r>
            <a:endParaRPr/>
          </a:p>
        </p:txBody>
      </p:sp>
      <p:sp>
        <p:nvSpPr>
          <p:cNvPr id="1476" name="Google Shape;1476;p118"/>
          <p:cNvSpPr txBox="1"/>
          <p:nvPr>
            <p:ph idx="1" type="body"/>
          </p:nvPr>
        </p:nvSpPr>
        <p:spPr>
          <a:xfrm>
            <a:off x="3615521" y="1165350"/>
            <a:ext cx="5170500" cy="3096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sz="2400">
                <a:latin typeface="Times New Roman"/>
                <a:ea typeface="Times New Roman"/>
                <a:cs typeface="Times New Roman"/>
                <a:sym typeface="Times New Roman"/>
              </a:rPr>
              <a:t>78</a:t>
            </a:r>
            <a:r>
              <a:rPr lang="en-GB" sz="2400">
                <a:latin typeface="Times New Roman"/>
                <a:ea typeface="Times New Roman"/>
                <a:cs typeface="Times New Roman"/>
                <a:sym typeface="Times New Roman"/>
              </a:rPr>
              <a:t>0</a:t>
            </a:r>
            <a:r>
              <a:rPr lang="en-GB"/>
              <a:t> flights (30% more)</a:t>
            </a:r>
            <a:endParaRPr/>
          </a:p>
        </p:txBody>
      </p:sp>
      <p:sp>
        <p:nvSpPr>
          <p:cNvPr id="1477" name="Google Shape;1477;p118"/>
          <p:cNvSpPr txBox="1"/>
          <p:nvPr>
            <p:ph idx="1" type="body"/>
          </p:nvPr>
        </p:nvSpPr>
        <p:spPr>
          <a:xfrm>
            <a:off x="3615580" y="1541150"/>
            <a:ext cx="5170500" cy="3096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Selling price: </a:t>
            </a:r>
            <a:r>
              <a:rPr lang="en-GB" sz="2400">
                <a:latin typeface="Times New Roman"/>
                <a:ea typeface="Times New Roman"/>
                <a:cs typeface="Times New Roman"/>
                <a:sym typeface="Times New Roman"/>
              </a:rPr>
              <a:t>£237 500</a:t>
            </a:r>
            <a:r>
              <a:rPr lang="en-GB"/>
              <a:t> (5% drop)</a:t>
            </a:r>
            <a:endParaRPr/>
          </a:p>
        </p:txBody>
      </p:sp>
      <p:sp>
        <p:nvSpPr>
          <p:cNvPr id="1478" name="Google Shape;1478;p118"/>
          <p:cNvSpPr txBox="1"/>
          <p:nvPr>
            <p:ph idx="1" type="body"/>
          </p:nvPr>
        </p:nvSpPr>
        <p:spPr>
          <a:xfrm>
            <a:off x="3615566" y="1916927"/>
            <a:ext cx="2971500" cy="3096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Cost price: </a:t>
            </a:r>
            <a:r>
              <a:rPr lang="en-GB" sz="2400">
                <a:latin typeface="Times New Roman"/>
                <a:ea typeface="Times New Roman"/>
                <a:cs typeface="Times New Roman"/>
                <a:sym typeface="Times New Roman"/>
              </a:rPr>
              <a:t>£225 000</a:t>
            </a:r>
            <a:endParaRPr sz="2400">
              <a:latin typeface="Times New Roman"/>
              <a:ea typeface="Times New Roman"/>
              <a:cs typeface="Times New Roman"/>
              <a:sym typeface="Times New Roman"/>
            </a:endParaRPr>
          </a:p>
        </p:txBody>
      </p:sp>
      <p:sp>
        <p:nvSpPr>
          <p:cNvPr id="1479" name="Google Shape;1479;p118"/>
          <p:cNvSpPr txBox="1"/>
          <p:nvPr>
            <p:ph idx="1" type="body"/>
          </p:nvPr>
        </p:nvSpPr>
        <p:spPr>
          <a:xfrm>
            <a:off x="3615568" y="2292700"/>
            <a:ext cx="5328900" cy="3096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Revenue: </a:t>
            </a:r>
            <a:r>
              <a:rPr lang="en-GB" sz="2400">
                <a:latin typeface="Times New Roman"/>
                <a:ea typeface="Times New Roman"/>
                <a:cs typeface="Times New Roman"/>
                <a:sym typeface="Times New Roman"/>
              </a:rPr>
              <a:t>780 × £237 500 = £185 250 000</a:t>
            </a:r>
            <a:endParaRPr sz="2400">
              <a:latin typeface="Times New Roman"/>
              <a:ea typeface="Times New Roman"/>
              <a:cs typeface="Times New Roman"/>
              <a:sym typeface="Times New Roman"/>
            </a:endParaRPr>
          </a:p>
        </p:txBody>
      </p:sp>
      <p:sp>
        <p:nvSpPr>
          <p:cNvPr id="1480" name="Google Shape;1480;p118"/>
          <p:cNvSpPr txBox="1"/>
          <p:nvPr>
            <p:ph idx="1" type="body"/>
          </p:nvPr>
        </p:nvSpPr>
        <p:spPr>
          <a:xfrm>
            <a:off x="3615601" y="3044275"/>
            <a:ext cx="2523300" cy="3096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b="1" lang="en-GB"/>
              <a:t>Profit</a:t>
            </a:r>
            <a:r>
              <a:rPr lang="en-GB"/>
              <a:t>:</a:t>
            </a:r>
            <a:r>
              <a:rPr lang="en-GB" sz="2400">
                <a:latin typeface="Times New Roman"/>
                <a:ea typeface="Times New Roman"/>
                <a:cs typeface="Times New Roman"/>
                <a:sym typeface="Times New Roman"/>
              </a:rPr>
              <a:t> £9 750 000</a:t>
            </a:r>
            <a:endParaRPr sz="2400">
              <a:latin typeface="Times New Roman"/>
              <a:ea typeface="Times New Roman"/>
              <a:cs typeface="Times New Roman"/>
              <a:sym typeface="Times New Roman"/>
            </a:endParaRPr>
          </a:p>
        </p:txBody>
      </p:sp>
      <p:sp>
        <p:nvSpPr>
          <p:cNvPr id="1481" name="Google Shape;1481;p118"/>
          <p:cNvSpPr txBox="1"/>
          <p:nvPr>
            <p:ph idx="1" type="body"/>
          </p:nvPr>
        </p:nvSpPr>
        <p:spPr>
          <a:xfrm>
            <a:off x="3615568" y="2668500"/>
            <a:ext cx="4900200" cy="3096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Costs:</a:t>
            </a:r>
            <a:r>
              <a:rPr lang="en-GB" sz="2400">
                <a:latin typeface="Times New Roman"/>
                <a:ea typeface="Times New Roman"/>
                <a:cs typeface="Times New Roman"/>
                <a:sym typeface="Times New Roman"/>
              </a:rPr>
              <a:t> </a:t>
            </a:r>
            <a:r>
              <a:rPr lang="en-GB" sz="2400">
                <a:latin typeface="Times New Roman"/>
                <a:ea typeface="Times New Roman"/>
                <a:cs typeface="Times New Roman"/>
                <a:sym typeface="Times New Roman"/>
              </a:rPr>
              <a:t>780 × £225 000 = £175 500 000</a:t>
            </a:r>
            <a:endParaRPr sz="2400">
              <a:latin typeface="Times New Roman"/>
              <a:ea typeface="Times New Roman"/>
              <a:cs typeface="Times New Roman"/>
              <a:sym typeface="Times New Roman"/>
            </a:endParaRPr>
          </a:p>
        </p:txBody>
      </p:sp>
      <p:sp>
        <p:nvSpPr>
          <p:cNvPr id="1482" name="Google Shape;1482;p118"/>
          <p:cNvSpPr txBox="1"/>
          <p:nvPr>
            <p:ph idx="1" type="body"/>
          </p:nvPr>
        </p:nvSpPr>
        <p:spPr>
          <a:xfrm>
            <a:off x="1640450" y="3623925"/>
            <a:ext cx="7012800" cy="11964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sz="2400">
                <a:latin typeface="Kalam"/>
                <a:ea typeface="Kalam"/>
                <a:cs typeface="Kalam"/>
                <a:sym typeface="Kalam"/>
              </a:rPr>
              <a:t>You might have said, “Don’t make the change Laura. Whilst it will generate more revenue it will cost the business more than</a:t>
            </a:r>
            <a:r>
              <a:rPr lang="en-GB" sz="2400">
                <a:latin typeface="Kalam"/>
                <a:ea typeface="Kalam"/>
                <a:cs typeface="Kalam"/>
                <a:sym typeface="Kalam"/>
              </a:rPr>
              <a:t> </a:t>
            </a:r>
            <a:r>
              <a:rPr lang="en-GB" sz="2400">
                <a:latin typeface="Times New Roman"/>
                <a:ea typeface="Times New Roman"/>
                <a:cs typeface="Times New Roman"/>
                <a:sym typeface="Times New Roman"/>
              </a:rPr>
              <a:t>£5 000 000 </a:t>
            </a:r>
            <a:r>
              <a:rPr lang="en-GB" sz="2400">
                <a:latin typeface="Kalam"/>
                <a:ea typeface="Kalam"/>
                <a:cs typeface="Kalam"/>
                <a:sym typeface="Kalam"/>
              </a:rPr>
              <a:t>in </a:t>
            </a:r>
            <a:r>
              <a:rPr b="1" lang="en-GB" sz="2400">
                <a:latin typeface="Kalam"/>
                <a:ea typeface="Kalam"/>
                <a:cs typeface="Kalam"/>
                <a:sym typeface="Kalam"/>
              </a:rPr>
              <a:t>profit</a:t>
            </a:r>
            <a:r>
              <a:rPr lang="en-GB" sz="2400">
                <a:latin typeface="Kalam"/>
                <a:ea typeface="Kalam"/>
                <a:cs typeface="Kalam"/>
                <a:sym typeface="Kalam"/>
              </a:rPr>
              <a:t>.”</a:t>
            </a:r>
            <a:endParaRPr sz="2400">
              <a:latin typeface="Times New Roman"/>
              <a:ea typeface="Times New Roman"/>
              <a:cs typeface="Times New Roman"/>
              <a:sym typeface="Times New Roman"/>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7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7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7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7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7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8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8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7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46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482"/>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6" name="Shape 1486"/>
        <p:cNvGrpSpPr/>
        <p:nvPr/>
      </p:nvGrpSpPr>
      <p:grpSpPr>
        <a:xfrm>
          <a:off x="0" y="0"/>
          <a:ext cx="0" cy="0"/>
          <a:chOff x="0" y="0"/>
          <a:chExt cx="0" cy="0"/>
        </a:xfrm>
      </p:grpSpPr>
      <p:sp>
        <p:nvSpPr>
          <p:cNvPr id="1487" name="Google Shape;1487;p119"/>
          <p:cNvSpPr txBox="1"/>
          <p:nvPr>
            <p:ph idx="1" type="body"/>
          </p:nvPr>
        </p:nvSpPr>
        <p:spPr>
          <a:xfrm>
            <a:off x="324000" y="759300"/>
            <a:ext cx="8496000" cy="7641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a:t>1) Jun is CEO of a sweet manufacturer that sold </a:t>
            </a:r>
            <a:r>
              <a:rPr lang="en-GB" sz="2400">
                <a:latin typeface="Times New Roman"/>
                <a:ea typeface="Times New Roman"/>
                <a:cs typeface="Times New Roman"/>
                <a:sym typeface="Times New Roman"/>
              </a:rPr>
              <a:t>36</a:t>
            </a:r>
            <a:r>
              <a:rPr lang="en-GB" sz="2400">
                <a:latin typeface="Times New Roman"/>
                <a:ea typeface="Times New Roman"/>
                <a:cs typeface="Times New Roman"/>
                <a:sym typeface="Times New Roman"/>
              </a:rPr>
              <a:t> 000</a:t>
            </a:r>
            <a:r>
              <a:rPr lang="en-GB"/>
              <a:t> </a:t>
            </a:r>
            <a:r>
              <a:rPr lang="en-GB"/>
              <a:t>packets of sweets last year at </a:t>
            </a:r>
            <a:r>
              <a:rPr lang="en-GB" sz="2400">
                <a:latin typeface="Times New Roman"/>
                <a:ea typeface="Times New Roman"/>
                <a:cs typeface="Times New Roman"/>
                <a:sym typeface="Times New Roman"/>
              </a:rPr>
              <a:t>£1.80</a:t>
            </a:r>
            <a:r>
              <a:rPr lang="en-GB"/>
              <a:t> a packet. Their manufacturing cost is </a:t>
            </a:r>
            <a:r>
              <a:rPr lang="en-GB" sz="2400">
                <a:latin typeface="Times New Roman"/>
                <a:ea typeface="Times New Roman"/>
                <a:cs typeface="Times New Roman"/>
                <a:sym typeface="Times New Roman"/>
              </a:rPr>
              <a:t>£0.60</a:t>
            </a:r>
            <a:r>
              <a:rPr lang="en-GB"/>
              <a:t> per unit.</a:t>
            </a:r>
            <a:endParaRPr/>
          </a:p>
        </p:txBody>
      </p:sp>
      <p:sp>
        <p:nvSpPr>
          <p:cNvPr id="1488" name="Google Shape;1488;p119"/>
          <p:cNvSpPr txBox="1"/>
          <p:nvPr>
            <p:ph type="title"/>
          </p:nvPr>
        </p:nvSpPr>
        <p:spPr>
          <a:xfrm>
            <a:off x="1479300" y="39650"/>
            <a:ext cx="6855300" cy="3828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GB"/>
              <a:t>Maths in sales</a:t>
            </a:r>
            <a:endParaRPr/>
          </a:p>
        </p:txBody>
      </p:sp>
      <p:pic>
        <p:nvPicPr>
          <p:cNvPr id="1489" name="Google Shape;1489;p119"/>
          <p:cNvPicPr preferRelativeResize="0"/>
          <p:nvPr/>
        </p:nvPicPr>
        <p:blipFill>
          <a:blip r:embed="rId3">
            <a:alphaModFix/>
          </a:blip>
          <a:stretch>
            <a:fillRect/>
          </a:stretch>
        </p:blipFill>
        <p:spPr>
          <a:xfrm flipH="1">
            <a:off x="7960281" y="1586273"/>
            <a:ext cx="870901" cy="1089064"/>
          </a:xfrm>
          <a:prstGeom prst="rect">
            <a:avLst/>
          </a:prstGeom>
          <a:noFill/>
          <a:ln>
            <a:noFill/>
          </a:ln>
        </p:spPr>
      </p:pic>
      <p:sp>
        <p:nvSpPr>
          <p:cNvPr id="1490" name="Google Shape;1490;p119"/>
          <p:cNvSpPr txBox="1"/>
          <p:nvPr>
            <p:ph idx="1" type="body"/>
          </p:nvPr>
        </p:nvSpPr>
        <p:spPr>
          <a:xfrm>
            <a:off x="324000" y="2192132"/>
            <a:ext cx="6921000" cy="3828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a:t>a</a:t>
            </a:r>
            <a:r>
              <a:rPr lang="en-GB"/>
              <a:t>) Calculate Jun’s current revenue and </a:t>
            </a:r>
            <a:r>
              <a:rPr b="1" lang="en-GB"/>
              <a:t>profit</a:t>
            </a:r>
            <a:r>
              <a:rPr lang="en-GB"/>
              <a:t>.</a:t>
            </a:r>
            <a:endParaRPr/>
          </a:p>
        </p:txBody>
      </p:sp>
      <p:sp>
        <p:nvSpPr>
          <p:cNvPr id="1491" name="Google Shape;1491;p119"/>
          <p:cNvSpPr txBox="1"/>
          <p:nvPr>
            <p:ph idx="1" type="body"/>
          </p:nvPr>
        </p:nvSpPr>
        <p:spPr>
          <a:xfrm>
            <a:off x="324000" y="2786425"/>
            <a:ext cx="8496000" cy="3828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a:t>b</a:t>
            </a:r>
            <a:r>
              <a:rPr lang="en-GB"/>
              <a:t>) If Jun could double his sales by halving his price should he?</a:t>
            </a:r>
            <a:endParaRPr/>
          </a:p>
        </p:txBody>
      </p:sp>
      <p:sp>
        <p:nvSpPr>
          <p:cNvPr id="1492" name="Google Shape;1492;p119"/>
          <p:cNvSpPr txBox="1"/>
          <p:nvPr>
            <p:ph idx="1" type="body"/>
          </p:nvPr>
        </p:nvSpPr>
        <p:spPr>
          <a:xfrm>
            <a:off x="324000" y="3380716"/>
            <a:ext cx="7318800" cy="3828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a:t>c</a:t>
            </a:r>
            <a:r>
              <a:rPr lang="en-GB"/>
              <a:t>) If Jun could increase his sales by a third by reducing his price by one third should he?</a:t>
            </a:r>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6" name="Shape 1496"/>
        <p:cNvGrpSpPr/>
        <p:nvPr/>
      </p:nvGrpSpPr>
      <p:grpSpPr>
        <a:xfrm>
          <a:off x="0" y="0"/>
          <a:ext cx="0" cy="0"/>
          <a:chOff x="0" y="0"/>
          <a:chExt cx="0" cy="0"/>
        </a:xfrm>
      </p:grpSpPr>
      <p:sp>
        <p:nvSpPr>
          <p:cNvPr id="1497" name="Google Shape;1497;p120"/>
          <p:cNvSpPr txBox="1"/>
          <p:nvPr>
            <p:ph idx="1" type="body"/>
          </p:nvPr>
        </p:nvSpPr>
        <p:spPr>
          <a:xfrm>
            <a:off x="324000" y="759300"/>
            <a:ext cx="8298600" cy="7641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0"/>
              </a:spcAft>
              <a:buNone/>
            </a:pPr>
            <a:r>
              <a:rPr lang="en-GB"/>
              <a:t>2</a:t>
            </a:r>
            <a:r>
              <a:rPr lang="en-GB"/>
              <a:t>) Andeep is a commercial accountant for a guitar manufacturer that sells </a:t>
            </a:r>
            <a:r>
              <a:rPr lang="en-GB" sz="2400">
                <a:latin typeface="Times New Roman"/>
                <a:ea typeface="Times New Roman"/>
                <a:cs typeface="Times New Roman"/>
                <a:sym typeface="Times New Roman"/>
              </a:rPr>
              <a:t>12</a:t>
            </a:r>
            <a:r>
              <a:rPr lang="en-GB" sz="2400">
                <a:latin typeface="Times New Roman"/>
                <a:ea typeface="Times New Roman"/>
                <a:cs typeface="Times New Roman"/>
                <a:sym typeface="Times New Roman"/>
              </a:rPr>
              <a:t>00</a:t>
            </a:r>
            <a:r>
              <a:rPr lang="en-GB"/>
              <a:t> units a year at </a:t>
            </a:r>
            <a:r>
              <a:rPr lang="en-GB" sz="2400">
                <a:latin typeface="Times New Roman"/>
                <a:ea typeface="Times New Roman"/>
                <a:cs typeface="Times New Roman"/>
                <a:sym typeface="Times New Roman"/>
              </a:rPr>
              <a:t>£600</a:t>
            </a:r>
            <a:r>
              <a:rPr lang="en-GB"/>
              <a:t> per unit and costs </a:t>
            </a:r>
            <a:r>
              <a:rPr lang="en-GB" sz="2400">
                <a:latin typeface="Times New Roman"/>
                <a:ea typeface="Times New Roman"/>
                <a:cs typeface="Times New Roman"/>
                <a:sym typeface="Times New Roman"/>
              </a:rPr>
              <a:t>£480</a:t>
            </a:r>
            <a:r>
              <a:rPr lang="en-GB"/>
              <a:t> per unit to make.</a:t>
            </a:r>
            <a:endParaRPr/>
          </a:p>
          <a:p>
            <a:pPr indent="0" lvl="0" marL="0" rtl="0" algn="l">
              <a:lnSpc>
                <a:spcPct val="100000"/>
              </a:lnSpc>
              <a:spcBef>
                <a:spcPts val="0"/>
              </a:spcBef>
              <a:spcAft>
                <a:spcPts val="0"/>
              </a:spcAft>
              <a:buNone/>
            </a:pPr>
            <a:r>
              <a:rPr lang="en-GB"/>
              <a:t>Which of the below are good </a:t>
            </a:r>
            <a:r>
              <a:rPr lang="en-GB"/>
              <a:t>commercial</a:t>
            </a:r>
            <a:r>
              <a:rPr lang="en-GB"/>
              <a:t> deals?</a:t>
            </a:r>
            <a:endParaRPr/>
          </a:p>
        </p:txBody>
      </p:sp>
      <p:sp>
        <p:nvSpPr>
          <p:cNvPr id="1498" name="Google Shape;1498;p120"/>
          <p:cNvSpPr txBox="1"/>
          <p:nvPr>
            <p:ph idx="1" type="body"/>
          </p:nvPr>
        </p:nvSpPr>
        <p:spPr>
          <a:xfrm>
            <a:off x="324000" y="2314596"/>
            <a:ext cx="6921000" cy="3828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a:t>a) </a:t>
            </a:r>
            <a:r>
              <a:rPr lang="en-GB" sz="2400">
                <a:latin typeface="Times New Roman"/>
                <a:ea typeface="Times New Roman"/>
                <a:cs typeface="Times New Roman"/>
                <a:sym typeface="Times New Roman"/>
              </a:rPr>
              <a:t>5</a:t>
            </a:r>
            <a:r>
              <a:rPr lang="en-GB" sz="2400">
                <a:latin typeface="Times New Roman"/>
                <a:ea typeface="Times New Roman"/>
                <a:cs typeface="Times New Roman"/>
                <a:sym typeface="Times New Roman"/>
              </a:rPr>
              <a:t>%</a:t>
            </a:r>
            <a:r>
              <a:rPr lang="en-GB"/>
              <a:t> uplift in sales for </a:t>
            </a:r>
            <a:r>
              <a:rPr lang="en-GB"/>
              <a:t>a </a:t>
            </a:r>
            <a:r>
              <a:rPr lang="en-GB" sz="2400">
                <a:latin typeface="Times New Roman"/>
                <a:ea typeface="Times New Roman"/>
                <a:cs typeface="Times New Roman"/>
                <a:sym typeface="Times New Roman"/>
              </a:rPr>
              <a:t>10% </a:t>
            </a:r>
            <a:r>
              <a:rPr lang="en-GB"/>
              <a:t>drop in price?</a:t>
            </a:r>
            <a:endParaRPr/>
          </a:p>
        </p:txBody>
      </p:sp>
      <p:sp>
        <p:nvSpPr>
          <p:cNvPr id="1499" name="Google Shape;1499;p120"/>
          <p:cNvSpPr txBox="1"/>
          <p:nvPr>
            <p:ph idx="1" type="body"/>
          </p:nvPr>
        </p:nvSpPr>
        <p:spPr>
          <a:xfrm>
            <a:off x="324000" y="2868181"/>
            <a:ext cx="6921000" cy="3828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a:t>b</a:t>
            </a:r>
            <a:r>
              <a:rPr lang="en-GB"/>
              <a:t>) </a:t>
            </a:r>
            <a:r>
              <a:rPr lang="en-GB" sz="2400">
                <a:latin typeface="Times New Roman"/>
                <a:ea typeface="Times New Roman"/>
                <a:cs typeface="Times New Roman"/>
                <a:sym typeface="Times New Roman"/>
              </a:rPr>
              <a:t>50</a:t>
            </a:r>
            <a:r>
              <a:rPr lang="en-GB" sz="2400">
                <a:latin typeface="Times New Roman"/>
                <a:ea typeface="Times New Roman"/>
                <a:cs typeface="Times New Roman"/>
                <a:sym typeface="Times New Roman"/>
              </a:rPr>
              <a:t>%</a:t>
            </a:r>
            <a:r>
              <a:rPr lang="en-GB"/>
              <a:t> uplift in sales for a </a:t>
            </a:r>
            <a:r>
              <a:rPr lang="en-GB" sz="2400">
                <a:latin typeface="Times New Roman"/>
                <a:ea typeface="Times New Roman"/>
                <a:cs typeface="Times New Roman"/>
                <a:sym typeface="Times New Roman"/>
              </a:rPr>
              <a:t>15% </a:t>
            </a:r>
            <a:r>
              <a:rPr lang="en-GB"/>
              <a:t>drop in price?</a:t>
            </a:r>
            <a:endParaRPr/>
          </a:p>
        </p:txBody>
      </p:sp>
      <p:sp>
        <p:nvSpPr>
          <p:cNvPr id="1500" name="Google Shape;1500;p120"/>
          <p:cNvSpPr txBox="1"/>
          <p:nvPr>
            <p:ph idx="1" type="body"/>
          </p:nvPr>
        </p:nvSpPr>
        <p:spPr>
          <a:xfrm>
            <a:off x="324000" y="3467689"/>
            <a:ext cx="6921000" cy="3828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a:t>c</a:t>
            </a:r>
            <a:r>
              <a:rPr lang="en-GB"/>
              <a:t>) </a:t>
            </a:r>
            <a:r>
              <a:rPr lang="en-GB" sz="2400">
                <a:latin typeface="Times New Roman"/>
                <a:ea typeface="Times New Roman"/>
                <a:cs typeface="Times New Roman"/>
                <a:sym typeface="Times New Roman"/>
              </a:rPr>
              <a:t>10%</a:t>
            </a:r>
            <a:r>
              <a:rPr lang="en-GB"/>
              <a:t> drop in sales for a </a:t>
            </a:r>
            <a:r>
              <a:rPr lang="en-GB" sz="2400">
                <a:latin typeface="Times New Roman"/>
                <a:ea typeface="Times New Roman"/>
                <a:cs typeface="Times New Roman"/>
                <a:sym typeface="Times New Roman"/>
              </a:rPr>
              <a:t>5</a:t>
            </a:r>
            <a:r>
              <a:rPr lang="en-GB" sz="2400">
                <a:latin typeface="Times New Roman"/>
                <a:ea typeface="Times New Roman"/>
                <a:cs typeface="Times New Roman"/>
                <a:sym typeface="Times New Roman"/>
              </a:rPr>
              <a:t>% </a:t>
            </a:r>
            <a:r>
              <a:rPr lang="en-GB"/>
              <a:t>increase in price?</a:t>
            </a:r>
            <a:endParaRPr/>
          </a:p>
        </p:txBody>
      </p:sp>
      <p:sp>
        <p:nvSpPr>
          <p:cNvPr id="1501" name="Google Shape;1501;p120"/>
          <p:cNvSpPr txBox="1"/>
          <p:nvPr>
            <p:ph type="title"/>
          </p:nvPr>
        </p:nvSpPr>
        <p:spPr>
          <a:xfrm>
            <a:off x="1479300" y="39650"/>
            <a:ext cx="6855300" cy="3828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GB"/>
              <a:t>Maths in sales</a:t>
            </a:r>
            <a:endParaRPr/>
          </a:p>
        </p:txBody>
      </p:sp>
      <p:pic>
        <p:nvPicPr>
          <p:cNvPr id="1502" name="Google Shape;1502;p120"/>
          <p:cNvPicPr preferRelativeResize="0"/>
          <p:nvPr/>
        </p:nvPicPr>
        <p:blipFill>
          <a:blip r:embed="rId3">
            <a:alphaModFix/>
          </a:blip>
          <a:stretch>
            <a:fillRect/>
          </a:stretch>
        </p:blipFill>
        <p:spPr>
          <a:xfrm>
            <a:off x="7889013" y="2228125"/>
            <a:ext cx="897385" cy="1157170"/>
          </a:xfrm>
          <a:prstGeom prst="rect">
            <a:avLst/>
          </a:prstGeom>
          <a:noFill/>
          <a:ln>
            <a:noFill/>
          </a:ln>
        </p:spPr>
      </p:pic>
      <p:sp>
        <p:nvSpPr>
          <p:cNvPr id="1503" name="Google Shape;1503;p120"/>
          <p:cNvSpPr txBox="1"/>
          <p:nvPr>
            <p:ph idx="1" type="body"/>
          </p:nvPr>
        </p:nvSpPr>
        <p:spPr>
          <a:xfrm>
            <a:off x="324000" y="4036581"/>
            <a:ext cx="8496000" cy="3828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a:t>d</a:t>
            </a:r>
            <a:r>
              <a:rPr lang="en-GB"/>
              <a:t>) If Andeep were to drop his price by </a:t>
            </a:r>
            <a:r>
              <a:rPr lang="en-GB" sz="2400">
                <a:latin typeface="Times New Roman"/>
                <a:ea typeface="Times New Roman"/>
                <a:cs typeface="Times New Roman"/>
                <a:sym typeface="Times New Roman"/>
              </a:rPr>
              <a:t>12%</a:t>
            </a:r>
            <a:r>
              <a:rPr lang="en-GB"/>
              <a:t> what percent uplift in </a:t>
            </a:r>
            <a:r>
              <a:rPr lang="en-GB"/>
              <a:t>sales</a:t>
            </a:r>
            <a:r>
              <a:rPr lang="en-GB"/>
              <a:t> would he need to see to maintain his existing </a:t>
            </a:r>
            <a:r>
              <a:rPr b="1" lang="en-GB"/>
              <a:t>profit</a:t>
            </a:r>
            <a:r>
              <a:rPr lang="en-GB"/>
              <a:t>?</a:t>
            </a:r>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7" name="Shape 1507"/>
        <p:cNvGrpSpPr/>
        <p:nvPr/>
      </p:nvGrpSpPr>
      <p:grpSpPr>
        <a:xfrm>
          <a:off x="0" y="0"/>
          <a:ext cx="0" cy="0"/>
          <a:chOff x="0" y="0"/>
          <a:chExt cx="0" cy="0"/>
        </a:xfrm>
      </p:grpSpPr>
      <p:sp>
        <p:nvSpPr>
          <p:cNvPr id="1508" name="Google Shape;1508;p121"/>
          <p:cNvSpPr txBox="1"/>
          <p:nvPr>
            <p:ph idx="1" type="body"/>
          </p:nvPr>
        </p:nvSpPr>
        <p:spPr>
          <a:xfrm>
            <a:off x="324000" y="759300"/>
            <a:ext cx="8496000" cy="764100"/>
          </a:xfrm>
          <a:prstGeom prst="rect">
            <a:avLst/>
          </a:prstGeom>
        </p:spPr>
        <p:txBody>
          <a:bodyPr anchorCtr="0" anchor="t" bIns="0" lIns="0" spcFirstLastPara="1" rIns="0" wrap="square" tIns="0">
            <a:noAutofit/>
          </a:bodyPr>
          <a:lstStyle/>
          <a:p>
            <a:pPr indent="0" lvl="0" marL="0" rtl="0" algn="l">
              <a:spcBef>
                <a:spcPts val="0"/>
              </a:spcBef>
              <a:spcAft>
                <a:spcPts val="1000"/>
              </a:spcAft>
              <a:buClr>
                <a:schemeClr val="dk1"/>
              </a:buClr>
              <a:buSzPts val="1100"/>
              <a:buFont typeface="Arial"/>
              <a:buNone/>
            </a:pPr>
            <a:r>
              <a:rPr lang="en-GB"/>
              <a:t>1) Jun is CEO of a sweet manufacturer that sold </a:t>
            </a:r>
            <a:r>
              <a:rPr lang="en-GB" sz="2400">
                <a:latin typeface="Times New Roman"/>
                <a:ea typeface="Times New Roman"/>
                <a:cs typeface="Times New Roman"/>
                <a:sym typeface="Times New Roman"/>
              </a:rPr>
              <a:t>36 000</a:t>
            </a:r>
            <a:r>
              <a:rPr lang="en-GB"/>
              <a:t> packets of sweets last year at </a:t>
            </a:r>
            <a:r>
              <a:rPr lang="en-GB" sz="2400">
                <a:latin typeface="Times New Roman"/>
                <a:ea typeface="Times New Roman"/>
                <a:cs typeface="Times New Roman"/>
                <a:sym typeface="Times New Roman"/>
              </a:rPr>
              <a:t>£1.80</a:t>
            </a:r>
            <a:r>
              <a:rPr lang="en-GB"/>
              <a:t> a packet. Their manufacturing cost is </a:t>
            </a:r>
            <a:r>
              <a:rPr lang="en-GB" sz="2400">
                <a:latin typeface="Times New Roman"/>
                <a:ea typeface="Times New Roman"/>
                <a:cs typeface="Times New Roman"/>
                <a:sym typeface="Times New Roman"/>
              </a:rPr>
              <a:t>£0.60</a:t>
            </a:r>
            <a:r>
              <a:rPr lang="en-GB"/>
              <a:t> per unit.</a:t>
            </a:r>
            <a:endParaRPr/>
          </a:p>
        </p:txBody>
      </p:sp>
      <p:sp>
        <p:nvSpPr>
          <p:cNvPr id="1509" name="Google Shape;1509;p121"/>
          <p:cNvSpPr txBox="1"/>
          <p:nvPr>
            <p:ph type="title"/>
          </p:nvPr>
        </p:nvSpPr>
        <p:spPr>
          <a:xfrm>
            <a:off x="1479300" y="39650"/>
            <a:ext cx="6855300" cy="3828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GB"/>
              <a:t>Maths in sales</a:t>
            </a:r>
            <a:endParaRPr/>
          </a:p>
        </p:txBody>
      </p:sp>
      <p:pic>
        <p:nvPicPr>
          <p:cNvPr id="1510" name="Google Shape;1510;p121"/>
          <p:cNvPicPr preferRelativeResize="0"/>
          <p:nvPr/>
        </p:nvPicPr>
        <p:blipFill>
          <a:blip r:embed="rId3">
            <a:alphaModFix/>
          </a:blip>
          <a:stretch>
            <a:fillRect/>
          </a:stretch>
        </p:blipFill>
        <p:spPr>
          <a:xfrm>
            <a:off x="324973" y="3719873"/>
            <a:ext cx="870901" cy="1089064"/>
          </a:xfrm>
          <a:prstGeom prst="rect">
            <a:avLst/>
          </a:prstGeom>
          <a:noFill/>
          <a:ln>
            <a:noFill/>
          </a:ln>
        </p:spPr>
      </p:pic>
      <p:sp>
        <p:nvSpPr>
          <p:cNvPr id="1511" name="Google Shape;1511;p121"/>
          <p:cNvSpPr txBox="1"/>
          <p:nvPr>
            <p:ph idx="1" type="body"/>
          </p:nvPr>
        </p:nvSpPr>
        <p:spPr>
          <a:xfrm>
            <a:off x="324000" y="2085323"/>
            <a:ext cx="6921000" cy="3096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a:t>a) Calculate Jun’s current revenue and </a:t>
            </a:r>
            <a:r>
              <a:rPr b="1" lang="en-GB"/>
              <a:t>profit</a:t>
            </a:r>
            <a:r>
              <a:rPr lang="en-GB"/>
              <a:t>.</a:t>
            </a:r>
            <a:endParaRPr/>
          </a:p>
        </p:txBody>
      </p:sp>
      <p:sp>
        <p:nvSpPr>
          <p:cNvPr id="1512" name="Google Shape;1512;p121"/>
          <p:cNvSpPr txBox="1"/>
          <p:nvPr>
            <p:ph idx="4294967295" type="body"/>
          </p:nvPr>
        </p:nvSpPr>
        <p:spPr>
          <a:xfrm>
            <a:off x="1543206" y="2486551"/>
            <a:ext cx="2839200" cy="3096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sz="2400">
                <a:latin typeface="Times New Roman"/>
                <a:ea typeface="Times New Roman"/>
                <a:cs typeface="Times New Roman"/>
                <a:sym typeface="Times New Roman"/>
              </a:rPr>
              <a:t>3</a:t>
            </a:r>
            <a:r>
              <a:rPr lang="en-GB" sz="2400">
                <a:latin typeface="Times New Roman"/>
                <a:ea typeface="Times New Roman"/>
                <a:cs typeface="Times New Roman"/>
                <a:sym typeface="Times New Roman"/>
              </a:rPr>
              <a:t>6 000</a:t>
            </a:r>
            <a:r>
              <a:rPr lang="en-GB"/>
              <a:t> packets</a:t>
            </a:r>
            <a:endParaRPr/>
          </a:p>
        </p:txBody>
      </p:sp>
      <p:sp>
        <p:nvSpPr>
          <p:cNvPr id="1513" name="Google Shape;1513;p121"/>
          <p:cNvSpPr txBox="1"/>
          <p:nvPr>
            <p:ph idx="4294967295" type="body"/>
          </p:nvPr>
        </p:nvSpPr>
        <p:spPr>
          <a:xfrm>
            <a:off x="1543199" y="2887655"/>
            <a:ext cx="3277500" cy="3096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Selling price: </a:t>
            </a:r>
            <a:r>
              <a:rPr lang="en-GB" sz="2400">
                <a:latin typeface="Times New Roman"/>
                <a:ea typeface="Times New Roman"/>
                <a:cs typeface="Times New Roman"/>
                <a:sym typeface="Times New Roman"/>
              </a:rPr>
              <a:t>£1.80</a:t>
            </a:r>
            <a:endParaRPr sz="2400">
              <a:latin typeface="Times New Roman"/>
              <a:ea typeface="Times New Roman"/>
              <a:cs typeface="Times New Roman"/>
              <a:sym typeface="Times New Roman"/>
            </a:endParaRPr>
          </a:p>
        </p:txBody>
      </p:sp>
      <p:sp>
        <p:nvSpPr>
          <p:cNvPr id="1514" name="Google Shape;1514;p121"/>
          <p:cNvSpPr txBox="1"/>
          <p:nvPr>
            <p:ph idx="4294967295" type="body"/>
          </p:nvPr>
        </p:nvSpPr>
        <p:spPr>
          <a:xfrm>
            <a:off x="1543198" y="3288760"/>
            <a:ext cx="2971500" cy="3096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Cost price: </a:t>
            </a:r>
            <a:r>
              <a:rPr lang="en-GB" sz="2400">
                <a:latin typeface="Times New Roman"/>
                <a:ea typeface="Times New Roman"/>
                <a:cs typeface="Times New Roman"/>
                <a:sym typeface="Times New Roman"/>
              </a:rPr>
              <a:t>£0.60</a:t>
            </a:r>
            <a:endParaRPr sz="2400">
              <a:latin typeface="Times New Roman"/>
              <a:ea typeface="Times New Roman"/>
              <a:cs typeface="Times New Roman"/>
              <a:sym typeface="Times New Roman"/>
            </a:endParaRPr>
          </a:p>
        </p:txBody>
      </p:sp>
      <p:sp>
        <p:nvSpPr>
          <p:cNvPr id="1515" name="Google Shape;1515;p121"/>
          <p:cNvSpPr txBox="1"/>
          <p:nvPr>
            <p:ph idx="4294967295" type="body"/>
          </p:nvPr>
        </p:nvSpPr>
        <p:spPr>
          <a:xfrm>
            <a:off x="1543199" y="3689865"/>
            <a:ext cx="5450400" cy="3096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Revenue: </a:t>
            </a:r>
            <a:r>
              <a:rPr lang="en-GB" sz="2400">
                <a:latin typeface="Times New Roman"/>
                <a:ea typeface="Times New Roman"/>
                <a:cs typeface="Times New Roman"/>
                <a:sym typeface="Times New Roman"/>
              </a:rPr>
              <a:t>36 0</a:t>
            </a:r>
            <a:r>
              <a:rPr lang="en-GB" sz="2400">
                <a:latin typeface="Times New Roman"/>
                <a:ea typeface="Times New Roman"/>
                <a:cs typeface="Times New Roman"/>
                <a:sym typeface="Times New Roman"/>
              </a:rPr>
              <a:t>00 × £1.80 = £64 800</a:t>
            </a:r>
            <a:endParaRPr sz="2400">
              <a:latin typeface="Times New Roman"/>
              <a:ea typeface="Times New Roman"/>
              <a:cs typeface="Times New Roman"/>
              <a:sym typeface="Times New Roman"/>
            </a:endParaRPr>
          </a:p>
        </p:txBody>
      </p:sp>
      <p:sp>
        <p:nvSpPr>
          <p:cNvPr id="1516" name="Google Shape;1516;p121"/>
          <p:cNvSpPr txBox="1"/>
          <p:nvPr>
            <p:ph idx="4294967295" type="body"/>
          </p:nvPr>
        </p:nvSpPr>
        <p:spPr>
          <a:xfrm>
            <a:off x="1543225" y="4492075"/>
            <a:ext cx="4951500" cy="3096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b="1" lang="en-GB"/>
              <a:t>Profit </a:t>
            </a:r>
            <a:r>
              <a:rPr lang="en-GB" sz="2400">
                <a:latin typeface="Times New Roman"/>
                <a:ea typeface="Times New Roman"/>
                <a:cs typeface="Times New Roman"/>
                <a:sym typeface="Times New Roman"/>
              </a:rPr>
              <a:t>= £64 800 − £21 600 =</a:t>
            </a:r>
            <a:r>
              <a:rPr lang="en-GB"/>
              <a:t> </a:t>
            </a:r>
            <a:r>
              <a:rPr lang="en-GB" sz="2400">
                <a:latin typeface="Times New Roman"/>
                <a:ea typeface="Times New Roman"/>
                <a:cs typeface="Times New Roman"/>
                <a:sym typeface="Times New Roman"/>
              </a:rPr>
              <a:t>£43 200</a:t>
            </a:r>
            <a:endParaRPr sz="2400">
              <a:latin typeface="Times New Roman"/>
              <a:ea typeface="Times New Roman"/>
              <a:cs typeface="Times New Roman"/>
              <a:sym typeface="Times New Roman"/>
            </a:endParaRPr>
          </a:p>
        </p:txBody>
      </p:sp>
      <p:sp>
        <p:nvSpPr>
          <p:cNvPr id="1517" name="Google Shape;1517;p121"/>
          <p:cNvSpPr txBox="1"/>
          <p:nvPr>
            <p:ph idx="4294967295" type="body"/>
          </p:nvPr>
        </p:nvSpPr>
        <p:spPr>
          <a:xfrm>
            <a:off x="1543200" y="4090970"/>
            <a:ext cx="5558400" cy="3096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Costs: </a:t>
            </a:r>
            <a:r>
              <a:rPr lang="en-GB" sz="2400">
                <a:latin typeface="Times New Roman"/>
                <a:ea typeface="Times New Roman"/>
                <a:cs typeface="Times New Roman"/>
                <a:sym typeface="Times New Roman"/>
              </a:rPr>
              <a:t>36 0</a:t>
            </a:r>
            <a:r>
              <a:rPr lang="en-GB" sz="2400">
                <a:latin typeface="Times New Roman"/>
                <a:ea typeface="Times New Roman"/>
                <a:cs typeface="Times New Roman"/>
                <a:sym typeface="Times New Roman"/>
              </a:rPr>
              <a:t>00 × £0.60 = £21 600</a:t>
            </a:r>
            <a:endParaRPr sz="2400">
              <a:latin typeface="Times New Roman"/>
              <a:ea typeface="Times New Roman"/>
              <a:cs typeface="Times New Roman"/>
              <a:sym typeface="Times New Roman"/>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1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1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1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1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1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1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1" name="Shape 1521"/>
        <p:cNvGrpSpPr/>
        <p:nvPr/>
      </p:nvGrpSpPr>
      <p:grpSpPr>
        <a:xfrm>
          <a:off x="0" y="0"/>
          <a:ext cx="0" cy="0"/>
          <a:chOff x="0" y="0"/>
          <a:chExt cx="0" cy="0"/>
        </a:xfrm>
      </p:grpSpPr>
      <p:sp>
        <p:nvSpPr>
          <p:cNvPr id="1522" name="Google Shape;1522;p122"/>
          <p:cNvSpPr txBox="1"/>
          <p:nvPr>
            <p:ph type="title"/>
          </p:nvPr>
        </p:nvSpPr>
        <p:spPr>
          <a:xfrm>
            <a:off x="1479300" y="39650"/>
            <a:ext cx="6855300" cy="3828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GB"/>
              <a:t>Maths in sales</a:t>
            </a:r>
            <a:endParaRPr/>
          </a:p>
        </p:txBody>
      </p:sp>
      <p:pic>
        <p:nvPicPr>
          <p:cNvPr id="1523" name="Google Shape;1523;p122"/>
          <p:cNvPicPr preferRelativeResize="0"/>
          <p:nvPr/>
        </p:nvPicPr>
        <p:blipFill>
          <a:blip r:embed="rId3">
            <a:alphaModFix/>
          </a:blip>
          <a:stretch>
            <a:fillRect/>
          </a:stretch>
        </p:blipFill>
        <p:spPr>
          <a:xfrm>
            <a:off x="324973" y="1616889"/>
            <a:ext cx="870901" cy="1089064"/>
          </a:xfrm>
          <a:prstGeom prst="rect">
            <a:avLst/>
          </a:prstGeom>
          <a:noFill/>
          <a:ln>
            <a:noFill/>
          </a:ln>
        </p:spPr>
      </p:pic>
      <p:sp>
        <p:nvSpPr>
          <p:cNvPr id="1524" name="Google Shape;1524;p122"/>
          <p:cNvSpPr txBox="1"/>
          <p:nvPr>
            <p:ph idx="1" type="body"/>
          </p:nvPr>
        </p:nvSpPr>
        <p:spPr>
          <a:xfrm>
            <a:off x="324000" y="1201525"/>
            <a:ext cx="8496000" cy="382800"/>
          </a:xfrm>
          <a:prstGeom prst="rect">
            <a:avLst/>
          </a:prstGeom>
        </p:spPr>
        <p:txBody>
          <a:bodyPr anchorCtr="0" anchor="t" bIns="0" lIns="0" spcFirstLastPara="1" rIns="0" wrap="square" tIns="0">
            <a:noAutofit/>
          </a:bodyPr>
          <a:lstStyle/>
          <a:p>
            <a:pPr indent="0" lvl="0" marL="0" rtl="0" algn="l">
              <a:spcBef>
                <a:spcPts val="0"/>
              </a:spcBef>
              <a:spcAft>
                <a:spcPts val="1000"/>
              </a:spcAft>
              <a:buClr>
                <a:schemeClr val="dk1"/>
              </a:buClr>
              <a:buSzPts val="1100"/>
              <a:buFont typeface="Arial"/>
              <a:buNone/>
            </a:pPr>
            <a:r>
              <a:rPr lang="en-GB"/>
              <a:t>b) If Jun could double his sales by halving his price should he?</a:t>
            </a:r>
            <a:endParaRPr/>
          </a:p>
        </p:txBody>
      </p:sp>
      <p:sp>
        <p:nvSpPr>
          <p:cNvPr id="1525" name="Google Shape;1525;p122"/>
          <p:cNvSpPr txBox="1"/>
          <p:nvPr>
            <p:ph idx="4294967295" type="body"/>
          </p:nvPr>
        </p:nvSpPr>
        <p:spPr>
          <a:xfrm>
            <a:off x="1543206" y="1698750"/>
            <a:ext cx="2839200" cy="3096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sz="2400">
                <a:latin typeface="Times New Roman"/>
                <a:ea typeface="Times New Roman"/>
                <a:cs typeface="Times New Roman"/>
                <a:sym typeface="Times New Roman"/>
              </a:rPr>
              <a:t>72</a:t>
            </a:r>
            <a:r>
              <a:rPr lang="en-GB" sz="2400">
                <a:latin typeface="Times New Roman"/>
                <a:ea typeface="Times New Roman"/>
                <a:cs typeface="Times New Roman"/>
                <a:sym typeface="Times New Roman"/>
              </a:rPr>
              <a:t> 000</a:t>
            </a:r>
            <a:r>
              <a:rPr lang="en-GB"/>
              <a:t> packets</a:t>
            </a:r>
            <a:endParaRPr/>
          </a:p>
        </p:txBody>
      </p:sp>
      <p:sp>
        <p:nvSpPr>
          <p:cNvPr id="1526" name="Google Shape;1526;p122"/>
          <p:cNvSpPr txBox="1"/>
          <p:nvPr>
            <p:ph idx="4294967295" type="body"/>
          </p:nvPr>
        </p:nvSpPr>
        <p:spPr>
          <a:xfrm>
            <a:off x="1543199" y="2181215"/>
            <a:ext cx="3277500" cy="3096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Selling price: </a:t>
            </a:r>
            <a:r>
              <a:rPr lang="en-GB" sz="2400">
                <a:latin typeface="Times New Roman"/>
                <a:ea typeface="Times New Roman"/>
                <a:cs typeface="Times New Roman"/>
                <a:sym typeface="Times New Roman"/>
              </a:rPr>
              <a:t>£0.90</a:t>
            </a:r>
            <a:endParaRPr sz="2400">
              <a:latin typeface="Times New Roman"/>
              <a:ea typeface="Times New Roman"/>
              <a:cs typeface="Times New Roman"/>
              <a:sym typeface="Times New Roman"/>
            </a:endParaRPr>
          </a:p>
        </p:txBody>
      </p:sp>
      <p:sp>
        <p:nvSpPr>
          <p:cNvPr id="1527" name="Google Shape;1527;p122"/>
          <p:cNvSpPr txBox="1"/>
          <p:nvPr>
            <p:ph idx="4294967295" type="body"/>
          </p:nvPr>
        </p:nvSpPr>
        <p:spPr>
          <a:xfrm>
            <a:off x="1543198" y="2663680"/>
            <a:ext cx="2971500" cy="3096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Cost price: </a:t>
            </a:r>
            <a:r>
              <a:rPr lang="en-GB" sz="2400">
                <a:latin typeface="Times New Roman"/>
                <a:ea typeface="Times New Roman"/>
                <a:cs typeface="Times New Roman"/>
                <a:sym typeface="Times New Roman"/>
              </a:rPr>
              <a:t>£0.60</a:t>
            </a:r>
            <a:endParaRPr sz="2400">
              <a:latin typeface="Times New Roman"/>
              <a:ea typeface="Times New Roman"/>
              <a:cs typeface="Times New Roman"/>
              <a:sym typeface="Times New Roman"/>
            </a:endParaRPr>
          </a:p>
        </p:txBody>
      </p:sp>
      <p:sp>
        <p:nvSpPr>
          <p:cNvPr id="1528" name="Google Shape;1528;p122"/>
          <p:cNvSpPr txBox="1"/>
          <p:nvPr>
            <p:ph idx="4294967295" type="body"/>
          </p:nvPr>
        </p:nvSpPr>
        <p:spPr>
          <a:xfrm>
            <a:off x="1543199" y="3146145"/>
            <a:ext cx="5450400" cy="3096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Revenue: </a:t>
            </a:r>
            <a:r>
              <a:rPr lang="en-GB" sz="2400">
                <a:latin typeface="Times New Roman"/>
                <a:ea typeface="Times New Roman"/>
                <a:cs typeface="Times New Roman"/>
                <a:sym typeface="Times New Roman"/>
              </a:rPr>
              <a:t>72</a:t>
            </a:r>
            <a:r>
              <a:rPr lang="en-GB" sz="2400">
                <a:latin typeface="Times New Roman"/>
                <a:ea typeface="Times New Roman"/>
                <a:cs typeface="Times New Roman"/>
                <a:sym typeface="Times New Roman"/>
              </a:rPr>
              <a:t> 000 × £0.90 = £64 800</a:t>
            </a:r>
            <a:endParaRPr sz="2400">
              <a:latin typeface="Times New Roman"/>
              <a:ea typeface="Times New Roman"/>
              <a:cs typeface="Times New Roman"/>
              <a:sym typeface="Times New Roman"/>
            </a:endParaRPr>
          </a:p>
        </p:txBody>
      </p:sp>
      <p:sp>
        <p:nvSpPr>
          <p:cNvPr id="1529" name="Google Shape;1529;p122"/>
          <p:cNvSpPr txBox="1"/>
          <p:nvPr>
            <p:ph idx="4294967295" type="body"/>
          </p:nvPr>
        </p:nvSpPr>
        <p:spPr>
          <a:xfrm>
            <a:off x="1543225" y="4111075"/>
            <a:ext cx="4951500" cy="3096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b="1" lang="en-GB"/>
              <a:t>Profit </a:t>
            </a:r>
            <a:r>
              <a:rPr lang="en-GB" sz="2400">
                <a:latin typeface="Times New Roman"/>
                <a:ea typeface="Times New Roman"/>
                <a:cs typeface="Times New Roman"/>
                <a:sym typeface="Times New Roman"/>
              </a:rPr>
              <a:t>= £64 800 − £43 200 =</a:t>
            </a:r>
            <a:r>
              <a:rPr lang="en-GB"/>
              <a:t> </a:t>
            </a:r>
            <a:r>
              <a:rPr lang="en-GB" sz="2400">
                <a:latin typeface="Times New Roman"/>
                <a:ea typeface="Times New Roman"/>
                <a:cs typeface="Times New Roman"/>
                <a:sym typeface="Times New Roman"/>
              </a:rPr>
              <a:t>£21 600</a:t>
            </a:r>
            <a:endParaRPr sz="2400">
              <a:latin typeface="Times New Roman"/>
              <a:ea typeface="Times New Roman"/>
              <a:cs typeface="Times New Roman"/>
              <a:sym typeface="Times New Roman"/>
            </a:endParaRPr>
          </a:p>
        </p:txBody>
      </p:sp>
      <p:sp>
        <p:nvSpPr>
          <p:cNvPr id="1530" name="Google Shape;1530;p122"/>
          <p:cNvSpPr txBox="1"/>
          <p:nvPr>
            <p:ph idx="4294967295" type="body"/>
          </p:nvPr>
        </p:nvSpPr>
        <p:spPr>
          <a:xfrm>
            <a:off x="1543200" y="3628610"/>
            <a:ext cx="5558400" cy="3096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Costs: </a:t>
            </a:r>
            <a:r>
              <a:rPr lang="en-GB" sz="2400">
                <a:latin typeface="Times New Roman"/>
                <a:ea typeface="Times New Roman"/>
                <a:cs typeface="Times New Roman"/>
                <a:sym typeface="Times New Roman"/>
              </a:rPr>
              <a:t>72</a:t>
            </a:r>
            <a:r>
              <a:rPr lang="en-GB" sz="2400">
                <a:latin typeface="Times New Roman"/>
                <a:ea typeface="Times New Roman"/>
                <a:cs typeface="Times New Roman"/>
                <a:sym typeface="Times New Roman"/>
              </a:rPr>
              <a:t> 000 × £0.60 = £43 200</a:t>
            </a:r>
            <a:endParaRPr sz="2400">
              <a:latin typeface="Times New Roman"/>
              <a:ea typeface="Times New Roman"/>
              <a:cs typeface="Times New Roman"/>
              <a:sym typeface="Times New Roman"/>
            </a:endParaRPr>
          </a:p>
        </p:txBody>
      </p:sp>
      <p:sp>
        <p:nvSpPr>
          <p:cNvPr id="1531" name="Google Shape;1531;p122"/>
          <p:cNvSpPr txBox="1"/>
          <p:nvPr>
            <p:ph idx="4294967295" type="body"/>
          </p:nvPr>
        </p:nvSpPr>
        <p:spPr>
          <a:xfrm>
            <a:off x="4322758" y="1734233"/>
            <a:ext cx="4287900" cy="11964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0"/>
              </a:spcAft>
              <a:buNone/>
            </a:pPr>
            <a:r>
              <a:rPr lang="en-GB">
                <a:latin typeface="Kalam"/>
                <a:ea typeface="Kalam"/>
                <a:cs typeface="Kalam"/>
                <a:sym typeface="Kalam"/>
              </a:rPr>
              <a:t>You might have said, “Whilst this will increase volume and market share it halves your </a:t>
            </a:r>
            <a:r>
              <a:rPr b="1" lang="en-GB">
                <a:latin typeface="Kalam"/>
                <a:ea typeface="Kalam"/>
                <a:cs typeface="Kalam"/>
                <a:sym typeface="Kalam"/>
              </a:rPr>
              <a:t>profit </a:t>
            </a:r>
            <a:r>
              <a:rPr lang="en-GB">
                <a:latin typeface="Kalam"/>
                <a:ea typeface="Kalam"/>
                <a:cs typeface="Kalam"/>
                <a:sym typeface="Kalam"/>
              </a:rPr>
              <a:t>so I recommend you don’t”.</a:t>
            </a:r>
            <a:endParaRPr>
              <a:latin typeface="Times New Roman"/>
              <a:ea typeface="Times New Roman"/>
              <a:cs typeface="Times New Roman"/>
              <a:sym typeface="Times New Roman"/>
            </a:endParaRPr>
          </a:p>
        </p:txBody>
      </p:sp>
      <p:sp>
        <p:nvSpPr>
          <p:cNvPr id="1532" name="Google Shape;1532;p122"/>
          <p:cNvSpPr txBox="1"/>
          <p:nvPr>
            <p:ph idx="1" type="body"/>
          </p:nvPr>
        </p:nvSpPr>
        <p:spPr>
          <a:xfrm>
            <a:off x="324000" y="759300"/>
            <a:ext cx="614100" cy="3828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a:t>1)</a:t>
            </a:r>
            <a:r>
              <a:rPr lang="en-GB" sz="2400">
                <a:latin typeface="Times New Roman"/>
                <a:ea typeface="Times New Roman"/>
                <a:cs typeface="Times New Roman"/>
                <a:sym typeface="Times New Roman"/>
              </a:rPr>
              <a:t> </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2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2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2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2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3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2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31"/>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36" name="Shape 1536"/>
        <p:cNvGrpSpPr/>
        <p:nvPr/>
      </p:nvGrpSpPr>
      <p:grpSpPr>
        <a:xfrm>
          <a:off x="0" y="0"/>
          <a:ext cx="0" cy="0"/>
          <a:chOff x="0" y="0"/>
          <a:chExt cx="0" cy="0"/>
        </a:xfrm>
      </p:grpSpPr>
      <p:sp>
        <p:nvSpPr>
          <p:cNvPr id="1537" name="Google Shape;1537;p123"/>
          <p:cNvSpPr txBox="1"/>
          <p:nvPr>
            <p:ph idx="1" type="body"/>
          </p:nvPr>
        </p:nvSpPr>
        <p:spPr>
          <a:xfrm>
            <a:off x="324000" y="759300"/>
            <a:ext cx="614100" cy="3828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a:t>1)</a:t>
            </a:r>
            <a:r>
              <a:rPr lang="en-GB" sz="2400">
                <a:latin typeface="Times New Roman"/>
                <a:ea typeface="Times New Roman"/>
                <a:cs typeface="Times New Roman"/>
                <a:sym typeface="Times New Roman"/>
              </a:rPr>
              <a:t> </a:t>
            </a:r>
            <a:endParaRPr/>
          </a:p>
        </p:txBody>
      </p:sp>
      <p:sp>
        <p:nvSpPr>
          <p:cNvPr id="1538" name="Google Shape;1538;p123"/>
          <p:cNvSpPr txBox="1"/>
          <p:nvPr>
            <p:ph type="title"/>
          </p:nvPr>
        </p:nvSpPr>
        <p:spPr>
          <a:xfrm>
            <a:off x="1479300" y="39650"/>
            <a:ext cx="6855300" cy="3828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GB"/>
              <a:t>Maths in sales</a:t>
            </a:r>
            <a:endParaRPr/>
          </a:p>
        </p:txBody>
      </p:sp>
      <p:pic>
        <p:nvPicPr>
          <p:cNvPr id="1539" name="Google Shape;1539;p123"/>
          <p:cNvPicPr preferRelativeResize="0"/>
          <p:nvPr/>
        </p:nvPicPr>
        <p:blipFill>
          <a:blip r:embed="rId3">
            <a:alphaModFix/>
          </a:blip>
          <a:stretch>
            <a:fillRect/>
          </a:stretch>
        </p:blipFill>
        <p:spPr>
          <a:xfrm>
            <a:off x="324973" y="2119673"/>
            <a:ext cx="870901" cy="1089064"/>
          </a:xfrm>
          <a:prstGeom prst="rect">
            <a:avLst/>
          </a:prstGeom>
          <a:noFill/>
          <a:ln>
            <a:noFill/>
          </a:ln>
        </p:spPr>
      </p:pic>
      <p:sp>
        <p:nvSpPr>
          <p:cNvPr id="1540" name="Google Shape;1540;p123"/>
          <p:cNvSpPr txBox="1"/>
          <p:nvPr>
            <p:ph idx="1" type="body"/>
          </p:nvPr>
        </p:nvSpPr>
        <p:spPr>
          <a:xfrm>
            <a:off x="324000" y="1201525"/>
            <a:ext cx="8496000" cy="3828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a:t>c) If Jun could increase his sales by a third by reducing his price by one third should he?</a:t>
            </a:r>
            <a:endParaRPr/>
          </a:p>
        </p:txBody>
      </p:sp>
      <p:sp>
        <p:nvSpPr>
          <p:cNvPr id="1541" name="Google Shape;1541;p123"/>
          <p:cNvSpPr txBox="1"/>
          <p:nvPr>
            <p:ph idx="4294967295" type="body"/>
          </p:nvPr>
        </p:nvSpPr>
        <p:spPr>
          <a:xfrm>
            <a:off x="1543206" y="1927350"/>
            <a:ext cx="2839200" cy="3096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sz="2400">
                <a:latin typeface="Times New Roman"/>
                <a:ea typeface="Times New Roman"/>
                <a:cs typeface="Times New Roman"/>
                <a:sym typeface="Times New Roman"/>
              </a:rPr>
              <a:t>48</a:t>
            </a:r>
            <a:r>
              <a:rPr lang="en-GB" sz="2400">
                <a:latin typeface="Times New Roman"/>
                <a:ea typeface="Times New Roman"/>
                <a:cs typeface="Times New Roman"/>
                <a:sym typeface="Times New Roman"/>
              </a:rPr>
              <a:t> 000</a:t>
            </a:r>
            <a:r>
              <a:rPr lang="en-GB"/>
              <a:t> packets</a:t>
            </a:r>
            <a:endParaRPr/>
          </a:p>
        </p:txBody>
      </p:sp>
      <p:sp>
        <p:nvSpPr>
          <p:cNvPr id="1542" name="Google Shape;1542;p123"/>
          <p:cNvSpPr txBox="1"/>
          <p:nvPr>
            <p:ph idx="4294967295" type="body"/>
          </p:nvPr>
        </p:nvSpPr>
        <p:spPr>
          <a:xfrm>
            <a:off x="1543199" y="2348855"/>
            <a:ext cx="3277500" cy="3096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Selling price: </a:t>
            </a:r>
            <a:r>
              <a:rPr lang="en-GB" sz="2400">
                <a:latin typeface="Times New Roman"/>
                <a:ea typeface="Times New Roman"/>
                <a:cs typeface="Times New Roman"/>
                <a:sym typeface="Times New Roman"/>
              </a:rPr>
              <a:t>£1.20</a:t>
            </a:r>
            <a:endParaRPr sz="2400">
              <a:latin typeface="Times New Roman"/>
              <a:ea typeface="Times New Roman"/>
              <a:cs typeface="Times New Roman"/>
              <a:sym typeface="Times New Roman"/>
            </a:endParaRPr>
          </a:p>
        </p:txBody>
      </p:sp>
      <p:sp>
        <p:nvSpPr>
          <p:cNvPr id="1543" name="Google Shape;1543;p123"/>
          <p:cNvSpPr txBox="1"/>
          <p:nvPr>
            <p:ph idx="4294967295" type="body"/>
          </p:nvPr>
        </p:nvSpPr>
        <p:spPr>
          <a:xfrm>
            <a:off x="1543198" y="2770360"/>
            <a:ext cx="2971500" cy="3096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Cost price: </a:t>
            </a:r>
            <a:r>
              <a:rPr lang="en-GB" sz="2400">
                <a:latin typeface="Times New Roman"/>
                <a:ea typeface="Times New Roman"/>
                <a:cs typeface="Times New Roman"/>
                <a:sym typeface="Times New Roman"/>
              </a:rPr>
              <a:t>£0.60</a:t>
            </a:r>
            <a:endParaRPr sz="2400">
              <a:latin typeface="Times New Roman"/>
              <a:ea typeface="Times New Roman"/>
              <a:cs typeface="Times New Roman"/>
              <a:sym typeface="Times New Roman"/>
            </a:endParaRPr>
          </a:p>
        </p:txBody>
      </p:sp>
      <p:sp>
        <p:nvSpPr>
          <p:cNvPr id="1544" name="Google Shape;1544;p123"/>
          <p:cNvSpPr txBox="1"/>
          <p:nvPr>
            <p:ph idx="4294967295" type="body"/>
          </p:nvPr>
        </p:nvSpPr>
        <p:spPr>
          <a:xfrm>
            <a:off x="1543199" y="3191865"/>
            <a:ext cx="5450400" cy="3096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Revenue: </a:t>
            </a:r>
            <a:r>
              <a:rPr lang="en-GB" sz="2400">
                <a:latin typeface="Times New Roman"/>
                <a:ea typeface="Times New Roman"/>
                <a:cs typeface="Times New Roman"/>
                <a:sym typeface="Times New Roman"/>
              </a:rPr>
              <a:t>48</a:t>
            </a:r>
            <a:r>
              <a:rPr lang="en-GB" sz="2400">
                <a:latin typeface="Times New Roman"/>
                <a:ea typeface="Times New Roman"/>
                <a:cs typeface="Times New Roman"/>
                <a:sym typeface="Times New Roman"/>
              </a:rPr>
              <a:t> 000 × £1.20 = £57 600</a:t>
            </a:r>
            <a:endParaRPr sz="2400">
              <a:latin typeface="Times New Roman"/>
              <a:ea typeface="Times New Roman"/>
              <a:cs typeface="Times New Roman"/>
              <a:sym typeface="Times New Roman"/>
            </a:endParaRPr>
          </a:p>
        </p:txBody>
      </p:sp>
      <p:sp>
        <p:nvSpPr>
          <p:cNvPr id="1545" name="Google Shape;1545;p123"/>
          <p:cNvSpPr txBox="1"/>
          <p:nvPr>
            <p:ph idx="4294967295" type="body"/>
          </p:nvPr>
        </p:nvSpPr>
        <p:spPr>
          <a:xfrm>
            <a:off x="1543225" y="4034875"/>
            <a:ext cx="4951500" cy="3096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b="1" lang="en-GB"/>
              <a:t>Profit </a:t>
            </a:r>
            <a:r>
              <a:rPr lang="en-GB" sz="2400">
                <a:latin typeface="Times New Roman"/>
                <a:ea typeface="Times New Roman"/>
                <a:cs typeface="Times New Roman"/>
                <a:sym typeface="Times New Roman"/>
              </a:rPr>
              <a:t>= £57 600 − £28 800 =</a:t>
            </a:r>
            <a:r>
              <a:rPr lang="en-GB"/>
              <a:t> </a:t>
            </a:r>
            <a:r>
              <a:rPr lang="en-GB" sz="2400">
                <a:latin typeface="Times New Roman"/>
                <a:ea typeface="Times New Roman"/>
                <a:cs typeface="Times New Roman"/>
                <a:sym typeface="Times New Roman"/>
              </a:rPr>
              <a:t>£28 800</a:t>
            </a:r>
            <a:endParaRPr sz="2400">
              <a:latin typeface="Times New Roman"/>
              <a:ea typeface="Times New Roman"/>
              <a:cs typeface="Times New Roman"/>
              <a:sym typeface="Times New Roman"/>
            </a:endParaRPr>
          </a:p>
        </p:txBody>
      </p:sp>
      <p:sp>
        <p:nvSpPr>
          <p:cNvPr id="1546" name="Google Shape;1546;p123"/>
          <p:cNvSpPr txBox="1"/>
          <p:nvPr>
            <p:ph idx="4294967295" type="body"/>
          </p:nvPr>
        </p:nvSpPr>
        <p:spPr>
          <a:xfrm>
            <a:off x="1543200" y="3613370"/>
            <a:ext cx="5558400" cy="3096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Costs: </a:t>
            </a:r>
            <a:r>
              <a:rPr lang="en-GB" sz="2400">
                <a:latin typeface="Times New Roman"/>
                <a:ea typeface="Times New Roman"/>
                <a:cs typeface="Times New Roman"/>
                <a:sym typeface="Times New Roman"/>
              </a:rPr>
              <a:t>48</a:t>
            </a:r>
            <a:r>
              <a:rPr lang="en-GB" sz="2400">
                <a:latin typeface="Times New Roman"/>
                <a:ea typeface="Times New Roman"/>
                <a:cs typeface="Times New Roman"/>
                <a:sym typeface="Times New Roman"/>
              </a:rPr>
              <a:t> 000 × £0.60 = £28 800</a:t>
            </a:r>
            <a:endParaRPr sz="2400">
              <a:latin typeface="Times New Roman"/>
              <a:ea typeface="Times New Roman"/>
              <a:cs typeface="Times New Roman"/>
              <a:sym typeface="Times New Roman"/>
            </a:endParaRPr>
          </a:p>
        </p:txBody>
      </p:sp>
      <p:sp>
        <p:nvSpPr>
          <p:cNvPr id="1547" name="Google Shape;1547;p123"/>
          <p:cNvSpPr txBox="1"/>
          <p:nvPr>
            <p:ph idx="4294967295" type="body"/>
          </p:nvPr>
        </p:nvSpPr>
        <p:spPr>
          <a:xfrm>
            <a:off x="4551358" y="1658033"/>
            <a:ext cx="4287900" cy="11964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0"/>
              </a:spcAft>
              <a:buNone/>
            </a:pPr>
            <a:r>
              <a:rPr lang="en-GB">
                <a:latin typeface="Kalam"/>
                <a:ea typeface="Kalam"/>
                <a:cs typeface="Kalam"/>
                <a:sym typeface="Kalam"/>
              </a:rPr>
              <a:t>You might have said, “Whilst this will increase volume and market share it will reduce </a:t>
            </a:r>
            <a:r>
              <a:rPr b="1" lang="en-GB">
                <a:latin typeface="Kalam"/>
                <a:ea typeface="Kalam"/>
                <a:cs typeface="Kalam"/>
                <a:sym typeface="Kalam"/>
              </a:rPr>
              <a:t>profit </a:t>
            </a:r>
            <a:r>
              <a:rPr lang="en-GB">
                <a:latin typeface="Kalam"/>
                <a:ea typeface="Kalam"/>
                <a:cs typeface="Kalam"/>
                <a:sym typeface="Kalam"/>
              </a:rPr>
              <a:t>by one third so I recommend you don’t”.</a:t>
            </a:r>
            <a:endParaRPr>
              <a:latin typeface="Times New Roman"/>
              <a:ea typeface="Times New Roman"/>
              <a:cs typeface="Times New Roman"/>
              <a:sym typeface="Times New Roman"/>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4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4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4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4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4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4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47"/>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1" name="Shape 1551"/>
        <p:cNvGrpSpPr/>
        <p:nvPr/>
      </p:nvGrpSpPr>
      <p:grpSpPr>
        <a:xfrm>
          <a:off x="0" y="0"/>
          <a:ext cx="0" cy="0"/>
          <a:chOff x="0" y="0"/>
          <a:chExt cx="0" cy="0"/>
        </a:xfrm>
      </p:grpSpPr>
      <p:sp>
        <p:nvSpPr>
          <p:cNvPr id="1552" name="Google Shape;1552;p124"/>
          <p:cNvSpPr txBox="1"/>
          <p:nvPr>
            <p:ph idx="1" type="body"/>
          </p:nvPr>
        </p:nvSpPr>
        <p:spPr>
          <a:xfrm>
            <a:off x="324000" y="759300"/>
            <a:ext cx="8496000" cy="7641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0"/>
              </a:spcAft>
              <a:buNone/>
            </a:pPr>
            <a:r>
              <a:rPr lang="en-GB"/>
              <a:t>2) Andeep is a commercial accountant for a guitar manufacturer that sells </a:t>
            </a:r>
            <a:r>
              <a:rPr lang="en-GB" sz="2400">
                <a:latin typeface="Times New Roman"/>
                <a:ea typeface="Times New Roman"/>
                <a:cs typeface="Times New Roman"/>
                <a:sym typeface="Times New Roman"/>
              </a:rPr>
              <a:t>1200</a:t>
            </a:r>
            <a:r>
              <a:rPr lang="en-GB"/>
              <a:t> units a year at </a:t>
            </a:r>
            <a:r>
              <a:rPr lang="en-GB" sz="2400">
                <a:latin typeface="Times New Roman"/>
                <a:ea typeface="Times New Roman"/>
                <a:cs typeface="Times New Roman"/>
                <a:sym typeface="Times New Roman"/>
              </a:rPr>
              <a:t>£600</a:t>
            </a:r>
            <a:r>
              <a:rPr lang="en-GB"/>
              <a:t> per unit and costs </a:t>
            </a:r>
            <a:r>
              <a:rPr lang="en-GB" sz="2400">
                <a:latin typeface="Times New Roman"/>
                <a:ea typeface="Times New Roman"/>
                <a:cs typeface="Times New Roman"/>
                <a:sym typeface="Times New Roman"/>
              </a:rPr>
              <a:t>£480</a:t>
            </a:r>
            <a:r>
              <a:rPr lang="en-GB"/>
              <a:t> per unit to make.</a:t>
            </a:r>
            <a:endParaRPr/>
          </a:p>
          <a:p>
            <a:pPr indent="0" lvl="0" marL="0" rtl="0" algn="l">
              <a:lnSpc>
                <a:spcPct val="100000"/>
              </a:lnSpc>
              <a:spcBef>
                <a:spcPts val="0"/>
              </a:spcBef>
              <a:spcAft>
                <a:spcPts val="0"/>
              </a:spcAft>
              <a:buClr>
                <a:schemeClr val="dk1"/>
              </a:buClr>
              <a:buSzPts val="1100"/>
              <a:buFont typeface="Arial"/>
              <a:buNone/>
            </a:pPr>
            <a:r>
              <a:rPr lang="en-GB"/>
              <a:t>Which of the below are good commercial deals?</a:t>
            </a:r>
            <a:endParaRPr/>
          </a:p>
        </p:txBody>
      </p:sp>
      <p:sp>
        <p:nvSpPr>
          <p:cNvPr id="1553" name="Google Shape;1553;p124"/>
          <p:cNvSpPr txBox="1"/>
          <p:nvPr>
            <p:ph type="title"/>
          </p:nvPr>
        </p:nvSpPr>
        <p:spPr>
          <a:xfrm>
            <a:off x="1479300" y="39650"/>
            <a:ext cx="6855300" cy="3828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GB"/>
              <a:t>Maths in sales</a:t>
            </a:r>
            <a:endParaRPr/>
          </a:p>
        </p:txBody>
      </p:sp>
      <p:sp>
        <p:nvSpPr>
          <p:cNvPr id="1554" name="Google Shape;1554;p124"/>
          <p:cNvSpPr txBox="1"/>
          <p:nvPr>
            <p:ph idx="1" type="body"/>
          </p:nvPr>
        </p:nvSpPr>
        <p:spPr>
          <a:xfrm>
            <a:off x="324000" y="2298948"/>
            <a:ext cx="6921000" cy="3828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a:t>a) </a:t>
            </a:r>
            <a:r>
              <a:rPr lang="en-GB" sz="2400">
                <a:latin typeface="Times New Roman"/>
                <a:ea typeface="Times New Roman"/>
                <a:cs typeface="Times New Roman"/>
                <a:sym typeface="Times New Roman"/>
              </a:rPr>
              <a:t>5%</a:t>
            </a:r>
            <a:r>
              <a:rPr lang="en-GB"/>
              <a:t> uplift in sales for a </a:t>
            </a:r>
            <a:r>
              <a:rPr lang="en-GB" sz="2400">
                <a:latin typeface="Times New Roman"/>
                <a:ea typeface="Times New Roman"/>
                <a:cs typeface="Times New Roman"/>
                <a:sym typeface="Times New Roman"/>
              </a:rPr>
              <a:t>10% </a:t>
            </a:r>
            <a:r>
              <a:rPr lang="en-GB"/>
              <a:t> drop in price?</a:t>
            </a:r>
            <a:endParaRPr/>
          </a:p>
        </p:txBody>
      </p:sp>
      <p:pic>
        <p:nvPicPr>
          <p:cNvPr id="1555" name="Google Shape;1555;p124"/>
          <p:cNvPicPr preferRelativeResize="0"/>
          <p:nvPr/>
        </p:nvPicPr>
        <p:blipFill>
          <a:blip r:embed="rId3">
            <a:alphaModFix/>
          </a:blip>
          <a:stretch>
            <a:fillRect/>
          </a:stretch>
        </p:blipFill>
        <p:spPr>
          <a:xfrm>
            <a:off x="7889013" y="2487001"/>
            <a:ext cx="897385" cy="1157170"/>
          </a:xfrm>
          <a:prstGeom prst="rect">
            <a:avLst/>
          </a:prstGeom>
          <a:noFill/>
          <a:ln>
            <a:noFill/>
          </a:ln>
        </p:spPr>
      </p:pic>
      <p:sp>
        <p:nvSpPr>
          <p:cNvPr id="1556" name="Google Shape;1556;p124"/>
          <p:cNvSpPr txBox="1"/>
          <p:nvPr>
            <p:ph idx="1" type="body"/>
          </p:nvPr>
        </p:nvSpPr>
        <p:spPr>
          <a:xfrm>
            <a:off x="324000" y="2867840"/>
            <a:ext cx="6921000" cy="3828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a:t>b) </a:t>
            </a:r>
            <a:r>
              <a:rPr lang="en-GB" sz="2400">
                <a:latin typeface="Times New Roman"/>
                <a:ea typeface="Times New Roman"/>
                <a:cs typeface="Times New Roman"/>
                <a:sym typeface="Times New Roman"/>
              </a:rPr>
              <a:t>50%</a:t>
            </a:r>
            <a:r>
              <a:rPr lang="en-GB"/>
              <a:t> uplift in sales for a </a:t>
            </a:r>
            <a:r>
              <a:rPr lang="en-GB" sz="2400">
                <a:latin typeface="Times New Roman"/>
                <a:ea typeface="Times New Roman"/>
                <a:cs typeface="Times New Roman"/>
                <a:sym typeface="Times New Roman"/>
              </a:rPr>
              <a:t>15% </a:t>
            </a:r>
            <a:r>
              <a:rPr lang="en-GB"/>
              <a:t> drop in price?</a:t>
            </a:r>
            <a:endParaRPr/>
          </a:p>
        </p:txBody>
      </p:sp>
      <p:sp>
        <p:nvSpPr>
          <p:cNvPr id="1557" name="Google Shape;1557;p124"/>
          <p:cNvSpPr txBox="1"/>
          <p:nvPr>
            <p:ph idx="1" type="body"/>
          </p:nvPr>
        </p:nvSpPr>
        <p:spPr>
          <a:xfrm>
            <a:off x="324000" y="3452041"/>
            <a:ext cx="6921000" cy="3828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a:t>c) </a:t>
            </a:r>
            <a:r>
              <a:rPr lang="en-GB" sz="2400">
                <a:latin typeface="Times New Roman"/>
                <a:ea typeface="Times New Roman"/>
                <a:cs typeface="Times New Roman"/>
                <a:sym typeface="Times New Roman"/>
              </a:rPr>
              <a:t>10%</a:t>
            </a:r>
            <a:r>
              <a:rPr lang="en-GB"/>
              <a:t> drop in sales for a </a:t>
            </a:r>
            <a:r>
              <a:rPr lang="en-GB" sz="2400">
                <a:latin typeface="Times New Roman"/>
                <a:ea typeface="Times New Roman"/>
                <a:cs typeface="Times New Roman"/>
                <a:sym typeface="Times New Roman"/>
              </a:rPr>
              <a:t>5% </a:t>
            </a:r>
            <a:r>
              <a:rPr lang="en-GB"/>
              <a:t> increase in price?</a:t>
            </a:r>
            <a:endParaRPr/>
          </a:p>
        </p:txBody>
      </p:sp>
      <p:sp>
        <p:nvSpPr>
          <p:cNvPr id="1558" name="Google Shape;1558;p124"/>
          <p:cNvSpPr txBox="1"/>
          <p:nvPr>
            <p:ph idx="1" type="body"/>
          </p:nvPr>
        </p:nvSpPr>
        <p:spPr>
          <a:xfrm>
            <a:off x="324000" y="4036241"/>
            <a:ext cx="8496000" cy="3828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a:t>d) </a:t>
            </a:r>
            <a:r>
              <a:rPr lang="en-GB"/>
              <a:t>If Andeep were to drop his price by </a:t>
            </a:r>
            <a:r>
              <a:rPr lang="en-GB" sz="2400">
                <a:latin typeface="Times New Roman"/>
                <a:ea typeface="Times New Roman"/>
                <a:cs typeface="Times New Roman"/>
                <a:sym typeface="Times New Roman"/>
              </a:rPr>
              <a:t>12%</a:t>
            </a:r>
            <a:r>
              <a:rPr lang="en-GB"/>
              <a:t> what percent uplift in sales would he need to see to maintain his existing </a:t>
            </a:r>
            <a:r>
              <a:rPr b="1" lang="en-GB"/>
              <a:t>profit</a:t>
            </a:r>
            <a:r>
              <a:rPr lang="en-GB"/>
              <a:t>?</a:t>
            </a:r>
            <a:endParaRPr/>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62" name="Shape 1562"/>
        <p:cNvGrpSpPr/>
        <p:nvPr/>
      </p:nvGrpSpPr>
      <p:grpSpPr>
        <a:xfrm>
          <a:off x="0" y="0"/>
          <a:ext cx="0" cy="0"/>
          <a:chOff x="0" y="0"/>
          <a:chExt cx="0" cy="0"/>
        </a:xfrm>
      </p:grpSpPr>
      <p:sp>
        <p:nvSpPr>
          <p:cNvPr id="1563" name="Google Shape;1563;p125"/>
          <p:cNvSpPr txBox="1"/>
          <p:nvPr>
            <p:ph idx="1" type="body"/>
          </p:nvPr>
        </p:nvSpPr>
        <p:spPr>
          <a:xfrm>
            <a:off x="324000" y="759300"/>
            <a:ext cx="460800" cy="4110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0"/>
              </a:spcAft>
              <a:buNone/>
            </a:pPr>
            <a:r>
              <a:rPr lang="en-GB"/>
              <a:t>2) </a:t>
            </a:r>
            <a:r>
              <a:rPr lang="en-GB" sz="2400">
                <a:latin typeface="Times New Roman"/>
                <a:ea typeface="Times New Roman"/>
                <a:cs typeface="Times New Roman"/>
                <a:sym typeface="Times New Roman"/>
              </a:rPr>
              <a:t> </a:t>
            </a:r>
            <a:r>
              <a:rPr lang="en-GB"/>
              <a:t> </a:t>
            </a:r>
            <a:endParaRPr/>
          </a:p>
        </p:txBody>
      </p:sp>
      <p:sp>
        <p:nvSpPr>
          <p:cNvPr id="1564" name="Google Shape;1564;p125"/>
          <p:cNvSpPr txBox="1"/>
          <p:nvPr>
            <p:ph type="title"/>
          </p:nvPr>
        </p:nvSpPr>
        <p:spPr>
          <a:xfrm>
            <a:off x="1479300" y="39650"/>
            <a:ext cx="6855300" cy="3828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GB"/>
              <a:t>Maths in sales</a:t>
            </a:r>
            <a:endParaRPr/>
          </a:p>
        </p:txBody>
      </p:sp>
      <p:sp>
        <p:nvSpPr>
          <p:cNvPr id="1565" name="Google Shape;1565;p125"/>
          <p:cNvSpPr txBox="1"/>
          <p:nvPr>
            <p:ph idx="1" type="body"/>
          </p:nvPr>
        </p:nvSpPr>
        <p:spPr>
          <a:xfrm>
            <a:off x="4591200" y="1216850"/>
            <a:ext cx="3525000" cy="3828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1000"/>
              </a:spcAft>
              <a:buNone/>
            </a:pPr>
            <a:r>
              <a:rPr lang="en-GB"/>
              <a:t>a) </a:t>
            </a:r>
            <a:r>
              <a:rPr lang="en-GB" sz="2400">
                <a:latin typeface="Times New Roman"/>
                <a:ea typeface="Times New Roman"/>
                <a:cs typeface="Times New Roman"/>
                <a:sym typeface="Times New Roman"/>
              </a:rPr>
              <a:t>5%</a:t>
            </a:r>
            <a:r>
              <a:rPr lang="en-GB"/>
              <a:t> uplift in sales for a </a:t>
            </a:r>
            <a:r>
              <a:rPr lang="en-GB" sz="2400">
                <a:latin typeface="Times New Roman"/>
                <a:ea typeface="Times New Roman"/>
                <a:cs typeface="Times New Roman"/>
                <a:sym typeface="Times New Roman"/>
              </a:rPr>
              <a:t>10% </a:t>
            </a:r>
            <a:r>
              <a:rPr lang="en-GB"/>
              <a:t>drop in price?</a:t>
            </a:r>
            <a:endParaRPr/>
          </a:p>
        </p:txBody>
      </p:sp>
      <p:pic>
        <p:nvPicPr>
          <p:cNvPr id="1566" name="Google Shape;1566;p125"/>
          <p:cNvPicPr preferRelativeResize="0"/>
          <p:nvPr/>
        </p:nvPicPr>
        <p:blipFill>
          <a:blip r:embed="rId3">
            <a:alphaModFix/>
          </a:blip>
          <a:stretch>
            <a:fillRect/>
          </a:stretch>
        </p:blipFill>
        <p:spPr>
          <a:xfrm>
            <a:off x="7889013" y="1542325"/>
            <a:ext cx="897385" cy="1157170"/>
          </a:xfrm>
          <a:prstGeom prst="rect">
            <a:avLst/>
          </a:prstGeom>
          <a:noFill/>
          <a:ln>
            <a:noFill/>
          </a:ln>
        </p:spPr>
      </p:pic>
      <p:sp>
        <p:nvSpPr>
          <p:cNvPr id="1567" name="Google Shape;1567;p125"/>
          <p:cNvSpPr txBox="1"/>
          <p:nvPr>
            <p:ph idx="4294967295" type="body"/>
          </p:nvPr>
        </p:nvSpPr>
        <p:spPr>
          <a:xfrm>
            <a:off x="324006" y="2138093"/>
            <a:ext cx="2839200" cy="3096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latin typeface="Times New Roman"/>
                <a:ea typeface="Times New Roman"/>
                <a:cs typeface="Times New Roman"/>
                <a:sym typeface="Times New Roman"/>
              </a:rPr>
              <a:t>12</a:t>
            </a:r>
            <a:r>
              <a:rPr lang="en-GB">
                <a:latin typeface="Times New Roman"/>
                <a:ea typeface="Times New Roman"/>
                <a:cs typeface="Times New Roman"/>
                <a:sym typeface="Times New Roman"/>
              </a:rPr>
              <a:t>00</a:t>
            </a:r>
            <a:r>
              <a:rPr lang="en-GB" sz="2000"/>
              <a:t> </a:t>
            </a:r>
            <a:r>
              <a:rPr lang="en-GB" sz="2000">
                <a:latin typeface="Kalam"/>
                <a:ea typeface="Kalam"/>
                <a:cs typeface="Kalam"/>
                <a:sym typeface="Kalam"/>
              </a:rPr>
              <a:t>guitars</a:t>
            </a:r>
            <a:endParaRPr sz="2000">
              <a:latin typeface="Kalam"/>
              <a:ea typeface="Kalam"/>
              <a:cs typeface="Kalam"/>
              <a:sym typeface="Kalam"/>
            </a:endParaRPr>
          </a:p>
        </p:txBody>
      </p:sp>
      <p:sp>
        <p:nvSpPr>
          <p:cNvPr id="1568" name="Google Shape;1568;p125"/>
          <p:cNvSpPr txBox="1"/>
          <p:nvPr>
            <p:ph idx="4294967295" type="body"/>
          </p:nvPr>
        </p:nvSpPr>
        <p:spPr>
          <a:xfrm>
            <a:off x="323999" y="2502210"/>
            <a:ext cx="3277500" cy="3096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sz="2000">
                <a:latin typeface="Kalam"/>
                <a:ea typeface="Kalam"/>
                <a:cs typeface="Kalam"/>
                <a:sym typeface="Kalam"/>
              </a:rPr>
              <a:t>Selling price:</a:t>
            </a:r>
            <a:r>
              <a:rPr lang="en-GB" sz="2000"/>
              <a:t> </a:t>
            </a:r>
            <a:r>
              <a:rPr lang="en-GB">
                <a:latin typeface="Times New Roman"/>
                <a:ea typeface="Times New Roman"/>
                <a:cs typeface="Times New Roman"/>
                <a:sym typeface="Times New Roman"/>
              </a:rPr>
              <a:t>£600</a:t>
            </a:r>
            <a:endParaRPr>
              <a:latin typeface="Times New Roman"/>
              <a:ea typeface="Times New Roman"/>
              <a:cs typeface="Times New Roman"/>
              <a:sym typeface="Times New Roman"/>
            </a:endParaRPr>
          </a:p>
        </p:txBody>
      </p:sp>
      <p:sp>
        <p:nvSpPr>
          <p:cNvPr id="1569" name="Google Shape;1569;p125"/>
          <p:cNvSpPr txBox="1"/>
          <p:nvPr>
            <p:ph idx="4294967295" type="body"/>
          </p:nvPr>
        </p:nvSpPr>
        <p:spPr>
          <a:xfrm>
            <a:off x="323998" y="2866326"/>
            <a:ext cx="2971500" cy="3096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sz="2000">
                <a:latin typeface="Kalam"/>
                <a:ea typeface="Kalam"/>
                <a:cs typeface="Kalam"/>
                <a:sym typeface="Kalam"/>
              </a:rPr>
              <a:t>Cost price:</a:t>
            </a:r>
            <a:r>
              <a:rPr lang="en-GB" sz="2000"/>
              <a:t> </a:t>
            </a:r>
            <a:r>
              <a:rPr lang="en-GB">
                <a:latin typeface="Times New Roman"/>
                <a:ea typeface="Times New Roman"/>
                <a:cs typeface="Times New Roman"/>
                <a:sym typeface="Times New Roman"/>
              </a:rPr>
              <a:t>£480</a:t>
            </a:r>
            <a:endParaRPr>
              <a:latin typeface="Times New Roman"/>
              <a:ea typeface="Times New Roman"/>
              <a:cs typeface="Times New Roman"/>
              <a:sym typeface="Times New Roman"/>
            </a:endParaRPr>
          </a:p>
        </p:txBody>
      </p:sp>
      <p:sp>
        <p:nvSpPr>
          <p:cNvPr id="1570" name="Google Shape;1570;p125"/>
          <p:cNvSpPr txBox="1"/>
          <p:nvPr>
            <p:ph idx="4294967295" type="body"/>
          </p:nvPr>
        </p:nvSpPr>
        <p:spPr>
          <a:xfrm>
            <a:off x="324000" y="3230450"/>
            <a:ext cx="4104300" cy="3096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sz="2000">
                <a:latin typeface="Kalam"/>
                <a:ea typeface="Kalam"/>
                <a:cs typeface="Kalam"/>
                <a:sym typeface="Kalam"/>
              </a:rPr>
              <a:t>Revenue:</a:t>
            </a:r>
            <a:r>
              <a:rPr lang="en-GB" sz="2000"/>
              <a:t> </a:t>
            </a:r>
            <a:r>
              <a:rPr lang="en-GB">
                <a:latin typeface="Times New Roman"/>
                <a:ea typeface="Times New Roman"/>
                <a:cs typeface="Times New Roman"/>
                <a:sym typeface="Times New Roman"/>
              </a:rPr>
              <a:t>12</a:t>
            </a:r>
            <a:r>
              <a:rPr lang="en-GB">
                <a:latin typeface="Times New Roman"/>
                <a:ea typeface="Times New Roman"/>
                <a:cs typeface="Times New Roman"/>
                <a:sym typeface="Times New Roman"/>
              </a:rPr>
              <a:t>00 × £600 = £720 000</a:t>
            </a:r>
            <a:endParaRPr>
              <a:latin typeface="Times New Roman"/>
              <a:ea typeface="Times New Roman"/>
              <a:cs typeface="Times New Roman"/>
              <a:sym typeface="Times New Roman"/>
            </a:endParaRPr>
          </a:p>
        </p:txBody>
      </p:sp>
      <p:sp>
        <p:nvSpPr>
          <p:cNvPr id="1571" name="Google Shape;1571;p125"/>
          <p:cNvSpPr txBox="1"/>
          <p:nvPr>
            <p:ph idx="4294967295" type="body"/>
          </p:nvPr>
        </p:nvSpPr>
        <p:spPr>
          <a:xfrm>
            <a:off x="324025" y="3958675"/>
            <a:ext cx="2221200" cy="3096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b="1" lang="en-GB" sz="2000">
                <a:latin typeface="Kalam"/>
                <a:ea typeface="Kalam"/>
                <a:cs typeface="Kalam"/>
                <a:sym typeface="Kalam"/>
              </a:rPr>
              <a:t>Profit</a:t>
            </a:r>
            <a:r>
              <a:rPr lang="en-GB" sz="2000">
                <a:latin typeface="Kalam"/>
                <a:ea typeface="Kalam"/>
                <a:cs typeface="Kalam"/>
                <a:sym typeface="Kalam"/>
              </a:rPr>
              <a:t>:</a:t>
            </a:r>
            <a:r>
              <a:rPr lang="en-GB">
                <a:latin typeface="Times New Roman"/>
                <a:ea typeface="Times New Roman"/>
                <a:cs typeface="Times New Roman"/>
                <a:sym typeface="Times New Roman"/>
              </a:rPr>
              <a:t> £144 000</a:t>
            </a:r>
            <a:endParaRPr>
              <a:latin typeface="Times New Roman"/>
              <a:ea typeface="Times New Roman"/>
              <a:cs typeface="Times New Roman"/>
              <a:sym typeface="Times New Roman"/>
            </a:endParaRPr>
          </a:p>
        </p:txBody>
      </p:sp>
      <p:sp>
        <p:nvSpPr>
          <p:cNvPr id="1572" name="Google Shape;1572;p125"/>
          <p:cNvSpPr txBox="1"/>
          <p:nvPr>
            <p:ph idx="4294967295" type="body"/>
          </p:nvPr>
        </p:nvSpPr>
        <p:spPr>
          <a:xfrm>
            <a:off x="324000" y="3594550"/>
            <a:ext cx="3767400" cy="3096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sz="2000">
                <a:latin typeface="Kalam"/>
                <a:ea typeface="Kalam"/>
                <a:cs typeface="Kalam"/>
                <a:sym typeface="Kalam"/>
              </a:rPr>
              <a:t>Costs:</a:t>
            </a:r>
            <a:r>
              <a:rPr lang="en-GB" sz="2000"/>
              <a:t> </a:t>
            </a:r>
            <a:r>
              <a:rPr lang="en-GB">
                <a:latin typeface="Times New Roman"/>
                <a:ea typeface="Times New Roman"/>
                <a:cs typeface="Times New Roman"/>
                <a:sym typeface="Times New Roman"/>
              </a:rPr>
              <a:t>12</a:t>
            </a:r>
            <a:r>
              <a:rPr lang="en-GB">
                <a:latin typeface="Times New Roman"/>
                <a:ea typeface="Times New Roman"/>
                <a:cs typeface="Times New Roman"/>
                <a:sym typeface="Times New Roman"/>
              </a:rPr>
              <a:t>00 × £480 = £576 000</a:t>
            </a:r>
            <a:endParaRPr>
              <a:latin typeface="Times New Roman"/>
              <a:ea typeface="Times New Roman"/>
              <a:cs typeface="Times New Roman"/>
              <a:sym typeface="Times New Roman"/>
            </a:endParaRPr>
          </a:p>
        </p:txBody>
      </p:sp>
      <p:sp>
        <p:nvSpPr>
          <p:cNvPr id="1573" name="Google Shape;1573;p125"/>
          <p:cNvSpPr txBox="1"/>
          <p:nvPr>
            <p:ph idx="4294967295" type="body"/>
          </p:nvPr>
        </p:nvSpPr>
        <p:spPr>
          <a:xfrm>
            <a:off x="323998" y="1200844"/>
            <a:ext cx="2971500" cy="3096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latin typeface="Kalam"/>
                <a:ea typeface="Kalam"/>
                <a:cs typeface="Kalam"/>
                <a:sym typeface="Kalam"/>
              </a:rPr>
              <a:t>Current:</a:t>
            </a:r>
            <a:endParaRPr sz="2400">
              <a:latin typeface="Kalam"/>
              <a:ea typeface="Kalam"/>
              <a:cs typeface="Kalam"/>
              <a:sym typeface="Kalam"/>
            </a:endParaRPr>
          </a:p>
        </p:txBody>
      </p:sp>
      <p:sp>
        <p:nvSpPr>
          <p:cNvPr id="1574" name="Google Shape;1574;p125"/>
          <p:cNvSpPr txBox="1"/>
          <p:nvPr>
            <p:ph idx="4294967295" type="body"/>
          </p:nvPr>
        </p:nvSpPr>
        <p:spPr>
          <a:xfrm>
            <a:off x="4575898" y="2138093"/>
            <a:ext cx="2839200" cy="3096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latin typeface="Times New Roman"/>
                <a:ea typeface="Times New Roman"/>
                <a:cs typeface="Times New Roman"/>
                <a:sym typeface="Times New Roman"/>
              </a:rPr>
              <a:t>1260</a:t>
            </a:r>
            <a:r>
              <a:rPr lang="en-GB" sz="2000">
                <a:latin typeface="Kalam"/>
                <a:ea typeface="Kalam"/>
                <a:cs typeface="Kalam"/>
                <a:sym typeface="Kalam"/>
              </a:rPr>
              <a:t> guitars</a:t>
            </a:r>
            <a:endParaRPr sz="2000">
              <a:latin typeface="Kalam"/>
              <a:ea typeface="Kalam"/>
              <a:cs typeface="Kalam"/>
              <a:sym typeface="Kalam"/>
            </a:endParaRPr>
          </a:p>
        </p:txBody>
      </p:sp>
      <p:sp>
        <p:nvSpPr>
          <p:cNvPr id="1575" name="Google Shape;1575;p125"/>
          <p:cNvSpPr txBox="1"/>
          <p:nvPr>
            <p:ph idx="4294967295" type="body"/>
          </p:nvPr>
        </p:nvSpPr>
        <p:spPr>
          <a:xfrm>
            <a:off x="4575891" y="2502210"/>
            <a:ext cx="3277500" cy="3096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sz="2000">
                <a:latin typeface="Kalam"/>
                <a:ea typeface="Kalam"/>
                <a:cs typeface="Kalam"/>
                <a:sym typeface="Kalam"/>
              </a:rPr>
              <a:t>Selling price:</a:t>
            </a:r>
            <a:r>
              <a:rPr lang="en-GB" sz="2000"/>
              <a:t> </a:t>
            </a:r>
            <a:r>
              <a:rPr lang="en-GB">
                <a:latin typeface="Times New Roman"/>
                <a:ea typeface="Times New Roman"/>
                <a:cs typeface="Times New Roman"/>
                <a:sym typeface="Times New Roman"/>
              </a:rPr>
              <a:t>£540</a:t>
            </a:r>
            <a:endParaRPr>
              <a:latin typeface="Times New Roman"/>
              <a:ea typeface="Times New Roman"/>
              <a:cs typeface="Times New Roman"/>
              <a:sym typeface="Times New Roman"/>
            </a:endParaRPr>
          </a:p>
        </p:txBody>
      </p:sp>
      <p:sp>
        <p:nvSpPr>
          <p:cNvPr id="1576" name="Google Shape;1576;p125"/>
          <p:cNvSpPr txBox="1"/>
          <p:nvPr>
            <p:ph idx="4294967295" type="body"/>
          </p:nvPr>
        </p:nvSpPr>
        <p:spPr>
          <a:xfrm>
            <a:off x="4575890" y="2866326"/>
            <a:ext cx="2971500" cy="3096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sz="2000">
                <a:latin typeface="Kalam"/>
                <a:ea typeface="Kalam"/>
                <a:cs typeface="Kalam"/>
                <a:sym typeface="Kalam"/>
              </a:rPr>
              <a:t>Cost price: </a:t>
            </a:r>
            <a:r>
              <a:rPr lang="en-GB">
                <a:latin typeface="Times New Roman"/>
                <a:ea typeface="Times New Roman"/>
                <a:cs typeface="Times New Roman"/>
                <a:sym typeface="Times New Roman"/>
              </a:rPr>
              <a:t>£480</a:t>
            </a:r>
            <a:endParaRPr>
              <a:latin typeface="Times New Roman"/>
              <a:ea typeface="Times New Roman"/>
              <a:cs typeface="Times New Roman"/>
              <a:sym typeface="Times New Roman"/>
            </a:endParaRPr>
          </a:p>
        </p:txBody>
      </p:sp>
      <p:sp>
        <p:nvSpPr>
          <p:cNvPr id="1577" name="Google Shape;1577;p125"/>
          <p:cNvSpPr txBox="1"/>
          <p:nvPr>
            <p:ph idx="4294967295" type="body"/>
          </p:nvPr>
        </p:nvSpPr>
        <p:spPr>
          <a:xfrm>
            <a:off x="4575898" y="3230442"/>
            <a:ext cx="4104300" cy="3096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sz="2000">
                <a:latin typeface="Kalam"/>
                <a:ea typeface="Kalam"/>
                <a:cs typeface="Kalam"/>
                <a:sym typeface="Kalam"/>
              </a:rPr>
              <a:t>Revenue: </a:t>
            </a:r>
            <a:r>
              <a:rPr lang="en-GB">
                <a:latin typeface="Times New Roman"/>
                <a:ea typeface="Times New Roman"/>
                <a:cs typeface="Times New Roman"/>
                <a:sym typeface="Times New Roman"/>
              </a:rPr>
              <a:t>1260 × £540 = £680 400</a:t>
            </a:r>
            <a:endParaRPr>
              <a:latin typeface="Times New Roman"/>
              <a:ea typeface="Times New Roman"/>
              <a:cs typeface="Times New Roman"/>
              <a:sym typeface="Times New Roman"/>
            </a:endParaRPr>
          </a:p>
        </p:txBody>
      </p:sp>
      <p:sp>
        <p:nvSpPr>
          <p:cNvPr id="1578" name="Google Shape;1578;p125"/>
          <p:cNvSpPr txBox="1"/>
          <p:nvPr>
            <p:ph idx="4294967295" type="body"/>
          </p:nvPr>
        </p:nvSpPr>
        <p:spPr>
          <a:xfrm>
            <a:off x="4575921" y="3958675"/>
            <a:ext cx="2316900" cy="3096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b="1" lang="en-GB" sz="2000">
                <a:latin typeface="Kalam"/>
                <a:ea typeface="Kalam"/>
                <a:cs typeface="Kalam"/>
                <a:sym typeface="Kalam"/>
              </a:rPr>
              <a:t>Profit</a:t>
            </a:r>
            <a:r>
              <a:rPr lang="en-GB" sz="2000">
                <a:latin typeface="Kalam"/>
                <a:ea typeface="Kalam"/>
                <a:cs typeface="Kalam"/>
                <a:sym typeface="Kalam"/>
              </a:rPr>
              <a:t>:</a:t>
            </a:r>
            <a:r>
              <a:rPr lang="en-GB">
                <a:latin typeface="Times New Roman"/>
                <a:ea typeface="Times New Roman"/>
                <a:cs typeface="Times New Roman"/>
                <a:sym typeface="Times New Roman"/>
              </a:rPr>
              <a:t> £75 600</a:t>
            </a:r>
            <a:endParaRPr>
              <a:latin typeface="Times New Roman"/>
              <a:ea typeface="Times New Roman"/>
              <a:cs typeface="Times New Roman"/>
              <a:sym typeface="Times New Roman"/>
            </a:endParaRPr>
          </a:p>
        </p:txBody>
      </p:sp>
      <p:sp>
        <p:nvSpPr>
          <p:cNvPr id="1579" name="Google Shape;1579;p125"/>
          <p:cNvSpPr txBox="1"/>
          <p:nvPr>
            <p:ph idx="4294967295" type="body"/>
          </p:nvPr>
        </p:nvSpPr>
        <p:spPr>
          <a:xfrm>
            <a:off x="4575897" y="3594559"/>
            <a:ext cx="3633300" cy="3096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sz="2000">
                <a:latin typeface="Kalam"/>
                <a:ea typeface="Kalam"/>
                <a:cs typeface="Kalam"/>
                <a:sym typeface="Kalam"/>
              </a:rPr>
              <a:t>Costs: </a:t>
            </a:r>
            <a:r>
              <a:rPr lang="en-GB">
                <a:latin typeface="Times New Roman"/>
                <a:ea typeface="Times New Roman"/>
                <a:cs typeface="Times New Roman"/>
                <a:sym typeface="Times New Roman"/>
              </a:rPr>
              <a:t>1260 × £480 = £604 800</a:t>
            </a:r>
            <a:endParaRPr>
              <a:latin typeface="Times New Roman"/>
              <a:ea typeface="Times New Roman"/>
              <a:cs typeface="Times New Roman"/>
              <a:sym typeface="Times New Roman"/>
            </a:endParaRPr>
          </a:p>
        </p:txBody>
      </p:sp>
      <p:pic>
        <p:nvPicPr>
          <p:cNvPr id="1580" name="Google Shape;1580;p125"/>
          <p:cNvPicPr preferRelativeResize="0"/>
          <p:nvPr/>
        </p:nvPicPr>
        <p:blipFill>
          <a:blip r:embed="rId4">
            <a:alphaModFix/>
          </a:blip>
          <a:stretch>
            <a:fillRect/>
          </a:stretch>
        </p:blipFill>
        <p:spPr>
          <a:xfrm>
            <a:off x="7311160" y="1683647"/>
            <a:ext cx="387766" cy="411027"/>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7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7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7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7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7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7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80"/>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4" name="Shape 1584"/>
        <p:cNvGrpSpPr/>
        <p:nvPr/>
      </p:nvGrpSpPr>
      <p:grpSpPr>
        <a:xfrm>
          <a:off x="0" y="0"/>
          <a:ext cx="0" cy="0"/>
          <a:chOff x="0" y="0"/>
          <a:chExt cx="0" cy="0"/>
        </a:xfrm>
      </p:grpSpPr>
      <p:sp>
        <p:nvSpPr>
          <p:cNvPr id="1585" name="Google Shape;1585;p126"/>
          <p:cNvSpPr txBox="1"/>
          <p:nvPr>
            <p:ph idx="1" type="body"/>
          </p:nvPr>
        </p:nvSpPr>
        <p:spPr>
          <a:xfrm>
            <a:off x="324000" y="759300"/>
            <a:ext cx="8496000" cy="3828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0"/>
              </a:spcAft>
              <a:buNone/>
            </a:pPr>
            <a:r>
              <a:rPr lang="en-GB"/>
              <a:t>2) </a:t>
            </a:r>
            <a:r>
              <a:rPr lang="en-GB" sz="2400">
                <a:solidFill>
                  <a:srgbClr val="000000"/>
                </a:solidFill>
                <a:latin typeface="Times New Roman"/>
                <a:ea typeface="Times New Roman"/>
                <a:cs typeface="Times New Roman"/>
                <a:sym typeface="Times New Roman"/>
              </a:rPr>
              <a:t> </a:t>
            </a:r>
            <a:r>
              <a:rPr lang="en-GB" sz="1400">
                <a:solidFill>
                  <a:srgbClr val="000000"/>
                </a:solidFill>
                <a:latin typeface="Arial"/>
                <a:ea typeface="Arial"/>
                <a:cs typeface="Arial"/>
                <a:sym typeface="Arial"/>
              </a:rPr>
              <a:t> </a:t>
            </a:r>
            <a:endParaRPr/>
          </a:p>
        </p:txBody>
      </p:sp>
      <p:sp>
        <p:nvSpPr>
          <p:cNvPr id="1586" name="Google Shape;1586;p126"/>
          <p:cNvSpPr txBox="1"/>
          <p:nvPr>
            <p:ph type="title"/>
          </p:nvPr>
        </p:nvSpPr>
        <p:spPr>
          <a:xfrm>
            <a:off x="1479300" y="39650"/>
            <a:ext cx="6855300" cy="3828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GB"/>
              <a:t>Maths in sales</a:t>
            </a:r>
            <a:endParaRPr/>
          </a:p>
        </p:txBody>
      </p:sp>
      <p:sp>
        <p:nvSpPr>
          <p:cNvPr id="1587" name="Google Shape;1587;p126"/>
          <p:cNvSpPr txBox="1"/>
          <p:nvPr>
            <p:ph idx="1" type="body"/>
          </p:nvPr>
        </p:nvSpPr>
        <p:spPr>
          <a:xfrm>
            <a:off x="4591200" y="1216850"/>
            <a:ext cx="3525000" cy="3828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1000"/>
              </a:spcAft>
              <a:buNone/>
            </a:pPr>
            <a:r>
              <a:rPr lang="en-GB"/>
              <a:t>b</a:t>
            </a:r>
            <a:r>
              <a:rPr lang="en-GB"/>
              <a:t>) </a:t>
            </a:r>
            <a:r>
              <a:rPr lang="en-GB" sz="2400">
                <a:latin typeface="Times New Roman"/>
                <a:ea typeface="Times New Roman"/>
                <a:cs typeface="Times New Roman"/>
                <a:sym typeface="Times New Roman"/>
              </a:rPr>
              <a:t>50%</a:t>
            </a:r>
            <a:r>
              <a:rPr lang="en-GB"/>
              <a:t> uplift in sales for a </a:t>
            </a:r>
            <a:r>
              <a:rPr lang="en-GB" sz="2400">
                <a:latin typeface="Times New Roman"/>
                <a:ea typeface="Times New Roman"/>
                <a:cs typeface="Times New Roman"/>
                <a:sym typeface="Times New Roman"/>
              </a:rPr>
              <a:t>15%</a:t>
            </a:r>
            <a:r>
              <a:rPr lang="en-GB"/>
              <a:t> drop in price?</a:t>
            </a:r>
            <a:endParaRPr/>
          </a:p>
        </p:txBody>
      </p:sp>
      <p:pic>
        <p:nvPicPr>
          <p:cNvPr id="1588" name="Google Shape;1588;p126"/>
          <p:cNvPicPr preferRelativeResize="0"/>
          <p:nvPr/>
        </p:nvPicPr>
        <p:blipFill>
          <a:blip r:embed="rId3">
            <a:alphaModFix/>
          </a:blip>
          <a:stretch>
            <a:fillRect/>
          </a:stretch>
        </p:blipFill>
        <p:spPr>
          <a:xfrm>
            <a:off x="7889013" y="1542325"/>
            <a:ext cx="897385" cy="1157170"/>
          </a:xfrm>
          <a:prstGeom prst="rect">
            <a:avLst/>
          </a:prstGeom>
          <a:noFill/>
          <a:ln>
            <a:noFill/>
          </a:ln>
        </p:spPr>
      </p:pic>
      <p:sp>
        <p:nvSpPr>
          <p:cNvPr id="1589" name="Google Shape;1589;p126"/>
          <p:cNvSpPr txBox="1"/>
          <p:nvPr>
            <p:ph idx="4294967295" type="body"/>
          </p:nvPr>
        </p:nvSpPr>
        <p:spPr>
          <a:xfrm>
            <a:off x="323998" y="1200844"/>
            <a:ext cx="2971500" cy="3096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latin typeface="Kalam"/>
                <a:ea typeface="Kalam"/>
                <a:cs typeface="Kalam"/>
                <a:sym typeface="Kalam"/>
              </a:rPr>
              <a:t>Current:</a:t>
            </a:r>
            <a:endParaRPr sz="2400">
              <a:latin typeface="Kalam"/>
              <a:ea typeface="Kalam"/>
              <a:cs typeface="Kalam"/>
              <a:sym typeface="Kalam"/>
            </a:endParaRPr>
          </a:p>
        </p:txBody>
      </p:sp>
      <p:sp>
        <p:nvSpPr>
          <p:cNvPr id="1590" name="Google Shape;1590;p126"/>
          <p:cNvSpPr txBox="1"/>
          <p:nvPr>
            <p:ph idx="4294967295" type="body"/>
          </p:nvPr>
        </p:nvSpPr>
        <p:spPr>
          <a:xfrm>
            <a:off x="4575898" y="2138093"/>
            <a:ext cx="2839200" cy="3096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latin typeface="Times New Roman"/>
                <a:ea typeface="Times New Roman"/>
                <a:cs typeface="Times New Roman"/>
                <a:sym typeface="Times New Roman"/>
              </a:rPr>
              <a:t>1800</a:t>
            </a:r>
            <a:r>
              <a:rPr lang="en-GB" sz="2000">
                <a:latin typeface="Kalam"/>
                <a:ea typeface="Kalam"/>
                <a:cs typeface="Kalam"/>
                <a:sym typeface="Kalam"/>
              </a:rPr>
              <a:t> guitars</a:t>
            </a:r>
            <a:endParaRPr sz="2000">
              <a:latin typeface="Kalam"/>
              <a:ea typeface="Kalam"/>
              <a:cs typeface="Kalam"/>
              <a:sym typeface="Kalam"/>
            </a:endParaRPr>
          </a:p>
        </p:txBody>
      </p:sp>
      <p:sp>
        <p:nvSpPr>
          <p:cNvPr id="1591" name="Google Shape;1591;p126"/>
          <p:cNvSpPr txBox="1"/>
          <p:nvPr>
            <p:ph idx="4294967295" type="body"/>
          </p:nvPr>
        </p:nvSpPr>
        <p:spPr>
          <a:xfrm>
            <a:off x="4575891" y="2502210"/>
            <a:ext cx="3277500" cy="3096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sz="2000">
                <a:latin typeface="Kalam"/>
                <a:ea typeface="Kalam"/>
                <a:cs typeface="Kalam"/>
                <a:sym typeface="Kalam"/>
              </a:rPr>
              <a:t>Selling price:</a:t>
            </a:r>
            <a:r>
              <a:rPr lang="en-GB" sz="2000"/>
              <a:t> </a:t>
            </a:r>
            <a:r>
              <a:rPr lang="en-GB">
                <a:latin typeface="Times New Roman"/>
                <a:ea typeface="Times New Roman"/>
                <a:cs typeface="Times New Roman"/>
                <a:sym typeface="Times New Roman"/>
              </a:rPr>
              <a:t>£510</a:t>
            </a:r>
            <a:endParaRPr>
              <a:latin typeface="Times New Roman"/>
              <a:ea typeface="Times New Roman"/>
              <a:cs typeface="Times New Roman"/>
              <a:sym typeface="Times New Roman"/>
            </a:endParaRPr>
          </a:p>
        </p:txBody>
      </p:sp>
      <p:sp>
        <p:nvSpPr>
          <p:cNvPr id="1592" name="Google Shape;1592;p126"/>
          <p:cNvSpPr txBox="1"/>
          <p:nvPr>
            <p:ph idx="4294967295" type="body"/>
          </p:nvPr>
        </p:nvSpPr>
        <p:spPr>
          <a:xfrm>
            <a:off x="4575890" y="2866326"/>
            <a:ext cx="2971500" cy="3096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sz="2000">
                <a:latin typeface="Kalam"/>
                <a:ea typeface="Kalam"/>
                <a:cs typeface="Kalam"/>
                <a:sym typeface="Kalam"/>
              </a:rPr>
              <a:t>Cost price:</a:t>
            </a:r>
            <a:r>
              <a:rPr lang="en-GB" sz="2000"/>
              <a:t> </a:t>
            </a:r>
            <a:r>
              <a:rPr lang="en-GB">
                <a:latin typeface="Times New Roman"/>
                <a:ea typeface="Times New Roman"/>
                <a:cs typeface="Times New Roman"/>
                <a:sym typeface="Times New Roman"/>
              </a:rPr>
              <a:t>£480</a:t>
            </a:r>
            <a:endParaRPr>
              <a:latin typeface="Times New Roman"/>
              <a:ea typeface="Times New Roman"/>
              <a:cs typeface="Times New Roman"/>
              <a:sym typeface="Times New Roman"/>
            </a:endParaRPr>
          </a:p>
        </p:txBody>
      </p:sp>
      <p:sp>
        <p:nvSpPr>
          <p:cNvPr id="1593" name="Google Shape;1593;p126"/>
          <p:cNvSpPr txBox="1"/>
          <p:nvPr>
            <p:ph idx="4294967295" type="body"/>
          </p:nvPr>
        </p:nvSpPr>
        <p:spPr>
          <a:xfrm>
            <a:off x="4575898" y="3230442"/>
            <a:ext cx="4104300" cy="3096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sz="2000">
                <a:latin typeface="Kalam"/>
                <a:ea typeface="Kalam"/>
                <a:cs typeface="Kalam"/>
                <a:sym typeface="Kalam"/>
              </a:rPr>
              <a:t>Revenue:</a:t>
            </a:r>
            <a:r>
              <a:rPr lang="en-GB" sz="2000"/>
              <a:t> </a:t>
            </a:r>
            <a:r>
              <a:rPr lang="en-GB">
                <a:latin typeface="Times New Roman"/>
                <a:ea typeface="Times New Roman"/>
                <a:cs typeface="Times New Roman"/>
                <a:sym typeface="Times New Roman"/>
              </a:rPr>
              <a:t>1800 × £510 = £918 000</a:t>
            </a:r>
            <a:endParaRPr>
              <a:latin typeface="Times New Roman"/>
              <a:ea typeface="Times New Roman"/>
              <a:cs typeface="Times New Roman"/>
              <a:sym typeface="Times New Roman"/>
            </a:endParaRPr>
          </a:p>
        </p:txBody>
      </p:sp>
      <p:sp>
        <p:nvSpPr>
          <p:cNvPr id="1594" name="Google Shape;1594;p126"/>
          <p:cNvSpPr txBox="1"/>
          <p:nvPr>
            <p:ph idx="4294967295" type="body"/>
          </p:nvPr>
        </p:nvSpPr>
        <p:spPr>
          <a:xfrm>
            <a:off x="4575921" y="3958675"/>
            <a:ext cx="2316900" cy="3096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b="1" lang="en-GB" sz="2000">
                <a:latin typeface="Kalam"/>
                <a:ea typeface="Kalam"/>
                <a:cs typeface="Kalam"/>
                <a:sym typeface="Kalam"/>
              </a:rPr>
              <a:t>Profit</a:t>
            </a:r>
            <a:r>
              <a:rPr lang="en-GB" sz="2000">
                <a:latin typeface="Kalam"/>
                <a:ea typeface="Kalam"/>
                <a:cs typeface="Kalam"/>
                <a:sym typeface="Kalam"/>
              </a:rPr>
              <a:t>:</a:t>
            </a:r>
            <a:r>
              <a:rPr lang="en-GB" sz="2000"/>
              <a:t> </a:t>
            </a:r>
            <a:r>
              <a:rPr lang="en-GB">
                <a:latin typeface="Times New Roman"/>
                <a:ea typeface="Times New Roman"/>
                <a:cs typeface="Times New Roman"/>
                <a:sym typeface="Times New Roman"/>
              </a:rPr>
              <a:t>£54 000</a:t>
            </a:r>
            <a:endParaRPr>
              <a:latin typeface="Times New Roman"/>
              <a:ea typeface="Times New Roman"/>
              <a:cs typeface="Times New Roman"/>
              <a:sym typeface="Times New Roman"/>
            </a:endParaRPr>
          </a:p>
        </p:txBody>
      </p:sp>
      <p:sp>
        <p:nvSpPr>
          <p:cNvPr id="1595" name="Google Shape;1595;p126"/>
          <p:cNvSpPr txBox="1"/>
          <p:nvPr>
            <p:ph idx="4294967295" type="body"/>
          </p:nvPr>
        </p:nvSpPr>
        <p:spPr>
          <a:xfrm>
            <a:off x="4575897" y="3594559"/>
            <a:ext cx="3633300" cy="3096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sz="2000">
                <a:latin typeface="Kalam"/>
                <a:ea typeface="Kalam"/>
                <a:cs typeface="Kalam"/>
                <a:sym typeface="Kalam"/>
              </a:rPr>
              <a:t>Costs:</a:t>
            </a:r>
            <a:r>
              <a:rPr lang="en-GB" sz="2000"/>
              <a:t> </a:t>
            </a:r>
            <a:r>
              <a:rPr lang="en-GB">
                <a:latin typeface="Times New Roman"/>
                <a:ea typeface="Times New Roman"/>
                <a:cs typeface="Times New Roman"/>
                <a:sym typeface="Times New Roman"/>
              </a:rPr>
              <a:t>1800 × £480 = £864 000</a:t>
            </a:r>
            <a:endParaRPr>
              <a:latin typeface="Times New Roman"/>
              <a:ea typeface="Times New Roman"/>
              <a:cs typeface="Times New Roman"/>
              <a:sym typeface="Times New Roman"/>
            </a:endParaRPr>
          </a:p>
        </p:txBody>
      </p:sp>
      <p:pic>
        <p:nvPicPr>
          <p:cNvPr id="1596" name="Google Shape;1596;p126"/>
          <p:cNvPicPr preferRelativeResize="0"/>
          <p:nvPr/>
        </p:nvPicPr>
        <p:blipFill>
          <a:blip r:embed="rId4">
            <a:alphaModFix/>
          </a:blip>
          <a:stretch>
            <a:fillRect/>
          </a:stretch>
        </p:blipFill>
        <p:spPr>
          <a:xfrm>
            <a:off x="7311160" y="1683647"/>
            <a:ext cx="387766" cy="411027"/>
          </a:xfrm>
          <a:prstGeom prst="rect">
            <a:avLst/>
          </a:prstGeom>
          <a:noFill/>
          <a:ln>
            <a:noFill/>
          </a:ln>
        </p:spPr>
      </p:pic>
      <p:sp>
        <p:nvSpPr>
          <p:cNvPr id="1597" name="Google Shape;1597;p126"/>
          <p:cNvSpPr txBox="1"/>
          <p:nvPr>
            <p:ph idx="4294967295" type="body"/>
          </p:nvPr>
        </p:nvSpPr>
        <p:spPr>
          <a:xfrm>
            <a:off x="324006" y="2138093"/>
            <a:ext cx="2839200" cy="3096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latin typeface="Times New Roman"/>
                <a:ea typeface="Times New Roman"/>
                <a:cs typeface="Times New Roman"/>
                <a:sym typeface="Times New Roman"/>
              </a:rPr>
              <a:t>1200</a:t>
            </a:r>
            <a:r>
              <a:rPr lang="en-GB" sz="2000"/>
              <a:t> </a:t>
            </a:r>
            <a:r>
              <a:rPr lang="en-GB" sz="2000">
                <a:latin typeface="Kalam"/>
                <a:ea typeface="Kalam"/>
                <a:cs typeface="Kalam"/>
                <a:sym typeface="Kalam"/>
              </a:rPr>
              <a:t>guitars</a:t>
            </a:r>
            <a:endParaRPr sz="2000">
              <a:latin typeface="Kalam"/>
              <a:ea typeface="Kalam"/>
              <a:cs typeface="Kalam"/>
              <a:sym typeface="Kalam"/>
            </a:endParaRPr>
          </a:p>
        </p:txBody>
      </p:sp>
      <p:sp>
        <p:nvSpPr>
          <p:cNvPr id="1598" name="Google Shape;1598;p126"/>
          <p:cNvSpPr txBox="1"/>
          <p:nvPr>
            <p:ph idx="4294967295" type="body"/>
          </p:nvPr>
        </p:nvSpPr>
        <p:spPr>
          <a:xfrm>
            <a:off x="323999" y="2502210"/>
            <a:ext cx="3277500" cy="3096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sz="2000">
                <a:latin typeface="Kalam"/>
                <a:ea typeface="Kalam"/>
                <a:cs typeface="Kalam"/>
                <a:sym typeface="Kalam"/>
              </a:rPr>
              <a:t>Selling price:</a:t>
            </a:r>
            <a:r>
              <a:rPr lang="en-GB" sz="2000"/>
              <a:t> </a:t>
            </a:r>
            <a:r>
              <a:rPr lang="en-GB">
                <a:latin typeface="Times New Roman"/>
                <a:ea typeface="Times New Roman"/>
                <a:cs typeface="Times New Roman"/>
                <a:sym typeface="Times New Roman"/>
              </a:rPr>
              <a:t>£600</a:t>
            </a:r>
            <a:endParaRPr>
              <a:latin typeface="Times New Roman"/>
              <a:ea typeface="Times New Roman"/>
              <a:cs typeface="Times New Roman"/>
              <a:sym typeface="Times New Roman"/>
            </a:endParaRPr>
          </a:p>
        </p:txBody>
      </p:sp>
      <p:sp>
        <p:nvSpPr>
          <p:cNvPr id="1599" name="Google Shape;1599;p126"/>
          <p:cNvSpPr txBox="1"/>
          <p:nvPr>
            <p:ph idx="4294967295" type="body"/>
          </p:nvPr>
        </p:nvSpPr>
        <p:spPr>
          <a:xfrm>
            <a:off x="323998" y="2866326"/>
            <a:ext cx="2971500" cy="3096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sz="2000">
                <a:latin typeface="Kalam"/>
                <a:ea typeface="Kalam"/>
                <a:cs typeface="Kalam"/>
                <a:sym typeface="Kalam"/>
              </a:rPr>
              <a:t>Cost price:</a:t>
            </a:r>
            <a:r>
              <a:rPr lang="en-GB" sz="2000"/>
              <a:t> </a:t>
            </a:r>
            <a:r>
              <a:rPr lang="en-GB">
                <a:latin typeface="Times New Roman"/>
                <a:ea typeface="Times New Roman"/>
                <a:cs typeface="Times New Roman"/>
                <a:sym typeface="Times New Roman"/>
              </a:rPr>
              <a:t>£480</a:t>
            </a:r>
            <a:endParaRPr>
              <a:latin typeface="Times New Roman"/>
              <a:ea typeface="Times New Roman"/>
              <a:cs typeface="Times New Roman"/>
              <a:sym typeface="Times New Roman"/>
            </a:endParaRPr>
          </a:p>
        </p:txBody>
      </p:sp>
      <p:sp>
        <p:nvSpPr>
          <p:cNvPr id="1600" name="Google Shape;1600;p126"/>
          <p:cNvSpPr txBox="1"/>
          <p:nvPr>
            <p:ph idx="4294967295" type="body"/>
          </p:nvPr>
        </p:nvSpPr>
        <p:spPr>
          <a:xfrm>
            <a:off x="324000" y="3230450"/>
            <a:ext cx="4104300" cy="3096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sz="2000">
                <a:latin typeface="Kalam"/>
                <a:ea typeface="Kalam"/>
                <a:cs typeface="Kalam"/>
                <a:sym typeface="Kalam"/>
              </a:rPr>
              <a:t>Revenue:</a:t>
            </a:r>
            <a:r>
              <a:rPr lang="en-GB" sz="2000"/>
              <a:t> </a:t>
            </a:r>
            <a:r>
              <a:rPr lang="en-GB">
                <a:latin typeface="Times New Roman"/>
                <a:ea typeface="Times New Roman"/>
                <a:cs typeface="Times New Roman"/>
                <a:sym typeface="Times New Roman"/>
              </a:rPr>
              <a:t>1200 × £600 = £720 000</a:t>
            </a:r>
            <a:endParaRPr>
              <a:latin typeface="Times New Roman"/>
              <a:ea typeface="Times New Roman"/>
              <a:cs typeface="Times New Roman"/>
              <a:sym typeface="Times New Roman"/>
            </a:endParaRPr>
          </a:p>
        </p:txBody>
      </p:sp>
      <p:sp>
        <p:nvSpPr>
          <p:cNvPr id="1601" name="Google Shape;1601;p126"/>
          <p:cNvSpPr txBox="1"/>
          <p:nvPr>
            <p:ph idx="4294967295" type="body"/>
          </p:nvPr>
        </p:nvSpPr>
        <p:spPr>
          <a:xfrm>
            <a:off x="324025" y="3958675"/>
            <a:ext cx="2221200" cy="3096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b="1" lang="en-GB" sz="2000">
                <a:latin typeface="Kalam"/>
                <a:ea typeface="Kalam"/>
                <a:cs typeface="Kalam"/>
                <a:sym typeface="Kalam"/>
              </a:rPr>
              <a:t>Profit</a:t>
            </a:r>
            <a:r>
              <a:rPr lang="en-GB" sz="2000">
                <a:latin typeface="Kalam"/>
                <a:ea typeface="Kalam"/>
                <a:cs typeface="Kalam"/>
                <a:sym typeface="Kalam"/>
              </a:rPr>
              <a:t>:</a:t>
            </a:r>
            <a:r>
              <a:rPr lang="en-GB">
                <a:latin typeface="Times New Roman"/>
                <a:ea typeface="Times New Roman"/>
                <a:cs typeface="Times New Roman"/>
                <a:sym typeface="Times New Roman"/>
              </a:rPr>
              <a:t> £144 000</a:t>
            </a:r>
            <a:endParaRPr>
              <a:latin typeface="Times New Roman"/>
              <a:ea typeface="Times New Roman"/>
              <a:cs typeface="Times New Roman"/>
              <a:sym typeface="Times New Roman"/>
            </a:endParaRPr>
          </a:p>
        </p:txBody>
      </p:sp>
      <p:sp>
        <p:nvSpPr>
          <p:cNvPr id="1602" name="Google Shape;1602;p126"/>
          <p:cNvSpPr txBox="1"/>
          <p:nvPr>
            <p:ph idx="4294967295" type="body"/>
          </p:nvPr>
        </p:nvSpPr>
        <p:spPr>
          <a:xfrm>
            <a:off x="324000" y="3594550"/>
            <a:ext cx="3767400" cy="3096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sz="2000">
                <a:latin typeface="Kalam"/>
                <a:ea typeface="Kalam"/>
                <a:cs typeface="Kalam"/>
                <a:sym typeface="Kalam"/>
              </a:rPr>
              <a:t>Costs:</a:t>
            </a:r>
            <a:r>
              <a:rPr lang="en-GB" sz="2000"/>
              <a:t> </a:t>
            </a:r>
            <a:r>
              <a:rPr lang="en-GB">
                <a:latin typeface="Times New Roman"/>
                <a:ea typeface="Times New Roman"/>
                <a:cs typeface="Times New Roman"/>
                <a:sym typeface="Times New Roman"/>
              </a:rPr>
              <a:t>1200 × £480 = £576 000</a:t>
            </a:r>
            <a:endParaRPr>
              <a:latin typeface="Times New Roman"/>
              <a:ea typeface="Times New Roman"/>
              <a:cs typeface="Times New Roman"/>
              <a:sym typeface="Times New Roman"/>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9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9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9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9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9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9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9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06" name="Shape 1606"/>
        <p:cNvGrpSpPr/>
        <p:nvPr/>
      </p:nvGrpSpPr>
      <p:grpSpPr>
        <a:xfrm>
          <a:off x="0" y="0"/>
          <a:ext cx="0" cy="0"/>
          <a:chOff x="0" y="0"/>
          <a:chExt cx="0" cy="0"/>
        </a:xfrm>
      </p:grpSpPr>
      <p:sp>
        <p:nvSpPr>
          <p:cNvPr id="1607" name="Google Shape;1607;p127"/>
          <p:cNvSpPr txBox="1"/>
          <p:nvPr>
            <p:ph idx="1" type="body"/>
          </p:nvPr>
        </p:nvSpPr>
        <p:spPr>
          <a:xfrm>
            <a:off x="324000" y="759300"/>
            <a:ext cx="8496000" cy="3096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0"/>
              </a:spcAft>
              <a:buNone/>
            </a:pPr>
            <a:r>
              <a:rPr lang="en-GB"/>
              <a:t>2) </a:t>
            </a:r>
            <a:r>
              <a:rPr lang="en-GB" sz="2400">
                <a:solidFill>
                  <a:srgbClr val="000000"/>
                </a:solidFill>
                <a:latin typeface="Times New Roman"/>
                <a:ea typeface="Times New Roman"/>
                <a:cs typeface="Times New Roman"/>
                <a:sym typeface="Times New Roman"/>
              </a:rPr>
              <a:t> </a:t>
            </a:r>
            <a:r>
              <a:rPr lang="en-GB" sz="1400">
                <a:solidFill>
                  <a:srgbClr val="000000"/>
                </a:solidFill>
                <a:latin typeface="Arial"/>
                <a:ea typeface="Arial"/>
                <a:cs typeface="Arial"/>
                <a:sym typeface="Arial"/>
              </a:rPr>
              <a:t> </a:t>
            </a:r>
            <a:endParaRPr/>
          </a:p>
        </p:txBody>
      </p:sp>
      <p:sp>
        <p:nvSpPr>
          <p:cNvPr id="1608" name="Google Shape;1608;p127"/>
          <p:cNvSpPr txBox="1"/>
          <p:nvPr>
            <p:ph type="title"/>
          </p:nvPr>
        </p:nvSpPr>
        <p:spPr>
          <a:xfrm>
            <a:off x="1479300" y="39650"/>
            <a:ext cx="6855300" cy="3828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GB"/>
              <a:t>Maths in sales</a:t>
            </a:r>
            <a:endParaRPr/>
          </a:p>
        </p:txBody>
      </p:sp>
      <p:sp>
        <p:nvSpPr>
          <p:cNvPr id="1609" name="Google Shape;1609;p127"/>
          <p:cNvSpPr txBox="1"/>
          <p:nvPr>
            <p:ph idx="1" type="body"/>
          </p:nvPr>
        </p:nvSpPr>
        <p:spPr>
          <a:xfrm>
            <a:off x="4591200" y="1216850"/>
            <a:ext cx="3525000" cy="382800"/>
          </a:xfrm>
          <a:prstGeom prst="rect">
            <a:avLst/>
          </a:prstGeom>
        </p:spPr>
        <p:txBody>
          <a:bodyPr anchorCtr="0" anchor="t" bIns="0" lIns="0" spcFirstLastPara="1" rIns="0" wrap="square" tIns="0">
            <a:noAutofit/>
          </a:bodyPr>
          <a:lstStyle/>
          <a:p>
            <a:pPr indent="0" lvl="0" marL="0" rtl="0" algn="l">
              <a:spcBef>
                <a:spcPts val="0"/>
              </a:spcBef>
              <a:spcAft>
                <a:spcPts val="1000"/>
              </a:spcAft>
              <a:buClr>
                <a:schemeClr val="dk1"/>
              </a:buClr>
              <a:buSzPts val="1100"/>
              <a:buFont typeface="Arial"/>
              <a:buNone/>
            </a:pPr>
            <a:r>
              <a:rPr lang="en-GB"/>
              <a:t>c) </a:t>
            </a:r>
            <a:r>
              <a:rPr lang="en-GB" sz="2400">
                <a:latin typeface="Times New Roman"/>
                <a:ea typeface="Times New Roman"/>
                <a:cs typeface="Times New Roman"/>
                <a:sym typeface="Times New Roman"/>
              </a:rPr>
              <a:t>10%</a:t>
            </a:r>
            <a:r>
              <a:rPr lang="en-GB"/>
              <a:t> drop in sales for a </a:t>
            </a:r>
            <a:r>
              <a:rPr lang="en-GB" sz="2400">
                <a:latin typeface="Times New Roman"/>
                <a:ea typeface="Times New Roman"/>
                <a:cs typeface="Times New Roman"/>
                <a:sym typeface="Times New Roman"/>
              </a:rPr>
              <a:t>5%</a:t>
            </a:r>
            <a:r>
              <a:rPr lang="en-GB"/>
              <a:t> increase in price?</a:t>
            </a:r>
            <a:endParaRPr/>
          </a:p>
        </p:txBody>
      </p:sp>
      <p:pic>
        <p:nvPicPr>
          <p:cNvPr id="1610" name="Google Shape;1610;p127"/>
          <p:cNvPicPr preferRelativeResize="0"/>
          <p:nvPr/>
        </p:nvPicPr>
        <p:blipFill>
          <a:blip r:embed="rId3">
            <a:alphaModFix/>
          </a:blip>
          <a:stretch>
            <a:fillRect/>
          </a:stretch>
        </p:blipFill>
        <p:spPr>
          <a:xfrm>
            <a:off x="7889013" y="1542325"/>
            <a:ext cx="897385" cy="1157170"/>
          </a:xfrm>
          <a:prstGeom prst="rect">
            <a:avLst/>
          </a:prstGeom>
          <a:noFill/>
          <a:ln>
            <a:noFill/>
          </a:ln>
        </p:spPr>
      </p:pic>
      <p:sp>
        <p:nvSpPr>
          <p:cNvPr id="1611" name="Google Shape;1611;p127"/>
          <p:cNvSpPr txBox="1"/>
          <p:nvPr>
            <p:ph idx="4294967295" type="body"/>
          </p:nvPr>
        </p:nvSpPr>
        <p:spPr>
          <a:xfrm>
            <a:off x="323998" y="1200844"/>
            <a:ext cx="2971500" cy="3096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latin typeface="Kalam"/>
                <a:ea typeface="Kalam"/>
                <a:cs typeface="Kalam"/>
                <a:sym typeface="Kalam"/>
              </a:rPr>
              <a:t>Current:</a:t>
            </a:r>
            <a:endParaRPr sz="2400">
              <a:latin typeface="Kalam"/>
              <a:ea typeface="Kalam"/>
              <a:cs typeface="Kalam"/>
              <a:sym typeface="Kalam"/>
            </a:endParaRPr>
          </a:p>
        </p:txBody>
      </p:sp>
      <p:sp>
        <p:nvSpPr>
          <p:cNvPr id="1612" name="Google Shape;1612;p127"/>
          <p:cNvSpPr txBox="1"/>
          <p:nvPr>
            <p:ph idx="4294967295" type="body"/>
          </p:nvPr>
        </p:nvSpPr>
        <p:spPr>
          <a:xfrm>
            <a:off x="4575898" y="2138093"/>
            <a:ext cx="2839200" cy="3096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latin typeface="Times New Roman"/>
                <a:ea typeface="Times New Roman"/>
                <a:cs typeface="Times New Roman"/>
                <a:sym typeface="Times New Roman"/>
              </a:rPr>
              <a:t>1080</a:t>
            </a:r>
            <a:r>
              <a:rPr lang="en-GB" sz="2000"/>
              <a:t> guitars</a:t>
            </a:r>
            <a:endParaRPr sz="2000"/>
          </a:p>
        </p:txBody>
      </p:sp>
      <p:sp>
        <p:nvSpPr>
          <p:cNvPr id="1613" name="Google Shape;1613;p127"/>
          <p:cNvSpPr txBox="1"/>
          <p:nvPr>
            <p:ph idx="4294967295" type="body"/>
          </p:nvPr>
        </p:nvSpPr>
        <p:spPr>
          <a:xfrm>
            <a:off x="4575891" y="2502210"/>
            <a:ext cx="3277500" cy="3096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sz="2000">
                <a:latin typeface="Kalam"/>
                <a:ea typeface="Kalam"/>
                <a:cs typeface="Kalam"/>
                <a:sym typeface="Kalam"/>
              </a:rPr>
              <a:t>Selling price:</a:t>
            </a:r>
            <a:r>
              <a:rPr lang="en-GB" sz="2000"/>
              <a:t> </a:t>
            </a:r>
            <a:r>
              <a:rPr lang="en-GB">
                <a:latin typeface="Times New Roman"/>
                <a:ea typeface="Times New Roman"/>
                <a:cs typeface="Times New Roman"/>
                <a:sym typeface="Times New Roman"/>
              </a:rPr>
              <a:t>£630</a:t>
            </a:r>
            <a:endParaRPr>
              <a:latin typeface="Times New Roman"/>
              <a:ea typeface="Times New Roman"/>
              <a:cs typeface="Times New Roman"/>
              <a:sym typeface="Times New Roman"/>
            </a:endParaRPr>
          </a:p>
        </p:txBody>
      </p:sp>
      <p:sp>
        <p:nvSpPr>
          <p:cNvPr id="1614" name="Google Shape;1614;p127"/>
          <p:cNvSpPr txBox="1"/>
          <p:nvPr>
            <p:ph idx="4294967295" type="body"/>
          </p:nvPr>
        </p:nvSpPr>
        <p:spPr>
          <a:xfrm>
            <a:off x="4575890" y="2866326"/>
            <a:ext cx="2971500" cy="3096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sz="2000">
                <a:latin typeface="Kalam"/>
                <a:ea typeface="Kalam"/>
                <a:cs typeface="Kalam"/>
                <a:sym typeface="Kalam"/>
              </a:rPr>
              <a:t>Cost price:</a:t>
            </a:r>
            <a:r>
              <a:rPr lang="en-GB" sz="2000"/>
              <a:t> </a:t>
            </a:r>
            <a:r>
              <a:rPr lang="en-GB">
                <a:latin typeface="Times New Roman"/>
                <a:ea typeface="Times New Roman"/>
                <a:cs typeface="Times New Roman"/>
                <a:sym typeface="Times New Roman"/>
              </a:rPr>
              <a:t>£480</a:t>
            </a:r>
            <a:endParaRPr>
              <a:latin typeface="Times New Roman"/>
              <a:ea typeface="Times New Roman"/>
              <a:cs typeface="Times New Roman"/>
              <a:sym typeface="Times New Roman"/>
            </a:endParaRPr>
          </a:p>
        </p:txBody>
      </p:sp>
      <p:sp>
        <p:nvSpPr>
          <p:cNvPr id="1615" name="Google Shape;1615;p127"/>
          <p:cNvSpPr txBox="1"/>
          <p:nvPr>
            <p:ph idx="4294967295" type="body"/>
          </p:nvPr>
        </p:nvSpPr>
        <p:spPr>
          <a:xfrm>
            <a:off x="4575898" y="3230442"/>
            <a:ext cx="4104300" cy="3096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sz="2000">
                <a:latin typeface="Kalam"/>
                <a:ea typeface="Kalam"/>
                <a:cs typeface="Kalam"/>
                <a:sym typeface="Kalam"/>
              </a:rPr>
              <a:t>Revenue:</a:t>
            </a:r>
            <a:r>
              <a:rPr lang="en-GB" sz="2000"/>
              <a:t> </a:t>
            </a:r>
            <a:r>
              <a:rPr lang="en-GB">
                <a:latin typeface="Times New Roman"/>
                <a:ea typeface="Times New Roman"/>
                <a:cs typeface="Times New Roman"/>
                <a:sym typeface="Times New Roman"/>
              </a:rPr>
              <a:t>1080 × £630 = £680 400</a:t>
            </a:r>
            <a:endParaRPr>
              <a:latin typeface="Times New Roman"/>
              <a:ea typeface="Times New Roman"/>
              <a:cs typeface="Times New Roman"/>
              <a:sym typeface="Times New Roman"/>
            </a:endParaRPr>
          </a:p>
        </p:txBody>
      </p:sp>
      <p:sp>
        <p:nvSpPr>
          <p:cNvPr id="1616" name="Google Shape;1616;p127"/>
          <p:cNvSpPr txBox="1"/>
          <p:nvPr>
            <p:ph idx="4294967295" type="body"/>
          </p:nvPr>
        </p:nvSpPr>
        <p:spPr>
          <a:xfrm>
            <a:off x="4575921" y="3958675"/>
            <a:ext cx="2316900" cy="3096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b="1" lang="en-GB" sz="2000">
                <a:latin typeface="Kalam"/>
                <a:ea typeface="Kalam"/>
                <a:cs typeface="Kalam"/>
                <a:sym typeface="Kalam"/>
              </a:rPr>
              <a:t>Profit</a:t>
            </a:r>
            <a:r>
              <a:rPr lang="en-GB" sz="2000">
                <a:latin typeface="Kalam"/>
                <a:ea typeface="Kalam"/>
                <a:cs typeface="Kalam"/>
                <a:sym typeface="Kalam"/>
              </a:rPr>
              <a:t>:</a:t>
            </a:r>
            <a:r>
              <a:rPr lang="en-GB">
                <a:latin typeface="Times New Roman"/>
                <a:ea typeface="Times New Roman"/>
                <a:cs typeface="Times New Roman"/>
                <a:sym typeface="Times New Roman"/>
              </a:rPr>
              <a:t> £162 000</a:t>
            </a:r>
            <a:endParaRPr>
              <a:latin typeface="Times New Roman"/>
              <a:ea typeface="Times New Roman"/>
              <a:cs typeface="Times New Roman"/>
              <a:sym typeface="Times New Roman"/>
            </a:endParaRPr>
          </a:p>
        </p:txBody>
      </p:sp>
      <p:sp>
        <p:nvSpPr>
          <p:cNvPr id="1617" name="Google Shape;1617;p127"/>
          <p:cNvSpPr txBox="1"/>
          <p:nvPr>
            <p:ph idx="4294967295" type="body"/>
          </p:nvPr>
        </p:nvSpPr>
        <p:spPr>
          <a:xfrm>
            <a:off x="4575897" y="3594559"/>
            <a:ext cx="3633300" cy="3096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sz="2000">
                <a:latin typeface="Kalam"/>
                <a:ea typeface="Kalam"/>
                <a:cs typeface="Kalam"/>
                <a:sym typeface="Kalam"/>
              </a:rPr>
              <a:t>Costs: </a:t>
            </a:r>
            <a:r>
              <a:rPr lang="en-GB">
                <a:latin typeface="Times New Roman"/>
                <a:ea typeface="Times New Roman"/>
                <a:cs typeface="Times New Roman"/>
                <a:sym typeface="Times New Roman"/>
              </a:rPr>
              <a:t>1080 × £480 = £518 400</a:t>
            </a:r>
            <a:endParaRPr>
              <a:latin typeface="Times New Roman"/>
              <a:ea typeface="Times New Roman"/>
              <a:cs typeface="Times New Roman"/>
              <a:sym typeface="Times New Roman"/>
            </a:endParaRPr>
          </a:p>
        </p:txBody>
      </p:sp>
      <p:pic>
        <p:nvPicPr>
          <p:cNvPr id="1618" name="Google Shape;1618;p127"/>
          <p:cNvPicPr preferRelativeResize="0"/>
          <p:nvPr/>
        </p:nvPicPr>
        <p:blipFill>
          <a:blip r:embed="rId4">
            <a:alphaModFix/>
          </a:blip>
          <a:stretch>
            <a:fillRect/>
          </a:stretch>
        </p:blipFill>
        <p:spPr>
          <a:xfrm>
            <a:off x="7363967" y="1883766"/>
            <a:ext cx="396000" cy="419100"/>
          </a:xfrm>
          <a:prstGeom prst="rect">
            <a:avLst/>
          </a:prstGeom>
          <a:noFill/>
          <a:ln>
            <a:noFill/>
          </a:ln>
        </p:spPr>
      </p:pic>
      <p:sp>
        <p:nvSpPr>
          <p:cNvPr id="1619" name="Google Shape;1619;p127"/>
          <p:cNvSpPr txBox="1"/>
          <p:nvPr>
            <p:ph idx="4294967295" type="body"/>
          </p:nvPr>
        </p:nvSpPr>
        <p:spPr>
          <a:xfrm>
            <a:off x="324006" y="2138093"/>
            <a:ext cx="2839200" cy="3096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latin typeface="Times New Roman"/>
                <a:ea typeface="Times New Roman"/>
                <a:cs typeface="Times New Roman"/>
                <a:sym typeface="Times New Roman"/>
              </a:rPr>
              <a:t>1200</a:t>
            </a:r>
            <a:r>
              <a:rPr lang="en-GB" sz="2000"/>
              <a:t> </a:t>
            </a:r>
            <a:r>
              <a:rPr lang="en-GB" sz="2000">
                <a:latin typeface="Kalam"/>
                <a:ea typeface="Kalam"/>
                <a:cs typeface="Kalam"/>
                <a:sym typeface="Kalam"/>
              </a:rPr>
              <a:t>guitars</a:t>
            </a:r>
            <a:endParaRPr sz="2000">
              <a:latin typeface="Kalam"/>
              <a:ea typeface="Kalam"/>
              <a:cs typeface="Kalam"/>
              <a:sym typeface="Kalam"/>
            </a:endParaRPr>
          </a:p>
        </p:txBody>
      </p:sp>
      <p:sp>
        <p:nvSpPr>
          <p:cNvPr id="1620" name="Google Shape;1620;p127"/>
          <p:cNvSpPr txBox="1"/>
          <p:nvPr>
            <p:ph idx="4294967295" type="body"/>
          </p:nvPr>
        </p:nvSpPr>
        <p:spPr>
          <a:xfrm>
            <a:off x="323999" y="2502210"/>
            <a:ext cx="3277500" cy="3096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sz="2000">
                <a:latin typeface="Kalam"/>
                <a:ea typeface="Kalam"/>
                <a:cs typeface="Kalam"/>
                <a:sym typeface="Kalam"/>
              </a:rPr>
              <a:t>Selling price:</a:t>
            </a:r>
            <a:r>
              <a:rPr lang="en-GB" sz="2000"/>
              <a:t> </a:t>
            </a:r>
            <a:r>
              <a:rPr lang="en-GB">
                <a:latin typeface="Times New Roman"/>
                <a:ea typeface="Times New Roman"/>
                <a:cs typeface="Times New Roman"/>
                <a:sym typeface="Times New Roman"/>
              </a:rPr>
              <a:t>£600</a:t>
            </a:r>
            <a:endParaRPr>
              <a:latin typeface="Times New Roman"/>
              <a:ea typeface="Times New Roman"/>
              <a:cs typeface="Times New Roman"/>
              <a:sym typeface="Times New Roman"/>
            </a:endParaRPr>
          </a:p>
        </p:txBody>
      </p:sp>
      <p:sp>
        <p:nvSpPr>
          <p:cNvPr id="1621" name="Google Shape;1621;p127"/>
          <p:cNvSpPr txBox="1"/>
          <p:nvPr>
            <p:ph idx="4294967295" type="body"/>
          </p:nvPr>
        </p:nvSpPr>
        <p:spPr>
          <a:xfrm>
            <a:off x="323998" y="2866326"/>
            <a:ext cx="2971500" cy="3096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sz="2000">
                <a:latin typeface="Kalam"/>
                <a:ea typeface="Kalam"/>
                <a:cs typeface="Kalam"/>
                <a:sym typeface="Kalam"/>
              </a:rPr>
              <a:t>Cost price:</a:t>
            </a:r>
            <a:r>
              <a:rPr lang="en-GB" sz="2000"/>
              <a:t> </a:t>
            </a:r>
            <a:r>
              <a:rPr lang="en-GB">
                <a:latin typeface="Times New Roman"/>
                <a:ea typeface="Times New Roman"/>
                <a:cs typeface="Times New Roman"/>
                <a:sym typeface="Times New Roman"/>
              </a:rPr>
              <a:t>£480</a:t>
            </a:r>
            <a:endParaRPr>
              <a:latin typeface="Times New Roman"/>
              <a:ea typeface="Times New Roman"/>
              <a:cs typeface="Times New Roman"/>
              <a:sym typeface="Times New Roman"/>
            </a:endParaRPr>
          </a:p>
        </p:txBody>
      </p:sp>
      <p:sp>
        <p:nvSpPr>
          <p:cNvPr id="1622" name="Google Shape;1622;p127"/>
          <p:cNvSpPr txBox="1"/>
          <p:nvPr>
            <p:ph idx="4294967295" type="body"/>
          </p:nvPr>
        </p:nvSpPr>
        <p:spPr>
          <a:xfrm>
            <a:off x="324000" y="3230450"/>
            <a:ext cx="4104300" cy="3096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sz="2000">
                <a:latin typeface="Kalam"/>
                <a:ea typeface="Kalam"/>
                <a:cs typeface="Kalam"/>
                <a:sym typeface="Kalam"/>
              </a:rPr>
              <a:t>Revenue:</a:t>
            </a:r>
            <a:r>
              <a:rPr lang="en-GB" sz="2000"/>
              <a:t> </a:t>
            </a:r>
            <a:r>
              <a:rPr lang="en-GB">
                <a:latin typeface="Times New Roman"/>
                <a:ea typeface="Times New Roman"/>
                <a:cs typeface="Times New Roman"/>
                <a:sym typeface="Times New Roman"/>
              </a:rPr>
              <a:t>1200 × £600 = £720 000</a:t>
            </a:r>
            <a:endParaRPr>
              <a:latin typeface="Times New Roman"/>
              <a:ea typeface="Times New Roman"/>
              <a:cs typeface="Times New Roman"/>
              <a:sym typeface="Times New Roman"/>
            </a:endParaRPr>
          </a:p>
        </p:txBody>
      </p:sp>
      <p:sp>
        <p:nvSpPr>
          <p:cNvPr id="1623" name="Google Shape;1623;p127"/>
          <p:cNvSpPr txBox="1"/>
          <p:nvPr>
            <p:ph idx="4294967295" type="body"/>
          </p:nvPr>
        </p:nvSpPr>
        <p:spPr>
          <a:xfrm>
            <a:off x="324025" y="3958675"/>
            <a:ext cx="2221200" cy="3096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b="1" lang="en-GB" sz="2000">
                <a:latin typeface="Kalam"/>
                <a:ea typeface="Kalam"/>
                <a:cs typeface="Kalam"/>
                <a:sym typeface="Kalam"/>
              </a:rPr>
              <a:t>Profit</a:t>
            </a:r>
            <a:r>
              <a:rPr lang="en-GB" sz="2000">
                <a:latin typeface="Kalam"/>
                <a:ea typeface="Kalam"/>
                <a:cs typeface="Kalam"/>
                <a:sym typeface="Kalam"/>
              </a:rPr>
              <a:t>:</a:t>
            </a:r>
            <a:r>
              <a:rPr lang="en-GB">
                <a:latin typeface="Times New Roman"/>
                <a:ea typeface="Times New Roman"/>
                <a:cs typeface="Times New Roman"/>
                <a:sym typeface="Times New Roman"/>
              </a:rPr>
              <a:t> £144 000</a:t>
            </a:r>
            <a:endParaRPr>
              <a:latin typeface="Times New Roman"/>
              <a:ea typeface="Times New Roman"/>
              <a:cs typeface="Times New Roman"/>
              <a:sym typeface="Times New Roman"/>
            </a:endParaRPr>
          </a:p>
        </p:txBody>
      </p:sp>
      <p:sp>
        <p:nvSpPr>
          <p:cNvPr id="1624" name="Google Shape;1624;p127"/>
          <p:cNvSpPr txBox="1"/>
          <p:nvPr>
            <p:ph idx="4294967295" type="body"/>
          </p:nvPr>
        </p:nvSpPr>
        <p:spPr>
          <a:xfrm>
            <a:off x="324000" y="3594550"/>
            <a:ext cx="3767400" cy="3096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sz="2000">
                <a:latin typeface="Kalam"/>
                <a:ea typeface="Kalam"/>
                <a:cs typeface="Kalam"/>
                <a:sym typeface="Kalam"/>
              </a:rPr>
              <a:t>Costs:</a:t>
            </a:r>
            <a:r>
              <a:rPr lang="en-GB" sz="2000"/>
              <a:t> </a:t>
            </a:r>
            <a:r>
              <a:rPr lang="en-GB">
                <a:latin typeface="Times New Roman"/>
                <a:ea typeface="Times New Roman"/>
                <a:cs typeface="Times New Roman"/>
                <a:sym typeface="Times New Roman"/>
              </a:rPr>
              <a:t>1200 × £480 = £576 000</a:t>
            </a:r>
            <a:endParaRPr>
              <a:latin typeface="Times New Roman"/>
              <a:ea typeface="Times New Roman"/>
              <a:cs typeface="Times New Roman"/>
              <a:sym typeface="Times New Roman"/>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1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1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1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1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1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1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18"/>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8" name="Shape 1628"/>
        <p:cNvGrpSpPr/>
        <p:nvPr/>
      </p:nvGrpSpPr>
      <p:grpSpPr>
        <a:xfrm>
          <a:off x="0" y="0"/>
          <a:ext cx="0" cy="0"/>
          <a:chOff x="0" y="0"/>
          <a:chExt cx="0" cy="0"/>
        </a:xfrm>
      </p:grpSpPr>
      <p:sp>
        <p:nvSpPr>
          <p:cNvPr id="1629" name="Google Shape;1629;p128"/>
          <p:cNvSpPr txBox="1"/>
          <p:nvPr>
            <p:ph idx="1" type="body"/>
          </p:nvPr>
        </p:nvSpPr>
        <p:spPr>
          <a:xfrm>
            <a:off x="324000" y="759300"/>
            <a:ext cx="8496000" cy="3828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0"/>
              </a:spcAft>
              <a:buNone/>
            </a:pPr>
            <a:r>
              <a:rPr lang="en-GB"/>
              <a:t>2) </a:t>
            </a:r>
            <a:r>
              <a:rPr lang="en-GB" sz="2400">
                <a:solidFill>
                  <a:srgbClr val="000000"/>
                </a:solidFill>
                <a:latin typeface="Times New Roman"/>
                <a:ea typeface="Times New Roman"/>
                <a:cs typeface="Times New Roman"/>
                <a:sym typeface="Times New Roman"/>
              </a:rPr>
              <a:t> </a:t>
            </a:r>
            <a:r>
              <a:rPr lang="en-GB" sz="1400">
                <a:solidFill>
                  <a:srgbClr val="000000"/>
                </a:solidFill>
                <a:latin typeface="Arial"/>
                <a:ea typeface="Arial"/>
                <a:cs typeface="Arial"/>
                <a:sym typeface="Arial"/>
              </a:rPr>
              <a:t> </a:t>
            </a:r>
            <a:endParaRPr/>
          </a:p>
        </p:txBody>
      </p:sp>
      <p:sp>
        <p:nvSpPr>
          <p:cNvPr id="1630" name="Google Shape;1630;p128"/>
          <p:cNvSpPr txBox="1"/>
          <p:nvPr>
            <p:ph type="title"/>
          </p:nvPr>
        </p:nvSpPr>
        <p:spPr>
          <a:xfrm>
            <a:off x="1479300" y="39650"/>
            <a:ext cx="6855300" cy="3828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GB"/>
              <a:t>Maths in sales</a:t>
            </a:r>
            <a:endParaRPr/>
          </a:p>
        </p:txBody>
      </p:sp>
      <p:sp>
        <p:nvSpPr>
          <p:cNvPr id="1631" name="Google Shape;1631;p128"/>
          <p:cNvSpPr txBox="1"/>
          <p:nvPr>
            <p:ph idx="4294967295" type="body"/>
          </p:nvPr>
        </p:nvSpPr>
        <p:spPr>
          <a:xfrm>
            <a:off x="324000" y="2130560"/>
            <a:ext cx="3758700" cy="3096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sz="2000">
                <a:latin typeface="Kalam"/>
                <a:ea typeface="Kalam"/>
                <a:cs typeface="Kalam"/>
                <a:sym typeface="Kalam"/>
              </a:rPr>
              <a:t>Current total </a:t>
            </a:r>
            <a:r>
              <a:rPr b="1" lang="en-GB" sz="2000">
                <a:latin typeface="Kalam"/>
                <a:ea typeface="Kalam"/>
                <a:cs typeface="Kalam"/>
                <a:sym typeface="Kalam"/>
              </a:rPr>
              <a:t>profit</a:t>
            </a:r>
            <a:r>
              <a:rPr lang="en-GB" sz="2000">
                <a:latin typeface="Kalam"/>
                <a:ea typeface="Kalam"/>
                <a:cs typeface="Kalam"/>
                <a:sym typeface="Kalam"/>
              </a:rPr>
              <a:t>: </a:t>
            </a:r>
            <a:r>
              <a:rPr lang="en-GB">
                <a:latin typeface="Times New Roman"/>
                <a:ea typeface="Times New Roman"/>
                <a:cs typeface="Times New Roman"/>
                <a:sym typeface="Times New Roman"/>
              </a:rPr>
              <a:t>£144 000</a:t>
            </a:r>
            <a:endParaRPr sz="2400">
              <a:latin typeface="Times New Roman"/>
              <a:ea typeface="Times New Roman"/>
              <a:cs typeface="Times New Roman"/>
              <a:sym typeface="Times New Roman"/>
            </a:endParaRPr>
          </a:p>
        </p:txBody>
      </p:sp>
      <p:sp>
        <p:nvSpPr>
          <p:cNvPr id="1632" name="Google Shape;1632;p128"/>
          <p:cNvSpPr txBox="1"/>
          <p:nvPr>
            <p:ph idx="4294967295" type="body"/>
          </p:nvPr>
        </p:nvSpPr>
        <p:spPr>
          <a:xfrm>
            <a:off x="324008" y="2517899"/>
            <a:ext cx="3758700" cy="3096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sz="2000">
                <a:latin typeface="Kalam"/>
                <a:ea typeface="Kalam"/>
                <a:cs typeface="Kalam"/>
                <a:sym typeface="Kalam"/>
              </a:rPr>
              <a:t>New</a:t>
            </a:r>
            <a:r>
              <a:rPr lang="en-GB" sz="2000">
                <a:latin typeface="Kalam"/>
                <a:ea typeface="Kalam"/>
                <a:cs typeface="Kalam"/>
                <a:sym typeface="Kalam"/>
              </a:rPr>
              <a:t> price: </a:t>
            </a:r>
            <a:r>
              <a:rPr lang="en-GB">
                <a:latin typeface="Times New Roman"/>
                <a:ea typeface="Times New Roman"/>
                <a:cs typeface="Times New Roman"/>
                <a:sym typeface="Times New Roman"/>
              </a:rPr>
              <a:t>£600 × 0.88 = £528</a:t>
            </a:r>
            <a:endParaRPr>
              <a:latin typeface="Times New Roman"/>
              <a:ea typeface="Times New Roman"/>
              <a:cs typeface="Times New Roman"/>
              <a:sym typeface="Times New Roman"/>
            </a:endParaRPr>
          </a:p>
        </p:txBody>
      </p:sp>
      <p:sp>
        <p:nvSpPr>
          <p:cNvPr id="1633" name="Google Shape;1633;p128"/>
          <p:cNvSpPr txBox="1"/>
          <p:nvPr>
            <p:ph idx="1" type="body"/>
          </p:nvPr>
        </p:nvSpPr>
        <p:spPr>
          <a:xfrm>
            <a:off x="324000" y="1186225"/>
            <a:ext cx="8496000" cy="382800"/>
          </a:xfrm>
          <a:prstGeom prst="rect">
            <a:avLst/>
          </a:prstGeom>
        </p:spPr>
        <p:txBody>
          <a:bodyPr anchorCtr="0" anchor="t" bIns="0" lIns="0" spcFirstLastPara="1" rIns="0" wrap="square" tIns="0">
            <a:noAutofit/>
          </a:bodyPr>
          <a:lstStyle/>
          <a:p>
            <a:pPr indent="0" lvl="0" marL="0" rtl="0" algn="l">
              <a:spcBef>
                <a:spcPts val="0"/>
              </a:spcBef>
              <a:spcAft>
                <a:spcPts val="1000"/>
              </a:spcAft>
              <a:buClr>
                <a:schemeClr val="dk1"/>
              </a:buClr>
              <a:buSzPts val="1100"/>
              <a:buFont typeface="Arial"/>
              <a:buNone/>
            </a:pPr>
            <a:r>
              <a:rPr lang="en-GB"/>
              <a:t>d) If Andeep were to drop his price by </a:t>
            </a:r>
            <a:r>
              <a:rPr lang="en-GB" sz="2400">
                <a:latin typeface="Times New Roman"/>
                <a:ea typeface="Times New Roman"/>
                <a:cs typeface="Times New Roman"/>
                <a:sym typeface="Times New Roman"/>
              </a:rPr>
              <a:t>12%</a:t>
            </a:r>
            <a:r>
              <a:rPr lang="en-GB"/>
              <a:t> what percent uplift in sales would he need to see to maintain his existing </a:t>
            </a:r>
            <a:r>
              <a:rPr b="1" lang="en-GB"/>
              <a:t>profit</a:t>
            </a:r>
            <a:r>
              <a:rPr lang="en-GB"/>
              <a:t>?</a:t>
            </a:r>
            <a:endParaRPr/>
          </a:p>
        </p:txBody>
      </p:sp>
      <p:sp>
        <p:nvSpPr>
          <p:cNvPr id="1634" name="Google Shape;1634;p128"/>
          <p:cNvSpPr txBox="1"/>
          <p:nvPr>
            <p:ph idx="4294967295" type="body"/>
          </p:nvPr>
        </p:nvSpPr>
        <p:spPr>
          <a:xfrm>
            <a:off x="323999" y="2905237"/>
            <a:ext cx="4670700" cy="3096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sz="2000">
                <a:latin typeface="Kalam"/>
                <a:ea typeface="Kalam"/>
                <a:cs typeface="Kalam"/>
                <a:sym typeface="Kalam"/>
              </a:rPr>
              <a:t>New </a:t>
            </a:r>
            <a:r>
              <a:rPr b="1" lang="en-GB" sz="2000">
                <a:latin typeface="Kalam"/>
                <a:ea typeface="Kalam"/>
                <a:cs typeface="Kalam"/>
                <a:sym typeface="Kalam"/>
              </a:rPr>
              <a:t>profit </a:t>
            </a:r>
            <a:r>
              <a:rPr lang="en-GB" sz="2000">
                <a:latin typeface="Kalam"/>
                <a:ea typeface="Kalam"/>
                <a:cs typeface="Kalam"/>
                <a:sym typeface="Kalam"/>
              </a:rPr>
              <a:t>per unit: </a:t>
            </a:r>
            <a:r>
              <a:rPr lang="en-GB">
                <a:latin typeface="Times New Roman"/>
                <a:ea typeface="Times New Roman"/>
                <a:cs typeface="Times New Roman"/>
                <a:sym typeface="Times New Roman"/>
              </a:rPr>
              <a:t>£528 − £480 = £48</a:t>
            </a:r>
            <a:endParaRPr>
              <a:latin typeface="Times New Roman"/>
              <a:ea typeface="Times New Roman"/>
              <a:cs typeface="Times New Roman"/>
              <a:sym typeface="Times New Roman"/>
            </a:endParaRPr>
          </a:p>
        </p:txBody>
      </p:sp>
      <p:sp>
        <p:nvSpPr>
          <p:cNvPr id="1635" name="Google Shape;1635;p128"/>
          <p:cNvSpPr txBox="1"/>
          <p:nvPr>
            <p:ph idx="4294967295" type="body"/>
          </p:nvPr>
        </p:nvSpPr>
        <p:spPr>
          <a:xfrm>
            <a:off x="324000" y="3292576"/>
            <a:ext cx="3415200" cy="3096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latin typeface="Times New Roman"/>
                <a:ea typeface="Times New Roman"/>
                <a:cs typeface="Times New Roman"/>
                <a:sym typeface="Times New Roman"/>
              </a:rPr>
              <a:t>£144 000 ÷ £48 = 3000</a:t>
            </a:r>
            <a:r>
              <a:rPr lang="en-GB">
                <a:latin typeface="Kalam"/>
                <a:ea typeface="Kalam"/>
                <a:cs typeface="Kalam"/>
                <a:sym typeface="Kalam"/>
              </a:rPr>
              <a:t> </a:t>
            </a:r>
            <a:r>
              <a:rPr lang="en-GB" sz="2000">
                <a:latin typeface="Kalam"/>
                <a:ea typeface="Kalam"/>
                <a:cs typeface="Kalam"/>
                <a:sym typeface="Kalam"/>
              </a:rPr>
              <a:t>units</a:t>
            </a:r>
            <a:endParaRPr>
              <a:latin typeface="Kalam"/>
              <a:ea typeface="Kalam"/>
              <a:cs typeface="Kalam"/>
              <a:sym typeface="Kalam"/>
            </a:endParaRPr>
          </a:p>
        </p:txBody>
      </p:sp>
      <p:sp>
        <p:nvSpPr>
          <p:cNvPr id="1636" name="Google Shape;1636;p128"/>
          <p:cNvSpPr txBox="1"/>
          <p:nvPr>
            <p:ph idx="4294967295" type="body"/>
          </p:nvPr>
        </p:nvSpPr>
        <p:spPr>
          <a:xfrm>
            <a:off x="324000" y="3688875"/>
            <a:ext cx="3045600" cy="3096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latin typeface="Times New Roman"/>
                <a:ea typeface="Times New Roman"/>
                <a:cs typeface="Times New Roman"/>
                <a:sym typeface="Times New Roman"/>
              </a:rPr>
              <a:t>3000 </a:t>
            </a:r>
            <a:r>
              <a:rPr lang="en-GB">
                <a:latin typeface="Times New Roman"/>
                <a:ea typeface="Times New Roman"/>
                <a:cs typeface="Times New Roman"/>
                <a:sym typeface="Times New Roman"/>
              </a:rPr>
              <a:t>÷ 1200 = 2.5 = 250%</a:t>
            </a:r>
            <a:endParaRPr>
              <a:latin typeface="Times New Roman"/>
              <a:ea typeface="Times New Roman"/>
              <a:cs typeface="Times New Roman"/>
              <a:sym typeface="Times New Roman"/>
            </a:endParaRPr>
          </a:p>
        </p:txBody>
      </p:sp>
      <p:sp>
        <p:nvSpPr>
          <p:cNvPr id="1637" name="Google Shape;1637;p128"/>
          <p:cNvSpPr txBox="1"/>
          <p:nvPr>
            <p:ph idx="4294967295" type="body"/>
          </p:nvPr>
        </p:nvSpPr>
        <p:spPr>
          <a:xfrm>
            <a:off x="4082700" y="3567099"/>
            <a:ext cx="4737300" cy="3096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sz="2000">
                <a:latin typeface="Kalam"/>
                <a:ea typeface="Kalam"/>
                <a:cs typeface="Kalam"/>
                <a:sym typeface="Kalam"/>
              </a:rPr>
              <a:t>They would need to see a 150% increase in sales to achieve the same </a:t>
            </a:r>
            <a:r>
              <a:rPr b="1" lang="en-GB" sz="2000">
                <a:latin typeface="Kalam"/>
                <a:ea typeface="Kalam"/>
                <a:cs typeface="Kalam"/>
                <a:sym typeface="Kalam"/>
              </a:rPr>
              <a:t>profit</a:t>
            </a:r>
            <a:r>
              <a:rPr lang="en-GB" sz="2000">
                <a:latin typeface="Kalam"/>
                <a:ea typeface="Kalam"/>
                <a:cs typeface="Kalam"/>
                <a:sym typeface="Kalam"/>
              </a:rPr>
              <a:t>.</a:t>
            </a:r>
            <a:endParaRPr>
              <a:latin typeface="Kalam"/>
              <a:ea typeface="Kalam"/>
              <a:cs typeface="Kalam"/>
              <a:sym typeface="Kalam"/>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3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3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3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3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3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37"/>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41" name="Shape 1641"/>
        <p:cNvGrpSpPr/>
        <p:nvPr/>
      </p:nvGrpSpPr>
      <p:grpSpPr>
        <a:xfrm>
          <a:off x="0" y="0"/>
          <a:ext cx="0" cy="0"/>
          <a:chOff x="0" y="0"/>
          <a:chExt cx="0" cy="0"/>
        </a:xfrm>
      </p:grpSpPr>
      <p:sp>
        <p:nvSpPr>
          <p:cNvPr id="1642" name="Google Shape;1642;p129"/>
          <p:cNvSpPr txBox="1"/>
          <p:nvPr>
            <p:ph idx="1" type="body"/>
          </p:nvPr>
        </p:nvSpPr>
        <p:spPr>
          <a:xfrm>
            <a:off x="324000" y="1080000"/>
            <a:ext cx="8113800" cy="37404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In marketing we can use data from systems like Google Analytics to identify which types of advertising are most </a:t>
            </a:r>
            <a:r>
              <a:rPr b="1" lang="en-GB"/>
              <a:t>profitable</a:t>
            </a:r>
            <a:r>
              <a:rPr lang="en-GB"/>
              <a:t> to our business.</a:t>
            </a:r>
            <a:endParaRPr/>
          </a:p>
          <a:p>
            <a:pPr indent="0" lvl="0" marL="0" rtl="0" algn="l">
              <a:spcBef>
                <a:spcPts val="1000"/>
              </a:spcBef>
              <a:spcAft>
                <a:spcPts val="0"/>
              </a:spcAft>
              <a:buNone/>
            </a:pPr>
            <a:r>
              <a:t/>
            </a:r>
            <a:endParaRPr/>
          </a:p>
          <a:p>
            <a:pPr indent="0" lvl="0" marL="0" rtl="0" algn="l">
              <a:spcBef>
                <a:spcPts val="1000"/>
              </a:spcBef>
              <a:spcAft>
                <a:spcPts val="1000"/>
              </a:spcAft>
              <a:buClr>
                <a:schemeClr val="dk1"/>
              </a:buClr>
              <a:buSzPts val="1100"/>
              <a:buFont typeface="Arial"/>
              <a:buNone/>
            </a:pPr>
            <a:r>
              <a:rPr lang="en-GB"/>
              <a:t>In sales we know that the sales team will always want to reduce the price to increase their volume of sales but the accountants can do the maths to help understand if that decision would be a </a:t>
            </a:r>
            <a:r>
              <a:rPr b="1" lang="en-GB"/>
              <a:t>profitable</a:t>
            </a:r>
            <a:r>
              <a:rPr lang="en-GB"/>
              <a:t> one.</a:t>
            </a:r>
            <a:endParaRPr/>
          </a:p>
        </p:txBody>
      </p:sp>
      <p:sp>
        <p:nvSpPr>
          <p:cNvPr id="1643" name="Google Shape;1643;p129"/>
          <p:cNvSpPr txBox="1"/>
          <p:nvPr>
            <p:ph type="title"/>
          </p:nvPr>
        </p:nvSpPr>
        <p:spPr>
          <a:xfrm>
            <a:off x="1684800" y="43825"/>
            <a:ext cx="5741400" cy="3828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GB"/>
              <a:t>Sales and marketing</a:t>
            </a:r>
            <a:endParaRPr/>
          </a:p>
        </p:txBody>
      </p:sp>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47" name="Shape 1647"/>
        <p:cNvGrpSpPr/>
        <p:nvPr/>
      </p:nvGrpSpPr>
      <p:grpSpPr>
        <a:xfrm>
          <a:off x="0" y="0"/>
          <a:ext cx="0" cy="0"/>
          <a:chOff x="0" y="0"/>
          <a:chExt cx="0" cy="0"/>
        </a:xfrm>
      </p:grpSpPr>
      <p:sp>
        <p:nvSpPr>
          <p:cNvPr id="1648" name="Google Shape;1648;p130"/>
          <p:cNvSpPr txBox="1"/>
          <p:nvPr>
            <p:ph idx="1" type="subTitle"/>
          </p:nvPr>
        </p:nvSpPr>
        <p:spPr>
          <a:xfrm>
            <a:off x="661775" y="1129425"/>
            <a:ext cx="7351200" cy="23580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 Oak National Academy 2024. </a:t>
            </a:r>
            <a:endParaRPr/>
          </a:p>
          <a:p>
            <a:pPr indent="0" lvl="0" marL="0" rtl="0" algn="l">
              <a:spcBef>
                <a:spcPts val="0"/>
              </a:spcBef>
              <a:spcAft>
                <a:spcPts val="0"/>
              </a:spcAft>
              <a:buNone/>
            </a:pPr>
            <a:r>
              <a:t/>
            </a:r>
            <a:endParaRPr/>
          </a:p>
          <a:p>
            <a:pPr indent="0" lvl="0" marL="0" rtl="0" algn="l">
              <a:spcBef>
                <a:spcPts val="0"/>
              </a:spcBef>
              <a:spcAft>
                <a:spcPts val="0"/>
              </a:spcAft>
              <a:buNone/>
            </a:pPr>
            <a:r>
              <a:rPr lang="en-GB"/>
              <a:t>Produced in partnership with Mathematics in Education and Industry. </a:t>
            </a:r>
            <a:endParaRPr/>
          </a:p>
          <a:p>
            <a:pPr indent="0" lvl="0" marL="0" rtl="0" algn="l">
              <a:spcBef>
                <a:spcPts val="0"/>
              </a:spcBef>
              <a:spcAft>
                <a:spcPts val="0"/>
              </a:spcAft>
              <a:buNone/>
            </a:pPr>
            <a:r>
              <a:t/>
            </a:r>
            <a:endParaRPr/>
          </a:p>
          <a:p>
            <a:pPr indent="0" lvl="0" marL="0" rtl="0" algn="l">
              <a:spcBef>
                <a:spcPts val="0"/>
              </a:spcBef>
              <a:spcAft>
                <a:spcPts val="0"/>
              </a:spcAft>
              <a:buNone/>
            </a:pPr>
            <a:r>
              <a:rPr lang="en-GB"/>
              <a:t>Licensed on the </a:t>
            </a:r>
            <a:r>
              <a:rPr lang="en-GB" u="sng">
                <a:solidFill>
                  <a:schemeClr val="hlink"/>
                </a:solidFill>
                <a:hlinkClick r:id="rId3"/>
              </a:rPr>
              <a:t>Open Government Licence v3.0</a:t>
            </a:r>
            <a:r>
              <a:rPr lang="en-GB"/>
              <a:t>, except where otherwise stated. See </a:t>
            </a:r>
            <a:r>
              <a:rPr lang="en-GB" u="sng">
                <a:solidFill>
                  <a:schemeClr val="accent2"/>
                </a:solidFill>
                <a:hlinkClick r:id="rId4">
                  <a:extLst>
                    <a:ext uri="{A12FA001-AC4F-418D-AE19-62706E023703}">
                      <ahyp:hlinkClr val="tx"/>
                    </a:ext>
                  </a:extLst>
                </a:hlinkClick>
              </a:rPr>
              <a:t>Oak terms and conditions</a:t>
            </a:r>
            <a:r>
              <a:rPr lang="en-GB"/>
              <a:t>.</a:t>
            </a:r>
            <a:endParaRPr/>
          </a:p>
        </p:txBody>
      </p:sp>
      <p:pic>
        <p:nvPicPr>
          <p:cNvPr id="1649" name="Google Shape;1649;p130"/>
          <p:cNvPicPr preferRelativeResize="0"/>
          <p:nvPr/>
        </p:nvPicPr>
        <p:blipFill>
          <a:blip r:embed="rId5">
            <a:alphaModFix/>
          </a:blip>
          <a:stretch>
            <a:fillRect/>
          </a:stretch>
        </p:blipFill>
        <p:spPr>
          <a:xfrm>
            <a:off x="7242100" y="3453600"/>
            <a:ext cx="652800" cy="32640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Oak theme - September 2023">
  <a:themeElements>
    <a:clrScheme name="Simple Light">
      <a:dk1>
        <a:srgbClr val="000000"/>
      </a:dk1>
      <a:lt1>
        <a:srgbClr val="FFFFFF"/>
      </a:lt1>
      <a:dk2>
        <a:srgbClr val="808080"/>
      </a:dk2>
      <a:lt2>
        <a:srgbClr val="F0F0F0"/>
      </a:lt2>
      <a:accent1>
        <a:srgbClr val="BEF2BD"/>
      </a:accent1>
      <a:accent2>
        <a:srgbClr val="374CF1"/>
      </a:accent2>
      <a:accent3>
        <a:srgbClr val="D02AA7"/>
      </a:accent3>
      <a:accent4>
        <a:srgbClr val="845AD9"/>
      </a:accent4>
      <a:accent5>
        <a:srgbClr val="037B7D"/>
      </a:accent5>
      <a:accent6>
        <a:srgbClr val="C63D01"/>
      </a:accent6>
      <a:hlink>
        <a:srgbClr val="374CF1"/>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