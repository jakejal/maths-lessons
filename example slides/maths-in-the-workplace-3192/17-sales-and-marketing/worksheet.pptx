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cf6ed4afd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cf6ed4a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f6ed4afd_0_4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f6ed4af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7998" y="1294025"/>
            <a:ext cx="61497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Maths in marketing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082" y="3368801"/>
            <a:ext cx="6078556" cy="397707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 txBox="1"/>
          <p:nvPr/>
        </p:nvSpPr>
        <p:spPr>
          <a:xfrm>
            <a:off x="6007520" y="7379401"/>
            <a:ext cx="1084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Month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 rot="-5400000">
            <a:off x="-715725" y="4311626"/>
            <a:ext cx="27819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Site visits (000’s)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468000" y="1694100"/>
            <a:ext cx="6624000" cy="27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‘Sam’s Sleepwear’ is now well established in the bedwear marketplace. On three occasions in this year they spent just under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 online advertising campaigns.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were those campaigns?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one was the most effective?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do you know?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67997" y="753684"/>
            <a:ext cx="41007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‘Sam’s Sleepwear’ is now well established in the bedwear marketplace. They spend the below on advertising and generate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extra visitors to their website.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3"/>
          <p:cNvSpPr/>
          <p:nvPr/>
        </p:nvSpPr>
        <p:spPr>
          <a:xfrm rot="10800000">
            <a:off x="4215733" y="798042"/>
            <a:ext cx="2556900" cy="2557200"/>
          </a:xfrm>
          <a:prstGeom prst="pie">
            <a:avLst>
              <a:gd fmla="val 5388155" name="adj1"/>
              <a:gd fmla="val 11574783" name="adj2"/>
            </a:avLst>
          </a:prstGeom>
          <a:solidFill>
            <a:srgbClr val="9999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3"/>
          <p:cNvSpPr/>
          <p:nvPr/>
        </p:nvSpPr>
        <p:spPr>
          <a:xfrm rot="7200202">
            <a:off x="4218984" y="798120"/>
            <a:ext cx="2556940" cy="2556940"/>
          </a:xfrm>
          <a:prstGeom prst="pie">
            <a:avLst>
              <a:gd fmla="val 18447359" name="adj1"/>
              <a:gd fmla="val 379946" name="adj2"/>
            </a:avLst>
          </a:prstGeom>
          <a:solidFill>
            <a:srgbClr val="CCCCCC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3"/>
          <p:cNvSpPr/>
          <p:nvPr/>
        </p:nvSpPr>
        <p:spPr>
          <a:xfrm rot="5400000">
            <a:off x="4218882" y="798336"/>
            <a:ext cx="2557200" cy="2556900"/>
          </a:xfrm>
          <a:prstGeom prst="pie">
            <a:avLst>
              <a:gd fmla="val 2090036" name="adj1"/>
              <a:gd fmla="val 10772712" name="adj2"/>
            </a:avLst>
          </a:prstGeom>
          <a:solidFill>
            <a:srgbClr val="D9D9D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4536309" y="1536918"/>
            <a:ext cx="6663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Google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advert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5524855" y="1269100"/>
            <a:ext cx="930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YouTube advert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3"/>
          <p:cNvSpPr/>
          <p:nvPr/>
        </p:nvSpPr>
        <p:spPr>
          <a:xfrm rot="7200202">
            <a:off x="4219477" y="809200"/>
            <a:ext cx="2556940" cy="2556940"/>
          </a:xfrm>
          <a:prstGeom prst="pie">
            <a:avLst>
              <a:gd fmla="val 15104485" name="adj1"/>
              <a:gd fmla="val 18428904" name="adj2"/>
            </a:avLst>
          </a:prstGeom>
          <a:solidFill>
            <a:srgbClr val="B7B7B7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5050878" y="2592551"/>
            <a:ext cx="728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Direct email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5668895" y="2295110"/>
            <a:ext cx="930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Facebook advert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16%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467997" y="1746454"/>
            <a:ext cx="15966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YouTube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£1100	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Direct email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£350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2343222" y="1746454"/>
            <a:ext cx="13833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Facebook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Google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467997" y="2353147"/>
            <a:ext cx="35952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now make a sale from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visitors and an average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sale.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468000" y="2982000"/>
            <a:ext cx="3831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which form of media is the most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profitable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advise Sam as to where to spend their next advertising budget.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>
            <a:off x="4744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68000" y="1052482"/>
            <a:ext cx="6624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Jun is CEO of a sweet manufacturer that sold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packets of sweets last year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£1.80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packet. Their manufacturing cost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£0.60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unit.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468750" y="720000"/>
            <a:ext cx="62448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Maths in sales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412983" y="1325319"/>
            <a:ext cx="679008" cy="849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468000" y="1629128"/>
            <a:ext cx="53961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Jun’s current revenue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468000" y="4131025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Jun could double his sales by halving his price should he?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468000" y="6903775"/>
            <a:ext cx="66090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If Jun could increase his sales by a third by reducing his price by one third should he?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Sales and marketing</a:t>
            </a:r>
            <a:endParaRPr/>
          </a:p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468000" y="720000"/>
            <a:ext cx="6624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Andeep is a commercial accountant for a guitar manufacturer that sells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 a year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unit and costs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unit to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below are good commercial deals?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68000" y="3139607"/>
            <a:ext cx="539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uplift in sales for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drop in price?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146" y="1533625"/>
            <a:ext cx="699656" cy="90220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468000" y="5030951"/>
            <a:ext cx="539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uplift in sales for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drop in price?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468000" y="6934230"/>
            <a:ext cx="5396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drop in sales for 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5%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increase in price?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468000" y="8879388"/>
            <a:ext cx="66240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If Andeep were to drop his price 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percent uplift in sales would he need to see to maintain his existing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profit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