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AE173E-FFE0-4450-B7EF-10209EDD28F2}">
  <a:tblStyle styleId="{D9AE173E-FFE0-4450-B7EF-10209EDD28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c5647418b_0_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0c5647418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" name="Google Shape;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6" name="Google Shape;96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Operational research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3089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Packing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8000" y="1723800"/>
            <a:ext cx="66240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ferry transports vehicles across a river. The ferry has three lanes that vehicles can use. Each lane is 30 m long.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One morning these vehicles arrive in this order: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2"/>
          <p:cNvGraphicFramePr/>
          <p:nvPr/>
        </p:nvGraphicFramePr>
        <p:xfrm>
          <a:off x="468000" y="258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{D9AE173E-FFE0-4450-B7EF-10209EDD28F2}</a:tableStyleId>
              </a:tblPr>
              <a:tblGrid>
                <a:gridCol w="1106600"/>
                <a:gridCol w="861400"/>
                <a:gridCol w="984000"/>
              </a:tblGrid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Arrival order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Vehicle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 + trailer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lorry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lorry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graphicFrame>
        <p:nvGraphicFramePr>
          <p:cNvPr id="107" name="Google Shape;107;p12"/>
          <p:cNvGraphicFramePr/>
          <p:nvPr/>
        </p:nvGraphicFramePr>
        <p:xfrm>
          <a:off x="4140000" y="2584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{D9AE173E-FFE0-4450-B7EF-10209EDD28F2}</a:tableStyleId>
              </a:tblPr>
              <a:tblGrid>
                <a:gridCol w="1106600"/>
                <a:gridCol w="861400"/>
                <a:gridCol w="984000"/>
              </a:tblGrid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Arrival order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Vehicle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 (m)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lorry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lorry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0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lorry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08" name="Google Shape;108;p12"/>
          <p:cNvSpPr txBox="1"/>
          <p:nvPr/>
        </p:nvSpPr>
        <p:spPr>
          <a:xfrm>
            <a:off x="468000" y="4089350"/>
            <a:ext cx="6624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By loading each vehicle, as it arrives, into the first available lane, will all the vehicles be able to cross?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" name="Google Shape;109;p12"/>
          <p:cNvSpPr txBox="1"/>
          <p:nvPr/>
        </p:nvSpPr>
        <p:spPr>
          <a:xfrm>
            <a:off x="468000" y="6025550"/>
            <a:ext cx="6624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By considering all the vehicles (regardless of when they arrived), can all vehicles be loaded onto the ferry?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468000" y="8074975"/>
            <a:ext cx="66240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Why is your answer to part b not necessarily practical?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Operational research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468000" y="72000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Jacob is backing up his computer. He is copying games onto 32GB USB sticks. The size of each game is listed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Jacob thinks that it is possible to store all the games on five USB sticks. Explain why Jacob might think this and why he is mistaken.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State the smallest number of USB sticks that will be needed and give a possible solution as to which games will be stored on each USB stick.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" name="Google Shape;117;p13"/>
          <p:cNvGraphicFramePr/>
          <p:nvPr/>
        </p:nvGraphicFramePr>
        <p:xfrm>
          <a:off x="468000" y="125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{D9AE173E-FFE0-4450-B7EF-10209EDD28F2}</a:tableStyleId>
              </a:tblPr>
              <a:tblGrid>
                <a:gridCol w="916525"/>
                <a:gridCol w="713425"/>
                <a:gridCol w="713425"/>
                <a:gridCol w="713425"/>
                <a:gridCol w="713425"/>
                <a:gridCol w="713425"/>
                <a:gridCol w="713425"/>
                <a:gridCol w="713425"/>
                <a:gridCol w="713425"/>
              </a:tblGrid>
              <a:tr h="25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Game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0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(GB)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cxnSp>
        <p:nvCxnSpPr>
          <p:cNvPr id="118" name="Google Shape;118;p13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5" name="Google Shape;125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Operational research</a:t>
            </a:r>
            <a:endParaRPr/>
          </a:p>
        </p:txBody>
      </p:sp>
      <p:sp>
        <p:nvSpPr>
          <p:cNvPr id="126" name="Google Shape;126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467998" y="720000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Planning a project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468000" y="1146275"/>
            <a:ext cx="6624000" cy="20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Izzy and Laura are working on a school project. They have broken the project down into a series of tasks. They create a table listing the tasks, how long it will take to complete each task and which tasks have to be completed before a task can be started.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They have 2.5 hours to work on their project.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Create a chart showing who will work on which tasks and when.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Izzy and Laura complete their project in time?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 template chart is provided.)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0" name="Google Shape;130;p14"/>
          <p:cNvGraphicFramePr/>
          <p:nvPr/>
        </p:nvGraphicFramePr>
        <p:xfrm>
          <a:off x="475350" y="321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{D9AE173E-FFE0-4450-B7EF-10209EDD28F2}</a:tableStyleId>
              </a:tblPr>
              <a:tblGrid>
                <a:gridCol w="2205550"/>
                <a:gridCol w="2205550"/>
                <a:gridCol w="2205550"/>
              </a:tblGrid>
              <a:tr h="59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Activity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Duration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Activities which must be completed first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 (research)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mins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 (gather supplies)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mins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 (create templates)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 mins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 (create artwork)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mins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A, 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 (writing)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 mins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A, C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 (checking)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 mins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D, 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7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 (compiling)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 mins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D, 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31" name="Google Shape;13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25" y="6818074"/>
            <a:ext cx="6624001" cy="13547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