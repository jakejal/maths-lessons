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E317AE-AA58-4015-A553-C9EC81874669}">
  <a:tblStyle styleId="{95E317AE-AA58-4015-A553-C9EC818746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Catering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1" y="1296025"/>
            <a:ext cx="6245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Measures in catering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" name="Google Shape;118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2"/>
          <p:cNvSpPr txBox="1"/>
          <p:nvPr/>
        </p:nvSpPr>
        <p:spPr>
          <a:xfrm>
            <a:off x="476400" y="1978500"/>
            <a:ext cx="8237700" cy="1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Convert the following recipes and oven temperatures into UK units of measure.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	Pancake Recipe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1 cup flour  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225 g or 224 g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2 tbsp sugar  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28 g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2 tsp baking powder  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g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1 pinch of salt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1 cup milk      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240 ml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2 tbsp melted butter    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28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1 large egg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628800" y="5483700"/>
            <a:ext cx="42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Scone Recipe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21" name="Google Shape;121;p12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998" y="6299427"/>
            <a:ext cx="99900" cy="31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2" name="Google Shape;122;p12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0000" y="7026201"/>
            <a:ext cx="99900" cy="3182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frac{1}{3}&quot;&gt;&lt;mn&gt;1&lt;/mn&gt;&lt;mfrac&gt;&lt;mn&gt;1&lt;/mn&gt;&lt;mn&gt;3&lt;/mn&gt;&lt;/mfrac&gt;&lt;/math&gt;" id="123" name="Google Shape;123;p12" title="1 and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5901" y="7431125"/>
            <a:ext cx="174022" cy="31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 txBox="1"/>
          <p:nvPr/>
        </p:nvSpPr>
        <p:spPr>
          <a:xfrm>
            <a:off x="1314600" y="5940900"/>
            <a:ext cx="4228800" cy="31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cups flour   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675 g or 672 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cup caster sugar   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56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tsp baking powder	   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cup softened butter   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112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cup milk   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320 ml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Oven temperature  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200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	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30" name="Google Shape;130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Catering</a:t>
            </a:r>
            <a:endParaRPr/>
          </a:p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468000" y="520568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Percentages in catering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468000" y="1027250"/>
            <a:ext cx="66240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purchase mass in order to have 1 kg of each food listed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(Give your answers to the nearest gram)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5" name="Google Shape;135;p13"/>
          <p:cNvGraphicFramePr/>
          <p:nvPr/>
        </p:nvGraphicFramePr>
        <p:xfrm>
          <a:off x="468000" y="16721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{95E317AE-AA58-4015-A553-C9EC81874669}</a:tableStyleId>
              </a:tblPr>
              <a:tblGrid>
                <a:gridCol w="1429300"/>
                <a:gridCol w="1824100"/>
                <a:gridCol w="1629275"/>
                <a:gridCol w="1741325"/>
              </a:tblGrid>
              <a:tr h="29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Food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yield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 to purchase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Beef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 ÷ 0.8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1.250 kg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Cauliflower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 ÷ 0.55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1.819 kg*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Leeks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 ÷ 0.75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1.334 kg*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Parsnips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 ÷ 0.85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1.177 kg*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Whole salmon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 ÷ 0.7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1.429 kg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13"/>
          <p:cNvSpPr txBox="1"/>
          <p:nvPr/>
        </p:nvSpPr>
        <p:spPr>
          <a:xfrm>
            <a:off x="468000" y="5489900"/>
            <a:ext cx="3312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mass (to the nearest gram) for each vegetable that the restaurant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needs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buy to ensure they can make 50 servings of soup.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7" name="Google Shape;137;p13"/>
          <p:cNvGraphicFramePr/>
          <p:nvPr/>
        </p:nvGraphicFramePr>
        <p:xfrm>
          <a:off x="791700" y="36536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{95E317AE-AA58-4015-A553-C9EC81874669}</a:tableStyleId>
              </a:tblPr>
              <a:tblGrid>
                <a:gridCol w="809800"/>
                <a:gridCol w="713800"/>
                <a:gridCol w="713800"/>
              </a:tblGrid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Food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 yield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per kg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Cabbage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Carrots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 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Celery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Onions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Potatoes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81 %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18000" marR="18000" marL="54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13"/>
          <p:cNvSpPr/>
          <p:nvPr/>
        </p:nvSpPr>
        <p:spPr>
          <a:xfrm>
            <a:off x="4045800" y="5515950"/>
            <a:ext cx="3046200" cy="164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54000" spcFirstLastPara="1" rIns="18000" wrap="square" tIns="9000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Vegetables for Soup (50 servings)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5.6 kg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chopped onions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3.5 kg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chopped carrots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4.5 kg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chopped celery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6.2 kg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potatoes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12.7 kg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cabbage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468000" y="3653675"/>
            <a:ext cx="2313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468000" y="7257800"/>
            <a:ext cx="6624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Assuming the cost is proportional to the mass, what is the cost to buy the necessary vegetables? (Round up to the nearest penny.)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cost = £67.11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3780000" y="3653675"/>
            <a:ext cx="3312000" cy="164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54000" spcFirstLastPara="1" rIns="18000" wrap="square" tIns="9000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Vegetables for Soup (5 servings)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560 g chopped onions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350 g chopped carrots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450 g chopped celery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620 g potatoes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1.27 kg cabbage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468000" y="8212250"/>
            <a:ext cx="64227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much do you think the restaurant should charge for a bowl of soup?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cost = £67.11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 per portion = £1.35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468025" y="8991950"/>
            <a:ext cx="6624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However, this does not take into account the other ingredients, staff &amp; energy costs or the amount of profit you wish to make.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