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63648A-6540-4D49-A4B2-A16CE694BD4B}">
  <a:tblStyle styleId="{2163648A-6540-4D49-A4B2-A16CE694BD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Catering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468001" y="1296025"/>
            <a:ext cx="6245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Measures in catering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468000" y="1857108"/>
            <a:ext cx="6422700" cy="9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Convert the following recipes and oven temperatures into UK units of measure.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Pancake Recipe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468003" y="4975250"/>
            <a:ext cx="4893600" cy="9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Scone Recipe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107" name="Google Shape;107;p12" title="one four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3712" y="5640772"/>
            <a:ext cx="104397" cy="3326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08" name="Google Shape;108;p12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3717" y="6239822"/>
            <a:ext cx="104397" cy="3326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frac{1}{3}&quot;&gt;&lt;mn&gt;1&lt;/mn&gt;&lt;mfrac&gt;&lt;mn&gt;1&lt;/mn&gt;&lt;mn&gt;3&lt;/mn&gt;&lt;/mfrac&gt;&lt;/math&gt;" id="109" name="Google Shape;109;p12" title="1 and 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5413" y="6665304"/>
            <a:ext cx="181855" cy="3326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12"/>
          <p:cNvCxnSpPr/>
          <p:nvPr/>
        </p:nvCxnSpPr>
        <p:spPr>
          <a:xfrm>
            <a:off x="4747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" name="Google Shape;111;p12"/>
          <p:cNvSpPr txBox="1"/>
          <p:nvPr/>
        </p:nvSpPr>
        <p:spPr>
          <a:xfrm>
            <a:off x="925200" y="2466708"/>
            <a:ext cx="6422700" cy="9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cup flour			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tbsp sugar	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tsp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baking powder 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pinch of salt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cup milk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tbsp melted butter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large egg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" name="Google Shape;112;p12"/>
          <p:cNvSpPr txBox="1"/>
          <p:nvPr/>
        </p:nvSpPr>
        <p:spPr>
          <a:xfrm>
            <a:off x="1153803" y="5356250"/>
            <a:ext cx="4893600" cy="9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cups flour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cup caster sugar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tsp baking powder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cup softened butter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cup milk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Oven temperature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392 ℉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Catering</a:t>
            </a:r>
            <a:endParaRPr/>
          </a:p>
        </p:txBody>
      </p:sp>
      <p:sp>
        <p:nvSpPr>
          <p:cNvPr id="119" name="Google Shape;119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</a:t>
            </a:r>
            <a:r>
              <a:rPr lang="en-GB"/>
              <a:t> in Education and Industry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" name="Google Shape;121;p13"/>
          <p:cNvSpPr txBox="1"/>
          <p:nvPr/>
        </p:nvSpPr>
        <p:spPr>
          <a:xfrm>
            <a:off x="468000" y="520568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B: Percentages in catering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" name="Google Shape;122;p13"/>
          <p:cNvSpPr txBox="1"/>
          <p:nvPr/>
        </p:nvSpPr>
        <p:spPr>
          <a:xfrm>
            <a:off x="468000" y="1027250"/>
            <a:ext cx="6624000" cy="7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Calculate the purchase mass in order to have 1 kg of each food listed in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(Give your answers to the nearest gram)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3" name="Google Shape;123;p13"/>
          <p:cNvGraphicFramePr/>
          <p:nvPr/>
        </p:nvGraphicFramePr>
        <p:xfrm>
          <a:off x="468000" y="16721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{2163648A-6540-4D49-A4B2-A16CE694BD4B}</a:tableStyleId>
              </a:tblPr>
              <a:tblGrid>
                <a:gridCol w="1429300"/>
                <a:gridCol w="1824100"/>
                <a:gridCol w="1629275"/>
                <a:gridCol w="1741325"/>
              </a:tblGrid>
              <a:tr h="29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Food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Percentage yield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Mass to purchase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Beef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80 %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Cauliflower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55 %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Leeks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75 %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Parsnips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85 %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Whole salmon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70 %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4" name="Google Shape;124;p13"/>
          <p:cNvSpPr txBox="1"/>
          <p:nvPr/>
        </p:nvSpPr>
        <p:spPr>
          <a:xfrm>
            <a:off x="468000" y="5489900"/>
            <a:ext cx="66240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Calculate the mass (to the nearest gram) for each vegetable that the restaurant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needs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buy to ensure they can make 50 servings of soup.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5" name="Google Shape;125;p13"/>
          <p:cNvGraphicFramePr/>
          <p:nvPr/>
        </p:nvGraphicFramePr>
        <p:xfrm>
          <a:off x="791700" y="36536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{2163648A-6540-4D49-A4B2-A16CE694BD4B}</a:tableStyleId>
              </a:tblPr>
              <a:tblGrid>
                <a:gridCol w="809800"/>
                <a:gridCol w="713800"/>
                <a:gridCol w="713800"/>
              </a:tblGrid>
              <a:tr h="3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Food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 yield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per kg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Cabbage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79 %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£1.50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Carrots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97 %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 p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Celery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75 %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£3.60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Onions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89 %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£1.07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Potatoes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81 %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£1.55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" name="Google Shape;126;p13"/>
          <p:cNvSpPr txBox="1"/>
          <p:nvPr/>
        </p:nvSpPr>
        <p:spPr>
          <a:xfrm>
            <a:off x="468000" y="3653675"/>
            <a:ext cx="2313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468000" y="7257800"/>
            <a:ext cx="66240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Assuming the cost is proportional to the mass, what is the cost to buy the necessary vegetables? (Round up to the nearest penny.)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" name="Google Shape;128;p13"/>
          <p:cNvSpPr/>
          <p:nvPr/>
        </p:nvSpPr>
        <p:spPr>
          <a:xfrm>
            <a:off x="3780000" y="3653675"/>
            <a:ext cx="3312000" cy="1645200"/>
          </a:xfrm>
          <a:prstGeom prst="rect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54000" spcFirstLastPara="1" rIns="18000" wrap="square" tIns="9000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Vegetables for Soup (5 servings)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560 g chopped onions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350 g chopped carrots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450 g chopped celery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620 g potatoes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1.27 kg cabbage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468000" y="8212250"/>
            <a:ext cx="6422700" cy="7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How much do you think the restaurant should charge for a bowl of soup?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