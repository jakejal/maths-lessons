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bbd6b9e2d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bbd6b9e2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7998" y="1294025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The golden ratio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54650"/>
            <a:ext cx="66240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Design a logo for a company using the golden ratio template.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paragraph detailing why your logo represents the company well.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example, if you chose a restaurant chain and you designed a burger then this logo is in keeping with what the restaurant chain stands for.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2939525"/>
            <a:ext cx="662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Template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" name="Google Shape;164;p20"/>
          <p:cNvGrpSpPr/>
          <p:nvPr/>
        </p:nvGrpSpPr>
        <p:grpSpPr>
          <a:xfrm rot="-5400000">
            <a:off x="2288070" y="2387790"/>
            <a:ext cx="2983805" cy="4808710"/>
            <a:chOff x="2260320" y="-109985"/>
            <a:chExt cx="2983805" cy="4808710"/>
          </a:xfrm>
        </p:grpSpPr>
        <p:sp>
          <p:nvSpPr>
            <p:cNvPr id="165" name="Google Shape;165;p20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2" name="Google Shape;172;p20"/>
          <p:cNvCxnSpPr/>
          <p:nvPr/>
        </p:nvCxnSpPr>
        <p:spPr>
          <a:xfrm>
            <a:off x="47710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468000" y="1075175"/>
            <a:ext cx="6624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Create a design using basic shapes. Your design should have rotational symmetry.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Create a second version of your design that does not have rotational symmetry.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720000"/>
            <a:ext cx="66240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Rotational symmetry in art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468000" y="720000"/>
            <a:ext cx="66240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Show your two designs to your classmates/friends/family.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Ask them ‘Which image appeals more to you?’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Record the results.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468000" y="3042000"/>
            <a:ext cx="64227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Create a chart to display your results. Which image is more popular? Why do you think this is?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