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6E4024-C0BD-4E8D-BA05-275C927ABD65}">
  <a:tblStyle styleId="{416E4024-C0BD-4E8D-BA05-275C927ABD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bbac5fb04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bbac5f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7998" y="12940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golden ratio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54650"/>
            <a:ext cx="66240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Design a logo for a company using the golden ratio template.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paragraph detailing why your logo represents the company well.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example, if you chose a restaurant chain and you designed a burger then this logo is in keeping with what the restaurant chain stands for.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939525"/>
            <a:ext cx="66240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Using the template, I placed circles in each smaller section.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 rot="-5400000">
            <a:off x="2288070" y="2387790"/>
            <a:ext cx="2983805" cy="4808710"/>
            <a:chOff x="2260320" y="-109985"/>
            <a:chExt cx="2983805" cy="4808710"/>
          </a:xfrm>
        </p:grpSpPr>
        <p:sp>
          <p:nvSpPr>
            <p:cNvPr id="177" name="Google Shape;177;p20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20"/>
          <p:cNvSpPr/>
          <p:nvPr/>
        </p:nvSpPr>
        <p:spPr>
          <a:xfrm>
            <a:off x="4360200" y="4459600"/>
            <a:ext cx="1824000" cy="18240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063575" y="3316600"/>
            <a:ext cx="1120800" cy="11208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361850" y="3316600"/>
            <a:ext cx="662700" cy="6627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351099" y="4002925"/>
            <a:ext cx="449700" cy="4497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808300" y="3987001"/>
            <a:ext cx="231000" cy="2310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08300" y="4215601"/>
            <a:ext cx="231000" cy="231000"/>
          </a:xfrm>
          <a:prstGeom prst="ellipse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1771050" y="4764400"/>
            <a:ext cx="2262900" cy="662700"/>
            <a:chOff x="2481875" y="2876550"/>
            <a:chExt cx="2262900" cy="662700"/>
          </a:xfrm>
        </p:grpSpPr>
        <p:sp>
          <p:nvSpPr>
            <p:cNvPr id="191" name="Google Shape;191;p20"/>
            <p:cNvSpPr/>
            <p:nvPr/>
          </p:nvSpPr>
          <p:spPr>
            <a:xfrm>
              <a:off x="2481875" y="2876550"/>
              <a:ext cx="662700" cy="662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082075" y="2876550"/>
              <a:ext cx="662700" cy="662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" name="Google Shape;193;p20"/>
          <p:cNvSpPr/>
          <p:nvPr/>
        </p:nvSpPr>
        <p:spPr>
          <a:xfrm>
            <a:off x="1998000" y="4459600"/>
            <a:ext cx="1824000" cy="18240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2065099" y="5831725"/>
            <a:ext cx="1668900" cy="449700"/>
            <a:chOff x="2775924" y="3943875"/>
            <a:chExt cx="1668900" cy="449700"/>
          </a:xfrm>
        </p:grpSpPr>
        <p:sp>
          <p:nvSpPr>
            <p:cNvPr id="195" name="Google Shape;195;p20"/>
            <p:cNvSpPr/>
            <p:nvPr/>
          </p:nvSpPr>
          <p:spPr>
            <a:xfrm>
              <a:off x="2775924" y="3943875"/>
              <a:ext cx="449700" cy="449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3995124" y="3943875"/>
              <a:ext cx="449700" cy="449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2217499" y="3393325"/>
            <a:ext cx="1364100" cy="449700"/>
            <a:chOff x="2928324" y="1505475"/>
            <a:chExt cx="1364100" cy="449700"/>
          </a:xfrm>
        </p:grpSpPr>
        <p:sp>
          <p:nvSpPr>
            <p:cNvPr id="198" name="Google Shape;198;p20"/>
            <p:cNvSpPr/>
            <p:nvPr/>
          </p:nvSpPr>
          <p:spPr>
            <a:xfrm>
              <a:off x="2928324" y="1505475"/>
              <a:ext cx="449700" cy="449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3842724" y="1505475"/>
              <a:ext cx="449700" cy="4497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" name="Google Shape;200;p20"/>
          <p:cNvSpPr/>
          <p:nvPr/>
        </p:nvSpPr>
        <p:spPr>
          <a:xfrm>
            <a:off x="2320375" y="3469000"/>
            <a:ext cx="1120800" cy="11208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2514800" y="3676675"/>
            <a:ext cx="769500" cy="759825"/>
            <a:chOff x="939625" y="1788825"/>
            <a:chExt cx="769500" cy="759825"/>
          </a:xfrm>
        </p:grpSpPr>
        <p:sp>
          <p:nvSpPr>
            <p:cNvPr id="202" name="Google Shape;202;p20"/>
            <p:cNvSpPr/>
            <p:nvPr/>
          </p:nvSpPr>
          <p:spPr>
            <a:xfrm>
              <a:off x="957875" y="1885950"/>
              <a:ext cx="662700" cy="6627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939625" y="1788825"/>
              <a:ext cx="769500" cy="551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2598500" y="3758401"/>
            <a:ext cx="535800" cy="231000"/>
            <a:chOff x="3309325" y="1870551"/>
            <a:chExt cx="535800" cy="231000"/>
          </a:xfrm>
        </p:grpSpPr>
        <p:sp>
          <p:nvSpPr>
            <p:cNvPr id="205" name="Google Shape;205;p20"/>
            <p:cNvSpPr/>
            <p:nvPr/>
          </p:nvSpPr>
          <p:spPr>
            <a:xfrm>
              <a:off x="3309325" y="1870551"/>
              <a:ext cx="231000" cy="231000"/>
            </a:xfrm>
            <a:prstGeom prst="ellipse">
              <a:avLst/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3614125" y="1870551"/>
              <a:ext cx="231000" cy="231000"/>
            </a:xfrm>
            <a:prstGeom prst="ellipse">
              <a:avLst/>
            </a:prstGeom>
            <a:solidFill>
              <a:srgbClr val="00000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" name="Google Shape;207;p20"/>
          <p:cNvSpPr txBox="1"/>
          <p:nvPr/>
        </p:nvSpPr>
        <p:spPr>
          <a:xfrm>
            <a:off x="472750" y="6763900"/>
            <a:ext cx="6619200" cy="2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have designed a logo for a company that sells products aimed at toddlers.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teddy is made from circles which means the teddy has a soft ‘round’ appearance. It looks cuddly and safe for children.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47710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075175"/>
            <a:ext cx="6624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Create a design using basic shapes. Your design should have rotational symmetry.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Create a second version of your design that does not have rotational symmetry.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720000"/>
            <a:ext cx="66240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Rotational symmetry in art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50" y="1777175"/>
            <a:ext cx="6624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Design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 rot="2700000">
            <a:off x="2364770" y="2390961"/>
            <a:ext cx="2837836" cy="2834149"/>
            <a:chOff x="1523450" y="1373150"/>
            <a:chExt cx="2837863" cy="2834176"/>
          </a:xfrm>
        </p:grpSpPr>
        <p:sp>
          <p:nvSpPr>
            <p:cNvPr id="218" name="Google Shape;218;p21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/>
            <p:nvPr/>
          </p:nvSpPr>
          <p:spPr>
            <a:xfrm flipH="1" rot="10800000">
              <a:off x="2232350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 flipH="1" rot="10800000">
              <a:off x="3652413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 flipH="1" rot="10800000">
              <a:off x="2231568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1"/>
          <p:cNvGrpSpPr/>
          <p:nvPr/>
        </p:nvGrpSpPr>
        <p:grpSpPr>
          <a:xfrm rot="2700000">
            <a:off x="2291533" y="6758770"/>
            <a:ext cx="3337925" cy="2834149"/>
            <a:chOff x="1523450" y="1373150"/>
            <a:chExt cx="3337957" cy="2834176"/>
          </a:xfrm>
        </p:grpSpPr>
        <p:sp>
          <p:nvSpPr>
            <p:cNvPr id="237" name="Google Shape;237;p21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 flipH="1" rot="10800000">
              <a:off x="2232348" y="2432391"/>
              <a:ext cx="1066500" cy="10665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 flipH="1" rot="10800000">
              <a:off x="3652407" y="2788370"/>
              <a:ext cx="1209000" cy="12090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13486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flipH="1" rot="10800000">
              <a:off x="1764595" y="1534799"/>
              <a:ext cx="1337400" cy="708900"/>
            </a:xfrm>
            <a:prstGeom prst="triangle">
              <a:avLst>
                <a:gd fmla="val 50000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5" name="Google Shape;255;p21"/>
          <p:cNvSpPr txBox="1"/>
          <p:nvPr/>
        </p:nvSpPr>
        <p:spPr>
          <a:xfrm>
            <a:off x="468000" y="5719700"/>
            <a:ext cx="6624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Design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468000" y="720000"/>
            <a:ext cx="66240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Show your two designs to your classmates/friends/family.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Ask them ‘Which image appeals more to you?’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Record the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6" name="Google Shape;266;p22"/>
          <p:cNvGraphicFramePr/>
          <p:nvPr/>
        </p:nvGraphicFramePr>
        <p:xfrm>
          <a:off x="471967" y="16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{416E4024-C0BD-4E8D-BA05-275C927ABD65}</a:tableStyleId>
              </a:tblPr>
              <a:tblGrid>
                <a:gridCol w="3312000"/>
                <a:gridCol w="331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Design 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Design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67" name="Google Shape;267;p22"/>
          <p:cNvGrpSpPr/>
          <p:nvPr/>
        </p:nvGrpSpPr>
        <p:grpSpPr>
          <a:xfrm>
            <a:off x="1415858" y="2041357"/>
            <a:ext cx="4282509" cy="301825"/>
            <a:chOff x="2201191" y="2782925"/>
            <a:chExt cx="4282509" cy="301825"/>
          </a:xfrm>
        </p:grpSpPr>
        <p:cxnSp>
          <p:nvCxnSpPr>
            <p:cNvPr id="268" name="Google Shape;268;p22"/>
            <p:cNvCxnSpPr/>
            <p:nvPr/>
          </p:nvCxnSpPr>
          <p:spPr>
            <a:xfrm>
              <a:off x="2292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22"/>
            <p:cNvCxnSpPr/>
            <p:nvPr/>
          </p:nvCxnSpPr>
          <p:spPr>
            <a:xfrm>
              <a:off x="2368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22"/>
            <p:cNvCxnSpPr/>
            <p:nvPr/>
          </p:nvCxnSpPr>
          <p:spPr>
            <a:xfrm>
              <a:off x="2445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22"/>
            <p:cNvCxnSpPr/>
            <p:nvPr/>
          </p:nvCxnSpPr>
          <p:spPr>
            <a:xfrm>
              <a:off x="2521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22"/>
            <p:cNvCxnSpPr/>
            <p:nvPr/>
          </p:nvCxnSpPr>
          <p:spPr>
            <a:xfrm>
              <a:off x="2826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22"/>
            <p:cNvCxnSpPr/>
            <p:nvPr/>
          </p:nvCxnSpPr>
          <p:spPr>
            <a:xfrm>
              <a:off x="2902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22"/>
            <p:cNvCxnSpPr/>
            <p:nvPr/>
          </p:nvCxnSpPr>
          <p:spPr>
            <a:xfrm>
              <a:off x="2978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22"/>
            <p:cNvCxnSpPr/>
            <p:nvPr/>
          </p:nvCxnSpPr>
          <p:spPr>
            <a:xfrm>
              <a:off x="3054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22"/>
            <p:cNvCxnSpPr/>
            <p:nvPr/>
          </p:nvCxnSpPr>
          <p:spPr>
            <a:xfrm>
              <a:off x="3359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22"/>
            <p:cNvCxnSpPr/>
            <p:nvPr/>
          </p:nvCxnSpPr>
          <p:spPr>
            <a:xfrm>
              <a:off x="3435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2"/>
            <p:cNvCxnSpPr/>
            <p:nvPr/>
          </p:nvCxnSpPr>
          <p:spPr>
            <a:xfrm>
              <a:off x="3511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22"/>
            <p:cNvCxnSpPr/>
            <p:nvPr/>
          </p:nvCxnSpPr>
          <p:spPr>
            <a:xfrm>
              <a:off x="3588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22"/>
            <p:cNvCxnSpPr/>
            <p:nvPr/>
          </p:nvCxnSpPr>
          <p:spPr>
            <a:xfrm>
              <a:off x="5950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22"/>
            <p:cNvCxnSpPr/>
            <p:nvPr/>
          </p:nvCxnSpPr>
          <p:spPr>
            <a:xfrm>
              <a:off x="6026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22"/>
            <p:cNvCxnSpPr/>
            <p:nvPr/>
          </p:nvCxnSpPr>
          <p:spPr>
            <a:xfrm>
              <a:off x="6102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p22"/>
            <p:cNvCxnSpPr/>
            <p:nvPr/>
          </p:nvCxnSpPr>
          <p:spPr>
            <a:xfrm>
              <a:off x="6178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22"/>
            <p:cNvCxnSpPr/>
            <p:nvPr/>
          </p:nvCxnSpPr>
          <p:spPr>
            <a:xfrm>
              <a:off x="6483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22"/>
            <p:cNvCxnSpPr/>
            <p:nvPr/>
          </p:nvCxnSpPr>
          <p:spPr>
            <a:xfrm flipH="1">
              <a:off x="22011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22"/>
            <p:cNvCxnSpPr/>
            <p:nvPr/>
          </p:nvCxnSpPr>
          <p:spPr>
            <a:xfrm flipH="1">
              <a:off x="27345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22"/>
            <p:cNvCxnSpPr/>
            <p:nvPr/>
          </p:nvCxnSpPr>
          <p:spPr>
            <a:xfrm flipH="1">
              <a:off x="58587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8" name="Google Shape;288;p22"/>
          <p:cNvSpPr txBox="1"/>
          <p:nvPr/>
        </p:nvSpPr>
        <p:spPr>
          <a:xfrm>
            <a:off x="468000" y="3042000"/>
            <a:ext cx="64227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Create a chart to display your results. Which image is more popular? Why do you think this is?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9-09-2024/17d6f91f-c993-4113-b796-219e663b3ec1&quot; data-equatio-type=&quot;desmos&quot;&gt;&lt;mglyph src=&quot;https://equatio-api.texthelp.com/desmos/get/09-09-2024/17d6f91f-c993-4113-b796-219e663b3ec1&quot; alt=&quot;Equatio Desmos Graph&quot;/&gt;&lt;/math&gt;" id="289" name="Google Shape;289;p22" title="Equatio Desmos Graph"/>
          <p:cNvPicPr preferRelativeResize="0"/>
          <p:nvPr/>
        </p:nvPicPr>
        <p:blipFill rotWithShape="1">
          <a:blip r:embed="rId3">
            <a:alphaModFix/>
          </a:blip>
          <a:srcRect b="0" l="0" r="40323" t="0"/>
          <a:stretch/>
        </p:blipFill>
        <p:spPr>
          <a:xfrm>
            <a:off x="471969" y="3728578"/>
            <a:ext cx="3668026" cy="46099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4140001" y="3728575"/>
            <a:ext cx="29520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Design 1 is more popular. I think this is because the first design made a repeating pattern and this is more appealing than the jumbled mess of the second design.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