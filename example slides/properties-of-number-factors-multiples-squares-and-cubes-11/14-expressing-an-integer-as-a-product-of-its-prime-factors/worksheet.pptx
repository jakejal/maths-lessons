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3"/>
    <p:sldMasterId id="2147483666" r:id="rId4"/>
  </p:sldMasterIdLst>
  <p:notesMasterIdLst>
    <p:notesMasterId r:id="rId5"/>
  </p:notesMasterIdLst>
  <p:sldIdLst>
    <p:sldId id="256" r:id="rId6"/>
    <p:sldId id="257" r:id="rId7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27996905f60_0_125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27996905f60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27996905f60_0_13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27996905f60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2" name="Google Shape;32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0" name="Google Shape;14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1" name="Google Shape;14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2" name="Google Shape;142;p18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3" name="Google Shape;143;p18"/>
          <p:cNvSpPr txBox="1"/>
          <p:nvPr>
            <p:ph idx="2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7" name="Google Shape;14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8" name="Google Shape;14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0" name="Google Shape;150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1" name="Google Shape;15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" name="Google Shape;15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5" name="Google Shape;15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6" name="Google Shape;156;p19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Expressing an integer as a product of its prime factors</a:t>
            </a:r>
            <a:endParaRPr/>
          </a:p>
        </p:txBody>
      </p:sp>
      <p:sp>
        <p:nvSpPr>
          <p:cNvPr id="162" name="Google Shape;162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63" name="Google Shape;163;p20"/>
          <p:cNvSpPr txBox="1"/>
          <p:nvPr/>
        </p:nvSpPr>
        <p:spPr>
          <a:xfrm>
            <a:off x="468002" y="1603850"/>
            <a:ext cx="6624000" cy="2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Draw arrays to prove that the following are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composite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numbers.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20"/>
          <p:cNvSpPr txBox="1"/>
          <p:nvPr/>
        </p:nvSpPr>
        <p:spPr>
          <a:xfrm>
            <a:off x="468002" y="1841101"/>
            <a:ext cx="627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Lexend"/>
              <a:buAutoNum type="alphaLcParenR"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18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" name="Google Shape;165;p20"/>
          <p:cNvSpPr txBox="1"/>
          <p:nvPr/>
        </p:nvSpPr>
        <p:spPr>
          <a:xfrm>
            <a:off x="2310579" y="1841101"/>
            <a:ext cx="572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     32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" name="Google Shape;166;p20"/>
          <p:cNvSpPr txBox="1"/>
          <p:nvPr/>
        </p:nvSpPr>
        <p:spPr>
          <a:xfrm>
            <a:off x="4257238" y="1841101"/>
            <a:ext cx="572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     25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20"/>
          <p:cNvSpPr txBox="1"/>
          <p:nvPr/>
        </p:nvSpPr>
        <p:spPr>
          <a:xfrm>
            <a:off x="5942954" y="1841101"/>
            <a:ext cx="572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d)     51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" name="Google Shape;168;p20"/>
          <p:cNvSpPr txBox="1"/>
          <p:nvPr/>
        </p:nvSpPr>
        <p:spPr>
          <a:xfrm>
            <a:off x="468000" y="1350025"/>
            <a:ext cx="3657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ask</a:t>
            </a: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A: Composite and prime numbers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9" name="Google Shape;169;p20"/>
          <p:cNvCxnSpPr/>
          <p:nvPr/>
        </p:nvCxnSpPr>
        <p:spPr>
          <a:xfrm>
            <a:off x="480750" y="4796975"/>
            <a:ext cx="6598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0" name="Google Shape;170;p20"/>
          <p:cNvSpPr txBox="1"/>
          <p:nvPr/>
        </p:nvSpPr>
        <p:spPr>
          <a:xfrm>
            <a:off x="468000" y="4880625"/>
            <a:ext cx="3036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ask</a:t>
            </a: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B: Product of prime factors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" name="Google Shape;171;p20"/>
          <p:cNvSpPr txBox="1"/>
          <p:nvPr/>
        </p:nvSpPr>
        <p:spPr>
          <a:xfrm>
            <a:off x="476400" y="5102700"/>
            <a:ext cx="64224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Write the following as a product of their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prime factors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" name="Google Shape;172;p20"/>
          <p:cNvSpPr txBox="1"/>
          <p:nvPr/>
        </p:nvSpPr>
        <p:spPr>
          <a:xfrm>
            <a:off x="476400" y="5582399"/>
            <a:ext cx="1138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Lexend"/>
              <a:buAutoNum type="alphaLcParenR"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78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" name="Google Shape;173;p20"/>
          <p:cNvSpPr txBox="1"/>
          <p:nvPr/>
        </p:nvSpPr>
        <p:spPr>
          <a:xfrm>
            <a:off x="3984823" y="5587356"/>
            <a:ext cx="1069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     165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476400" y="6828056"/>
            <a:ext cx="1069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     525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 txBox="1"/>
          <p:nvPr/>
        </p:nvSpPr>
        <p:spPr>
          <a:xfrm>
            <a:off x="3984823" y="6828056"/>
            <a:ext cx="1069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d)     840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20"/>
          <p:cNvSpPr txBox="1"/>
          <p:nvPr/>
        </p:nvSpPr>
        <p:spPr>
          <a:xfrm>
            <a:off x="1262735" y="8579576"/>
            <a:ext cx="3272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77" name="Google Shape;177;p20"/>
          <p:cNvCxnSpPr/>
          <p:nvPr/>
        </p:nvCxnSpPr>
        <p:spPr>
          <a:xfrm>
            <a:off x="468000" y="9177438"/>
            <a:ext cx="6598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83" name="Google Shape;183;p21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Expressing an integer as a product of its prime factors</a:t>
            </a:r>
            <a:endParaRPr/>
          </a:p>
        </p:txBody>
      </p:sp>
      <p:sp>
        <p:nvSpPr>
          <p:cNvPr id="184" name="Google Shape;184;p21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185" name="Google Shape;185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v2.1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" name="Google Shape;186;p21"/>
          <p:cNvSpPr txBox="1"/>
          <p:nvPr/>
        </p:nvSpPr>
        <p:spPr>
          <a:xfrm>
            <a:off x="463700" y="1083150"/>
            <a:ext cx="64266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Fill in the missing digits.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" name="Google Shape;187;p21"/>
          <p:cNvSpPr txBox="1"/>
          <p:nvPr/>
        </p:nvSpPr>
        <p:spPr>
          <a:xfrm>
            <a:off x="480902" y="1294525"/>
            <a:ext cx="6611100" cy="22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Lexend"/>
              <a:buAutoNum type="alphaLcParenR"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 × 2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 2 × 3 × 3 × 7 × 7 = 2   ×  3   × 7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 × 2 × 5 × 5 × 5 × 11 × 11 = 2   × 5   × 11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 × 13 × 5 × 5 × 3 × 13 × 3 × 5 = 3   × 5   × 13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17 × 2 × 17 × 7 × 7 × 2 × 17 × 7 × 17 = 2   × 7   × 17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 × 2 × 5 × 7 × 7 × 11 × 5 × 7 × 11 = 2 × 5    × 7   × 11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Why is there no box for the 2 in e? 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8" name="Google Shape;188;p21"/>
          <p:cNvSpPr/>
          <p:nvPr/>
        </p:nvSpPr>
        <p:spPr>
          <a:xfrm>
            <a:off x="2813575" y="1332625"/>
            <a:ext cx="115800" cy="101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9" name="Google Shape;189;p21"/>
          <p:cNvSpPr/>
          <p:nvPr/>
        </p:nvSpPr>
        <p:spPr>
          <a:xfrm>
            <a:off x="3197084" y="1332625"/>
            <a:ext cx="115800" cy="101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0" name="Google Shape;190;p21"/>
          <p:cNvSpPr/>
          <p:nvPr/>
        </p:nvSpPr>
        <p:spPr>
          <a:xfrm>
            <a:off x="3551761" y="1332625"/>
            <a:ext cx="115800" cy="101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1" name="Google Shape;191;p21"/>
          <p:cNvSpPr/>
          <p:nvPr/>
        </p:nvSpPr>
        <p:spPr>
          <a:xfrm>
            <a:off x="2969381" y="1702942"/>
            <a:ext cx="115800" cy="101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2" name="Google Shape;192;p21"/>
          <p:cNvSpPr/>
          <p:nvPr/>
        </p:nvSpPr>
        <p:spPr>
          <a:xfrm>
            <a:off x="3311439" y="1702942"/>
            <a:ext cx="115800" cy="101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3" name="Google Shape;193;p21"/>
          <p:cNvSpPr/>
          <p:nvPr/>
        </p:nvSpPr>
        <p:spPr>
          <a:xfrm>
            <a:off x="3721407" y="1702942"/>
            <a:ext cx="115800" cy="101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4" name="Google Shape;194;p21"/>
          <p:cNvSpPr/>
          <p:nvPr/>
        </p:nvSpPr>
        <p:spPr>
          <a:xfrm>
            <a:off x="3208470" y="2031907"/>
            <a:ext cx="115800" cy="101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5" name="Google Shape;195;p21"/>
          <p:cNvSpPr/>
          <p:nvPr/>
        </p:nvSpPr>
        <p:spPr>
          <a:xfrm>
            <a:off x="3559754" y="2031907"/>
            <a:ext cx="115800" cy="101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6" name="Google Shape;196;p21"/>
          <p:cNvSpPr/>
          <p:nvPr/>
        </p:nvSpPr>
        <p:spPr>
          <a:xfrm>
            <a:off x="3983562" y="2031907"/>
            <a:ext cx="115800" cy="101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7" name="Google Shape;197;p21"/>
          <p:cNvSpPr/>
          <p:nvPr/>
        </p:nvSpPr>
        <p:spPr>
          <a:xfrm>
            <a:off x="3605014" y="2433992"/>
            <a:ext cx="115800" cy="101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8" name="Google Shape;198;p21"/>
          <p:cNvSpPr/>
          <p:nvPr/>
        </p:nvSpPr>
        <p:spPr>
          <a:xfrm>
            <a:off x="3956299" y="2433992"/>
            <a:ext cx="115800" cy="101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9" name="Google Shape;199;p21"/>
          <p:cNvSpPr/>
          <p:nvPr/>
        </p:nvSpPr>
        <p:spPr>
          <a:xfrm>
            <a:off x="4362128" y="2433992"/>
            <a:ext cx="115800" cy="101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0" name="Google Shape;200;p21"/>
          <p:cNvSpPr/>
          <p:nvPr/>
        </p:nvSpPr>
        <p:spPr>
          <a:xfrm>
            <a:off x="3707190" y="2785450"/>
            <a:ext cx="115800" cy="101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1" name="Google Shape;201;p21"/>
          <p:cNvSpPr/>
          <p:nvPr/>
        </p:nvSpPr>
        <p:spPr>
          <a:xfrm>
            <a:off x="4117090" y="2785450"/>
            <a:ext cx="115800" cy="101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2" name="Google Shape;202;p21"/>
          <p:cNvSpPr/>
          <p:nvPr/>
        </p:nvSpPr>
        <p:spPr>
          <a:xfrm>
            <a:off x="4474494" y="2785450"/>
            <a:ext cx="115800" cy="101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3" name="Google Shape;203;p21"/>
          <p:cNvSpPr txBox="1"/>
          <p:nvPr/>
        </p:nvSpPr>
        <p:spPr>
          <a:xfrm>
            <a:off x="468000" y="664225"/>
            <a:ext cx="4947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ask</a:t>
            </a: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C: Product of prime factors using index notation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21"/>
          <p:cNvSpPr txBox="1"/>
          <p:nvPr/>
        </p:nvSpPr>
        <p:spPr>
          <a:xfrm>
            <a:off x="468650" y="3654900"/>
            <a:ext cx="6611100" cy="15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 Use 60 = 2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× 3 × 5 to write the following as a product of their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prime factors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120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180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300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600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6000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4200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" name="Google Shape;205;p21"/>
          <p:cNvSpPr txBox="1"/>
          <p:nvPr/>
        </p:nvSpPr>
        <p:spPr>
          <a:xfrm>
            <a:off x="551060" y="5252283"/>
            <a:ext cx="600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g)     30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6" name="Google Shape;206;p21"/>
          <p:cNvCxnSpPr/>
          <p:nvPr/>
        </p:nvCxnSpPr>
        <p:spPr>
          <a:xfrm>
            <a:off x="480750" y="5711375"/>
            <a:ext cx="6598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orksheet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LD THEME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