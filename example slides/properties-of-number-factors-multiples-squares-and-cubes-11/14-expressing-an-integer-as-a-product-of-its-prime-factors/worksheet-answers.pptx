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2" y="1603850"/>
            <a:ext cx="6624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arrays to prove that the following are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composite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2" y="1841101"/>
            <a:ext cx="62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310579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32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257238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942954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51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468000" y="2047414"/>
            <a:ext cx="1020139" cy="1001737"/>
            <a:chOff x="324000" y="1365711"/>
            <a:chExt cx="1268672" cy="1355164"/>
          </a:xfrm>
        </p:grpSpPr>
        <p:sp>
          <p:nvSpPr>
            <p:cNvPr id="179" name="Google Shape;179;p20"/>
            <p:cNvSpPr txBox="1"/>
            <p:nvPr/>
          </p:nvSpPr>
          <p:spPr>
            <a:xfrm>
              <a:off x="324000" y="1365711"/>
              <a:ext cx="6030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e.g.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grpSp>
          <p:nvGrpSpPr>
            <p:cNvPr id="180" name="Google Shape;180;p20"/>
            <p:cNvGrpSpPr/>
            <p:nvPr/>
          </p:nvGrpSpPr>
          <p:grpSpPr>
            <a:xfrm>
              <a:off x="1044250" y="1569893"/>
              <a:ext cx="548422" cy="1150982"/>
              <a:chOff x="1044250" y="1569893"/>
              <a:chExt cx="548422" cy="1150982"/>
            </a:xfrm>
          </p:grpSpPr>
          <p:sp>
            <p:nvSpPr>
              <p:cNvPr id="181" name="Google Shape;181;p20"/>
              <p:cNvSpPr/>
              <p:nvPr/>
            </p:nvSpPr>
            <p:spPr>
              <a:xfrm>
                <a:off x="1044250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1238361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1432472" y="156989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1044250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1238361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1432472" y="1768050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1044250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1238361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1432472" y="1966206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1044250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1238361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432472" y="2164363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1044250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1238361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1432472" y="2362519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1044250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1238361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1432472" y="2560675"/>
                <a:ext cx="160200" cy="160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9" name="Google Shape;199;p20"/>
          <p:cNvGrpSpPr/>
          <p:nvPr/>
        </p:nvGrpSpPr>
        <p:grpSpPr>
          <a:xfrm>
            <a:off x="2149071" y="2040941"/>
            <a:ext cx="1125664" cy="1304938"/>
            <a:chOff x="2414624" y="1356955"/>
            <a:chExt cx="1399905" cy="1765339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2414624" y="1356955"/>
              <a:ext cx="603000" cy="4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e.g.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3071996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3266107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3460218" y="157372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071996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3266107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3460218" y="177188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3071996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3266107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3460218" y="19700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3071996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3266107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3460218" y="21681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3071996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3266107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3460218" y="23663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3071996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3266107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3460218" y="25645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3654329" y="157436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3654329" y="177252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3654329" y="197067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3654329" y="216883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3654329" y="236699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3654329" y="256514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071996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3266107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3460218" y="276329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3071996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3266107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460218" y="296145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3654329" y="276393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3654329" y="296209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4609960" y="2199644"/>
            <a:ext cx="753156" cy="708343"/>
            <a:chOff x="5475050" y="1571650"/>
            <a:chExt cx="936645" cy="958257"/>
          </a:xfrm>
        </p:grpSpPr>
        <p:sp>
          <p:nvSpPr>
            <p:cNvPr id="234" name="Google Shape;234;p20"/>
            <p:cNvSpPr/>
            <p:nvPr/>
          </p:nvSpPr>
          <p:spPr>
            <a:xfrm>
              <a:off x="5475050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5669162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5863273" y="157165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5475050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5669162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5863273" y="176980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5475050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5669162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5863273" y="196796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5475050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5669162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5863273" y="216611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6057384" y="157229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6057384" y="177044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057384" y="196860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6057384" y="216675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5475050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5669162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5863273" y="2364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6057384" y="236555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6251495" y="1576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6251495" y="1774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6251495" y="1972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251495" y="2170913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6251495" y="236970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20"/>
          <p:cNvGrpSpPr/>
          <p:nvPr/>
        </p:nvGrpSpPr>
        <p:grpSpPr>
          <a:xfrm>
            <a:off x="6327949" y="2119223"/>
            <a:ext cx="440996" cy="2456436"/>
            <a:chOff x="7611588" y="1462856"/>
            <a:chExt cx="548435" cy="3323101"/>
          </a:xfrm>
        </p:grpSpPr>
        <p:sp>
          <p:nvSpPr>
            <p:cNvPr id="260" name="Google Shape;260;p20"/>
            <p:cNvSpPr/>
            <p:nvPr/>
          </p:nvSpPr>
          <p:spPr>
            <a:xfrm>
              <a:off x="7611600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7805711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7999822" y="14628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7611600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7805711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7999822" y="16610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7611600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7805711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7999822" y="18591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7611600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7805711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7999822" y="20573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7611600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7805711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7999822" y="22554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7611600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7805711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7999822" y="2453638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7611588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7805699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7999810" y="26442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7611588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7805699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7999810" y="2842356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7611588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7805699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7999810" y="304051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7611588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7805699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7999810" y="3238669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7611588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7805699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7999810" y="3436825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7611588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7805699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7999810" y="3634982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7611588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7805699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7999810" y="3833131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7611588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7805699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7999810" y="403128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7611588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7805699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7999810" y="4229444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7611588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7805699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7999810" y="4427600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7611588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7805699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7999810" y="4625757"/>
              <a:ext cx="160200" cy="160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0"/>
          <p:cNvSpPr txBox="1"/>
          <p:nvPr/>
        </p:nvSpPr>
        <p:spPr>
          <a:xfrm>
            <a:off x="468000" y="1350025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Composite and prime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" name="Google Shape;312;p20"/>
          <p:cNvCxnSpPr/>
          <p:nvPr/>
        </p:nvCxnSpPr>
        <p:spPr>
          <a:xfrm>
            <a:off x="480750" y="47969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0"/>
          <p:cNvSpPr txBox="1"/>
          <p:nvPr/>
        </p:nvSpPr>
        <p:spPr>
          <a:xfrm>
            <a:off x="468000" y="4880625"/>
            <a:ext cx="30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Product of prime factors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476400" y="5102700"/>
            <a:ext cx="642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a product of their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476400" y="5582399"/>
            <a:ext cx="11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3984823" y="55873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165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476400" y="68280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525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3984823" y="68280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840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612980" y="5964597"/>
            <a:ext cx="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78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1282772" y="5964597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 × 39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1282772" y="6275862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 ×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4130461" y="5964597"/>
            <a:ext cx="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165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4862494" y="5964597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5 × 33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4862494" y="6275862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5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598571" y="7184460"/>
            <a:ext cx="65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165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1282772" y="7184460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5 × 33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1282772" y="7527966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5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4130461" y="7192055"/>
            <a:ext cx="7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840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4862494" y="7192061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10 × 84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862494" y="7513191"/>
            <a:ext cx="2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4862494" y="7834322"/>
            <a:ext cx="2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6 ×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4862494" y="8155452"/>
            <a:ext cx="22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5 ×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 × 3 ×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1262735" y="8579576"/>
            <a:ext cx="32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476401" y="847655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he working out steps are only examples, the final line should be the same, only the order can change.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5" name="Google Shape;335;p20"/>
          <p:cNvCxnSpPr/>
          <p:nvPr/>
        </p:nvCxnSpPr>
        <p:spPr>
          <a:xfrm>
            <a:off x="468000" y="9177438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1" name="Google Shape;34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463700" y="1083150"/>
            <a:ext cx="6426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80902" y="1294525"/>
            <a:ext cx="66111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3 × 3 × 7 × 7 = 2   ×  3  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2 × 5 × 5 × 5 × 11 × 11 = 2   × 5  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13 × 5 × 5 × 3 × 13 × 3 × 5 = 3   × 5   × 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× 2 × 17 × 7 × 7 × 2 × 17 × 7 × 17 = 2   × 7   × 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2 × 5 × 7 × 7 × 11 × 5 × 7 × 11 = 2 × 5    × 7  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is there no box for the 2 in 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index would be 1 which we do not write.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2813575" y="1326275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3197085" y="1326275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3551764" y="1326275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969382" y="17027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3311441" y="17027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3721411" y="17027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208471" y="2037244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3559757" y="2037244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3983566" y="2037244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3605017" y="2446049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3956303" y="2446049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4362134" y="2446049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3707193" y="28033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4117095" y="28033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474500" y="2803380"/>
            <a:ext cx="1158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68000" y="664225"/>
            <a:ext cx="494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Product of prime factors using index notation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468650" y="3654900"/>
            <a:ext cx="66111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Use 60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5 to write the following as a product of their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1330500" y="3988375"/>
            <a:ext cx="28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2 = 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1330502" y="4618550"/>
            <a:ext cx="314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10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2 × 5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1330503" y="4828608"/>
            <a:ext cx="325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600 × 10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 × 5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1330503" y="4198433"/>
            <a:ext cx="28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3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1330503" y="4408492"/>
            <a:ext cx="28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5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330500" y="5038667"/>
            <a:ext cx="529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70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7 × 10 = 2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7 × 2 × 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baseline="30000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330503" y="5248725"/>
            <a:ext cx="28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÷ 2 = 2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 = 2 × 3 × 5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51060" y="5252283"/>
            <a:ext cx="6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     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1"/>
          <p:cNvCxnSpPr/>
          <p:nvPr/>
        </p:nvCxnSpPr>
        <p:spPr>
          <a:xfrm>
            <a:off x="480750" y="57113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