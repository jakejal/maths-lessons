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881bc2fb77_0_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881bc2fb7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Divisibility tests for 2 and 3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390625" y="1320800"/>
            <a:ext cx="69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Any even number is a multiple of 2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390625" y="1800750"/>
            <a:ext cx="6552600" cy="10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exend"/>
              <a:buAutoNum type="arabicParenR"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a test of </a:t>
            </a: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divisibility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 2, identify all the multiples of 2 from the list below: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910913" y="2984300"/>
            <a:ext cx="27771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2 478 349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2047663" y="3833050"/>
            <a:ext cx="27771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445 534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3871699" y="2589150"/>
            <a:ext cx="24501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3 284 738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088648" y="4192200"/>
            <a:ext cx="8616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390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1272893" y="4856400"/>
            <a:ext cx="11391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1115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5147996" y="3343450"/>
            <a:ext cx="18855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999 111 333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839038" y="5001275"/>
            <a:ext cx="27771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222 222 222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2729175" y="5879750"/>
            <a:ext cx="4286700" cy="10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Izzy’s calculator has broken.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She knows the number on the screen 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3" name="Google Shape;17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313" y="5809800"/>
            <a:ext cx="2118500" cy="3631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" name="Google Shape;174;p20"/>
          <p:cNvCxnSpPr/>
          <p:nvPr/>
        </p:nvCxnSpPr>
        <p:spPr>
          <a:xfrm>
            <a:off x="4893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0"/>
          <p:cNvSpPr txBox="1"/>
          <p:nvPr/>
        </p:nvSpPr>
        <p:spPr>
          <a:xfrm>
            <a:off x="2673450" y="6735300"/>
            <a:ext cx="3378900" cy="26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a multiple of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has exactly 5 tens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a 4 digit number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greater than 8600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Less than 8660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could her number be?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Divisibility tests for 2 and 3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396600" y="720000"/>
            <a:ext cx="69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Divisibility tests for multiples of 3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468000" y="1202250"/>
            <a:ext cx="6354300" cy="24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1a) Identify all the multiples of 3 from the list.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234,    1398,     20 495,    593,     56 576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1b) Identify all the multiples of 2 and 3 from the list.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325,    139,     120 490,    594,     656 578 452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396600" y="3776350"/>
            <a:ext cx="6354300" cy="11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Here are five cards, each with a digit.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Only using 4 cards,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8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exend"/>
              <a:buAutoNum type="alphaLcParenR"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make a 4 digit number which is a multiple of 3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-288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exend"/>
              <a:buAutoNum type="alphaLcParenR"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make a 4 digit number which is a multiple of 3 and 2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" name="Google Shape;184;p21"/>
          <p:cNvCxnSpPr/>
          <p:nvPr/>
        </p:nvCxnSpPr>
        <p:spPr>
          <a:xfrm>
            <a:off x="4893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5" name="Google Shape;18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738" y="4238875"/>
            <a:ext cx="3552825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1" name="Google Shape;191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937200" y="3000250"/>
            <a:ext cx="5815800" cy="2821200"/>
          </a:xfrm>
          <a:prstGeom prst="rect">
            <a:avLst/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2"/>
          <p:cNvSpPr/>
          <p:nvPr/>
        </p:nvSpPr>
        <p:spPr>
          <a:xfrm>
            <a:off x="1298973" y="3417914"/>
            <a:ext cx="3287100" cy="2026500"/>
          </a:xfrm>
          <a:prstGeom prst="ellipse">
            <a:avLst/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2"/>
          <p:cNvSpPr/>
          <p:nvPr/>
        </p:nvSpPr>
        <p:spPr>
          <a:xfrm>
            <a:off x="3106788" y="3474625"/>
            <a:ext cx="3287100" cy="2026500"/>
          </a:xfrm>
          <a:prstGeom prst="ellipse">
            <a:avLst/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547325" y="1254875"/>
            <a:ext cx="6288300" cy="1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Using the numbers below, fill in the Venn diagram.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                </a:t>
            </a:r>
            <a:r>
              <a:rPr lang="en-GB" sz="17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248       4343       4350       312 492       892 091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                            </a:t>
            </a:r>
            <a:r>
              <a:rPr lang="en-GB" sz="17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111       7         77         555 555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2"/>
          <p:cNvSpPr txBox="1"/>
          <p:nvPr/>
        </p:nvSpPr>
        <p:spPr>
          <a:xfrm>
            <a:off x="396600" y="720000"/>
            <a:ext cx="69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Divisibility tests for multiples of 3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1934490" y="3083735"/>
            <a:ext cx="14766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Multiples of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4327905" y="3096420"/>
            <a:ext cx="14766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Multiples of 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2"/>
          <p:cNvSpPr txBox="1"/>
          <p:nvPr/>
        </p:nvSpPr>
        <p:spPr>
          <a:xfrm>
            <a:off x="532075" y="6374500"/>
            <a:ext cx="6439500" cy="22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Here is an integer with a lot of digits.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999 898 969 698 751 986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the </a:t>
            </a: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divisibility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test, how do you show this is a multiple of 3?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Divisibility tests for 2 and 3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95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895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cxnSp>
        <p:nvCxnSpPr>
          <p:cNvPr id="202" name="Google Shape;202;p22"/>
          <p:cNvCxnSpPr/>
          <p:nvPr/>
        </p:nvCxnSpPr>
        <p:spPr>
          <a:xfrm>
            <a:off x="4893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