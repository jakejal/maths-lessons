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88037ac63_0_2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e88037ac6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2 and 3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Any even number is a multiple of 2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90625" y="1800750"/>
            <a:ext cx="65526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test of divisibility by 2, identify all the multiples of 2 from the list below: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10913" y="2984300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2 478 349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047663" y="3833050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445 534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871699" y="2589150"/>
            <a:ext cx="2450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3 284 738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088648" y="4192200"/>
            <a:ext cx="86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272893" y="4856400"/>
            <a:ext cx="11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147996" y="3343450"/>
            <a:ext cx="1885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999 111 333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839038" y="5001275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222 222 222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577950" y="2394978"/>
            <a:ext cx="1722300" cy="6267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1697700" y="3640453"/>
            <a:ext cx="1722300" cy="6267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817353" y="4029100"/>
            <a:ext cx="979200" cy="6267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4576879" y="4843882"/>
            <a:ext cx="1722300" cy="6267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2729175" y="5879750"/>
            <a:ext cx="42867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Izzy’s calculator has broken.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knows the number on the screen 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13" y="5809800"/>
            <a:ext cx="2118500" cy="363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997363" y="6664250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8650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997363" y="7209613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8652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993089" y="7691300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8654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993089" y="8256352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8656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993089" y="8789752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8658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0"/>
          <p:cNvSpPr txBox="1"/>
          <p:nvPr/>
        </p:nvSpPr>
        <p:spPr>
          <a:xfrm>
            <a:off x="2673450" y="6735300"/>
            <a:ext cx="3378900" cy="2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multiple of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has exactly 5 tens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4 digit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greater than 8600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 than 8660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could her number be?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2 and 3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396600" y="7200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tests for multiples of 3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1202250"/>
            <a:ext cx="6844800" cy="2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Identify all the multiples of 3 from the list.</a:t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234,           1398,             20 495,             593,              56 576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1b) Identify all the multiples of 2 and 3 from the list.</a:t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325,         139,       120 490,              594,             656 578 452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96600" y="3776350"/>
            <a:ext cx="63543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are five cards, each with a digit.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Only using 4 cards,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8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a 4 digit number which is a multiple of 3?.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-288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a 4 digit number which is a multiple of 3 and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738" y="4238875"/>
            <a:ext cx="355282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38900" y="5805025"/>
            <a:ext cx="623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Any four digit number using the digits 1, 1, 4 and 6.</a:t>
            </a:r>
            <a:endParaRPr sz="16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 1146, 6114 or 4161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56725" y="2067138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2+3+4 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252025" y="2067138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=9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655523" y="2067138"/>
            <a:ext cx="4716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203223" y="2067138"/>
            <a:ext cx="140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2+4+9+5 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027123" y="2067138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=20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51023" y="2067138"/>
            <a:ext cx="140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2+9+3 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322523" y="2067138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=17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6872494" y="2066130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=29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819998" y="2066138"/>
            <a:ext cx="17709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5+6+5+7+6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755423" y="2067138"/>
            <a:ext cx="140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1+3+9+8= </a:t>
            </a:r>
            <a:endParaRPr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956525" y="1525475"/>
            <a:ext cx="798900" cy="4806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2012550" y="1525475"/>
            <a:ext cx="798900" cy="4806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3584450" y="2773150"/>
            <a:ext cx="656100" cy="4134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4721401" y="2738476"/>
            <a:ext cx="1543500" cy="4806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936338" y="3215313"/>
            <a:ext cx="140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1+2+4+9 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760238" y="3215313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=16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384138" y="3215313"/>
            <a:ext cx="140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5+9+4 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055638" y="3215313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=18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661333" y="3203230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=48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29334" y="3214313"/>
            <a:ext cx="3142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6+5+6+5+7+8+4+5+2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38900" y="7313788"/>
            <a:ext cx="593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four digit number using the digits 1, 1, 4 and 6 with 4 or 6 in the ones column.</a:t>
            </a:r>
            <a:endParaRPr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 1146, 6114 or 1614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937200" y="3000250"/>
            <a:ext cx="5815800" cy="28212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1298973" y="3417914"/>
            <a:ext cx="3287100" cy="20265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3106788" y="3474625"/>
            <a:ext cx="3287100" cy="2026500"/>
          </a:xfrm>
          <a:prstGeom prst="ellipse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47325" y="1254875"/>
            <a:ext cx="6288300" cy="1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the numbers below, fill in the Venn diagram.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               </a:t>
            </a: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248       4343       4350       312 492       892 091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                            </a:t>
            </a: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111       7         77         555 555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396600" y="7200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Divisibility tests for multiples of 3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2 and 3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934490" y="3083735"/>
            <a:ext cx="147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970094" y="3944032"/>
            <a:ext cx="78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825451" y="4477200"/>
            <a:ext cx="112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4343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3402067" y="3944032"/>
            <a:ext cx="8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4350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3106788" y="4240566"/>
            <a:ext cx="14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312 492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3033802" y="5361256"/>
            <a:ext cx="13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892 091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5039303" y="4015473"/>
            <a:ext cx="78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6100674" y="3713173"/>
            <a:ext cx="78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5990734" y="5347269"/>
            <a:ext cx="78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4600584" y="4541934"/>
            <a:ext cx="14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555 555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327905" y="3096420"/>
            <a:ext cx="1476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937197" y="5162350"/>
            <a:ext cx="99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4343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306195" y="7880225"/>
            <a:ext cx="4952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9+9+9+8+9+8+9+6+9+6+9+8+7+5+1+9+8+6= 135 </a:t>
            </a:r>
            <a:endParaRPr b="1"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1306195" y="8413625"/>
            <a:ext cx="4952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1+3+5 = 9 </a:t>
            </a:r>
            <a:endParaRPr b="1"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1306195" y="8947025"/>
            <a:ext cx="4952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999 898 969 698 751 986 is divisible by 3 </a:t>
            </a:r>
            <a:endParaRPr b="1"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32075" y="6374500"/>
            <a:ext cx="6439500" cy="22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Here is an integer with a lot of digits.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999 898 969 698 751 986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divisibility test, how do you show this is a multiple of 3?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p22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