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DAD836D-A308-4201-8B34-258C45A17525}">
  <a:tblStyle styleId="{BDAD836D-A308-4201-8B34-258C45A175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Highest common factor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4875"/>
            <a:ext cx="49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Common factors using prime factorisation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902300"/>
            <a:ext cx="66240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incorrect common factor of the products given in the first column.  There is one in each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68025" y="2382000"/>
          <a:ext cx="6624025" cy="2596187"/>
        </p:xfrm>
        <a:graphic>
          <a:graphicData uri="http://schemas.openxmlformats.org/drawingml/2006/table">
            <a:tbl>
              <a:tblPr>
                <a:noFill/>
                <a:tableStyleId>{BDAD836D-A308-4201-8B34-258C45A17525}</a:tableStyleId>
              </a:tblPr>
              <a:tblGrid>
                <a:gridCol w="2002150"/>
                <a:gridCol w="947825"/>
                <a:gridCol w="1024450"/>
                <a:gridCol w="1324800"/>
                <a:gridCol w="1324800"/>
              </a:tblGrid>
              <a:tr h="5813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× 11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aseline="300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aseline="300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</a:tbl>
          </a:graphicData>
        </a:graphic>
      </p:graphicFrame>
      <p:cxnSp>
        <p:nvCxnSpPr>
          <p:cNvPr id="166" name="Google Shape;166;p20"/>
          <p:cNvCxnSpPr/>
          <p:nvPr/>
        </p:nvCxnSpPr>
        <p:spPr>
          <a:xfrm>
            <a:off x="468000" y="520337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2" name="Google Shape;17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sp>
        <p:nvSpPr>
          <p:cNvPr id="173" name="Google Shape;17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709215" y="1080000"/>
            <a:ext cx="13656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091920" y="1080000"/>
            <a:ext cx="19767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2940 = 2 × 2 × 3 × 5 × 7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7546 = 2 × 7 × 7 × 7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774668" y="3094200"/>
            <a:ext cx="16467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7056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4536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1"/>
          <p:cNvGrpSpPr/>
          <p:nvPr/>
        </p:nvGrpSpPr>
        <p:grpSpPr>
          <a:xfrm>
            <a:off x="738031" y="1608700"/>
            <a:ext cx="2202511" cy="1148700"/>
            <a:chOff x="628800" y="1887021"/>
            <a:chExt cx="2786578" cy="1148700"/>
          </a:xfrm>
        </p:grpSpPr>
        <p:sp>
          <p:nvSpPr>
            <p:cNvPr id="179" name="Google Shape;179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180" name="Google Shape;180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181" name="Google Shape;181;p21"/>
          <p:cNvSpPr txBox="1"/>
          <p:nvPr/>
        </p:nvSpPr>
        <p:spPr>
          <a:xfrm>
            <a:off x="497127" y="1080000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3891881" y="1080000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1"/>
          <p:cNvGrpSpPr/>
          <p:nvPr/>
        </p:nvGrpSpPr>
        <p:grpSpPr>
          <a:xfrm>
            <a:off x="4085147" y="1608700"/>
            <a:ext cx="2202511" cy="1148700"/>
            <a:chOff x="4863513" y="1988621"/>
            <a:chExt cx="2786578" cy="1148700"/>
          </a:xfrm>
        </p:grpSpPr>
        <p:sp>
          <p:nvSpPr>
            <p:cNvPr id="184" name="Google Shape;184;p21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186" name="Google Shape;186;p21"/>
          <p:cNvSpPr txBox="1"/>
          <p:nvPr/>
        </p:nvSpPr>
        <p:spPr>
          <a:xfrm>
            <a:off x="686475" y="2759875"/>
            <a:ext cx="2722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u="sng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085151" y="2803463"/>
            <a:ext cx="2776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2940 and 7546 is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97127" y="3062225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1"/>
          <p:cNvGrpSpPr/>
          <p:nvPr/>
        </p:nvGrpSpPr>
        <p:grpSpPr>
          <a:xfrm>
            <a:off x="2219342" y="3170225"/>
            <a:ext cx="2202511" cy="1148700"/>
            <a:chOff x="628800" y="1887021"/>
            <a:chExt cx="2786578" cy="1148700"/>
          </a:xfrm>
        </p:grpSpPr>
        <p:sp>
          <p:nvSpPr>
            <p:cNvPr id="190" name="Google Shape;190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192" name="Google Shape;192;p21"/>
          <p:cNvSpPr txBox="1"/>
          <p:nvPr/>
        </p:nvSpPr>
        <p:spPr>
          <a:xfrm>
            <a:off x="4458025" y="3636150"/>
            <a:ext cx="2776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7056 and 4536 is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91800" y="835500"/>
            <a:ext cx="4068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6066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Highest common factor using prime factorisation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0400" y="4432050"/>
            <a:ext cx="6624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 represented in the Venn diagram is 210.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are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21"/>
          <p:cNvGrpSpPr/>
          <p:nvPr/>
        </p:nvGrpSpPr>
        <p:grpSpPr>
          <a:xfrm>
            <a:off x="2680844" y="5065950"/>
            <a:ext cx="2188021" cy="1148700"/>
            <a:chOff x="628800" y="1887021"/>
            <a:chExt cx="2786578" cy="1148700"/>
          </a:xfrm>
        </p:grpSpPr>
        <p:sp>
          <p:nvSpPr>
            <p:cNvPr id="197" name="Google Shape;197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199" name="Google Shape;199;p21"/>
          <p:cNvSpPr txBox="1"/>
          <p:nvPr/>
        </p:nvSpPr>
        <p:spPr>
          <a:xfrm>
            <a:off x="3588133" y="5258146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853121" y="54436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928293" y="5486746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668689" y="57208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290254" y="54752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450000" y="665877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21"/>
          <p:cNvSpPr txBox="1"/>
          <p:nvPr/>
        </p:nvSpPr>
        <p:spPr>
          <a:xfrm>
            <a:off x="476400" y="7007700"/>
            <a:ext cx="125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445200" y="7209475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7" name="Google Shape;207;p21"/>
          <p:cNvSpPr/>
          <p:nvPr/>
        </p:nvSpPr>
        <p:spPr>
          <a:xfrm>
            <a:off x="4305750" y="7247988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8" name="Google Shape;208;p21"/>
          <p:cNvSpPr/>
          <p:nvPr/>
        </p:nvSpPr>
        <p:spPr>
          <a:xfrm>
            <a:off x="3925740" y="7955065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9" name="Google Shape;209;p21"/>
          <p:cNvSpPr txBox="1"/>
          <p:nvPr/>
        </p:nvSpPr>
        <p:spPr>
          <a:xfrm>
            <a:off x="5736750" y="7838075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7242900"/>
            <a:ext cx="28662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 u="sng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749225" y="7707813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305750" y="8492550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229200" y="89737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443650" y="89737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76400" y="9638100"/>
            <a:ext cx="402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HCF of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84 and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091925" y="83279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1"/>
          <p:cNvCxnSpPr/>
          <p:nvPr/>
        </p:nvCxnSpPr>
        <p:spPr>
          <a:xfrm>
            <a:off x="480750" y="99049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1"/>
          <p:cNvSpPr txBox="1"/>
          <p:nvPr/>
        </p:nvSpPr>
        <p:spPr>
          <a:xfrm>
            <a:off x="482150" y="6720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Highest common factor of more than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750" y="84041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 baseline="30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60900" y="8108650"/>
            <a:ext cx="36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 u="sng" baseline="300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 baseline="30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Highest common factor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2023-11-21T23:38:19.780</cp:lastPrinted>
  <dcterms:created xsi:type="dcterms:W3CDTF">2023-11-21T23:38:19Z</dcterms:created>
  <dcterms:modified xsi:type="dcterms:W3CDTF">2023-11-21T23:37:40Z</dcterms:modified>
</cp:coreProperties>
</file>