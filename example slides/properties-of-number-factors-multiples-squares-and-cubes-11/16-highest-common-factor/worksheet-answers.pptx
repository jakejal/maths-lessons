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031B546-8F20-4D4C-BA87-FE7334544DE2}">
  <a:tblStyle styleId="{0031B546-8F20-4D4C-BA87-FE7334544D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44875"/>
            <a:ext cx="49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Common factors using prime factorisation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902300"/>
            <a:ext cx="66240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Identify the incorrect common factor of the products given in the first column.  There is one in each row.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68025" y="2382000"/>
          <a:ext cx="6624025" cy="2596187"/>
        </p:xfrm>
        <a:graphic>
          <a:graphicData uri="http://schemas.openxmlformats.org/drawingml/2006/table">
            <a:tbl>
              <a:tblPr>
                <a:noFill/>
                <a:tableStyleId>{0031B546-8F20-4D4C-BA87-FE7334544DE2}</a:tableStyleId>
              </a:tblPr>
              <a:tblGrid>
                <a:gridCol w="2002150"/>
                <a:gridCol w="947825"/>
                <a:gridCol w="1024450"/>
                <a:gridCol w="1324800"/>
                <a:gridCol w="1324800"/>
              </a:tblGrid>
              <a:tr h="5813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 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 × 11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7 × 13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× 13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aseline="300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19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11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aseline="300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36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 </a:t>
                      </a:r>
                      <a:endParaRPr sz="1200"/>
                    </a:p>
                  </a:txBody>
                  <a:tcPr marL="0" marR="0" marT="3600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7</a:t>
                      </a:r>
                      <a:r>
                        <a:rPr lang="en-GB" sz="1200" baseline="300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0" marR="0" marT="36000" marB="0" anchor="ctr"/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>
            <a:off x="4430425" y="2387800"/>
            <a:ext cx="1336800" cy="5748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7" name="Google Shape;177;p20"/>
          <p:cNvSpPr/>
          <p:nvPr/>
        </p:nvSpPr>
        <p:spPr>
          <a:xfrm>
            <a:off x="3401750" y="2962600"/>
            <a:ext cx="1040700" cy="4299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8" name="Google Shape;178;p20"/>
          <p:cNvSpPr/>
          <p:nvPr/>
        </p:nvSpPr>
        <p:spPr>
          <a:xfrm>
            <a:off x="5767250" y="3363325"/>
            <a:ext cx="1324800" cy="4584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9" name="Google Shape;179;p20"/>
          <p:cNvSpPr/>
          <p:nvPr/>
        </p:nvSpPr>
        <p:spPr>
          <a:xfrm>
            <a:off x="2470175" y="3821725"/>
            <a:ext cx="949800" cy="4299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0" name="Google Shape;180;p20"/>
          <p:cNvSpPr/>
          <p:nvPr/>
        </p:nvSpPr>
        <p:spPr>
          <a:xfrm>
            <a:off x="4442450" y="4263075"/>
            <a:ext cx="1324800" cy="6273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cxnSp>
        <p:nvCxnSpPr>
          <p:cNvPr id="181" name="Google Shape;181;p20"/>
          <p:cNvCxnSpPr/>
          <p:nvPr/>
        </p:nvCxnSpPr>
        <p:spPr>
          <a:xfrm>
            <a:off x="468000" y="5203375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7" name="Google Shape;18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Highest common factor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709215" y="1080000"/>
            <a:ext cx="13656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= 2 × 2 × 2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= 2 × 2 × 5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091920" y="1080000"/>
            <a:ext cx="19767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2940 = 2 × 2 × 3 × 5 × 7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7546 = 2 × 7 × 7 × 7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774668" y="3094200"/>
            <a:ext cx="16467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7056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4536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1"/>
          <p:cNvGrpSpPr/>
          <p:nvPr/>
        </p:nvGrpSpPr>
        <p:grpSpPr>
          <a:xfrm>
            <a:off x="738031" y="1608700"/>
            <a:ext cx="2202511" cy="1148700"/>
            <a:chOff x="628800" y="1887021"/>
            <a:chExt cx="2786578" cy="1148700"/>
          </a:xfrm>
        </p:grpSpPr>
        <p:sp>
          <p:nvSpPr>
            <p:cNvPr id="194" name="Google Shape;194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196" name="Google Shape;196;p21"/>
          <p:cNvSpPr txBox="1"/>
          <p:nvPr/>
        </p:nvSpPr>
        <p:spPr>
          <a:xfrm>
            <a:off x="497127" y="1080000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891881" y="1080000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" name="Google Shape;198;p21"/>
          <p:cNvGrpSpPr/>
          <p:nvPr/>
        </p:nvGrpSpPr>
        <p:grpSpPr>
          <a:xfrm>
            <a:off x="4085147" y="1608700"/>
            <a:ext cx="2202511" cy="1148700"/>
            <a:chOff x="4863513" y="1988621"/>
            <a:chExt cx="2786578" cy="1148700"/>
          </a:xfrm>
        </p:grpSpPr>
        <p:sp>
          <p:nvSpPr>
            <p:cNvPr id="199" name="Google Shape;199;p21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201" name="Google Shape;201;p21"/>
          <p:cNvSpPr txBox="1"/>
          <p:nvPr/>
        </p:nvSpPr>
        <p:spPr>
          <a:xfrm>
            <a:off x="686476" y="2759871"/>
            <a:ext cx="225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56 and 140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651476" y="180089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858017" y="1986371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034286" y="2049234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732575" y="2263571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358322" y="2017971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059413" y="2799271"/>
            <a:ext cx="2486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2940 and 7546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999179" y="186384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295476" y="201624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517904" y="2395621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736752" y="1810871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16372" y="170844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267709" y="1939309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105512" y="229344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693121" y="2343171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97127" y="3062225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2219342" y="3170225"/>
            <a:ext cx="2202511" cy="1148700"/>
            <a:chOff x="628800" y="1887021"/>
            <a:chExt cx="2786578" cy="1148700"/>
          </a:xfrm>
        </p:grpSpPr>
        <p:sp>
          <p:nvSpPr>
            <p:cNvPr id="218" name="Google Shape;218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220" name="Google Shape;220;p21"/>
          <p:cNvSpPr txBox="1"/>
          <p:nvPr/>
        </p:nvSpPr>
        <p:spPr>
          <a:xfrm>
            <a:off x="3132788" y="3362425"/>
            <a:ext cx="2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376084" y="3579500"/>
            <a:ext cx="2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2545486" y="348019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213887" y="390129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707693" y="3938996"/>
            <a:ext cx="162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045956" y="3480188"/>
            <a:ext cx="2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458029" y="3636150"/>
            <a:ext cx="263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7056 and 4536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91800" y="835500"/>
            <a:ext cx="4068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pairs of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6066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Highest common factor using prime factorisation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0400" y="4432050"/>
            <a:ext cx="6624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HCF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 represented in the Venn diagram is 210.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missing prime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are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" name="Google Shape;230;p21"/>
          <p:cNvGrpSpPr/>
          <p:nvPr/>
        </p:nvGrpSpPr>
        <p:grpSpPr>
          <a:xfrm>
            <a:off x="2680844" y="5065950"/>
            <a:ext cx="2188021" cy="1148700"/>
            <a:chOff x="628800" y="1887021"/>
            <a:chExt cx="2786578" cy="1148700"/>
          </a:xfrm>
        </p:grpSpPr>
        <p:sp>
          <p:nvSpPr>
            <p:cNvPr id="231" name="Google Shape;231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233" name="Google Shape;233;p21"/>
          <p:cNvSpPr txBox="1"/>
          <p:nvPr/>
        </p:nvSpPr>
        <p:spPr>
          <a:xfrm>
            <a:off x="3588133" y="5258146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853121" y="544362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928293" y="5486746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668689" y="572082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290254" y="5475221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96401" y="6177750"/>
            <a:ext cx="65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 × 7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5 = 210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Left number is 2 × 3 × 3 × 5 × 7 = 630, right number is 2 × 3 × 5 × 5 × 7 = 1050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775375" y="6157925"/>
            <a:ext cx="124500" cy="206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cxnSp>
        <p:nvCxnSpPr>
          <p:cNvPr id="240" name="Google Shape;240;p21"/>
          <p:cNvCxnSpPr/>
          <p:nvPr/>
        </p:nvCxnSpPr>
        <p:spPr>
          <a:xfrm>
            <a:off x="450000" y="6658775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21"/>
          <p:cNvSpPr txBox="1"/>
          <p:nvPr/>
        </p:nvSpPr>
        <p:spPr>
          <a:xfrm>
            <a:off x="476400" y="7007700"/>
            <a:ext cx="125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445200" y="7209475"/>
            <a:ext cx="2005800" cy="1526400"/>
          </a:xfrm>
          <a:prstGeom prst="ellipse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3" name="Google Shape;243;p21"/>
          <p:cNvSpPr/>
          <p:nvPr/>
        </p:nvSpPr>
        <p:spPr>
          <a:xfrm>
            <a:off x="4305750" y="7247988"/>
            <a:ext cx="2005800" cy="1526400"/>
          </a:xfrm>
          <a:prstGeom prst="ellipse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4" name="Google Shape;244;p21"/>
          <p:cNvSpPr/>
          <p:nvPr/>
        </p:nvSpPr>
        <p:spPr>
          <a:xfrm>
            <a:off x="3925740" y="7955065"/>
            <a:ext cx="2005800" cy="1526400"/>
          </a:xfrm>
          <a:prstGeom prst="ellipse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5" name="Google Shape;245;p21"/>
          <p:cNvSpPr txBox="1"/>
          <p:nvPr/>
        </p:nvSpPr>
        <p:spPr>
          <a:xfrm>
            <a:off x="5736750" y="7838075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6400" y="7242900"/>
            <a:ext cx="28662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749225" y="7707813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799300" y="8335888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305750" y="8492550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229200" y="89737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443650" y="89737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832300" y="8034263"/>
            <a:ext cx="39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76400" y="9638100"/>
            <a:ext cx="245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HCF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84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091925" y="8327900"/>
            <a:ext cx="3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>
            <a:off x="480750" y="99049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21"/>
          <p:cNvSpPr txBox="1"/>
          <p:nvPr/>
        </p:nvSpPr>
        <p:spPr>
          <a:xfrm>
            <a:off x="482150" y="67203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Highest common factor of more than two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Highest common factor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2023-11-21T23:38:27.330</cp:lastPrinted>
  <dcterms:created xsi:type="dcterms:W3CDTF">2023-11-21T23:38:27Z</dcterms:created>
  <dcterms:modified xsi:type="dcterms:W3CDTF">2023-11-21T23:38:35Z</dcterms:modified>
</cp:coreProperties>
</file>