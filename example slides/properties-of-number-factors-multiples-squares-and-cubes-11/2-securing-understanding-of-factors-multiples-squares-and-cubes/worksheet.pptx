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C51BD4-7787-40FA-A478-C6DD159A006A}">
  <a:tblStyle styleId="{DAC51BD4-7787-40FA-A478-C6DD159A00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887cd26cfa_0_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887cd26cf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887cd26cfa_0_2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887cd26cf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390625" y="16256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Multiplication tables to identify multiples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3" name="Google Shape;163;p20"/>
          <p:cNvGraphicFramePr/>
          <p:nvPr/>
        </p:nvGraphicFramePr>
        <p:xfrm>
          <a:off x="2449238" y="324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{DAC51BD4-7787-40FA-A478-C6DD159A006A}</a:tableStyleId>
              </a:tblPr>
              <a:tblGrid>
                <a:gridCol w="343575"/>
                <a:gridCol w="343575"/>
                <a:gridCol w="343575"/>
                <a:gridCol w="343575"/>
                <a:gridCol w="343575"/>
                <a:gridCol w="343575"/>
                <a:gridCol w="343575"/>
              </a:tblGrid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64" name="Google Shape;164;p20"/>
          <p:cNvSpPr txBox="1"/>
          <p:nvPr/>
        </p:nvSpPr>
        <p:spPr>
          <a:xfrm>
            <a:off x="468000" y="2233300"/>
            <a:ext cx="63675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rabi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6 by 6 multiplication table. Answer true or false to each statement providing a justification for your answer.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/>
          <p:nvPr/>
        </p:nvGraphicFramePr>
        <p:xfrm>
          <a:off x="731550" y="587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{DAC51BD4-7787-40FA-A478-C6DD159A006A}</a:tableStyleId>
              </a:tblPr>
              <a:tblGrid>
                <a:gridCol w="2061275"/>
                <a:gridCol w="644550"/>
                <a:gridCol w="864900"/>
                <a:gridCol w="2533225"/>
              </a:tblGrid>
              <a:tr h="53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Justification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</a:tr>
              <a:tr h="37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12 is a factor of 4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 36 is a multiple of 3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 All the multiples of 6 can be seen in this table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66" name="Google Shape;166;p20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0"/>
          <p:cNvSpPr txBox="1"/>
          <p:nvPr/>
        </p:nvSpPr>
        <p:spPr>
          <a:xfrm>
            <a:off x="468000" y="864000"/>
            <a:ext cx="662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Securing understanding of factors, multiples, squares and cubes</a:t>
            </a:r>
            <a:endParaRPr b="1"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p21"/>
          <p:cNvGraphicFramePr/>
          <p:nvPr/>
        </p:nvGraphicFramePr>
        <p:xfrm>
          <a:off x="1091900" y="137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{DAC51BD4-7787-40FA-A478-C6DD159A006A}</a:tableStyleId>
              </a:tblPr>
              <a:tblGrid>
                <a:gridCol w="382700"/>
                <a:gridCol w="382700"/>
                <a:gridCol w="382700"/>
                <a:gridCol w="382700"/>
                <a:gridCol w="382700"/>
                <a:gridCol w="382700"/>
                <a:gridCol w="382700"/>
                <a:gridCol w="382700"/>
                <a:gridCol w="420350"/>
                <a:gridCol w="402625"/>
                <a:gridCol w="392300"/>
                <a:gridCol w="426800"/>
                <a:gridCol w="450425"/>
              </a:tblGrid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73" name="Google Shape;173;p21"/>
          <p:cNvSpPr txBox="1"/>
          <p:nvPr/>
        </p:nvSpPr>
        <p:spPr>
          <a:xfrm>
            <a:off x="634400" y="851400"/>
            <a:ext cx="63210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a 12 by 12 multiplication </a:t>
            </a: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table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634400" y="5307025"/>
            <a:ext cx="6036600" cy="3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the largest multiple of 7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the largest multiple of 3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the largest multiple of 5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Find the lowest multiple of 3 and 5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625200" y="360000"/>
            <a:ext cx="478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Securing understanding of factors, multiples, squares and cubes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1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/>
          <p:nvPr/>
        </p:nvSpPr>
        <p:spPr>
          <a:xfrm>
            <a:off x="468000" y="1276900"/>
            <a:ext cx="62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rabi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an 8 by 8 multiplication table, find: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396600" y="7200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Multiplication tables to identify factors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393615" y="1600900"/>
            <a:ext cx="3065400" cy="3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the factors of 8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the factors of 5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the factors of 4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the factors of 7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their common factor?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5" name="Google Shape;185;p22"/>
          <p:cNvGraphicFramePr/>
          <p:nvPr/>
        </p:nvGraphicFramePr>
        <p:xfrm>
          <a:off x="511188" y="64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{DAC51BD4-7787-40FA-A478-C6DD159A006A}</a:tableStyleId>
              </a:tblPr>
              <a:tblGrid>
                <a:gridCol w="338625"/>
                <a:gridCol w="338625"/>
                <a:gridCol w="338625"/>
                <a:gridCol w="338625"/>
                <a:gridCol w="338625"/>
                <a:gridCol w="338625"/>
                <a:gridCol w="338625"/>
              </a:tblGrid>
              <a:tr h="31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1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86" name="Google Shape;186;p22"/>
          <p:cNvSpPr txBox="1"/>
          <p:nvPr/>
        </p:nvSpPr>
        <p:spPr>
          <a:xfrm>
            <a:off x="511200" y="5204300"/>
            <a:ext cx="65808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a 6 by 6 multiplication table</a:t>
            </a:r>
            <a:r>
              <a:rPr lang="en-GB" sz="1500">
                <a:latin typeface="Lexend"/>
                <a:ea typeface="Lexend"/>
                <a:cs typeface="Lexend"/>
                <a:sym typeface="Lexend"/>
              </a:rPr>
              <a:t>, a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nswer true or false to each statement providing a justification for your answer.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2"/>
          <p:cNvGraphicFramePr/>
          <p:nvPr/>
        </p:nvGraphicFramePr>
        <p:xfrm>
          <a:off x="3039550" y="599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{DAC51BD4-7787-40FA-A478-C6DD159A006A}</a:tableStyleId>
              </a:tblPr>
              <a:tblGrid>
                <a:gridCol w="1696900"/>
                <a:gridCol w="598575"/>
                <a:gridCol w="737600"/>
                <a:gridCol w="1019250"/>
              </a:tblGrid>
              <a:tr h="32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Justify</a:t>
                      </a:r>
                      <a:endParaRPr sz="15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</a:tr>
              <a:tr h="45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 only has three factors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 All the factors of 6 are seen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 3 has an infinite number of factors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 There are five square numbers seen</a:t>
                      </a:r>
                      <a:endParaRPr sz="15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8" name="Google Shape;188;p22"/>
          <p:cNvGraphicFramePr/>
          <p:nvPr/>
        </p:nvGraphicFramePr>
        <p:xfrm>
          <a:off x="3717987" y="171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{DAC51BD4-7787-40FA-A478-C6DD159A006A}</a:tableStyleId>
              </a:tblPr>
              <a:tblGrid>
                <a:gridCol w="370825"/>
                <a:gridCol w="370825"/>
                <a:gridCol w="370825"/>
                <a:gridCol w="370825"/>
                <a:gridCol w="370825"/>
                <a:gridCol w="370825"/>
                <a:gridCol w="370825"/>
                <a:gridCol w="370825"/>
                <a:gridCol w="407300"/>
              </a:tblGrid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321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cxnSp>
        <p:nvCxnSpPr>
          <p:cNvPr id="189" name="Google Shape;189;p22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2"/>
          <p:cNvSpPr txBox="1"/>
          <p:nvPr/>
        </p:nvSpPr>
        <p:spPr>
          <a:xfrm>
            <a:off x="472800" y="360000"/>
            <a:ext cx="478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Securing understanding of factors, multiples, squares and cubes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" name="Google Shape;198;p23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3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23"/>
          <p:cNvSpPr txBox="1"/>
          <p:nvPr/>
        </p:nvSpPr>
        <p:spPr>
          <a:xfrm>
            <a:off x="489325" y="981625"/>
            <a:ext cx="6302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What number is remaining when you eliminate: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ll the multiples of 5?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ll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factors of 24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ll the multiples of 3?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ll the multiples of 4?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 the f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actors of 14?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1" name="Google Shape;201;p23"/>
          <p:cNvGraphicFramePr/>
          <p:nvPr/>
        </p:nvGraphicFramePr>
        <p:xfrm>
          <a:off x="966174" y="411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{DAC51BD4-7787-40FA-A478-C6DD159A006A}</a:tableStyleId>
              </a:tblPr>
              <a:tblGrid>
                <a:gridCol w="503575"/>
                <a:gridCol w="503575"/>
                <a:gridCol w="503575"/>
                <a:gridCol w="503575"/>
                <a:gridCol w="503575"/>
                <a:gridCol w="503575"/>
                <a:gridCol w="503575"/>
                <a:gridCol w="503575"/>
                <a:gridCol w="553100"/>
                <a:gridCol w="529775"/>
                <a:gridCol w="516200"/>
              </a:tblGrid>
              <a:tr h="42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✖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5756"/>
                    </a:solidFill>
                  </a:tcPr>
                </a:tc>
              </a:tr>
              <a:tr h="42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2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2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2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2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2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2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2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2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429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5757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202" name="Google Shape;202;p23"/>
          <p:cNvSpPr txBox="1"/>
          <p:nvPr/>
        </p:nvSpPr>
        <p:spPr>
          <a:xfrm>
            <a:off x="472800" y="360000"/>
            <a:ext cx="478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Securing understanding of factors, multiples, squares and cubes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95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895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