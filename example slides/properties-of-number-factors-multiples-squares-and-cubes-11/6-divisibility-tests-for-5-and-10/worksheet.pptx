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88B16F-5A3B-47E6-B491-C9C31E9AD30B}">
  <a:tblStyle styleId="{B488B16F-5A3B-47E6-B491-C9C31E9AD3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BF9997E-DA80-474B-B75B-10479338CD7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5 and 10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969475"/>
            <a:ext cx="6624000" cy="3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Identify all the multiples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234,             139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          20 495,           593,          56 57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Identify all the multiples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32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   139,     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490,    594,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6 578 4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38800"/>
            <a:ext cx="63330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Divisibility test for 5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5548550"/>
            <a:ext cx="66240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/>
          <p:nvPr/>
        </p:nvGraphicFramePr>
        <p:xfrm>
          <a:off x="758988" y="585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{B488B16F-5A3B-47E6-B491-C9C31E9AD30B}</a:tableStyleId>
              </a:tblPr>
              <a:tblGrid>
                <a:gridCol w="1266600"/>
                <a:gridCol w="1266600"/>
                <a:gridCol w="1266600"/>
                <a:gridCol w="1266600"/>
                <a:gridCol w="1266600"/>
              </a:tblGrid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3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9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2 788 904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16 740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15 498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44 701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/>
        </p:nvSpPr>
        <p:spPr>
          <a:xfrm>
            <a:off x="468000" y="7658175"/>
            <a:ext cx="66240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a tick in the cell of the table above if the number is a multiple of 2, 3, 5 or 9.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do you notice about the number 16 740?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do you notice about the number 44 701?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5 and 10</a:t>
            </a:r>
            <a:endParaRPr/>
          </a:p>
        </p:txBody>
      </p:sp>
      <p:sp>
        <p:nvSpPr>
          <p:cNvPr id="174" name="Google Shape;17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68000" y="748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Divisibility test for 10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140000" y="1085188"/>
            <a:ext cx="2482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Shade in all the multiples of 10.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number has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revealed itself?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" name="Google Shape;178;p21"/>
          <p:cNvGraphicFramePr/>
          <p:nvPr/>
        </p:nvGraphicFramePr>
        <p:xfrm>
          <a:off x="474125" y="108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{0BF9997E-DA80-474B-B75B-10479338CD7D}</a:tableStyleId>
              </a:tblPr>
              <a:tblGrid>
                <a:gridCol w="635425"/>
                <a:gridCol w="635425"/>
                <a:gridCol w="635425"/>
                <a:gridCol w="635425"/>
                <a:gridCol w="635425"/>
              </a:tblGrid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1"/>
          <p:cNvSpPr txBox="1"/>
          <p:nvPr/>
        </p:nvSpPr>
        <p:spPr>
          <a:xfrm>
            <a:off x="465363" y="3967313"/>
            <a:ext cx="6624000" cy="3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following is a 4 digit number. Insert a digit to make the below statements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It is a multiple of 10  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It is a multiple of 5       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following is a 4 digit number. Insert two digits to make the below statements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It is a multiple of 10           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It is a multiple of 3 and 5  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It is a multiple of 9 and 10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40275" y="4301063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5273179" y="4301063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5906082" y="4301063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663261" y="4311303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4" name="Google Shape;184;p21"/>
          <p:cNvSpPr/>
          <p:nvPr/>
        </p:nvSpPr>
        <p:spPr>
          <a:xfrm>
            <a:off x="5296165" y="4311303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5" name="Google Shape;185;p21"/>
          <p:cNvSpPr/>
          <p:nvPr/>
        </p:nvSpPr>
        <p:spPr>
          <a:xfrm>
            <a:off x="5929069" y="4311303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6" name="Google Shape;186;p21"/>
          <p:cNvSpPr/>
          <p:nvPr/>
        </p:nvSpPr>
        <p:spPr>
          <a:xfrm>
            <a:off x="6561972" y="4311303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p21"/>
          <p:cNvSpPr txBox="1"/>
          <p:nvPr/>
        </p:nvSpPr>
        <p:spPr>
          <a:xfrm>
            <a:off x="4497375" y="5529267"/>
            <a:ext cx="582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167669" y="5529267"/>
            <a:ext cx="582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521719" y="55392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0" name="Google Shape;190;p21"/>
          <p:cNvSpPr/>
          <p:nvPr/>
        </p:nvSpPr>
        <p:spPr>
          <a:xfrm>
            <a:off x="5192013" y="55392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21"/>
          <p:cNvSpPr/>
          <p:nvPr/>
        </p:nvSpPr>
        <p:spPr>
          <a:xfrm>
            <a:off x="5862307" y="55392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2" name="Google Shape;192;p21"/>
          <p:cNvSpPr/>
          <p:nvPr/>
        </p:nvSpPr>
        <p:spPr>
          <a:xfrm>
            <a:off x="6532600" y="55392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3" name="Google Shape;193;p21"/>
          <p:cNvSpPr txBox="1"/>
          <p:nvPr/>
        </p:nvSpPr>
        <p:spPr>
          <a:xfrm>
            <a:off x="467988" y="7147688"/>
            <a:ext cx="66240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Laura uses integers as her inputs into a function machine.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a tick in the cell if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 will be a multiple of 2, 3 or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4" name="Google Shape;194;p21"/>
          <p:cNvGraphicFramePr/>
          <p:nvPr/>
        </p:nvGraphicFramePr>
        <p:xfrm>
          <a:off x="474134" y="77166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{B488B16F-5A3B-47E6-B491-C9C31E9AD30B}</a:tableStyleId>
              </a:tblPr>
              <a:tblGrid>
                <a:gridCol w="1311500"/>
                <a:gridCol w="1462425"/>
                <a:gridCol w="1387000"/>
                <a:gridCol w="1387000"/>
              </a:tblGrid>
              <a:tr h="57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  multiple of 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multiple of 3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multiple of 10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0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" name="Google Shape;195;p21"/>
          <p:cNvSpPr/>
          <p:nvPr/>
        </p:nvSpPr>
        <p:spPr>
          <a:xfrm>
            <a:off x="579308" y="8448100"/>
            <a:ext cx="5316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6" name="Google Shape;196;p21"/>
          <p:cNvSpPr/>
          <p:nvPr/>
        </p:nvSpPr>
        <p:spPr>
          <a:xfrm>
            <a:off x="1130882" y="8448100"/>
            <a:ext cx="5550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7" name="Google Shape;197;p21"/>
          <p:cNvSpPr txBox="1"/>
          <p:nvPr/>
        </p:nvSpPr>
        <p:spPr>
          <a:xfrm>
            <a:off x="568602" y="8448100"/>
            <a:ext cx="43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1131113" y="8448100"/>
            <a:ext cx="453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79308" y="8827874"/>
            <a:ext cx="5316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0" name="Google Shape;200;p21"/>
          <p:cNvSpPr/>
          <p:nvPr/>
        </p:nvSpPr>
        <p:spPr>
          <a:xfrm>
            <a:off x="1130882" y="8827874"/>
            <a:ext cx="5550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1" name="Google Shape;201;p21"/>
          <p:cNvSpPr txBox="1"/>
          <p:nvPr/>
        </p:nvSpPr>
        <p:spPr>
          <a:xfrm>
            <a:off x="559534" y="8821495"/>
            <a:ext cx="43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126664" y="8821495"/>
            <a:ext cx="4740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65376" y="9218499"/>
            <a:ext cx="421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4" name="Google Shape;204;p21"/>
          <p:cNvSpPr/>
          <p:nvPr/>
        </p:nvSpPr>
        <p:spPr>
          <a:xfrm>
            <a:off x="902553" y="9218499"/>
            <a:ext cx="4401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p21"/>
          <p:cNvSpPr txBox="1"/>
          <p:nvPr/>
        </p:nvSpPr>
        <p:spPr>
          <a:xfrm>
            <a:off x="413847" y="9232539"/>
            <a:ext cx="544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911046" y="9232539"/>
            <a:ext cx="504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336578" y="9218499"/>
            <a:ext cx="4401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21"/>
          <p:cNvSpPr txBox="1"/>
          <p:nvPr/>
        </p:nvSpPr>
        <p:spPr>
          <a:xfrm>
            <a:off x="1327622" y="9213059"/>
            <a:ext cx="504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÷5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74419" y="9598273"/>
            <a:ext cx="421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0" name="Google Shape;210;p21"/>
          <p:cNvSpPr/>
          <p:nvPr/>
        </p:nvSpPr>
        <p:spPr>
          <a:xfrm>
            <a:off x="911595" y="9598273"/>
            <a:ext cx="4401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1" name="Google Shape;211;p21"/>
          <p:cNvSpPr txBox="1"/>
          <p:nvPr/>
        </p:nvSpPr>
        <p:spPr>
          <a:xfrm>
            <a:off x="408443" y="9611339"/>
            <a:ext cx="544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905641" y="9611339"/>
            <a:ext cx="504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✕5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345620" y="9598273"/>
            <a:ext cx="4401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4" name="Google Shape;214;p21"/>
          <p:cNvSpPr txBox="1"/>
          <p:nvPr/>
        </p:nvSpPr>
        <p:spPr>
          <a:xfrm>
            <a:off x="1337362" y="9591858"/>
            <a:ext cx="504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÷2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