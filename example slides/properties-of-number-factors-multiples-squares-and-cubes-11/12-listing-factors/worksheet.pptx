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5" name="Shape 195"/>
        <p:cNvGrpSpPr/>
        <p:nvPr/>
      </p:nvGrpSpPr>
      <p:grpSpPr>
        <a:xfrm>
          <a:off x="0" y="0"/>
          <a:ext cx="0" cy="0"/>
        </a:xfrm>
      </p:grpSpPr>
      <p:sp>
        <p:nvSpPr>
          <p:cNvPr id="196" name="Google Shape;19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12" Type="http://schemas.openxmlformats.org/officeDocument/2006/relationships/image" Target="../media/image14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factors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52600" y="1826100"/>
            <a:ext cx="65265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List the factor pairs of these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628800" y="229225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1670640" y="229225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28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712480" y="229225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36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754320" y="229225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32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796160" y="2292250"/>
            <a:ext cx="11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100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6009000" y="229225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   67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6400" y="1425900"/>
            <a:ext cx="488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 : Systematic approach to find factor pairs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09277" y="4035900"/>
            <a:ext cx="4287000" cy="7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Sam makes two rectangles with an area of 10 cm².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how these rectangles show all of the factors of 10.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480750" y="7560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3" name="Google Shape;173;p20"/>
          <p:cNvGrpSpPr/>
          <p:nvPr/>
        </p:nvGrpSpPr>
        <p:grpSpPr>
          <a:xfrm>
            <a:off x="586800" y="4790725"/>
            <a:ext cx="4428000" cy="453600"/>
            <a:chOff x="1463400" y="2009725"/>
            <a:chExt cx="4428000" cy="453600"/>
          </a:xfrm>
        </p:grpSpPr>
        <p:sp>
          <p:nvSpPr>
            <p:cNvPr id="174" name="Google Shape;174;p20"/>
            <p:cNvSpPr/>
            <p:nvPr/>
          </p:nvSpPr>
          <p:spPr>
            <a:xfrm>
              <a:off x="14634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19062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23490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27918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32346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36774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41202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45630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50058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54486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586800" y="5749800"/>
            <a:ext cx="2214000" cy="907200"/>
            <a:chOff x="2358000" y="2801150"/>
            <a:chExt cx="2214000" cy="907200"/>
          </a:xfrm>
        </p:grpSpPr>
        <p:sp>
          <p:nvSpPr>
            <p:cNvPr id="185" name="Google Shape;185;p20"/>
            <p:cNvSpPr/>
            <p:nvPr/>
          </p:nvSpPr>
          <p:spPr>
            <a:xfrm>
              <a:off x="2358000" y="28011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2800800" y="28011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3243600" y="28011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3686400" y="28011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4129200" y="28011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2358000" y="32547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2800800" y="32547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3243600" y="32547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3686400" y="32547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4129200" y="32547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8" name="Shape 198"/>
        <p:cNvGrpSpPr/>
        <p:nvPr/>
      </p:nvGrpSpPr>
      <p:grpSpPr>
        <a:xfrm>
          <a:off x="0" y="0"/>
          <a:ext cx="0" cy="0"/>
        </a:xfrm>
      </p:grpSpPr>
      <p:sp>
        <p:nvSpPr>
          <p:cNvPr id="199" name="Google Shape;19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0" name="Google Shape;20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factors</a:t>
            </a:r>
            <a:endParaRPr/>
          </a:p>
        </p:txBody>
      </p:sp>
      <p:sp>
        <p:nvSpPr>
          <p:cNvPr id="201" name="Google Shape;20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1650325" y="2531550"/>
            <a:ext cx="3457200" cy="1363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04" name="Google Shape;204;p21"/>
          <p:cNvSpPr/>
          <p:nvPr/>
        </p:nvSpPr>
        <p:spPr>
          <a:xfrm>
            <a:off x="3122100" y="2531550"/>
            <a:ext cx="3457200" cy="1363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05" name="Google Shape;205;p21"/>
          <p:cNvSpPr txBox="1"/>
          <p:nvPr/>
        </p:nvSpPr>
        <p:spPr>
          <a:xfrm>
            <a:off x="5854350" y="2824650"/>
            <a:ext cx="30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615450" y="2733125"/>
            <a:ext cx="30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394925" y="2883463"/>
            <a:ext cx="30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3615450" y="3137400"/>
            <a:ext cx="30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266075" y="319440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045100" y="313740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2606400" y="259985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174400" y="2733125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802575" y="313740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365500" y="3252775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846800" y="346350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846800" y="245535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68000" y="882925"/>
            <a:ext cx="6624000" cy="14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Venn diagram to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has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factors which are not common with 60.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has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factors which are not common with 45.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and 60 have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common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common factors of 45 and 60 are </a:t>
            </a:r>
            <a:r>
              <a:rPr lang="en-GB" sz="1200" u="sng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          </a:t>
            </a:r>
            <a:r>
              <a:rPr lang="en-GB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2303400" y="2301250"/>
            <a:ext cx="147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Factors of 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574325" y="2301250"/>
            <a:ext cx="147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Factors of 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4340700"/>
            <a:ext cx="6624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common factors for each of these following pairs of numbers: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889725" y="4520775"/>
            <a:ext cx="87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24 &amp; 72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8000" y="4520775"/>
            <a:ext cx="87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24 &amp; 36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2275242" y="4520775"/>
            <a:ext cx="87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24 &amp; 38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082483" y="4520775"/>
            <a:ext cx="87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24 &amp; 40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68000" y="530550"/>
            <a:ext cx="264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 : Common factors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6" name="Google Shape;226;p21"/>
          <p:cNvCxnSpPr/>
          <p:nvPr/>
        </p:nvCxnSpPr>
        <p:spPr>
          <a:xfrm>
            <a:off x="492513" y="607885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7" name="Google Shape;227;p21"/>
          <p:cNvSpPr txBox="1"/>
          <p:nvPr/>
        </p:nvSpPr>
        <p:spPr>
          <a:xfrm>
            <a:off x="468000" y="640010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Simplify fully the following fractions.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to use the highest common denominator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8" name="Google Shape;228;p21"/>
          <p:cNvGrpSpPr/>
          <p:nvPr/>
        </p:nvGrpSpPr>
        <p:grpSpPr>
          <a:xfrm>
            <a:off x="1951800" y="7043075"/>
            <a:ext cx="508888" cy="426314"/>
            <a:chOff x="2167434" y="6890675"/>
            <a:chExt cx="508888" cy="426314"/>
          </a:xfrm>
        </p:grpSpPr>
        <p:sp>
          <p:nvSpPr>
            <p:cNvPr id="229" name="Google Shape;229;p21"/>
            <p:cNvSpPr txBox="1"/>
            <p:nvPr/>
          </p:nvSpPr>
          <p:spPr>
            <a:xfrm>
              <a:off x="2167434" y="6890675"/>
              <a:ext cx="379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0" name="Google Shape;230;p21" descr="&lt;math xmlns=&quot;http://www.w3.org/1998/Math/MathML&quot; display=&quot;block&quot; data-is-equatio=&quot;1&quot; data-latex=&quot;\frac{12}{15}&quot;&gt;&lt;mfrac&gt;&lt;mn&gt;12&lt;/mn&gt;&lt;mn&gt;15&lt;/mn&gt;&lt;/mfrac&gt;&lt;/math&gt;" title="12 over 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6222" y="6951922"/>
              <a:ext cx="200100" cy="3650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21"/>
          <p:cNvGrpSpPr/>
          <p:nvPr/>
        </p:nvGrpSpPr>
        <p:grpSpPr>
          <a:xfrm>
            <a:off x="503250" y="7043075"/>
            <a:ext cx="486125" cy="402589"/>
            <a:chOff x="503250" y="6890675"/>
            <a:chExt cx="486125" cy="402589"/>
          </a:xfrm>
        </p:grpSpPr>
        <p:sp>
          <p:nvSpPr>
            <p:cNvPr id="232" name="Google Shape;232;p21"/>
            <p:cNvSpPr txBox="1"/>
            <p:nvPr/>
          </p:nvSpPr>
          <p:spPr>
            <a:xfrm>
              <a:off x="503250" y="6890675"/>
              <a:ext cx="47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3" name="Google Shape;23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75" y="6926400"/>
              <a:ext cx="200100" cy="36686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4" name="Google Shape;234;p21" descr="&lt;math xmlns=&quot;http://www.w3.org/1998/Math/MathML&quot; display=&quot;block&quot; data-is-equatio=&quot;1&quot; data-latex=&quot;\frac{30}{36}&quot;&gt;&lt;mfrac&gt;&lt;mn&gt;30&lt;/mn&gt;&lt;mn&gt;36&lt;/mn&gt;&lt;/mfrac&gt;&lt;/math&gt;" title="30 over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8147" y="7089577"/>
            <a:ext cx="200100" cy="36507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3346914" y="7043075"/>
            <a:ext cx="47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1"/>
          <p:cNvGrpSpPr/>
          <p:nvPr/>
        </p:nvGrpSpPr>
        <p:grpSpPr>
          <a:xfrm>
            <a:off x="4630339" y="7043075"/>
            <a:ext cx="562623" cy="408472"/>
            <a:chOff x="4513753" y="6890675"/>
            <a:chExt cx="562623" cy="408472"/>
          </a:xfrm>
        </p:grpSpPr>
        <p:pic>
          <p:nvPicPr>
            <p:cNvPr id="237" name="Google Shape;237;p21" descr="&lt;math xmlns=&quot;http://www.w3.org/1998/Math/MathML&quot; display=&quot;block&quot; data-is-equatio=&quot;1&quot; data-latex=&quot;\frac{40}{72}&quot;&gt;&lt;mfrac&gt;&lt;mn&gt;40&lt;/mn&gt;&lt;mn&gt;72&lt;/mn&gt;&lt;/mfrac&gt;&lt;/math&gt;" title="40 over 7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76276" y="6930574"/>
              <a:ext cx="200100" cy="3685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21"/>
            <p:cNvSpPr txBox="1"/>
            <p:nvPr/>
          </p:nvSpPr>
          <p:spPr>
            <a:xfrm>
              <a:off x="4513753" y="6890675"/>
              <a:ext cx="47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9" name="Google Shape;239;p21"/>
          <p:cNvSpPr txBox="1"/>
          <p:nvPr/>
        </p:nvSpPr>
        <p:spPr>
          <a:xfrm>
            <a:off x="468000" y="8190075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 a) Which of the following are not in their simplest form?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b) Simplify those you have identified.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0" name="Google Shape;240;p21" descr="&lt;math xmlns=&quot;http://www.w3.org/1998/Math/MathML&quot; display=&quot;block&quot; data-is-equatio=&quot;1&quot; data-latex=&quot;\dfrac{3}{11}&quot;&gt;&lt;mstyle displaystyle=&quot;true&quot; scriptlevel=&quot;0&quot;&gt;&lt;mfrac&gt;&lt;mn&gt;3&lt;/mn&gt;&lt;mn&gt;11&lt;/mn&gt;&lt;/mfrac&gt;&lt;/mstyle&gt;&lt;/math&gt;" title="3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8166" y="8978929"/>
            <a:ext cx="240119" cy="43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&lt;math xmlns=&quot;http://www.w3.org/1998/Math/MathML&quot; display=&quot;block&quot; data-is-equatio=&quot;1&quot; data-latex=&quot;\frac{2}{19}&quot;&gt;&lt;mfrac&gt;&lt;mn&gt;2&lt;/mn&gt;&lt;mn&gt;19&lt;/mn&gt;&lt;/mfrac&gt;&lt;/math&gt;" title="2 over 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5854" y="8978929"/>
            <a:ext cx="238212" cy="43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&lt;math xmlns=&quot;http://www.w3.org/1998/Math/MathML&quot; display=&quot;block&quot; data-is-equatio=&quot;1&quot; data-latex=&quot;\frac{14}{35}&quot;&gt;&lt;mfrac&gt;&lt;mn&gt;14&lt;/mn&gt;&lt;mn&gt;35&lt;/mn&gt;&lt;/mfrac&gt;&lt;/math&gt;" title="14 over 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3225" y="8978929"/>
            <a:ext cx="228103" cy="413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&lt;math xmlns=&quot;http://www.w3.org/1998/Math/MathML&quot; display=&quot;block&quot; data-is-equatio=&quot;1&quot; data-latex=&quot;\frac{9}{16}&quot;&gt;&lt;mfrac&gt;&lt;mn&gt;9&lt;/mn&gt;&lt;mn&gt;16&lt;/mn&gt;&lt;/mfrac&gt;&lt;/math&gt;" title="9 over 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45124" y="8978929"/>
            <a:ext cx="223891" cy="40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&lt;math xmlns=&quot;http://www.w3.org/1998/Math/MathML&quot; display=&quot;block&quot; data-is-equatio=&quot;1&quot; data-latex=&quot;\frac{12}{33}&quot;&gt;&lt;mfrac&gt;&lt;mn&gt;12&lt;/mn&gt;&lt;mn&gt;33&lt;/mn&gt;&lt;/mfrac&gt;&lt;/math&gt;" title="12 over 3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60905" y="8978929"/>
            <a:ext cx="219679" cy="4073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21"/>
          <p:cNvGrpSpPr/>
          <p:nvPr/>
        </p:nvGrpSpPr>
        <p:grpSpPr>
          <a:xfrm>
            <a:off x="6002988" y="7043075"/>
            <a:ext cx="514988" cy="401668"/>
            <a:chOff x="6002988" y="6890675"/>
            <a:chExt cx="514988" cy="401668"/>
          </a:xfrm>
        </p:grpSpPr>
        <p:sp>
          <p:nvSpPr>
            <p:cNvPr id="246" name="Google Shape;246;p21"/>
            <p:cNvSpPr txBox="1"/>
            <p:nvPr/>
          </p:nvSpPr>
          <p:spPr>
            <a:xfrm>
              <a:off x="6002988" y="6890675"/>
              <a:ext cx="47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47" name="Google Shape;247;p21" descr="&lt;math xmlns=&quot;http://www.w3.org/1998/Math/MathML&quot; display=&quot;block&quot; data-is-equatio=&quot;1&quot; data-latex=&quot;\frac{36}{54}&quot;&gt;&lt;mfrac&gt;&lt;mn&gt;36&lt;/mn&gt;&lt;mn&gt;54&lt;/mn&gt;&lt;/mfrac&gt;&lt;/math&gt;" title="36 over 54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6317875" y="6927250"/>
              <a:ext cx="200100" cy="3650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21"/>
          <p:cNvSpPr txBox="1"/>
          <p:nvPr/>
        </p:nvSpPr>
        <p:spPr>
          <a:xfrm>
            <a:off x="468000" y="6037675"/>
            <a:ext cx="310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 : Simplifying fractions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9" name="Google Shape;249;p21"/>
          <p:cNvCxnSpPr/>
          <p:nvPr/>
        </p:nvCxnSpPr>
        <p:spPr>
          <a:xfrm>
            <a:off x="467988" y="985075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Listing factors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2023-11-21T23:36:57.591</cp:lastPrinted>
  <dcterms:created xsi:type="dcterms:W3CDTF">2023-11-21T23:36:57Z</dcterms:created>
  <dcterms:modified xsi:type="dcterms:W3CDTF">2023-11-21T23:36:18Z</dcterms:modified>
</cp:coreProperties>
</file>