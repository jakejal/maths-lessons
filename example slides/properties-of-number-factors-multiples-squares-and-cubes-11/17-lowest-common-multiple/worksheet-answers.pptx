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85225"/>
            <a:ext cx="66240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	Write the first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eight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multiples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4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828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multiples using prime factorisation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657200" y="2204675"/>
            <a:ext cx="6592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5, 2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5, 3 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        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5, 3 × 5 × 7,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7,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2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     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5, 2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 × 7,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732925" y="4143725"/>
            <a:ext cx="4973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d) the common multiple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= 60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795150" y="2128861"/>
            <a:ext cx="763200" cy="27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218450" y="2873225"/>
            <a:ext cx="763200" cy="27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88725" y="2311750"/>
            <a:ext cx="844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88725" y="3042000"/>
            <a:ext cx="844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474750" y="48235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468000" y="4950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 common multiple using prime factorisation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73168" y="5657271"/>
            <a:ext cx="17274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062125" y="5657271"/>
            <a:ext cx="2500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2 × 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855975" y="8357271"/>
            <a:ext cx="2083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= 2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809672" y="6338438"/>
            <a:ext cx="2548047" cy="1050371"/>
            <a:chOff x="628800" y="1887021"/>
            <a:chExt cx="2786578" cy="1148700"/>
          </a:xfrm>
        </p:grpSpPr>
        <p:sp>
          <p:nvSpPr>
            <p:cNvPr id="187" name="Google Shape;187;p20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89" name="Google Shape;189;p20"/>
          <p:cNvSpPr txBox="1"/>
          <p:nvPr/>
        </p:nvSpPr>
        <p:spPr>
          <a:xfrm>
            <a:off x="504850" y="565727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809050" y="565727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4218444" y="6378146"/>
            <a:ext cx="2548047" cy="1050371"/>
            <a:chOff x="4863513" y="1988621"/>
            <a:chExt cx="2786578" cy="1148700"/>
          </a:xfrm>
        </p:grpSpPr>
        <p:sp>
          <p:nvSpPr>
            <p:cNvPr id="192" name="Google Shape;192;p20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744400" y="7565746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965250" y="6530567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226550" y="671604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124850" y="6530567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067850" y="699324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859500" y="674764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11600" y="7605142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374600" y="6633304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484325" y="6785704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65725" y="7165079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569375" y="68536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509125" y="7062904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04850" y="8325296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>
            <a:off x="2493911" y="8325294"/>
            <a:ext cx="2548047" cy="1050371"/>
            <a:chOff x="628800" y="1887021"/>
            <a:chExt cx="2786578" cy="1148700"/>
          </a:xfrm>
        </p:grpSpPr>
        <p:sp>
          <p:nvSpPr>
            <p:cNvPr id="208" name="Google Shape;208;p20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210" name="Google Shape;210;p20"/>
          <p:cNvSpPr txBox="1"/>
          <p:nvPr/>
        </p:nvSpPr>
        <p:spPr>
          <a:xfrm>
            <a:off x="3649513" y="8517496"/>
            <a:ext cx="26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957313" y="8734571"/>
            <a:ext cx="26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906517" y="8635271"/>
            <a:ext cx="26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752113" y="9056367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804788" y="8635258"/>
            <a:ext cx="26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139993" y="9394263"/>
            <a:ext cx="333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6048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68000" y="5336571"/>
            <a:ext cx="5146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7991" y="720000"/>
            <a:ext cx="8436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420 and another number is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represented in the Venn diagram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was the other number?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1553104" y="1650339"/>
            <a:ext cx="2587059" cy="1066453"/>
            <a:chOff x="628800" y="1887021"/>
            <a:chExt cx="2786578" cy="1148700"/>
          </a:xfrm>
        </p:grpSpPr>
        <p:sp>
          <p:nvSpPr>
            <p:cNvPr id="227" name="Google Shape;227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229" name="Google Shape;229;p21"/>
          <p:cNvSpPr txBox="1"/>
          <p:nvPr/>
        </p:nvSpPr>
        <p:spPr>
          <a:xfrm>
            <a:off x="2708663" y="1842446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046181" y="2027925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811263" y="230512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602913" y="205952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68000" y="2781050"/>
            <a:ext cx="589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7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1260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other number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7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252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065055" y="2755205"/>
            <a:ext cx="137700" cy="18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21"/>
          <p:cNvSpPr txBox="1"/>
          <p:nvPr/>
        </p:nvSpPr>
        <p:spPr>
          <a:xfrm>
            <a:off x="2019613" y="2113996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870900" y="1465550"/>
            <a:ext cx="163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Prime factors of 420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474750" y="333932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1"/>
          <p:cNvSpPr txBox="1"/>
          <p:nvPr/>
        </p:nvSpPr>
        <p:spPr>
          <a:xfrm>
            <a:off x="474750" y="35283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 common multiple of more than two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74750" y="3916525"/>
            <a:ext cx="223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420000" y="4043225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1" name="Google Shape;241;p21"/>
          <p:cNvSpPr/>
          <p:nvPr/>
        </p:nvSpPr>
        <p:spPr>
          <a:xfrm>
            <a:off x="4382628" y="4086306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p21"/>
          <p:cNvSpPr/>
          <p:nvPr/>
        </p:nvSpPr>
        <p:spPr>
          <a:xfrm>
            <a:off x="3957542" y="4877251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21"/>
          <p:cNvSpPr txBox="1"/>
          <p:nvPr/>
        </p:nvSpPr>
        <p:spPr>
          <a:xfrm>
            <a:off x="5982731" y="4648067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74750" y="4456525"/>
            <a:ext cx="2634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 × 7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898399" y="4920108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898399" y="6033329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932996" y="5301904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247430" y="5377082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848885" y="4570479"/>
            <a:ext cx="31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8000" y="6295650"/>
            <a:ext cx="528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140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13 860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