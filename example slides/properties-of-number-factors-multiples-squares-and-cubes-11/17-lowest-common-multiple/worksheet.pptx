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885225"/>
            <a:ext cx="66240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	Write the first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eight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multiples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4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× 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×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d)    What is the first common multiple of 15 and 12?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828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Common multiples using prime factorisation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474750" y="48235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0"/>
          <p:cNvSpPr txBox="1"/>
          <p:nvPr/>
        </p:nvSpPr>
        <p:spPr>
          <a:xfrm>
            <a:off x="468000" y="49501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Lowest common multiple using prime factorisation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773168" y="5657271"/>
            <a:ext cx="17274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56 = 2 × 2 × 2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 = 2 × 2 × 5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062125" y="5657271"/>
            <a:ext cx="2500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 × 2 × 3 × 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 ×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855975" y="8357271"/>
            <a:ext cx="20835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= 2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7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" name="Google Shape;170;p20"/>
          <p:cNvGrpSpPr/>
          <p:nvPr/>
        </p:nvGrpSpPr>
        <p:grpSpPr>
          <a:xfrm>
            <a:off x="809672" y="6338438"/>
            <a:ext cx="2548047" cy="1050371"/>
            <a:chOff x="628800" y="1887021"/>
            <a:chExt cx="2786578" cy="1148700"/>
          </a:xfrm>
        </p:grpSpPr>
        <p:sp>
          <p:nvSpPr>
            <p:cNvPr id="171" name="Google Shape;171;p20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173" name="Google Shape;173;p20"/>
          <p:cNvSpPr txBox="1"/>
          <p:nvPr/>
        </p:nvSpPr>
        <p:spPr>
          <a:xfrm>
            <a:off x="504850" y="5657271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809050" y="5657271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4218444" y="6378146"/>
            <a:ext cx="2548047" cy="1050371"/>
            <a:chOff x="4863513" y="1988621"/>
            <a:chExt cx="2786578" cy="1148700"/>
          </a:xfrm>
        </p:grpSpPr>
        <p:sp>
          <p:nvSpPr>
            <p:cNvPr id="176" name="Google Shape;176;p20"/>
            <p:cNvSpPr/>
            <p:nvPr/>
          </p:nvSpPr>
          <p:spPr>
            <a:xfrm>
              <a:off x="4863513" y="19886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5796390" y="19886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178" name="Google Shape;178;p20"/>
          <p:cNvSpPr txBox="1"/>
          <p:nvPr/>
        </p:nvSpPr>
        <p:spPr>
          <a:xfrm>
            <a:off x="744400" y="7565746"/>
            <a:ext cx="3145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56 and 140 is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011600" y="7605142"/>
            <a:ext cx="3145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7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04850" y="8325296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2493911" y="8325294"/>
            <a:ext cx="2548047" cy="1050371"/>
            <a:chOff x="628800" y="1887021"/>
            <a:chExt cx="2786578" cy="1148700"/>
          </a:xfrm>
        </p:grpSpPr>
        <p:sp>
          <p:nvSpPr>
            <p:cNvPr id="182" name="Google Shape;182;p20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184" name="Google Shape;184;p20"/>
          <p:cNvSpPr txBox="1"/>
          <p:nvPr/>
        </p:nvSpPr>
        <p:spPr>
          <a:xfrm>
            <a:off x="4139993" y="9394263"/>
            <a:ext cx="333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2016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8000" y="5336571"/>
            <a:ext cx="5146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 pairs of numbers: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Lowest common multiple</a:t>
            </a:r>
            <a:endParaRPr/>
          </a:p>
        </p:txBody>
      </p:sp>
      <p:sp>
        <p:nvSpPr>
          <p:cNvPr id="192" name="Google Shape;192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67991" y="720000"/>
            <a:ext cx="8436600" cy="16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420 and another number is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represented in the Venn diagram is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1260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missing prime factor?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What was the other number?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" name="Google Shape;195;p21"/>
          <p:cNvGrpSpPr/>
          <p:nvPr/>
        </p:nvGrpSpPr>
        <p:grpSpPr>
          <a:xfrm>
            <a:off x="1553104" y="1650339"/>
            <a:ext cx="2587059" cy="1066453"/>
            <a:chOff x="628800" y="1887021"/>
            <a:chExt cx="2786578" cy="1148700"/>
          </a:xfrm>
        </p:grpSpPr>
        <p:sp>
          <p:nvSpPr>
            <p:cNvPr id="196" name="Google Shape;196;p21"/>
            <p:cNvSpPr/>
            <p:nvPr/>
          </p:nvSpPr>
          <p:spPr>
            <a:xfrm>
              <a:off x="628800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1561678" y="1887021"/>
              <a:ext cx="1853700" cy="1148700"/>
            </a:xfrm>
            <a:prstGeom prst="ellipse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198" name="Google Shape;198;p21"/>
          <p:cNvSpPr txBox="1"/>
          <p:nvPr/>
        </p:nvSpPr>
        <p:spPr>
          <a:xfrm>
            <a:off x="2708663" y="1842446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3046181" y="2027925"/>
            <a:ext cx="30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2811263" y="2305121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3602913" y="2059521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474750" y="333932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1"/>
          <p:cNvSpPr txBox="1"/>
          <p:nvPr/>
        </p:nvSpPr>
        <p:spPr>
          <a:xfrm>
            <a:off x="474750" y="3528300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Lowest common multiple of more than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4750" y="3916525"/>
            <a:ext cx="2237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3420000" y="4043225"/>
            <a:ext cx="2243400" cy="17073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6" name="Google Shape;206;p21"/>
          <p:cNvSpPr/>
          <p:nvPr/>
        </p:nvSpPr>
        <p:spPr>
          <a:xfrm>
            <a:off x="4382628" y="4086306"/>
            <a:ext cx="2243400" cy="17073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7" name="Google Shape;207;p21"/>
          <p:cNvSpPr/>
          <p:nvPr/>
        </p:nvSpPr>
        <p:spPr>
          <a:xfrm>
            <a:off x="3957542" y="4877251"/>
            <a:ext cx="2243400" cy="1707300"/>
          </a:xfrm>
          <a:prstGeom prst="ellipse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8" name="Google Shape;208;p21"/>
          <p:cNvSpPr txBox="1"/>
          <p:nvPr/>
        </p:nvSpPr>
        <p:spPr>
          <a:xfrm>
            <a:off x="5982731" y="4648067"/>
            <a:ext cx="24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74750" y="4456525"/>
            <a:ext cx="26343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5 × 7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932996" y="5301904"/>
            <a:ext cx="24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247430" y="5377082"/>
            <a:ext cx="24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6295650"/>
            <a:ext cx="5288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LCM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</a:t>
            </a:r>
            <a:r>
              <a:rPr lang="en-GB" sz="1200" u="sng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 u="sng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 u="sng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732300" y="4562650"/>
            <a:ext cx="815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50100" y="4920225"/>
            <a:ext cx="815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802500" y="6016350"/>
            <a:ext cx="815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u="sng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