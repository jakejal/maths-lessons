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467975" y="3258291"/>
            <a:ext cx="66240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Alex writes out the first seven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2, 3, 5, 7, 11, 13, 17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uses these numbers to make the following statements.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 you agree with them?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examples to support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prime numbers</a:t>
            </a:r>
            <a:endParaRPr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00200" y="1715800"/>
            <a:ext cx="652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 the factors of the following and decide which are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7975" y="2000275"/>
            <a:ext cx="2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823671" y="2000275"/>
            <a:ext cx="4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352554" y="2000275"/>
            <a:ext cx="2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708250" y="2000275"/>
            <a:ext cx="4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237133" y="2000275"/>
            <a:ext cx="2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592829" y="2000275"/>
            <a:ext cx="4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121712" y="2000275"/>
            <a:ext cx="2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477408" y="2000275"/>
            <a:ext cx="4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20800"/>
            <a:ext cx="265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ask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A: Properties of primes</a:t>
            </a:r>
            <a:endParaRPr b="1">
              <a:solidFill>
                <a:srgbClr val="000000"/>
              </a:solidFill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484676" y="4736527"/>
            <a:ext cx="965478" cy="760902"/>
            <a:chOff x="324000" y="3184850"/>
            <a:chExt cx="1246100" cy="1405175"/>
          </a:xfrm>
        </p:grpSpPr>
        <p:pic>
          <p:nvPicPr>
            <p:cNvPr id="176" name="Google Shape;176;p20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324000" y="3184850"/>
              <a:ext cx="1246024" cy="140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0"/>
            <p:cNvSpPr txBox="1"/>
            <p:nvPr/>
          </p:nvSpPr>
          <p:spPr>
            <a:xfrm>
              <a:off x="446300" y="3220825"/>
              <a:ext cx="1123800" cy="136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Most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numbers are odd.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484670" y="6388202"/>
            <a:ext cx="1369360" cy="835251"/>
            <a:chOff x="7581759" y="857281"/>
            <a:chExt cx="1767373" cy="857283"/>
          </a:xfrm>
        </p:grpSpPr>
        <p:pic>
          <p:nvPicPr>
            <p:cNvPr id="179" name="Google Shape;179;p2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7581759" y="857281"/>
              <a:ext cx="1767373" cy="8572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 txBox="1"/>
            <p:nvPr/>
          </p:nvSpPr>
          <p:spPr>
            <a:xfrm>
              <a:off x="7722513" y="899128"/>
              <a:ext cx="1551300" cy="75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Numbers ending in 5 can be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484638" y="5547782"/>
            <a:ext cx="1278108" cy="835221"/>
            <a:chOff x="2746603" y="3077425"/>
            <a:chExt cx="1649597" cy="1405150"/>
          </a:xfrm>
        </p:grpSpPr>
        <p:pic>
          <p:nvPicPr>
            <p:cNvPr id="182" name="Google Shape;182;p20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2746603" y="3077425"/>
              <a:ext cx="1551299" cy="1405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0"/>
            <p:cNvSpPr txBox="1"/>
            <p:nvPr/>
          </p:nvSpPr>
          <p:spPr>
            <a:xfrm>
              <a:off x="2844900" y="3133880"/>
              <a:ext cx="1551300" cy="12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All numbers ending in 3 are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400194" y="7236894"/>
            <a:ext cx="2204848" cy="562964"/>
            <a:chOff x="5774402" y="3722700"/>
            <a:chExt cx="2204848" cy="841500"/>
          </a:xfrm>
        </p:grpSpPr>
        <p:pic>
          <p:nvPicPr>
            <p:cNvPr id="185" name="Google Shape;185;p2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5774402" y="3722700"/>
              <a:ext cx="2166723" cy="828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0"/>
            <p:cNvSpPr txBox="1"/>
            <p:nvPr/>
          </p:nvSpPr>
          <p:spPr>
            <a:xfrm>
              <a:off x="5954250" y="3735900"/>
              <a:ext cx="20250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numbers don’t end in 9.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414819" y="7945422"/>
            <a:ext cx="1735537" cy="625028"/>
            <a:chOff x="6476850" y="2571750"/>
            <a:chExt cx="1735537" cy="1194626"/>
          </a:xfrm>
        </p:grpSpPr>
        <p:pic>
          <p:nvPicPr>
            <p:cNvPr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6476850" y="2571750"/>
              <a:ext cx="1656100" cy="1194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0"/>
            <p:cNvSpPr txBox="1"/>
            <p:nvPr/>
          </p:nvSpPr>
          <p:spPr>
            <a:xfrm>
              <a:off x="6661088" y="2661163"/>
              <a:ext cx="1551300" cy="10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 and 17 are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so 27 will be too.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0" name="Google Shape;190;p20"/>
          <p:cNvCxnSpPr/>
          <p:nvPr/>
        </p:nvCxnSpPr>
        <p:spPr>
          <a:xfrm>
            <a:off x="480750" y="94792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prime numbers</a:t>
            </a:r>
            <a:endParaRPr/>
          </a:p>
        </p:txBody>
      </p:sp>
      <p:sp>
        <p:nvSpPr>
          <p:cNvPr id="197" name="Google Shape;19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76400" y="1292700"/>
            <a:ext cx="66156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your way through the maze.  You can only move vertically and horizontally and can only move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" name="Google Shape;200;p21"/>
          <p:cNvGrpSpPr/>
          <p:nvPr/>
        </p:nvGrpSpPr>
        <p:grpSpPr>
          <a:xfrm>
            <a:off x="1398664" y="2063200"/>
            <a:ext cx="4978608" cy="3115600"/>
            <a:chOff x="1472375" y="1682200"/>
            <a:chExt cx="6199238" cy="3115600"/>
          </a:xfrm>
        </p:grpSpPr>
        <p:sp>
          <p:nvSpPr>
            <p:cNvPr id="201" name="Google Shape;201;p21"/>
            <p:cNvSpPr/>
            <p:nvPr/>
          </p:nvSpPr>
          <p:spPr>
            <a:xfrm>
              <a:off x="147237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147237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209231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209231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2712250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2712250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147237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147237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209231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209231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2712250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2712250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3332188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3332188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395212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395212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457206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457206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3332188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3332188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395212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395212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457206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457206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147237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147237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209231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209231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2712250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2712250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147237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147237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209231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209231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2712250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2712250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3332188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3332188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395212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395212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457206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457206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3332188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3332188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395212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395212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457206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457206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5192000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5192000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5192000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5192000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5811938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5811938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643187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643187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705181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705181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5811938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5811938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643187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643187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705181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705181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5192000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5192000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5192000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5192000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5811938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5811938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643187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643187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705181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705181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5811938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5811938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643187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643187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705181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705181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1" name="Google Shape;281;p21"/>
          <p:cNvSpPr txBox="1"/>
          <p:nvPr/>
        </p:nvSpPr>
        <p:spPr>
          <a:xfrm>
            <a:off x="744892" y="4701000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Start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79725" y="5624125"/>
            <a:ext cx="636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Use the numbers on the cards to complete the sentences.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each card only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725197" y="6959747"/>
            <a:ext cx="36450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an odd number of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exactly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exactly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as a factor.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4" name="Google Shape;284;p21"/>
          <p:cNvGrpSpPr/>
          <p:nvPr/>
        </p:nvGrpSpPr>
        <p:grpSpPr>
          <a:xfrm>
            <a:off x="1514485" y="6454295"/>
            <a:ext cx="4497043" cy="337198"/>
            <a:chOff x="1311725" y="1543585"/>
            <a:chExt cx="5818402" cy="565200"/>
          </a:xfrm>
        </p:grpSpPr>
        <p:sp>
          <p:nvSpPr>
            <p:cNvPr id="285" name="Google Shape;285;p21"/>
            <p:cNvSpPr/>
            <p:nvPr/>
          </p:nvSpPr>
          <p:spPr>
            <a:xfrm>
              <a:off x="1311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2063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2815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3567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4319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5071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5823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575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3" name="Google Shape;293;p21"/>
          <p:cNvSpPr txBox="1"/>
          <p:nvPr/>
        </p:nvSpPr>
        <p:spPr>
          <a:xfrm>
            <a:off x="4222284" y="6862778"/>
            <a:ext cx="28731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pairs of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exactly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six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79725" y="6859737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79725" y="7188109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79725" y="7524122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79725" y="785485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018640" y="6839878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018640" y="7181490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018640" y="7522504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018640" y="7865398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79725" y="8210222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714451" y="8225574"/>
            <a:ext cx="62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a sentence that is true for all of these numbers, true for some numbers and not true for any numbers.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>
            <a:off x="480750" y="95554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21"/>
          <p:cNvSpPr txBox="1"/>
          <p:nvPr/>
        </p:nvSpPr>
        <p:spPr>
          <a:xfrm>
            <a:off x="480750" y="564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ask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B: Identifying primes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