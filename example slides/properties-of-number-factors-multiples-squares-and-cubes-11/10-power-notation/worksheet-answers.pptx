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11" Type="http://schemas.openxmlformats.org/officeDocument/2006/relationships/image" Target="../media/image15.png"/><Relationship Id="rId10" Type="http://schemas.openxmlformats.org/officeDocument/2006/relationships/image" Target="../media/image20.png"/><Relationship Id="rId12" Type="http://schemas.openxmlformats.org/officeDocument/2006/relationships/image" Target="../media/image21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5.png"/><Relationship Id="rId13" Type="http://schemas.openxmlformats.org/officeDocument/2006/relationships/image" Target="../media/image29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Relationship Id="rId15" Type="http://schemas.openxmlformats.org/officeDocument/2006/relationships/image" Target="../media/image26.png"/><Relationship Id="rId1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68000" y="2096650"/>
            <a:ext cx="2064600" cy="288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9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has spilt ink all over his maths notes. Identify what was under the spilt ink.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22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^2&quot;&gt;&lt;msup&gt;&lt;mn&gt;12&lt;/mn&gt;&lt;mn&gt;2&lt;/mn&gt;&lt;/msup&gt;&lt;/math&gt;" id="176" name="Google Shape;176;p20" title="12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647" y="2365097"/>
            <a:ext cx="593850" cy="4303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887088" y="298920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59088" y="353670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5673" y="407010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“12 squared”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35288" y="460350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means 12 ✕ 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712350" y="2096638"/>
            <a:ext cx="2384100" cy="297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2704038" y="3040638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646738" y="3460563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774738" y="3828963"/>
            <a:ext cx="22884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“9 to the power of 4”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532588" y="4294263"/>
            <a:ext cx="2727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means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✕ 9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9  ✕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341175" y="2140125"/>
            <a:ext cx="1716600" cy="288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531663" y="295655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03663" y="350405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00248" y="403745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“4 cubed”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479863" y="457085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9^4&quot;&gt;&lt;msup&gt;&lt;mn&gt;9&lt;/mn&gt;&lt;mn&gt;4&lt;/mn&gt;&lt;/msup&gt;&lt;/math&gt;" id="191" name="Google Shape;191;p20" title="9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034" y="2321675"/>
            <a:ext cx="389719" cy="4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3&quot;&gt;&lt;msup&gt;&lt;mn&gt;4&lt;/mn&gt;&lt;mn&gt;3&lt;/mn&gt;&lt;/msup&gt;&lt;/math&gt;" id="192" name="Google Shape;192;p20" title="4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611" y="2407285"/>
            <a:ext cx="389725" cy="433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68000" y="5289988"/>
            <a:ext cx="8237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these numbers in ascending order,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401638" y="6275538"/>
            <a:ext cx="72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255700" y="6065263"/>
            <a:ext cx="101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✕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098725" y="6103650"/>
            <a:ext cx="101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991138" y="6348388"/>
            <a:ext cx="72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371250" y="6103638"/>
            <a:ext cx="1784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✕ 2 ✕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114088" y="6088350"/>
            <a:ext cx="54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217179" y="6223313"/>
            <a:ext cx="101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092250" y="6088350"/>
            <a:ext cx="1299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✕ 10 ✕ 10 ✕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47075" y="6103650"/>
            <a:ext cx="54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+2+2&quot;&gt;&lt;mn&gt;2&lt;/mn&gt;&lt;mo&gt;+&lt;/mo&gt;&lt;mn&gt;2&lt;/mn&gt;&lt;mo&gt;+&lt;/mo&gt;&lt;mn&gt;2&lt;/mn&gt;&lt;/math&gt;" id="203" name="Google Shape;203;p20" title="2 plus 2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047" y="5614052"/>
            <a:ext cx="1154851" cy="233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3&quot;&gt;&lt;msup&gt;&lt;mn&gt;2&lt;/mn&gt;&lt;mn&gt;3&lt;/mn&gt;&lt;/msup&gt;&lt;/math&gt;" id="204" name="Google Shape;204;p20" title="2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7521" y="5611459"/>
            <a:ext cx="280393" cy="329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2&quot;&gt;&lt;mn&gt;9&lt;/mn&gt;&lt;mo&gt;×&lt;/mo&gt;&lt;mn&gt;2&lt;/mn&gt;&lt;/math&gt;" id="205" name="Google Shape;205;p20" title="9 time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3598" y="5657359"/>
            <a:ext cx="700983" cy="250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 \times4&quot;&gt;&lt;mn&gt;10&lt;/mn&gt;&lt;mtext&gt;&lt;/mtext&gt;&lt;mo&gt;×&lt;/mo&gt;&lt;mn&gt;4&lt;/mn&gt;&lt;/math&gt;" id="206" name="Google Shape;206;p20" title="10 times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5175" y="5661866"/>
            <a:ext cx="936768" cy="257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^2&quot;&gt;&lt;msup&gt;&lt;mn&gt;9&lt;/mn&gt;&lt;mn&gt;2&lt;/mn&gt;&lt;/msup&gt;&lt;/math&gt;" id="207" name="Google Shape;207;p20" title="9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03544" y="5573642"/>
            <a:ext cx="299511" cy="349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208" name="Google Shape;208;p20" title="10 to the fourth power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61518" y="5590822"/>
            <a:ext cx="424838" cy="32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5572328" y="5558055"/>
            <a:ext cx="4803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450890" y="5550148"/>
            <a:ext cx="5823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149311" y="5547894"/>
            <a:ext cx="11064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2901697" y="5548624"/>
            <a:ext cx="9531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2163339" y="5580195"/>
            <a:ext cx="4545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68000" y="5556632"/>
            <a:ext cx="1299600" cy="3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68000" y="6818650"/>
            <a:ext cx="6624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numbers have been put in ascending order. They are missing an exponent, base or both.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numbers using the following: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combination is valid.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Try and find a different way to complete part 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combination is valid as long as it differs from part a)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140000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641197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142393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643590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144787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645984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2\ \ ,\ 5\ \ ,\ 3\ \ ,\ \ \ \ \ ^2,\ \ \ \ \ \ \ ^{\ \ \ \ }\ &quot;&gt;&lt;mn&gt;2&lt;/mn&gt;&lt;mtext&gt;&lt;/mtext&gt;&lt;mtext&gt;&lt;/mtext&gt;&lt;mo&gt;,&lt;/mo&gt;&lt;mtext&gt;&lt;/mtext&gt;&lt;mn&gt;5&lt;/mn&gt;&lt;mtext&gt;&lt;/mtext&gt;&lt;mtext&gt;&lt;/mtext&gt;&lt;mo&gt;,&lt;/mo&gt;&lt;mtext&gt;&lt;/mtext&gt;&lt;mn&gt;3&lt;/mn&gt;&lt;mtext&gt;&lt;/mtext&gt;&lt;mtext&gt;&lt;/mtext&gt;&lt;mo&gt;,&lt;/mo&gt;&lt;mtext&gt;&lt;/mtext&gt;&lt;mtext&gt;&lt;/mtext&gt;&lt;mtext&gt;&lt;/mtext&gt;&lt;mtext&gt;&lt;/mtext&gt;&lt;msup&gt;&lt;mtext&gt;&lt;/mtext&gt;&lt;mn&gt;2&lt;/mn&gt;&lt;/msup&gt;&lt;mo&gt;,&lt;/mo&gt;&lt;mtext&gt;&lt;/mtext&gt;&lt;mtext&gt;&lt;/mtext&gt;&lt;mtext&gt;&lt;/mtext&gt;&lt;mtext&gt;&lt;/mtext&gt;&lt;mtext&gt;&lt;/mtext&gt;&lt;mtext&gt;&lt;/mtext&gt;&lt;msup&gt;&lt;mtext&gt;&lt;/mtext&gt;&lt;mrow data-mjx-texclass=&quot;ORD&quot;&gt;&lt;mtext&gt;&lt;/mtext&gt;&lt;mtext&gt;&lt;/mtext&gt;&lt;mtext&gt;&lt;/mtext&gt;&lt;mtext&gt;&lt;/mtext&gt;&lt;/mrow&gt;&lt;/msup&gt;&lt;mtext&gt;&lt;/mtext&gt;&lt;/math&gt;" id="223" name="Google Shape;223;p20" title="2 comma 5 comma 3 comma squared comma raised to the power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52283" y="7286353"/>
            <a:ext cx="2825209" cy="44749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2147189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2864615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375519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031764" y="7286323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859517" y="7286323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3565298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1068050"/>
            <a:ext cx="6624000" cy="24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 the following using exponents: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720000"/>
            <a:ext cx="6624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using power notation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240" name="Google Shape;240;p21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0" r="27922" t="0"/>
          <a:stretch/>
        </p:blipFill>
        <p:spPr>
          <a:xfrm>
            <a:off x="702714" y="1513322"/>
            <a:ext cx="2969066" cy="229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241" name="Google Shape;241;p21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0" r="21179" t="0"/>
          <a:stretch/>
        </p:blipFill>
        <p:spPr>
          <a:xfrm>
            <a:off x="675498" y="2173937"/>
            <a:ext cx="4413045" cy="235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242" name="Google Shape;242;p21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73419" r="0" t="0"/>
          <a:stretch/>
        </p:blipFill>
        <p:spPr>
          <a:xfrm>
            <a:off x="3780001" y="1515854"/>
            <a:ext cx="1124793" cy="2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243" name="Google Shape;243;p21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79850" r="0" t="0"/>
          <a:stretch/>
        </p:blipFill>
        <p:spPr>
          <a:xfrm>
            <a:off x="5163148" y="2174645"/>
            <a:ext cx="1098368" cy="22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244" name="Google Shape;244;p21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73152" r="-2" t="0"/>
          <a:stretch/>
        </p:blipFill>
        <p:spPr>
          <a:xfrm>
            <a:off x="5215059" y="2857717"/>
            <a:ext cx="1641758" cy="22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245" name="Google Shape;245;p21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0" r="28443" t="0"/>
          <a:stretch/>
        </p:blipFill>
        <p:spPr>
          <a:xfrm>
            <a:off x="675500" y="2855916"/>
            <a:ext cx="4413052" cy="23172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468000" y="3443500"/>
            <a:ext cx="662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Pair up the statement with the correct simplification.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68000" y="3748213"/>
            <a:ext cx="4203000" cy="34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squared multiplied by five to the power of three.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68000" y="4301025"/>
            <a:ext cx="4203000" cy="408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 squared multiplied by two to the power of five.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68000" y="4916125"/>
            <a:ext cx="4203000" cy="514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squared multiplied by two squared multiplied by seven to the power of four.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8000" y="5604675"/>
            <a:ext cx="4114800" cy="514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 to the power of seven multiplied by seven to the power of four.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^2\times5^3&quot;&gt;&lt;msup&gt;&lt;mn&gt;2&lt;/mn&gt;&lt;mn&gt;2&lt;/mn&gt;&lt;/msup&gt;&lt;mo&gt;×&lt;/mo&gt;&lt;msup&gt;&lt;mn&gt;5&lt;/mn&gt;&lt;mn&gt;3&lt;/mn&gt;&lt;/msup&gt;&lt;/math&gt;" id="251" name="Google Shape;251;p21" title="2 squared times 5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3119" y="5634117"/>
            <a:ext cx="1091123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5\times3^2&quot;&gt;&lt;msup&gt;&lt;mn&gt;2&lt;/mn&gt;&lt;mn&gt;5&lt;/mn&gt;&lt;/msup&gt;&lt;mo&gt;×&lt;/mo&gt;&lt;msup&gt;&lt;mn&gt;3&lt;/mn&gt;&lt;mn&gt;2&lt;/mn&gt;&lt;/msup&gt;&lt;/math&gt;" id="252" name="Google Shape;252;p21" title="2 to the fifth power times 3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6384" y="4987526"/>
            <a:ext cx="1104594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7\times7^4&quot;&gt;&lt;msup&gt;&lt;mn&gt;4&lt;/mn&gt;&lt;mn&gt;7&lt;/mn&gt;&lt;/msup&gt;&lt;mo&gt;×&lt;/mo&gt;&lt;msup&gt;&lt;mn&gt;7&lt;/mn&gt;&lt;mn&gt;4&lt;/mn&gt;&lt;/msup&gt;&lt;/math&gt;" id="253" name="Google Shape;253;p21" title="4 to the seventh power times 7 to the fourth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6272" y="3748225"/>
            <a:ext cx="1124800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4\times7^4&quot;&gt;&lt;msup&gt;&lt;mn&gt;2&lt;/mn&gt;&lt;mn&gt;4&lt;/mn&gt;&lt;/msup&gt;&lt;mo&gt;×&lt;/mo&gt;&lt;msup&gt;&lt;mn&gt;7&lt;/mn&gt;&lt;mn&gt;4&lt;/mn&gt;&lt;/msup&gt;&lt;/math&gt;" id="254" name="Google Shape;254;p21" title="2 to the fourth power times 7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9648" y="4340934"/>
            <a:ext cx="1118065" cy="3637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21"/>
          <p:cNvCxnSpPr>
            <a:stCxn id="247" idx="3"/>
            <a:endCxn id="251" idx="1"/>
          </p:cNvCxnSpPr>
          <p:nvPr/>
        </p:nvCxnSpPr>
        <p:spPr>
          <a:xfrm>
            <a:off x="4671000" y="3919963"/>
            <a:ext cx="1322100" cy="189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>
            <a:stCxn id="248" idx="3"/>
            <a:endCxn id="252" idx="1"/>
          </p:cNvCxnSpPr>
          <p:nvPr/>
        </p:nvCxnSpPr>
        <p:spPr>
          <a:xfrm>
            <a:off x="4671000" y="4505325"/>
            <a:ext cx="1315500" cy="66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>
            <a:stCxn id="249" idx="3"/>
            <a:endCxn id="254" idx="1"/>
          </p:cNvCxnSpPr>
          <p:nvPr/>
        </p:nvCxnSpPr>
        <p:spPr>
          <a:xfrm flipH="1" rot="10800000">
            <a:off x="4671000" y="4522825"/>
            <a:ext cx="1308600" cy="65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>
            <a:stCxn id="250" idx="3"/>
            <a:endCxn id="253" idx="1"/>
          </p:cNvCxnSpPr>
          <p:nvPr/>
        </p:nvCxnSpPr>
        <p:spPr>
          <a:xfrm flipH="1" rot="10800000">
            <a:off x="4582800" y="3930225"/>
            <a:ext cx="1393500" cy="193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 txBox="1"/>
          <p:nvPr/>
        </p:nvSpPr>
        <p:spPr>
          <a:xfrm>
            <a:off x="468000" y="6406450"/>
            <a:ext cx="662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Simplify the following using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write the expression in words: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35750" y="7123675"/>
            <a:ext cx="4875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Two to the power of four multiplied by nine squared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85250" y="8012625"/>
            <a:ext cx="4994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Two squared multiplied by three squared multiplied by five squared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35750" y="8952650"/>
            <a:ext cx="5440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Two cubed multiplied by three squared multiplied by seven squared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2\times2\times2\times9\times9&quot;&gt;&lt;mn&gt;2&lt;/mn&gt;&lt;mo&gt;×&lt;/mo&gt;&lt;mn&gt;2&lt;/mn&gt;&lt;mo&gt;×&lt;/mo&gt;&lt;mn&gt;2&lt;/mn&gt;&lt;mo&gt;×&lt;/mo&gt;&lt;mn&gt;2&lt;/mn&gt;&lt;mo&gt;×&lt;/mo&gt;&lt;mn&gt;9&lt;/mn&gt;&lt;mo&gt;×&lt;/mo&gt;&lt;mn&gt;9&lt;/mn&gt;&lt;/math&gt;" id="263" name="Google Shape;263;p21" title="2 times 2 times 2 times 2 times 9 times 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5242" y="6796797"/>
            <a:ext cx="3012315" cy="248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3\times3\times5\times5&quot;&gt;&lt;mn&gt;2&lt;/mn&gt;&lt;mo&gt;×&lt;/mo&gt;&lt;mn&gt;2&lt;/mn&gt;&lt;mo&gt;×&lt;/mo&gt;&lt;mn&gt;3&lt;/mn&gt;&lt;mo&gt;×&lt;/mo&gt;&lt;mn&gt;3&lt;/mn&gt;&lt;mo&gt;×&lt;/mo&gt;&lt;mn&gt;5&lt;/mn&gt;&lt;mo&gt;×&lt;/mo&gt;&lt;mn&gt;5&lt;/mn&gt;&lt;/math&gt;" id="264" name="Google Shape;264;p21" title="2 times 2 times 3 times 3 times 5 times 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603" y="7721276"/>
            <a:ext cx="3005576" cy="25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3\times7\times2\times3\times7\times2&quot;&gt;&lt;mn&gt;2&lt;/mn&gt;&lt;mo&gt;×&lt;/mo&gt;&lt;mn&gt;3&lt;/mn&gt;&lt;mo&gt;×&lt;/mo&gt;&lt;mn&gt;7&lt;/mn&gt;&lt;mo&gt;×&lt;/mo&gt;&lt;mn&gt;2&lt;/mn&gt;&lt;mo&gt;×&lt;/mo&gt;&lt;mn&gt;3&lt;/mn&gt;&lt;mo&gt;×&lt;/mo&gt;&lt;mn&gt;7&lt;/mn&gt;&lt;mo&gt;×&lt;/mo&gt;&lt;mn&gt;2&lt;/mn&gt;&lt;/math&gt;" id="265" name="Google Shape;265;p21" title="2 times 3 times 7 times 2 times 3 times 7 times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1063" y="8652295"/>
            <a:ext cx="3452375" cy="248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4\times9^2&quot;&gt;&lt;msup&gt;&lt;mn&gt;2&lt;/mn&gt;&lt;mn&gt;4&lt;/mn&gt;&lt;/msup&gt;&lt;mo&gt;×&lt;/mo&gt;&lt;msup&gt;&lt;mn&gt;9&lt;/mn&gt;&lt;mn&gt;2&lt;/mn&gt;&lt;/msup&gt;&lt;/math&gt;" id="266" name="Google Shape;266;p21" title="2 to the fourth power times 9 square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1225" y="6789100"/>
            <a:ext cx="1104600" cy="361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2\times3^2\times5^2&quot;&gt;&lt;msup&gt;&lt;mn&gt;2&lt;/mn&gt;&lt;mn&gt;2&lt;/mn&gt;&lt;/msup&gt;&lt;mo&gt;×&lt;/mo&gt;&lt;msup&gt;&lt;mn&gt;3&lt;/mn&gt;&lt;mn&gt;2&lt;/mn&gt;&lt;/msup&gt;&lt;mo&gt;×&lt;/mo&gt;&lt;msup&gt;&lt;mn&gt;5&lt;/mn&gt;&lt;mn&gt;2&lt;/mn&gt;&lt;/msup&gt;&lt;/math&gt;" id="267" name="Google Shape;267;p21" title="2 squared times 3 squared times 5 square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45338" y="7677525"/>
            <a:ext cx="1781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3\times3^2\times7^2&quot;&gt;&lt;msup&gt;&lt;mn&gt;2&lt;/mn&gt;&lt;mn&gt;3&lt;/mn&gt;&lt;/msup&gt;&lt;mo&gt;×&lt;/mo&gt;&lt;msup&gt;&lt;mn&gt;3&lt;/mn&gt;&lt;mn&gt;2&lt;/mn&gt;&lt;/msup&gt;&lt;mo&gt;×&lt;/mo&gt;&lt;msup&gt;&lt;mn&gt;7&lt;/mn&gt;&lt;mn&gt;2&lt;/mn&gt;&lt;/msup&gt;&lt;/math&gt;" id="268" name="Google Shape;268;p21" title="2 cubed times 3 squared times 7 square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45338" y="8627750"/>
            <a:ext cx="1781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