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5.png"/><Relationship Id="rId13" Type="http://schemas.openxmlformats.org/officeDocument/2006/relationships/image" Target="../media/image20.png"/><Relationship Id="rId1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9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25.png"/><Relationship Id="rId12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9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Relationship Id="rId8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 notation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468000" y="2096650"/>
            <a:ext cx="2064600" cy="2888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594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Jacob has spilt ink all over his maths notes. Identify what was under the spilt ink.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14222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Notation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2^2&quot;&gt;&lt;msup&gt;&lt;mn&gt;12&lt;/mn&gt;&lt;mn&gt;2&lt;/mn&gt;&lt;/msup&gt;&lt;/math&gt;" id="166" name="Google Shape;166;p20" title="12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6647" y="2365097"/>
            <a:ext cx="593850" cy="43033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0"/>
          <p:cNvSpPr txBox="1"/>
          <p:nvPr/>
        </p:nvSpPr>
        <p:spPr>
          <a:xfrm>
            <a:off x="887088" y="2989200"/>
            <a:ext cx="23841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base is 12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759088" y="3536700"/>
            <a:ext cx="2653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exponent is 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655673" y="4070100"/>
            <a:ext cx="3306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We say “12 squared”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835288" y="4603500"/>
            <a:ext cx="25122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 means 12 ✕ 12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2712350" y="2096638"/>
            <a:ext cx="2384100" cy="2975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2704038" y="3040638"/>
            <a:ext cx="23841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base is 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2646738" y="3460563"/>
            <a:ext cx="2653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exponent is 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774738" y="3828963"/>
            <a:ext cx="2288400" cy="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We say “9 to the power of 4”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2532588" y="4294263"/>
            <a:ext cx="27270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 means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 ✕ 9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✕ 9  ✕ 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341175" y="2140125"/>
            <a:ext cx="1716600" cy="2888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531663" y="2956550"/>
            <a:ext cx="23841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base is 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5403663" y="3504050"/>
            <a:ext cx="2653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exponent is 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300248" y="4037450"/>
            <a:ext cx="33066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We say “4 cubed”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479863" y="4570850"/>
            <a:ext cx="25122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 is 64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9^4&quot;&gt;&lt;msup&gt;&lt;mn&gt;9&lt;/mn&gt;&lt;mn&gt;4&lt;/mn&gt;&lt;/msup&gt;&lt;/math&gt;" id="181" name="Google Shape;181;p20" title="9 to the fourth power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3034" y="2321675"/>
            <a:ext cx="389719" cy="430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^3&quot;&gt;&lt;msup&gt;&lt;mn&gt;4&lt;/mn&gt;&lt;mn&gt;3&lt;/mn&gt;&lt;/msup&gt;&lt;/math&gt;" id="182" name="Google Shape;182;p20" title="4 cub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4611" y="2407285"/>
            <a:ext cx="389725" cy="43305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468000" y="5289988"/>
            <a:ext cx="82377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Put these numbers in ascending order, smallest to largest.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^3&quot;&gt;&lt;msup&gt;&lt;mn&gt;2&lt;/mn&gt;&lt;mn&gt;3&lt;/mn&gt;&lt;/msup&gt;&lt;/math&gt;" id="184" name="Google Shape;184;p20" title="2 cub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86715" y="5594021"/>
            <a:ext cx="195235" cy="2236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\times2&quot;&gt;&lt;mn&gt;9&lt;/mn&gt;&lt;mo&gt;×&lt;/mo&gt;&lt;mn&gt;2&lt;/mn&gt;&lt;/math&gt;" id="185" name="Google Shape;185;p20" title="9 times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41607" y="5646580"/>
            <a:ext cx="488088" cy="1699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\ \times4&quot;&gt;&lt;mn&gt;10&lt;/mn&gt;&lt;mtext&gt;&lt;/mtext&gt;&lt;mo&gt;×&lt;/mo&gt;&lt;mn&gt;4&lt;/mn&gt;&lt;/math&gt;" id="186" name="Google Shape;186;p20" title="10 times 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35940" y="6124635"/>
            <a:ext cx="652263" cy="1744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^2&quot;&gt;&lt;msup&gt;&lt;mn&gt;9&lt;/mn&gt;&lt;mn&gt;2&lt;/mn&gt;&lt;/msup&gt;&lt;/math&gt;" id="187" name="Google Shape;187;p20" title="9 square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91607" y="5583380"/>
            <a:ext cx="208547" cy="23706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/>
          <p:nvPr/>
        </p:nvSpPr>
        <p:spPr>
          <a:xfrm>
            <a:off x="2016176" y="5572803"/>
            <a:ext cx="336000" cy="27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0^4&quot;&gt;&lt;msup&gt;&lt;mn&gt;10&lt;/mn&gt;&lt;mn&gt;4&lt;/mn&gt;&lt;/msup&gt;&lt;/math&gt;" id="189" name="Google Shape;189;p20" title="10 to the fourth power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34327" y="6074896"/>
            <a:ext cx="295811" cy="22364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3275386" y="6047293"/>
            <a:ext cx="407400" cy="27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1880479" y="6047289"/>
            <a:ext cx="776100" cy="27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4171013" y="5572789"/>
            <a:ext cx="667200" cy="27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3319495" y="5572804"/>
            <a:ext cx="320400" cy="27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+2+2&quot;&gt;&lt;mn&gt;2&lt;/mn&gt;&lt;mo&gt;+&lt;/mo&gt;&lt;mn&gt;2&lt;/mn&gt;&lt;mo&gt;+&lt;/mo&gt;&lt;mn&gt;2&lt;/mn&gt;&lt;/math&gt;" id="194" name="Google Shape;194;p20" title="2 plus 2 plus 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094919" y="6086262"/>
            <a:ext cx="804113" cy="158348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/>
          <p:nvPr/>
        </p:nvSpPr>
        <p:spPr>
          <a:xfrm>
            <a:off x="4049628" y="6047294"/>
            <a:ext cx="909900" cy="270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" name="Google Shape;196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7" name="Google Shape;197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32372" y="2172122"/>
            <a:ext cx="1135877" cy="7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14122" y="2197847"/>
            <a:ext cx="1135877" cy="7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631535" y="2260947"/>
            <a:ext cx="1135877" cy="74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817655" y="2987330"/>
            <a:ext cx="547500" cy="35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449980" y="2986430"/>
            <a:ext cx="547500" cy="35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252655" y="3021293"/>
            <a:ext cx="547500" cy="35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11830" y="3562468"/>
            <a:ext cx="439200" cy="285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683443" y="3565880"/>
            <a:ext cx="377775" cy="246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19655" y="3438143"/>
            <a:ext cx="547500" cy="357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759208" y="3881618"/>
            <a:ext cx="301123" cy="19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573248" y="4066125"/>
            <a:ext cx="750000" cy="3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144774" y="4034550"/>
            <a:ext cx="606600" cy="3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468000" y="6818650"/>
            <a:ext cx="66240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These numbers have been put in ascending order. They are missing an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exponent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a 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base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 both.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numbers using the following: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Try and find a different way to complete part 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4140000" y="8341775"/>
            <a:ext cx="452700" cy="44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4641197" y="8341775"/>
            <a:ext cx="452700" cy="44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5142393" y="8341775"/>
            <a:ext cx="452700" cy="44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643590" y="8341775"/>
            <a:ext cx="452700" cy="44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6144787" y="8341775"/>
            <a:ext cx="452700" cy="44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6645984" y="8341775"/>
            <a:ext cx="452700" cy="44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 \ ,\ 5\ \ ,\ 3\ \ ,\ \ \ \ \ ^2,\ \ \ \ \ \ \ ^{\ \ \ \ }\ &quot;&gt;&lt;mn&gt;2&lt;/mn&gt;&lt;mtext&gt;&lt;/mtext&gt;&lt;mtext&gt;&lt;/mtext&gt;&lt;mo&gt;,&lt;/mo&gt;&lt;mtext&gt;&lt;/mtext&gt;&lt;mn&gt;5&lt;/mn&gt;&lt;mtext&gt;&lt;/mtext&gt;&lt;mtext&gt;&lt;/mtext&gt;&lt;mo&gt;,&lt;/mo&gt;&lt;mtext&gt;&lt;/mtext&gt;&lt;mn&gt;3&lt;/mn&gt;&lt;mtext&gt;&lt;/mtext&gt;&lt;mtext&gt;&lt;/mtext&gt;&lt;mo&gt;,&lt;/mo&gt;&lt;mtext&gt;&lt;/mtext&gt;&lt;mtext&gt;&lt;/mtext&gt;&lt;mtext&gt;&lt;/mtext&gt;&lt;mtext&gt;&lt;/mtext&gt;&lt;msup&gt;&lt;mtext&gt;&lt;/mtext&gt;&lt;mn&gt;2&lt;/mn&gt;&lt;/msup&gt;&lt;mo&gt;,&lt;/mo&gt;&lt;mtext&gt;&lt;/mtext&gt;&lt;mtext&gt;&lt;/mtext&gt;&lt;mtext&gt;&lt;/mtext&gt;&lt;mtext&gt;&lt;/mtext&gt;&lt;mtext&gt;&lt;/mtext&gt;&lt;mtext&gt;&lt;/mtext&gt;&lt;msup&gt;&lt;mtext&gt;&lt;/mtext&gt;&lt;mrow data-mjx-texclass=&quot;ORD&quot;&gt;&lt;mtext&gt;&lt;/mtext&gt;&lt;mtext&gt;&lt;/mtext&gt;&lt;mtext&gt;&lt;/mtext&gt;&lt;mtext&gt;&lt;/mtext&gt;&lt;/mrow&gt;&lt;/msup&gt;&lt;mtext&gt;&lt;/mtext&gt;&lt;/math&gt;" id="216" name="Google Shape;216;p20" title="2 comma 5 comma 3 comma squared comma raised to the power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952283" y="7286353"/>
            <a:ext cx="2825209" cy="44749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/>
          <p:nvPr/>
        </p:nvSpPr>
        <p:spPr>
          <a:xfrm>
            <a:off x="2147189" y="7239175"/>
            <a:ext cx="232200" cy="234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2864615" y="7239175"/>
            <a:ext cx="232200" cy="234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5375519" y="7239175"/>
            <a:ext cx="232200" cy="234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4031764" y="7286323"/>
            <a:ext cx="452700" cy="44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0"/>
          <p:cNvSpPr/>
          <p:nvPr/>
        </p:nvSpPr>
        <p:spPr>
          <a:xfrm>
            <a:off x="4859517" y="7286323"/>
            <a:ext cx="452700" cy="447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0"/>
          <p:cNvSpPr/>
          <p:nvPr/>
        </p:nvSpPr>
        <p:spPr>
          <a:xfrm>
            <a:off x="3565298" y="7239175"/>
            <a:ext cx="232200" cy="234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8" name="Google Shape;228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Power notation</a:t>
            </a:r>
            <a:endParaRPr/>
          </a:p>
        </p:txBody>
      </p:sp>
      <p:sp>
        <p:nvSpPr>
          <p:cNvPr id="229" name="Google Shape;229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68000" y="1068050"/>
            <a:ext cx="6624000" cy="24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Simplify the following using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exponents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68000" y="720000"/>
            <a:ext cx="6624000" cy="3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Simplifying using power notation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 \times2\ \times\ 2\ \times\ 3\ \times3\ \times3\times3\ =2^{3\ }\times\ 3^4&quot;&gt;&lt;mn&gt;2&lt;/mn&gt;&lt;mtext&gt;&lt;/mtext&gt;&lt;mo&gt;×&lt;/mo&gt;&lt;mn&gt;2&lt;/mn&gt;&lt;mtext&gt;&lt;/mtext&gt;&lt;mo&gt;×&lt;/mo&gt;&lt;mtext&gt;&lt;/mtext&gt;&lt;mn&gt;2&lt;/mn&gt;&lt;mtext&gt;&lt;/mtext&gt;&lt;mo&gt;×&lt;/mo&gt;&lt;mtext&gt;&lt;/mtext&gt;&lt;mn&gt;3&lt;/mn&gt;&lt;mtext&gt;&lt;/mtext&gt;&lt;mo&gt;×&lt;/mo&gt;&lt;mn&gt;3&lt;/mn&gt;&lt;mtext&gt;&lt;/mtext&gt;&lt;mo&gt;×&lt;/mo&gt;&lt;mn&gt;3&lt;/mn&gt;&lt;mo&gt;×&lt;/mo&gt;&lt;mn&gt;3&lt;/mn&gt;&lt;mtext&gt;&lt;/mtext&gt;&lt;mo&gt;=&lt;/mo&gt;&lt;msup&gt;&lt;mn&gt;2&lt;/mn&gt;&lt;mrow data-mjx-texclass=&quot;ORD&quot;&gt;&lt;mn&gt;3&lt;/mn&gt;&lt;mtext&gt;&lt;/mtext&gt;&lt;/mrow&gt;&lt;/msup&gt;&lt;mo&gt;×&lt;/mo&gt;&lt;mtext&gt;&lt;/mtext&gt;&lt;msup&gt;&lt;mn&gt;3&lt;/mn&gt;&lt;mn&gt;4&lt;/mn&gt;&lt;/msup&gt;&lt;/math&gt;" id="233" name="Google Shape;233;p21" title="2 times 2 times 2 times 3 times 3 times 3 times 3 equals 2 raised to the 3 power times 3 to the fourth power"/>
          <p:cNvPicPr preferRelativeResize="0"/>
          <p:nvPr/>
        </p:nvPicPr>
        <p:blipFill rotWithShape="1">
          <a:blip r:embed="rId3">
            <a:alphaModFix/>
          </a:blip>
          <a:srcRect b="0" l="0" r="27922" t="0"/>
          <a:stretch/>
        </p:blipFill>
        <p:spPr>
          <a:xfrm>
            <a:off x="702714" y="1513322"/>
            <a:ext cx="2969066" cy="2297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times2\ \times\ 2\ \times\ 2\ \times\ 3\ \times3\times\ 3\ \times3\ \times3\times3\ =2^{4\ }\times\ 3^6&quot;&gt;&lt;mn&gt;2&lt;/mn&gt;&lt;mtext&gt;&lt;/mtext&gt;&lt;mo&gt;×&lt;/mo&gt;&lt;mn&gt;2&lt;/mn&gt;&lt;mtext&gt;&lt;/mtext&gt;&lt;mo&gt;×&lt;/mo&gt;&lt;mtext&gt;&lt;/mtext&gt;&lt;mn&gt;2&lt;/mn&gt;&lt;mtext&gt;&lt;/mtext&gt;&lt;mo&gt;×&lt;/mo&gt;&lt;mtext&gt;&lt;/mtext&gt;&lt;mn&gt;2&lt;/mn&gt;&lt;mtext&gt;&lt;/mtext&gt;&lt;mo&gt;×&lt;/mo&gt;&lt;mtext&gt;&lt;/mtext&gt;&lt;mn&gt;3&lt;/mn&gt;&lt;mtext&gt;&lt;/mtext&gt;&lt;mo&gt;×&lt;/mo&gt;&lt;mn&gt;3&lt;/mn&gt;&lt;mo&gt;×&lt;/mo&gt;&lt;mtext&gt;&lt;/mtext&gt;&lt;mn&gt;3&lt;/mn&gt;&lt;mtext&gt;&lt;/mtext&gt;&lt;mo&gt;×&lt;/mo&gt;&lt;mn&gt;3&lt;/mn&gt;&lt;mtext&gt;&lt;/mtext&gt;&lt;mo&gt;×&lt;/mo&gt;&lt;mn&gt;3&lt;/mn&gt;&lt;mo&gt;×&lt;/mo&gt;&lt;mn&gt;3&lt;/mn&gt;&lt;mtext&gt;&lt;/mtext&gt;&lt;mo&gt;=&lt;/mo&gt;&lt;msup&gt;&lt;mn&gt;2&lt;/mn&gt;&lt;mrow data-mjx-texclass=&quot;ORD&quot;&gt;&lt;mn&gt;4&lt;/mn&gt;&lt;mtext&gt;&lt;/mtext&gt;&lt;/mrow&gt;&lt;/msup&gt;&lt;mo&gt;×&lt;/mo&gt;&lt;mtext&gt;&lt;/mtext&gt;&lt;msup&gt;&lt;mn&gt;3&lt;/mn&gt;&lt;mn&gt;6&lt;/mn&gt;&lt;/msup&gt;&lt;/math&gt;" id="234" name="Google Shape;234;p21" title="2 times 2 times 2 times 2 times 3 times 3 times 3 times 3 times 3 times 3 equals 2 raised to the 4 power times 3 to the sixth power"/>
          <p:cNvPicPr preferRelativeResize="0"/>
          <p:nvPr/>
        </p:nvPicPr>
        <p:blipFill rotWithShape="1">
          <a:blip r:embed="rId4">
            <a:alphaModFix/>
          </a:blip>
          <a:srcRect b="0" l="0" r="21179" t="0"/>
          <a:stretch/>
        </p:blipFill>
        <p:spPr>
          <a:xfrm>
            <a:off x="675498" y="2173937"/>
            <a:ext cx="4413045" cy="235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 \times2\ \times\ 2\ \times\ 5\ \times\ 5\ \times5\times\ 3\ \times2\ \times3\times3\ =2^{3\ }\times\ 3^3\times\ 5^4&quot;&gt;&lt;mn&gt;5&lt;/mn&gt;&lt;mtext&gt;&lt;/mtext&gt;&lt;mo&gt;×&lt;/mo&gt;&lt;mn&gt;2&lt;/mn&gt;&lt;mtext&gt;&lt;/mtext&gt;&lt;mo&gt;×&lt;/mo&gt;&lt;mtext&gt;&lt;/mtext&gt;&lt;mn&gt;2&lt;/mn&gt;&lt;mtext&gt;&lt;/mtext&gt;&lt;mo&gt;×&lt;/mo&gt;&lt;mtext&gt;&lt;/mtext&gt;&lt;mn&gt;5&lt;/mn&gt;&lt;mtext&gt;&lt;/mtext&gt;&lt;mo&gt;×&lt;/mo&gt;&lt;mtext&gt;&lt;/mtext&gt;&lt;mn&gt;5&lt;/mn&gt;&lt;mtext&gt;&lt;/mtext&gt;&lt;mo&gt;×&lt;/mo&gt;&lt;mn&gt;5&lt;/mn&gt;&lt;mo&gt;×&lt;/mo&gt;&lt;mtext&gt;&lt;/mtext&gt;&lt;mn&gt;3&lt;/mn&gt;&lt;mtext&gt;&lt;/mtext&gt;&lt;mo&gt;×&lt;/mo&gt;&lt;mn&gt;2&lt;/mn&gt;&lt;mtext&gt;&lt;/mtext&gt;&lt;mo&gt;×&lt;/mo&gt;&lt;mn&gt;3&lt;/mn&gt;&lt;mo&gt;×&lt;/mo&gt;&lt;mn&gt;3&lt;/mn&gt;&lt;mtext&gt;&lt;/mtext&gt;&lt;mo&gt;=&lt;/mo&gt;&lt;msup&gt;&lt;mn&gt;2&lt;/mn&gt;&lt;mrow data-mjx-texclass=&quot;ORD&quot;&gt;&lt;mn&gt;3&lt;/mn&gt;&lt;mtext&gt;&lt;/mtext&gt;&lt;/mrow&gt;&lt;/msup&gt;&lt;mo&gt;×&lt;/mo&gt;&lt;mtext&gt;&lt;/mtext&gt;&lt;msup&gt;&lt;mn&gt;3&lt;/mn&gt;&lt;mn&gt;3&lt;/mn&gt;&lt;/msup&gt;&lt;mo&gt;×&lt;/mo&gt;&lt;mtext&gt;&lt;/mtext&gt;&lt;msup&gt;&lt;mn&gt;5&lt;/mn&gt;&lt;mn&gt;4&lt;/mn&gt;&lt;/msup&gt;&lt;/math&gt;" id="235" name="Google Shape;235;p21" title="5 times 2 times 2 times 5 times 5 times 5 times 3 times 2 times 3 times 3 equals 2 raised to the 3 power times 3 cubed times 5 to the fourth power"/>
          <p:cNvPicPr preferRelativeResize="0"/>
          <p:nvPr/>
        </p:nvPicPr>
        <p:blipFill rotWithShape="1">
          <a:blip r:embed="rId5">
            <a:alphaModFix/>
          </a:blip>
          <a:srcRect b="0" l="0" r="28443" t="0"/>
          <a:stretch/>
        </p:blipFill>
        <p:spPr>
          <a:xfrm>
            <a:off x="675500" y="2855916"/>
            <a:ext cx="4413052" cy="231727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468000" y="3443500"/>
            <a:ext cx="66240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Pair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statement with the correct simplification.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68000" y="3748213"/>
            <a:ext cx="4203000" cy="343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 squared multiplied by five to the power of three.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68000" y="4301025"/>
            <a:ext cx="4203000" cy="4086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Three squared multiplied by two to the power of five.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468000" y="4916125"/>
            <a:ext cx="4203000" cy="5142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 squared multiplied by two squared multiplied by seven to the power of four.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68000" y="5604675"/>
            <a:ext cx="4114800" cy="514500"/>
          </a:xfrm>
          <a:prstGeom prst="rect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Four to the power of seven multiplied by seven to the power of four.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^2\times5^3&quot;&gt;&lt;msup&gt;&lt;mn&gt;2&lt;/mn&gt;&lt;mn&gt;2&lt;/mn&gt;&lt;/msup&gt;&lt;mo&gt;×&lt;/mo&gt;&lt;msup&gt;&lt;mn&gt;5&lt;/mn&gt;&lt;mn&gt;3&lt;/mn&gt;&lt;/msup&gt;&lt;/math&gt;" id="241" name="Google Shape;241;p21" title="2 squared times 5 cub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93119" y="5634117"/>
            <a:ext cx="1091123" cy="3637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^5\times3^2&quot;&gt;&lt;msup&gt;&lt;mn&gt;2&lt;/mn&gt;&lt;mn&gt;5&lt;/mn&gt;&lt;/msup&gt;&lt;mo&gt;×&lt;/mo&gt;&lt;msup&gt;&lt;mn&gt;3&lt;/mn&gt;&lt;mn&gt;2&lt;/mn&gt;&lt;/msup&gt;&lt;/math&gt;" id="242" name="Google Shape;242;p21" title="2 to the fifth power times 3 squar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86384" y="4987526"/>
            <a:ext cx="1104594" cy="3637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^7\times7^4&quot;&gt;&lt;msup&gt;&lt;mn&gt;4&lt;/mn&gt;&lt;mn&gt;7&lt;/mn&gt;&lt;/msup&gt;&lt;mo&gt;×&lt;/mo&gt;&lt;msup&gt;&lt;mn&gt;7&lt;/mn&gt;&lt;mn&gt;4&lt;/mn&gt;&lt;/msup&gt;&lt;/math&gt;" id="243" name="Google Shape;243;p21" title="4 to the seventh power times 7 to the fourth power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76272" y="3748225"/>
            <a:ext cx="1124800" cy="3637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^4\times7^4&quot;&gt;&lt;msup&gt;&lt;mn&gt;2&lt;/mn&gt;&lt;mn&gt;4&lt;/mn&gt;&lt;/msup&gt;&lt;mo&gt;×&lt;/mo&gt;&lt;msup&gt;&lt;mn&gt;7&lt;/mn&gt;&lt;mn&gt;4&lt;/mn&gt;&lt;/msup&gt;&lt;/math&gt;" id="244" name="Google Shape;244;p21" title="2 to the fourth power times 7 to the fourth power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79648" y="4340934"/>
            <a:ext cx="1118065" cy="36370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1"/>
          <p:cNvSpPr txBox="1"/>
          <p:nvPr/>
        </p:nvSpPr>
        <p:spPr>
          <a:xfrm>
            <a:off x="468000" y="6406450"/>
            <a:ext cx="66240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Simplify the following  using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exponents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write the expression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words: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times2\times2\times2\times9\times9&quot;&gt;&lt;mn&gt;2&lt;/mn&gt;&lt;mo&gt;×&lt;/mo&gt;&lt;mn&gt;2&lt;/mn&gt;&lt;mo&gt;×&lt;/mo&gt;&lt;mn&gt;2&lt;/mn&gt;&lt;mo&gt;×&lt;/mo&gt;&lt;mn&gt;2&lt;/mn&gt;&lt;mo&gt;×&lt;/mo&gt;&lt;mn&gt;9&lt;/mn&gt;&lt;mo&gt;×&lt;/mo&gt;&lt;mn&gt;9&lt;/mn&gt;&lt;/math&gt;" id="246" name="Google Shape;246;p21" title="2 times 2 times 2 times 2 times 9 times 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5242" y="6796797"/>
            <a:ext cx="3012315" cy="248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2\times3\times3\times5\times5&quot;&gt;&lt;mn&gt;2&lt;/mn&gt;&lt;mo&gt;×&lt;/mo&gt;&lt;mn&gt;2&lt;/mn&gt;&lt;mo&gt;×&lt;/mo&gt;&lt;mn&gt;3&lt;/mn&gt;&lt;mo&gt;×&lt;/mo&gt;&lt;mn&gt;3&lt;/mn&gt;&lt;mo&gt;×&lt;/mo&gt;&lt;mn&gt;5&lt;/mn&gt;&lt;mo&gt;×&lt;/mo&gt;&lt;mn&gt;5&lt;/mn&gt;&lt;/math&gt;" id="247" name="Google Shape;247;p21" title="2 times 2 times 3 times 3 times 5 times 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8603" y="7721276"/>
            <a:ext cx="3005576" cy="25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3\times7\times2\times3\times7\times2&quot;&gt;&lt;mn&gt;2&lt;/mn&gt;&lt;mo&gt;×&lt;/mo&gt;&lt;mn&gt;3&lt;/mn&gt;&lt;mo&gt;×&lt;/mo&gt;&lt;mn&gt;7&lt;/mn&gt;&lt;mo&gt;×&lt;/mo&gt;&lt;mn&gt;2&lt;/mn&gt;&lt;mo&gt;×&lt;/mo&gt;&lt;mn&gt;3&lt;/mn&gt;&lt;mo&gt;×&lt;/mo&gt;&lt;mn&gt;7&lt;/mn&gt;&lt;mo&gt;×&lt;/mo&gt;&lt;mn&gt;2&lt;/mn&gt;&lt;/math&gt;" id="248" name="Google Shape;248;p21" title="2 times 3 times 7 times 2 times 3 times 7 times 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61063" y="8652295"/>
            <a:ext cx="3452375" cy="248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