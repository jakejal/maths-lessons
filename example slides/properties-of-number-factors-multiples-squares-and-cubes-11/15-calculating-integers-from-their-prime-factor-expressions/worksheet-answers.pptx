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integers from their prime factor expressions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48550"/>
            <a:ext cx="443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Evaluating products of prime factors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48750"/>
            <a:ext cx="6624000" cy="19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as integers: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1800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× 11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1452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 × 13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31 941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19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162 925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480750" y="403395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1" name="Google Shape;18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integers from their prime factor expressions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468000" y="987900"/>
            <a:ext cx="64320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prime numb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ers make each of the following products satisfy the condition on the right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5119225" y="1424527"/>
            <a:ext cx="1972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 even number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multiple of 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multiple of 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multiple of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square number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cube number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640247" y="1424527"/>
            <a:ext cx="1600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×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3000877" y="1424523"/>
            <a:ext cx="1358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× 2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×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× 5 × 3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× 3 × 11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8000" y="586550"/>
            <a:ext cx="443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product of prime factor form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98450" y="3350100"/>
            <a:ext cx="6355200" cy="11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 Here is a number written as a product of its prime factors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 not work it out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 the following statements true or false make sure you justify your answers?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3418665" y="4628344"/>
            <a:ext cx="224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True because 2 is a factor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418665" y="5183051"/>
            <a:ext cx="374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True, the prime factors of 100 are 2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and 5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3418665" y="5460405"/>
            <a:ext cx="344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True, the prime factor of 35 are 5 and 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3418665" y="5737759"/>
            <a:ext cx="362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True,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prime factors of 50 are 2 and 5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3418665" y="6015113"/>
            <a:ext cx="342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True, it can be written as (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5 × 7)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3418665" y="4905698"/>
            <a:ext cx="308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True, since 2 and 5 are both factors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758641" y="4668343"/>
            <a:ext cx="2626500" cy="15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is even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ends in a zero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ends in two zeros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has 35 as a factor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has 50 as a factor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 is a square number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80024" y="4677102"/>
            <a:ext cx="245100" cy="15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76400" y="6702900"/>
            <a:ext cx="3905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List all the common factors of: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1632351" y="7023590"/>
            <a:ext cx="137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× 7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064397" y="7023590"/>
            <a:ext cx="137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714600" y="7570200"/>
            <a:ext cx="299700" cy="14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1502929" y="7570200"/>
            <a:ext cx="10890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7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3 × 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3080536" y="7570200"/>
            <a:ext cx="10890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58144" y="7570200"/>
            <a:ext cx="10890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235751" y="7570200"/>
            <a:ext cx="62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3538350" y="702360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1"/>
          <p:cNvCxnSpPr/>
          <p:nvPr/>
        </p:nvCxnSpPr>
        <p:spPr>
          <a:xfrm>
            <a:off x="480750" y="920285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