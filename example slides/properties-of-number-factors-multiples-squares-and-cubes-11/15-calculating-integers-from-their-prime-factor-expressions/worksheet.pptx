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integers from their prime factor expressions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48550"/>
            <a:ext cx="443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Evaluating products of prime factors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48750"/>
            <a:ext cx="6624000" cy="19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as integers: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 × 11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 × 13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19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>
            <a:off x="480750" y="403395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1" name="Google Shape;171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integers from their prime factor expressions</a:t>
            </a:r>
            <a:endParaRPr/>
          </a:p>
        </p:txBody>
      </p:sp>
      <p:sp>
        <p:nvSpPr>
          <p:cNvPr id="172" name="Google Shape;172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468000" y="987900"/>
            <a:ext cx="64320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prime numbers make each of the following products satisfy the condition on the right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5119225" y="1424527"/>
            <a:ext cx="1972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 even number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multiple of 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multiple of 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multiple of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square number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cube number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640247" y="1424527"/>
            <a:ext cx="1600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×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468000" y="586550"/>
            <a:ext cx="443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Using product of prime factor form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498450" y="3350100"/>
            <a:ext cx="6355200" cy="11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Here is a number written as a product of its prime factors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 not work it out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 the following statements true or false make sure you justify your answers?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758641" y="4668343"/>
            <a:ext cx="2626500" cy="15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is even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ends in a zero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ends in two zeros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has 35 as a factor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has 50 as a factor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 is a square number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480024" y="4677102"/>
            <a:ext cx="245100" cy="15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476400" y="6702900"/>
            <a:ext cx="3905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List all the common factors of: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1632351" y="7023590"/>
            <a:ext cx="137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 × 7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5064397" y="7023590"/>
            <a:ext cx="137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3538350" y="702360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" name="Google Shape;185;p21"/>
          <p:cNvCxnSpPr/>
          <p:nvPr/>
        </p:nvCxnSpPr>
        <p:spPr>
          <a:xfrm>
            <a:off x="480750" y="920285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