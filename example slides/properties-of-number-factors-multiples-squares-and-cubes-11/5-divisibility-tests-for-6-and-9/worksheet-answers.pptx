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 for multiples of 6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468000" y="1721000"/>
            <a:ext cx="66240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 the numbers from each list that are divisible by 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389      232      890 382         348 997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8992      9374      380 000      34 830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4      44      444      4444      444 444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802796" y="2335375"/>
            <a:ext cx="871500" cy="273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2800799" y="3004550"/>
            <a:ext cx="791100" cy="297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1559428" y="3679064"/>
            <a:ext cx="608400" cy="273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2746656" y="3679075"/>
            <a:ext cx="899400" cy="273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73875" y="4422175"/>
            <a:ext cx="66240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Four students play a computer game. The game has 200 levels. Every time a student moves onto the next level they score 6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75" y="5345991"/>
            <a:ext cx="712945" cy="80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611" y="5773300"/>
            <a:ext cx="649411" cy="799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122" y="6891884"/>
            <a:ext cx="630450" cy="90785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68000" y="6207075"/>
            <a:ext cx="8715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33314" y="7911582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884588" y="6554520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884588" y="8454882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247" y="7631897"/>
            <a:ext cx="721377" cy="80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140000" y="5166000"/>
            <a:ext cx="2401700" cy="4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144174" y="7055088"/>
            <a:ext cx="2401701" cy="55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09600" y="5180075"/>
            <a:ext cx="22776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7200" y="7042775"/>
            <a:ext cx="2182500" cy="5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3244523" y="8195938"/>
            <a:ext cx="12084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Who is telling the truth?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 your answer for each person.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426213" y="5194988"/>
            <a:ext cx="2182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918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355225" y="7061650"/>
            <a:ext cx="2064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1195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144175" y="5184425"/>
            <a:ext cx="2401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1114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221572" y="7058363"/>
            <a:ext cx="22776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1194 points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426225" y="5655075"/>
            <a:ext cx="218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Truth because 918 is divisible by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515150" y="7623850"/>
            <a:ext cx="2182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true as odd numbers are not multiples of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140000" y="5726700"/>
            <a:ext cx="15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true because 1114 is not divisible by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188950" y="7679550"/>
            <a:ext cx="16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Truth because 1194 is divisible by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11" name="Google Shape;211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1"/>
          <p:cNvSpPr txBox="1"/>
          <p:nvPr/>
        </p:nvSpPr>
        <p:spPr>
          <a:xfrm>
            <a:off x="14634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900">
                <a:latin typeface="Lexend"/>
                <a:ea typeface="Lexend"/>
                <a:cs typeface="Lexend"/>
                <a:sym typeface="Lexend"/>
              </a:rPr>
              <a:t>9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29875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 for multiples of 9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74000" y="5327700"/>
            <a:ext cx="659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Using the numbers below, fill in the Venn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976400" y="5743138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307325" y="5743138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32 377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099600" y="6235763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8676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329173" y="5748563"/>
            <a:ext cx="139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7 498 342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592399" y="6235770"/>
            <a:ext cx="590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895177" y="6235770"/>
            <a:ext cx="157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493413" y="6935663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9090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099597" y="6935663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984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318822" y="6935663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417778" y="6941088"/>
            <a:ext cx="105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7931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85800" y="7700825"/>
            <a:ext cx="6597300" cy="20736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6" name="Google Shape;226;p21"/>
          <p:cNvSpPr/>
          <p:nvPr/>
        </p:nvSpPr>
        <p:spPr>
          <a:xfrm>
            <a:off x="1218873" y="8101025"/>
            <a:ext cx="3459900" cy="15012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7" name="Google Shape;227;p21"/>
          <p:cNvSpPr/>
          <p:nvPr/>
        </p:nvSpPr>
        <p:spPr>
          <a:xfrm>
            <a:off x="2942077" y="8111875"/>
            <a:ext cx="3390300" cy="15012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21"/>
          <p:cNvSpPr txBox="1"/>
          <p:nvPr/>
        </p:nvSpPr>
        <p:spPr>
          <a:xfrm>
            <a:off x="610906" y="7971689"/>
            <a:ext cx="1433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Multiples of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714344" y="7971689"/>
            <a:ext cx="1433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Multiples of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10906" y="9047250"/>
            <a:ext cx="677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849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108650" y="9268075"/>
            <a:ext cx="974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32 377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519108" y="8289200"/>
            <a:ext cx="974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8676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189809" y="7695925"/>
            <a:ext cx="1164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7 498 342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584194" y="7685582"/>
            <a:ext cx="49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098065" y="8608025"/>
            <a:ext cx="2205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222 222 222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489994" y="8882475"/>
            <a:ext cx="677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9090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870045" y="8618875"/>
            <a:ext cx="715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984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873978" y="8494025"/>
            <a:ext cx="715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387937" y="7645500"/>
            <a:ext cx="87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7931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8000" y="1340950"/>
            <a:ext cx="6674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need to enter a maze through entrance A, B, C, D or E. You are only allowed to step on numbers that are multiples of 9. You can only step vertically or horizontally. You must exit through either F, G, H, I or J.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entrance do you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your path.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exit do you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912800" y="2841000"/>
            <a:ext cx="941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E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912800" y="4234113"/>
            <a:ext cx="941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F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483" y="2315563"/>
            <a:ext cx="3623050" cy="2328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