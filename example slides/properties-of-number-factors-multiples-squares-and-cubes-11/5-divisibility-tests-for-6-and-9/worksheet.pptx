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for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 for multiples of 6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1721000"/>
            <a:ext cx="6624000" cy="25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 the numbers from each list that are divisible by 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389      232      890 382         348 997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8992      9374      380 000      34 830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4      44      444      4444      444 444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3875" y="4422175"/>
            <a:ext cx="66240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Four students play a computer game. The game has 200 levels. Every time a student moves onto the next level they score 6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75" y="5345991"/>
            <a:ext cx="712945" cy="80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611" y="5773300"/>
            <a:ext cx="649411" cy="799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122" y="6891884"/>
            <a:ext cx="630450" cy="90785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68000" y="6207075"/>
            <a:ext cx="8715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33314" y="7911582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884588" y="6554520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884588" y="8454882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4247" y="7631897"/>
            <a:ext cx="721377" cy="80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140000" y="5166000"/>
            <a:ext cx="2401700" cy="46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144174" y="7055088"/>
            <a:ext cx="2401701" cy="55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09600" y="5180075"/>
            <a:ext cx="22776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7200" y="7042775"/>
            <a:ext cx="2182500" cy="5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3244523" y="8195938"/>
            <a:ext cx="12084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Who is telling the truth?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Justify your answer for each person.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426213" y="5194988"/>
            <a:ext cx="2182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918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355225" y="7061650"/>
            <a:ext cx="2064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1195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144175" y="5184425"/>
            <a:ext cx="2401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1114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221572" y="7058363"/>
            <a:ext cx="22776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1194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194" name="Google Shape;194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1"/>
          <p:cNvSpPr txBox="1"/>
          <p:nvPr/>
        </p:nvSpPr>
        <p:spPr>
          <a:xfrm>
            <a:off x="329875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 for multiples of 9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7280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for </a:t>
            </a:r>
            <a:r>
              <a:rPr lang="en-GB" sz="9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900">
                <a:latin typeface="Lexend"/>
                <a:ea typeface="Lexend"/>
                <a:cs typeface="Lexend"/>
                <a:sym typeface="Lexend"/>
              </a:rPr>
              <a:t>9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74000" y="5327700"/>
            <a:ext cx="659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Using the numbers below, fill in the Venn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976400" y="5743138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2307325" y="5743138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32 377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099600" y="6235763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8676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329173" y="5748563"/>
            <a:ext cx="139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7 498 342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592399" y="6235770"/>
            <a:ext cx="590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895177" y="6235770"/>
            <a:ext cx="1578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222 222 222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493413" y="6935663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9090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3099597" y="6935663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984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318822" y="6935663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417778" y="6941088"/>
            <a:ext cx="105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7931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85800" y="7700825"/>
            <a:ext cx="6597300" cy="2073600"/>
          </a:xfrm>
          <a:prstGeom prst="rect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21"/>
          <p:cNvSpPr/>
          <p:nvPr/>
        </p:nvSpPr>
        <p:spPr>
          <a:xfrm>
            <a:off x="1218873" y="8101025"/>
            <a:ext cx="3459900" cy="1501200"/>
          </a:xfrm>
          <a:prstGeom prst="ellipse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21"/>
          <p:cNvSpPr/>
          <p:nvPr/>
        </p:nvSpPr>
        <p:spPr>
          <a:xfrm>
            <a:off x="2942077" y="8111875"/>
            <a:ext cx="3390300" cy="1501200"/>
          </a:xfrm>
          <a:prstGeom prst="ellipse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1" name="Google Shape;211;p21"/>
          <p:cNvSpPr txBox="1"/>
          <p:nvPr/>
        </p:nvSpPr>
        <p:spPr>
          <a:xfrm>
            <a:off x="610906" y="7971689"/>
            <a:ext cx="1433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Multiples of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714344" y="7971689"/>
            <a:ext cx="1433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Multiples of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1340950"/>
            <a:ext cx="6674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You need to enter a maze through entrance A, B, C, D or E. You are only allowed to step on numbers that are multiples of 9. You can only step vertically or horizontally. You must exit through either F, G, H, I or J.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entrance do you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your path.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exit do you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250" y="2247025"/>
            <a:ext cx="3623050" cy="231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