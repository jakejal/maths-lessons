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5" r:id="rId3"/>
    <p:sldMasterId id="2147483666" r:id="rId4"/>
  </p:sldMasterIdLst>
  <p:notesMasterIdLst>
    <p:notesMasterId r:id="rId5"/>
  </p:notesMasterIdLst>
  <p:sldIdLst>
    <p:sldId id="256" r:id="rId6"/>
    <p:sldId id="257" r:id="rId7"/>
  </p:sldIdLst>
  <p:sldSz cy="10692000" cx="7560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79934fec8d_0_131: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79934fec8d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79934fec8d_0_136: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79934fec8d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hyperlink" Target="https://www.nationalarchives.gov.uk/doc/open-government-licence/version/3/" TargetMode="External"/><Relationship Id="rId5" Type="http://schemas.openxmlformats.org/officeDocument/2006/relationships/hyperlink" Target="https://www.thenational.academy/legal/terms-and-conditions" TargetMode="Externa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hyperlink" Target="https://www.nationalarchives.gov.uk/doc/open-government-licence/version/3/" TargetMode="External"/><Relationship Id="rId7" Type="http://schemas.openxmlformats.org/officeDocument/2006/relationships/hyperlink" Target="https://www.thenational.academy/legal/terms-and-conditions" TargetMode="Externa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hyperlink" Target="https://www.nationalarchives.gov.uk/doc/open-government-licence/version/3/" TargetMode="External"/><Relationship Id="rId7" Type="http://schemas.openxmlformats.org/officeDocument/2006/relationships/hyperlink" Target="https://www.thenational.academy/legal/terms-and-conditions" TargetMode="Externa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hyperlink" Target="https://www.nationalarchives.gov.uk/doc/open-government-licence/version/3/" TargetMode="External"/><Relationship Id="rId5" Type="http://schemas.openxmlformats.org/officeDocument/2006/relationships/hyperlink" Target="https://www.thenational.academy/legal/terms-and-conditions"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hyperlink" Target="https://www.nationalarchives.gov.uk/doc/open-government-licence/version/3/" TargetMode="External"/><Relationship Id="rId7" Type="http://schemas.openxmlformats.org/officeDocument/2006/relationships/hyperlink" Target="https://www.thenational.academy/legal/terms-and-conditions" TargetMode="Externa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 FRONT Answers 1">
  <p:cSld name="SECTION_HEADER_1_1_1_1_1_1_1_1_1_2_2">
    <p:spTree>
      <p:nvGrpSpPr>
        <p:cNvPr id="9" name="Shape 9"/>
        <p:cNvGrpSpPr/>
        <p:nvPr/>
      </p:nvGrpSpPr>
      <p:grpSpPr>
        <a:xfrm>
          <a:off x="0" y="0"/>
          <a:ext cx="0" cy="0"/>
          <a:chOff x="0" y="0"/>
          <a:chExt cx="0" cy="0"/>
        </a:xfrm>
      </p:grpSpPr>
      <p:sp>
        <p:nvSpPr>
          <p:cNvPr id="10" name="Google Shape;10;p2"/>
          <p:cNvSpPr txBox="1"/>
          <p:nvPr>
            <p:ph type="title"/>
          </p:nvPr>
        </p:nvSpPr>
        <p:spPr>
          <a:xfrm>
            <a:off x="468000" y="266700"/>
            <a:ext cx="5577000" cy="432000"/>
          </a:xfrm>
          <a:prstGeom prst="rect">
            <a:avLst/>
          </a:prstGeom>
        </p:spPr>
        <p:txBody>
          <a:bodyPr anchorCtr="0" anchor="t" bIns="91425" lIns="0" spcFirstLastPara="1" rIns="91425" wrap="square" tIns="91425">
            <a:normAutofit/>
          </a:bodyPr>
          <a:lstStyle>
            <a:lvl1pPr lvl="0" rtl="0">
              <a:spcBef>
                <a:spcPts val="0"/>
              </a:spcBef>
              <a:spcAft>
                <a:spcPts val="0"/>
              </a:spcAft>
              <a:buSzPts val="1800"/>
              <a:buFont typeface="Lexend"/>
              <a:buNone/>
              <a:defRPr b="1" sz="18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 name="Google Shape;11;p2"/>
          <p:cNvSpPr txBox="1"/>
          <p:nvPr>
            <p:ph idx="1" type="subTitle"/>
          </p:nvPr>
        </p:nvSpPr>
        <p:spPr>
          <a:xfrm>
            <a:off x="468000" y="9981175"/>
            <a:ext cx="5898900" cy="360000"/>
          </a:xfrm>
          <a:prstGeom prst="rect">
            <a:avLst/>
          </a:prstGeom>
        </p:spPr>
        <p:txBody>
          <a:bodyPr anchorCtr="0" anchor="ctr" bIns="0" lIns="0" spcFirstLastPara="1" rIns="0" wrap="square" tIns="0">
            <a:norm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2" name="Google Shape;12;p2"/>
          <p:cNvPicPr preferRelativeResize="0"/>
          <p:nvPr/>
        </p:nvPicPr>
        <p:blipFill>
          <a:blip r:embed="rId2">
            <a:alphaModFix/>
          </a:blip>
          <a:stretch>
            <a:fillRect/>
          </a:stretch>
        </p:blipFill>
        <p:spPr>
          <a:xfrm>
            <a:off x="6886512" y="10041210"/>
            <a:ext cx="181075" cy="246288"/>
          </a:xfrm>
          <a:prstGeom prst="rect">
            <a:avLst/>
          </a:prstGeom>
          <a:noFill/>
          <a:ln>
            <a:noFill/>
          </a:ln>
        </p:spPr>
      </p:pic>
      <p:pic>
        <p:nvPicPr>
          <p:cNvPr id="13" name="Google Shape;13;p2"/>
          <p:cNvPicPr preferRelativeResize="0"/>
          <p:nvPr/>
        </p:nvPicPr>
        <p:blipFill rotWithShape="1">
          <a:blip r:embed="rId3">
            <a:alphaModFix/>
          </a:blip>
          <a:srcRect b="0" l="4603" r="4603" t="0"/>
          <a:stretch/>
        </p:blipFill>
        <p:spPr>
          <a:xfrm>
            <a:off x="466825" y="698750"/>
            <a:ext cx="6623999" cy="75600"/>
          </a:xfrm>
          <a:prstGeom prst="rect">
            <a:avLst/>
          </a:prstGeom>
          <a:noFill/>
          <a:ln>
            <a:noFill/>
          </a:ln>
        </p:spPr>
      </p:pic>
      <p:pic>
        <p:nvPicPr>
          <p:cNvPr id="14" name="Google Shape;14;p2"/>
          <p:cNvPicPr preferRelativeResize="0"/>
          <p:nvPr/>
        </p:nvPicPr>
        <p:blipFill>
          <a:blip r:embed="rId4">
            <a:alphaModFix/>
          </a:blip>
          <a:stretch>
            <a:fillRect/>
          </a:stretch>
        </p:blipFill>
        <p:spPr>
          <a:xfrm>
            <a:off x="6261625" y="161271"/>
            <a:ext cx="805956" cy="498600"/>
          </a:xfrm>
          <a:prstGeom prst="rect">
            <a:avLst/>
          </a:prstGeom>
          <a:noFill/>
          <a:ln>
            <a:noFill/>
          </a:ln>
        </p:spPr>
      </p:pic>
    </p:spTree>
  </p:cSld>
  <p:clrMapOvr>
    <a:masterClrMapping/>
  </p:clrMapOvr>
  <p:extLst>
    <p:ext uri="{DCECCB84-F9BA-43D5-87BE-67443E8EF086}">
      <p15:sldGuideLst>
        <p15:guide id="1" orient="horz" pos="544">
          <p15:clr>
            <a:srgbClr val="D9D9D9"/>
          </p15:clr>
        </p15:guide>
        <p15:guide id="2" orient="horz" pos="1916">
          <p15:clr>
            <a:srgbClr val="D9D9D9"/>
          </p15:clr>
        </p15:guide>
        <p15:guide id="3" orient="horz" pos="3368">
          <p15:clr>
            <a:srgbClr val="D9D9D9"/>
          </p15:clr>
        </p15:guide>
        <p15:guide id="4" orient="horz" pos="4762">
          <p15:clr>
            <a:srgbClr val="D9D9D9"/>
          </p15:clr>
        </p15:guide>
        <p15:guide id="5" pos="295">
          <p15:clr>
            <a:srgbClr val="FF0000"/>
          </p15:clr>
        </p15:guide>
        <p15:guide id="6" pos="4467">
          <p15:clr>
            <a:srgbClr val="FF0000"/>
          </p15:clr>
        </p15:guide>
        <p15:guide id="7" pos="1519">
          <p15:clr>
            <a:srgbClr val="D9D9D9"/>
          </p15:clr>
        </p15:guide>
        <p15:guide id="8" pos="1764">
          <p15:clr>
            <a:srgbClr val="D9D9D9"/>
          </p15:clr>
        </p15:guide>
        <p15:guide id="9" pos="3243">
          <p15:clr>
            <a:srgbClr val="D9D9D9"/>
          </p15:clr>
        </p15:guide>
        <p15:guide id="10" pos="2998">
          <p15:clr>
            <a:srgbClr val="D9D9D9"/>
          </p15:clr>
        </p15:guide>
        <p15:guide id="11" pos="3120">
          <p15:clr>
            <a:srgbClr val="D9D9D9"/>
          </p15:clr>
        </p15:guide>
        <p15:guide id="12" pos="1642">
          <p15:clr>
            <a:srgbClr val="D9D9D9"/>
          </p15:clr>
        </p15:guide>
        <p15:guide id="13" pos="2381">
          <p15:clr>
            <a:srgbClr val="D9D9D9"/>
          </p15:clr>
        </p15:guide>
        <p15:guide id="14" pos="2154">
          <p15:clr>
            <a:srgbClr val="FF0000"/>
          </p15:clr>
        </p15:guide>
        <p15:guide id="15" pos="2608">
          <p15:clr>
            <a:srgbClr val="FF0000"/>
          </p15:clr>
        </p15:guide>
        <p15:guide id="16" orient="horz" pos="227">
          <p15:clr>
            <a:srgbClr val="FF000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 FRONT Answers 1 1">
  <p:cSld name="SECTION_HEADER_1_1_1_1_1_1_1_1_1_2_1">
    <p:spTree>
      <p:nvGrpSpPr>
        <p:cNvPr id="15" name="Shape 15"/>
        <p:cNvGrpSpPr/>
        <p:nvPr/>
      </p:nvGrpSpPr>
      <p:grpSpPr>
        <a:xfrm>
          <a:off x="0" y="0"/>
          <a:ext cx="0" cy="0"/>
          <a:chOff x="0" y="0"/>
          <a:chExt cx="0" cy="0"/>
        </a:xfrm>
      </p:grpSpPr>
      <p:sp>
        <p:nvSpPr>
          <p:cNvPr id="16" name="Google Shape;16;p3"/>
          <p:cNvSpPr txBox="1"/>
          <p:nvPr>
            <p:ph type="title"/>
          </p:nvPr>
        </p:nvSpPr>
        <p:spPr>
          <a:xfrm>
            <a:off x="468000" y="266700"/>
            <a:ext cx="5577000" cy="432000"/>
          </a:xfrm>
          <a:prstGeom prst="rect">
            <a:avLst/>
          </a:prstGeom>
        </p:spPr>
        <p:txBody>
          <a:bodyPr anchorCtr="0" anchor="t" bIns="91425" lIns="0" spcFirstLastPara="1" rIns="91425" wrap="square" tIns="91425">
            <a:normAutofit/>
          </a:bodyPr>
          <a:lstStyle>
            <a:lvl1pPr lvl="0" rtl="0">
              <a:spcBef>
                <a:spcPts val="0"/>
              </a:spcBef>
              <a:spcAft>
                <a:spcPts val="0"/>
              </a:spcAft>
              <a:buSzPts val="1800"/>
              <a:buFont typeface="Lexend"/>
              <a:buNone/>
              <a:defRPr b="1" sz="18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7" name="Google Shape;17;p3"/>
          <p:cNvSpPr txBox="1"/>
          <p:nvPr>
            <p:ph idx="1" type="subTitle"/>
          </p:nvPr>
        </p:nvSpPr>
        <p:spPr>
          <a:xfrm>
            <a:off x="466825" y="1780150"/>
            <a:ext cx="66240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8" name="Google Shape;18;p3"/>
          <p:cNvSpPr txBox="1"/>
          <p:nvPr>
            <p:ph idx="2" type="subTitle"/>
          </p:nvPr>
        </p:nvSpPr>
        <p:spPr>
          <a:xfrm>
            <a:off x="2807400" y="47595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9" name="Google Shape;19;p3"/>
          <p:cNvSpPr txBox="1"/>
          <p:nvPr>
            <p:ph idx="3" type="subTitle"/>
          </p:nvPr>
        </p:nvSpPr>
        <p:spPr>
          <a:xfrm>
            <a:off x="468000" y="9981175"/>
            <a:ext cx="5898900" cy="360000"/>
          </a:xfrm>
          <a:prstGeom prst="rect">
            <a:avLst/>
          </a:prstGeom>
        </p:spPr>
        <p:txBody>
          <a:bodyPr anchorCtr="0" anchor="ctr" bIns="0" lIns="0" spcFirstLastPara="1" rIns="0" wrap="square" tIns="0">
            <a:norm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0" name="Google Shape;20;p3"/>
          <p:cNvSpPr txBox="1"/>
          <p:nvPr>
            <p:ph idx="4" type="subTitle"/>
          </p:nvPr>
        </p:nvSpPr>
        <p:spPr>
          <a:xfrm>
            <a:off x="4127250" y="30420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 name="Google Shape;21;p3"/>
          <p:cNvSpPr txBox="1"/>
          <p:nvPr>
            <p:ph idx="5" type="subTitle"/>
          </p:nvPr>
        </p:nvSpPr>
        <p:spPr>
          <a:xfrm>
            <a:off x="468000" y="5866375"/>
            <a:ext cx="6581700" cy="41058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2" name="Google Shape;22;p3"/>
          <p:cNvSpPr txBox="1"/>
          <p:nvPr>
            <p:ph idx="6" type="subTitle"/>
          </p:nvPr>
        </p:nvSpPr>
        <p:spPr>
          <a:xfrm>
            <a:off x="466825" y="30420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3" name="Google Shape;23;p3"/>
          <p:cNvSpPr txBox="1"/>
          <p:nvPr>
            <p:ph idx="7" type="subTitle"/>
          </p:nvPr>
        </p:nvSpPr>
        <p:spPr>
          <a:xfrm>
            <a:off x="466825" y="47595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4" name="Google Shape;24;p3"/>
          <p:cNvSpPr txBox="1"/>
          <p:nvPr>
            <p:ph idx="8" type="subTitle"/>
          </p:nvPr>
        </p:nvSpPr>
        <p:spPr>
          <a:xfrm>
            <a:off x="5147975" y="47595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25" name="Google Shape;25;p3"/>
          <p:cNvPicPr preferRelativeResize="0"/>
          <p:nvPr/>
        </p:nvPicPr>
        <p:blipFill>
          <a:blip r:embed="rId2">
            <a:alphaModFix/>
          </a:blip>
          <a:stretch>
            <a:fillRect/>
          </a:stretch>
        </p:blipFill>
        <p:spPr>
          <a:xfrm>
            <a:off x="6886512" y="10041210"/>
            <a:ext cx="181075" cy="246288"/>
          </a:xfrm>
          <a:prstGeom prst="rect">
            <a:avLst/>
          </a:prstGeom>
          <a:noFill/>
          <a:ln>
            <a:noFill/>
          </a:ln>
        </p:spPr>
      </p:pic>
      <p:pic>
        <p:nvPicPr>
          <p:cNvPr id="26" name="Google Shape;26;p3"/>
          <p:cNvPicPr preferRelativeResize="0"/>
          <p:nvPr/>
        </p:nvPicPr>
        <p:blipFill rotWithShape="1">
          <a:blip r:embed="rId3">
            <a:alphaModFix/>
          </a:blip>
          <a:srcRect b="0" l="4603" r="4603" t="0"/>
          <a:stretch/>
        </p:blipFill>
        <p:spPr>
          <a:xfrm>
            <a:off x="466825" y="698750"/>
            <a:ext cx="6623999" cy="75600"/>
          </a:xfrm>
          <a:prstGeom prst="rect">
            <a:avLst/>
          </a:prstGeom>
          <a:noFill/>
          <a:ln>
            <a:noFill/>
          </a:ln>
        </p:spPr>
      </p:pic>
      <p:grpSp>
        <p:nvGrpSpPr>
          <p:cNvPr id="27" name="Google Shape;27;p3"/>
          <p:cNvGrpSpPr/>
          <p:nvPr/>
        </p:nvGrpSpPr>
        <p:grpSpPr>
          <a:xfrm>
            <a:off x="466900" y="962525"/>
            <a:ext cx="2953200" cy="162000"/>
            <a:chOff x="466900" y="962525"/>
            <a:chExt cx="2953200" cy="162000"/>
          </a:xfrm>
        </p:grpSpPr>
        <p:sp>
          <p:nvSpPr>
            <p:cNvPr id="28" name="Google Shape;28;p3"/>
            <p:cNvSpPr txBox="1"/>
            <p:nvPr/>
          </p:nvSpPr>
          <p:spPr>
            <a:xfrm>
              <a:off x="466900" y="962525"/>
              <a:ext cx="29532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000">
                  <a:solidFill>
                    <a:schemeClr val="dk2"/>
                  </a:solidFill>
                  <a:latin typeface="Lexend"/>
                  <a:ea typeface="Lexend"/>
                  <a:cs typeface="Lexend"/>
                  <a:sym typeface="Lexend"/>
                </a:rPr>
                <a:t>Name</a:t>
              </a:r>
              <a:r>
                <a:rPr b="1" lang="en-GB" sz="1000">
                  <a:solidFill>
                    <a:schemeClr val="dk2"/>
                  </a:solidFill>
                  <a:latin typeface="Lexend"/>
                  <a:ea typeface="Lexend"/>
                  <a:cs typeface="Lexend"/>
                  <a:sym typeface="Lexend"/>
                </a:rPr>
                <a:t>: </a:t>
              </a:r>
              <a:endParaRPr b="1" sz="1000">
                <a:solidFill>
                  <a:schemeClr val="dk2"/>
                </a:solidFill>
                <a:latin typeface="Lexend"/>
                <a:ea typeface="Lexend"/>
                <a:cs typeface="Lexend"/>
                <a:sym typeface="Lexend"/>
              </a:endParaRPr>
            </a:p>
          </p:txBody>
        </p:sp>
        <p:cxnSp>
          <p:nvCxnSpPr>
            <p:cNvPr id="29" name="Google Shape;29;p3"/>
            <p:cNvCxnSpPr/>
            <p:nvPr/>
          </p:nvCxnSpPr>
          <p:spPr>
            <a:xfrm flipH="1" rot="10800000">
              <a:off x="943904" y="1116425"/>
              <a:ext cx="1998900" cy="8100"/>
            </a:xfrm>
            <a:prstGeom prst="straightConnector1">
              <a:avLst/>
            </a:prstGeom>
            <a:noFill/>
            <a:ln cap="flat" cmpd="sng" w="9525">
              <a:solidFill>
                <a:schemeClr val="dk2"/>
              </a:solidFill>
              <a:prstDash val="solid"/>
              <a:round/>
              <a:headEnd len="med" w="med" type="none"/>
              <a:tailEnd len="med" w="med" type="none"/>
            </a:ln>
          </p:spPr>
        </p:cxnSp>
      </p:grpSp>
      <p:pic>
        <p:nvPicPr>
          <p:cNvPr id="30" name="Google Shape;30;p3"/>
          <p:cNvPicPr preferRelativeResize="0"/>
          <p:nvPr/>
        </p:nvPicPr>
        <p:blipFill>
          <a:blip r:embed="rId4">
            <a:alphaModFix/>
          </a:blip>
          <a:stretch>
            <a:fillRect/>
          </a:stretch>
        </p:blipFill>
        <p:spPr>
          <a:xfrm>
            <a:off x="6261625" y="161271"/>
            <a:ext cx="805956" cy="498600"/>
          </a:xfrm>
          <a:prstGeom prst="rect">
            <a:avLst/>
          </a:prstGeom>
          <a:noFill/>
          <a:ln>
            <a:noFill/>
          </a:ln>
        </p:spPr>
      </p:pic>
      <p:sp>
        <p:nvSpPr>
          <p:cNvPr id="31" name="Google Shape;31;p3"/>
          <p:cNvSpPr txBox="1"/>
          <p:nvPr>
            <p:ph idx="9" type="subTitle"/>
          </p:nvPr>
        </p:nvSpPr>
        <p:spPr>
          <a:xfrm>
            <a:off x="466825" y="13698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544">
          <p15:clr>
            <a:srgbClr val="D9D9D9"/>
          </p15:clr>
        </p15:guide>
        <p15:guide id="2" orient="horz" pos="1916">
          <p15:clr>
            <a:srgbClr val="D9D9D9"/>
          </p15:clr>
        </p15:guide>
        <p15:guide id="3" orient="horz" pos="3368">
          <p15:clr>
            <a:srgbClr val="D9D9D9"/>
          </p15:clr>
        </p15:guide>
        <p15:guide id="4" orient="horz" pos="4762">
          <p15:clr>
            <a:srgbClr val="D9D9D9"/>
          </p15:clr>
        </p15:guide>
        <p15:guide id="5" pos="295">
          <p15:clr>
            <a:srgbClr val="FF0000"/>
          </p15:clr>
        </p15:guide>
        <p15:guide id="6" pos="4467">
          <p15:clr>
            <a:srgbClr val="FF0000"/>
          </p15:clr>
        </p15:guide>
        <p15:guide id="7" pos="1519">
          <p15:clr>
            <a:srgbClr val="D9D9D9"/>
          </p15:clr>
        </p15:guide>
        <p15:guide id="8" pos="1764">
          <p15:clr>
            <a:srgbClr val="D9D9D9"/>
          </p15:clr>
        </p15:guide>
        <p15:guide id="9" pos="3243">
          <p15:clr>
            <a:srgbClr val="D9D9D9"/>
          </p15:clr>
        </p15:guide>
        <p15:guide id="10" pos="2998">
          <p15:clr>
            <a:srgbClr val="D9D9D9"/>
          </p15:clr>
        </p15:guide>
        <p15:guide id="11" pos="3120">
          <p15:clr>
            <a:srgbClr val="D9D9D9"/>
          </p15:clr>
        </p15:guide>
        <p15:guide id="12" pos="1642">
          <p15:clr>
            <a:srgbClr val="D9D9D9"/>
          </p15:clr>
        </p15:guide>
        <p15:guide id="13" pos="2381">
          <p15:clr>
            <a:srgbClr val="D9D9D9"/>
          </p15:clr>
        </p15:guide>
        <p15:guide id="14" pos="2154">
          <p15:clr>
            <a:srgbClr val="FF0000"/>
          </p15:clr>
        </p15:guide>
        <p15:guide id="15" pos="2608">
          <p15:clr>
            <a:srgbClr val="FF0000"/>
          </p15:clr>
        </p15:guide>
        <p15:guide id="16" orient="horz" pos="227">
          <p15:clr>
            <a:srgbClr val="FF000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1">
  <p:cSld name="SECTION_HEADER_1_1_1_1_1_1_1_1_1_1">
    <p:spTree>
      <p:nvGrpSpPr>
        <p:cNvPr id="32" name="Shape 32"/>
        <p:cNvGrpSpPr/>
        <p:nvPr/>
      </p:nvGrpSpPr>
      <p:grpSpPr>
        <a:xfrm>
          <a:off x="0" y="0"/>
          <a:ext cx="0" cy="0"/>
          <a:chOff x="0" y="0"/>
          <a:chExt cx="0" cy="0"/>
        </a:xfrm>
      </p:grpSpPr>
      <p:sp>
        <p:nvSpPr>
          <p:cNvPr id="33" name="Google Shape;33;p4"/>
          <p:cNvSpPr txBox="1"/>
          <p:nvPr>
            <p:ph idx="1" type="subTitle"/>
          </p:nvPr>
        </p:nvSpPr>
        <p:spPr>
          <a:xfrm>
            <a:off x="466825" y="1627750"/>
            <a:ext cx="66240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4" name="Google Shape;34;p4"/>
          <p:cNvSpPr txBox="1"/>
          <p:nvPr>
            <p:ph idx="2" type="subTitle"/>
          </p:nvPr>
        </p:nvSpPr>
        <p:spPr>
          <a:xfrm>
            <a:off x="4127250" y="28896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5" name="Google Shape;35;p4"/>
          <p:cNvSpPr txBox="1"/>
          <p:nvPr>
            <p:ph idx="3" type="subTitle"/>
          </p:nvPr>
        </p:nvSpPr>
        <p:spPr>
          <a:xfrm>
            <a:off x="466825" y="28896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36" name="Google Shape;36;p4"/>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37" name="Google Shape;37;p4"/>
          <p:cNvSpPr txBox="1"/>
          <p:nvPr>
            <p:ph idx="4"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2">
  <p:cSld name="SECTION_HEADER_1_1_1_1_1_1_1_1_1_1_1">
    <p:spTree>
      <p:nvGrpSpPr>
        <p:cNvPr id="38" name="Shape 38"/>
        <p:cNvGrpSpPr/>
        <p:nvPr/>
      </p:nvGrpSpPr>
      <p:grpSpPr>
        <a:xfrm>
          <a:off x="0" y="0"/>
          <a:ext cx="0" cy="0"/>
          <a:chOff x="0" y="0"/>
          <a:chExt cx="0" cy="0"/>
        </a:xfrm>
      </p:grpSpPr>
      <p:sp>
        <p:nvSpPr>
          <p:cNvPr id="39" name="Google Shape;39;p5"/>
          <p:cNvSpPr txBox="1"/>
          <p:nvPr>
            <p:ph idx="1" type="subTitle"/>
          </p:nvPr>
        </p:nvSpPr>
        <p:spPr>
          <a:xfrm>
            <a:off x="2807400" y="1386138"/>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0" name="Google Shape;40;p5"/>
          <p:cNvSpPr txBox="1"/>
          <p:nvPr>
            <p:ph idx="2" type="subTitle"/>
          </p:nvPr>
        </p:nvSpPr>
        <p:spPr>
          <a:xfrm>
            <a:off x="467950" y="2493013"/>
            <a:ext cx="6624000" cy="41058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1" name="Google Shape;41;p5"/>
          <p:cNvSpPr txBox="1"/>
          <p:nvPr>
            <p:ph idx="3" type="subTitle"/>
          </p:nvPr>
        </p:nvSpPr>
        <p:spPr>
          <a:xfrm>
            <a:off x="466825" y="1386138"/>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2" name="Google Shape;42;p5"/>
          <p:cNvSpPr txBox="1"/>
          <p:nvPr>
            <p:ph idx="4" type="subTitle"/>
          </p:nvPr>
        </p:nvSpPr>
        <p:spPr>
          <a:xfrm>
            <a:off x="5147975" y="1386138"/>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43" name="Google Shape;43;p5"/>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44" name="Google Shape;44;p5"/>
          <p:cNvSpPr txBox="1"/>
          <p:nvPr>
            <p:ph idx="5"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3">
  <p:cSld name="SECTION_HEADER_1_1_1_1_1_1_1_1_1_1_1_2">
    <p:spTree>
      <p:nvGrpSpPr>
        <p:cNvPr id="45" name="Shape 45"/>
        <p:cNvGrpSpPr/>
        <p:nvPr/>
      </p:nvGrpSpPr>
      <p:grpSpPr>
        <a:xfrm>
          <a:off x="0" y="0"/>
          <a:ext cx="0" cy="0"/>
          <a:chOff x="0" y="0"/>
          <a:chExt cx="0" cy="0"/>
        </a:xfrm>
      </p:grpSpPr>
      <p:sp>
        <p:nvSpPr>
          <p:cNvPr id="46" name="Google Shape;46;p6"/>
          <p:cNvSpPr txBox="1"/>
          <p:nvPr>
            <p:ph idx="1" type="subTitle"/>
          </p:nvPr>
        </p:nvSpPr>
        <p:spPr>
          <a:xfrm>
            <a:off x="466825" y="38802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7" name="Google Shape;47;p6"/>
          <p:cNvSpPr txBox="1"/>
          <p:nvPr>
            <p:ph idx="2" type="subTitle"/>
          </p:nvPr>
        </p:nvSpPr>
        <p:spPr>
          <a:xfrm>
            <a:off x="2807400" y="38802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8" name="Google Shape;48;p6"/>
          <p:cNvSpPr txBox="1"/>
          <p:nvPr>
            <p:ph idx="3" type="subTitle"/>
          </p:nvPr>
        </p:nvSpPr>
        <p:spPr>
          <a:xfrm>
            <a:off x="5147975" y="38802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 name="Google Shape;49;p6"/>
          <p:cNvSpPr txBox="1"/>
          <p:nvPr>
            <p:ph idx="4" type="subTitle"/>
          </p:nvPr>
        </p:nvSpPr>
        <p:spPr>
          <a:xfrm>
            <a:off x="466825" y="1702200"/>
            <a:ext cx="66240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0" name="Google Shape;50;p6"/>
          <p:cNvSpPr txBox="1"/>
          <p:nvPr>
            <p:ph idx="5" type="subTitle"/>
          </p:nvPr>
        </p:nvSpPr>
        <p:spPr>
          <a:xfrm>
            <a:off x="466825" y="296405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1" name="Google Shape;51;p6"/>
          <p:cNvSpPr txBox="1"/>
          <p:nvPr>
            <p:ph idx="6" type="subTitle"/>
          </p:nvPr>
        </p:nvSpPr>
        <p:spPr>
          <a:xfrm>
            <a:off x="4127250" y="296405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52" name="Google Shape;52;p6"/>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53" name="Google Shape;53;p6"/>
          <p:cNvSpPr txBox="1"/>
          <p:nvPr>
            <p:ph idx="7"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4">
  <p:cSld name="SECTION_HEADER_1_1_1_1_1_1_1_1_1_1_1_2_1">
    <p:spTree>
      <p:nvGrpSpPr>
        <p:cNvPr id="54" name="Shape 54"/>
        <p:cNvGrpSpPr/>
        <p:nvPr/>
      </p:nvGrpSpPr>
      <p:grpSpPr>
        <a:xfrm>
          <a:off x="0" y="0"/>
          <a:ext cx="0" cy="0"/>
          <a:chOff x="0" y="0"/>
          <a:chExt cx="0" cy="0"/>
        </a:xfrm>
      </p:grpSpPr>
      <p:sp>
        <p:nvSpPr>
          <p:cNvPr id="55" name="Google Shape;55;p7"/>
          <p:cNvSpPr txBox="1"/>
          <p:nvPr>
            <p:ph idx="1" type="subTitle"/>
          </p:nvPr>
        </p:nvSpPr>
        <p:spPr>
          <a:xfrm>
            <a:off x="468000" y="1327649"/>
            <a:ext cx="6624000" cy="38436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56" name="Google Shape;56;p7"/>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57" name="Google Shape;57;p7"/>
          <p:cNvSpPr txBox="1"/>
          <p:nvPr>
            <p:ph idx="2"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lements to copy and paste">
  <p:cSld name="SECTION_HEADER_1_1_1_1_1_1_1_1_1_1_1_2_1_1">
    <p:spTree>
      <p:nvGrpSpPr>
        <p:cNvPr id="58" name="Shape 58"/>
        <p:cNvGrpSpPr/>
        <p:nvPr/>
      </p:nvGrpSpPr>
      <p:grpSpPr>
        <a:xfrm>
          <a:off x="0" y="0"/>
          <a:ext cx="0" cy="0"/>
          <a:chOff x="0" y="0"/>
          <a:chExt cx="0" cy="0"/>
        </a:xfrm>
      </p:grpSpPr>
      <p:sp>
        <p:nvSpPr>
          <p:cNvPr id="59" name="Google Shape;59;p8"/>
          <p:cNvSpPr txBox="1"/>
          <p:nvPr/>
        </p:nvSpPr>
        <p:spPr>
          <a:xfrm>
            <a:off x="493450" y="416654"/>
            <a:ext cx="6624000" cy="2154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None/>
            </a:pPr>
            <a:r>
              <a:rPr b="1" lang="en-GB">
                <a:latin typeface="Lexend"/>
                <a:ea typeface="Lexend"/>
                <a:cs typeface="Lexend"/>
                <a:sym typeface="Lexend"/>
              </a:rPr>
              <a:t>Elements to copy and paste</a:t>
            </a:r>
            <a:endParaRPr sz="1100">
              <a:latin typeface="Lexend"/>
              <a:ea typeface="Lexend"/>
              <a:cs typeface="Lexend"/>
              <a:sym typeface="Lexend"/>
            </a:endParaRPr>
          </a:p>
        </p:txBody>
      </p:sp>
      <p:pic>
        <p:nvPicPr>
          <p:cNvPr id="60" name="Google Shape;60;p8"/>
          <p:cNvPicPr preferRelativeResize="0"/>
          <p:nvPr/>
        </p:nvPicPr>
        <p:blipFill>
          <a:blip r:embed="rId2">
            <a:alphaModFix/>
          </a:blip>
          <a:stretch>
            <a:fillRect/>
          </a:stretch>
        </p:blipFill>
        <p:spPr>
          <a:xfrm>
            <a:off x="6886512" y="10041210"/>
            <a:ext cx="181075" cy="246288"/>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itle page">
  <p:cSld name="SECTION_HEADER_1_1_1_1_1_1_1_1_1_1_1_2_1_1_1_1_1_2">
    <p:bg>
      <p:bgPr>
        <a:solidFill>
          <a:schemeClr val="lt1"/>
        </a:solidFill>
      </p:bgPr>
    </p:bg>
    <p:spTree>
      <p:nvGrpSpPr>
        <p:cNvPr id="65" name="Shape 65"/>
        <p:cNvGrpSpPr/>
        <p:nvPr/>
      </p:nvGrpSpPr>
      <p:grpSpPr>
        <a:xfrm>
          <a:off x="0" y="0"/>
          <a:ext cx="0" cy="0"/>
          <a:chOff x="0" y="0"/>
          <a:chExt cx="0" cy="0"/>
        </a:xfrm>
      </p:grpSpPr>
      <p:pic>
        <p:nvPicPr>
          <p:cNvPr id="66" name="Google Shape;66;p10"/>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67" name="Google Shape;67;p10"/>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68" name="Google Shape;68;p10"/>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69" name="Google Shape;69;p10"/>
          <p:cNvPicPr preferRelativeResize="0"/>
          <p:nvPr/>
        </p:nvPicPr>
        <p:blipFill>
          <a:blip r:embed="rId3">
            <a:alphaModFix/>
          </a:blip>
          <a:stretch>
            <a:fillRect/>
          </a:stretch>
        </p:blipFill>
        <p:spPr>
          <a:xfrm>
            <a:off x="5722275" y="215699"/>
            <a:ext cx="504000" cy="504000"/>
          </a:xfrm>
          <a:prstGeom prst="rect">
            <a:avLst/>
          </a:prstGeom>
          <a:noFill/>
          <a:ln>
            <a:noFill/>
          </a:ln>
        </p:spPr>
      </p:pic>
      <p:pic>
        <p:nvPicPr>
          <p:cNvPr id="70" name="Google Shape;70;p10"/>
          <p:cNvPicPr preferRelativeResize="0"/>
          <p:nvPr/>
        </p:nvPicPr>
        <p:blipFill>
          <a:blip r:embed="rId4">
            <a:alphaModFix/>
          </a:blip>
          <a:stretch>
            <a:fillRect/>
          </a:stretch>
        </p:blipFill>
        <p:spPr>
          <a:xfrm>
            <a:off x="468000" y="1242003"/>
            <a:ext cx="6624000" cy="66240"/>
          </a:xfrm>
          <a:prstGeom prst="rect">
            <a:avLst/>
          </a:prstGeom>
          <a:noFill/>
          <a:ln>
            <a:noFill/>
          </a:ln>
        </p:spPr>
      </p:pic>
      <p:sp>
        <p:nvSpPr>
          <p:cNvPr id="71" name="Google Shape;71;p10"/>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72" name="Google Shape;72;p10"/>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73" name="Google Shape;73;p10"/>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Title page with long title">
  <p:cSld name="SECTION_HEADER_1_1_1_1_1_1_1_1_1_1_1_2_1_1_1_1_1_1_2">
    <p:bg>
      <p:bgPr>
        <a:solidFill>
          <a:schemeClr val="lt1"/>
        </a:solidFill>
      </p:bgPr>
    </p:bg>
    <p:spTree>
      <p:nvGrpSpPr>
        <p:cNvPr id="74" name="Shape 74"/>
        <p:cNvGrpSpPr/>
        <p:nvPr/>
      </p:nvGrpSpPr>
      <p:grpSpPr>
        <a:xfrm>
          <a:off x="0" y="0"/>
          <a:ext cx="0" cy="0"/>
          <a:chOff x="0" y="0"/>
          <a:chExt cx="0" cy="0"/>
        </a:xfrm>
      </p:grpSpPr>
      <p:pic>
        <p:nvPicPr>
          <p:cNvPr id="75" name="Google Shape;75;p11"/>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76" name="Google Shape;76;p11"/>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77" name="Google Shape;77;p11"/>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78" name="Google Shape;78;p11"/>
          <p:cNvPicPr preferRelativeResize="0"/>
          <p:nvPr/>
        </p:nvPicPr>
        <p:blipFill>
          <a:blip r:embed="rId3">
            <a:alphaModFix/>
          </a:blip>
          <a:stretch>
            <a:fillRect/>
          </a:stretch>
        </p:blipFill>
        <p:spPr>
          <a:xfrm>
            <a:off x="468000" y="1543153"/>
            <a:ext cx="6624000" cy="66240"/>
          </a:xfrm>
          <a:prstGeom prst="rect">
            <a:avLst/>
          </a:prstGeom>
          <a:noFill/>
          <a:ln>
            <a:noFill/>
          </a:ln>
        </p:spPr>
      </p:pic>
      <p:pic>
        <p:nvPicPr>
          <p:cNvPr id="79" name="Google Shape;79;p11"/>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80" name="Google Shape;80;p11"/>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81" name="Google Shape;81;p11"/>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82" name="Google Shape;82;p11"/>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Middle page">
  <p:cSld name="SECTION_HEADER_1_1_1_1_1_1_1_1_1_1_1_2_1_1_1_1_1_1_1_1_2">
    <p:bg>
      <p:bgPr>
        <a:solidFill>
          <a:schemeClr val="lt1"/>
        </a:solidFill>
      </p:bgPr>
    </p:bg>
    <p:spTree>
      <p:nvGrpSpPr>
        <p:cNvPr id="83" name="Shape 83"/>
        <p:cNvGrpSpPr/>
        <p:nvPr/>
      </p:nvGrpSpPr>
      <p:grpSpPr>
        <a:xfrm>
          <a:off x="0" y="0"/>
          <a:ext cx="0" cy="0"/>
          <a:chOff x="0" y="0"/>
          <a:chExt cx="0" cy="0"/>
        </a:xfrm>
      </p:grpSpPr>
      <p:pic>
        <p:nvPicPr>
          <p:cNvPr id="84" name="Google Shape;84;p12"/>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85" name="Google Shape;85;p12"/>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86" name="Google Shape;86;p12"/>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sp>
        <p:nvSpPr>
          <p:cNvPr id="87" name="Google Shape;87;p12"/>
          <p:cNvSpPr txBox="1"/>
          <p:nvPr>
            <p:ph idx="1" type="subTitle"/>
          </p:nvPr>
        </p:nvSpPr>
        <p:spPr>
          <a:xfrm>
            <a:off x="1463400" y="360000"/>
            <a:ext cx="47826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pic>
        <p:nvPicPr>
          <p:cNvPr id="88" name="Google Shape;88;p12"/>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89" name="Google Shape;89;p12"/>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Last page">
  <p:cSld name="SECTION_HEADER_1_1_1_1_1_1_1_1_1_1_1_2_1_1_1_1_1_1_1_1_1_3">
    <p:bg>
      <p:bgPr>
        <a:solidFill>
          <a:schemeClr val="lt1"/>
        </a:solidFill>
      </p:bgPr>
    </p:bg>
    <p:spTree>
      <p:nvGrpSpPr>
        <p:cNvPr id="90" name="Shape 90"/>
        <p:cNvGrpSpPr/>
        <p:nvPr/>
      </p:nvGrpSpPr>
      <p:grpSpPr>
        <a:xfrm>
          <a:off x="0" y="0"/>
          <a:ext cx="0" cy="0"/>
          <a:chOff x="0" y="0"/>
          <a:chExt cx="0" cy="0"/>
        </a:xfrm>
      </p:grpSpPr>
      <p:pic>
        <p:nvPicPr>
          <p:cNvPr id="91" name="Google Shape;91;p13"/>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92" name="Google Shape;92;p13"/>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93" name="Google Shape;93;p13"/>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sp>
        <p:nvSpPr>
          <p:cNvPr id="94" name="Google Shape;94;p13"/>
          <p:cNvSpPr txBox="1"/>
          <p:nvPr>
            <p:ph idx="1" type="subTitle"/>
          </p:nvPr>
        </p:nvSpPr>
        <p:spPr>
          <a:xfrm>
            <a:off x="1463400" y="360000"/>
            <a:ext cx="47826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pic>
        <p:nvPicPr>
          <p:cNvPr id="95" name="Google Shape;95;p13"/>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96" name="Google Shape;96;p13"/>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97" name="Google Shape;97;p13"/>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4">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5">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98" name="Google Shape;98;p13"/>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99" name="Google Shape;99;p13"/>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00" name="Google Shape;100;p13"/>
          <p:cNvSpPr txBox="1"/>
          <p:nvPr>
            <p:ph idx="2" type="subTitle"/>
          </p:nvPr>
        </p:nvSpPr>
        <p:spPr>
          <a:xfrm>
            <a:off x="3903375" y="9972000"/>
            <a:ext cx="2722800" cy="161100"/>
          </a:xfrm>
          <a:prstGeom prst="rect">
            <a:avLst/>
          </a:prstGeom>
        </p:spPr>
        <p:txBody>
          <a:bodyPr anchorCtr="0" anchor="b" bIns="0" lIns="0" spcFirstLastPara="1" rIns="0" wrap="square" tIns="0">
            <a:normAutofit/>
          </a:bodyPr>
          <a:lstStyle>
            <a:lvl1pPr lv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Single page worksheet">
  <p:cSld name="SECTION_HEADER_1_1_1_1_1_1_1_1_1_1_1_2_1_1_1_1_1_2_1">
    <p:bg>
      <p:bgPr>
        <a:solidFill>
          <a:schemeClr val="lt1"/>
        </a:solidFill>
      </p:bgPr>
    </p:bg>
    <p:spTree>
      <p:nvGrpSpPr>
        <p:cNvPr id="101" name="Shape 101"/>
        <p:cNvGrpSpPr/>
        <p:nvPr/>
      </p:nvGrpSpPr>
      <p:grpSpPr>
        <a:xfrm>
          <a:off x="0" y="0"/>
          <a:ext cx="0" cy="0"/>
          <a:chOff x="0" y="0"/>
          <a:chExt cx="0" cy="0"/>
        </a:xfrm>
      </p:grpSpPr>
      <p:pic>
        <p:nvPicPr>
          <p:cNvPr id="102" name="Google Shape;102;p14"/>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103" name="Google Shape;103;p14"/>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04" name="Google Shape;104;p14"/>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05" name="Google Shape;105;p14"/>
          <p:cNvPicPr preferRelativeResize="0"/>
          <p:nvPr/>
        </p:nvPicPr>
        <p:blipFill>
          <a:blip r:embed="rId3">
            <a:alphaModFix/>
          </a:blip>
          <a:stretch>
            <a:fillRect/>
          </a:stretch>
        </p:blipFill>
        <p:spPr>
          <a:xfrm>
            <a:off x="468000" y="1242003"/>
            <a:ext cx="6624000" cy="66240"/>
          </a:xfrm>
          <a:prstGeom prst="rect">
            <a:avLst/>
          </a:prstGeom>
          <a:noFill/>
          <a:ln>
            <a:noFill/>
          </a:ln>
        </p:spPr>
      </p:pic>
      <p:pic>
        <p:nvPicPr>
          <p:cNvPr id="106" name="Google Shape;106;p14"/>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107" name="Google Shape;107;p14"/>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108" name="Google Shape;108;p14"/>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109" name="Google Shape;109;p14"/>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10" name="Google Shape;110;p14"/>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6">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7">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11" name="Google Shape;111;p14"/>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12" name="Google Shape;112;p14"/>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13" name="Google Shape;113;p14"/>
          <p:cNvSpPr txBox="1"/>
          <p:nvPr>
            <p:ph idx="1"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 Single page worksheet with long title">
  <p:cSld name="SECTION_HEADER_1_1_1_1_1_1_1_1_1_1_1_2_1_1_1_1_1_1_1">
    <p:bg>
      <p:bgPr>
        <a:solidFill>
          <a:schemeClr val="lt1"/>
        </a:solidFill>
      </p:bgPr>
    </p:bg>
    <p:spTree>
      <p:nvGrpSpPr>
        <p:cNvPr id="114" name="Shape 114"/>
        <p:cNvGrpSpPr/>
        <p:nvPr/>
      </p:nvGrpSpPr>
      <p:grpSpPr>
        <a:xfrm>
          <a:off x="0" y="0"/>
          <a:ext cx="0" cy="0"/>
          <a:chOff x="0" y="0"/>
          <a:chExt cx="0" cy="0"/>
        </a:xfrm>
      </p:grpSpPr>
      <p:pic>
        <p:nvPicPr>
          <p:cNvPr id="115" name="Google Shape;115;p15"/>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116" name="Google Shape;116;p15"/>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17" name="Google Shape;117;p15"/>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18" name="Google Shape;118;p15"/>
          <p:cNvPicPr preferRelativeResize="0"/>
          <p:nvPr/>
        </p:nvPicPr>
        <p:blipFill>
          <a:blip r:embed="rId3">
            <a:alphaModFix/>
          </a:blip>
          <a:stretch>
            <a:fillRect/>
          </a:stretch>
        </p:blipFill>
        <p:spPr>
          <a:xfrm>
            <a:off x="468000" y="1543153"/>
            <a:ext cx="6624000" cy="66240"/>
          </a:xfrm>
          <a:prstGeom prst="rect">
            <a:avLst/>
          </a:prstGeom>
          <a:noFill/>
          <a:ln>
            <a:noFill/>
          </a:ln>
        </p:spPr>
      </p:pic>
      <p:pic>
        <p:nvPicPr>
          <p:cNvPr id="119" name="Google Shape;119;p15"/>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120" name="Google Shape;120;p15"/>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121" name="Google Shape;121;p15"/>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122" name="Google Shape;122;p15"/>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23" name="Google Shape;123;p15"/>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6">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7">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24" name="Google Shape;124;p15"/>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25" name="Google Shape;125;p15"/>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26" name="Google Shape;126;p15"/>
          <p:cNvSpPr txBox="1"/>
          <p:nvPr>
            <p:ph idx="1"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 Landscape title page">
  <p:cSld name="SECTION_HEADER_1_1_1_1_1_1_1_1_1_1_1_2_1_1_1_1_1_1_1_1_1_1">
    <p:bg>
      <p:bgPr>
        <a:solidFill>
          <a:schemeClr val="lt1"/>
        </a:solidFill>
      </p:bgPr>
    </p:bg>
    <p:spTree>
      <p:nvGrpSpPr>
        <p:cNvPr id="127" name="Shape 127"/>
        <p:cNvGrpSpPr/>
        <p:nvPr/>
      </p:nvGrpSpPr>
      <p:grpSpPr>
        <a:xfrm>
          <a:off x="0" y="0"/>
          <a:ext cx="0" cy="0"/>
          <a:chOff x="0" y="0"/>
          <a:chExt cx="0" cy="0"/>
        </a:xfrm>
      </p:grpSpPr>
      <p:pic>
        <p:nvPicPr>
          <p:cNvPr id="128" name="Google Shape;128;p16"/>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29" name="Google Shape;129;p16"/>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30" name="Google Shape;130;p16"/>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31" name="Google Shape;131;p16"/>
          <p:cNvPicPr preferRelativeResize="0"/>
          <p:nvPr/>
        </p:nvPicPr>
        <p:blipFill>
          <a:blip r:embed="rId3">
            <a:alphaModFix/>
          </a:blip>
          <a:stretch>
            <a:fillRect/>
          </a:stretch>
        </p:blipFill>
        <p:spPr>
          <a:xfrm rot="-5400000">
            <a:off x="-3612750" y="5310727"/>
            <a:ext cx="9987174" cy="66225"/>
          </a:xfrm>
          <a:prstGeom prst="rect">
            <a:avLst/>
          </a:prstGeom>
          <a:noFill/>
          <a:ln>
            <a:noFill/>
          </a:ln>
        </p:spPr>
      </p:pic>
      <p:pic>
        <p:nvPicPr>
          <p:cNvPr id="132" name="Google Shape;132;p16"/>
          <p:cNvPicPr preferRelativeResize="0"/>
          <p:nvPr/>
        </p:nvPicPr>
        <p:blipFill>
          <a:blip r:embed="rId4">
            <a:alphaModFix/>
          </a:blip>
          <a:stretch>
            <a:fillRect/>
          </a:stretch>
        </p:blipFill>
        <p:spPr>
          <a:xfrm rot="-5400000">
            <a:off x="319763" y="1225736"/>
            <a:ext cx="504000" cy="504000"/>
          </a:xfrm>
          <a:prstGeom prst="rect">
            <a:avLst/>
          </a:prstGeom>
          <a:noFill/>
          <a:ln>
            <a:noFill/>
          </a:ln>
        </p:spPr>
      </p:pic>
      <p:sp>
        <p:nvSpPr>
          <p:cNvPr id="133" name="Google Shape;133;p16"/>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134" name="Google Shape;134;p16"/>
          <p:cNvPicPr preferRelativeResize="0"/>
          <p:nvPr/>
        </p:nvPicPr>
        <p:blipFill>
          <a:blip r:embed="rId5">
            <a:alphaModFix/>
          </a:blip>
          <a:stretch>
            <a:fillRect/>
          </a:stretch>
        </p:blipFill>
        <p:spPr>
          <a:xfrm rot="-5400000">
            <a:off x="103775" y="9769600"/>
            <a:ext cx="936000" cy="270612"/>
          </a:xfrm>
          <a:prstGeom prst="rect">
            <a:avLst/>
          </a:prstGeom>
          <a:noFill/>
          <a:ln>
            <a:noFill/>
          </a:ln>
        </p:spPr>
      </p:pic>
      <p:sp>
        <p:nvSpPr>
          <p:cNvPr id="135" name="Google Shape;135;p16"/>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 Landscape middle page">
  <p:cSld name="SECTION_HEADER_1_1_1_1_1_1_1_1_1_1_1_2_1_1_1_1_1_1_1_1_1_1_1_2">
    <p:bg>
      <p:bgPr>
        <a:solidFill>
          <a:schemeClr val="lt1"/>
        </a:solidFill>
      </p:bgPr>
    </p:bg>
    <p:spTree>
      <p:nvGrpSpPr>
        <p:cNvPr id="136" name="Shape 136"/>
        <p:cNvGrpSpPr/>
        <p:nvPr/>
      </p:nvGrpSpPr>
      <p:grpSpPr>
        <a:xfrm>
          <a:off x="0" y="0"/>
          <a:ext cx="0" cy="0"/>
          <a:chOff x="0" y="0"/>
          <a:chExt cx="0" cy="0"/>
        </a:xfrm>
      </p:grpSpPr>
      <p:pic>
        <p:nvPicPr>
          <p:cNvPr id="137" name="Google Shape;137;p17"/>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38" name="Google Shape;138;p17"/>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39" name="Google Shape;139;p17"/>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pic>
        <p:nvPicPr>
          <p:cNvPr id="140" name="Google Shape;140;p17"/>
          <p:cNvPicPr preferRelativeResize="0"/>
          <p:nvPr/>
        </p:nvPicPr>
        <p:blipFill>
          <a:blip r:embed="rId3">
            <a:alphaModFix/>
          </a:blip>
          <a:stretch>
            <a:fillRect/>
          </a:stretch>
        </p:blipFill>
        <p:spPr>
          <a:xfrm rot="-5400000">
            <a:off x="103775" y="9769600"/>
            <a:ext cx="936000" cy="270612"/>
          </a:xfrm>
          <a:prstGeom prst="rect">
            <a:avLst/>
          </a:prstGeom>
          <a:noFill/>
          <a:ln>
            <a:noFill/>
          </a:ln>
        </p:spPr>
      </p:pic>
      <p:sp>
        <p:nvSpPr>
          <p:cNvPr id="141" name="Google Shape;141;p17"/>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42" name="Google Shape;142;p17"/>
          <p:cNvSpPr txBox="1"/>
          <p:nvPr>
            <p:ph idx="1" type="subTitle"/>
          </p:nvPr>
        </p:nvSpPr>
        <p:spPr>
          <a:xfrm rot="-5400000">
            <a:off x="-3498000" y="5128425"/>
            <a:ext cx="8070600" cy="246300"/>
          </a:xfrm>
          <a:prstGeom prst="rect">
            <a:avLst/>
          </a:prstGeom>
          <a:ln>
            <a:noFill/>
          </a:ln>
        </p:spPr>
        <p:txBody>
          <a:bodyPr anchorCtr="0" anchor="ctr"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2 Landscape last page">
  <p:cSld name="SECTION_HEADER_1_1_1_1_1_1_1_1_1_1_1_2_1_1_1_1_1_1_1_1_1_1_1_1_1">
    <p:bg>
      <p:bgPr>
        <a:solidFill>
          <a:schemeClr val="lt1"/>
        </a:solidFill>
      </p:bgPr>
    </p:bg>
    <p:spTree>
      <p:nvGrpSpPr>
        <p:cNvPr id="143" name="Shape 143"/>
        <p:cNvGrpSpPr/>
        <p:nvPr/>
      </p:nvGrpSpPr>
      <p:grpSpPr>
        <a:xfrm>
          <a:off x="0" y="0"/>
          <a:ext cx="0" cy="0"/>
          <a:chOff x="0" y="0"/>
          <a:chExt cx="0" cy="0"/>
        </a:xfrm>
      </p:grpSpPr>
      <p:pic>
        <p:nvPicPr>
          <p:cNvPr id="144" name="Google Shape;144;p18"/>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45" name="Google Shape;145;p18"/>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46" name="Google Shape;146;p18"/>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pic>
        <p:nvPicPr>
          <p:cNvPr id="147" name="Google Shape;147;p18"/>
          <p:cNvPicPr preferRelativeResize="0"/>
          <p:nvPr/>
        </p:nvPicPr>
        <p:blipFill>
          <a:blip r:embed="rId3">
            <a:alphaModFix/>
          </a:blip>
          <a:stretch>
            <a:fillRect/>
          </a:stretch>
        </p:blipFill>
        <p:spPr>
          <a:xfrm rot="-5400000">
            <a:off x="103775" y="9769600"/>
            <a:ext cx="936000" cy="270612"/>
          </a:xfrm>
          <a:prstGeom prst="rect">
            <a:avLst/>
          </a:prstGeom>
          <a:noFill/>
          <a:ln>
            <a:noFill/>
          </a:ln>
        </p:spPr>
      </p:pic>
      <p:sp>
        <p:nvSpPr>
          <p:cNvPr id="148" name="Google Shape;148;p18"/>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49" name="Google Shape;149;p18"/>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4">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5">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50" name="Google Shape;150;p18"/>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51" name="Google Shape;151;p18"/>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52" name="Google Shape;152;p18"/>
          <p:cNvSpPr txBox="1"/>
          <p:nvPr>
            <p:ph idx="1" type="subTitle"/>
          </p:nvPr>
        </p:nvSpPr>
        <p:spPr>
          <a:xfrm rot="-5400000">
            <a:off x="5488463" y="5454663"/>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3" name="Google Shape;153;p18"/>
          <p:cNvSpPr txBox="1"/>
          <p:nvPr>
            <p:ph idx="2" type="subTitle"/>
          </p:nvPr>
        </p:nvSpPr>
        <p:spPr>
          <a:xfrm rot="-5400000">
            <a:off x="-3498000" y="5128425"/>
            <a:ext cx="8070600" cy="246300"/>
          </a:xfrm>
          <a:prstGeom prst="rect">
            <a:avLst/>
          </a:prstGeom>
          <a:ln>
            <a:noFill/>
          </a:ln>
        </p:spPr>
        <p:txBody>
          <a:bodyPr anchorCtr="0" anchor="ctr"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 Landscape single page worksheet">
  <p:cSld name="SECTION_HEADER_1_1_1_1_1_1_1_1_1_1_1_2_1_1_1_1_1_1_1_1_1_1_2">
    <p:bg>
      <p:bgPr>
        <a:solidFill>
          <a:schemeClr val="lt1"/>
        </a:solidFill>
      </p:bgPr>
    </p:bg>
    <p:spTree>
      <p:nvGrpSpPr>
        <p:cNvPr id="154" name="Shape 154"/>
        <p:cNvGrpSpPr/>
        <p:nvPr/>
      </p:nvGrpSpPr>
      <p:grpSpPr>
        <a:xfrm>
          <a:off x="0" y="0"/>
          <a:ext cx="0" cy="0"/>
          <a:chOff x="0" y="0"/>
          <a:chExt cx="0" cy="0"/>
        </a:xfrm>
      </p:grpSpPr>
      <p:pic>
        <p:nvPicPr>
          <p:cNvPr id="155" name="Google Shape;155;p19"/>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56" name="Google Shape;156;p19"/>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57" name="Google Shape;157;p19"/>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58" name="Google Shape;158;p19"/>
          <p:cNvPicPr preferRelativeResize="0"/>
          <p:nvPr/>
        </p:nvPicPr>
        <p:blipFill>
          <a:blip r:embed="rId3">
            <a:alphaModFix/>
          </a:blip>
          <a:stretch>
            <a:fillRect/>
          </a:stretch>
        </p:blipFill>
        <p:spPr>
          <a:xfrm rot="-5400000">
            <a:off x="-3612750" y="5310727"/>
            <a:ext cx="9987174" cy="66225"/>
          </a:xfrm>
          <a:prstGeom prst="rect">
            <a:avLst/>
          </a:prstGeom>
          <a:noFill/>
          <a:ln>
            <a:noFill/>
          </a:ln>
        </p:spPr>
      </p:pic>
      <p:pic>
        <p:nvPicPr>
          <p:cNvPr id="159" name="Google Shape;159;p19"/>
          <p:cNvPicPr preferRelativeResize="0"/>
          <p:nvPr/>
        </p:nvPicPr>
        <p:blipFill>
          <a:blip r:embed="rId4">
            <a:alphaModFix/>
          </a:blip>
          <a:stretch>
            <a:fillRect/>
          </a:stretch>
        </p:blipFill>
        <p:spPr>
          <a:xfrm rot="-5400000">
            <a:off x="319763" y="1225736"/>
            <a:ext cx="504000" cy="504000"/>
          </a:xfrm>
          <a:prstGeom prst="rect">
            <a:avLst/>
          </a:prstGeom>
          <a:noFill/>
          <a:ln>
            <a:noFill/>
          </a:ln>
        </p:spPr>
      </p:pic>
      <p:sp>
        <p:nvSpPr>
          <p:cNvPr id="160" name="Google Shape;160;p19"/>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161" name="Google Shape;161;p19"/>
          <p:cNvPicPr preferRelativeResize="0"/>
          <p:nvPr/>
        </p:nvPicPr>
        <p:blipFill>
          <a:blip r:embed="rId5">
            <a:alphaModFix/>
          </a:blip>
          <a:stretch>
            <a:fillRect/>
          </a:stretch>
        </p:blipFill>
        <p:spPr>
          <a:xfrm rot="-5400000">
            <a:off x="103775" y="9769600"/>
            <a:ext cx="936000" cy="270612"/>
          </a:xfrm>
          <a:prstGeom prst="rect">
            <a:avLst/>
          </a:prstGeom>
          <a:noFill/>
          <a:ln>
            <a:noFill/>
          </a:ln>
        </p:spPr>
      </p:pic>
      <p:sp>
        <p:nvSpPr>
          <p:cNvPr id="162" name="Google Shape;162;p19"/>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63" name="Google Shape;163;p19"/>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6">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7">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64" name="Google Shape;164;p19"/>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65" name="Google Shape;165;p19"/>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66" name="Google Shape;166;p19"/>
          <p:cNvSpPr txBox="1"/>
          <p:nvPr>
            <p:ph idx="1" type="subTitle"/>
          </p:nvPr>
        </p:nvSpPr>
        <p:spPr>
          <a:xfrm rot="-5400000">
            <a:off x="5488463" y="5454663"/>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11" Type="http://schemas.openxmlformats.org/officeDocument/2006/relationships/theme" Target="../theme/theme1.xml"/><Relationship Id="rId10" Type="http://schemas.openxmlformats.org/officeDocument/2006/relationships/slideLayout" Target="../slideLayouts/slideLayout17.xml"/><Relationship Id="rId9" Type="http://schemas.openxmlformats.org/officeDocument/2006/relationships/slideLayout" Target="../slideLayouts/slideLayout16.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57705" y="925091"/>
            <a:ext cx="70446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200"/>
              <a:buFont typeface="Lexend"/>
              <a:buNone/>
              <a:defRPr b="1" i="0" sz="22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2pPr>
            <a:lvl3pPr lvl="2"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3pPr>
            <a:lvl4pPr lvl="3"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4pPr>
            <a:lvl5pPr lvl="4"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5pPr>
            <a:lvl6pPr lvl="5"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6pPr>
            <a:lvl7pPr lvl="6"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7pPr>
            <a:lvl8pPr lvl="7"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8pPr>
            <a:lvl9pPr lvl="8"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9pPr>
          </a:lstStyle>
          <a:p/>
        </p:txBody>
      </p:sp>
      <p:sp>
        <p:nvSpPr>
          <p:cNvPr id="7" name="Google Shape;7;p1"/>
          <p:cNvSpPr txBox="1"/>
          <p:nvPr>
            <p:ph idx="1" type="body"/>
          </p:nvPr>
        </p:nvSpPr>
        <p:spPr>
          <a:xfrm>
            <a:off x="257705" y="2395696"/>
            <a:ext cx="7044600" cy="7101900"/>
          </a:xfrm>
          <a:prstGeom prst="rect">
            <a:avLst/>
          </a:prstGeom>
          <a:noFill/>
          <a:ln>
            <a:noFill/>
          </a:ln>
        </p:spPr>
        <p:txBody>
          <a:bodyPr anchorCtr="0" anchor="t" bIns="0" lIns="0" spcFirstLastPara="1" rIns="0" wrap="square" tIns="0">
            <a:normAutofit/>
          </a:bodyPr>
          <a:lstStyle>
            <a:lvl1pPr indent="-342900" lvl="0" marL="457200" marR="0" rtl="0" algn="l">
              <a:lnSpc>
                <a:spcPct val="115000"/>
              </a:lnSpc>
              <a:spcBef>
                <a:spcPts val="0"/>
              </a:spcBef>
              <a:spcAft>
                <a:spcPts val="0"/>
              </a:spcAft>
              <a:buClr>
                <a:schemeClr val="dk2"/>
              </a:buClr>
              <a:buSzPts val="1800"/>
              <a:buFont typeface="Lexend"/>
              <a:buChar char="●"/>
              <a:defRPr i="0" sz="1800" u="none" cap="none" strike="noStrike">
                <a:solidFill>
                  <a:schemeClr val="dk2"/>
                </a:solidFill>
                <a:latin typeface="Lexend"/>
                <a:ea typeface="Lexend"/>
                <a:cs typeface="Lexend"/>
                <a:sym typeface="Lexend"/>
              </a:defRPr>
            </a:lvl1pPr>
            <a:lvl2pPr indent="-317500" lvl="1" marL="914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2pPr>
            <a:lvl3pPr indent="-317500" lvl="2" marL="1371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3pPr>
            <a:lvl4pPr indent="-317500" lvl="3" marL="18288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4pPr>
            <a:lvl5pPr indent="-317500" lvl="4" marL="22860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5pPr>
            <a:lvl6pPr indent="-317500" lvl="5" marL="27432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6pPr>
            <a:lvl7pPr indent="-317500" lvl="6" marL="3200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7pPr>
            <a:lvl8pPr indent="-317500" lvl="7" marL="3657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8pPr>
            <a:lvl9pPr indent="-317500" lvl="8" marL="4114800" marR="0" rtl="0" algn="l">
              <a:lnSpc>
                <a:spcPct val="115000"/>
              </a:lnSpc>
              <a:spcBef>
                <a:spcPts val="0"/>
              </a:spcBef>
              <a:spcAft>
                <a:spcPts val="0"/>
              </a:spcAft>
              <a:buClr>
                <a:schemeClr val="dk2"/>
              </a:buClr>
              <a:buSzPts val="1400"/>
              <a:buFont typeface="Kalam"/>
              <a:buChar char="■"/>
              <a:defRPr i="0" sz="1400" u="none" cap="none" strike="noStrike">
                <a:solidFill>
                  <a:schemeClr val="dk2"/>
                </a:solidFill>
                <a:latin typeface="Kalam"/>
                <a:ea typeface="Kalam"/>
                <a:cs typeface="Kalam"/>
                <a:sym typeface="Kalam"/>
              </a:defRPr>
            </a:lvl9pPr>
          </a:lstStyle>
          <a:p/>
        </p:txBody>
      </p:sp>
      <p:sp>
        <p:nvSpPr>
          <p:cNvPr id="8" name="Google Shape;8;p1"/>
          <p:cNvSpPr txBox="1"/>
          <p:nvPr>
            <p:ph idx="12" type="sldNum"/>
          </p:nvPr>
        </p:nvSpPr>
        <p:spPr>
          <a:xfrm>
            <a:off x="7004788" y="9693616"/>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1pPr>
            <a:lvl2pPr indent="0" lvl="1"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2pPr>
            <a:lvl3pPr indent="0" lvl="2"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3pPr>
            <a:lvl4pPr indent="0" lvl="3"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4pPr>
            <a:lvl5pPr indent="0" lvl="4"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5pPr>
            <a:lvl6pPr indent="0" lvl="5"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6pPr>
            <a:lvl7pPr indent="0" lvl="6"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7pPr>
            <a:lvl8pPr indent="0" lvl="7"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8pPr>
            <a:lvl9pPr indent="0" lvl="8"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1" name="Shape 61"/>
        <p:cNvGrpSpPr/>
        <p:nvPr/>
      </p:nvGrpSpPr>
      <p:grpSpPr>
        <a:xfrm>
          <a:off x="0" y="0"/>
          <a:ext cx="0" cy="0"/>
          <a:chOff x="0" y="0"/>
          <a:chExt cx="0" cy="0"/>
        </a:xfrm>
      </p:grpSpPr>
      <p:sp>
        <p:nvSpPr>
          <p:cNvPr id="62" name="Google Shape;62;p9"/>
          <p:cNvSpPr txBox="1"/>
          <p:nvPr>
            <p:ph type="title"/>
          </p:nvPr>
        </p:nvSpPr>
        <p:spPr>
          <a:xfrm>
            <a:off x="257705" y="925091"/>
            <a:ext cx="70446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200"/>
              <a:buFont typeface="Lexend"/>
              <a:buNone/>
              <a:defRPr b="1" i="0" sz="22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2pPr>
            <a:lvl3pPr lvl="2"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3pPr>
            <a:lvl4pPr lvl="3"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4pPr>
            <a:lvl5pPr lvl="4"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5pPr>
            <a:lvl6pPr lvl="5"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6pPr>
            <a:lvl7pPr lvl="6"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7pPr>
            <a:lvl8pPr lvl="7"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8pPr>
            <a:lvl9pPr lvl="8"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9pPr>
          </a:lstStyle>
          <a:p/>
        </p:txBody>
      </p:sp>
      <p:sp>
        <p:nvSpPr>
          <p:cNvPr id="63" name="Google Shape;63;p9"/>
          <p:cNvSpPr txBox="1"/>
          <p:nvPr>
            <p:ph idx="1" type="body"/>
          </p:nvPr>
        </p:nvSpPr>
        <p:spPr>
          <a:xfrm>
            <a:off x="257705" y="2395696"/>
            <a:ext cx="7044600" cy="7101900"/>
          </a:xfrm>
          <a:prstGeom prst="rect">
            <a:avLst/>
          </a:prstGeom>
          <a:noFill/>
          <a:ln>
            <a:noFill/>
          </a:ln>
        </p:spPr>
        <p:txBody>
          <a:bodyPr anchorCtr="0" anchor="t" bIns="0" lIns="0" spcFirstLastPara="1" rIns="0" wrap="square" tIns="0">
            <a:normAutofit/>
          </a:bodyPr>
          <a:lstStyle>
            <a:lvl1pPr indent="-342900" lvl="0" marL="457200" marR="0" rtl="0" algn="l">
              <a:lnSpc>
                <a:spcPct val="115000"/>
              </a:lnSpc>
              <a:spcBef>
                <a:spcPts val="0"/>
              </a:spcBef>
              <a:spcAft>
                <a:spcPts val="0"/>
              </a:spcAft>
              <a:buClr>
                <a:schemeClr val="dk2"/>
              </a:buClr>
              <a:buSzPts val="1800"/>
              <a:buFont typeface="Lexend"/>
              <a:buChar char="●"/>
              <a:defRPr i="0" sz="1800" u="none" cap="none" strike="noStrike">
                <a:solidFill>
                  <a:schemeClr val="dk2"/>
                </a:solidFill>
                <a:latin typeface="Lexend"/>
                <a:ea typeface="Lexend"/>
                <a:cs typeface="Lexend"/>
                <a:sym typeface="Lexend"/>
              </a:defRPr>
            </a:lvl1pPr>
            <a:lvl2pPr indent="-317500" lvl="1" marL="914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2pPr>
            <a:lvl3pPr indent="-317500" lvl="2" marL="1371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3pPr>
            <a:lvl4pPr indent="-317500" lvl="3" marL="18288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4pPr>
            <a:lvl5pPr indent="-317500" lvl="4" marL="22860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5pPr>
            <a:lvl6pPr indent="-317500" lvl="5" marL="27432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6pPr>
            <a:lvl7pPr indent="-317500" lvl="6" marL="3200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7pPr>
            <a:lvl8pPr indent="-317500" lvl="7" marL="3657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8pPr>
            <a:lvl9pPr indent="-317500" lvl="8" marL="4114800" marR="0" rtl="0" algn="l">
              <a:lnSpc>
                <a:spcPct val="115000"/>
              </a:lnSpc>
              <a:spcBef>
                <a:spcPts val="0"/>
              </a:spcBef>
              <a:spcAft>
                <a:spcPts val="0"/>
              </a:spcAft>
              <a:buClr>
                <a:schemeClr val="dk2"/>
              </a:buClr>
              <a:buSzPts val="1400"/>
              <a:buFont typeface="Kalam"/>
              <a:buChar char="■"/>
              <a:defRPr i="0" sz="1400" u="none" cap="none" strike="noStrike">
                <a:solidFill>
                  <a:schemeClr val="dk2"/>
                </a:solidFill>
                <a:latin typeface="Kalam"/>
                <a:ea typeface="Kalam"/>
                <a:cs typeface="Kalam"/>
                <a:sym typeface="Kalam"/>
              </a:defRPr>
            </a:lvl9pPr>
          </a:lstStyle>
          <a:p/>
        </p:txBody>
      </p:sp>
      <p:sp>
        <p:nvSpPr>
          <p:cNvPr id="64" name="Google Shape;64;p9"/>
          <p:cNvSpPr txBox="1"/>
          <p:nvPr>
            <p:ph idx="12" type="sldNum"/>
          </p:nvPr>
        </p:nvSpPr>
        <p:spPr>
          <a:xfrm>
            <a:off x="7004788" y="9693616"/>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1pPr>
            <a:lvl2pPr indent="0" lvl="1"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2pPr>
            <a:lvl3pPr indent="0" lvl="2"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3pPr>
            <a:lvl4pPr indent="0" lvl="3"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4pPr>
            <a:lvl5pPr indent="0" lvl="4"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5pPr>
            <a:lvl6pPr indent="0" lvl="5"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6pPr>
            <a:lvl7pPr indent="0" lvl="6"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7pPr>
            <a:lvl8pPr indent="0" lvl="7"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8pPr>
            <a:lvl9pPr indent="0" lvl="8"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0"/>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72" name="Google Shape;172;p20"/>
          <p:cNvSpPr txBox="1"/>
          <p:nvPr>
            <p:ph type="title"/>
          </p:nvPr>
        </p:nvSpPr>
        <p:spPr>
          <a:xfrm>
            <a:off x="468000" y="864000"/>
            <a:ext cx="6624000" cy="277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HCF or LCM</a:t>
            </a:r>
            <a:endParaRPr/>
          </a:p>
        </p:txBody>
      </p:sp>
      <p:sp>
        <p:nvSpPr>
          <p:cNvPr id="173" name="Google Shape;173;p20"/>
          <p:cNvSpPr txBox="1"/>
          <p:nvPr/>
        </p:nvSpPr>
        <p:spPr>
          <a:xfrm>
            <a:off x="468000" y="2044514"/>
            <a:ext cx="6624000" cy="115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Kalam"/>
                <a:ea typeface="Kalam"/>
                <a:cs typeface="Kalam"/>
                <a:sym typeface="Kalam"/>
              </a:rPr>
              <a:t>30 = 2 × 3 × 5</a:t>
            </a:r>
            <a:endParaRPr sz="1200">
              <a:solidFill>
                <a:srgbClr val="000000"/>
              </a:solidFill>
              <a:latin typeface="Kalam"/>
              <a:ea typeface="Kalam"/>
              <a:cs typeface="Kalam"/>
              <a:sym typeface="Kalam"/>
            </a:endParaRPr>
          </a:p>
          <a:p>
            <a:pPr indent="0" lvl="0" marL="0" rtl="0" algn="l">
              <a:lnSpc>
                <a:spcPct val="115000"/>
              </a:lnSpc>
              <a:spcBef>
                <a:spcPts val="1000"/>
              </a:spcBef>
              <a:spcAft>
                <a:spcPts val="0"/>
              </a:spcAft>
              <a:buNone/>
            </a:pPr>
            <a:r>
              <a:rPr lang="en-GB" sz="1200">
                <a:solidFill>
                  <a:srgbClr val="000000"/>
                </a:solidFill>
                <a:latin typeface="Kalam"/>
                <a:ea typeface="Kalam"/>
                <a:cs typeface="Kalam"/>
                <a:sym typeface="Kalam"/>
              </a:rPr>
              <a:t>50 = 2 × 5</a:t>
            </a:r>
            <a:r>
              <a:rPr baseline="30000" lang="en-GB" sz="1200">
                <a:solidFill>
                  <a:srgbClr val="000000"/>
                </a:solidFill>
                <a:latin typeface="Kalam"/>
                <a:ea typeface="Kalam"/>
                <a:cs typeface="Kalam"/>
                <a:sym typeface="Kalam"/>
              </a:rPr>
              <a:t>2</a:t>
            </a:r>
            <a:endParaRPr sz="1200">
              <a:solidFill>
                <a:srgbClr val="000000"/>
              </a:solidFill>
              <a:latin typeface="Kalam"/>
              <a:ea typeface="Kalam"/>
              <a:cs typeface="Kalam"/>
              <a:sym typeface="Kalam"/>
            </a:endParaRPr>
          </a:p>
          <a:p>
            <a:pPr indent="0" lvl="0" marL="0" rtl="0" algn="l">
              <a:lnSpc>
                <a:spcPct val="115000"/>
              </a:lnSpc>
              <a:spcBef>
                <a:spcPts val="1000"/>
              </a:spcBef>
              <a:spcAft>
                <a:spcPts val="0"/>
              </a:spcAft>
              <a:buNone/>
            </a:pPr>
            <a:r>
              <a:rPr lang="en-GB" sz="1200">
                <a:solidFill>
                  <a:srgbClr val="000000"/>
                </a:solidFill>
                <a:latin typeface="Kalam"/>
                <a:ea typeface="Kalam"/>
                <a:cs typeface="Kalam"/>
                <a:sym typeface="Kalam"/>
              </a:rPr>
              <a:t>HCF = 2 × 5 = 10</a:t>
            </a:r>
            <a:endParaRPr sz="1200">
              <a:solidFill>
                <a:srgbClr val="000000"/>
              </a:solidFill>
              <a:latin typeface="Kalam"/>
              <a:ea typeface="Kalam"/>
              <a:cs typeface="Kalam"/>
              <a:sym typeface="Kalam"/>
            </a:endParaRPr>
          </a:p>
          <a:p>
            <a:pPr indent="0" lvl="0" marL="0" rtl="0" algn="l">
              <a:lnSpc>
                <a:spcPct val="115000"/>
              </a:lnSpc>
              <a:spcBef>
                <a:spcPts val="1000"/>
              </a:spcBef>
              <a:spcAft>
                <a:spcPts val="1000"/>
              </a:spcAft>
              <a:buNone/>
            </a:pPr>
            <a:r>
              <a:t/>
            </a:r>
            <a:endParaRPr sz="1200">
              <a:solidFill>
                <a:srgbClr val="000000"/>
              </a:solidFill>
              <a:latin typeface="Kalam"/>
              <a:ea typeface="Kalam"/>
              <a:cs typeface="Kalam"/>
              <a:sym typeface="Kalam"/>
            </a:endParaRPr>
          </a:p>
        </p:txBody>
      </p:sp>
      <p:sp>
        <p:nvSpPr>
          <p:cNvPr id="174" name="Google Shape;174;p20"/>
          <p:cNvSpPr txBox="1"/>
          <p:nvPr/>
        </p:nvSpPr>
        <p:spPr>
          <a:xfrm>
            <a:off x="468000" y="1285964"/>
            <a:ext cx="6624000" cy="337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b="1" lang="en-GB">
                <a:solidFill>
                  <a:schemeClr val="dk1"/>
                </a:solidFill>
                <a:latin typeface="Lexend"/>
                <a:ea typeface="Lexend"/>
                <a:cs typeface="Lexend"/>
                <a:sym typeface="Lexend"/>
              </a:rPr>
              <a:t>Task A: </a:t>
            </a:r>
            <a:r>
              <a:rPr b="1" lang="en-GB">
                <a:solidFill>
                  <a:schemeClr val="dk1"/>
                </a:solidFill>
                <a:latin typeface="Lexend"/>
                <a:ea typeface="Lexend"/>
                <a:cs typeface="Lexend"/>
                <a:sym typeface="Lexend"/>
              </a:rPr>
              <a:t>HCF in a context</a:t>
            </a:r>
            <a:endParaRPr b="1">
              <a:solidFill>
                <a:schemeClr val="dk1"/>
              </a:solidFill>
              <a:latin typeface="Lexend"/>
              <a:ea typeface="Lexend"/>
              <a:cs typeface="Lexend"/>
              <a:sym typeface="Lexend"/>
            </a:endParaRPr>
          </a:p>
        </p:txBody>
      </p:sp>
      <p:sp>
        <p:nvSpPr>
          <p:cNvPr id="175" name="Google Shape;175;p20"/>
          <p:cNvSpPr txBox="1"/>
          <p:nvPr/>
        </p:nvSpPr>
        <p:spPr>
          <a:xfrm>
            <a:off x="468000" y="1589489"/>
            <a:ext cx="6624000" cy="642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1) Aisha’s little brother is sorting his 30 cars and 50 bricks into equal rows.  What is the maximum number in each row if there are no rows with both cars and bricks?</a:t>
            </a:r>
            <a:endParaRPr sz="1200">
              <a:solidFill>
                <a:srgbClr val="000000"/>
              </a:solidFill>
              <a:latin typeface="Lexend"/>
              <a:ea typeface="Lexend"/>
              <a:cs typeface="Lexend"/>
              <a:sym typeface="Lexend"/>
            </a:endParaRPr>
          </a:p>
        </p:txBody>
      </p:sp>
      <p:sp>
        <p:nvSpPr>
          <p:cNvPr id="176" name="Google Shape;176;p20"/>
          <p:cNvSpPr txBox="1"/>
          <p:nvPr/>
        </p:nvSpPr>
        <p:spPr>
          <a:xfrm>
            <a:off x="468000" y="3574014"/>
            <a:ext cx="6624000" cy="1408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Kalam"/>
                <a:ea typeface="Kalam"/>
                <a:cs typeface="Kalam"/>
                <a:sym typeface="Kalam"/>
              </a:rPr>
              <a:t>24 = 2</a:t>
            </a:r>
            <a:r>
              <a:rPr baseline="30000" lang="en-GB" sz="1200">
                <a:solidFill>
                  <a:srgbClr val="000000"/>
                </a:solidFill>
                <a:latin typeface="Kalam"/>
                <a:ea typeface="Kalam"/>
                <a:cs typeface="Kalam"/>
                <a:sym typeface="Kalam"/>
              </a:rPr>
              <a:t>3</a:t>
            </a:r>
            <a:r>
              <a:rPr lang="en-GB" sz="1200">
                <a:solidFill>
                  <a:srgbClr val="000000"/>
                </a:solidFill>
                <a:latin typeface="Kalam"/>
                <a:ea typeface="Kalam"/>
                <a:cs typeface="Kalam"/>
                <a:sym typeface="Kalam"/>
              </a:rPr>
              <a:t> × 3</a:t>
            </a:r>
            <a:endParaRPr sz="1200">
              <a:solidFill>
                <a:srgbClr val="000000"/>
              </a:solidFill>
              <a:latin typeface="Kalam"/>
              <a:ea typeface="Kalam"/>
              <a:cs typeface="Kalam"/>
              <a:sym typeface="Kalam"/>
            </a:endParaRPr>
          </a:p>
          <a:p>
            <a:pPr indent="0" lvl="0" marL="0" rtl="0" algn="l">
              <a:lnSpc>
                <a:spcPct val="115000"/>
              </a:lnSpc>
              <a:spcBef>
                <a:spcPts val="1000"/>
              </a:spcBef>
              <a:spcAft>
                <a:spcPts val="0"/>
              </a:spcAft>
              <a:buNone/>
            </a:pPr>
            <a:r>
              <a:rPr lang="en-GB" sz="1200">
                <a:solidFill>
                  <a:srgbClr val="000000"/>
                </a:solidFill>
                <a:latin typeface="Kalam"/>
                <a:ea typeface="Kalam"/>
                <a:cs typeface="Kalam"/>
                <a:sym typeface="Kalam"/>
              </a:rPr>
              <a:t>42 = 2 × 3 × 7</a:t>
            </a:r>
            <a:endParaRPr sz="1200">
              <a:solidFill>
                <a:srgbClr val="000000"/>
              </a:solidFill>
              <a:latin typeface="Kalam"/>
              <a:ea typeface="Kalam"/>
              <a:cs typeface="Kalam"/>
              <a:sym typeface="Kalam"/>
            </a:endParaRPr>
          </a:p>
          <a:p>
            <a:pPr indent="0" lvl="0" marL="0" rtl="0" algn="l">
              <a:lnSpc>
                <a:spcPct val="115000"/>
              </a:lnSpc>
              <a:spcBef>
                <a:spcPts val="1000"/>
              </a:spcBef>
              <a:spcAft>
                <a:spcPts val="0"/>
              </a:spcAft>
              <a:buNone/>
            </a:pPr>
            <a:r>
              <a:rPr lang="en-GB" sz="1200">
                <a:solidFill>
                  <a:srgbClr val="000000"/>
                </a:solidFill>
                <a:latin typeface="Kalam"/>
                <a:ea typeface="Kalam"/>
                <a:cs typeface="Kalam"/>
                <a:sym typeface="Kalam"/>
              </a:rPr>
              <a:t>48 = 2</a:t>
            </a:r>
            <a:r>
              <a:rPr baseline="30000" lang="en-GB" sz="1200">
                <a:solidFill>
                  <a:srgbClr val="000000"/>
                </a:solidFill>
                <a:latin typeface="Kalam"/>
                <a:ea typeface="Kalam"/>
                <a:cs typeface="Kalam"/>
                <a:sym typeface="Kalam"/>
              </a:rPr>
              <a:t>4</a:t>
            </a:r>
            <a:r>
              <a:rPr lang="en-GB" sz="1200">
                <a:solidFill>
                  <a:srgbClr val="000000"/>
                </a:solidFill>
                <a:latin typeface="Kalam"/>
                <a:ea typeface="Kalam"/>
                <a:cs typeface="Kalam"/>
                <a:sym typeface="Kalam"/>
              </a:rPr>
              <a:t> × 3</a:t>
            </a:r>
            <a:endParaRPr sz="1200">
              <a:solidFill>
                <a:srgbClr val="000000"/>
              </a:solidFill>
              <a:latin typeface="Kalam"/>
              <a:ea typeface="Kalam"/>
              <a:cs typeface="Kalam"/>
              <a:sym typeface="Kalam"/>
            </a:endParaRPr>
          </a:p>
          <a:p>
            <a:pPr indent="0" lvl="0" marL="0" rtl="0" algn="l">
              <a:lnSpc>
                <a:spcPct val="115000"/>
              </a:lnSpc>
              <a:spcBef>
                <a:spcPts val="1000"/>
              </a:spcBef>
              <a:spcAft>
                <a:spcPts val="0"/>
              </a:spcAft>
              <a:buNone/>
            </a:pPr>
            <a:r>
              <a:rPr lang="en-GB" sz="1200">
                <a:solidFill>
                  <a:srgbClr val="000000"/>
                </a:solidFill>
                <a:latin typeface="Kalam"/>
                <a:ea typeface="Kalam"/>
                <a:cs typeface="Kalam"/>
                <a:sym typeface="Kalam"/>
              </a:rPr>
              <a:t>HCF = 2 × 3 = 6</a:t>
            </a:r>
            <a:endParaRPr sz="1200">
              <a:solidFill>
                <a:srgbClr val="000000"/>
              </a:solidFill>
              <a:latin typeface="Kalam"/>
              <a:ea typeface="Kalam"/>
              <a:cs typeface="Kalam"/>
              <a:sym typeface="Kalam"/>
            </a:endParaRPr>
          </a:p>
          <a:p>
            <a:pPr indent="0" lvl="0" marL="0" rtl="0" algn="l">
              <a:lnSpc>
                <a:spcPct val="115000"/>
              </a:lnSpc>
              <a:spcBef>
                <a:spcPts val="1000"/>
              </a:spcBef>
              <a:spcAft>
                <a:spcPts val="1000"/>
              </a:spcAft>
              <a:buNone/>
            </a:pPr>
            <a:r>
              <a:t/>
            </a:r>
            <a:endParaRPr sz="1200">
              <a:solidFill>
                <a:srgbClr val="000000"/>
              </a:solidFill>
              <a:latin typeface="Kalam"/>
              <a:ea typeface="Kalam"/>
              <a:cs typeface="Kalam"/>
              <a:sym typeface="Kalam"/>
            </a:endParaRPr>
          </a:p>
        </p:txBody>
      </p:sp>
      <p:sp>
        <p:nvSpPr>
          <p:cNvPr id="177" name="Google Shape;177;p20"/>
          <p:cNvSpPr txBox="1"/>
          <p:nvPr/>
        </p:nvSpPr>
        <p:spPr>
          <a:xfrm>
            <a:off x="468000" y="3029808"/>
            <a:ext cx="6624000" cy="54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2) Jacob has 24 white, 42 red and 48 yellow flowers. What is the greatest number of identical bunches he can make that uses all of the flowers?</a:t>
            </a:r>
            <a:endParaRPr sz="1200">
              <a:solidFill>
                <a:srgbClr val="000000"/>
              </a:solidFill>
              <a:latin typeface="Lexend"/>
              <a:ea typeface="Lexend"/>
              <a:cs typeface="Lexend"/>
              <a:sym typeface="Lexend"/>
            </a:endParaRPr>
          </a:p>
        </p:txBody>
      </p:sp>
      <p:sp>
        <p:nvSpPr>
          <p:cNvPr id="178" name="Google Shape;178;p20"/>
          <p:cNvSpPr txBox="1"/>
          <p:nvPr/>
        </p:nvSpPr>
        <p:spPr>
          <a:xfrm>
            <a:off x="468000" y="5658610"/>
            <a:ext cx="6624000" cy="1005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Kalam"/>
                <a:ea typeface="Kalam"/>
                <a:cs typeface="Kalam"/>
                <a:sym typeface="Kalam"/>
              </a:rPr>
              <a:t>420 = 2</a:t>
            </a:r>
            <a:r>
              <a:rPr baseline="30000" lang="en-GB" sz="1200">
                <a:solidFill>
                  <a:srgbClr val="000000"/>
                </a:solidFill>
                <a:latin typeface="Kalam"/>
                <a:ea typeface="Kalam"/>
                <a:cs typeface="Kalam"/>
                <a:sym typeface="Kalam"/>
              </a:rPr>
              <a:t>2</a:t>
            </a:r>
            <a:r>
              <a:rPr lang="en-GB" sz="1200">
                <a:solidFill>
                  <a:srgbClr val="000000"/>
                </a:solidFill>
                <a:latin typeface="Kalam"/>
                <a:ea typeface="Kalam"/>
                <a:cs typeface="Kalam"/>
                <a:sym typeface="Kalam"/>
              </a:rPr>
              <a:t> × 3 × 5 × 7</a:t>
            </a:r>
            <a:endParaRPr sz="1200">
              <a:solidFill>
                <a:srgbClr val="000000"/>
              </a:solidFill>
              <a:latin typeface="Kalam"/>
              <a:ea typeface="Kalam"/>
              <a:cs typeface="Kalam"/>
              <a:sym typeface="Kalam"/>
            </a:endParaRPr>
          </a:p>
          <a:p>
            <a:pPr indent="0" lvl="0" marL="0" rtl="0" algn="l">
              <a:lnSpc>
                <a:spcPct val="115000"/>
              </a:lnSpc>
              <a:spcBef>
                <a:spcPts val="1000"/>
              </a:spcBef>
              <a:spcAft>
                <a:spcPts val="0"/>
              </a:spcAft>
              <a:buNone/>
            </a:pPr>
            <a:r>
              <a:rPr lang="en-GB" sz="1200">
                <a:solidFill>
                  <a:srgbClr val="000000"/>
                </a:solidFill>
                <a:latin typeface="Kalam"/>
                <a:ea typeface="Kalam"/>
                <a:cs typeface="Kalam"/>
                <a:sym typeface="Kalam"/>
              </a:rPr>
              <a:t>120 = 2</a:t>
            </a:r>
            <a:r>
              <a:rPr baseline="30000" lang="en-GB" sz="1200">
                <a:solidFill>
                  <a:srgbClr val="000000"/>
                </a:solidFill>
                <a:latin typeface="Kalam"/>
                <a:ea typeface="Kalam"/>
                <a:cs typeface="Kalam"/>
                <a:sym typeface="Kalam"/>
              </a:rPr>
              <a:t>3</a:t>
            </a:r>
            <a:r>
              <a:rPr lang="en-GB" sz="1200">
                <a:solidFill>
                  <a:srgbClr val="000000"/>
                </a:solidFill>
                <a:latin typeface="Kalam"/>
                <a:ea typeface="Kalam"/>
                <a:cs typeface="Kalam"/>
                <a:sym typeface="Kalam"/>
              </a:rPr>
              <a:t> × 3 × 5</a:t>
            </a:r>
            <a:endParaRPr sz="1200">
              <a:solidFill>
                <a:srgbClr val="000000"/>
              </a:solidFill>
              <a:latin typeface="Kalam"/>
              <a:ea typeface="Kalam"/>
              <a:cs typeface="Kalam"/>
              <a:sym typeface="Kalam"/>
            </a:endParaRPr>
          </a:p>
          <a:p>
            <a:pPr indent="0" lvl="0" marL="0" rtl="0" algn="l">
              <a:lnSpc>
                <a:spcPct val="115000"/>
              </a:lnSpc>
              <a:spcBef>
                <a:spcPts val="1000"/>
              </a:spcBef>
              <a:spcAft>
                <a:spcPts val="1000"/>
              </a:spcAft>
              <a:buNone/>
            </a:pPr>
            <a:r>
              <a:rPr lang="en-GB" sz="1200">
                <a:solidFill>
                  <a:srgbClr val="000000"/>
                </a:solidFill>
                <a:latin typeface="Kalam"/>
                <a:ea typeface="Kalam"/>
                <a:cs typeface="Kalam"/>
                <a:sym typeface="Kalam"/>
              </a:rPr>
              <a:t>HCF = 2</a:t>
            </a:r>
            <a:r>
              <a:rPr baseline="30000" lang="en-GB" sz="1200">
                <a:solidFill>
                  <a:srgbClr val="000000"/>
                </a:solidFill>
                <a:latin typeface="Kalam"/>
                <a:ea typeface="Kalam"/>
                <a:cs typeface="Kalam"/>
                <a:sym typeface="Kalam"/>
              </a:rPr>
              <a:t>2</a:t>
            </a:r>
            <a:r>
              <a:rPr lang="en-GB" sz="1200">
                <a:solidFill>
                  <a:srgbClr val="000000"/>
                </a:solidFill>
                <a:latin typeface="Kalam"/>
                <a:ea typeface="Kalam"/>
                <a:cs typeface="Kalam"/>
                <a:sym typeface="Kalam"/>
              </a:rPr>
              <a:t> × 3 × 5 = 60</a:t>
            </a:r>
            <a:endParaRPr sz="1200">
              <a:solidFill>
                <a:srgbClr val="000000"/>
              </a:solidFill>
              <a:latin typeface="Kalam"/>
              <a:ea typeface="Kalam"/>
              <a:cs typeface="Kalam"/>
              <a:sym typeface="Kalam"/>
            </a:endParaRPr>
          </a:p>
        </p:txBody>
      </p:sp>
      <p:sp>
        <p:nvSpPr>
          <p:cNvPr id="179" name="Google Shape;179;p20"/>
          <p:cNvSpPr txBox="1"/>
          <p:nvPr/>
        </p:nvSpPr>
        <p:spPr>
          <a:xfrm>
            <a:off x="468000" y="4906785"/>
            <a:ext cx="6624000" cy="642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3) Lucas is making a model.  He needs to cut his wire into the longest equal lengths  possible.  One piece is 420 cm and the other is 120cm.  How long can he make each piece?</a:t>
            </a:r>
            <a:endParaRPr sz="1200">
              <a:solidFill>
                <a:srgbClr val="000000"/>
              </a:solidFill>
              <a:latin typeface="Lexend"/>
              <a:ea typeface="Lexend"/>
              <a:cs typeface="Lexend"/>
              <a:sym typeface="Lexend"/>
            </a:endParaRPr>
          </a:p>
        </p:txBody>
      </p:sp>
      <p:cxnSp>
        <p:nvCxnSpPr>
          <p:cNvPr id="180" name="Google Shape;180;p20"/>
          <p:cNvCxnSpPr/>
          <p:nvPr/>
        </p:nvCxnSpPr>
        <p:spPr>
          <a:xfrm>
            <a:off x="474750" y="6640843"/>
            <a:ext cx="6610500" cy="0"/>
          </a:xfrm>
          <a:prstGeom prst="straightConnector1">
            <a:avLst/>
          </a:prstGeom>
          <a:noFill/>
          <a:ln cap="flat" cmpd="sng" w="38100">
            <a:solidFill>
              <a:srgbClr val="000000"/>
            </a:solidFill>
            <a:prstDash val="solid"/>
            <a:round/>
            <a:headEnd len="med" w="med" type="none"/>
            <a:tailEnd len="med" w="med" type="none"/>
          </a:ln>
        </p:spPr>
      </p:cxnSp>
      <p:sp>
        <p:nvSpPr>
          <p:cNvPr id="181" name="Google Shape;181;p20"/>
          <p:cNvSpPr txBox="1"/>
          <p:nvPr/>
        </p:nvSpPr>
        <p:spPr>
          <a:xfrm>
            <a:off x="474750" y="6662243"/>
            <a:ext cx="6624000" cy="337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b="1" lang="en-GB">
                <a:solidFill>
                  <a:schemeClr val="dk1"/>
                </a:solidFill>
                <a:latin typeface="Lexend"/>
                <a:ea typeface="Lexend"/>
                <a:cs typeface="Lexend"/>
                <a:sym typeface="Lexend"/>
              </a:rPr>
              <a:t>Task B: </a:t>
            </a:r>
            <a:r>
              <a:rPr b="1" lang="en-GB">
                <a:solidFill>
                  <a:schemeClr val="dk1"/>
                </a:solidFill>
                <a:latin typeface="Lexend"/>
                <a:ea typeface="Lexend"/>
                <a:cs typeface="Lexend"/>
                <a:sym typeface="Lexend"/>
              </a:rPr>
              <a:t>LCM in context</a:t>
            </a:r>
            <a:endParaRPr b="1">
              <a:solidFill>
                <a:schemeClr val="dk1"/>
              </a:solidFill>
              <a:latin typeface="Lexend"/>
              <a:ea typeface="Lexend"/>
              <a:cs typeface="Lexend"/>
              <a:sym typeface="Lexend"/>
            </a:endParaRPr>
          </a:p>
        </p:txBody>
      </p:sp>
      <p:sp>
        <p:nvSpPr>
          <p:cNvPr id="182" name="Google Shape;182;p20"/>
          <p:cNvSpPr txBox="1"/>
          <p:nvPr/>
        </p:nvSpPr>
        <p:spPr>
          <a:xfrm>
            <a:off x="481500" y="7415343"/>
            <a:ext cx="6610500" cy="33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Kalam"/>
                <a:ea typeface="Kalam"/>
                <a:cs typeface="Kalam"/>
                <a:sym typeface="Kalam"/>
              </a:rPr>
              <a:t>4 = 2</a:t>
            </a:r>
            <a:r>
              <a:rPr baseline="30000" lang="en-GB" sz="1200">
                <a:solidFill>
                  <a:srgbClr val="000000"/>
                </a:solidFill>
                <a:latin typeface="Kalam"/>
                <a:ea typeface="Kalam"/>
                <a:cs typeface="Kalam"/>
                <a:sym typeface="Kalam"/>
              </a:rPr>
              <a:t>2</a:t>
            </a:r>
            <a:r>
              <a:rPr lang="en-GB" sz="1200">
                <a:solidFill>
                  <a:srgbClr val="000000"/>
                </a:solidFill>
                <a:latin typeface="Kalam"/>
                <a:ea typeface="Kalam"/>
                <a:cs typeface="Kalam"/>
                <a:sym typeface="Kalam"/>
              </a:rPr>
              <a:t>, 15 = 3 × 5, LCM = 2</a:t>
            </a:r>
            <a:r>
              <a:rPr baseline="30000" lang="en-GB" sz="1200">
                <a:solidFill>
                  <a:srgbClr val="000000"/>
                </a:solidFill>
                <a:latin typeface="Kalam"/>
                <a:ea typeface="Kalam"/>
                <a:cs typeface="Kalam"/>
                <a:sym typeface="Kalam"/>
              </a:rPr>
              <a:t>2</a:t>
            </a:r>
            <a:r>
              <a:rPr lang="en-GB" sz="1200">
                <a:solidFill>
                  <a:srgbClr val="000000"/>
                </a:solidFill>
                <a:latin typeface="Kalam"/>
                <a:ea typeface="Kalam"/>
                <a:cs typeface="Kalam"/>
                <a:sym typeface="Kalam"/>
              </a:rPr>
              <a:t> × 3 × 5 =</a:t>
            </a:r>
            <a:r>
              <a:rPr baseline="30000" lang="en-GB" sz="1200">
                <a:solidFill>
                  <a:srgbClr val="000000"/>
                </a:solidFill>
                <a:latin typeface="Kalam"/>
                <a:ea typeface="Kalam"/>
                <a:cs typeface="Kalam"/>
                <a:sym typeface="Kalam"/>
              </a:rPr>
              <a:t> </a:t>
            </a:r>
            <a:r>
              <a:rPr lang="en-GB" sz="1200">
                <a:solidFill>
                  <a:srgbClr val="000000"/>
                </a:solidFill>
                <a:latin typeface="Kalam"/>
                <a:ea typeface="Kalam"/>
                <a:cs typeface="Kalam"/>
                <a:sym typeface="Kalam"/>
              </a:rPr>
              <a:t>60</a:t>
            </a:r>
            <a:endParaRPr sz="1200">
              <a:solidFill>
                <a:srgbClr val="000000"/>
              </a:solidFill>
              <a:latin typeface="Kalam"/>
              <a:ea typeface="Kalam"/>
              <a:cs typeface="Kalam"/>
              <a:sym typeface="Kalam"/>
            </a:endParaRPr>
          </a:p>
          <a:p>
            <a:pPr indent="0" lvl="0" marL="0" rtl="0" algn="l">
              <a:lnSpc>
                <a:spcPct val="115000"/>
              </a:lnSpc>
              <a:spcBef>
                <a:spcPts val="0"/>
              </a:spcBef>
              <a:spcAft>
                <a:spcPts val="0"/>
              </a:spcAft>
              <a:buNone/>
            </a:pPr>
            <a:r>
              <a:rPr lang="en-GB" sz="1200">
                <a:latin typeface="Kalam"/>
                <a:ea typeface="Kalam"/>
                <a:cs typeface="Kalam"/>
                <a:sym typeface="Kalam"/>
              </a:rPr>
              <a:t>The first day he does both is the 60th day</a:t>
            </a:r>
            <a:endParaRPr sz="1200">
              <a:solidFill>
                <a:srgbClr val="000000"/>
              </a:solidFill>
              <a:latin typeface="Kalam"/>
              <a:ea typeface="Kalam"/>
              <a:cs typeface="Kalam"/>
              <a:sym typeface="Kalam"/>
            </a:endParaRPr>
          </a:p>
          <a:p>
            <a:pPr indent="0" lvl="0" marL="0" rtl="0" algn="l">
              <a:lnSpc>
                <a:spcPct val="115000"/>
              </a:lnSpc>
              <a:spcBef>
                <a:spcPts val="0"/>
              </a:spcBef>
              <a:spcAft>
                <a:spcPts val="0"/>
              </a:spcAft>
              <a:buNone/>
            </a:pPr>
            <a:r>
              <a:t/>
            </a:r>
            <a:endParaRPr sz="1200">
              <a:solidFill>
                <a:srgbClr val="000000"/>
              </a:solidFill>
              <a:latin typeface="Kalam"/>
              <a:ea typeface="Kalam"/>
              <a:cs typeface="Kalam"/>
              <a:sym typeface="Kalam"/>
            </a:endParaRPr>
          </a:p>
          <a:p>
            <a:pPr indent="0" lvl="0" marL="0" rtl="0" algn="l">
              <a:lnSpc>
                <a:spcPct val="115000"/>
              </a:lnSpc>
              <a:spcBef>
                <a:spcPts val="0"/>
              </a:spcBef>
              <a:spcAft>
                <a:spcPts val="0"/>
              </a:spcAft>
              <a:buNone/>
            </a:pPr>
            <a:r>
              <a:t/>
            </a:r>
            <a:endParaRPr sz="1200">
              <a:solidFill>
                <a:srgbClr val="000000"/>
              </a:solidFill>
              <a:latin typeface="Kalam"/>
              <a:ea typeface="Kalam"/>
              <a:cs typeface="Kalam"/>
              <a:sym typeface="Kalam"/>
            </a:endParaRPr>
          </a:p>
        </p:txBody>
      </p:sp>
      <p:sp>
        <p:nvSpPr>
          <p:cNvPr id="183" name="Google Shape;183;p20"/>
          <p:cNvSpPr txBox="1"/>
          <p:nvPr/>
        </p:nvSpPr>
        <p:spPr>
          <a:xfrm>
            <a:off x="474750" y="6999448"/>
            <a:ext cx="6624000" cy="43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latin typeface="Lexend"/>
                <a:ea typeface="Lexend"/>
                <a:cs typeface="Lexend"/>
                <a:sym typeface="Lexend"/>
              </a:rPr>
              <a:t>1) Jun goes swimming every 4 days and he goes to the cinema every 15 days.  Which is the first day that he does </a:t>
            </a:r>
            <a:r>
              <a:rPr lang="en-GB" sz="1200">
                <a:solidFill>
                  <a:schemeClr val="dk1"/>
                </a:solidFill>
                <a:latin typeface="Lexend"/>
                <a:ea typeface="Lexend"/>
                <a:cs typeface="Lexend"/>
                <a:sym typeface="Lexend"/>
              </a:rPr>
              <a:t>both</a:t>
            </a:r>
            <a:r>
              <a:rPr lang="en-GB" sz="1200">
                <a:latin typeface="Lexend"/>
                <a:ea typeface="Lexend"/>
                <a:cs typeface="Lexend"/>
                <a:sym typeface="Lexend"/>
              </a:rPr>
              <a:t>?</a:t>
            </a:r>
            <a:endParaRPr sz="1200">
              <a:latin typeface="Lexend"/>
              <a:ea typeface="Lexend"/>
              <a:cs typeface="Lexend"/>
              <a:sym typeface="Lexend"/>
            </a:endParaRPr>
          </a:p>
          <a:p>
            <a:pPr indent="0" lvl="0" marL="0" rtl="0" algn="l">
              <a:lnSpc>
                <a:spcPct val="115000"/>
              </a:lnSpc>
              <a:spcBef>
                <a:spcPts val="0"/>
              </a:spcBef>
              <a:spcAft>
                <a:spcPts val="1000"/>
              </a:spcAft>
              <a:buNone/>
            </a:pPr>
            <a:r>
              <a:t/>
            </a:r>
            <a:endParaRPr sz="1200">
              <a:solidFill>
                <a:srgbClr val="000000"/>
              </a:solidFill>
              <a:latin typeface="Lexend"/>
              <a:ea typeface="Lexend"/>
              <a:cs typeface="Lexend"/>
              <a:sym typeface="Lexend"/>
            </a:endParaRPr>
          </a:p>
        </p:txBody>
      </p:sp>
      <p:sp>
        <p:nvSpPr>
          <p:cNvPr id="184" name="Google Shape;184;p20"/>
          <p:cNvSpPr txBox="1"/>
          <p:nvPr/>
        </p:nvSpPr>
        <p:spPr>
          <a:xfrm>
            <a:off x="481500" y="8211556"/>
            <a:ext cx="4416300" cy="430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Kalam"/>
                <a:ea typeface="Kalam"/>
                <a:cs typeface="Kalam"/>
                <a:sym typeface="Kalam"/>
              </a:rPr>
              <a:t>12 = 2</a:t>
            </a:r>
            <a:r>
              <a:rPr baseline="30000" lang="en-GB" sz="1200">
                <a:solidFill>
                  <a:srgbClr val="000000"/>
                </a:solidFill>
                <a:latin typeface="Kalam"/>
                <a:ea typeface="Kalam"/>
                <a:cs typeface="Kalam"/>
                <a:sym typeface="Kalam"/>
              </a:rPr>
              <a:t>2</a:t>
            </a:r>
            <a:r>
              <a:rPr lang="en-GB" sz="1200">
                <a:solidFill>
                  <a:srgbClr val="000000"/>
                </a:solidFill>
                <a:latin typeface="Kalam"/>
                <a:ea typeface="Kalam"/>
                <a:cs typeface="Kalam"/>
                <a:sym typeface="Kalam"/>
              </a:rPr>
              <a:t> × 3, 20 = 2</a:t>
            </a:r>
            <a:r>
              <a:rPr baseline="30000" lang="en-GB" sz="1200">
                <a:solidFill>
                  <a:srgbClr val="000000"/>
                </a:solidFill>
                <a:latin typeface="Kalam"/>
                <a:ea typeface="Kalam"/>
                <a:cs typeface="Kalam"/>
                <a:sym typeface="Kalam"/>
              </a:rPr>
              <a:t>2</a:t>
            </a:r>
            <a:r>
              <a:rPr lang="en-GB" sz="1200">
                <a:solidFill>
                  <a:srgbClr val="000000"/>
                </a:solidFill>
                <a:latin typeface="Kalam"/>
                <a:ea typeface="Kalam"/>
                <a:cs typeface="Kalam"/>
                <a:sym typeface="Kalam"/>
              </a:rPr>
              <a:t> × 5, LCM = 2</a:t>
            </a:r>
            <a:r>
              <a:rPr baseline="30000" lang="en-GB" sz="1200">
                <a:solidFill>
                  <a:srgbClr val="000000"/>
                </a:solidFill>
                <a:latin typeface="Kalam"/>
                <a:ea typeface="Kalam"/>
                <a:cs typeface="Kalam"/>
                <a:sym typeface="Kalam"/>
              </a:rPr>
              <a:t>2</a:t>
            </a:r>
            <a:r>
              <a:rPr lang="en-GB" sz="1200">
                <a:solidFill>
                  <a:srgbClr val="000000"/>
                </a:solidFill>
                <a:latin typeface="Kalam"/>
                <a:ea typeface="Kalam"/>
                <a:cs typeface="Kalam"/>
                <a:sym typeface="Kalam"/>
              </a:rPr>
              <a:t> × 3 × 5 = 60 </a:t>
            </a:r>
            <a:endParaRPr sz="1200">
              <a:solidFill>
                <a:srgbClr val="000000"/>
              </a:solidFill>
              <a:latin typeface="Kalam"/>
              <a:ea typeface="Kalam"/>
              <a:cs typeface="Kalam"/>
              <a:sym typeface="Kalam"/>
            </a:endParaRPr>
          </a:p>
          <a:p>
            <a:pPr indent="0" lvl="0" marL="0" rtl="0" algn="l">
              <a:lnSpc>
                <a:spcPct val="115000"/>
              </a:lnSpc>
              <a:spcBef>
                <a:spcPts val="0"/>
              </a:spcBef>
              <a:spcAft>
                <a:spcPts val="0"/>
              </a:spcAft>
              <a:buNone/>
            </a:pPr>
            <a:r>
              <a:rPr lang="en-GB" sz="1200">
                <a:latin typeface="Kalam"/>
                <a:ea typeface="Kalam"/>
                <a:cs typeface="Kalam"/>
                <a:sym typeface="Kalam"/>
              </a:rPr>
              <a:t>The smallest amount he can make is 60 of each</a:t>
            </a:r>
            <a:endParaRPr sz="1200">
              <a:solidFill>
                <a:srgbClr val="000000"/>
              </a:solidFill>
              <a:latin typeface="Kalam"/>
              <a:ea typeface="Kalam"/>
              <a:cs typeface="Kalam"/>
              <a:sym typeface="Kalam"/>
            </a:endParaRPr>
          </a:p>
          <a:p>
            <a:pPr indent="0" lvl="0" marL="0" rtl="0" algn="l">
              <a:lnSpc>
                <a:spcPct val="115000"/>
              </a:lnSpc>
              <a:spcBef>
                <a:spcPts val="0"/>
              </a:spcBef>
              <a:spcAft>
                <a:spcPts val="0"/>
              </a:spcAft>
              <a:buNone/>
            </a:pPr>
            <a:r>
              <a:t/>
            </a:r>
            <a:endParaRPr sz="1200">
              <a:solidFill>
                <a:srgbClr val="000000"/>
              </a:solidFill>
              <a:latin typeface="Kalam"/>
              <a:ea typeface="Kalam"/>
              <a:cs typeface="Kalam"/>
              <a:sym typeface="Kalam"/>
            </a:endParaRPr>
          </a:p>
        </p:txBody>
      </p:sp>
      <p:sp>
        <p:nvSpPr>
          <p:cNvPr id="185" name="Google Shape;185;p20"/>
          <p:cNvSpPr txBox="1"/>
          <p:nvPr/>
        </p:nvSpPr>
        <p:spPr>
          <a:xfrm>
            <a:off x="474750" y="7813100"/>
            <a:ext cx="6624000" cy="40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latin typeface="Lexend"/>
                <a:ea typeface="Lexend"/>
                <a:cs typeface="Lexend"/>
                <a:sym typeface="Lexend"/>
              </a:rPr>
              <a:t>2) Jacob is baking he can bake 12 cupcakes and 20 biscuits at a time.  He needs to make the same number of each.  What is the smallest amount he can make? </a:t>
            </a:r>
            <a:endParaRPr sz="1200">
              <a:solidFill>
                <a:srgbClr val="000000"/>
              </a:solidFill>
              <a:latin typeface="Lexend"/>
              <a:ea typeface="Lexend"/>
              <a:cs typeface="Lexend"/>
              <a:sym typeface="Lexend"/>
            </a:endParaRPr>
          </a:p>
        </p:txBody>
      </p:sp>
      <p:sp>
        <p:nvSpPr>
          <p:cNvPr id="186" name="Google Shape;186;p20"/>
          <p:cNvSpPr txBox="1"/>
          <p:nvPr/>
        </p:nvSpPr>
        <p:spPr>
          <a:xfrm>
            <a:off x="854400" y="9366408"/>
            <a:ext cx="5131200" cy="642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Kalam"/>
                <a:ea typeface="Kalam"/>
                <a:cs typeface="Kalam"/>
                <a:sym typeface="Kalam"/>
              </a:rPr>
              <a:t>Each sandwich uses 2 slices of bread so you can make 12 from 1 loaf.</a:t>
            </a:r>
            <a:endParaRPr sz="1200">
              <a:solidFill>
                <a:srgbClr val="000000"/>
              </a:solidFill>
              <a:latin typeface="Kalam"/>
              <a:ea typeface="Kalam"/>
              <a:cs typeface="Kalam"/>
              <a:sym typeface="Kalam"/>
            </a:endParaRPr>
          </a:p>
          <a:p>
            <a:pPr indent="0" lvl="0" marL="457200" rtl="0" algn="l">
              <a:lnSpc>
                <a:spcPct val="115000"/>
              </a:lnSpc>
              <a:spcBef>
                <a:spcPts val="0"/>
              </a:spcBef>
              <a:spcAft>
                <a:spcPts val="0"/>
              </a:spcAft>
              <a:buNone/>
            </a:pPr>
            <a:r>
              <a:rPr lang="en-GB" sz="1200">
                <a:solidFill>
                  <a:srgbClr val="000000"/>
                </a:solidFill>
                <a:latin typeface="Kalam"/>
                <a:ea typeface="Kalam"/>
                <a:cs typeface="Kalam"/>
                <a:sym typeface="Kalam"/>
              </a:rPr>
              <a:t>12 = 2</a:t>
            </a:r>
            <a:r>
              <a:rPr baseline="30000" lang="en-GB" sz="1200">
                <a:solidFill>
                  <a:srgbClr val="000000"/>
                </a:solidFill>
                <a:latin typeface="Kalam"/>
                <a:ea typeface="Kalam"/>
                <a:cs typeface="Kalam"/>
                <a:sym typeface="Kalam"/>
              </a:rPr>
              <a:t>2</a:t>
            </a:r>
            <a:r>
              <a:rPr lang="en-GB" sz="1200">
                <a:solidFill>
                  <a:srgbClr val="000000"/>
                </a:solidFill>
                <a:latin typeface="Kalam"/>
                <a:ea typeface="Kalam"/>
                <a:cs typeface="Kalam"/>
                <a:sym typeface="Kalam"/>
              </a:rPr>
              <a:t> × 3, 15 = 3 × 5, 40 = 2</a:t>
            </a:r>
            <a:r>
              <a:rPr baseline="30000" lang="en-GB" sz="1200">
                <a:solidFill>
                  <a:srgbClr val="000000"/>
                </a:solidFill>
                <a:latin typeface="Kalam"/>
                <a:ea typeface="Kalam"/>
                <a:cs typeface="Kalam"/>
                <a:sym typeface="Kalam"/>
              </a:rPr>
              <a:t>3</a:t>
            </a:r>
            <a:r>
              <a:rPr lang="en-GB" sz="1200">
                <a:solidFill>
                  <a:srgbClr val="000000"/>
                </a:solidFill>
                <a:latin typeface="Kalam"/>
                <a:ea typeface="Kalam"/>
                <a:cs typeface="Kalam"/>
                <a:sym typeface="Kalam"/>
              </a:rPr>
              <a:t> × 5, LCM = 2</a:t>
            </a:r>
            <a:r>
              <a:rPr baseline="30000" lang="en-GB" sz="1200">
                <a:solidFill>
                  <a:srgbClr val="000000"/>
                </a:solidFill>
                <a:latin typeface="Kalam"/>
                <a:ea typeface="Kalam"/>
                <a:cs typeface="Kalam"/>
                <a:sym typeface="Kalam"/>
              </a:rPr>
              <a:t>3</a:t>
            </a:r>
            <a:r>
              <a:rPr lang="en-GB" sz="1200">
                <a:solidFill>
                  <a:srgbClr val="000000"/>
                </a:solidFill>
                <a:latin typeface="Kalam"/>
                <a:ea typeface="Kalam"/>
                <a:cs typeface="Kalam"/>
                <a:sym typeface="Kalam"/>
              </a:rPr>
              <a:t> × 3 × 5 = 120</a:t>
            </a:r>
            <a:endParaRPr sz="1200">
              <a:solidFill>
                <a:srgbClr val="000000"/>
              </a:solidFill>
              <a:latin typeface="Kalam"/>
              <a:ea typeface="Kalam"/>
              <a:cs typeface="Kalam"/>
              <a:sym typeface="Kalam"/>
            </a:endParaRPr>
          </a:p>
          <a:p>
            <a:pPr indent="0" lvl="0" marL="0" rtl="0" algn="l">
              <a:lnSpc>
                <a:spcPct val="115000"/>
              </a:lnSpc>
              <a:spcBef>
                <a:spcPts val="0"/>
              </a:spcBef>
              <a:spcAft>
                <a:spcPts val="0"/>
              </a:spcAft>
              <a:buNone/>
            </a:pPr>
            <a:r>
              <a:rPr lang="en-GB" sz="1200">
                <a:latin typeface="Kalam"/>
                <a:ea typeface="Kalam"/>
                <a:cs typeface="Kalam"/>
                <a:sym typeface="Kalam"/>
              </a:rPr>
              <a:t>Sam has to buy 120 of each item.</a:t>
            </a:r>
            <a:endParaRPr sz="1200">
              <a:solidFill>
                <a:srgbClr val="000000"/>
              </a:solidFill>
              <a:latin typeface="Kalam"/>
              <a:ea typeface="Kalam"/>
              <a:cs typeface="Kalam"/>
              <a:sym typeface="Kalam"/>
            </a:endParaRPr>
          </a:p>
          <a:p>
            <a:pPr indent="0" lvl="0" marL="0" rtl="0" algn="l">
              <a:lnSpc>
                <a:spcPct val="115000"/>
              </a:lnSpc>
              <a:spcBef>
                <a:spcPts val="0"/>
              </a:spcBef>
              <a:spcAft>
                <a:spcPts val="0"/>
              </a:spcAft>
              <a:buNone/>
            </a:pPr>
            <a:r>
              <a:t/>
            </a:r>
            <a:endParaRPr sz="1200">
              <a:solidFill>
                <a:srgbClr val="000000"/>
              </a:solidFill>
              <a:latin typeface="Kalam"/>
              <a:ea typeface="Kalam"/>
              <a:cs typeface="Kalam"/>
              <a:sym typeface="Kalam"/>
            </a:endParaRPr>
          </a:p>
        </p:txBody>
      </p:sp>
      <p:sp>
        <p:nvSpPr>
          <p:cNvPr id="187" name="Google Shape;187;p20"/>
          <p:cNvSpPr txBox="1"/>
          <p:nvPr/>
        </p:nvSpPr>
        <p:spPr>
          <a:xfrm>
            <a:off x="474750" y="8615718"/>
            <a:ext cx="6624000" cy="642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latin typeface="Lexend"/>
                <a:ea typeface="Lexend"/>
                <a:cs typeface="Lexend"/>
                <a:sym typeface="Lexend"/>
              </a:rPr>
              <a:t>3) Sam was making sandwiches for a party.  Bread comes in loaves of 24 slices, cheese in packs of 15 slices and ham in packs of 40 slices.  Each sandwich has 2 slices of bread and one slice of cheese and ham.  What is the fewest of each she needs to buy to ensure no wastage?</a:t>
            </a:r>
            <a:endParaRPr sz="1200">
              <a:latin typeface="Lexend"/>
              <a:ea typeface="Lexend"/>
              <a:cs typeface="Lexend"/>
              <a:sym typeface="Lexend"/>
            </a:endParaRPr>
          </a:p>
          <a:p>
            <a:pPr indent="0" lvl="0" marL="0" rtl="0" algn="l">
              <a:lnSpc>
                <a:spcPct val="115000"/>
              </a:lnSpc>
              <a:spcBef>
                <a:spcPts val="0"/>
              </a:spcBef>
              <a:spcAft>
                <a:spcPts val="1000"/>
              </a:spcAft>
              <a:buNone/>
            </a:pPr>
            <a:r>
              <a:t/>
            </a:r>
            <a:endParaRPr sz="1200">
              <a:solidFill>
                <a:srgbClr val="000000"/>
              </a:solidFill>
              <a:latin typeface="Lexend"/>
              <a:ea typeface="Lexend"/>
              <a:cs typeface="Lexend"/>
              <a:sym typeface="Lexend"/>
            </a:endParaRPr>
          </a:p>
        </p:txBody>
      </p:sp>
      <p:cxnSp>
        <p:nvCxnSpPr>
          <p:cNvPr id="188" name="Google Shape;188;p20"/>
          <p:cNvCxnSpPr/>
          <p:nvPr/>
        </p:nvCxnSpPr>
        <p:spPr>
          <a:xfrm>
            <a:off x="481500" y="9972000"/>
            <a:ext cx="6610500" cy="0"/>
          </a:xfrm>
          <a:prstGeom prst="straightConnector1">
            <a:avLst/>
          </a:prstGeom>
          <a:noFill/>
          <a:ln cap="flat" cmpd="sng" w="38100">
            <a:solidFill>
              <a:srgbClr val="000000"/>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1"/>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94" name="Google Shape;194;p21"/>
          <p:cNvSpPr txBox="1"/>
          <p:nvPr>
            <p:ph idx="1" type="subTitle"/>
          </p:nvPr>
        </p:nvSpPr>
        <p:spPr>
          <a:xfrm>
            <a:off x="1463400" y="360000"/>
            <a:ext cx="478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HCF or LCM</a:t>
            </a:r>
            <a:endParaRPr/>
          </a:p>
        </p:txBody>
      </p:sp>
      <p:sp>
        <p:nvSpPr>
          <p:cNvPr id="195" name="Google Shape;195;p21"/>
          <p:cNvSpPr txBox="1"/>
          <p:nvPr/>
        </p:nvSpPr>
        <p:spPr>
          <a:xfrm>
            <a:off x="6744600" y="10447800"/>
            <a:ext cx="815400" cy="244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GB" sz="1000">
                <a:solidFill>
                  <a:schemeClr val="lt1"/>
                </a:solidFill>
                <a:latin typeface="Lexend"/>
                <a:ea typeface="Lexend"/>
                <a:cs typeface="Lexend"/>
                <a:sym typeface="Lexend"/>
              </a:rPr>
              <a:t>v2</a:t>
            </a:r>
            <a:r>
              <a:rPr lang="en-GB" sz="1000">
                <a:solidFill>
                  <a:schemeClr val="lt1"/>
                </a:solidFill>
                <a:latin typeface="Lexend"/>
                <a:ea typeface="Lexend"/>
                <a:cs typeface="Lexend"/>
                <a:sym typeface="Lexend"/>
              </a:rPr>
              <a:t>.2</a:t>
            </a:r>
            <a:endParaRPr sz="1000">
              <a:solidFill>
                <a:schemeClr val="lt1"/>
              </a:solidFill>
              <a:latin typeface="Lexend"/>
              <a:ea typeface="Lexend"/>
              <a:cs typeface="Lexend"/>
              <a:sym typeface="Lexend"/>
            </a:endParaRPr>
          </a:p>
        </p:txBody>
      </p:sp>
      <p:sp>
        <p:nvSpPr>
          <p:cNvPr id="196" name="Google Shape;196;p21"/>
          <p:cNvSpPr txBox="1"/>
          <p:nvPr>
            <p:ph idx="2" type="subTitle"/>
          </p:nvPr>
        </p:nvSpPr>
        <p:spPr>
          <a:xfrm>
            <a:off x="3903375" y="9972000"/>
            <a:ext cx="2722800" cy="161100"/>
          </a:xfrm>
          <a:prstGeom prst="rect">
            <a:avLst/>
          </a:prstGeom>
        </p:spPr>
        <p:txBody>
          <a:bodyPr anchorCtr="0" anchor="b" bIns="0" lIns="0" spcFirstLastPara="1" rIns="0" wrap="square" tIns="0">
            <a:normAutofit/>
          </a:bodyPr>
          <a:lstStyle/>
          <a:p>
            <a:pPr indent="0" lvl="0" marL="0" rtl="0" algn="l">
              <a:spcBef>
                <a:spcPts val="0"/>
              </a:spcBef>
              <a:spcAft>
                <a:spcPts val="0"/>
              </a:spcAft>
              <a:buClr>
                <a:schemeClr val="dk1"/>
              </a:buClr>
              <a:buSzPts val="1100"/>
              <a:buFont typeface="Arial"/>
              <a:buNone/>
            </a:pPr>
            <a:r>
              <a:rPr lang="en-GB"/>
              <a:t>Mathematics in Education and Industry</a:t>
            </a:r>
            <a:endParaRPr/>
          </a:p>
        </p:txBody>
      </p:sp>
      <p:sp>
        <p:nvSpPr>
          <p:cNvPr id="197" name="Google Shape;197;p21"/>
          <p:cNvSpPr txBox="1"/>
          <p:nvPr/>
        </p:nvSpPr>
        <p:spPr>
          <a:xfrm>
            <a:off x="468000" y="720000"/>
            <a:ext cx="6624000" cy="33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a:solidFill>
                  <a:schemeClr val="dk1"/>
                </a:solidFill>
                <a:latin typeface="Lexend"/>
                <a:ea typeface="Lexend"/>
                <a:cs typeface="Lexend"/>
                <a:sym typeface="Lexend"/>
              </a:rPr>
              <a:t>Task C: </a:t>
            </a:r>
            <a:r>
              <a:rPr b="1" lang="en-GB">
                <a:solidFill>
                  <a:schemeClr val="dk1"/>
                </a:solidFill>
                <a:latin typeface="Lexend"/>
                <a:ea typeface="Lexend"/>
                <a:cs typeface="Lexend"/>
                <a:sym typeface="Lexend"/>
              </a:rPr>
              <a:t>Whether to use HCF or LCM based on the context</a:t>
            </a:r>
            <a:endParaRPr b="1">
              <a:solidFill>
                <a:schemeClr val="dk1"/>
              </a:solidFill>
              <a:latin typeface="Lexend"/>
              <a:ea typeface="Lexend"/>
              <a:cs typeface="Lexend"/>
              <a:sym typeface="Lexend"/>
            </a:endParaRPr>
          </a:p>
        </p:txBody>
      </p:sp>
      <p:sp>
        <p:nvSpPr>
          <p:cNvPr id="198" name="Google Shape;198;p21"/>
          <p:cNvSpPr txBox="1"/>
          <p:nvPr/>
        </p:nvSpPr>
        <p:spPr>
          <a:xfrm>
            <a:off x="468000" y="1057200"/>
            <a:ext cx="6624000" cy="75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latin typeface="Lexend"/>
                <a:ea typeface="Lexend"/>
                <a:cs typeface="Lexend"/>
                <a:sym typeface="Lexend"/>
              </a:rPr>
              <a:t>1)</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rPr lang="en-GB" sz="1200">
                <a:solidFill>
                  <a:srgbClr val="000000"/>
                </a:solidFill>
                <a:latin typeface="Lexend"/>
                <a:ea typeface="Lexend"/>
                <a:cs typeface="Lexend"/>
                <a:sym typeface="Lexend"/>
              </a:rPr>
              <a:t>a) </a:t>
            </a:r>
            <a:r>
              <a:rPr lang="en-GB" sz="1200">
                <a:latin typeface="Lexend"/>
                <a:ea typeface="Lexend"/>
                <a:cs typeface="Lexend"/>
                <a:sym typeface="Lexend"/>
              </a:rPr>
              <a:t>Two</a:t>
            </a:r>
            <a:r>
              <a:rPr lang="en-GB" sz="1200">
                <a:solidFill>
                  <a:srgbClr val="000000"/>
                </a:solidFill>
                <a:latin typeface="Lexend"/>
                <a:ea typeface="Lexend"/>
                <a:cs typeface="Lexend"/>
                <a:sym typeface="Lexend"/>
              </a:rPr>
              <a:t> people race up some steps.  One goes up 2 at a time and the other 3 at a time.  Which is the first step they both step on?</a:t>
            </a:r>
            <a:endParaRPr sz="1200">
              <a:solidFill>
                <a:srgbClr val="000000"/>
              </a:solidFill>
              <a:latin typeface="Lexend"/>
              <a:ea typeface="Lexend"/>
              <a:cs typeface="Lexend"/>
              <a:sym typeface="Lexend"/>
            </a:endParaRPr>
          </a:p>
        </p:txBody>
      </p:sp>
      <p:sp>
        <p:nvSpPr>
          <p:cNvPr id="199" name="Google Shape;199;p21"/>
          <p:cNvSpPr txBox="1"/>
          <p:nvPr/>
        </p:nvSpPr>
        <p:spPr>
          <a:xfrm>
            <a:off x="468000" y="1814442"/>
            <a:ext cx="3000000" cy="3693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1200">
                <a:solidFill>
                  <a:srgbClr val="000000"/>
                </a:solidFill>
                <a:latin typeface="Kalam"/>
                <a:ea typeface="Kalam"/>
                <a:cs typeface="Kalam"/>
                <a:sym typeface="Kalam"/>
              </a:rPr>
              <a:t>LCM</a:t>
            </a:r>
            <a:endParaRPr sz="1200"/>
          </a:p>
        </p:txBody>
      </p:sp>
      <p:sp>
        <p:nvSpPr>
          <p:cNvPr id="200" name="Google Shape;200;p21"/>
          <p:cNvSpPr txBox="1"/>
          <p:nvPr/>
        </p:nvSpPr>
        <p:spPr>
          <a:xfrm>
            <a:off x="468000" y="2229175"/>
            <a:ext cx="6624000" cy="408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b) Aisha is organising a charity quiz.  She either has 84 or 90 people attending.  What is the largest number of people in each team?  (all teams must be the same size)</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1200">
              <a:solidFill>
                <a:srgbClr val="000000"/>
              </a:solidFill>
              <a:latin typeface="Lexend"/>
              <a:ea typeface="Lexend"/>
              <a:cs typeface="Lexend"/>
              <a:sym typeface="Lexend"/>
            </a:endParaRPr>
          </a:p>
        </p:txBody>
      </p:sp>
      <p:sp>
        <p:nvSpPr>
          <p:cNvPr id="201" name="Google Shape;201;p21"/>
          <p:cNvSpPr txBox="1"/>
          <p:nvPr/>
        </p:nvSpPr>
        <p:spPr>
          <a:xfrm>
            <a:off x="468000" y="2637900"/>
            <a:ext cx="3000000" cy="3693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1200">
                <a:solidFill>
                  <a:srgbClr val="000000"/>
                </a:solidFill>
                <a:latin typeface="Kalam"/>
                <a:ea typeface="Kalam"/>
                <a:cs typeface="Kalam"/>
                <a:sym typeface="Kalam"/>
              </a:rPr>
              <a:t>HCF</a:t>
            </a:r>
            <a:endParaRPr sz="1200"/>
          </a:p>
        </p:txBody>
      </p:sp>
      <p:sp>
        <p:nvSpPr>
          <p:cNvPr id="202" name="Google Shape;202;p21"/>
          <p:cNvSpPr txBox="1"/>
          <p:nvPr/>
        </p:nvSpPr>
        <p:spPr>
          <a:xfrm>
            <a:off x="468000" y="3069725"/>
            <a:ext cx="6624000" cy="75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latin typeface="Lexend"/>
                <a:ea typeface="Lexend"/>
                <a:cs typeface="Lexend"/>
                <a:sym typeface="Lexend"/>
              </a:rPr>
              <a:t>c</a:t>
            </a:r>
            <a:r>
              <a:rPr lang="en-GB" sz="1200">
                <a:solidFill>
                  <a:srgbClr val="000000"/>
                </a:solidFill>
                <a:latin typeface="Lexend"/>
                <a:ea typeface="Lexend"/>
                <a:cs typeface="Lexend"/>
                <a:sym typeface="Lexend"/>
              </a:rPr>
              <a:t>) Grandad has baked a cake.  His grandchildren are coming to visit, it could be 3, 5 or all 6.  What is the smallest number of pieces he can cut the cake into so they each get the same amount of cake?</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1200">
              <a:solidFill>
                <a:srgbClr val="000000"/>
              </a:solidFill>
              <a:latin typeface="Lexend"/>
              <a:ea typeface="Lexend"/>
              <a:cs typeface="Lexend"/>
              <a:sym typeface="Lexend"/>
            </a:endParaRPr>
          </a:p>
        </p:txBody>
      </p:sp>
      <p:sp>
        <p:nvSpPr>
          <p:cNvPr id="203" name="Google Shape;203;p21"/>
          <p:cNvSpPr txBox="1"/>
          <p:nvPr/>
        </p:nvSpPr>
        <p:spPr>
          <a:xfrm>
            <a:off x="468000" y="3734175"/>
            <a:ext cx="3000000" cy="3693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1200">
                <a:solidFill>
                  <a:srgbClr val="000000"/>
                </a:solidFill>
                <a:latin typeface="Kalam"/>
                <a:ea typeface="Kalam"/>
                <a:cs typeface="Kalam"/>
                <a:sym typeface="Kalam"/>
              </a:rPr>
              <a:t>LCM</a:t>
            </a:r>
            <a:endParaRPr sz="1200"/>
          </a:p>
        </p:txBody>
      </p:sp>
      <p:sp>
        <p:nvSpPr>
          <p:cNvPr id="204" name="Google Shape;204;p21"/>
          <p:cNvSpPr txBox="1"/>
          <p:nvPr/>
        </p:nvSpPr>
        <p:spPr>
          <a:xfrm>
            <a:off x="468000" y="4527600"/>
            <a:ext cx="6624000" cy="485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a) Aisha is organising a charity quiz.  She either has 84 or 90 people attending.  What is the largest number of people in each team?  (all teams must be the same size)</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1200">
              <a:solidFill>
                <a:srgbClr val="000000"/>
              </a:solidFill>
              <a:latin typeface="Lexend"/>
              <a:ea typeface="Lexend"/>
              <a:cs typeface="Lexend"/>
              <a:sym typeface="Lexend"/>
            </a:endParaRPr>
          </a:p>
        </p:txBody>
      </p:sp>
      <p:sp>
        <p:nvSpPr>
          <p:cNvPr id="205" name="Google Shape;205;p21"/>
          <p:cNvSpPr txBox="1"/>
          <p:nvPr/>
        </p:nvSpPr>
        <p:spPr>
          <a:xfrm>
            <a:off x="474450" y="5082250"/>
            <a:ext cx="6624000" cy="99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Kalam"/>
                <a:ea typeface="Kalam"/>
                <a:cs typeface="Kalam"/>
                <a:sym typeface="Kalam"/>
              </a:rPr>
              <a:t>84 = 2</a:t>
            </a:r>
            <a:r>
              <a:rPr baseline="30000" lang="en-GB" sz="1200">
                <a:solidFill>
                  <a:srgbClr val="000000"/>
                </a:solidFill>
                <a:latin typeface="Kalam"/>
                <a:ea typeface="Kalam"/>
                <a:cs typeface="Kalam"/>
                <a:sym typeface="Kalam"/>
              </a:rPr>
              <a:t>2</a:t>
            </a:r>
            <a:r>
              <a:rPr lang="en-GB" sz="1200">
                <a:solidFill>
                  <a:srgbClr val="000000"/>
                </a:solidFill>
                <a:latin typeface="Kalam"/>
                <a:ea typeface="Kalam"/>
                <a:cs typeface="Kalam"/>
                <a:sym typeface="Kalam"/>
              </a:rPr>
              <a:t> × 3 × 7 </a:t>
            </a:r>
            <a:endParaRPr sz="1200">
              <a:solidFill>
                <a:srgbClr val="000000"/>
              </a:solidFill>
              <a:latin typeface="Kalam"/>
              <a:ea typeface="Kalam"/>
              <a:cs typeface="Kalam"/>
              <a:sym typeface="Kalam"/>
            </a:endParaRPr>
          </a:p>
          <a:p>
            <a:pPr indent="0" lvl="0" marL="0" rtl="0" algn="l">
              <a:lnSpc>
                <a:spcPct val="115000"/>
              </a:lnSpc>
              <a:spcBef>
                <a:spcPts val="1000"/>
              </a:spcBef>
              <a:spcAft>
                <a:spcPts val="0"/>
              </a:spcAft>
              <a:buNone/>
            </a:pPr>
            <a:r>
              <a:rPr lang="en-GB" sz="1200">
                <a:solidFill>
                  <a:srgbClr val="000000"/>
                </a:solidFill>
                <a:latin typeface="Kalam"/>
                <a:ea typeface="Kalam"/>
                <a:cs typeface="Kalam"/>
                <a:sym typeface="Kalam"/>
              </a:rPr>
              <a:t>90 = 2 × 3</a:t>
            </a:r>
            <a:r>
              <a:rPr baseline="30000" lang="en-GB" sz="1200">
                <a:solidFill>
                  <a:srgbClr val="000000"/>
                </a:solidFill>
                <a:latin typeface="Kalam"/>
                <a:ea typeface="Kalam"/>
                <a:cs typeface="Kalam"/>
                <a:sym typeface="Kalam"/>
              </a:rPr>
              <a:t>2</a:t>
            </a:r>
            <a:r>
              <a:rPr lang="en-GB" sz="1200">
                <a:solidFill>
                  <a:srgbClr val="000000"/>
                </a:solidFill>
                <a:latin typeface="Kalam"/>
                <a:ea typeface="Kalam"/>
                <a:cs typeface="Kalam"/>
                <a:sym typeface="Kalam"/>
              </a:rPr>
              <a:t> × 5 </a:t>
            </a:r>
            <a:endParaRPr sz="1200">
              <a:solidFill>
                <a:srgbClr val="000000"/>
              </a:solidFill>
              <a:latin typeface="Kalam"/>
              <a:ea typeface="Kalam"/>
              <a:cs typeface="Kalam"/>
              <a:sym typeface="Kalam"/>
            </a:endParaRPr>
          </a:p>
          <a:p>
            <a:pPr indent="0" lvl="0" marL="0" rtl="0" algn="l">
              <a:lnSpc>
                <a:spcPct val="115000"/>
              </a:lnSpc>
              <a:spcBef>
                <a:spcPts val="1000"/>
              </a:spcBef>
              <a:spcAft>
                <a:spcPts val="0"/>
              </a:spcAft>
              <a:buNone/>
            </a:pPr>
            <a:r>
              <a:rPr lang="en-GB" sz="1200">
                <a:solidFill>
                  <a:srgbClr val="000000"/>
                </a:solidFill>
                <a:latin typeface="Kalam"/>
                <a:ea typeface="Kalam"/>
                <a:cs typeface="Kalam"/>
                <a:sym typeface="Kalam"/>
              </a:rPr>
              <a:t>HCF = 2 ×3 = 6</a:t>
            </a:r>
            <a:endParaRPr sz="1200">
              <a:solidFill>
                <a:srgbClr val="000000"/>
              </a:solidFill>
              <a:latin typeface="Kalam"/>
              <a:ea typeface="Kalam"/>
              <a:cs typeface="Kalam"/>
              <a:sym typeface="Kalam"/>
            </a:endParaRPr>
          </a:p>
          <a:p>
            <a:pPr indent="0" lvl="0" marL="457200" rtl="0" algn="l">
              <a:lnSpc>
                <a:spcPct val="115000"/>
              </a:lnSpc>
              <a:spcBef>
                <a:spcPts val="1000"/>
              </a:spcBef>
              <a:spcAft>
                <a:spcPts val="1000"/>
              </a:spcAft>
              <a:buNone/>
            </a:pPr>
            <a:r>
              <a:t/>
            </a:r>
            <a:endParaRPr sz="1200">
              <a:solidFill>
                <a:srgbClr val="000000"/>
              </a:solidFill>
              <a:latin typeface="Kalam"/>
              <a:ea typeface="Kalam"/>
              <a:cs typeface="Kalam"/>
              <a:sym typeface="Kalam"/>
            </a:endParaRPr>
          </a:p>
        </p:txBody>
      </p:sp>
      <p:sp>
        <p:nvSpPr>
          <p:cNvPr id="206" name="Google Shape;206;p21"/>
          <p:cNvSpPr txBox="1"/>
          <p:nvPr/>
        </p:nvSpPr>
        <p:spPr>
          <a:xfrm>
            <a:off x="474448" y="4194600"/>
            <a:ext cx="66240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latin typeface="Lexend"/>
                <a:ea typeface="Lexend"/>
                <a:cs typeface="Lexend"/>
                <a:sym typeface="Lexend"/>
              </a:rPr>
              <a:t>2) </a:t>
            </a:r>
            <a:endParaRPr sz="1200">
              <a:latin typeface="Lexend"/>
              <a:ea typeface="Lexend"/>
              <a:cs typeface="Lexend"/>
              <a:sym typeface="Lexend"/>
            </a:endParaRPr>
          </a:p>
        </p:txBody>
      </p:sp>
      <p:sp>
        <p:nvSpPr>
          <p:cNvPr id="207" name="Google Shape;207;p21"/>
          <p:cNvSpPr txBox="1"/>
          <p:nvPr/>
        </p:nvSpPr>
        <p:spPr>
          <a:xfrm>
            <a:off x="468000" y="6142400"/>
            <a:ext cx="6624000" cy="75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b) Grandad has baked a cake.  His grandchildren are coming to visit, it could be 3, 5 or all 6.  What is the smallest number of pieces he can cut the cake into so they each get the same amount of cake?</a:t>
            </a:r>
            <a:endParaRPr sz="1200">
              <a:solidFill>
                <a:srgbClr val="000000"/>
              </a:solidFill>
              <a:latin typeface="Lexend"/>
              <a:ea typeface="Lexend"/>
              <a:cs typeface="Lexend"/>
              <a:sym typeface="Lexend"/>
            </a:endParaRPr>
          </a:p>
        </p:txBody>
      </p:sp>
      <p:sp>
        <p:nvSpPr>
          <p:cNvPr id="208" name="Google Shape;208;p21"/>
          <p:cNvSpPr txBox="1"/>
          <p:nvPr/>
        </p:nvSpPr>
        <p:spPr>
          <a:xfrm>
            <a:off x="474450" y="6838350"/>
            <a:ext cx="6624000" cy="1150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Kalam"/>
                <a:ea typeface="Kalam"/>
                <a:cs typeface="Kalam"/>
                <a:sym typeface="Kalam"/>
              </a:rPr>
              <a:t>3 </a:t>
            </a:r>
            <a:endParaRPr sz="1200">
              <a:solidFill>
                <a:srgbClr val="000000"/>
              </a:solidFill>
              <a:latin typeface="Kalam"/>
              <a:ea typeface="Kalam"/>
              <a:cs typeface="Kalam"/>
              <a:sym typeface="Kalam"/>
            </a:endParaRPr>
          </a:p>
          <a:p>
            <a:pPr indent="0" lvl="0" marL="0" rtl="0" algn="l">
              <a:lnSpc>
                <a:spcPct val="115000"/>
              </a:lnSpc>
              <a:spcBef>
                <a:spcPts val="1000"/>
              </a:spcBef>
              <a:spcAft>
                <a:spcPts val="0"/>
              </a:spcAft>
              <a:buNone/>
            </a:pPr>
            <a:r>
              <a:rPr lang="en-GB" sz="1200">
                <a:solidFill>
                  <a:srgbClr val="000000"/>
                </a:solidFill>
                <a:latin typeface="Kalam"/>
                <a:ea typeface="Kalam"/>
                <a:cs typeface="Kalam"/>
                <a:sym typeface="Kalam"/>
              </a:rPr>
              <a:t>5 </a:t>
            </a:r>
            <a:endParaRPr sz="1200">
              <a:solidFill>
                <a:srgbClr val="000000"/>
              </a:solidFill>
              <a:latin typeface="Kalam"/>
              <a:ea typeface="Kalam"/>
              <a:cs typeface="Kalam"/>
              <a:sym typeface="Kalam"/>
            </a:endParaRPr>
          </a:p>
          <a:p>
            <a:pPr indent="0" lvl="0" marL="0" rtl="0" algn="l">
              <a:lnSpc>
                <a:spcPct val="115000"/>
              </a:lnSpc>
              <a:spcBef>
                <a:spcPts val="1000"/>
              </a:spcBef>
              <a:spcAft>
                <a:spcPts val="0"/>
              </a:spcAft>
              <a:buNone/>
            </a:pPr>
            <a:r>
              <a:rPr lang="en-GB" sz="1200">
                <a:solidFill>
                  <a:srgbClr val="000000"/>
                </a:solidFill>
                <a:latin typeface="Kalam"/>
                <a:ea typeface="Kalam"/>
                <a:cs typeface="Kalam"/>
                <a:sym typeface="Kalam"/>
              </a:rPr>
              <a:t>6 = 2 × 3 </a:t>
            </a:r>
            <a:endParaRPr sz="1200">
              <a:solidFill>
                <a:srgbClr val="000000"/>
              </a:solidFill>
              <a:latin typeface="Kalam"/>
              <a:ea typeface="Kalam"/>
              <a:cs typeface="Kalam"/>
              <a:sym typeface="Kalam"/>
            </a:endParaRPr>
          </a:p>
          <a:p>
            <a:pPr indent="0" lvl="0" marL="0" rtl="0" algn="l">
              <a:lnSpc>
                <a:spcPct val="115000"/>
              </a:lnSpc>
              <a:spcBef>
                <a:spcPts val="1000"/>
              </a:spcBef>
              <a:spcAft>
                <a:spcPts val="0"/>
              </a:spcAft>
              <a:buNone/>
            </a:pPr>
            <a:r>
              <a:rPr lang="en-GB" sz="1200">
                <a:solidFill>
                  <a:srgbClr val="000000"/>
                </a:solidFill>
                <a:latin typeface="Kalam"/>
                <a:ea typeface="Kalam"/>
                <a:cs typeface="Kalam"/>
                <a:sym typeface="Kalam"/>
              </a:rPr>
              <a:t>LCM = 2 × 3 × 5 = 30</a:t>
            </a:r>
            <a:endParaRPr sz="1200">
              <a:solidFill>
                <a:srgbClr val="000000"/>
              </a:solidFill>
              <a:latin typeface="Kalam"/>
              <a:ea typeface="Kalam"/>
              <a:cs typeface="Kalam"/>
              <a:sym typeface="Kalam"/>
            </a:endParaRPr>
          </a:p>
          <a:p>
            <a:pPr indent="0" lvl="0" marL="457200" rtl="0" algn="l">
              <a:lnSpc>
                <a:spcPct val="115000"/>
              </a:lnSpc>
              <a:spcBef>
                <a:spcPts val="1000"/>
              </a:spcBef>
              <a:spcAft>
                <a:spcPts val="1000"/>
              </a:spcAft>
              <a:buNone/>
            </a:pPr>
            <a:r>
              <a:t/>
            </a:r>
            <a:endParaRPr sz="1200">
              <a:solidFill>
                <a:srgbClr val="000000"/>
              </a:solidFill>
              <a:latin typeface="Kalam"/>
              <a:ea typeface="Kalam"/>
              <a:cs typeface="Kalam"/>
              <a:sym typeface="Kalam"/>
            </a:endParaRPr>
          </a:p>
        </p:txBody>
      </p:sp>
      <p:sp>
        <p:nvSpPr>
          <p:cNvPr id="209" name="Google Shape;209;p21"/>
          <p:cNvSpPr txBox="1"/>
          <p:nvPr/>
        </p:nvSpPr>
        <p:spPr>
          <a:xfrm>
            <a:off x="468000" y="8211000"/>
            <a:ext cx="6624000" cy="1227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c) A red bus leaves the station every 3 minutes, a blue one every 8 minutes and a green one every 11 minutes.  If the all leave at 09:00 at what time do they all leave at the same time again?   </a:t>
            </a:r>
            <a:endParaRPr sz="1200">
              <a:solidFill>
                <a:srgbClr val="000000"/>
              </a:solidFill>
              <a:latin typeface="Lexend"/>
              <a:ea typeface="Lexend"/>
              <a:cs typeface="Lexend"/>
              <a:sym typeface="Lexend"/>
            </a:endParaRPr>
          </a:p>
        </p:txBody>
      </p:sp>
      <p:sp>
        <p:nvSpPr>
          <p:cNvPr id="210" name="Google Shape;210;p21"/>
          <p:cNvSpPr txBox="1"/>
          <p:nvPr/>
        </p:nvSpPr>
        <p:spPr>
          <a:xfrm>
            <a:off x="468000" y="8938525"/>
            <a:ext cx="1398300" cy="1652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Kalam"/>
                <a:ea typeface="Kalam"/>
                <a:cs typeface="Kalam"/>
                <a:sym typeface="Kalam"/>
              </a:rPr>
              <a:t>3</a:t>
            </a:r>
            <a:endParaRPr sz="1200">
              <a:solidFill>
                <a:srgbClr val="000000"/>
              </a:solidFill>
              <a:latin typeface="Kalam"/>
              <a:ea typeface="Kalam"/>
              <a:cs typeface="Kalam"/>
              <a:sym typeface="Kalam"/>
            </a:endParaRPr>
          </a:p>
          <a:p>
            <a:pPr indent="0" lvl="0" marL="0" rtl="0" algn="l">
              <a:lnSpc>
                <a:spcPct val="115000"/>
              </a:lnSpc>
              <a:spcBef>
                <a:spcPts val="1000"/>
              </a:spcBef>
              <a:spcAft>
                <a:spcPts val="0"/>
              </a:spcAft>
              <a:buNone/>
            </a:pPr>
            <a:r>
              <a:rPr lang="en-GB" sz="1200">
                <a:solidFill>
                  <a:srgbClr val="000000"/>
                </a:solidFill>
                <a:latin typeface="Kalam"/>
                <a:ea typeface="Kalam"/>
                <a:cs typeface="Kalam"/>
                <a:sym typeface="Kalam"/>
              </a:rPr>
              <a:t>8 = 2</a:t>
            </a:r>
            <a:r>
              <a:rPr baseline="30000" lang="en-GB" sz="1200">
                <a:solidFill>
                  <a:srgbClr val="000000"/>
                </a:solidFill>
                <a:latin typeface="Kalam"/>
                <a:ea typeface="Kalam"/>
                <a:cs typeface="Kalam"/>
                <a:sym typeface="Kalam"/>
              </a:rPr>
              <a:t>3</a:t>
            </a:r>
            <a:endParaRPr sz="1200">
              <a:solidFill>
                <a:srgbClr val="000000"/>
              </a:solidFill>
              <a:latin typeface="Kalam"/>
              <a:ea typeface="Kalam"/>
              <a:cs typeface="Kalam"/>
              <a:sym typeface="Kalam"/>
            </a:endParaRPr>
          </a:p>
          <a:p>
            <a:pPr indent="0" lvl="0" marL="0" rtl="0" algn="l">
              <a:lnSpc>
                <a:spcPct val="115000"/>
              </a:lnSpc>
              <a:spcBef>
                <a:spcPts val="1000"/>
              </a:spcBef>
              <a:spcAft>
                <a:spcPts val="0"/>
              </a:spcAft>
              <a:buNone/>
            </a:pPr>
            <a:r>
              <a:rPr lang="en-GB" sz="1200">
                <a:solidFill>
                  <a:srgbClr val="000000"/>
                </a:solidFill>
                <a:latin typeface="Kalam"/>
                <a:ea typeface="Kalam"/>
                <a:cs typeface="Kalam"/>
                <a:sym typeface="Kalam"/>
              </a:rPr>
              <a:t>11</a:t>
            </a:r>
            <a:endParaRPr sz="1200">
              <a:solidFill>
                <a:srgbClr val="000000"/>
              </a:solidFill>
              <a:latin typeface="Kalam"/>
              <a:ea typeface="Kalam"/>
              <a:cs typeface="Kalam"/>
              <a:sym typeface="Kalam"/>
            </a:endParaRPr>
          </a:p>
          <a:p>
            <a:pPr indent="0" lvl="0" marL="457200" rtl="0" algn="l">
              <a:lnSpc>
                <a:spcPct val="115000"/>
              </a:lnSpc>
              <a:spcBef>
                <a:spcPts val="1000"/>
              </a:spcBef>
              <a:spcAft>
                <a:spcPts val="1000"/>
              </a:spcAft>
              <a:buNone/>
            </a:pPr>
            <a:r>
              <a:t/>
            </a:r>
            <a:endParaRPr sz="1200">
              <a:solidFill>
                <a:srgbClr val="000000"/>
              </a:solidFill>
              <a:latin typeface="Kalam"/>
              <a:ea typeface="Kalam"/>
              <a:cs typeface="Kalam"/>
              <a:sym typeface="Kalam"/>
            </a:endParaRPr>
          </a:p>
        </p:txBody>
      </p:sp>
      <p:sp>
        <p:nvSpPr>
          <p:cNvPr id="211" name="Google Shape;211;p21"/>
          <p:cNvSpPr txBox="1"/>
          <p:nvPr/>
        </p:nvSpPr>
        <p:spPr>
          <a:xfrm>
            <a:off x="1300725" y="8938525"/>
            <a:ext cx="5791200" cy="958500"/>
          </a:xfrm>
          <a:prstGeom prst="rect">
            <a:avLst/>
          </a:prstGeom>
          <a:noFill/>
          <a:ln>
            <a:noFill/>
          </a:ln>
        </p:spPr>
        <p:txBody>
          <a:bodyPr anchorCtr="0" anchor="t" bIns="91425" lIns="91425" spcFirstLastPara="1" rIns="91425" wrap="square" tIns="0">
            <a:spAutoFit/>
          </a:bodyPr>
          <a:lstStyle/>
          <a:p>
            <a:pPr indent="0" lvl="0" marL="0" rtl="0" algn="l">
              <a:lnSpc>
                <a:spcPct val="115000"/>
              </a:lnSpc>
              <a:spcBef>
                <a:spcPts val="0"/>
              </a:spcBef>
              <a:spcAft>
                <a:spcPts val="0"/>
              </a:spcAft>
              <a:buNone/>
            </a:pPr>
            <a:r>
              <a:rPr lang="en-GB" sz="1200">
                <a:solidFill>
                  <a:srgbClr val="000000"/>
                </a:solidFill>
                <a:latin typeface="Kalam"/>
                <a:ea typeface="Kalam"/>
                <a:cs typeface="Kalam"/>
                <a:sym typeface="Kalam"/>
              </a:rPr>
              <a:t>LCM = 2</a:t>
            </a:r>
            <a:r>
              <a:rPr baseline="30000" lang="en-GB" sz="1200">
                <a:solidFill>
                  <a:srgbClr val="000000"/>
                </a:solidFill>
                <a:latin typeface="Kalam"/>
                <a:ea typeface="Kalam"/>
                <a:cs typeface="Kalam"/>
                <a:sym typeface="Kalam"/>
              </a:rPr>
              <a:t>3 </a:t>
            </a:r>
            <a:r>
              <a:rPr lang="en-GB" sz="1200">
                <a:solidFill>
                  <a:srgbClr val="000000"/>
                </a:solidFill>
                <a:latin typeface="Kalam"/>
                <a:ea typeface="Kalam"/>
                <a:cs typeface="Kalam"/>
                <a:sym typeface="Kalam"/>
              </a:rPr>
              <a:t>× 3 × 11 = 264 minutes</a:t>
            </a:r>
            <a:endParaRPr sz="1200">
              <a:solidFill>
                <a:srgbClr val="000000"/>
              </a:solidFill>
              <a:latin typeface="Kalam"/>
              <a:ea typeface="Kalam"/>
              <a:cs typeface="Kalam"/>
              <a:sym typeface="Kalam"/>
            </a:endParaRPr>
          </a:p>
          <a:p>
            <a:pPr indent="0" lvl="0" marL="0" rtl="0" algn="l">
              <a:lnSpc>
                <a:spcPct val="115000"/>
              </a:lnSpc>
              <a:spcBef>
                <a:spcPts val="1000"/>
              </a:spcBef>
              <a:spcAft>
                <a:spcPts val="0"/>
              </a:spcAft>
              <a:buNone/>
            </a:pPr>
            <a:r>
              <a:rPr lang="en-GB" sz="1200">
                <a:solidFill>
                  <a:srgbClr val="000000"/>
                </a:solidFill>
                <a:latin typeface="Kalam"/>
                <a:ea typeface="Kalam"/>
                <a:cs typeface="Kalam"/>
                <a:sym typeface="Kalam"/>
              </a:rPr>
              <a:t>264 minutes = 4 hours 24 minutes</a:t>
            </a:r>
            <a:endParaRPr sz="1200">
              <a:solidFill>
                <a:srgbClr val="000000"/>
              </a:solidFill>
              <a:latin typeface="Kalam"/>
              <a:ea typeface="Kalam"/>
              <a:cs typeface="Kalam"/>
              <a:sym typeface="Kalam"/>
            </a:endParaRPr>
          </a:p>
          <a:p>
            <a:pPr indent="0" lvl="0" marL="0" rtl="0" algn="l">
              <a:lnSpc>
                <a:spcPct val="115000"/>
              </a:lnSpc>
              <a:spcBef>
                <a:spcPts val="1000"/>
              </a:spcBef>
              <a:spcAft>
                <a:spcPts val="1000"/>
              </a:spcAft>
              <a:buNone/>
            </a:pPr>
            <a:r>
              <a:rPr lang="en-GB" sz="1200">
                <a:solidFill>
                  <a:srgbClr val="000000"/>
                </a:solidFill>
                <a:latin typeface="Kalam"/>
                <a:ea typeface="Kalam"/>
                <a:cs typeface="Kalam"/>
                <a:sym typeface="Kalam"/>
              </a:rPr>
              <a:t>They will leave at the same time again at 13:24</a:t>
            </a:r>
            <a:endParaRPr sz="1200">
              <a:solidFill>
                <a:srgbClr val="000000"/>
              </a:solidFill>
              <a:latin typeface="Kalam"/>
              <a:ea typeface="Kalam"/>
              <a:cs typeface="Kalam"/>
              <a:sym typeface="Kalam"/>
            </a:endParaRPr>
          </a:p>
        </p:txBody>
      </p:sp>
    </p:spTree>
  </p:cSld>
  <p:clrMapOvr>
    <a:masterClrMapping/>
  </p:clrMapOvr>
</p:sld>
</file>

<file path=ppt/theme/theme1.xml><?xml version="1.0" encoding="utf-8"?>
<a:theme xmlns:a="http://schemas.openxmlformats.org/drawingml/2006/main" xmlns:r="http://schemas.openxmlformats.org/officeDocument/2006/relationships" name="Worksheet Answers September 2023">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LD">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