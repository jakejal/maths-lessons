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3"/>
    <p:sldMasterId id="2147483666" r:id="rId4"/>
  </p:sldMasterIdLst>
  <p:notesMasterIdLst>
    <p:notesMasterId r:id="rId5"/>
  </p:notesMasterIdLst>
  <p:sldIdLst>
    <p:sldId id="256" r:id="rId6"/>
    <p:sldId id="257" r:id="rId7"/>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7996905f60_0_125: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7996905f60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7996905f60_0_130: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7996905f60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COL 1">
  <p:cSld name="SECTION_HEADER_1_1_1_1_1_1_1_1_1">
    <p:spTree>
      <p:nvGrpSpPr>
        <p:cNvPr id="9" name="Shape 9"/>
        <p:cNvGrpSpPr/>
        <p:nvPr/>
      </p:nvGrpSpPr>
      <p:grpSpPr>
        <a:xfrm>
          <a:off x="0" y="0"/>
          <a:ext cx="0" cy="0"/>
          <a:chOff x="0" y="0"/>
          <a:chExt cx="0" cy="0"/>
        </a:xfrm>
      </p:grpSpPr>
      <p:sp>
        <p:nvSpPr>
          <p:cNvPr id="10" name="Google Shape;10;p2"/>
          <p:cNvSpPr txBox="1"/>
          <p:nvPr>
            <p:ph type="title"/>
          </p:nvPr>
        </p:nvSpPr>
        <p:spPr>
          <a:xfrm>
            <a:off x="468000" y="266700"/>
            <a:ext cx="6624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 name="Google Shape;11;p2"/>
          <p:cNvSpPr txBox="1"/>
          <p:nvPr>
            <p:ph idx="1"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2" name="Google Shape;12;p2"/>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14" name="Google Shape;14;p2"/>
          <p:cNvGrpSpPr/>
          <p:nvPr/>
        </p:nvGrpSpPr>
        <p:grpSpPr>
          <a:xfrm>
            <a:off x="466900" y="962525"/>
            <a:ext cx="2953057" cy="162000"/>
            <a:chOff x="466900" y="962525"/>
            <a:chExt cx="2953057" cy="162000"/>
          </a:xfrm>
        </p:grpSpPr>
        <p:sp>
          <p:nvSpPr>
            <p:cNvPr id="15" name="Google Shape;15;p2"/>
            <p:cNvSpPr txBox="1"/>
            <p:nvPr/>
          </p:nvSpPr>
          <p:spPr>
            <a:xfrm>
              <a:off x="466900" y="962525"/>
              <a:ext cx="2953057"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16" name="Google Shape;16;p2"/>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extLst>
    <p:ext uri="{DCECCB84-F9BA-43D5-87BE-67443E8EF086}">
      <p15:sldGuideLst>
        <p15:guide id="1" orient="horz" pos="488">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pos="295">
          <p15:clr>
            <a:srgbClr val="FF0000"/>
          </p15:clr>
        </p15:guide>
        <p15:guide id="7" pos="4467">
          <p15:clr>
            <a:srgbClr val="FF0000"/>
          </p15:clr>
        </p15:guide>
        <p15:guide id="8" pos="1519">
          <p15:clr>
            <a:srgbClr val="D9D9D9"/>
          </p15:clr>
        </p15:guide>
        <p15:guide id="9" pos="1764">
          <p15:clr>
            <a:srgbClr val="D9D9D9"/>
          </p15:clr>
        </p15:guide>
        <p15:guide id="10" pos="3243">
          <p15:clr>
            <a:srgbClr val="D9D9D9"/>
          </p15:clr>
        </p15:guide>
        <p15:guide id="11" pos="2998">
          <p15:clr>
            <a:srgbClr val="D9D9D9"/>
          </p15:clr>
        </p15:guide>
        <p15:guide id="12" pos="3120">
          <p15:clr>
            <a:srgbClr val="D9D9D9"/>
          </p15:clr>
        </p15:guide>
        <p15:guide id="13" pos="1642">
          <p15:clr>
            <a:srgbClr val="D9D9D9"/>
          </p15:clr>
        </p15:guide>
        <p15:guide id="14" pos="2381">
          <p15:clr>
            <a:srgbClr val="D9D9D9"/>
          </p15:clr>
        </p15:guide>
        <p15:guide id="15" pos="2154">
          <p15:clr>
            <a:srgbClr val="FF0000"/>
          </p15:clr>
        </p15:guide>
        <p15:guide id="16" pos="2608">
          <p15:clr>
            <a:srgbClr val="FF0000"/>
          </p15:clr>
        </p15:guide>
        <p15:guide id="17"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COL 1 1">
  <p:cSld name="SECTION_HEADER_1_1_1_1_1_1_1_1_1_3">
    <p:spTree>
      <p:nvGrpSpPr>
        <p:cNvPr id="17" name="Shape 17"/>
        <p:cNvGrpSpPr/>
        <p:nvPr/>
      </p:nvGrpSpPr>
      <p:grpSpPr>
        <a:xfrm>
          <a:off x="0" y="0"/>
          <a:ext cx="0" cy="0"/>
          <a:chOff x="0" y="0"/>
          <a:chExt cx="0" cy="0"/>
        </a:xfrm>
      </p:grpSpPr>
      <p:sp>
        <p:nvSpPr>
          <p:cNvPr id="18" name="Google Shape;18;p3"/>
          <p:cNvSpPr txBox="1"/>
          <p:nvPr>
            <p:ph type="title"/>
          </p:nvPr>
        </p:nvSpPr>
        <p:spPr>
          <a:xfrm>
            <a:off x="468000" y="266700"/>
            <a:ext cx="6624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3"/>
          <p:cNvSpPr txBox="1"/>
          <p:nvPr>
            <p:ph idx="1" type="subTitle"/>
          </p:nvPr>
        </p:nvSpPr>
        <p:spPr>
          <a:xfrm>
            <a:off x="466825" y="17801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 name="Google Shape;20;p3"/>
          <p:cNvSpPr txBox="1"/>
          <p:nvPr>
            <p:ph idx="2" type="subTitle"/>
          </p:nvPr>
        </p:nvSpPr>
        <p:spPr>
          <a:xfrm>
            <a:off x="2807400"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p:nvPr>
            <p:ph idx="3"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 name="Google Shape;22;p3"/>
          <p:cNvSpPr txBox="1"/>
          <p:nvPr>
            <p:ph idx="4" type="subTitle"/>
          </p:nvPr>
        </p:nvSpPr>
        <p:spPr>
          <a:xfrm>
            <a:off x="4127250"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 name="Google Shape;23;p3"/>
          <p:cNvSpPr txBox="1"/>
          <p:nvPr>
            <p:ph idx="5" type="subTitle"/>
          </p:nvPr>
        </p:nvSpPr>
        <p:spPr>
          <a:xfrm>
            <a:off x="468000" y="5866375"/>
            <a:ext cx="65817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 name="Google Shape;24;p3"/>
          <p:cNvSpPr txBox="1"/>
          <p:nvPr>
            <p:ph idx="6" type="subTitle"/>
          </p:nvPr>
        </p:nvSpPr>
        <p:spPr>
          <a:xfrm>
            <a:off x="466825"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5" name="Google Shape;25;p3"/>
          <p:cNvSpPr txBox="1"/>
          <p:nvPr>
            <p:ph idx="7" type="subTitle"/>
          </p:nvPr>
        </p:nvSpPr>
        <p:spPr>
          <a:xfrm>
            <a:off x="46682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6" name="Google Shape;26;p3"/>
          <p:cNvSpPr txBox="1"/>
          <p:nvPr>
            <p:ph idx="8" type="subTitle"/>
          </p:nvPr>
        </p:nvSpPr>
        <p:spPr>
          <a:xfrm>
            <a:off x="514797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27" name="Google Shape;27;p3"/>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28" name="Google Shape;28;p3"/>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29" name="Google Shape;29;p3"/>
          <p:cNvGrpSpPr/>
          <p:nvPr/>
        </p:nvGrpSpPr>
        <p:grpSpPr>
          <a:xfrm>
            <a:off x="466900" y="962525"/>
            <a:ext cx="2953200" cy="162000"/>
            <a:chOff x="466900" y="962525"/>
            <a:chExt cx="2953200" cy="162000"/>
          </a:xfrm>
        </p:grpSpPr>
        <p:sp>
          <p:nvSpPr>
            <p:cNvPr id="30" name="Google Shape;30;p3"/>
            <p:cNvSpPr txBox="1"/>
            <p:nvPr/>
          </p:nvSpPr>
          <p:spPr>
            <a:xfrm>
              <a:off x="466900" y="962525"/>
              <a:ext cx="29532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31" name="Google Shape;31;p3"/>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sp>
        <p:nvSpPr>
          <p:cNvPr id="32" name="Google Shape;32;p3"/>
          <p:cNvSpPr txBox="1"/>
          <p:nvPr>
            <p:ph idx="9" type="subTitle"/>
          </p:nvPr>
        </p:nvSpPr>
        <p:spPr>
          <a:xfrm>
            <a:off x="466825" y="13698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88">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pos="295">
          <p15:clr>
            <a:srgbClr val="FF0000"/>
          </p15:clr>
        </p15:guide>
        <p15:guide id="7" pos="4467">
          <p15:clr>
            <a:srgbClr val="FF0000"/>
          </p15:clr>
        </p15:guide>
        <p15:guide id="8" pos="1519">
          <p15:clr>
            <a:srgbClr val="D9D9D9"/>
          </p15:clr>
        </p15:guide>
        <p15:guide id="9" pos="1764">
          <p15:clr>
            <a:srgbClr val="D9D9D9"/>
          </p15:clr>
        </p15:guide>
        <p15:guide id="10" pos="3243">
          <p15:clr>
            <a:srgbClr val="D9D9D9"/>
          </p15:clr>
        </p15:guide>
        <p15:guide id="11" pos="2998">
          <p15:clr>
            <a:srgbClr val="D9D9D9"/>
          </p15:clr>
        </p15:guide>
        <p15:guide id="12" pos="3120">
          <p15:clr>
            <a:srgbClr val="D9D9D9"/>
          </p15:clr>
        </p15:guide>
        <p15:guide id="13" pos="1642">
          <p15:clr>
            <a:srgbClr val="D9D9D9"/>
          </p15:clr>
        </p15:guide>
        <p15:guide id="14" pos="2381">
          <p15:clr>
            <a:srgbClr val="D9D9D9"/>
          </p15:clr>
        </p15:guide>
        <p15:guide id="15" pos="2154">
          <p15:clr>
            <a:srgbClr val="FF0000"/>
          </p15:clr>
        </p15:guide>
        <p15:guide id="16" pos="2608">
          <p15:clr>
            <a:srgbClr val="FF0000"/>
          </p15:clr>
        </p15:guide>
        <p15:guide id="17"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1">
  <p:cSld name="SECTION_HEADER_1_1_1_1_1_1_1_1_1_1">
    <p:spTree>
      <p:nvGrpSpPr>
        <p:cNvPr id="33" name="Shape 33"/>
        <p:cNvGrpSpPr/>
        <p:nvPr/>
      </p:nvGrpSpPr>
      <p:grpSpPr>
        <a:xfrm>
          <a:off x="0" y="0"/>
          <a:ext cx="0" cy="0"/>
          <a:chOff x="0" y="0"/>
          <a:chExt cx="0" cy="0"/>
        </a:xfrm>
      </p:grpSpPr>
      <p:sp>
        <p:nvSpPr>
          <p:cNvPr id="34" name="Google Shape;34;p4"/>
          <p:cNvSpPr txBox="1"/>
          <p:nvPr>
            <p:ph idx="1" type="subTitle"/>
          </p:nvPr>
        </p:nvSpPr>
        <p:spPr>
          <a:xfrm>
            <a:off x="466825" y="16277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4"/>
          <p:cNvSpPr txBox="1"/>
          <p:nvPr>
            <p:ph idx="2" type="subTitle"/>
          </p:nvPr>
        </p:nvSpPr>
        <p:spPr>
          <a:xfrm>
            <a:off x="4127250"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6" name="Google Shape;36;p4"/>
          <p:cNvSpPr txBox="1"/>
          <p:nvPr>
            <p:ph idx="3" type="subTitle"/>
          </p:nvPr>
        </p:nvSpPr>
        <p:spPr>
          <a:xfrm>
            <a:off x="466825"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37" name="Google Shape;37;p4"/>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38" name="Google Shape;38;p4"/>
          <p:cNvSpPr txBox="1"/>
          <p:nvPr>
            <p:ph idx="4"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2">
  <p:cSld name="SECTION_HEADER_1_1_1_1_1_1_1_1_1_1_1">
    <p:spTree>
      <p:nvGrpSpPr>
        <p:cNvPr id="39" name="Shape 39"/>
        <p:cNvGrpSpPr/>
        <p:nvPr/>
      </p:nvGrpSpPr>
      <p:grpSpPr>
        <a:xfrm>
          <a:off x="0" y="0"/>
          <a:ext cx="0" cy="0"/>
          <a:chOff x="0" y="0"/>
          <a:chExt cx="0" cy="0"/>
        </a:xfrm>
      </p:grpSpPr>
      <p:sp>
        <p:nvSpPr>
          <p:cNvPr id="40" name="Google Shape;40;p5"/>
          <p:cNvSpPr txBox="1"/>
          <p:nvPr>
            <p:ph idx="1" type="subTitle"/>
          </p:nvPr>
        </p:nvSpPr>
        <p:spPr>
          <a:xfrm>
            <a:off x="2807400"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1" name="Google Shape;41;p5"/>
          <p:cNvSpPr txBox="1"/>
          <p:nvPr>
            <p:ph idx="2" type="subTitle"/>
          </p:nvPr>
        </p:nvSpPr>
        <p:spPr>
          <a:xfrm>
            <a:off x="467950" y="2493013"/>
            <a:ext cx="66240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 name="Google Shape;42;p5"/>
          <p:cNvSpPr txBox="1"/>
          <p:nvPr>
            <p:ph idx="3" type="subTitle"/>
          </p:nvPr>
        </p:nvSpPr>
        <p:spPr>
          <a:xfrm>
            <a:off x="46682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3" name="Google Shape;43;p5"/>
          <p:cNvSpPr txBox="1"/>
          <p:nvPr>
            <p:ph idx="4" type="subTitle"/>
          </p:nvPr>
        </p:nvSpPr>
        <p:spPr>
          <a:xfrm>
            <a:off x="514797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4" name="Google Shape;44;p5"/>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45" name="Google Shape;45;p5"/>
          <p:cNvSpPr txBox="1"/>
          <p:nvPr>
            <p:ph idx="5"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3">
  <p:cSld name="SECTION_HEADER_1_1_1_1_1_1_1_1_1_1_1_2">
    <p:spTree>
      <p:nvGrpSpPr>
        <p:cNvPr id="46" name="Shape 46"/>
        <p:cNvGrpSpPr/>
        <p:nvPr/>
      </p:nvGrpSpPr>
      <p:grpSpPr>
        <a:xfrm>
          <a:off x="0" y="0"/>
          <a:ext cx="0" cy="0"/>
          <a:chOff x="0" y="0"/>
          <a:chExt cx="0" cy="0"/>
        </a:xfrm>
      </p:grpSpPr>
      <p:sp>
        <p:nvSpPr>
          <p:cNvPr id="47" name="Google Shape;47;p6"/>
          <p:cNvSpPr txBox="1"/>
          <p:nvPr>
            <p:ph idx="1" type="subTitle"/>
          </p:nvPr>
        </p:nvSpPr>
        <p:spPr>
          <a:xfrm>
            <a:off x="46682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8" name="Google Shape;48;p6"/>
          <p:cNvSpPr txBox="1"/>
          <p:nvPr>
            <p:ph idx="2" type="subTitle"/>
          </p:nvPr>
        </p:nvSpPr>
        <p:spPr>
          <a:xfrm>
            <a:off x="2807400"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6"/>
          <p:cNvSpPr txBox="1"/>
          <p:nvPr>
            <p:ph idx="3" type="subTitle"/>
          </p:nvPr>
        </p:nvSpPr>
        <p:spPr>
          <a:xfrm>
            <a:off x="514797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0" name="Google Shape;50;p6"/>
          <p:cNvSpPr txBox="1"/>
          <p:nvPr>
            <p:ph idx="4" type="subTitle"/>
          </p:nvPr>
        </p:nvSpPr>
        <p:spPr>
          <a:xfrm>
            <a:off x="466825" y="170220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 name="Google Shape;51;p6"/>
          <p:cNvSpPr txBox="1"/>
          <p:nvPr>
            <p:ph idx="5" type="subTitle"/>
          </p:nvPr>
        </p:nvSpPr>
        <p:spPr>
          <a:xfrm>
            <a:off x="466825"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2" name="Google Shape;52;p6"/>
          <p:cNvSpPr txBox="1"/>
          <p:nvPr>
            <p:ph idx="6" type="subTitle"/>
          </p:nvPr>
        </p:nvSpPr>
        <p:spPr>
          <a:xfrm>
            <a:off x="4127250"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3" name="Google Shape;53;p6"/>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4" name="Google Shape;54;p6"/>
          <p:cNvSpPr txBox="1"/>
          <p:nvPr>
            <p:ph idx="7"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4">
  <p:cSld name="SECTION_HEADER_1_1_1_1_1_1_1_1_1_1_1_2_1">
    <p:spTree>
      <p:nvGrpSpPr>
        <p:cNvPr id="55" name="Shape 55"/>
        <p:cNvGrpSpPr/>
        <p:nvPr/>
      </p:nvGrpSpPr>
      <p:grpSpPr>
        <a:xfrm>
          <a:off x="0" y="0"/>
          <a:ext cx="0" cy="0"/>
          <a:chOff x="0" y="0"/>
          <a:chExt cx="0" cy="0"/>
        </a:xfrm>
      </p:grpSpPr>
      <p:sp>
        <p:nvSpPr>
          <p:cNvPr id="56" name="Google Shape;56;p7"/>
          <p:cNvSpPr txBox="1"/>
          <p:nvPr>
            <p:ph idx="1" type="subTitle"/>
          </p:nvPr>
        </p:nvSpPr>
        <p:spPr>
          <a:xfrm>
            <a:off x="468000" y="1327649"/>
            <a:ext cx="6624000" cy="38436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7" name="Google Shape;57;p7"/>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8" name="Google Shape;58;p7"/>
          <p:cNvSpPr txBox="1"/>
          <p:nvPr>
            <p:ph idx="2"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ments to copy and paste">
  <p:cSld name="SECTION_HEADER_1_1_1_1_1_1_1_1_1_1_1_2_1_1">
    <p:spTree>
      <p:nvGrpSpPr>
        <p:cNvPr id="59" name="Shape 59"/>
        <p:cNvGrpSpPr/>
        <p:nvPr/>
      </p:nvGrpSpPr>
      <p:grpSpPr>
        <a:xfrm>
          <a:off x="0" y="0"/>
          <a:ext cx="0" cy="0"/>
          <a:chOff x="0" y="0"/>
          <a:chExt cx="0" cy="0"/>
        </a:xfrm>
      </p:grpSpPr>
      <p:sp>
        <p:nvSpPr>
          <p:cNvPr id="60" name="Google Shape;60;p8"/>
          <p:cNvSpPr txBox="1"/>
          <p:nvPr/>
        </p:nvSpPr>
        <p:spPr>
          <a:xfrm>
            <a:off x="493450" y="416654"/>
            <a:ext cx="6624000" cy="215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GB">
                <a:latin typeface="Lexend"/>
                <a:ea typeface="Lexend"/>
                <a:cs typeface="Lexend"/>
                <a:sym typeface="Lexend"/>
              </a:rPr>
              <a:t>Elements to copy and paste</a:t>
            </a:r>
            <a:endParaRPr sz="1100">
              <a:latin typeface="Lexend"/>
              <a:ea typeface="Lexend"/>
              <a:cs typeface="Lexend"/>
              <a:sym typeface="Lexend"/>
            </a:endParaRPr>
          </a:p>
        </p:txBody>
      </p:sp>
      <p:pic>
        <p:nvPicPr>
          <p:cNvPr id="61" name="Google Shape;61;p8"/>
          <p:cNvPicPr preferRelativeResize="0"/>
          <p:nvPr/>
        </p:nvPicPr>
        <p:blipFill>
          <a:blip r:embed="rId2">
            <a:alphaModFix/>
          </a:blip>
          <a:stretch>
            <a:fillRect/>
          </a:stretch>
        </p:blipFill>
        <p:spPr>
          <a:xfrm>
            <a:off x="6886512" y="10041210"/>
            <a:ext cx="181075" cy="246288"/>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
    <p:bg>
      <p:bgPr>
        <a:solidFill>
          <a:schemeClr val="lt1"/>
        </a:solidFill>
      </p:bgPr>
    </p:bg>
    <p:spTree>
      <p:nvGrpSpPr>
        <p:cNvPr id="66" name="Shape 66"/>
        <p:cNvGrpSpPr/>
        <p:nvPr/>
      </p:nvGrpSpPr>
      <p:grpSpPr>
        <a:xfrm>
          <a:off x="0" y="0"/>
          <a:ext cx="0" cy="0"/>
          <a:chOff x="0" y="0"/>
          <a:chExt cx="0" cy="0"/>
        </a:xfrm>
      </p:grpSpPr>
      <p:pic>
        <p:nvPicPr>
          <p:cNvPr id="67" name="Google Shape;67;p10"/>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8" name="Google Shape;68;p1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9" name="Google Shape;69;p10"/>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0" name="Google Shape;70;p10"/>
          <p:cNvSpPr txBox="1"/>
          <p:nvPr/>
        </p:nvSpPr>
        <p:spPr>
          <a:xfrm>
            <a:off x="466825" y="360000"/>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71" name="Google Shape;71;p10"/>
          <p:cNvCxnSpPr/>
          <p:nvPr/>
        </p:nvCxnSpPr>
        <p:spPr>
          <a:xfrm>
            <a:off x="987525" y="610425"/>
            <a:ext cx="1813200" cy="0"/>
          </a:xfrm>
          <a:prstGeom prst="straightConnector1">
            <a:avLst/>
          </a:prstGeom>
          <a:noFill/>
          <a:ln cap="flat" cmpd="sng" w="9525">
            <a:solidFill>
              <a:schemeClr val="dk2"/>
            </a:solidFill>
            <a:prstDash val="solid"/>
            <a:round/>
            <a:headEnd len="med" w="med" type="none"/>
            <a:tailEnd len="med" w="med" type="none"/>
          </a:ln>
        </p:spPr>
      </p:cxnSp>
      <p:pic>
        <p:nvPicPr>
          <p:cNvPr id="72" name="Google Shape;72;p10"/>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73" name="Google Shape;73;p10"/>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74" name="Google Shape;74;p10"/>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75" name="Shape 75"/>
        <p:cNvGrpSpPr/>
        <p:nvPr/>
      </p:nvGrpSpPr>
      <p:grpSpPr>
        <a:xfrm>
          <a:off x="0" y="0"/>
          <a:ext cx="0" cy="0"/>
          <a:chOff x="0" y="0"/>
          <a:chExt cx="0" cy="0"/>
        </a:xfrm>
      </p:grpSpPr>
      <p:pic>
        <p:nvPicPr>
          <p:cNvPr id="76" name="Google Shape;76;p11"/>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77" name="Google Shape;77;p1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8" name="Google Shape;78;p11"/>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9" name="Google Shape;79;p11"/>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80" name="Google Shape;80;p11"/>
          <p:cNvSpPr txBox="1"/>
          <p:nvPr/>
        </p:nvSpPr>
        <p:spPr>
          <a:xfrm>
            <a:off x="466825" y="360000"/>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81" name="Google Shape;81;p11"/>
          <p:cNvCxnSpPr/>
          <p:nvPr/>
        </p:nvCxnSpPr>
        <p:spPr>
          <a:xfrm>
            <a:off x="987525" y="610425"/>
            <a:ext cx="1813200" cy="0"/>
          </a:xfrm>
          <a:prstGeom prst="straightConnector1">
            <a:avLst/>
          </a:prstGeom>
          <a:noFill/>
          <a:ln cap="flat" cmpd="sng" w="9525">
            <a:solidFill>
              <a:schemeClr val="dk2"/>
            </a:solidFill>
            <a:prstDash val="solid"/>
            <a:round/>
            <a:headEnd len="med" w="med" type="none"/>
            <a:tailEnd len="med" w="med" type="none"/>
          </a:ln>
        </p:spPr>
      </p:cxnSp>
      <p:pic>
        <p:nvPicPr>
          <p:cNvPr id="82" name="Google Shape;82;p11"/>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83" name="Google Shape;83;p11"/>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84" name="Shape 84"/>
        <p:cNvGrpSpPr/>
        <p:nvPr/>
      </p:nvGrpSpPr>
      <p:grpSpPr>
        <a:xfrm>
          <a:off x="0" y="0"/>
          <a:ext cx="0" cy="0"/>
          <a:chOff x="0" y="0"/>
          <a:chExt cx="0" cy="0"/>
        </a:xfrm>
      </p:grpSpPr>
      <p:pic>
        <p:nvPicPr>
          <p:cNvPr id="85" name="Google Shape;85;p1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86" name="Google Shape;86;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7" name="Google Shape;87;p12"/>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88" name="Google Shape;88;p12"/>
          <p:cNvSpPr txBox="1"/>
          <p:nvPr>
            <p:ph idx="1" type="subTitle"/>
          </p:nvPr>
        </p:nvSpPr>
        <p:spPr>
          <a:xfrm>
            <a:off x="466825" y="360000"/>
            <a:ext cx="57792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89" name="Shape 89"/>
        <p:cNvGrpSpPr/>
        <p:nvPr/>
      </p:nvGrpSpPr>
      <p:grpSpPr>
        <a:xfrm>
          <a:off x="0" y="0"/>
          <a:ext cx="0" cy="0"/>
          <a:chOff x="0" y="0"/>
          <a:chExt cx="0" cy="0"/>
        </a:xfrm>
      </p:grpSpPr>
      <p:pic>
        <p:nvPicPr>
          <p:cNvPr id="90" name="Google Shape;90;p1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1" name="Google Shape;91;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2" name="Google Shape;92;p13"/>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93" name="Google Shape;93;p13"/>
          <p:cNvSpPr txBox="1"/>
          <p:nvPr>
            <p:ph idx="1" type="subTitle"/>
          </p:nvPr>
        </p:nvSpPr>
        <p:spPr>
          <a:xfrm>
            <a:off x="466825" y="360000"/>
            <a:ext cx="57792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94" name="Google Shape;94;p13"/>
          <p:cNvSpPr txBox="1"/>
          <p:nvPr>
            <p:ph idx="2" type="subTitle"/>
          </p:nvPr>
        </p:nvSpPr>
        <p:spPr>
          <a:xfrm>
            <a:off x="3903375" y="9972000"/>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
        <p:nvSpPr>
          <p:cNvPr id="95" name="Google Shape;95;p13"/>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6" name="Google Shape;96;p13"/>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
    <p:bg>
      <p:bgPr>
        <a:solidFill>
          <a:schemeClr val="lt1"/>
        </a:solidFill>
      </p:bgPr>
    </p:bg>
    <p:spTree>
      <p:nvGrpSpPr>
        <p:cNvPr id="97" name="Shape 97"/>
        <p:cNvGrpSpPr/>
        <p:nvPr/>
      </p:nvGrpSpPr>
      <p:grpSpPr>
        <a:xfrm>
          <a:off x="0" y="0"/>
          <a:ext cx="0" cy="0"/>
          <a:chOff x="0" y="0"/>
          <a:chExt cx="0" cy="0"/>
        </a:xfrm>
      </p:grpSpPr>
      <p:pic>
        <p:nvPicPr>
          <p:cNvPr id="98" name="Google Shape;98;p1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9" name="Google Shape;99;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0" name="Google Shape;100;p14"/>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1" name="Google Shape;101;p14"/>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102" name="Google Shape;102;p14"/>
          <p:cNvSpPr txBox="1"/>
          <p:nvPr/>
        </p:nvSpPr>
        <p:spPr>
          <a:xfrm>
            <a:off x="466825" y="360000"/>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103" name="Google Shape;103;p14"/>
          <p:cNvCxnSpPr/>
          <p:nvPr/>
        </p:nvCxnSpPr>
        <p:spPr>
          <a:xfrm>
            <a:off x="987525" y="610425"/>
            <a:ext cx="1813200" cy="0"/>
          </a:xfrm>
          <a:prstGeom prst="straightConnector1">
            <a:avLst/>
          </a:prstGeom>
          <a:noFill/>
          <a:ln cap="flat" cmpd="sng" w="9525">
            <a:solidFill>
              <a:schemeClr val="dk2"/>
            </a:solidFill>
            <a:prstDash val="solid"/>
            <a:round/>
            <a:headEnd len="med" w="med" type="none"/>
            <a:tailEnd len="med" w="med" type="none"/>
          </a:ln>
        </p:spPr>
      </p:cxnSp>
      <p:pic>
        <p:nvPicPr>
          <p:cNvPr id="104" name="Google Shape;104;p14"/>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05" name="Google Shape;105;p14"/>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
        <p:nvSpPr>
          <p:cNvPr id="106" name="Google Shape;106;p14"/>
          <p:cNvSpPr txBox="1"/>
          <p:nvPr>
            <p:ph idx="1" type="subTitle"/>
          </p:nvPr>
        </p:nvSpPr>
        <p:spPr>
          <a:xfrm>
            <a:off x="3903375" y="9972000"/>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
        <p:nvSpPr>
          <p:cNvPr id="107" name="Google Shape;107;p14"/>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08" name="Google Shape;108;p14"/>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109" name="Shape 109"/>
        <p:cNvGrpSpPr/>
        <p:nvPr/>
      </p:nvGrpSpPr>
      <p:grpSpPr>
        <a:xfrm>
          <a:off x="0" y="0"/>
          <a:ext cx="0" cy="0"/>
          <a:chOff x="0" y="0"/>
          <a:chExt cx="0" cy="0"/>
        </a:xfrm>
      </p:grpSpPr>
      <p:pic>
        <p:nvPicPr>
          <p:cNvPr id="110" name="Google Shape;110;p1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1" name="Google Shape;111;p1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12" name="Google Shape;112;p15"/>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13" name="Google Shape;113;p15"/>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114" name="Google Shape;114;p15"/>
          <p:cNvSpPr txBox="1"/>
          <p:nvPr/>
        </p:nvSpPr>
        <p:spPr>
          <a:xfrm>
            <a:off x="466825" y="360000"/>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115" name="Google Shape;115;p15"/>
          <p:cNvCxnSpPr/>
          <p:nvPr/>
        </p:nvCxnSpPr>
        <p:spPr>
          <a:xfrm>
            <a:off x="987525" y="610425"/>
            <a:ext cx="1813200" cy="0"/>
          </a:xfrm>
          <a:prstGeom prst="straightConnector1">
            <a:avLst/>
          </a:prstGeom>
          <a:noFill/>
          <a:ln cap="flat" cmpd="sng" w="9525">
            <a:solidFill>
              <a:schemeClr val="dk2"/>
            </a:solidFill>
            <a:prstDash val="solid"/>
            <a:round/>
            <a:headEnd len="med" w="med" type="none"/>
            <a:tailEnd len="med" w="med" type="none"/>
          </a:ln>
        </p:spPr>
      </p:cxnSp>
      <p:pic>
        <p:nvPicPr>
          <p:cNvPr id="116" name="Google Shape;116;p15"/>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17" name="Google Shape;117;p15"/>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
        <p:nvSpPr>
          <p:cNvPr id="118" name="Google Shape;118;p15"/>
          <p:cNvSpPr txBox="1"/>
          <p:nvPr>
            <p:ph idx="1" type="subTitle"/>
          </p:nvPr>
        </p:nvSpPr>
        <p:spPr>
          <a:xfrm>
            <a:off x="3903375" y="9972000"/>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
        <p:nvSpPr>
          <p:cNvPr id="119" name="Google Shape;119;p1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0" name="Google Shape;120;p1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121" name="Shape 121"/>
        <p:cNvGrpSpPr/>
        <p:nvPr/>
      </p:nvGrpSpPr>
      <p:grpSpPr>
        <a:xfrm>
          <a:off x="0" y="0"/>
          <a:ext cx="0" cy="0"/>
          <a:chOff x="0" y="0"/>
          <a:chExt cx="0" cy="0"/>
        </a:xfrm>
      </p:grpSpPr>
      <p:pic>
        <p:nvPicPr>
          <p:cNvPr id="122" name="Google Shape;122;p16"/>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23" name="Google Shape;123;p16"/>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24" name="Google Shape;124;p16"/>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25" name="Google Shape;125;p16"/>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126" name="Google Shape;126;p16"/>
          <p:cNvSpPr txBox="1"/>
          <p:nvPr/>
        </p:nvSpPr>
        <p:spPr>
          <a:xfrm rot="-5400000">
            <a:off x="-595236" y="9057311"/>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127" name="Google Shape;127;p16"/>
          <p:cNvCxnSpPr/>
          <p:nvPr/>
        </p:nvCxnSpPr>
        <p:spPr>
          <a:xfrm rot="-5400000">
            <a:off x="-192111" y="8904711"/>
            <a:ext cx="1813200" cy="0"/>
          </a:xfrm>
          <a:prstGeom prst="straightConnector1">
            <a:avLst/>
          </a:prstGeom>
          <a:noFill/>
          <a:ln cap="flat" cmpd="sng" w="9525">
            <a:solidFill>
              <a:schemeClr val="dk2"/>
            </a:solidFill>
            <a:prstDash val="solid"/>
            <a:round/>
            <a:headEnd len="med" w="med" type="none"/>
            <a:tailEnd len="med" w="med" type="none"/>
          </a:ln>
        </p:spPr>
      </p:cxnSp>
      <p:pic>
        <p:nvPicPr>
          <p:cNvPr id="128" name="Google Shape;128;p16"/>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29" name="Google Shape;129;p16"/>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
    <p:bg>
      <p:bgPr>
        <a:solidFill>
          <a:schemeClr val="lt1"/>
        </a:solidFill>
      </p:bgPr>
    </p:bg>
    <p:spTree>
      <p:nvGrpSpPr>
        <p:cNvPr id="130" name="Shape 130"/>
        <p:cNvGrpSpPr/>
        <p:nvPr/>
      </p:nvGrpSpPr>
      <p:grpSpPr>
        <a:xfrm>
          <a:off x="0" y="0"/>
          <a:ext cx="0" cy="0"/>
          <a:chOff x="0" y="0"/>
          <a:chExt cx="0" cy="0"/>
        </a:xfrm>
      </p:grpSpPr>
      <p:pic>
        <p:nvPicPr>
          <p:cNvPr id="131" name="Google Shape;131;p17"/>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2" name="Google Shape;132;p17"/>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3" name="Google Shape;133;p17"/>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134" name="Google Shape;134;p17"/>
          <p:cNvSpPr txBox="1"/>
          <p:nvPr>
            <p:ph idx="1" type="subTitle"/>
          </p:nvPr>
        </p:nvSpPr>
        <p:spPr>
          <a:xfrm rot="-5400000">
            <a:off x="-3976225" y="5682150"/>
            <a:ext cx="9096900" cy="202800"/>
          </a:xfrm>
          <a:prstGeom prst="rect">
            <a:avLst/>
          </a:prstGeom>
          <a:ln>
            <a:noFill/>
          </a:ln>
        </p:spPr>
        <p:txBody>
          <a:bodyPr anchorCtr="0" anchor="t"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
    <p:bg>
      <p:bgPr>
        <a:solidFill>
          <a:schemeClr val="lt1"/>
        </a:solidFill>
      </p:bgPr>
    </p:bg>
    <p:spTree>
      <p:nvGrpSpPr>
        <p:cNvPr id="135" name="Shape 135"/>
        <p:cNvGrpSpPr/>
        <p:nvPr/>
      </p:nvGrpSpPr>
      <p:grpSpPr>
        <a:xfrm>
          <a:off x="0" y="0"/>
          <a:ext cx="0" cy="0"/>
          <a:chOff x="0" y="0"/>
          <a:chExt cx="0" cy="0"/>
        </a:xfrm>
      </p:grpSpPr>
      <p:pic>
        <p:nvPicPr>
          <p:cNvPr id="136" name="Google Shape;136;p1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7" name="Google Shape;137;p1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8" name="Google Shape;138;p18"/>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139" name="Google Shape;139;p18"/>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40" name="Google Shape;140;p18"/>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41" name="Google Shape;141;p18"/>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42" name="Google Shape;142;p18"/>
          <p:cNvSpPr txBox="1"/>
          <p:nvPr>
            <p:ph idx="1" type="subTitle"/>
          </p:nvPr>
        </p:nvSpPr>
        <p:spPr>
          <a:xfrm rot="-5400000">
            <a:off x="5488463" y="5454663"/>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
        <p:nvSpPr>
          <p:cNvPr id="143" name="Google Shape;143;p18"/>
          <p:cNvSpPr txBox="1"/>
          <p:nvPr>
            <p:ph idx="2" type="subTitle"/>
          </p:nvPr>
        </p:nvSpPr>
        <p:spPr>
          <a:xfrm rot="-5400000">
            <a:off x="-3976225" y="5682150"/>
            <a:ext cx="9096900" cy="202800"/>
          </a:xfrm>
          <a:prstGeom prst="rect">
            <a:avLst/>
          </a:prstGeom>
          <a:ln>
            <a:noFill/>
          </a:ln>
        </p:spPr>
        <p:txBody>
          <a:bodyPr anchorCtr="0" anchor="t"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144" name="Shape 144"/>
        <p:cNvGrpSpPr/>
        <p:nvPr/>
      </p:nvGrpSpPr>
      <p:grpSpPr>
        <a:xfrm>
          <a:off x="0" y="0"/>
          <a:ext cx="0" cy="0"/>
          <a:chOff x="0" y="0"/>
          <a:chExt cx="0" cy="0"/>
        </a:xfrm>
      </p:grpSpPr>
      <p:pic>
        <p:nvPicPr>
          <p:cNvPr id="145" name="Google Shape;145;p1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46" name="Google Shape;146;p1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47" name="Google Shape;147;p19"/>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48" name="Google Shape;148;p19"/>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149" name="Google Shape;149;p19"/>
          <p:cNvSpPr txBox="1"/>
          <p:nvPr/>
        </p:nvSpPr>
        <p:spPr>
          <a:xfrm rot="-5400000">
            <a:off x="-595236" y="9057311"/>
            <a:ext cx="2334000" cy="215400"/>
          </a:xfrm>
          <a:prstGeom prst="rect">
            <a:avLst/>
          </a:prstGeom>
          <a:noFill/>
          <a:ln>
            <a:noFill/>
          </a:ln>
        </p:spPr>
        <p:txBody>
          <a:bodyPr anchorCtr="0" anchor="ctr" bIns="0" lIns="0" spcFirstLastPara="1" rIns="0" wrap="square" tIns="0">
            <a:spAutoFit/>
          </a:bodyPr>
          <a:lstStyle/>
          <a:p>
            <a:pPr indent="0" lvl="0" marL="0" rtl="0" algn="l">
              <a:spcBef>
                <a:spcPts val="0"/>
              </a:spcBef>
              <a:spcAft>
                <a:spcPts val="0"/>
              </a:spcAft>
              <a:buNone/>
            </a:pPr>
            <a:r>
              <a:rPr b="1" lang="en-GB" sz="1200">
                <a:latin typeface="Lexend"/>
                <a:ea typeface="Lexend"/>
                <a:cs typeface="Lexend"/>
                <a:sym typeface="Lexend"/>
              </a:rPr>
              <a:t>Name</a:t>
            </a:r>
            <a:r>
              <a:rPr b="1" lang="en-GB">
                <a:latin typeface="Lexend"/>
                <a:ea typeface="Lexend"/>
                <a:cs typeface="Lexend"/>
                <a:sym typeface="Lexend"/>
              </a:rPr>
              <a:t>:</a:t>
            </a:r>
            <a:endParaRPr b="1">
              <a:latin typeface="Lexend"/>
              <a:ea typeface="Lexend"/>
              <a:cs typeface="Lexend"/>
              <a:sym typeface="Lexend"/>
            </a:endParaRPr>
          </a:p>
        </p:txBody>
      </p:sp>
      <p:cxnSp>
        <p:nvCxnSpPr>
          <p:cNvPr id="150" name="Google Shape;150;p19"/>
          <p:cNvCxnSpPr/>
          <p:nvPr/>
        </p:nvCxnSpPr>
        <p:spPr>
          <a:xfrm rot="-5400000">
            <a:off x="-192111" y="8904711"/>
            <a:ext cx="1813200" cy="0"/>
          </a:xfrm>
          <a:prstGeom prst="straightConnector1">
            <a:avLst/>
          </a:prstGeom>
          <a:noFill/>
          <a:ln cap="flat" cmpd="sng" w="9525">
            <a:solidFill>
              <a:schemeClr val="dk2"/>
            </a:solidFill>
            <a:prstDash val="solid"/>
            <a:round/>
            <a:headEnd len="med" w="med" type="none"/>
            <a:tailEnd len="med" w="med" type="none"/>
          </a:ln>
        </p:spPr>
      </p:cxnSp>
      <p:pic>
        <p:nvPicPr>
          <p:cNvPr id="151" name="Google Shape;151;p19"/>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52" name="Google Shape;152;p19"/>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sp>
        <p:nvSpPr>
          <p:cNvPr id="153" name="Google Shape;153;p19"/>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4" name="Google Shape;154;p19"/>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5" name="Google Shape;155;p19"/>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56" name="Google Shape;156;p19"/>
          <p:cNvSpPr txBox="1"/>
          <p:nvPr>
            <p:ph idx="1" type="subTitle"/>
          </p:nvPr>
        </p:nvSpPr>
        <p:spPr>
          <a:xfrm rot="-5400000">
            <a:off x="5488463" y="5454663"/>
            <a:ext cx="2722800" cy="161100"/>
          </a:xfrm>
          <a:prstGeom prst="rect">
            <a:avLst/>
          </a:prstGeom>
        </p:spPr>
        <p:txBody>
          <a:bodyPr anchorCtr="0" anchor="b" bIns="0" lIns="0" spcFirstLastPara="1" rIns="0" wrap="square" tIns="0">
            <a:no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900"/>
              <a:buFont typeface="Lexend Light"/>
              <a:buNone/>
              <a:defRPr sz="900">
                <a:latin typeface="Lexend Light"/>
                <a:ea typeface="Lexend Light"/>
                <a:cs typeface="Lexend Light"/>
                <a:sym typeface="Lexend Light"/>
              </a:defRPr>
            </a:lvl2pPr>
            <a:lvl3pPr lvl="2" rtl="0">
              <a:spcBef>
                <a:spcPts val="0"/>
              </a:spcBef>
              <a:spcAft>
                <a:spcPts val="0"/>
              </a:spcAft>
              <a:buSzPts val="900"/>
              <a:buFont typeface="Lexend Light"/>
              <a:buNone/>
              <a:defRPr sz="900">
                <a:latin typeface="Lexend Light"/>
                <a:ea typeface="Lexend Light"/>
                <a:cs typeface="Lexend Light"/>
                <a:sym typeface="Lexend Light"/>
              </a:defRPr>
            </a:lvl3pPr>
            <a:lvl4pPr lvl="3" rtl="0">
              <a:spcBef>
                <a:spcPts val="0"/>
              </a:spcBef>
              <a:spcAft>
                <a:spcPts val="0"/>
              </a:spcAft>
              <a:buSzPts val="900"/>
              <a:buFont typeface="Lexend Light"/>
              <a:buNone/>
              <a:defRPr sz="900">
                <a:latin typeface="Lexend Light"/>
                <a:ea typeface="Lexend Light"/>
                <a:cs typeface="Lexend Light"/>
                <a:sym typeface="Lexend Light"/>
              </a:defRPr>
            </a:lvl4pPr>
            <a:lvl5pPr lvl="4" rtl="0">
              <a:spcBef>
                <a:spcPts val="0"/>
              </a:spcBef>
              <a:spcAft>
                <a:spcPts val="0"/>
              </a:spcAft>
              <a:buSzPts val="900"/>
              <a:buFont typeface="Lexend Light"/>
              <a:buNone/>
              <a:defRPr sz="900">
                <a:latin typeface="Lexend Light"/>
                <a:ea typeface="Lexend Light"/>
                <a:cs typeface="Lexend Light"/>
                <a:sym typeface="Lexend Light"/>
              </a:defRPr>
            </a:lvl5pPr>
            <a:lvl6pPr lvl="5" rtl="0">
              <a:spcBef>
                <a:spcPts val="0"/>
              </a:spcBef>
              <a:spcAft>
                <a:spcPts val="0"/>
              </a:spcAft>
              <a:buSzPts val="900"/>
              <a:buFont typeface="Lexend Light"/>
              <a:buNone/>
              <a:defRPr sz="900">
                <a:latin typeface="Lexend Light"/>
                <a:ea typeface="Lexend Light"/>
                <a:cs typeface="Lexend Light"/>
                <a:sym typeface="Lexend Light"/>
              </a:defRPr>
            </a:lvl6pPr>
            <a:lvl7pPr lvl="6" rtl="0">
              <a:spcBef>
                <a:spcPts val="0"/>
              </a:spcBef>
              <a:spcAft>
                <a:spcPts val="0"/>
              </a:spcAft>
              <a:buSzPts val="900"/>
              <a:buFont typeface="Lexend Light"/>
              <a:buNone/>
              <a:defRPr sz="900">
                <a:latin typeface="Lexend Light"/>
                <a:ea typeface="Lexend Light"/>
                <a:cs typeface="Lexend Light"/>
                <a:sym typeface="Lexend Light"/>
              </a:defRPr>
            </a:lvl7pPr>
            <a:lvl8pPr lvl="7" rtl="0">
              <a:spcBef>
                <a:spcPts val="0"/>
              </a:spcBef>
              <a:spcAft>
                <a:spcPts val="0"/>
              </a:spcAft>
              <a:buSzPts val="900"/>
              <a:buFont typeface="Lexend Light"/>
              <a:buNone/>
              <a:defRPr sz="900">
                <a:latin typeface="Lexend Light"/>
                <a:ea typeface="Lexend Light"/>
                <a:cs typeface="Lexend Light"/>
                <a:sym typeface="Lexend Light"/>
              </a:defRPr>
            </a:lvl8pPr>
            <a:lvl9pPr lvl="8" rtl="0">
              <a:spcBef>
                <a:spcPts val="0"/>
              </a:spcBef>
              <a:spcAft>
                <a:spcPts val="0"/>
              </a:spcAft>
              <a:buSzPts val="900"/>
              <a:buFont typeface="Lexend Light"/>
              <a:buNone/>
              <a:defRPr sz="900">
                <a:latin typeface="Lexend Light"/>
                <a:ea typeface="Lexend Light"/>
                <a:cs typeface="Lexend Light"/>
                <a:sym typeface="Lexend Light"/>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11" Type="http://schemas.openxmlformats.org/officeDocument/2006/relationships/theme" Target="../theme/theme2.xml"/><Relationship Id="rId10" Type="http://schemas.openxmlformats.org/officeDocument/2006/relationships/slideLayout" Target="../slideLayouts/slideLayout17.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2" name="Shape 62"/>
        <p:cNvGrpSpPr/>
        <p:nvPr/>
      </p:nvGrpSpPr>
      <p:grpSpPr>
        <a:xfrm>
          <a:off x="0" y="0"/>
          <a:ext cx="0" cy="0"/>
          <a:chOff x="0" y="0"/>
          <a:chExt cx="0" cy="0"/>
        </a:xfrm>
      </p:grpSpPr>
      <p:sp>
        <p:nvSpPr>
          <p:cNvPr id="63" name="Google Shape;63;p9"/>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64" name="Google Shape;64;p9"/>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65" name="Google Shape;65;p9"/>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0"/>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HCF or LCM</a:t>
            </a:r>
            <a:endParaRPr/>
          </a:p>
        </p:txBody>
      </p:sp>
      <p:sp>
        <p:nvSpPr>
          <p:cNvPr id="162" name="Google Shape;162;p2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3" name="Google Shape;163;p20"/>
          <p:cNvSpPr txBox="1"/>
          <p:nvPr/>
        </p:nvSpPr>
        <p:spPr>
          <a:xfrm>
            <a:off x="468000" y="1285964"/>
            <a:ext cx="66240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b="1" lang="en-GB">
                <a:solidFill>
                  <a:srgbClr val="000000"/>
                </a:solidFill>
                <a:latin typeface="Lexend"/>
                <a:ea typeface="Lexend"/>
                <a:cs typeface="Lexend"/>
                <a:sym typeface="Lexend"/>
              </a:rPr>
              <a:t>Task A: HCF in a context</a:t>
            </a:r>
            <a:endParaRPr b="1">
              <a:solidFill>
                <a:srgbClr val="000000"/>
              </a:solidFill>
              <a:latin typeface="Lexend"/>
              <a:ea typeface="Lexend"/>
              <a:cs typeface="Lexend"/>
              <a:sym typeface="Lexend"/>
            </a:endParaRPr>
          </a:p>
        </p:txBody>
      </p:sp>
      <p:sp>
        <p:nvSpPr>
          <p:cNvPr id="164" name="Google Shape;164;p20"/>
          <p:cNvSpPr txBox="1"/>
          <p:nvPr/>
        </p:nvSpPr>
        <p:spPr>
          <a:xfrm>
            <a:off x="468000" y="1589489"/>
            <a:ext cx="6624000" cy="642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1) Aisha’s little brother is sorting his 30 cars and 50 bricks into equal rows.  What is the maximum number in each row if there are no rows with both cars and bricks?</a:t>
            </a:r>
            <a:endParaRPr sz="1200">
              <a:solidFill>
                <a:srgbClr val="000000"/>
              </a:solidFill>
              <a:latin typeface="Lexend"/>
              <a:ea typeface="Lexend"/>
              <a:cs typeface="Lexend"/>
              <a:sym typeface="Lexend"/>
            </a:endParaRPr>
          </a:p>
        </p:txBody>
      </p:sp>
      <p:sp>
        <p:nvSpPr>
          <p:cNvPr id="165" name="Google Shape;165;p20"/>
          <p:cNvSpPr txBox="1"/>
          <p:nvPr/>
        </p:nvSpPr>
        <p:spPr>
          <a:xfrm>
            <a:off x="468000" y="3029808"/>
            <a:ext cx="6624000" cy="54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2) Jacob has 24 white, 42 red and 48 yellow flowers. What is the greatest number of identical bunches he can make that uses all of the flowers?</a:t>
            </a:r>
            <a:endParaRPr sz="1200">
              <a:solidFill>
                <a:srgbClr val="000000"/>
              </a:solidFill>
              <a:latin typeface="Lexend"/>
              <a:ea typeface="Lexend"/>
              <a:cs typeface="Lexend"/>
              <a:sym typeface="Lexend"/>
            </a:endParaRPr>
          </a:p>
        </p:txBody>
      </p:sp>
      <p:sp>
        <p:nvSpPr>
          <p:cNvPr id="166" name="Google Shape;166;p20"/>
          <p:cNvSpPr txBox="1"/>
          <p:nvPr/>
        </p:nvSpPr>
        <p:spPr>
          <a:xfrm>
            <a:off x="468000" y="4906785"/>
            <a:ext cx="6624000" cy="642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3) Lucas is making a model.  He needs to cut his wire into the longest equal lengths  possible.  One piece is 420 cm and the other is 120cm.  How long can he make each piece?</a:t>
            </a:r>
            <a:endParaRPr sz="1200">
              <a:solidFill>
                <a:srgbClr val="000000"/>
              </a:solidFill>
              <a:latin typeface="Lexend"/>
              <a:ea typeface="Lexend"/>
              <a:cs typeface="Lexend"/>
              <a:sym typeface="Lexend"/>
            </a:endParaRPr>
          </a:p>
        </p:txBody>
      </p:sp>
      <p:cxnSp>
        <p:nvCxnSpPr>
          <p:cNvPr id="167" name="Google Shape;167;p20"/>
          <p:cNvCxnSpPr/>
          <p:nvPr/>
        </p:nvCxnSpPr>
        <p:spPr>
          <a:xfrm>
            <a:off x="474750" y="6640843"/>
            <a:ext cx="6610500" cy="0"/>
          </a:xfrm>
          <a:prstGeom prst="straightConnector1">
            <a:avLst/>
          </a:prstGeom>
          <a:noFill/>
          <a:ln cap="flat" cmpd="sng" w="38100">
            <a:solidFill>
              <a:srgbClr val="000000"/>
            </a:solidFill>
            <a:prstDash val="solid"/>
            <a:round/>
            <a:headEnd len="med" w="med" type="none"/>
            <a:tailEnd len="med" w="med" type="none"/>
          </a:ln>
        </p:spPr>
      </p:cxnSp>
      <p:sp>
        <p:nvSpPr>
          <p:cNvPr id="168" name="Google Shape;168;p20"/>
          <p:cNvSpPr txBox="1"/>
          <p:nvPr/>
        </p:nvSpPr>
        <p:spPr>
          <a:xfrm>
            <a:off x="474750" y="6662243"/>
            <a:ext cx="66240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b="1" lang="en-GB">
                <a:solidFill>
                  <a:srgbClr val="000000"/>
                </a:solidFill>
                <a:latin typeface="Lexend"/>
                <a:ea typeface="Lexend"/>
                <a:cs typeface="Lexend"/>
                <a:sym typeface="Lexend"/>
              </a:rPr>
              <a:t>Task B: LCM in context</a:t>
            </a:r>
            <a:endParaRPr b="1">
              <a:solidFill>
                <a:srgbClr val="000000"/>
              </a:solidFill>
              <a:latin typeface="Lexend"/>
              <a:ea typeface="Lexend"/>
              <a:cs typeface="Lexend"/>
              <a:sym typeface="Lexend"/>
            </a:endParaRPr>
          </a:p>
        </p:txBody>
      </p:sp>
      <p:sp>
        <p:nvSpPr>
          <p:cNvPr id="169" name="Google Shape;169;p20"/>
          <p:cNvSpPr txBox="1"/>
          <p:nvPr/>
        </p:nvSpPr>
        <p:spPr>
          <a:xfrm>
            <a:off x="474750" y="6999443"/>
            <a:ext cx="6624000" cy="54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1) Jun goes swimming every 4 days and he goes to the cinema every 15 days.  Which is the first day that he does </a:t>
            </a:r>
            <a:r>
              <a:rPr lang="en-GB" sz="1200">
                <a:solidFill>
                  <a:srgbClr val="000000"/>
                </a:solidFill>
                <a:latin typeface="Lexend"/>
                <a:ea typeface="Lexend"/>
                <a:cs typeface="Lexend"/>
                <a:sym typeface="Lexend"/>
              </a:rPr>
              <a:t>both</a:t>
            </a:r>
            <a:r>
              <a:rPr lang="en-GB" sz="1200">
                <a:latin typeface="Lexend"/>
                <a:ea typeface="Lexend"/>
                <a:cs typeface="Lexend"/>
                <a:sym typeface="Lexend"/>
              </a:rPr>
              <a:t>?</a:t>
            </a:r>
            <a:endParaRPr sz="1200">
              <a:latin typeface="Lexend"/>
              <a:ea typeface="Lexend"/>
              <a:cs typeface="Lexend"/>
              <a:sym typeface="Lexend"/>
            </a:endParaRPr>
          </a:p>
          <a:p>
            <a:pPr indent="0" lvl="0" marL="0" rtl="0" algn="l">
              <a:lnSpc>
                <a:spcPct val="115000"/>
              </a:lnSpc>
              <a:spcBef>
                <a:spcPts val="0"/>
              </a:spcBef>
              <a:spcAft>
                <a:spcPts val="1000"/>
              </a:spcAft>
              <a:buNone/>
            </a:pPr>
            <a:r>
              <a:t/>
            </a:r>
            <a:endParaRPr sz="1200">
              <a:solidFill>
                <a:srgbClr val="000000"/>
              </a:solidFill>
              <a:latin typeface="Lexend"/>
              <a:ea typeface="Lexend"/>
              <a:cs typeface="Lexend"/>
              <a:sym typeface="Lexend"/>
            </a:endParaRPr>
          </a:p>
        </p:txBody>
      </p:sp>
      <p:sp>
        <p:nvSpPr>
          <p:cNvPr id="170" name="Google Shape;170;p20"/>
          <p:cNvSpPr txBox="1"/>
          <p:nvPr/>
        </p:nvSpPr>
        <p:spPr>
          <a:xfrm>
            <a:off x="474750" y="7813093"/>
            <a:ext cx="6624000" cy="54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2) Jacob is baking he can bake 12 cupcakes and 20 biscuits at a time.  He needs to make the same number of each.  What is the smallest amount he can make? </a:t>
            </a:r>
            <a:endParaRPr sz="1200">
              <a:latin typeface="Lexend"/>
              <a:ea typeface="Lexend"/>
              <a:cs typeface="Lexend"/>
              <a:sym typeface="Lexend"/>
            </a:endParaRPr>
          </a:p>
          <a:p>
            <a:pPr indent="0" lvl="0" marL="0" rtl="0" algn="l">
              <a:lnSpc>
                <a:spcPct val="115000"/>
              </a:lnSpc>
              <a:spcBef>
                <a:spcPts val="0"/>
              </a:spcBef>
              <a:spcAft>
                <a:spcPts val="1000"/>
              </a:spcAft>
              <a:buNone/>
            </a:pPr>
            <a:r>
              <a:t/>
            </a:r>
            <a:endParaRPr sz="1200">
              <a:solidFill>
                <a:srgbClr val="000000"/>
              </a:solidFill>
              <a:latin typeface="Lexend"/>
              <a:ea typeface="Lexend"/>
              <a:cs typeface="Lexend"/>
              <a:sym typeface="Lexend"/>
            </a:endParaRPr>
          </a:p>
        </p:txBody>
      </p:sp>
      <p:sp>
        <p:nvSpPr>
          <p:cNvPr id="171" name="Google Shape;171;p20"/>
          <p:cNvSpPr txBox="1"/>
          <p:nvPr/>
        </p:nvSpPr>
        <p:spPr>
          <a:xfrm>
            <a:off x="474750" y="8615718"/>
            <a:ext cx="6624000" cy="64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3) Sam was making sandwiches for a party.  Bread comes in loaves of 24 slices, cheese in packs of 15 slices and ham in packs of 40 slices.  Each sandwich has 2 slices of bread and one slice of cheese and ham.  What is the fewest of each she needs to buy to ensure no wastage?</a:t>
            </a:r>
            <a:endParaRPr sz="1200">
              <a:latin typeface="Lexend"/>
              <a:ea typeface="Lexend"/>
              <a:cs typeface="Lexend"/>
              <a:sym typeface="Lexend"/>
            </a:endParaRPr>
          </a:p>
          <a:p>
            <a:pPr indent="0" lvl="0" marL="0" rtl="0" algn="l">
              <a:lnSpc>
                <a:spcPct val="115000"/>
              </a:lnSpc>
              <a:spcBef>
                <a:spcPts val="0"/>
              </a:spcBef>
              <a:spcAft>
                <a:spcPts val="1000"/>
              </a:spcAft>
              <a:buNone/>
            </a:pPr>
            <a:r>
              <a:t/>
            </a:r>
            <a:endParaRPr sz="1200">
              <a:solidFill>
                <a:srgbClr val="000000"/>
              </a:solidFill>
              <a:latin typeface="Lexend"/>
              <a:ea typeface="Lexend"/>
              <a:cs typeface="Lexend"/>
              <a:sym typeface="Lexend"/>
            </a:endParaRPr>
          </a:p>
        </p:txBody>
      </p:sp>
      <p:cxnSp>
        <p:nvCxnSpPr>
          <p:cNvPr id="172" name="Google Shape;172;p20"/>
          <p:cNvCxnSpPr/>
          <p:nvPr/>
        </p:nvCxnSpPr>
        <p:spPr>
          <a:xfrm>
            <a:off x="481500" y="9972000"/>
            <a:ext cx="6610500" cy="0"/>
          </a:xfrm>
          <a:prstGeom prst="straightConnector1">
            <a:avLst/>
          </a:prstGeom>
          <a:noFill/>
          <a:ln cap="flat" cmpd="sng" w="38100">
            <a:solidFill>
              <a:srgbClr val="000000"/>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8" name="Google Shape;178;p21"/>
          <p:cNvSpPr txBox="1"/>
          <p:nvPr>
            <p:ph idx="1" type="subTitle"/>
          </p:nvPr>
        </p:nvSpPr>
        <p:spPr>
          <a:xfrm>
            <a:off x="466825" y="360000"/>
            <a:ext cx="57792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HCF or LCM</a:t>
            </a:r>
            <a:endParaRPr/>
          </a:p>
        </p:txBody>
      </p:sp>
      <p:sp>
        <p:nvSpPr>
          <p:cNvPr id="179" name="Google Shape;179;p21"/>
          <p:cNvSpPr txBox="1"/>
          <p:nvPr>
            <p:ph idx="2" type="subTitle"/>
          </p:nvPr>
        </p:nvSpPr>
        <p:spPr>
          <a:xfrm>
            <a:off x="3903375" y="9972000"/>
            <a:ext cx="2722800" cy="1611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Mathematics in Education and Industry</a:t>
            </a:r>
            <a:endParaRPr/>
          </a:p>
        </p:txBody>
      </p:sp>
      <p:sp>
        <p:nvSpPr>
          <p:cNvPr id="180" name="Google Shape;180;p21"/>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FFFFFF"/>
                </a:solidFill>
                <a:latin typeface="Lexend"/>
                <a:ea typeface="Lexend"/>
                <a:cs typeface="Lexend"/>
                <a:sym typeface="Lexend"/>
              </a:rPr>
              <a:t>v2.1</a:t>
            </a:r>
            <a:endParaRPr sz="1000">
              <a:solidFill>
                <a:srgbClr val="FFFFFF"/>
              </a:solidFill>
              <a:latin typeface="Lexend"/>
              <a:ea typeface="Lexend"/>
              <a:cs typeface="Lexend"/>
              <a:sym typeface="Lexend"/>
            </a:endParaRPr>
          </a:p>
        </p:txBody>
      </p:sp>
      <p:sp>
        <p:nvSpPr>
          <p:cNvPr id="181" name="Google Shape;181;p21"/>
          <p:cNvSpPr txBox="1"/>
          <p:nvPr/>
        </p:nvSpPr>
        <p:spPr>
          <a:xfrm>
            <a:off x="468000" y="720000"/>
            <a:ext cx="6624000" cy="33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a:solidFill>
                  <a:srgbClr val="000000"/>
                </a:solidFill>
                <a:latin typeface="Lexend"/>
                <a:ea typeface="Lexend"/>
                <a:cs typeface="Lexend"/>
                <a:sym typeface="Lexend"/>
              </a:rPr>
              <a:t>Task C: Whether to use HCF or LCM based on the context</a:t>
            </a:r>
            <a:endParaRPr b="1">
              <a:solidFill>
                <a:srgbClr val="000000"/>
              </a:solidFill>
              <a:latin typeface="Lexend"/>
              <a:ea typeface="Lexend"/>
              <a:cs typeface="Lexend"/>
              <a:sym typeface="Lexend"/>
            </a:endParaRPr>
          </a:p>
        </p:txBody>
      </p:sp>
      <p:sp>
        <p:nvSpPr>
          <p:cNvPr id="182" name="Google Shape;182;p21"/>
          <p:cNvSpPr txBox="1"/>
          <p:nvPr/>
        </p:nvSpPr>
        <p:spPr>
          <a:xfrm>
            <a:off x="468000" y="1057200"/>
            <a:ext cx="6624000" cy="75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latin typeface="Lexend"/>
                <a:ea typeface="Lexend"/>
                <a:cs typeface="Lexend"/>
                <a:sym typeface="Lexend"/>
              </a:rPr>
              <a:t>1)</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rPr lang="en-GB" sz="1200">
                <a:solidFill>
                  <a:srgbClr val="000000"/>
                </a:solidFill>
                <a:latin typeface="Lexend"/>
                <a:ea typeface="Lexend"/>
                <a:cs typeface="Lexend"/>
                <a:sym typeface="Lexend"/>
              </a:rPr>
              <a:t>a) </a:t>
            </a:r>
            <a:r>
              <a:rPr lang="en-GB" sz="1200">
                <a:latin typeface="Lexend"/>
                <a:ea typeface="Lexend"/>
                <a:cs typeface="Lexend"/>
                <a:sym typeface="Lexend"/>
              </a:rPr>
              <a:t>Two</a:t>
            </a:r>
            <a:r>
              <a:rPr lang="en-GB" sz="1200">
                <a:solidFill>
                  <a:srgbClr val="000000"/>
                </a:solidFill>
                <a:latin typeface="Lexend"/>
                <a:ea typeface="Lexend"/>
                <a:cs typeface="Lexend"/>
                <a:sym typeface="Lexend"/>
              </a:rPr>
              <a:t> people race up some steps.  One goes up 2 at a time and the other 3 at a time.  Which is the first step they both step on?</a:t>
            </a:r>
            <a:endParaRPr sz="1200">
              <a:solidFill>
                <a:srgbClr val="000000"/>
              </a:solidFill>
              <a:latin typeface="Lexend"/>
              <a:ea typeface="Lexend"/>
              <a:cs typeface="Lexend"/>
              <a:sym typeface="Lexend"/>
            </a:endParaRPr>
          </a:p>
        </p:txBody>
      </p:sp>
      <p:sp>
        <p:nvSpPr>
          <p:cNvPr id="183" name="Google Shape;183;p21"/>
          <p:cNvSpPr txBox="1"/>
          <p:nvPr/>
        </p:nvSpPr>
        <p:spPr>
          <a:xfrm>
            <a:off x="468000" y="2229175"/>
            <a:ext cx="6624000" cy="408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b) Aisha is organising a charity quiz.  She either has 84 or 90 people attending.  What is the largest number of people in each team?  (all teams must be the same size)</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184" name="Google Shape;184;p21"/>
          <p:cNvSpPr txBox="1"/>
          <p:nvPr/>
        </p:nvSpPr>
        <p:spPr>
          <a:xfrm>
            <a:off x="468000" y="3069725"/>
            <a:ext cx="6624000" cy="75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latin typeface="Lexend"/>
                <a:ea typeface="Lexend"/>
                <a:cs typeface="Lexend"/>
                <a:sym typeface="Lexend"/>
              </a:rPr>
              <a:t>c</a:t>
            </a:r>
            <a:r>
              <a:rPr lang="en-GB" sz="1200">
                <a:solidFill>
                  <a:srgbClr val="000000"/>
                </a:solidFill>
                <a:latin typeface="Lexend"/>
                <a:ea typeface="Lexend"/>
                <a:cs typeface="Lexend"/>
                <a:sym typeface="Lexend"/>
              </a:rPr>
              <a:t>) Grandad has baked a cake.  His grandchildren are coming to visit, it could be 3, 5 or all 6.  What is the smallest number of pieces he can cut the cake into so they each get the same amount of cake?</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185" name="Google Shape;185;p21"/>
          <p:cNvSpPr txBox="1"/>
          <p:nvPr/>
        </p:nvSpPr>
        <p:spPr>
          <a:xfrm>
            <a:off x="468000" y="4527600"/>
            <a:ext cx="6624000" cy="48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a) Aisha is organising a charity quiz.  She either has 84 or 90 people attending.  What is the largest number of people in each team?  (all teams must be the same size)</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200">
              <a:solidFill>
                <a:srgbClr val="000000"/>
              </a:solidFill>
              <a:latin typeface="Lexend"/>
              <a:ea typeface="Lexend"/>
              <a:cs typeface="Lexend"/>
              <a:sym typeface="Lexend"/>
            </a:endParaRPr>
          </a:p>
        </p:txBody>
      </p:sp>
      <p:sp>
        <p:nvSpPr>
          <p:cNvPr id="186" name="Google Shape;186;p21"/>
          <p:cNvSpPr txBox="1"/>
          <p:nvPr/>
        </p:nvSpPr>
        <p:spPr>
          <a:xfrm>
            <a:off x="474448" y="4194600"/>
            <a:ext cx="66240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2) </a:t>
            </a:r>
            <a:endParaRPr sz="1200">
              <a:latin typeface="Lexend"/>
              <a:ea typeface="Lexend"/>
              <a:cs typeface="Lexend"/>
              <a:sym typeface="Lexend"/>
            </a:endParaRPr>
          </a:p>
        </p:txBody>
      </p:sp>
      <p:sp>
        <p:nvSpPr>
          <p:cNvPr id="187" name="Google Shape;187;p21"/>
          <p:cNvSpPr txBox="1"/>
          <p:nvPr/>
        </p:nvSpPr>
        <p:spPr>
          <a:xfrm>
            <a:off x="468000" y="6142400"/>
            <a:ext cx="6624000" cy="75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b) Grandad has baked a cake.  His grandchildren are coming to visit, it could be 3, 5 or all 6.  What is the smallest number of pieces he can cut the cake into so they each get the same amount of cake?</a:t>
            </a:r>
            <a:endParaRPr sz="1200">
              <a:solidFill>
                <a:srgbClr val="000000"/>
              </a:solidFill>
              <a:latin typeface="Lexend"/>
              <a:ea typeface="Lexend"/>
              <a:cs typeface="Lexend"/>
              <a:sym typeface="Lexend"/>
            </a:endParaRPr>
          </a:p>
        </p:txBody>
      </p:sp>
      <p:sp>
        <p:nvSpPr>
          <p:cNvPr id="188" name="Google Shape;188;p21"/>
          <p:cNvSpPr txBox="1"/>
          <p:nvPr/>
        </p:nvSpPr>
        <p:spPr>
          <a:xfrm>
            <a:off x="468000" y="8211000"/>
            <a:ext cx="6624000" cy="1227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c) A red bus leaves the station every 3 minutes, a blue one every 8 minutes and a green one every  11 minutes.  If the all leave at 09:00 at what time do they all leave at the same time again?   </a:t>
            </a:r>
            <a:endParaRPr sz="1200">
              <a:solidFill>
                <a:srgbClr val="000000"/>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OLD THEME">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ksheet September 2023">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