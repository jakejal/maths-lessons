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e87d36d188_0_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e87d36d18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e87d36d188_0_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e87d36d1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86400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Listing multiples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390625" y="13208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Listing multiples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15975" y="1676150"/>
            <a:ext cx="53235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rabi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List the first five multiples of: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525" y="3295900"/>
            <a:ext cx="2814952" cy="89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468000" y="3295900"/>
            <a:ext cx="2134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says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2895900" y="3437050"/>
            <a:ext cx="24882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is a multiple of 4 because 4 ✕ 7.5 = 30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757351" y="3295900"/>
            <a:ext cx="845450" cy="89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667200" y="4438900"/>
            <a:ext cx="583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Alex correct? Explain your answer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26775" y="5603800"/>
            <a:ext cx="6426300" cy="12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started listing the first multiples of some numbers. He then spilled ink all over his work.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multiples Jacob was working out and the missing numbers.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6285" y="6933154"/>
            <a:ext cx="30615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Lexend"/>
              <a:buAutoNum type="alphaLcParenR"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Multiples of 111  :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9" y="7585429"/>
            <a:ext cx="3936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b)   Multiples of             :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79047" y="8275621"/>
            <a:ext cx="35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c)   Multiples of 324 :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9047" y="8965234"/>
            <a:ext cx="35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d)   Multiples of       :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113525" y="6996425"/>
            <a:ext cx="3876300" cy="17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111,      ,      , 444, 555, …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, 46,      , 92, 115,        …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324,       ,       ,       , 1620, …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,          ,          ,         , 4225, …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2988" y="7585413"/>
            <a:ext cx="606325" cy="41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115136">
            <a:off x="3939625" y="6909850"/>
            <a:ext cx="400750" cy="3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115136">
            <a:off x="4338350" y="6909850"/>
            <a:ext cx="400750" cy="3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54763" y="7580925"/>
            <a:ext cx="459880" cy="32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736051">
            <a:off x="4169234" y="7543399"/>
            <a:ext cx="459135" cy="324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4088" y="7580925"/>
            <a:ext cx="459880" cy="32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480973">
            <a:off x="3960847" y="8297838"/>
            <a:ext cx="459875" cy="28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120711">
            <a:off x="4380026" y="8252858"/>
            <a:ext cx="476932" cy="372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828138">
            <a:off x="4932292" y="8254821"/>
            <a:ext cx="498991" cy="345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058288" y="8967362"/>
            <a:ext cx="417225" cy="41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480973">
            <a:off x="3530247" y="8995763"/>
            <a:ext cx="459875" cy="28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120711">
            <a:off x="4101826" y="8950783"/>
            <a:ext cx="476932" cy="372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828138">
            <a:off x="4654092" y="8952746"/>
            <a:ext cx="498991" cy="345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120711">
            <a:off x="5244826" y="8950783"/>
            <a:ext cx="476932" cy="3725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20"/>
          <p:cNvCxnSpPr/>
          <p:nvPr/>
        </p:nvCxnSpPr>
        <p:spPr>
          <a:xfrm>
            <a:off x="6417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idx="1" type="subTitle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21"/>
          <p:cNvCxnSpPr/>
          <p:nvPr/>
        </p:nvCxnSpPr>
        <p:spPr>
          <a:xfrm>
            <a:off x="6417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1"/>
          <p:cNvSpPr txBox="1"/>
          <p:nvPr/>
        </p:nvSpPr>
        <p:spPr>
          <a:xfrm>
            <a:off x="396600" y="6639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listing to find common multiples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76400" y="1216500"/>
            <a:ext cx="60645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rabi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all the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multiples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7 and 5 which are less than 100.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rabi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all the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multiples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5, 8 and 10 which are less than 100. 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78200" y="5014325"/>
            <a:ext cx="7069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Using the numbers, fill in the missing gaps. You can only use each number once.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659150" y="6841600"/>
            <a:ext cx="53013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is a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multiple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         and    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is a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multiple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         and     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is a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multiple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         and     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1122200" y="6708925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2" name="Google Shape;202;p21"/>
          <p:cNvSpPr/>
          <p:nvPr/>
        </p:nvSpPr>
        <p:spPr>
          <a:xfrm>
            <a:off x="4035423" y="6708934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3" name="Google Shape;203;p21"/>
          <p:cNvSpPr/>
          <p:nvPr/>
        </p:nvSpPr>
        <p:spPr>
          <a:xfrm>
            <a:off x="4902970" y="6708934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4" name="Google Shape;204;p21"/>
          <p:cNvSpPr/>
          <p:nvPr/>
        </p:nvSpPr>
        <p:spPr>
          <a:xfrm>
            <a:off x="1122200" y="7509738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5" name="Google Shape;205;p21"/>
          <p:cNvSpPr/>
          <p:nvPr/>
        </p:nvSpPr>
        <p:spPr>
          <a:xfrm>
            <a:off x="4035423" y="7509746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6" name="Google Shape;206;p21"/>
          <p:cNvSpPr/>
          <p:nvPr/>
        </p:nvSpPr>
        <p:spPr>
          <a:xfrm>
            <a:off x="4902970" y="7509746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7" name="Google Shape;207;p21"/>
          <p:cNvSpPr/>
          <p:nvPr/>
        </p:nvSpPr>
        <p:spPr>
          <a:xfrm>
            <a:off x="1122200" y="8310551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8" name="Google Shape;208;p21"/>
          <p:cNvSpPr/>
          <p:nvPr/>
        </p:nvSpPr>
        <p:spPr>
          <a:xfrm>
            <a:off x="4035423" y="8310559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9" name="Google Shape;209;p21"/>
          <p:cNvSpPr/>
          <p:nvPr/>
        </p:nvSpPr>
        <p:spPr>
          <a:xfrm>
            <a:off x="4902970" y="8310559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200" y="5650800"/>
            <a:ext cx="6284972" cy="7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22"/>
          <p:cNvCxnSpPr/>
          <p:nvPr/>
        </p:nvCxnSpPr>
        <p:spPr>
          <a:xfrm>
            <a:off x="6417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2"/>
          <p:cNvSpPr txBox="1"/>
          <p:nvPr/>
        </p:nvSpPr>
        <p:spPr>
          <a:xfrm>
            <a:off x="324000" y="1103100"/>
            <a:ext cx="7818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 A path is made up from 100 steps, numbered 1 to 100.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468000" y="4071225"/>
            <a:ext cx="67710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numbered steps will all three robots have stepped on?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476400" y="5731050"/>
            <a:ext cx="65973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Robot D steps on every 2nd step. Will this change your answer to part a? Explain why.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760475" y="2502825"/>
            <a:ext cx="13671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Robot A steps on every 8th step.</a:t>
            </a:r>
            <a:endParaRPr sz="1600"/>
          </a:p>
        </p:txBody>
      </p:sp>
      <p:pic>
        <p:nvPicPr>
          <p:cNvPr id="220" name="Google Shape;2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648" y="1699125"/>
            <a:ext cx="958051" cy="97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/>
          <p:cNvPicPr preferRelativeResize="0"/>
          <p:nvPr/>
        </p:nvPicPr>
        <p:blipFill rotWithShape="1">
          <a:blip r:embed="rId4">
            <a:alphaModFix/>
          </a:blip>
          <a:srcRect b="14118" l="31478" r="0" t="0"/>
          <a:stretch/>
        </p:blipFill>
        <p:spPr>
          <a:xfrm>
            <a:off x="3383876" y="1699125"/>
            <a:ext cx="554723" cy="7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3230025" y="2506200"/>
            <a:ext cx="12510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Robot B steps on every 3rd step.</a:t>
            </a:r>
            <a:endParaRPr sz="1600"/>
          </a:p>
        </p:txBody>
      </p:sp>
      <p:pic>
        <p:nvPicPr>
          <p:cNvPr id="223" name="Google Shape;22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7250" y="1702474"/>
            <a:ext cx="554724" cy="70126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5560550" y="2489375"/>
            <a:ext cx="13671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Robot C steps on every 6th  step.</a:t>
            </a:r>
            <a:endParaRPr sz="1600"/>
          </a:p>
        </p:txBody>
      </p:sp>
      <p:sp>
        <p:nvSpPr>
          <p:cNvPr id="225" name="Google Shape;225;p22"/>
          <p:cNvSpPr txBox="1"/>
          <p:nvPr>
            <p:ph idx="1" type="subTitle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396600" y="6639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listing to find common multiples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/>
          <p:nvPr/>
        </p:nvSpPr>
        <p:spPr>
          <a:xfrm>
            <a:off x="552600" y="8484375"/>
            <a:ext cx="58905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is the best player? You must show your working out.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3" name="Google Shape;233;p2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Listing multiples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95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895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552600" y="9265375"/>
            <a:ext cx="64335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State a fractional success rate in between Sam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’s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Alex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’s success rates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396600" y="6639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common multiples to compare fractions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3}{8}&quot;&gt;&lt;mfrac&gt;&lt;mn&gt;3&lt;/mn&gt;&lt;mn&gt;8&lt;/mn&gt;&lt;/mfrac&gt;&lt;/math&gt;" id="238" name="Google Shape;238;p23" title="three eighths"/>
          <p:cNvSpPr txBox="1"/>
          <p:nvPr/>
        </p:nvSpPr>
        <p:spPr>
          <a:xfrm>
            <a:off x="552600" y="1140300"/>
            <a:ext cx="62829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rabi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multiples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compare fraction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s, i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dentify the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larger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 in each pair below. You must show your working out.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and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         and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         and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39" name="Google Shape;239;p23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450" y="2304100"/>
            <a:ext cx="204425" cy="68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240" name="Google Shape;240;p23" title="two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8623" y="2309037"/>
            <a:ext cx="204425" cy="664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241" name="Google Shape;241;p23" title="four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6448" y="3557108"/>
            <a:ext cx="204425" cy="681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242" name="Google Shape;242;p23" title="seven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6581" y="4791059"/>
            <a:ext cx="379419" cy="69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243" name="Google Shape;243;p23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18626" y="3545800"/>
            <a:ext cx="204425" cy="6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13978" y="4798783"/>
            <a:ext cx="204425" cy="6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552600" y="6131000"/>
            <a:ext cx="64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Three students have the following success rates on a game.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" name="Google Shape;246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5975" y="6558776"/>
            <a:ext cx="5607450" cy="15569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7" name="Google Shape;247;p23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