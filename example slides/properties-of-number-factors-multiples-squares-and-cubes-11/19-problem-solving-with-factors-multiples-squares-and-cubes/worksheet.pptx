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7116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59450"/>
            <a:ext cx="6624000" cy="4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What is the largest square you can make with 80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What is the largest square you can make with 200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What is the largest cube you can make with 200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What is the largest cube you can make with 350 blocks?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Justify why 8 is not a square number.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22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Solve problems with squares and cubes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6779307"/>
            <a:ext cx="77382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32075" y="6779307"/>
            <a:ext cx="6280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volume of a cuboid is 90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dimensions are all integers, what could they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28350" y="7500539"/>
            <a:ext cx="1006200" cy="1899900"/>
          </a:xfrm>
          <a:prstGeom prst="cube">
            <a:avLst>
              <a:gd fmla="val 25000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168" name="Google Shape;168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sp>
        <p:nvSpPr>
          <p:cNvPr id="175" name="Google Shape;17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Solve problems with factors and multiples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1057200"/>
            <a:ext cx="66240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of the following rows contains consecutive numbers which satisfy the condition given.  No number is greater than 20.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522386" y="1959196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3842128" y="1955043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161871" y="1950891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81613" y="1946739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9834" y="2211386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161877" y="2211389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842121" y="2211389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522385" y="2211389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 of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522386" y="3022003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842128" y="3017851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161871" y="3013698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81613" y="3009546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9834" y="3274193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161877" y="3274196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sum of digits is 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842121" y="3274196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five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522385" y="3274196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522386" y="4025224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842128" y="4021071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161871" y="4016919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81613" y="4012767"/>
            <a:ext cx="1581600" cy="476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9834" y="4277414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161877" y="4277417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842121" y="4277417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522385" y="4277417"/>
            <a:ext cx="15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9825" y="1652400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9825" y="2736325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9825" y="3726925"/>
            <a:ext cx="2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4856775"/>
            <a:ext cx="6624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product of prime factors to complete these grids.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3778051" y="5970293"/>
            <a:ext cx="2144977" cy="2035996"/>
            <a:chOff x="324000" y="1374250"/>
            <a:chExt cx="2991600" cy="2875700"/>
          </a:xfrm>
        </p:grpSpPr>
        <p:sp>
          <p:nvSpPr>
            <p:cNvPr id="208" name="Google Shape;208;p21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275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4" name="Google Shape;224;p21"/>
          <p:cNvSpPr txBox="1"/>
          <p:nvPr/>
        </p:nvSpPr>
        <p:spPr>
          <a:xfrm>
            <a:off x="481613" y="5258113"/>
            <a:ext cx="39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779998" y="5268600"/>
            <a:ext cx="33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your calculator to write these numbers as a product of prime factors to complete the grid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757043" y="5313134"/>
            <a:ext cx="2144977" cy="2035996"/>
            <a:chOff x="324000" y="1374250"/>
            <a:chExt cx="2991600" cy="2875700"/>
          </a:xfrm>
        </p:grpSpPr>
        <p:sp>
          <p:nvSpPr>
            <p:cNvPr id="227" name="Google Shape;227;p21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154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43" name="Google Shape;243;p21"/>
          <p:cNvSpPr txBox="1"/>
          <p:nvPr/>
        </p:nvSpPr>
        <p:spPr>
          <a:xfrm>
            <a:off x="799995" y="7558325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154 = 2 × 7 × 11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799995" y="8601413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= 2 × 2 × 5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799995" y="9644500"/>
            <a:ext cx="153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 = 2 × 3 × 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799995" y="8079869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= 2 × 3 × 5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99995" y="9122956"/>
            <a:ext cx="160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 = 2 × 5 × 7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