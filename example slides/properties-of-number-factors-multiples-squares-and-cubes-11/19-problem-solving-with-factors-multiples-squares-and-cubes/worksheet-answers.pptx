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71160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factors, multiples, squares and cubes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759450"/>
            <a:ext cx="6624000" cy="47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What is the largest square you can make with 80 blocks?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 × 8 = 64, 81 would be needed for 9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What is the largest square you can make with 200 blocks?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14 × 14 = 196, 225 would be needed for 15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What is the largest cube you can make with 200 blocks?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 × 5 × 5 = 125, 216 would be needed for 6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 What is the largest cube you can make with 350 blocks?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 × 7 × 7 = 343, 512 would be needed for 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 Justify why 8 is not a square number.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 are not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two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repeated integers whose product is 8, 2 × 2 = 4 and 3 × 3 = 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42225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Solve problems with squares and cubes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6779307"/>
            <a:ext cx="77382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832075" y="6779307"/>
            <a:ext cx="62802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volume of a cuboid is 90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the dimensions are all integers, what could they be?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1028350" y="7500539"/>
            <a:ext cx="1006200" cy="1899900"/>
          </a:xfrm>
          <a:prstGeom prst="cube">
            <a:avLst>
              <a:gd fmla="val 25000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8" name="Google Shape;178;p20"/>
          <p:cNvSpPr txBox="1"/>
          <p:nvPr/>
        </p:nvSpPr>
        <p:spPr>
          <a:xfrm>
            <a:off x="2800800" y="7769907"/>
            <a:ext cx="1423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1 × 90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2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45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 × 3 × 30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 × 5 × 18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 × 6 × 15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 × 9 × 10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990250" y="7954557"/>
            <a:ext cx="1423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9 × 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3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× 3 × 15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 × 3 × 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80" name="Google Shape;180;p20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6" name="Google Shape;186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factors, multiples, squares and cubes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Solve problems with factors and multiples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468000" y="1057200"/>
            <a:ext cx="6624000" cy="8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of the following rows contains consecutive numbers which satisfy the condition given.  No number is greater than 20.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5522386" y="1959196"/>
            <a:ext cx="1581673" cy="476094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3842128" y="1955043"/>
            <a:ext cx="1581673" cy="476094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2161871" y="1950891"/>
            <a:ext cx="1581673" cy="476094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481613" y="1946739"/>
            <a:ext cx="1581673" cy="476094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479834" y="2211386"/>
            <a:ext cx="1581673" cy="184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three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factors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2161877" y="2211389"/>
            <a:ext cx="1581673" cy="184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sum of digits is 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3842121" y="2211389"/>
            <a:ext cx="1581673" cy="184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odd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5522385" y="2211389"/>
            <a:ext cx="1581673" cy="184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multiple of 3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479825" y="1949212"/>
            <a:ext cx="1574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9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2162983" y="1949212"/>
            <a:ext cx="1574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3846142" y="1949212"/>
            <a:ext cx="1574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11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5529300" y="1949212"/>
            <a:ext cx="1574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5522386" y="3022003"/>
            <a:ext cx="1581673" cy="476094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3842128" y="3017851"/>
            <a:ext cx="1581673" cy="476094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2161871" y="3013698"/>
            <a:ext cx="1581673" cy="476094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481613" y="3009546"/>
            <a:ext cx="1581673" cy="476094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479834" y="3274193"/>
            <a:ext cx="1581673" cy="184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sum of digits is 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2161877" y="3274196"/>
            <a:ext cx="1581673" cy="184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sum of digits is 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3842121" y="3274196"/>
            <a:ext cx="1581673" cy="184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five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factors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5522385" y="3274196"/>
            <a:ext cx="1581673" cy="184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prime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479825" y="3012019"/>
            <a:ext cx="1574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2162983" y="3012019"/>
            <a:ext cx="1574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3846142" y="3012019"/>
            <a:ext cx="1574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16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5529300" y="3012019"/>
            <a:ext cx="1574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17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5522386" y="4025224"/>
            <a:ext cx="1581673" cy="476094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3842128" y="4021071"/>
            <a:ext cx="1581673" cy="476094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2161871" y="4016919"/>
            <a:ext cx="1581673" cy="476094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481613" y="4012767"/>
            <a:ext cx="1581673" cy="476094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479834" y="4277414"/>
            <a:ext cx="1581673" cy="184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four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factors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2161877" y="4277417"/>
            <a:ext cx="1581673" cy="184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prime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3842121" y="4277417"/>
            <a:ext cx="1581673" cy="184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four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factors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5522385" y="4277417"/>
            <a:ext cx="1581673" cy="184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three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factors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479825" y="4015240"/>
            <a:ext cx="1574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2162983" y="4015240"/>
            <a:ext cx="1574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3846142" y="4015240"/>
            <a:ext cx="1574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5529300" y="4015240"/>
            <a:ext cx="1574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9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479825" y="1652400"/>
            <a:ext cx="285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479825" y="2736325"/>
            <a:ext cx="285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479825" y="3726925"/>
            <a:ext cx="285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468000" y="4856775"/>
            <a:ext cx="66240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the product of prime factors to complete these grids.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1" name="Google Shape;231;p21"/>
          <p:cNvGrpSpPr/>
          <p:nvPr/>
        </p:nvGrpSpPr>
        <p:grpSpPr>
          <a:xfrm>
            <a:off x="757043" y="5313134"/>
            <a:ext cx="2144977" cy="2035996"/>
            <a:chOff x="324000" y="1374250"/>
            <a:chExt cx="2991600" cy="2875700"/>
          </a:xfrm>
        </p:grpSpPr>
        <p:sp>
          <p:nvSpPr>
            <p:cNvPr id="232" name="Google Shape;232;p21"/>
            <p:cNvSpPr/>
            <p:nvPr/>
          </p:nvSpPr>
          <p:spPr>
            <a:xfrm>
              <a:off x="324000" y="13742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33" name="Google Shape;233;p21"/>
            <p:cNvSpPr/>
            <p:nvPr/>
          </p:nvSpPr>
          <p:spPr>
            <a:xfrm>
              <a:off x="1071900" y="13742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7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34" name="Google Shape;234;p21"/>
            <p:cNvSpPr/>
            <p:nvPr/>
          </p:nvSpPr>
          <p:spPr>
            <a:xfrm>
              <a:off x="1819800" y="13742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11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35" name="Google Shape;235;p21"/>
            <p:cNvSpPr/>
            <p:nvPr/>
          </p:nvSpPr>
          <p:spPr>
            <a:xfrm>
              <a:off x="2567700" y="13742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154</a:t>
              </a:r>
              <a:endPara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6" name="Google Shape;236;p21"/>
            <p:cNvSpPr/>
            <p:nvPr/>
          </p:nvSpPr>
          <p:spPr>
            <a:xfrm>
              <a:off x="324000" y="20877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37" name="Google Shape;237;p21"/>
            <p:cNvSpPr/>
            <p:nvPr/>
          </p:nvSpPr>
          <p:spPr>
            <a:xfrm>
              <a:off x="1071900" y="20877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5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38" name="Google Shape;238;p21"/>
            <p:cNvSpPr/>
            <p:nvPr/>
          </p:nvSpPr>
          <p:spPr>
            <a:xfrm>
              <a:off x="1819800" y="20877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3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39" name="Google Shape;239;p21"/>
            <p:cNvSpPr/>
            <p:nvPr/>
          </p:nvSpPr>
          <p:spPr>
            <a:xfrm>
              <a:off x="2567700" y="20877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30</a:t>
              </a:r>
              <a:endPara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" name="Google Shape;240;p21"/>
            <p:cNvSpPr/>
            <p:nvPr/>
          </p:nvSpPr>
          <p:spPr>
            <a:xfrm>
              <a:off x="324000" y="28092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5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41" name="Google Shape;241;p21"/>
            <p:cNvSpPr/>
            <p:nvPr/>
          </p:nvSpPr>
          <p:spPr>
            <a:xfrm>
              <a:off x="1071900" y="28092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42" name="Google Shape;242;p21"/>
            <p:cNvSpPr/>
            <p:nvPr/>
          </p:nvSpPr>
          <p:spPr>
            <a:xfrm>
              <a:off x="1819800" y="28092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43" name="Google Shape;243;p21"/>
            <p:cNvSpPr/>
            <p:nvPr/>
          </p:nvSpPr>
          <p:spPr>
            <a:xfrm>
              <a:off x="2567700" y="28092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20</a:t>
              </a:r>
              <a:endPara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4" name="Google Shape;244;p21"/>
            <p:cNvSpPr/>
            <p:nvPr/>
          </p:nvSpPr>
          <p:spPr>
            <a:xfrm>
              <a:off x="324000" y="35284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20</a:t>
              </a:r>
              <a:endPara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5" name="Google Shape;245;p21"/>
            <p:cNvSpPr/>
            <p:nvPr/>
          </p:nvSpPr>
          <p:spPr>
            <a:xfrm>
              <a:off x="1071900" y="35284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70</a:t>
              </a:r>
              <a:endPara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6" name="Google Shape;246;p21"/>
            <p:cNvSpPr/>
            <p:nvPr/>
          </p:nvSpPr>
          <p:spPr>
            <a:xfrm>
              <a:off x="1819800" y="35284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66</a:t>
              </a:r>
              <a:endPara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7" name="Google Shape;247;p21"/>
            <p:cNvSpPr/>
            <p:nvPr/>
          </p:nvSpPr>
          <p:spPr>
            <a:xfrm>
              <a:off x="2567700" y="35284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248" name="Google Shape;248;p21"/>
          <p:cNvGrpSpPr/>
          <p:nvPr/>
        </p:nvGrpSpPr>
        <p:grpSpPr>
          <a:xfrm>
            <a:off x="3778051" y="5970293"/>
            <a:ext cx="2144977" cy="2035996"/>
            <a:chOff x="324000" y="1374250"/>
            <a:chExt cx="2991600" cy="2875700"/>
          </a:xfrm>
        </p:grpSpPr>
        <p:sp>
          <p:nvSpPr>
            <p:cNvPr id="249" name="Google Shape;249;p21"/>
            <p:cNvSpPr/>
            <p:nvPr/>
          </p:nvSpPr>
          <p:spPr>
            <a:xfrm>
              <a:off x="324000" y="13742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0" name="Google Shape;250;p21"/>
            <p:cNvSpPr/>
            <p:nvPr/>
          </p:nvSpPr>
          <p:spPr>
            <a:xfrm>
              <a:off x="1071900" y="13742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" name="Google Shape;251;p21"/>
            <p:cNvSpPr/>
            <p:nvPr/>
          </p:nvSpPr>
          <p:spPr>
            <a:xfrm>
              <a:off x="1819800" y="13742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2" name="Google Shape;252;p21"/>
            <p:cNvSpPr/>
            <p:nvPr/>
          </p:nvSpPr>
          <p:spPr>
            <a:xfrm>
              <a:off x="2567700" y="13742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275</a:t>
              </a:r>
              <a:endPara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3" name="Google Shape;253;p21"/>
            <p:cNvSpPr/>
            <p:nvPr/>
          </p:nvSpPr>
          <p:spPr>
            <a:xfrm>
              <a:off x="324000" y="20877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4" name="Google Shape;254;p21"/>
            <p:cNvSpPr/>
            <p:nvPr/>
          </p:nvSpPr>
          <p:spPr>
            <a:xfrm>
              <a:off x="1071900" y="20877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5" name="Google Shape;255;p21"/>
            <p:cNvSpPr/>
            <p:nvPr/>
          </p:nvSpPr>
          <p:spPr>
            <a:xfrm>
              <a:off x="1819800" y="20877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6" name="Google Shape;256;p21"/>
            <p:cNvSpPr/>
            <p:nvPr/>
          </p:nvSpPr>
          <p:spPr>
            <a:xfrm>
              <a:off x="2567700" y="20877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99</a:t>
              </a:r>
              <a:endPara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7" name="Google Shape;257;p21"/>
            <p:cNvSpPr/>
            <p:nvPr/>
          </p:nvSpPr>
          <p:spPr>
            <a:xfrm>
              <a:off x="324000" y="28092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8" name="Google Shape;258;p21"/>
            <p:cNvSpPr/>
            <p:nvPr/>
          </p:nvSpPr>
          <p:spPr>
            <a:xfrm>
              <a:off x="1071900" y="28092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9" name="Google Shape;259;p21"/>
            <p:cNvSpPr/>
            <p:nvPr/>
          </p:nvSpPr>
          <p:spPr>
            <a:xfrm>
              <a:off x="1819800" y="28092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0" name="Google Shape;260;p21"/>
            <p:cNvSpPr/>
            <p:nvPr/>
          </p:nvSpPr>
          <p:spPr>
            <a:xfrm>
              <a:off x="2567700" y="28092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70</a:t>
              </a:r>
              <a:endPara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1" name="Google Shape;261;p21"/>
            <p:cNvSpPr/>
            <p:nvPr/>
          </p:nvSpPr>
          <p:spPr>
            <a:xfrm>
              <a:off x="324000" y="35284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105</a:t>
              </a:r>
              <a:endPara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2" name="Google Shape;262;p21"/>
            <p:cNvSpPr/>
            <p:nvPr/>
          </p:nvSpPr>
          <p:spPr>
            <a:xfrm>
              <a:off x="1071900" y="35284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110</a:t>
              </a:r>
              <a:endPara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3" name="Google Shape;263;p21"/>
            <p:cNvSpPr/>
            <p:nvPr/>
          </p:nvSpPr>
          <p:spPr>
            <a:xfrm>
              <a:off x="1819800" y="35284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165</a:t>
              </a:r>
              <a:endPara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4" name="Google Shape;264;p21"/>
            <p:cNvSpPr/>
            <p:nvPr/>
          </p:nvSpPr>
          <p:spPr>
            <a:xfrm>
              <a:off x="2567700" y="35284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5" name="Google Shape;265;p21"/>
          <p:cNvSpPr txBox="1"/>
          <p:nvPr/>
        </p:nvSpPr>
        <p:spPr>
          <a:xfrm>
            <a:off x="3778074" y="7087920"/>
            <a:ext cx="538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4855352" y="6586318"/>
            <a:ext cx="521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4855352" y="7087920"/>
            <a:ext cx="521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4316718" y="7087920"/>
            <a:ext cx="538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4855352" y="6084716"/>
            <a:ext cx="521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11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3778051" y="6084716"/>
            <a:ext cx="538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4316713" y="6084716"/>
            <a:ext cx="538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3778078" y="6586318"/>
            <a:ext cx="538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4316708" y="6586318"/>
            <a:ext cx="538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11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481613" y="5258113"/>
            <a:ext cx="391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3779998" y="5268600"/>
            <a:ext cx="332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Use your calculator to write these numbers as a product of prime factors to complete the grid.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799995" y="7558325"/>
            <a:ext cx="1601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154 = 2 × 7 × 11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>
            <a:off x="799995" y="8601413"/>
            <a:ext cx="1601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= 2 × 2 × 5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799995" y="9644500"/>
            <a:ext cx="1535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66 = 2 × 3 × 11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799995" y="8079869"/>
            <a:ext cx="1601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 = 2 × 3 × 5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799995" y="9122956"/>
            <a:ext cx="1601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70 = 2 × 5 × 7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