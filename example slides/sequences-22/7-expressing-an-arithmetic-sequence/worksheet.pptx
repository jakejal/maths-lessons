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250DCFF-7CF3-4047-812E-D1ABB870816F}">
  <a:tblStyle styleId="{5250DCFF-7CF3-4047-812E-D1ABB87081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an arithmetic sequence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04875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term number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to the term values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 One has been done for you.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The position of a term in a sequence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67989" y="2524459"/>
          <a:ext cx="3030950" cy="634575"/>
        </p:xfrm>
        <a:graphic>
          <a:graphicData uri="http://schemas.openxmlformats.org/drawingml/2006/table">
            <a:tbl>
              <a:tblPr>
                <a:noFill/>
                <a:tableStyleId>{5250DCFF-7CF3-4047-812E-D1ABB870816F}</a:tableStyleId>
              </a:tblPr>
              <a:tblGrid>
                <a:gridCol w="1544825"/>
                <a:gridCol w="297225"/>
                <a:gridCol w="297225"/>
                <a:gridCol w="297225"/>
                <a:gridCol w="297225"/>
                <a:gridCol w="297225"/>
              </a:tblGrid>
              <a:tr h="32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544315" y="38994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544315" y="49662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200"/>
          </a:p>
        </p:txBody>
      </p:sp>
      <p:sp>
        <p:nvSpPr>
          <p:cNvPr id="168" name="Google Shape;168;p20"/>
          <p:cNvSpPr txBox="1"/>
          <p:nvPr/>
        </p:nvSpPr>
        <p:spPr>
          <a:xfrm>
            <a:off x="544315" y="33660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2601728" y="3366065"/>
            <a:ext cx="9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1200"/>
          </a:p>
        </p:txBody>
      </p:sp>
      <p:sp>
        <p:nvSpPr>
          <p:cNvPr id="170" name="Google Shape;170;p20"/>
          <p:cNvSpPr txBox="1"/>
          <p:nvPr/>
        </p:nvSpPr>
        <p:spPr>
          <a:xfrm>
            <a:off x="2601715" y="38994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200"/>
          </a:p>
        </p:txBody>
      </p:sp>
      <p:sp>
        <p:nvSpPr>
          <p:cNvPr id="171" name="Google Shape;171;p20"/>
          <p:cNvSpPr txBox="1"/>
          <p:nvPr/>
        </p:nvSpPr>
        <p:spPr>
          <a:xfrm>
            <a:off x="2601715" y="49662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200"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2210240"/>
            <a:ext cx="381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4064056" y="2524459"/>
          <a:ext cx="3030975" cy="635000"/>
        </p:xfrm>
        <a:graphic>
          <a:graphicData uri="http://schemas.openxmlformats.org/drawingml/2006/table">
            <a:tbl>
              <a:tblPr>
                <a:noFill/>
                <a:tableStyleId>{5250DCFF-7CF3-4047-812E-D1ABB870816F}</a:tableStyleId>
              </a:tblPr>
              <a:tblGrid>
                <a:gridCol w="1544850"/>
                <a:gridCol w="297225"/>
                <a:gridCol w="297225"/>
                <a:gridCol w="297225"/>
                <a:gridCol w="297225"/>
                <a:gridCol w="297225"/>
              </a:tblGrid>
              <a:tr h="323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 txBox="1"/>
          <p:nvPr/>
        </p:nvSpPr>
        <p:spPr>
          <a:xfrm>
            <a:off x="4125715" y="371761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/>
          </a:p>
        </p:txBody>
      </p:sp>
      <p:sp>
        <p:nvSpPr>
          <p:cNvPr id="175" name="Google Shape;175;p20"/>
          <p:cNvSpPr txBox="1"/>
          <p:nvPr/>
        </p:nvSpPr>
        <p:spPr>
          <a:xfrm>
            <a:off x="4125715" y="500086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200"/>
          </a:p>
        </p:txBody>
      </p:sp>
      <p:sp>
        <p:nvSpPr>
          <p:cNvPr id="176" name="Google Shape;176;p20"/>
          <p:cNvSpPr txBox="1"/>
          <p:nvPr/>
        </p:nvSpPr>
        <p:spPr>
          <a:xfrm>
            <a:off x="4125715" y="32898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6183128" y="3289865"/>
            <a:ext cx="9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6183115" y="414536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200"/>
          </a:p>
        </p:txBody>
      </p:sp>
      <p:sp>
        <p:nvSpPr>
          <p:cNvPr id="179" name="Google Shape;179;p20"/>
          <p:cNvSpPr txBox="1"/>
          <p:nvPr/>
        </p:nvSpPr>
        <p:spPr>
          <a:xfrm>
            <a:off x="6183115" y="500086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4048922" y="2210240"/>
            <a:ext cx="381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125715" y="414536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6183115" y="3717614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200"/>
          </a:p>
        </p:txBody>
      </p:sp>
      <p:sp>
        <p:nvSpPr>
          <p:cNvPr id="183" name="Google Shape;183;p20"/>
          <p:cNvSpPr txBox="1"/>
          <p:nvPr/>
        </p:nvSpPr>
        <p:spPr>
          <a:xfrm>
            <a:off x="544315" y="44328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/>
          </a:p>
        </p:txBody>
      </p:sp>
      <p:sp>
        <p:nvSpPr>
          <p:cNvPr id="184" name="Google Shape;184;p20"/>
          <p:cNvSpPr txBox="1"/>
          <p:nvPr/>
        </p:nvSpPr>
        <p:spPr>
          <a:xfrm>
            <a:off x="2601715" y="4432865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endParaRPr sz="1200"/>
          </a:p>
        </p:txBody>
      </p:sp>
      <p:sp>
        <p:nvSpPr>
          <p:cNvPr id="185" name="Google Shape;185;p20"/>
          <p:cNvSpPr txBox="1"/>
          <p:nvPr/>
        </p:nvSpPr>
        <p:spPr>
          <a:xfrm>
            <a:off x="6183115" y="457311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200"/>
          </a:p>
        </p:txBody>
      </p:sp>
      <p:sp>
        <p:nvSpPr>
          <p:cNvPr id="186" name="Google Shape;186;p20"/>
          <p:cNvSpPr txBox="1"/>
          <p:nvPr/>
        </p:nvSpPr>
        <p:spPr>
          <a:xfrm>
            <a:off x="4125715" y="4573113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/>
          </a:p>
        </p:txBody>
      </p:sp>
      <p:cxnSp>
        <p:nvCxnSpPr>
          <p:cNvPr id="187" name="Google Shape;187;p20"/>
          <p:cNvCxnSpPr>
            <a:stCxn id="168" idx="3"/>
            <a:endCxn id="170" idx="1"/>
          </p:cNvCxnSpPr>
          <p:nvPr/>
        </p:nvCxnSpPr>
        <p:spPr>
          <a:xfrm>
            <a:off x="1230715" y="3458465"/>
            <a:ext cx="1371000" cy="533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468000" y="5529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and Jacob are looking at an arithmetic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2202677" y="5989389"/>
          <a:ext cx="3154625" cy="635000"/>
        </p:xfrm>
        <a:graphic>
          <a:graphicData uri="http://schemas.openxmlformats.org/drawingml/2006/table">
            <a:tbl>
              <a:tblPr>
                <a:noFill/>
                <a:tableStyleId>{5250DCFF-7CF3-4047-812E-D1ABB870816F}</a:tableStyleId>
              </a:tblPr>
              <a:tblGrid>
                <a:gridCol w="1607875"/>
                <a:gridCol w="309350"/>
                <a:gridCol w="309350"/>
                <a:gridCol w="309350"/>
                <a:gridCol w="309350"/>
                <a:gridCol w="309350"/>
              </a:tblGrid>
              <a:tr h="336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8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55293" y="7311924"/>
            <a:ext cx="549382" cy="16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000" y="7326774"/>
            <a:ext cx="435808" cy="16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1246523" y="6747075"/>
            <a:ext cx="2208952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541779" y="6787475"/>
            <a:ext cx="1913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see the pattern!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term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4149125" y="6747075"/>
            <a:ext cx="2006175" cy="7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250378" y="6798995"/>
            <a:ext cx="2762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agree! Next would 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term will be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494195" y="8236750"/>
            <a:ext cx="4451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 Andeep and Jacob are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Expressing an arithmetic sequence</a:t>
            </a:r>
            <a:endParaRPr/>
          </a:p>
        </p:txBody>
      </p:sp>
      <p:sp>
        <p:nvSpPr>
          <p:cNvPr id="204" name="Google Shape;20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Sam spots a general rule for this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The general term of a sequence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26" y="1394401"/>
            <a:ext cx="622163" cy="895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68000" y="3315225"/>
            <a:ext cx="6624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Whilst their general rule works, how would you improve upon it?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" name="Google Shape;210;p21"/>
          <p:cNvGraphicFramePr>
            <a:graphicFrameLocks noGrp="1"/>
          </p:cNvGraphicFramePr>
          <p:nvPr/>
        </p:nvGraphicFramePr>
        <p:xfrm>
          <a:off x="467991" y="24202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{5250DCFF-7CF3-4047-812E-D1ABB870816F}</a:tableStyleId>
              </a:tblPr>
              <a:tblGrid>
                <a:gridCol w="2301675"/>
                <a:gridCol w="476725"/>
                <a:gridCol w="476725"/>
                <a:gridCol w="476725"/>
                <a:gridCol w="2892200"/>
              </a:tblGrid>
              <a:tr h="382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3 + 1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1"/>
          <p:cNvSpPr txBox="1"/>
          <p:nvPr/>
        </p:nvSpPr>
        <p:spPr>
          <a:xfrm>
            <a:off x="6775052" y="1947136"/>
            <a:ext cx="3291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106405" y="1947136"/>
            <a:ext cx="3291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832503" y="1947136"/>
            <a:ext cx="3291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295391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474353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112274" y="197357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295391" y="179140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235585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414546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593508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418703" y="1610260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418703" y="179140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774650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055390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3033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891994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070955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896150" y="1610260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896150" y="1791402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252097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532838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896150" y="1427143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349720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435215" y="1972544"/>
            <a:ext cx="179100" cy="179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5245675"/>
            <a:ext cx="66240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table for this sequence and write a general rule each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772896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772896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772896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772896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2596774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596774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2596774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596774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764269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3764269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764269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3764269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588147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588147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588147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588147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803675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803675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1803675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1803675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3932536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932536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932536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3932536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821734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821734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821734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821734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645611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645611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645611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645611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990001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990001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990001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990001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162194" y="6060034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162194" y="570349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162194" y="5881765"/>
            <a:ext cx="176100" cy="176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5162194" y="5525225"/>
            <a:ext cx="176100" cy="176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432455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222945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101432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110059" y="6035029"/>
            <a:ext cx="32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0" name="Google Shape;280;p21"/>
          <p:cNvGraphicFramePr>
            <a:graphicFrameLocks noGrp="1"/>
          </p:cNvGraphicFramePr>
          <p:nvPr/>
        </p:nvGraphicFramePr>
        <p:xfrm>
          <a:off x="467979" y="65381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{5250DCFF-7CF3-4047-812E-D1ABB870816F}</a:tableStyleId>
              </a:tblPr>
              <a:tblGrid>
                <a:gridCol w="2148200"/>
                <a:gridCol w="444925"/>
                <a:gridCol w="444925"/>
                <a:gridCol w="444925"/>
                <a:gridCol w="444925"/>
                <a:gridCol w="444925"/>
                <a:gridCol w="444925"/>
                <a:gridCol w="444925"/>
                <a:gridCol w="444925"/>
                <a:gridCol w="916375"/>
              </a:tblGrid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Shaded 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6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Expressing an arithmetic sequence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2023-12-08T09:33:52.836</cp:lastPrinted>
  <dcterms:created xsi:type="dcterms:W3CDTF">2023-12-08T09:33:52Z</dcterms:created>
  <dcterms:modified xsi:type="dcterms:W3CDTF">2023-12-08T09:34:03Z</dcterms:modified>
</cp:coreProperties>
</file>