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71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5A5DC62-8C51-4004-8FE2-019E2598D443}">
  <a:tblStyle styleId="{75A5DC62-8C51-4004-8FE2-019E2598D443}"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0" Type="http://schemas.openxmlformats.org/officeDocument/2006/relationships/slide" Target="slides/slide45.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 name="Shape 746"/>
        <p:cNvGrpSpPr/>
        <p:nvPr/>
      </p:nvGrpSpPr>
      <p:grpSpPr>
        <a:xfrm>
          <a:off x="0" y="0"/>
          <a:ext cx="0" cy="0"/>
          <a:chOff x="0" y="0"/>
          <a:chExt cx="0" cy="0"/>
        </a:xfrm>
      </p:grpSpPr>
      <p:sp>
        <p:nvSpPr>
          <p:cNvPr id="747" name="Google Shape;747;g2955a62eb3c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8" name="Google Shape;748;g2955a62eb3c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g2955a62eb3c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4" name="Google Shape;754;g2955a62eb3c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7" name="Shape 757"/>
        <p:cNvGrpSpPr/>
        <p:nvPr/>
      </p:nvGrpSpPr>
      <p:grpSpPr>
        <a:xfrm>
          <a:off x="0" y="0"/>
          <a:ext cx="0" cy="0"/>
          <a:chOff x="0" y="0"/>
          <a:chExt cx="0" cy="0"/>
        </a:xfrm>
      </p:grpSpPr>
      <p:sp>
        <p:nvSpPr>
          <p:cNvPr id="758" name="Google Shape;758;g2955a62eb3c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9" name="Google Shape;759;g2955a62eb3c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2" name="Shape 762"/>
        <p:cNvGrpSpPr/>
        <p:nvPr/>
      </p:nvGrpSpPr>
      <p:grpSpPr>
        <a:xfrm>
          <a:off x="0" y="0"/>
          <a:ext cx="0" cy="0"/>
          <a:chOff x="0" y="0"/>
          <a:chExt cx="0" cy="0"/>
        </a:xfrm>
      </p:grpSpPr>
      <p:sp>
        <p:nvSpPr>
          <p:cNvPr id="763" name="Google Shape;763;g2955a62eb3c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4" name="Google Shape;764;g2955a62eb3c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8" name="Shape 768"/>
        <p:cNvGrpSpPr/>
        <p:nvPr/>
      </p:nvGrpSpPr>
      <p:grpSpPr>
        <a:xfrm>
          <a:off x="0" y="0"/>
          <a:ext cx="0" cy="0"/>
          <a:chOff x="0" y="0"/>
          <a:chExt cx="0" cy="0"/>
        </a:xfrm>
      </p:grpSpPr>
      <p:sp>
        <p:nvSpPr>
          <p:cNvPr id="769" name="Google Shape;769;g2955a62eb3c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0" name="Google Shape;770;g2955a62eb3c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6" name="Shape 776"/>
        <p:cNvGrpSpPr/>
        <p:nvPr/>
      </p:nvGrpSpPr>
      <p:grpSpPr>
        <a:xfrm>
          <a:off x="0" y="0"/>
          <a:ext cx="0" cy="0"/>
          <a:chOff x="0" y="0"/>
          <a:chExt cx="0" cy="0"/>
        </a:xfrm>
      </p:grpSpPr>
      <p:sp>
        <p:nvSpPr>
          <p:cNvPr id="777" name="Google Shape;777;g2955a62eb3c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8" name="Google Shape;778;g2955a62eb3c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6" name="Shape 796"/>
        <p:cNvGrpSpPr/>
        <p:nvPr/>
      </p:nvGrpSpPr>
      <p:grpSpPr>
        <a:xfrm>
          <a:off x="0" y="0"/>
          <a:ext cx="0" cy="0"/>
          <a:chOff x="0" y="0"/>
          <a:chExt cx="0" cy="0"/>
        </a:xfrm>
      </p:grpSpPr>
      <p:sp>
        <p:nvSpPr>
          <p:cNvPr id="797" name="Google Shape;797;g2955a62eb3c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8" name="Google Shape;798;g2955a62eb3c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6" name="Shape 806"/>
        <p:cNvGrpSpPr/>
        <p:nvPr/>
      </p:nvGrpSpPr>
      <p:grpSpPr>
        <a:xfrm>
          <a:off x="0" y="0"/>
          <a:ext cx="0" cy="0"/>
          <a:chOff x="0" y="0"/>
          <a:chExt cx="0" cy="0"/>
        </a:xfrm>
      </p:grpSpPr>
      <p:sp>
        <p:nvSpPr>
          <p:cNvPr id="807" name="Google Shape;807;g2955a62eb3c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8" name="Google Shape;808;g2955a62eb3c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6" name="Shape 836"/>
        <p:cNvGrpSpPr/>
        <p:nvPr/>
      </p:nvGrpSpPr>
      <p:grpSpPr>
        <a:xfrm>
          <a:off x="0" y="0"/>
          <a:ext cx="0" cy="0"/>
          <a:chOff x="0" y="0"/>
          <a:chExt cx="0" cy="0"/>
        </a:xfrm>
      </p:grpSpPr>
      <p:sp>
        <p:nvSpPr>
          <p:cNvPr id="837" name="Google Shape;837;g2955a62eb3c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8" name="Google Shape;838;g2955a62eb3c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5" name="Shape 855"/>
        <p:cNvGrpSpPr/>
        <p:nvPr/>
      </p:nvGrpSpPr>
      <p:grpSpPr>
        <a:xfrm>
          <a:off x="0" y="0"/>
          <a:ext cx="0" cy="0"/>
          <a:chOff x="0" y="0"/>
          <a:chExt cx="0" cy="0"/>
        </a:xfrm>
      </p:grpSpPr>
      <p:sp>
        <p:nvSpPr>
          <p:cNvPr id="856" name="Google Shape;856;g2955a62eb3c_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7" name="Google Shape;857;g2955a62eb3c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7" name="Shape 877"/>
        <p:cNvGrpSpPr/>
        <p:nvPr/>
      </p:nvGrpSpPr>
      <p:grpSpPr>
        <a:xfrm>
          <a:off x="0" y="0"/>
          <a:ext cx="0" cy="0"/>
          <a:chOff x="0" y="0"/>
          <a:chExt cx="0" cy="0"/>
        </a:xfrm>
      </p:grpSpPr>
      <p:sp>
        <p:nvSpPr>
          <p:cNvPr id="878" name="Google Shape;878;g2955a62eb3c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9" name="Google Shape;879;g2955a62eb3c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6" name="Shape 906"/>
        <p:cNvGrpSpPr/>
        <p:nvPr/>
      </p:nvGrpSpPr>
      <p:grpSpPr>
        <a:xfrm>
          <a:off x="0" y="0"/>
          <a:ext cx="0" cy="0"/>
          <a:chOff x="0" y="0"/>
          <a:chExt cx="0" cy="0"/>
        </a:xfrm>
      </p:grpSpPr>
      <p:sp>
        <p:nvSpPr>
          <p:cNvPr id="907" name="Google Shape;907;g2955a62eb3c_0_2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8" name="Google Shape;908;g2955a62eb3c_0_2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4" name="Shape 934"/>
        <p:cNvGrpSpPr/>
        <p:nvPr/>
      </p:nvGrpSpPr>
      <p:grpSpPr>
        <a:xfrm>
          <a:off x="0" y="0"/>
          <a:ext cx="0" cy="0"/>
          <a:chOff x="0" y="0"/>
          <a:chExt cx="0" cy="0"/>
        </a:xfrm>
      </p:grpSpPr>
      <p:sp>
        <p:nvSpPr>
          <p:cNvPr id="935" name="Google Shape;935;g2955a62eb3c_0_2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6" name="Google Shape;936;g2955a62eb3c_0_2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4" name="Shape 974"/>
        <p:cNvGrpSpPr/>
        <p:nvPr/>
      </p:nvGrpSpPr>
      <p:grpSpPr>
        <a:xfrm>
          <a:off x="0" y="0"/>
          <a:ext cx="0" cy="0"/>
          <a:chOff x="0" y="0"/>
          <a:chExt cx="0" cy="0"/>
        </a:xfrm>
      </p:grpSpPr>
      <p:sp>
        <p:nvSpPr>
          <p:cNvPr id="975" name="Google Shape;975;g2955a62eb3c_0_2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6" name="Google Shape;976;g2955a62eb3c_0_2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8" name="Shape 1008"/>
        <p:cNvGrpSpPr/>
        <p:nvPr/>
      </p:nvGrpSpPr>
      <p:grpSpPr>
        <a:xfrm>
          <a:off x="0" y="0"/>
          <a:ext cx="0" cy="0"/>
          <a:chOff x="0" y="0"/>
          <a:chExt cx="0" cy="0"/>
        </a:xfrm>
      </p:grpSpPr>
      <p:sp>
        <p:nvSpPr>
          <p:cNvPr id="1009" name="Google Shape;1009;g2955a62eb3c_0_3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0" name="Google Shape;1010;g2955a62eb3c_0_3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6" name="Shape 1036"/>
        <p:cNvGrpSpPr/>
        <p:nvPr/>
      </p:nvGrpSpPr>
      <p:grpSpPr>
        <a:xfrm>
          <a:off x="0" y="0"/>
          <a:ext cx="0" cy="0"/>
          <a:chOff x="0" y="0"/>
          <a:chExt cx="0" cy="0"/>
        </a:xfrm>
      </p:grpSpPr>
      <p:sp>
        <p:nvSpPr>
          <p:cNvPr id="1037" name="Google Shape;1037;g2955a62eb3c_0_3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8" name="Google Shape;1038;g2955a62eb3c_0_3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3" name="Shape 1063"/>
        <p:cNvGrpSpPr/>
        <p:nvPr/>
      </p:nvGrpSpPr>
      <p:grpSpPr>
        <a:xfrm>
          <a:off x="0" y="0"/>
          <a:ext cx="0" cy="0"/>
          <a:chOff x="0" y="0"/>
          <a:chExt cx="0" cy="0"/>
        </a:xfrm>
      </p:grpSpPr>
      <p:sp>
        <p:nvSpPr>
          <p:cNvPr id="1064" name="Google Shape;1064;g2955a62eb3c_0_3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5" name="Google Shape;1065;g2955a62eb3c_0_3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7" name="Shape 1087"/>
        <p:cNvGrpSpPr/>
        <p:nvPr/>
      </p:nvGrpSpPr>
      <p:grpSpPr>
        <a:xfrm>
          <a:off x="0" y="0"/>
          <a:ext cx="0" cy="0"/>
          <a:chOff x="0" y="0"/>
          <a:chExt cx="0" cy="0"/>
        </a:xfrm>
      </p:grpSpPr>
      <p:sp>
        <p:nvSpPr>
          <p:cNvPr id="1088" name="Google Shape;1088;g2955a62eb3c_0_4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9" name="Google Shape;1089;g2955a62eb3c_0_4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3" name="Shape 1113"/>
        <p:cNvGrpSpPr/>
        <p:nvPr/>
      </p:nvGrpSpPr>
      <p:grpSpPr>
        <a:xfrm>
          <a:off x="0" y="0"/>
          <a:ext cx="0" cy="0"/>
          <a:chOff x="0" y="0"/>
          <a:chExt cx="0" cy="0"/>
        </a:xfrm>
      </p:grpSpPr>
      <p:sp>
        <p:nvSpPr>
          <p:cNvPr id="1114" name="Google Shape;1114;g2955a62eb3c_0_4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5" name="Google Shape;1115;g2955a62eb3c_0_4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8" name="Shape 1138"/>
        <p:cNvGrpSpPr/>
        <p:nvPr/>
      </p:nvGrpSpPr>
      <p:grpSpPr>
        <a:xfrm>
          <a:off x="0" y="0"/>
          <a:ext cx="0" cy="0"/>
          <a:chOff x="0" y="0"/>
          <a:chExt cx="0" cy="0"/>
        </a:xfrm>
      </p:grpSpPr>
      <p:sp>
        <p:nvSpPr>
          <p:cNvPr id="1139" name="Google Shape;1139;g2955a62eb3c_0_4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0" name="Google Shape;1140;g2955a62eb3c_0_4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2" name="Shape 1152"/>
        <p:cNvGrpSpPr/>
        <p:nvPr/>
      </p:nvGrpSpPr>
      <p:grpSpPr>
        <a:xfrm>
          <a:off x="0" y="0"/>
          <a:ext cx="0" cy="0"/>
          <a:chOff x="0" y="0"/>
          <a:chExt cx="0" cy="0"/>
        </a:xfrm>
      </p:grpSpPr>
      <p:sp>
        <p:nvSpPr>
          <p:cNvPr id="1153" name="Google Shape;1153;g2955a62eb3c_0_4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4" name="Google Shape;1154;g2955a62eb3c_0_4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2" name="Shape 1162"/>
        <p:cNvGrpSpPr/>
        <p:nvPr/>
      </p:nvGrpSpPr>
      <p:grpSpPr>
        <a:xfrm>
          <a:off x="0" y="0"/>
          <a:ext cx="0" cy="0"/>
          <a:chOff x="0" y="0"/>
          <a:chExt cx="0" cy="0"/>
        </a:xfrm>
      </p:grpSpPr>
      <p:sp>
        <p:nvSpPr>
          <p:cNvPr id="1163" name="Google Shape;1163;g2955a62eb3c_0_5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4" name="Google Shape;1164;g2955a62eb3c_0_5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4" name="Shape 1204"/>
        <p:cNvGrpSpPr/>
        <p:nvPr/>
      </p:nvGrpSpPr>
      <p:grpSpPr>
        <a:xfrm>
          <a:off x="0" y="0"/>
          <a:ext cx="0" cy="0"/>
          <a:chOff x="0" y="0"/>
          <a:chExt cx="0" cy="0"/>
        </a:xfrm>
      </p:grpSpPr>
      <p:sp>
        <p:nvSpPr>
          <p:cNvPr id="1205" name="Google Shape;1205;g2955a62eb3c_0_5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6" name="Google Shape;1206;g2955a62eb3c_0_5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1" name="Shape 1211"/>
        <p:cNvGrpSpPr/>
        <p:nvPr/>
      </p:nvGrpSpPr>
      <p:grpSpPr>
        <a:xfrm>
          <a:off x="0" y="0"/>
          <a:ext cx="0" cy="0"/>
          <a:chOff x="0" y="0"/>
          <a:chExt cx="0" cy="0"/>
        </a:xfrm>
      </p:grpSpPr>
      <p:sp>
        <p:nvSpPr>
          <p:cNvPr id="1212" name="Google Shape;1212;g2955a62eb3c_0_5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3" name="Google Shape;1213;g2955a62eb3c_0_5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3" name="Shape 1253"/>
        <p:cNvGrpSpPr/>
        <p:nvPr/>
      </p:nvGrpSpPr>
      <p:grpSpPr>
        <a:xfrm>
          <a:off x="0" y="0"/>
          <a:ext cx="0" cy="0"/>
          <a:chOff x="0" y="0"/>
          <a:chExt cx="0" cy="0"/>
        </a:xfrm>
      </p:grpSpPr>
      <p:sp>
        <p:nvSpPr>
          <p:cNvPr id="1254" name="Google Shape;1254;g2955a62eb3c_0_5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5" name="Google Shape;1255;g2955a62eb3c_0_5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7" name="Shape 1267"/>
        <p:cNvGrpSpPr/>
        <p:nvPr/>
      </p:nvGrpSpPr>
      <p:grpSpPr>
        <a:xfrm>
          <a:off x="0" y="0"/>
          <a:ext cx="0" cy="0"/>
          <a:chOff x="0" y="0"/>
          <a:chExt cx="0" cy="0"/>
        </a:xfrm>
      </p:grpSpPr>
      <p:sp>
        <p:nvSpPr>
          <p:cNvPr id="1268" name="Google Shape;1268;g2955a62eb3c_0_6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9" name="Google Shape;1269;g2955a62eb3c_0_6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5" name="Shape 1275"/>
        <p:cNvGrpSpPr/>
        <p:nvPr/>
      </p:nvGrpSpPr>
      <p:grpSpPr>
        <a:xfrm>
          <a:off x="0" y="0"/>
          <a:ext cx="0" cy="0"/>
          <a:chOff x="0" y="0"/>
          <a:chExt cx="0" cy="0"/>
        </a:xfrm>
      </p:grpSpPr>
      <p:sp>
        <p:nvSpPr>
          <p:cNvPr id="1276" name="Google Shape;1276;g2955a62eb3c_0_6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7" name="Google Shape;1277;g2955a62eb3c_0_6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5" name="Shape 1295"/>
        <p:cNvGrpSpPr/>
        <p:nvPr/>
      </p:nvGrpSpPr>
      <p:grpSpPr>
        <a:xfrm>
          <a:off x="0" y="0"/>
          <a:ext cx="0" cy="0"/>
          <a:chOff x="0" y="0"/>
          <a:chExt cx="0" cy="0"/>
        </a:xfrm>
      </p:grpSpPr>
      <p:sp>
        <p:nvSpPr>
          <p:cNvPr id="1296" name="Google Shape;1296;g2955a62eb3c_0_6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7" name="Google Shape;1297;g2955a62eb3c_0_6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6" name="Shape 1326"/>
        <p:cNvGrpSpPr/>
        <p:nvPr/>
      </p:nvGrpSpPr>
      <p:grpSpPr>
        <a:xfrm>
          <a:off x="0" y="0"/>
          <a:ext cx="0" cy="0"/>
          <a:chOff x="0" y="0"/>
          <a:chExt cx="0" cy="0"/>
        </a:xfrm>
      </p:grpSpPr>
      <p:sp>
        <p:nvSpPr>
          <p:cNvPr id="1327" name="Google Shape;1327;g2955a62eb3c_0_6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8" name="Google Shape;1328;g2955a62eb3c_0_6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5" name="Shape 1355"/>
        <p:cNvGrpSpPr/>
        <p:nvPr/>
      </p:nvGrpSpPr>
      <p:grpSpPr>
        <a:xfrm>
          <a:off x="0" y="0"/>
          <a:ext cx="0" cy="0"/>
          <a:chOff x="0" y="0"/>
          <a:chExt cx="0" cy="0"/>
        </a:xfrm>
      </p:grpSpPr>
      <p:sp>
        <p:nvSpPr>
          <p:cNvPr id="1356" name="Google Shape;1356;g2955a62eb3c_0_6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7" name="Google Shape;1357;g2955a62eb3c_0_6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8" name="Shape 1388"/>
        <p:cNvGrpSpPr/>
        <p:nvPr/>
      </p:nvGrpSpPr>
      <p:grpSpPr>
        <a:xfrm>
          <a:off x="0" y="0"/>
          <a:ext cx="0" cy="0"/>
          <a:chOff x="0" y="0"/>
          <a:chExt cx="0" cy="0"/>
        </a:xfrm>
      </p:grpSpPr>
      <p:sp>
        <p:nvSpPr>
          <p:cNvPr id="1389" name="Google Shape;1389;g2955a62eb3c_0_7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0" name="Google Shape;1390;g2955a62eb3c_0_7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6" name="Shape 1426"/>
        <p:cNvGrpSpPr/>
        <p:nvPr/>
      </p:nvGrpSpPr>
      <p:grpSpPr>
        <a:xfrm>
          <a:off x="0" y="0"/>
          <a:ext cx="0" cy="0"/>
          <a:chOff x="0" y="0"/>
          <a:chExt cx="0" cy="0"/>
        </a:xfrm>
      </p:grpSpPr>
      <p:sp>
        <p:nvSpPr>
          <p:cNvPr id="1427" name="Google Shape;1427;g2955a62eb3c_0_7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8" name="Google Shape;1428;g2955a62eb3c_0_7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8" name="Shape 1438"/>
        <p:cNvGrpSpPr/>
        <p:nvPr/>
      </p:nvGrpSpPr>
      <p:grpSpPr>
        <a:xfrm>
          <a:off x="0" y="0"/>
          <a:ext cx="0" cy="0"/>
          <a:chOff x="0" y="0"/>
          <a:chExt cx="0" cy="0"/>
        </a:xfrm>
      </p:grpSpPr>
      <p:sp>
        <p:nvSpPr>
          <p:cNvPr id="1439" name="Google Shape;1439;g2955a62eb3c_0_7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0" name="Google Shape;1440;g2955a62eb3c_0_7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8" name="Shape 1458"/>
        <p:cNvGrpSpPr/>
        <p:nvPr/>
      </p:nvGrpSpPr>
      <p:grpSpPr>
        <a:xfrm>
          <a:off x="0" y="0"/>
          <a:ext cx="0" cy="0"/>
          <a:chOff x="0" y="0"/>
          <a:chExt cx="0" cy="0"/>
        </a:xfrm>
      </p:grpSpPr>
      <p:sp>
        <p:nvSpPr>
          <p:cNvPr id="1459" name="Google Shape;1459;g2955a62eb3c_0_7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0" name="Google Shape;1460;g2955a62eb3c_0_7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7" name="Shape 1477"/>
        <p:cNvGrpSpPr/>
        <p:nvPr/>
      </p:nvGrpSpPr>
      <p:grpSpPr>
        <a:xfrm>
          <a:off x="0" y="0"/>
          <a:ext cx="0" cy="0"/>
          <a:chOff x="0" y="0"/>
          <a:chExt cx="0" cy="0"/>
        </a:xfrm>
      </p:grpSpPr>
      <p:sp>
        <p:nvSpPr>
          <p:cNvPr id="1478" name="Google Shape;1478;g2955a62eb3c_0_8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9" name="Google Shape;1479;g2955a62eb3c_0_8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9" name="Shape 1489"/>
        <p:cNvGrpSpPr/>
        <p:nvPr/>
      </p:nvGrpSpPr>
      <p:grpSpPr>
        <a:xfrm>
          <a:off x="0" y="0"/>
          <a:ext cx="0" cy="0"/>
          <a:chOff x="0" y="0"/>
          <a:chExt cx="0" cy="0"/>
        </a:xfrm>
      </p:grpSpPr>
      <p:sp>
        <p:nvSpPr>
          <p:cNvPr id="1490" name="Google Shape;1490;g2955a62eb3c_0_8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1" name="Google Shape;1491;g2955a62eb3c_0_8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2" name="Shape 1502"/>
        <p:cNvGrpSpPr/>
        <p:nvPr/>
      </p:nvGrpSpPr>
      <p:grpSpPr>
        <a:xfrm>
          <a:off x="0" y="0"/>
          <a:ext cx="0" cy="0"/>
          <a:chOff x="0" y="0"/>
          <a:chExt cx="0" cy="0"/>
        </a:xfrm>
      </p:grpSpPr>
      <p:sp>
        <p:nvSpPr>
          <p:cNvPr id="1503" name="Google Shape;1503;g1eb4c7a490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4" name="Google Shape;1504;g1eb4c7a490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1" name="Shape 1511"/>
        <p:cNvGrpSpPr/>
        <p:nvPr/>
      </p:nvGrpSpPr>
      <p:grpSpPr>
        <a:xfrm>
          <a:off x="0" y="0"/>
          <a:ext cx="0" cy="0"/>
          <a:chOff x="0" y="0"/>
          <a:chExt cx="0" cy="0"/>
        </a:xfrm>
      </p:grpSpPr>
      <p:sp>
        <p:nvSpPr>
          <p:cNvPr id="1512" name="Google Shape;1512;g2955a62eb3c_0_8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3" name="Google Shape;1513;g2955a62eb3c_0_8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4" name="Shape 1584"/>
        <p:cNvGrpSpPr/>
        <p:nvPr/>
      </p:nvGrpSpPr>
      <p:grpSpPr>
        <a:xfrm>
          <a:off x="0" y="0"/>
          <a:ext cx="0" cy="0"/>
          <a:chOff x="0" y="0"/>
          <a:chExt cx="0" cy="0"/>
        </a:xfrm>
      </p:grpSpPr>
      <p:sp>
        <p:nvSpPr>
          <p:cNvPr id="1585" name="Google Shape;1585;g2955a62eb3c_0_9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6" name="Google Shape;1586;g2955a62eb3c_0_9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9" name="Shape 1599"/>
        <p:cNvGrpSpPr/>
        <p:nvPr/>
      </p:nvGrpSpPr>
      <p:grpSpPr>
        <a:xfrm>
          <a:off x="0" y="0"/>
          <a:ext cx="0" cy="0"/>
          <a:chOff x="0" y="0"/>
          <a:chExt cx="0" cy="0"/>
        </a:xfrm>
      </p:grpSpPr>
      <p:sp>
        <p:nvSpPr>
          <p:cNvPr id="1600" name="Google Shape;1600;g1eb4c7a4903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1" name="Google Shape;1601;g1eb4c7a4903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8" name="Shape 1608"/>
        <p:cNvGrpSpPr/>
        <p:nvPr/>
      </p:nvGrpSpPr>
      <p:grpSpPr>
        <a:xfrm>
          <a:off x="0" y="0"/>
          <a:ext cx="0" cy="0"/>
          <a:chOff x="0" y="0"/>
          <a:chExt cx="0" cy="0"/>
        </a:xfrm>
      </p:grpSpPr>
      <p:sp>
        <p:nvSpPr>
          <p:cNvPr id="1609" name="Google Shape;1609;g1eb4c7a4903_0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0" name="Google Shape;1610;g1eb4c7a4903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1" name="Shape 1681"/>
        <p:cNvGrpSpPr/>
        <p:nvPr/>
      </p:nvGrpSpPr>
      <p:grpSpPr>
        <a:xfrm>
          <a:off x="0" y="0"/>
          <a:ext cx="0" cy="0"/>
          <a:chOff x="0" y="0"/>
          <a:chExt cx="0" cy="0"/>
        </a:xfrm>
      </p:grpSpPr>
      <p:sp>
        <p:nvSpPr>
          <p:cNvPr id="1682" name="Google Shape;1682;g2955a62eb3c_0_9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3" name="Google Shape;1683;g2955a62eb3c_0_9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6" name="Shape 1696"/>
        <p:cNvGrpSpPr/>
        <p:nvPr/>
      </p:nvGrpSpPr>
      <p:grpSpPr>
        <a:xfrm>
          <a:off x="0" y="0"/>
          <a:ext cx="0" cy="0"/>
          <a:chOff x="0" y="0"/>
          <a:chExt cx="0" cy="0"/>
        </a:xfrm>
      </p:grpSpPr>
      <p:sp>
        <p:nvSpPr>
          <p:cNvPr id="1697" name="Google Shape;1697;g2955a62eb3c_0_10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8" name="Google Shape;1698;g2955a62eb3c_0_10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0" name="Shape 1710"/>
        <p:cNvGrpSpPr/>
        <p:nvPr/>
      </p:nvGrpSpPr>
      <p:grpSpPr>
        <a:xfrm>
          <a:off x="0" y="0"/>
          <a:ext cx="0" cy="0"/>
          <a:chOff x="0" y="0"/>
          <a:chExt cx="0" cy="0"/>
        </a:xfrm>
      </p:grpSpPr>
      <p:sp>
        <p:nvSpPr>
          <p:cNvPr id="1711" name="Google Shape;1711;g2955a62eb3c_0_10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2" name="Google Shape;1712;g2955a62eb3c_0_10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6" name="Shape 1716"/>
        <p:cNvGrpSpPr/>
        <p:nvPr/>
      </p:nvGrpSpPr>
      <p:grpSpPr>
        <a:xfrm>
          <a:off x="0" y="0"/>
          <a:ext cx="0" cy="0"/>
          <a:chOff x="0" y="0"/>
          <a:chExt cx="0" cy="0"/>
        </a:xfrm>
      </p:grpSpPr>
      <p:sp>
        <p:nvSpPr>
          <p:cNvPr id="1717" name="Google Shape;1717;g2955a62eb3c_0_10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8" name="Google Shape;1718;g2955a62eb3c_0_10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8.png"/><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8.png"/><Relationship Id="rId4"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image" Target="../media/image8.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8.png"/><Relationship Id="rId4" Type="http://schemas.openxmlformats.org/officeDocument/2006/relationships/image" Target="../media/image5.png"/><Relationship Id="rId5" Type="http://schemas.openxmlformats.org/officeDocument/2006/relationships/image" Target="../media/image9.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8.png"/><Relationship Id="rId4"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png"/><Relationship Id="rId4" Type="http://schemas.openxmlformats.org/officeDocument/2006/relationships/image" Target="../media/image11.png"/><Relationship Id="rId5" Type="http://schemas.openxmlformats.org/officeDocument/2006/relationships/image" Target="../media/image1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0.png"/><Relationship Id="rId4" Type="http://schemas.openxmlformats.org/officeDocument/2006/relationships/image" Target="../media/image8.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8.png"/><Relationship Id="rId4" Type="http://schemas.openxmlformats.org/officeDocument/2006/relationships/image" Target="../media/image14.png"/><Relationship Id="rId5" Type="http://schemas.openxmlformats.org/officeDocument/2006/relationships/image" Target="../media/image1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0.png"/><Relationship Id="rId4" Type="http://schemas.openxmlformats.org/officeDocument/2006/relationships/image" Target="../media/image8.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 Id="rId3" Type="http://schemas.openxmlformats.org/officeDocument/2006/relationships/image" Target="../media/image19.png"/><Relationship Id="rId4" Type="http://schemas.openxmlformats.org/officeDocument/2006/relationships/image" Target="../media/image22.png"/><Relationship Id="rId5" Type="http://schemas.openxmlformats.org/officeDocument/2006/relationships/image" Target="../media/image21.png"/><Relationship Id="rId6" Type="http://schemas.openxmlformats.org/officeDocument/2006/relationships/image" Target="../media/image16.png"/><Relationship Id="rId7" Type="http://schemas.openxmlformats.org/officeDocument/2006/relationships/image" Target="../media/image17.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 Id="rId3" Type="http://schemas.openxmlformats.org/officeDocument/2006/relationships/image" Target="../media/image26.png"/><Relationship Id="rId4" Type="http://schemas.openxmlformats.org/officeDocument/2006/relationships/image" Target="../media/image62.png"/><Relationship Id="rId5" Type="http://schemas.openxmlformats.org/officeDocument/2006/relationships/image" Target="../media/image29.png"/><Relationship Id="rId6" Type="http://schemas.openxmlformats.org/officeDocument/2006/relationships/image" Target="../media/image28.png"/><Relationship Id="rId7" Type="http://schemas.openxmlformats.org/officeDocument/2006/relationships/image" Target="../media/image15.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png"/><Relationship Id="rId3" Type="http://schemas.openxmlformats.org/officeDocument/2006/relationships/image" Target="../media/image62.png"/><Relationship Id="rId4" Type="http://schemas.openxmlformats.org/officeDocument/2006/relationships/image" Target="../media/image24.png"/><Relationship Id="rId9" Type="http://schemas.openxmlformats.org/officeDocument/2006/relationships/image" Target="../media/image15.png"/><Relationship Id="rId5" Type="http://schemas.openxmlformats.org/officeDocument/2006/relationships/image" Target="../media/image26.png"/><Relationship Id="rId6" Type="http://schemas.openxmlformats.org/officeDocument/2006/relationships/image" Target="../media/image30.png"/><Relationship Id="rId7" Type="http://schemas.openxmlformats.org/officeDocument/2006/relationships/image" Target="../media/image29.png"/><Relationship Id="rId8" Type="http://schemas.openxmlformats.org/officeDocument/2006/relationships/image" Target="../media/image28.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png"/><Relationship Id="rId3" Type="http://schemas.openxmlformats.org/officeDocument/2006/relationships/image" Target="../media/image62.png"/><Relationship Id="rId4" Type="http://schemas.openxmlformats.org/officeDocument/2006/relationships/image" Target="../media/image31.png"/><Relationship Id="rId11" Type="http://schemas.openxmlformats.org/officeDocument/2006/relationships/image" Target="../media/image15.png"/><Relationship Id="rId10" Type="http://schemas.openxmlformats.org/officeDocument/2006/relationships/image" Target="../media/image34.png"/><Relationship Id="rId9" Type="http://schemas.openxmlformats.org/officeDocument/2006/relationships/image" Target="../media/image28.png"/><Relationship Id="rId5" Type="http://schemas.openxmlformats.org/officeDocument/2006/relationships/image" Target="../media/image24.png"/><Relationship Id="rId6" Type="http://schemas.openxmlformats.org/officeDocument/2006/relationships/image" Target="../media/image26.png"/><Relationship Id="rId7" Type="http://schemas.openxmlformats.org/officeDocument/2006/relationships/image" Target="../media/image30.png"/><Relationship Id="rId8" Type="http://schemas.openxmlformats.org/officeDocument/2006/relationships/image" Target="../media/image29.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36.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36.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36.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36.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36.png"/><Relationship Id="rId4" Type="http://schemas.openxmlformats.org/officeDocument/2006/relationships/image" Target="../media/image41.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36.png"/><Relationship Id="rId4" Type="http://schemas.openxmlformats.org/officeDocument/2006/relationships/image" Target="../media/image41.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36.png"/><Relationship Id="rId4" Type="http://schemas.openxmlformats.org/officeDocument/2006/relationships/image" Target="../media/image41.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36.png"/><Relationship Id="rId4" Type="http://schemas.openxmlformats.org/officeDocument/2006/relationships/image" Target="../media/image41.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2.png"/><Relationship Id="rId3" Type="http://schemas.openxmlformats.org/officeDocument/2006/relationships/image" Target="../media/image37.png"/><Relationship Id="rId4" Type="http://schemas.openxmlformats.org/officeDocument/2006/relationships/image" Target="../media/image41.png"/><Relationship Id="rId5" Type="http://schemas.openxmlformats.org/officeDocument/2006/relationships/image" Target="../media/image43.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1.png"/><Relationship Id="rId4" Type="http://schemas.openxmlformats.org/officeDocument/2006/relationships/image" Target="../media/image43.png"/><Relationship Id="rId5" Type="http://schemas.openxmlformats.org/officeDocument/2006/relationships/image" Target="../media/image42.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1.png"/><Relationship Id="rId4" Type="http://schemas.openxmlformats.org/officeDocument/2006/relationships/image" Target="../media/image43.png"/><Relationship Id="rId5" Type="http://schemas.openxmlformats.org/officeDocument/2006/relationships/image" Target="../media/image42.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1.png"/><Relationship Id="rId4" Type="http://schemas.openxmlformats.org/officeDocument/2006/relationships/image" Target="../media/image43.png"/><Relationship Id="rId5" Type="http://schemas.openxmlformats.org/officeDocument/2006/relationships/image" Target="../media/image42.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1.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1.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1.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1.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4.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4.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4.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4.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5.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5.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5.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5.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English" showMasterSp="0">
  <p:cSld name="Title Slide 2_1">
    <p:bg>
      <p:bgPr>
        <a:solidFill>
          <a:srgbClr val="BEF2BD"/>
        </a:solidFill>
      </p:bgPr>
    </p:bg>
    <p:spTree>
      <p:nvGrpSpPr>
        <p:cNvPr id="9" name="Shape 9"/>
        <p:cNvGrpSpPr/>
        <p:nvPr/>
      </p:nvGrpSpPr>
      <p:grpSpPr>
        <a:xfrm>
          <a:off x="0" y="0"/>
          <a:ext cx="0" cy="0"/>
          <a:chOff x="0" y="0"/>
          <a:chExt cx="0" cy="0"/>
        </a:xfrm>
      </p:grpSpPr>
      <p:pic>
        <p:nvPicPr>
          <p:cNvPr id="10" name="Google Shape;10;p2"/>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11" name="Google Shape;11;p2"/>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English</a:t>
            </a:r>
            <a:endParaRPr b="1" sz="1700">
              <a:latin typeface="Lexend"/>
              <a:ea typeface="Lexend"/>
              <a:cs typeface="Lexend"/>
              <a:sym typeface="Lexend"/>
            </a:endParaRPr>
          </a:p>
        </p:txBody>
      </p:sp>
      <p:sp>
        <p:nvSpPr>
          <p:cNvPr id="12" name="Google Shape;12;p2"/>
          <p:cNvSpPr txBox="1"/>
          <p:nvPr>
            <p:ph type="ctrTitle"/>
          </p:nvPr>
        </p:nvSpPr>
        <p:spPr>
          <a:xfrm>
            <a:off x="323850" y="810000"/>
            <a:ext cx="54507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 name="Google Shape;13;p2"/>
          <p:cNvSpPr txBox="1"/>
          <p:nvPr>
            <p:ph idx="1" type="subTitle"/>
          </p:nvPr>
        </p:nvSpPr>
        <p:spPr>
          <a:xfrm>
            <a:off x="890225" y="4327975"/>
            <a:ext cx="59862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14" name="Google Shape;14;p2"/>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15" name="Google Shape;15;p2"/>
          <p:cNvPicPr preferRelativeResize="0"/>
          <p:nvPr/>
        </p:nvPicPr>
        <p:blipFill>
          <a:blip r:embed="rId4">
            <a:alphaModFix/>
          </a:blip>
          <a:stretch>
            <a:fillRect/>
          </a:stretch>
        </p:blipFill>
        <p:spPr>
          <a:xfrm>
            <a:off x="6156975" y="0"/>
            <a:ext cx="2987025" cy="3854074"/>
          </a:xfrm>
          <a:prstGeom prst="rect">
            <a:avLst/>
          </a:prstGeom>
          <a:noFill/>
          <a:ln>
            <a:noFill/>
          </a:ln>
        </p:spPr>
      </p:pic>
      <p:sp>
        <p:nvSpPr>
          <p:cNvPr id="16" name="Google Shape;16;p2"/>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extLst>
    <p:ext uri="{DCECCB84-F9BA-43D5-87BE-67443E8EF086}">
      <p15:sldGuideLst>
        <p15:guide id="1" orient="horz" pos="2867">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aths" showMasterSp="0">
  <p:cSld name="Title Slide 2_1_1">
    <p:bg>
      <p:bgPr>
        <a:solidFill>
          <a:srgbClr val="BEF2BD"/>
        </a:solidFill>
      </p:bgPr>
    </p:bg>
    <p:spTree>
      <p:nvGrpSpPr>
        <p:cNvPr id="17" name="Shape 17"/>
        <p:cNvGrpSpPr/>
        <p:nvPr/>
      </p:nvGrpSpPr>
      <p:grpSpPr>
        <a:xfrm>
          <a:off x="0" y="0"/>
          <a:ext cx="0" cy="0"/>
          <a:chOff x="0" y="0"/>
          <a:chExt cx="0" cy="0"/>
        </a:xfrm>
      </p:grpSpPr>
      <p:pic>
        <p:nvPicPr>
          <p:cNvPr id="18" name="Google Shape;18;p3"/>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19" name="Google Shape;19;p3"/>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0" name="Google Shape;20;p3"/>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Maths</a:t>
            </a:r>
            <a:endParaRPr b="1" sz="1700">
              <a:latin typeface="Lexend"/>
              <a:ea typeface="Lexend"/>
              <a:cs typeface="Lexend"/>
              <a:sym typeface="Lexend"/>
            </a:endParaRPr>
          </a:p>
        </p:txBody>
      </p:sp>
      <p:sp>
        <p:nvSpPr>
          <p:cNvPr id="21" name="Google Shape;21;p3"/>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22" name="Google Shape;22;p3"/>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23" name="Google Shape;23;p3"/>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24" name="Google Shape;24;p3"/>
          <p:cNvPicPr preferRelativeResize="0"/>
          <p:nvPr/>
        </p:nvPicPr>
        <p:blipFill rotWithShape="1">
          <a:blip r:embed="rId4">
            <a:alphaModFix/>
          </a:blip>
          <a:srcRect b="0" l="6209" r="6209" t="0"/>
          <a:stretch/>
        </p:blipFill>
        <p:spPr>
          <a:xfrm>
            <a:off x="324000" y="4008600"/>
            <a:ext cx="707200" cy="1280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Geography" showMasterSp="0">
  <p:cSld name="Title Slide 2_1_1_1">
    <p:bg>
      <p:bgPr>
        <a:solidFill>
          <a:srgbClr val="BEF2BD"/>
        </a:solidFill>
      </p:bgPr>
    </p:bg>
    <p:spTree>
      <p:nvGrpSpPr>
        <p:cNvPr id="25" name="Shape 25"/>
        <p:cNvGrpSpPr/>
        <p:nvPr/>
      </p:nvGrpSpPr>
      <p:grpSpPr>
        <a:xfrm>
          <a:off x="0" y="0"/>
          <a:ext cx="0" cy="0"/>
          <a:chOff x="0" y="0"/>
          <a:chExt cx="0" cy="0"/>
        </a:xfrm>
      </p:grpSpPr>
      <p:pic>
        <p:nvPicPr>
          <p:cNvPr id="26" name="Google Shape;26;p4"/>
          <p:cNvPicPr preferRelativeResize="0"/>
          <p:nvPr/>
        </p:nvPicPr>
        <p:blipFill rotWithShape="1">
          <a:blip r:embed="rId2">
            <a:alphaModFix/>
          </a:blip>
          <a:srcRect b="0" l="6209" r="6209" t="0"/>
          <a:stretch/>
        </p:blipFill>
        <p:spPr>
          <a:xfrm>
            <a:off x="324000" y="4008600"/>
            <a:ext cx="1259825" cy="128000"/>
          </a:xfrm>
          <a:prstGeom prst="rect">
            <a:avLst/>
          </a:prstGeom>
          <a:noFill/>
          <a:ln>
            <a:noFill/>
          </a:ln>
        </p:spPr>
      </p:pic>
      <p:pic>
        <p:nvPicPr>
          <p:cNvPr id="27" name="Google Shape;27;p4"/>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28" name="Google Shape;28;p4"/>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9" name="Google Shape;29;p4"/>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Geography</a:t>
            </a:r>
            <a:endParaRPr b="1" sz="1700">
              <a:latin typeface="Lexend"/>
              <a:ea typeface="Lexend"/>
              <a:cs typeface="Lexend"/>
              <a:sym typeface="Lexend"/>
            </a:endParaRPr>
          </a:p>
        </p:txBody>
      </p:sp>
      <p:sp>
        <p:nvSpPr>
          <p:cNvPr id="30" name="Google Shape;30;p4"/>
          <p:cNvSpPr txBox="1"/>
          <p:nvPr>
            <p:ph idx="1" type="subTitle"/>
          </p:nvPr>
        </p:nvSpPr>
        <p:spPr>
          <a:xfrm>
            <a:off x="890225" y="4327975"/>
            <a:ext cx="59976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31" name="Google Shape;31;p4"/>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32" name="Google Shape;32;p4"/>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History" showMasterSp="0">
  <p:cSld name="Title Slide 2_1_1_1_1">
    <p:bg>
      <p:bgPr>
        <a:solidFill>
          <a:srgbClr val="BEF2BD"/>
        </a:solidFill>
      </p:bgPr>
    </p:bg>
    <p:spTree>
      <p:nvGrpSpPr>
        <p:cNvPr id="33"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35" name="Google Shape;35;p5"/>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 name="Google Shape;36;p5"/>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History</a:t>
            </a:r>
            <a:endParaRPr b="1" sz="1700">
              <a:latin typeface="Lexend"/>
              <a:ea typeface="Lexend"/>
              <a:cs typeface="Lexend"/>
              <a:sym typeface="Lexend"/>
            </a:endParaRPr>
          </a:p>
        </p:txBody>
      </p:sp>
      <p:sp>
        <p:nvSpPr>
          <p:cNvPr id="37" name="Google Shape;37;p5"/>
          <p:cNvSpPr txBox="1"/>
          <p:nvPr>
            <p:ph idx="1" type="subTitle"/>
          </p:nvPr>
        </p:nvSpPr>
        <p:spPr>
          <a:xfrm>
            <a:off x="890225" y="4327975"/>
            <a:ext cx="58041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38" name="Google Shape;38;p5"/>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39" name="Google Shape;39;p5"/>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40" name="Google Shape;40;p5"/>
          <p:cNvGrpSpPr/>
          <p:nvPr/>
        </p:nvGrpSpPr>
        <p:grpSpPr>
          <a:xfrm>
            <a:off x="6156975" y="0"/>
            <a:ext cx="2987025" cy="3854074"/>
            <a:chOff x="6156975" y="0"/>
            <a:chExt cx="2987025" cy="3854074"/>
          </a:xfrm>
        </p:grpSpPr>
        <p:pic>
          <p:nvPicPr>
            <p:cNvPr id="41" name="Google Shape;41;p5"/>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42" name="Google Shape;42;p5"/>
            <p:cNvSpPr/>
            <p:nvPr/>
          </p:nvSpPr>
          <p:spPr>
            <a:xfrm>
              <a:off x="6860400" y="1205850"/>
              <a:ext cx="1959600" cy="13659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3" name="Google Shape;43;p5"/>
            <p:cNvPicPr preferRelativeResize="0"/>
            <p:nvPr/>
          </p:nvPicPr>
          <p:blipFill>
            <a:blip r:embed="rId5">
              <a:alphaModFix/>
            </a:blip>
            <a:stretch>
              <a:fillRect/>
            </a:stretch>
          </p:blipFill>
          <p:spPr>
            <a:xfrm rot="-378432">
              <a:off x="7001357" y="1317070"/>
              <a:ext cx="1677682" cy="1143462"/>
            </a:xfrm>
            <a:prstGeom prst="rect">
              <a:avLst/>
            </a:prstGeom>
            <a:noFill/>
            <a:ln>
              <a:noFill/>
            </a:ln>
          </p:spPr>
        </p:pic>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usic" showMasterSp="0">
  <p:cSld name="Title Slide 2_1_1_1_1_1">
    <p:bg>
      <p:bgPr>
        <a:solidFill>
          <a:srgbClr val="BEF2BD"/>
        </a:solidFill>
      </p:bgPr>
    </p:bg>
    <p:spTree>
      <p:nvGrpSpPr>
        <p:cNvPr id="44" name="Shape 44"/>
        <p:cNvGrpSpPr/>
        <p:nvPr/>
      </p:nvGrpSpPr>
      <p:grpSpPr>
        <a:xfrm>
          <a:off x="0" y="0"/>
          <a:ext cx="0" cy="0"/>
          <a:chOff x="0" y="0"/>
          <a:chExt cx="0" cy="0"/>
        </a:xfrm>
      </p:grpSpPr>
      <p:pic>
        <p:nvPicPr>
          <p:cNvPr id="45" name="Google Shape;45;p6"/>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46" name="Google Shape;46;p6"/>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7" name="Google Shape;47;p6"/>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Music</a:t>
            </a:r>
            <a:endParaRPr b="1" sz="1700">
              <a:latin typeface="Lexend"/>
              <a:ea typeface="Lexend"/>
              <a:cs typeface="Lexend"/>
              <a:sym typeface="Lexend"/>
            </a:endParaRPr>
          </a:p>
        </p:txBody>
      </p:sp>
      <p:sp>
        <p:nvSpPr>
          <p:cNvPr id="48" name="Google Shape;48;p6"/>
          <p:cNvSpPr txBox="1"/>
          <p:nvPr>
            <p:ph idx="1" type="subTitle"/>
          </p:nvPr>
        </p:nvSpPr>
        <p:spPr>
          <a:xfrm>
            <a:off x="890225" y="4327975"/>
            <a:ext cx="57870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49" name="Google Shape;49;p6"/>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50" name="Google Shape;50;p6"/>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51" name="Google Shape;51;p6"/>
          <p:cNvPicPr preferRelativeResize="0"/>
          <p:nvPr/>
        </p:nvPicPr>
        <p:blipFill rotWithShape="1">
          <a:blip r:embed="rId4">
            <a:alphaModFix/>
          </a:blip>
          <a:srcRect b="0" l="6209" r="6209" t="0"/>
          <a:stretch/>
        </p:blipFill>
        <p:spPr>
          <a:xfrm>
            <a:off x="324000" y="4008600"/>
            <a:ext cx="661625" cy="1280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Science" showMasterSp="0">
  <p:cSld name="Title Slide 2_1_1_1_1_1_1">
    <p:bg>
      <p:bgPr>
        <a:solidFill>
          <a:srgbClr val="BEF2BD"/>
        </a:solidFill>
      </p:bgPr>
    </p:bg>
    <p:spTree>
      <p:nvGrpSpPr>
        <p:cNvPr id="52" name="Shape 52"/>
        <p:cNvGrpSpPr/>
        <p:nvPr/>
      </p:nvGrpSpPr>
      <p:grpSpPr>
        <a:xfrm>
          <a:off x="0" y="0"/>
          <a:ext cx="0" cy="0"/>
          <a:chOff x="0" y="0"/>
          <a:chExt cx="0" cy="0"/>
        </a:xfrm>
      </p:grpSpPr>
      <p:sp>
        <p:nvSpPr>
          <p:cNvPr id="53" name="Google Shape;53;p7"/>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4" name="Google Shape;54;p7"/>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Science</a:t>
            </a:r>
            <a:endParaRPr b="1" sz="1700">
              <a:latin typeface="Lexend"/>
              <a:ea typeface="Lexend"/>
              <a:cs typeface="Lexend"/>
              <a:sym typeface="Lexend"/>
            </a:endParaRPr>
          </a:p>
        </p:txBody>
      </p:sp>
      <p:sp>
        <p:nvSpPr>
          <p:cNvPr id="55" name="Google Shape;55;p7"/>
          <p:cNvSpPr txBox="1"/>
          <p:nvPr>
            <p:ph idx="1" type="subTitle"/>
          </p:nvPr>
        </p:nvSpPr>
        <p:spPr>
          <a:xfrm>
            <a:off x="890225" y="4327975"/>
            <a:ext cx="57927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56" name="Google Shape;56;p7"/>
          <p:cNvPicPr preferRelativeResize="0"/>
          <p:nvPr/>
        </p:nvPicPr>
        <p:blipFill rotWithShape="1">
          <a:blip r:embed="rId2">
            <a:alphaModFix/>
          </a:blip>
          <a:srcRect b="0" l="0" r="0" t="0"/>
          <a:stretch/>
        </p:blipFill>
        <p:spPr>
          <a:xfrm>
            <a:off x="7690424" y="4098434"/>
            <a:ext cx="1052750" cy="482825"/>
          </a:xfrm>
          <a:prstGeom prst="rect">
            <a:avLst/>
          </a:prstGeom>
          <a:noFill/>
          <a:ln>
            <a:noFill/>
          </a:ln>
        </p:spPr>
      </p:pic>
      <p:sp>
        <p:nvSpPr>
          <p:cNvPr id="57" name="Google Shape;57;p7"/>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58" name="Google Shape;58;p7"/>
          <p:cNvPicPr preferRelativeResize="0"/>
          <p:nvPr/>
        </p:nvPicPr>
        <p:blipFill rotWithShape="1">
          <a:blip r:embed="rId3">
            <a:alphaModFix/>
          </a:blip>
          <a:srcRect b="0" l="6209" r="6209" t="0"/>
          <a:stretch/>
        </p:blipFill>
        <p:spPr>
          <a:xfrm>
            <a:off x="324000" y="4008600"/>
            <a:ext cx="859400" cy="127996"/>
          </a:xfrm>
          <a:prstGeom prst="rect">
            <a:avLst/>
          </a:prstGeom>
          <a:noFill/>
          <a:ln>
            <a:noFill/>
          </a:ln>
        </p:spPr>
      </p:pic>
      <p:grpSp>
        <p:nvGrpSpPr>
          <p:cNvPr id="59" name="Google Shape;59;p7"/>
          <p:cNvGrpSpPr/>
          <p:nvPr/>
        </p:nvGrpSpPr>
        <p:grpSpPr>
          <a:xfrm>
            <a:off x="6156975" y="0"/>
            <a:ext cx="2987025" cy="3854074"/>
            <a:chOff x="6156975" y="0"/>
            <a:chExt cx="2987025" cy="3854074"/>
          </a:xfrm>
        </p:grpSpPr>
        <p:pic>
          <p:nvPicPr>
            <p:cNvPr id="60" name="Google Shape;60;p7"/>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61" name="Google Shape;61;p7"/>
            <p:cNvSpPr/>
            <p:nvPr/>
          </p:nvSpPr>
          <p:spPr>
            <a:xfrm>
              <a:off x="6860400" y="869975"/>
              <a:ext cx="1959600" cy="20070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2" name="Google Shape;62;p7"/>
            <p:cNvPicPr preferRelativeResize="0"/>
            <p:nvPr/>
          </p:nvPicPr>
          <p:blipFill>
            <a:blip r:embed="rId5">
              <a:alphaModFix/>
            </a:blip>
            <a:stretch>
              <a:fillRect/>
            </a:stretch>
          </p:blipFill>
          <p:spPr>
            <a:xfrm rot="-311816">
              <a:off x="7083000" y="1110274"/>
              <a:ext cx="1514398" cy="1526398"/>
            </a:xfrm>
            <a:prstGeom prst="rect">
              <a:avLst/>
            </a:prstGeom>
            <a:noFill/>
            <a:ln>
              <a:noFill/>
            </a:ln>
          </p:spPr>
        </p:pic>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Biology" showMasterSp="0">
  <p:cSld name="Title Slide 2_1_1_1_1_1_1_1">
    <p:bg>
      <p:bgPr>
        <a:solidFill>
          <a:srgbClr val="BEF2BD"/>
        </a:solidFill>
      </p:bgPr>
    </p:bg>
    <p:spTree>
      <p:nvGrpSpPr>
        <p:cNvPr id="63" name="Shape 63"/>
        <p:cNvGrpSpPr/>
        <p:nvPr/>
      </p:nvGrpSpPr>
      <p:grpSpPr>
        <a:xfrm>
          <a:off x="0" y="0"/>
          <a:ext cx="0" cy="0"/>
          <a:chOff x="0" y="0"/>
          <a:chExt cx="0" cy="0"/>
        </a:xfrm>
      </p:grpSpPr>
      <p:pic>
        <p:nvPicPr>
          <p:cNvPr id="64" name="Google Shape;64;p8"/>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pic>
        <p:nvPicPr>
          <p:cNvPr id="65" name="Google Shape;65;p8"/>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66" name="Google Shape;66;p8"/>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7" name="Google Shape;67;p8"/>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Biology</a:t>
            </a:r>
            <a:endParaRPr b="1" sz="1700">
              <a:latin typeface="Lexend"/>
              <a:ea typeface="Lexend"/>
              <a:cs typeface="Lexend"/>
              <a:sym typeface="Lexend"/>
            </a:endParaRPr>
          </a:p>
        </p:txBody>
      </p:sp>
      <p:sp>
        <p:nvSpPr>
          <p:cNvPr id="68" name="Google Shape;68;p8"/>
          <p:cNvSpPr txBox="1"/>
          <p:nvPr>
            <p:ph idx="1" type="subTitle"/>
          </p:nvPr>
        </p:nvSpPr>
        <p:spPr>
          <a:xfrm>
            <a:off x="890225" y="4327975"/>
            <a:ext cx="57756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69" name="Google Shape;69;p8"/>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70" name="Google Shape;70;p8"/>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Physics" showMasterSp="0">
  <p:cSld name="Title Slide 2_1_1_1_1_1_1_1_1">
    <p:bg>
      <p:bgPr>
        <a:solidFill>
          <a:srgbClr val="BEF2BD"/>
        </a:solidFill>
      </p:bgPr>
    </p:bg>
    <p:spTree>
      <p:nvGrpSpPr>
        <p:cNvPr id="71" name="Shape 71"/>
        <p:cNvGrpSpPr/>
        <p:nvPr/>
      </p:nvGrpSpPr>
      <p:grpSpPr>
        <a:xfrm>
          <a:off x="0" y="0"/>
          <a:ext cx="0" cy="0"/>
          <a:chOff x="0" y="0"/>
          <a:chExt cx="0" cy="0"/>
        </a:xfrm>
      </p:grpSpPr>
      <p:pic>
        <p:nvPicPr>
          <p:cNvPr id="72" name="Google Shape;72;p9"/>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73" name="Google Shape;73;p9"/>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4" name="Google Shape;74;p9"/>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Physics</a:t>
            </a:r>
            <a:endParaRPr b="1" sz="1700">
              <a:latin typeface="Lexend"/>
              <a:ea typeface="Lexend"/>
              <a:cs typeface="Lexend"/>
              <a:sym typeface="Lexend"/>
            </a:endParaRPr>
          </a:p>
        </p:txBody>
      </p:sp>
      <p:sp>
        <p:nvSpPr>
          <p:cNvPr id="75" name="Google Shape;75;p9"/>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76" name="Google Shape;76;p9"/>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77" name="Google Shape;77;p9"/>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78" name="Google Shape;78;p9"/>
          <p:cNvGrpSpPr/>
          <p:nvPr/>
        </p:nvGrpSpPr>
        <p:grpSpPr>
          <a:xfrm>
            <a:off x="6156975" y="0"/>
            <a:ext cx="2987025" cy="3854074"/>
            <a:chOff x="6156975" y="0"/>
            <a:chExt cx="2987025" cy="3854074"/>
          </a:xfrm>
        </p:grpSpPr>
        <p:pic>
          <p:nvPicPr>
            <p:cNvPr id="79" name="Google Shape;79;p9"/>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80" name="Google Shape;80;p9"/>
            <p:cNvSpPr/>
            <p:nvPr/>
          </p:nvSpPr>
          <p:spPr>
            <a:xfrm>
              <a:off x="6898050" y="839288"/>
              <a:ext cx="1959600" cy="23547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1" name="Google Shape;81;p9"/>
            <p:cNvPicPr preferRelativeResize="0"/>
            <p:nvPr/>
          </p:nvPicPr>
          <p:blipFill>
            <a:blip r:embed="rId5">
              <a:alphaModFix/>
            </a:blip>
            <a:stretch>
              <a:fillRect/>
            </a:stretch>
          </p:blipFill>
          <p:spPr>
            <a:xfrm rot="-384492">
              <a:off x="7235674" y="1037850"/>
              <a:ext cx="1204851" cy="1957577"/>
            </a:xfrm>
            <a:prstGeom prst="rect">
              <a:avLst/>
            </a:prstGeom>
            <a:noFill/>
            <a:ln>
              <a:noFill/>
            </a:ln>
          </p:spPr>
        </p:pic>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hemistry" showMasterSp="0">
  <p:cSld name="Title Slide 2_1_1_1_1_1_1_1_1_1">
    <p:bg>
      <p:bgPr>
        <a:solidFill>
          <a:srgbClr val="BEF2BD"/>
        </a:solidFill>
      </p:bgPr>
    </p:bg>
    <p:spTree>
      <p:nvGrpSpPr>
        <p:cNvPr id="82" name="Shape 82"/>
        <p:cNvGrpSpPr/>
        <p:nvPr/>
      </p:nvGrpSpPr>
      <p:grpSpPr>
        <a:xfrm>
          <a:off x="0" y="0"/>
          <a:ext cx="0" cy="0"/>
          <a:chOff x="0" y="0"/>
          <a:chExt cx="0" cy="0"/>
        </a:xfrm>
      </p:grpSpPr>
      <p:pic>
        <p:nvPicPr>
          <p:cNvPr id="83" name="Google Shape;83;p10"/>
          <p:cNvPicPr preferRelativeResize="0"/>
          <p:nvPr/>
        </p:nvPicPr>
        <p:blipFill rotWithShape="1">
          <a:blip r:embed="rId2">
            <a:alphaModFix/>
          </a:blip>
          <a:srcRect b="0" l="6209" r="6209" t="0"/>
          <a:stretch/>
        </p:blipFill>
        <p:spPr>
          <a:xfrm>
            <a:off x="324000" y="4008600"/>
            <a:ext cx="1117400" cy="128000"/>
          </a:xfrm>
          <a:prstGeom prst="rect">
            <a:avLst/>
          </a:prstGeom>
          <a:noFill/>
          <a:ln>
            <a:noFill/>
          </a:ln>
        </p:spPr>
      </p:pic>
      <p:pic>
        <p:nvPicPr>
          <p:cNvPr id="84" name="Google Shape;84;p10"/>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85" name="Google Shape;85;p10"/>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6" name="Google Shape;86;p10"/>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Chemistry</a:t>
            </a:r>
            <a:endParaRPr b="1" sz="1700">
              <a:latin typeface="Lexend"/>
              <a:ea typeface="Lexend"/>
              <a:cs typeface="Lexend"/>
              <a:sym typeface="Lexend"/>
            </a:endParaRPr>
          </a:p>
        </p:txBody>
      </p:sp>
      <p:sp>
        <p:nvSpPr>
          <p:cNvPr id="87" name="Google Shape;87;p10"/>
          <p:cNvSpPr txBox="1"/>
          <p:nvPr>
            <p:ph idx="1" type="subTitle"/>
          </p:nvPr>
        </p:nvSpPr>
        <p:spPr>
          <a:xfrm>
            <a:off x="890225" y="4327975"/>
            <a:ext cx="58551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88" name="Google Shape;88;p10"/>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89" name="Google Shape;89;p10"/>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1 Outcome">
  <p:cSld name="CUSTOM_5">
    <p:bg>
      <p:bgPr>
        <a:solidFill>
          <a:srgbClr val="BEF2BD"/>
        </a:solidFill>
      </p:bgPr>
    </p:bg>
    <p:spTree>
      <p:nvGrpSpPr>
        <p:cNvPr id="90" name="Shape 90"/>
        <p:cNvGrpSpPr/>
        <p:nvPr/>
      </p:nvGrpSpPr>
      <p:grpSpPr>
        <a:xfrm>
          <a:off x="0" y="0"/>
          <a:ext cx="0" cy="0"/>
          <a:chOff x="0" y="0"/>
          <a:chExt cx="0" cy="0"/>
        </a:xfrm>
      </p:grpSpPr>
      <p:pic>
        <p:nvPicPr>
          <p:cNvPr id="91" name="Google Shape;91;p11"/>
          <p:cNvPicPr preferRelativeResize="0"/>
          <p:nvPr/>
        </p:nvPicPr>
        <p:blipFill>
          <a:blip r:embed="rId2">
            <a:alphaModFix/>
          </a:blip>
          <a:stretch>
            <a:fillRect/>
          </a:stretch>
        </p:blipFill>
        <p:spPr>
          <a:xfrm>
            <a:off x="343225" y="1388370"/>
            <a:ext cx="7945600" cy="2919776"/>
          </a:xfrm>
          <a:prstGeom prst="rect">
            <a:avLst/>
          </a:prstGeom>
          <a:noFill/>
          <a:ln>
            <a:noFill/>
          </a:ln>
        </p:spPr>
      </p:pic>
      <p:sp>
        <p:nvSpPr>
          <p:cNvPr id="92" name="Google Shape;92;p11"/>
          <p:cNvSpPr txBox="1"/>
          <p:nvPr/>
        </p:nvSpPr>
        <p:spPr>
          <a:xfrm>
            <a:off x="325207" y="454765"/>
            <a:ext cx="4575600" cy="431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800">
                <a:latin typeface="Lexend"/>
                <a:ea typeface="Lexend"/>
                <a:cs typeface="Lexend"/>
                <a:sym typeface="Lexend"/>
              </a:rPr>
              <a:t>Outcome</a:t>
            </a:r>
            <a:endParaRPr b="1" sz="2800">
              <a:latin typeface="Lexend"/>
              <a:ea typeface="Lexend"/>
              <a:cs typeface="Lexend"/>
              <a:sym typeface="Lexend"/>
            </a:endParaRPr>
          </a:p>
        </p:txBody>
      </p:sp>
      <p:sp>
        <p:nvSpPr>
          <p:cNvPr id="93" name="Google Shape;93;p11"/>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lvl1pPr lvl="0">
              <a:lnSpc>
                <a:spcPct val="115000"/>
              </a:lnSpc>
              <a:spcBef>
                <a:spcPts val="0"/>
              </a:spcBef>
              <a:spcAft>
                <a:spcPts val="0"/>
              </a:spcAft>
              <a:buSzPts val="2000"/>
              <a:buNone/>
              <a:defRPr sz="2000"/>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2 Hidden guidance slide">
  <p:cSld name="CUSTOM_1">
    <p:spTree>
      <p:nvGrpSpPr>
        <p:cNvPr id="94" name="Shape 94"/>
        <p:cNvGrpSpPr/>
        <p:nvPr/>
      </p:nvGrpSpPr>
      <p:grpSpPr>
        <a:xfrm>
          <a:off x="0" y="0"/>
          <a:ext cx="0" cy="0"/>
          <a:chOff x="0" y="0"/>
          <a:chExt cx="0" cy="0"/>
        </a:xfrm>
      </p:grpSpPr>
      <p:sp>
        <p:nvSpPr>
          <p:cNvPr id="95" name="Google Shape;95;p12"/>
          <p:cNvSpPr txBox="1"/>
          <p:nvPr/>
        </p:nvSpPr>
        <p:spPr>
          <a:xfrm>
            <a:off x="177375" y="724875"/>
            <a:ext cx="4241400" cy="646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Oak’s lessons are structured around </a:t>
            </a:r>
            <a:r>
              <a:rPr b="1" lang="en-GB" sz="1200">
                <a:latin typeface="Lexend"/>
                <a:ea typeface="Lexend"/>
                <a:cs typeface="Lexend"/>
                <a:sym typeface="Lexend"/>
              </a:rPr>
              <a:t>learning cycles</a:t>
            </a:r>
            <a:r>
              <a:rPr i="1" lang="en-GB" sz="1200">
                <a:latin typeface="Lexend"/>
                <a:ea typeface="Lexend"/>
                <a:cs typeface="Lexend"/>
                <a:sym typeface="Lexend"/>
              </a:rPr>
              <a:t>.</a:t>
            </a:r>
            <a:r>
              <a:rPr lang="en-GB" sz="1200">
                <a:latin typeface="Lexend"/>
                <a:ea typeface="Lexend"/>
                <a:cs typeface="Lexend"/>
                <a:sym typeface="Lexend"/>
              </a:rPr>
              <a:t> </a:t>
            </a:r>
            <a:r>
              <a:rPr lang="en-GB" sz="1200">
                <a:latin typeface="Lexend"/>
                <a:ea typeface="Lexend"/>
                <a:cs typeface="Lexend"/>
                <a:sym typeface="Lexend"/>
              </a:rPr>
              <a:t>These are indicated through colour in the slide deck:</a:t>
            </a:r>
            <a:endParaRPr sz="1200">
              <a:latin typeface="Lexend"/>
              <a:ea typeface="Lexend"/>
              <a:cs typeface="Lexend"/>
              <a:sym typeface="Lexend"/>
            </a:endParaRPr>
          </a:p>
        </p:txBody>
      </p:sp>
      <p:sp>
        <p:nvSpPr>
          <p:cNvPr id="96" name="Google Shape;96;p12"/>
          <p:cNvSpPr txBox="1"/>
          <p:nvPr/>
        </p:nvSpPr>
        <p:spPr>
          <a:xfrm>
            <a:off x="177375" y="248475"/>
            <a:ext cx="4241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800">
                <a:latin typeface="Lexend"/>
                <a:ea typeface="Lexend"/>
                <a:cs typeface="Lexend"/>
                <a:sym typeface="Lexend"/>
              </a:rPr>
              <a:t>Oak’s lesson structure</a:t>
            </a:r>
            <a:endParaRPr b="1" sz="1800">
              <a:latin typeface="Lexend"/>
              <a:ea typeface="Lexend"/>
              <a:cs typeface="Lexend"/>
              <a:sym typeface="Lexend"/>
            </a:endParaRPr>
          </a:p>
        </p:txBody>
      </p:sp>
      <p:sp>
        <p:nvSpPr>
          <p:cNvPr id="97" name="Google Shape;97;p12"/>
          <p:cNvSpPr txBox="1"/>
          <p:nvPr/>
        </p:nvSpPr>
        <p:spPr>
          <a:xfrm>
            <a:off x="4825725" y="248475"/>
            <a:ext cx="4012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800">
                <a:latin typeface="Lexend"/>
                <a:ea typeface="Lexend"/>
                <a:cs typeface="Lexend"/>
                <a:sym typeface="Lexend"/>
              </a:rPr>
              <a:t>Useful links</a:t>
            </a:r>
            <a:endParaRPr b="1" sz="1800">
              <a:latin typeface="Lexend"/>
              <a:ea typeface="Lexend"/>
              <a:cs typeface="Lexend"/>
              <a:sym typeface="Lexend"/>
            </a:endParaRPr>
          </a:p>
        </p:txBody>
      </p:sp>
      <p:sp>
        <p:nvSpPr>
          <p:cNvPr id="98" name="Google Shape;98;p12"/>
          <p:cNvSpPr txBox="1"/>
          <p:nvPr/>
        </p:nvSpPr>
        <p:spPr>
          <a:xfrm>
            <a:off x="177375" y="3053550"/>
            <a:ext cx="4207200" cy="369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Each</a:t>
            </a:r>
            <a:r>
              <a:rPr b="1" lang="en-GB" sz="1200">
                <a:latin typeface="Lexend"/>
                <a:ea typeface="Lexend"/>
                <a:cs typeface="Lexend"/>
                <a:sym typeface="Lexend"/>
              </a:rPr>
              <a:t> learning cycle</a:t>
            </a:r>
            <a:r>
              <a:rPr lang="en-GB" sz="1200">
                <a:latin typeface="Lexend"/>
                <a:ea typeface="Lexend"/>
                <a:cs typeface="Lexend"/>
                <a:sym typeface="Lexend"/>
              </a:rPr>
              <a:t> covers several phases:</a:t>
            </a:r>
            <a:endParaRPr sz="1200">
              <a:latin typeface="Lexend"/>
              <a:ea typeface="Lexend"/>
              <a:cs typeface="Lexend"/>
              <a:sym typeface="Lexend"/>
            </a:endParaRPr>
          </a:p>
        </p:txBody>
      </p:sp>
      <p:sp>
        <p:nvSpPr>
          <p:cNvPr id="99" name="Google Shape;99;p12"/>
          <p:cNvSpPr txBox="1"/>
          <p:nvPr/>
        </p:nvSpPr>
        <p:spPr>
          <a:xfrm>
            <a:off x="4825725" y="724875"/>
            <a:ext cx="40128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1000"/>
              </a:spcAft>
              <a:buNone/>
            </a:pPr>
            <a:r>
              <a:rPr lang="en-GB" sz="1200">
                <a:latin typeface="Lexend"/>
                <a:ea typeface="Lexend"/>
                <a:cs typeface="Lexend"/>
                <a:sym typeface="Lexend"/>
              </a:rPr>
              <a:t>Advice</a:t>
            </a:r>
            <a:r>
              <a:rPr lang="en-GB" sz="1200">
                <a:latin typeface="Lexend"/>
                <a:ea typeface="Lexend"/>
                <a:cs typeface="Lexend"/>
                <a:sym typeface="Lexend"/>
              </a:rPr>
              <a:t> on</a:t>
            </a:r>
            <a:r>
              <a:rPr lang="en-GB" sz="1200">
                <a:latin typeface="Lexend"/>
                <a:ea typeface="Lexend"/>
                <a:cs typeface="Lexend"/>
                <a:sym typeface="Lexend"/>
              </a:rPr>
              <a:t>                                          </a:t>
            </a:r>
            <a:r>
              <a:rPr lang="en-GB" sz="1200">
                <a:latin typeface="Lexend"/>
                <a:ea typeface="Lexend"/>
                <a:cs typeface="Lexend"/>
                <a:sym typeface="Lexend"/>
              </a:rPr>
              <a:t>to </a:t>
            </a:r>
            <a:r>
              <a:rPr lang="en-GB" sz="1200">
                <a:solidFill>
                  <a:schemeClr val="dk1"/>
                </a:solidFill>
                <a:latin typeface="Lexend"/>
                <a:ea typeface="Lexend"/>
                <a:cs typeface="Lexend"/>
                <a:sym typeface="Lexend"/>
              </a:rPr>
              <a:t>bring the lesson to life in your classroom and</a:t>
            </a:r>
            <a:r>
              <a:rPr lang="en-GB" sz="1200">
                <a:latin typeface="Lexend"/>
                <a:ea typeface="Lexend"/>
                <a:cs typeface="Lexend"/>
                <a:sym typeface="Lexend"/>
              </a:rPr>
              <a:t> best fit the needs of your pupils.</a:t>
            </a:r>
            <a:endParaRPr sz="1200">
              <a:latin typeface="Lexend"/>
              <a:ea typeface="Lexend"/>
              <a:cs typeface="Lexend"/>
              <a:sym typeface="Lexend"/>
            </a:endParaRPr>
          </a:p>
        </p:txBody>
      </p:sp>
      <p:grpSp>
        <p:nvGrpSpPr>
          <p:cNvPr id="100" name="Google Shape;100;p12"/>
          <p:cNvGrpSpPr/>
          <p:nvPr/>
        </p:nvGrpSpPr>
        <p:grpSpPr>
          <a:xfrm>
            <a:off x="2498516" y="1415817"/>
            <a:ext cx="1745270" cy="1430724"/>
            <a:chOff x="2642961" y="1644312"/>
            <a:chExt cx="1454634" cy="1195657"/>
          </a:xfrm>
        </p:grpSpPr>
        <p:pic>
          <p:nvPicPr>
            <p:cNvPr id="101" name="Google Shape;101;p12"/>
            <p:cNvPicPr preferRelativeResize="0"/>
            <p:nvPr/>
          </p:nvPicPr>
          <p:blipFill>
            <a:blip r:embed="rId2">
              <a:alphaModFix/>
            </a:blip>
            <a:stretch>
              <a:fillRect/>
            </a:stretch>
          </p:blipFill>
          <p:spPr>
            <a:xfrm>
              <a:off x="2642975" y="1644312"/>
              <a:ext cx="1454621" cy="287396"/>
            </a:xfrm>
            <a:prstGeom prst="rect">
              <a:avLst/>
            </a:prstGeom>
            <a:noFill/>
            <a:ln>
              <a:noFill/>
            </a:ln>
            <a:effectLst>
              <a:outerShdw blurRad="57150" rotWithShape="0" algn="bl" dir="5400000" dist="19050">
                <a:srgbClr val="000000">
                  <a:alpha val="50000"/>
                </a:srgbClr>
              </a:outerShdw>
            </a:effectLst>
          </p:spPr>
        </p:pic>
        <p:pic>
          <p:nvPicPr>
            <p:cNvPr id="102" name="Google Shape;102;p12"/>
            <p:cNvPicPr preferRelativeResize="0"/>
            <p:nvPr/>
          </p:nvPicPr>
          <p:blipFill>
            <a:blip r:embed="rId3">
              <a:alphaModFix/>
            </a:blip>
            <a:stretch>
              <a:fillRect/>
            </a:stretch>
          </p:blipFill>
          <p:spPr>
            <a:xfrm>
              <a:off x="2642975" y="1936215"/>
              <a:ext cx="1454618" cy="287940"/>
            </a:xfrm>
            <a:prstGeom prst="rect">
              <a:avLst/>
            </a:prstGeom>
            <a:noFill/>
            <a:ln>
              <a:noFill/>
            </a:ln>
            <a:effectLst>
              <a:outerShdw blurRad="57150" rotWithShape="0" algn="bl" dir="5400000" dist="19050">
                <a:srgbClr val="000000">
                  <a:alpha val="50000"/>
                </a:srgbClr>
              </a:outerShdw>
            </a:effectLst>
          </p:spPr>
        </p:pic>
        <p:pic>
          <p:nvPicPr>
            <p:cNvPr id="103" name="Google Shape;103;p12"/>
            <p:cNvPicPr preferRelativeResize="0"/>
            <p:nvPr/>
          </p:nvPicPr>
          <p:blipFill>
            <a:blip r:embed="rId4">
              <a:alphaModFix/>
            </a:blip>
            <a:stretch>
              <a:fillRect/>
            </a:stretch>
          </p:blipFill>
          <p:spPr>
            <a:xfrm>
              <a:off x="2642965" y="2251391"/>
              <a:ext cx="1454621" cy="284581"/>
            </a:xfrm>
            <a:prstGeom prst="rect">
              <a:avLst/>
            </a:prstGeom>
            <a:noFill/>
            <a:ln>
              <a:noFill/>
            </a:ln>
            <a:effectLst>
              <a:outerShdw blurRad="57150" rotWithShape="0" algn="bl" dir="5400000" dist="19050">
                <a:srgbClr val="000000">
                  <a:alpha val="50000"/>
                </a:srgbClr>
              </a:outerShdw>
            </a:effectLst>
          </p:spPr>
        </p:pic>
        <p:pic>
          <p:nvPicPr>
            <p:cNvPr id="104" name="Google Shape;104;p12"/>
            <p:cNvPicPr preferRelativeResize="0"/>
            <p:nvPr/>
          </p:nvPicPr>
          <p:blipFill>
            <a:blip r:embed="rId5">
              <a:alphaModFix/>
            </a:blip>
            <a:stretch>
              <a:fillRect/>
            </a:stretch>
          </p:blipFill>
          <p:spPr>
            <a:xfrm>
              <a:off x="2642961" y="2563206"/>
              <a:ext cx="1454620" cy="276764"/>
            </a:xfrm>
            <a:prstGeom prst="rect">
              <a:avLst/>
            </a:prstGeom>
            <a:noFill/>
            <a:ln>
              <a:noFill/>
            </a:ln>
            <a:effectLst>
              <a:outerShdw blurRad="57150" rotWithShape="0" algn="bl" dir="5400000" dist="19050">
                <a:srgbClr val="000000">
                  <a:alpha val="50000"/>
                </a:srgbClr>
              </a:outerShdw>
            </a:effectLst>
          </p:spPr>
        </p:pic>
      </p:grpSp>
      <p:pic>
        <p:nvPicPr>
          <p:cNvPr id="105" name="Google Shape;105;p12"/>
          <p:cNvPicPr preferRelativeResize="0"/>
          <p:nvPr/>
        </p:nvPicPr>
        <p:blipFill rotWithShape="1">
          <a:blip r:embed="rId6">
            <a:alphaModFix/>
          </a:blip>
          <a:srcRect b="5222" l="3910" r="0" t="0"/>
          <a:stretch/>
        </p:blipFill>
        <p:spPr>
          <a:xfrm>
            <a:off x="1252313" y="3417350"/>
            <a:ext cx="2057336" cy="1195675"/>
          </a:xfrm>
          <a:prstGeom prst="rect">
            <a:avLst/>
          </a:prstGeom>
          <a:noFill/>
          <a:ln>
            <a:noFill/>
          </a:ln>
        </p:spPr>
      </p:pic>
      <p:pic>
        <p:nvPicPr>
          <p:cNvPr id="106" name="Google Shape;106;p12"/>
          <p:cNvPicPr preferRelativeResize="0"/>
          <p:nvPr/>
        </p:nvPicPr>
        <p:blipFill>
          <a:blip r:embed="rId7">
            <a:alphaModFix/>
          </a:blip>
          <a:stretch>
            <a:fillRect/>
          </a:stretch>
        </p:blipFill>
        <p:spPr>
          <a:xfrm>
            <a:off x="246350" y="1549488"/>
            <a:ext cx="2057324" cy="1163398"/>
          </a:xfrm>
          <a:prstGeom prst="rect">
            <a:avLst/>
          </a:prstGeom>
          <a:noFill/>
          <a:ln>
            <a:noFill/>
          </a:ln>
          <a:effectLst>
            <a:outerShdw blurRad="57150" rotWithShape="0" algn="bl" dir="5400000" dist="19050">
              <a:srgbClr val="000000">
                <a:alpha val="50000"/>
              </a:srgbClr>
            </a:outerShdw>
          </a:effectLst>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3)">
  <p:cSld name="CUSTOM_3_1">
    <p:spTree>
      <p:nvGrpSpPr>
        <p:cNvPr id="107" name="Shape 107"/>
        <p:cNvGrpSpPr/>
        <p:nvPr/>
      </p:nvGrpSpPr>
      <p:grpSpPr>
        <a:xfrm>
          <a:off x="0" y="0"/>
          <a:ext cx="0" cy="0"/>
          <a:chOff x="0" y="0"/>
          <a:chExt cx="0" cy="0"/>
        </a:xfrm>
      </p:grpSpPr>
      <p:sp>
        <p:nvSpPr>
          <p:cNvPr id="108" name="Google Shape;108;p13"/>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9" name="Google Shape;109;p13"/>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10" name="Google Shape;110;p13"/>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11" name="Google Shape;111;p13"/>
          <p:cNvSpPr txBox="1"/>
          <p:nvPr>
            <p:ph idx="1" type="subTitle"/>
          </p:nvPr>
        </p:nvSpPr>
        <p:spPr>
          <a:xfrm>
            <a:off x="323994" y="99364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12" name="Google Shape;112;p13"/>
          <p:cNvSpPr txBox="1"/>
          <p:nvPr>
            <p:ph idx="2" type="subTitle"/>
          </p:nvPr>
        </p:nvSpPr>
        <p:spPr>
          <a:xfrm>
            <a:off x="323994" y="223873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13" name="Google Shape;113;p13"/>
          <p:cNvSpPr txBox="1"/>
          <p:nvPr>
            <p:ph idx="3" type="subTitle"/>
          </p:nvPr>
        </p:nvSpPr>
        <p:spPr>
          <a:xfrm>
            <a:off x="323994" y="348382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1 Keywords definitions (3)">
  <p:cSld name="CUSTOM_3_1_1">
    <p:spTree>
      <p:nvGrpSpPr>
        <p:cNvPr id="114" name="Shape 114"/>
        <p:cNvGrpSpPr/>
        <p:nvPr/>
      </p:nvGrpSpPr>
      <p:grpSpPr>
        <a:xfrm>
          <a:off x="0" y="0"/>
          <a:ext cx="0" cy="0"/>
          <a:chOff x="0" y="0"/>
          <a:chExt cx="0" cy="0"/>
        </a:xfrm>
      </p:grpSpPr>
      <p:sp>
        <p:nvSpPr>
          <p:cNvPr id="115" name="Google Shape;115;p14"/>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6" name="Google Shape;116;p14"/>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17" name="Google Shape;117;p14"/>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18" name="Google Shape;118;p14"/>
          <p:cNvSpPr txBox="1"/>
          <p:nvPr>
            <p:ph idx="1" type="subTitle"/>
          </p:nvPr>
        </p:nvSpPr>
        <p:spPr>
          <a:xfrm>
            <a:off x="324000" y="993650"/>
            <a:ext cx="8496000" cy="544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None/>
              <a:defRPr>
                <a:solidFill>
                  <a:srgbClr val="282828"/>
                </a:solidFill>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19" name="Google Shape;119;p14"/>
          <p:cNvSpPr txBox="1"/>
          <p:nvPr>
            <p:ph idx="2" type="subTitle"/>
          </p:nvPr>
        </p:nvSpPr>
        <p:spPr>
          <a:xfrm>
            <a:off x="324001" y="2238725"/>
            <a:ext cx="84960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None/>
              <a:defRPr>
                <a:solidFill>
                  <a:srgbClr val="282828"/>
                </a:solidFill>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20" name="Google Shape;120;p14"/>
          <p:cNvSpPr txBox="1"/>
          <p:nvPr>
            <p:ph idx="3" type="subTitle"/>
          </p:nvPr>
        </p:nvSpPr>
        <p:spPr>
          <a:xfrm>
            <a:off x="324001" y="3483825"/>
            <a:ext cx="84960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None/>
              <a:defRPr>
                <a:solidFill>
                  <a:srgbClr val="282828"/>
                </a:solidFill>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1 Keyword (4)">
  <p:cSld name="CUSTOM_27_1">
    <p:spTree>
      <p:nvGrpSpPr>
        <p:cNvPr id="121" name="Shape 121"/>
        <p:cNvGrpSpPr/>
        <p:nvPr/>
      </p:nvGrpSpPr>
      <p:grpSpPr>
        <a:xfrm>
          <a:off x="0" y="0"/>
          <a:ext cx="0" cy="0"/>
          <a:chOff x="0" y="0"/>
          <a:chExt cx="0" cy="0"/>
        </a:xfrm>
      </p:grpSpPr>
      <p:sp>
        <p:nvSpPr>
          <p:cNvPr id="122" name="Google Shape;122;p15"/>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3" name="Google Shape;123;p15"/>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24" name="Google Shape;124;p15"/>
          <p:cNvSpPr txBox="1"/>
          <p:nvPr>
            <p:ph idx="1" type="subTitle"/>
          </p:nvPr>
        </p:nvSpPr>
        <p:spPr>
          <a:xfrm>
            <a:off x="324000" y="908475"/>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25" name="Google Shape;125;p15"/>
          <p:cNvSpPr txBox="1"/>
          <p:nvPr>
            <p:ph idx="2" type="subTitle"/>
          </p:nvPr>
        </p:nvSpPr>
        <p:spPr>
          <a:xfrm>
            <a:off x="324000" y="1905625"/>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26" name="Google Shape;126;p15"/>
          <p:cNvSpPr txBox="1"/>
          <p:nvPr>
            <p:ph idx="3" type="subTitle"/>
          </p:nvPr>
        </p:nvSpPr>
        <p:spPr>
          <a:xfrm>
            <a:off x="324000" y="2897675"/>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27" name="Google Shape;127;p15"/>
          <p:cNvSpPr txBox="1"/>
          <p:nvPr>
            <p:ph idx="4" type="subTitle"/>
          </p:nvPr>
        </p:nvSpPr>
        <p:spPr>
          <a:xfrm>
            <a:off x="324000" y="3887250"/>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28" name="Google Shape;128;p15"/>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1.1 Keyword definitions (4)">
  <p:cSld name="CUSTOM_27_1_2">
    <p:spTree>
      <p:nvGrpSpPr>
        <p:cNvPr id="129" name="Shape 129"/>
        <p:cNvGrpSpPr/>
        <p:nvPr/>
      </p:nvGrpSpPr>
      <p:grpSpPr>
        <a:xfrm>
          <a:off x="0" y="0"/>
          <a:ext cx="0" cy="0"/>
          <a:chOff x="0" y="0"/>
          <a:chExt cx="0" cy="0"/>
        </a:xfrm>
      </p:grpSpPr>
      <p:sp>
        <p:nvSpPr>
          <p:cNvPr id="130" name="Google Shape;130;p16"/>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1" name="Google Shape;131;p16"/>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32" name="Google Shape;132;p16"/>
          <p:cNvSpPr txBox="1"/>
          <p:nvPr>
            <p:ph idx="1" type="subTitle"/>
          </p:nvPr>
        </p:nvSpPr>
        <p:spPr>
          <a:xfrm>
            <a:off x="324000" y="90847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3" name="Google Shape;133;p16"/>
          <p:cNvSpPr txBox="1"/>
          <p:nvPr>
            <p:ph idx="2" type="subTitle"/>
          </p:nvPr>
        </p:nvSpPr>
        <p:spPr>
          <a:xfrm>
            <a:off x="324000" y="190562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4" name="Google Shape;134;p16"/>
          <p:cNvSpPr txBox="1"/>
          <p:nvPr>
            <p:ph idx="3" type="subTitle"/>
          </p:nvPr>
        </p:nvSpPr>
        <p:spPr>
          <a:xfrm>
            <a:off x="324000" y="289767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5" name="Google Shape;135;p16"/>
          <p:cNvSpPr txBox="1"/>
          <p:nvPr>
            <p:ph idx="4" type="subTitle"/>
          </p:nvPr>
        </p:nvSpPr>
        <p:spPr>
          <a:xfrm>
            <a:off x="324000" y="3887250"/>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6" name="Google Shape;136;p16"/>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2 Keywords (5)">
  <p:cSld name="CUSTOM_27_1_1">
    <p:spTree>
      <p:nvGrpSpPr>
        <p:cNvPr id="137" name="Shape 137"/>
        <p:cNvGrpSpPr/>
        <p:nvPr/>
      </p:nvGrpSpPr>
      <p:grpSpPr>
        <a:xfrm>
          <a:off x="0" y="0"/>
          <a:ext cx="0" cy="0"/>
          <a:chOff x="0" y="0"/>
          <a:chExt cx="0" cy="0"/>
        </a:xfrm>
      </p:grpSpPr>
      <p:sp>
        <p:nvSpPr>
          <p:cNvPr id="138" name="Google Shape;138;p17"/>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9" name="Google Shape;139;p17"/>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40" name="Google Shape;140;p17"/>
          <p:cNvSpPr txBox="1"/>
          <p:nvPr>
            <p:ph idx="1" type="subTitle"/>
          </p:nvPr>
        </p:nvSpPr>
        <p:spPr>
          <a:xfrm>
            <a:off x="324000" y="744038"/>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1" name="Google Shape;141;p17"/>
          <p:cNvSpPr txBox="1"/>
          <p:nvPr>
            <p:ph idx="2" type="subTitle"/>
          </p:nvPr>
        </p:nvSpPr>
        <p:spPr>
          <a:xfrm>
            <a:off x="324000" y="1588788"/>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2" name="Google Shape;142;p17"/>
          <p:cNvSpPr txBox="1"/>
          <p:nvPr>
            <p:ph idx="3" type="subTitle"/>
          </p:nvPr>
        </p:nvSpPr>
        <p:spPr>
          <a:xfrm>
            <a:off x="324000" y="2428437"/>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3" name="Google Shape;143;p17"/>
          <p:cNvSpPr txBox="1"/>
          <p:nvPr>
            <p:ph idx="4" type="subTitle"/>
          </p:nvPr>
        </p:nvSpPr>
        <p:spPr>
          <a:xfrm>
            <a:off x="324000" y="3265613"/>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4" name="Google Shape;144;p17"/>
          <p:cNvSpPr txBox="1"/>
          <p:nvPr>
            <p:ph idx="5" type="subTitle"/>
          </p:nvPr>
        </p:nvSpPr>
        <p:spPr>
          <a:xfrm>
            <a:off x="324000" y="4103813"/>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5" name="Google Shape;145;p17"/>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2.1 Keywords definitions (5)">
  <p:cSld name="CUSTOM_27_1_1_1">
    <p:spTree>
      <p:nvGrpSpPr>
        <p:cNvPr id="146" name="Shape 146"/>
        <p:cNvGrpSpPr/>
        <p:nvPr/>
      </p:nvGrpSpPr>
      <p:grpSpPr>
        <a:xfrm>
          <a:off x="0" y="0"/>
          <a:ext cx="0" cy="0"/>
          <a:chOff x="0" y="0"/>
          <a:chExt cx="0" cy="0"/>
        </a:xfrm>
      </p:grpSpPr>
      <p:sp>
        <p:nvSpPr>
          <p:cNvPr id="147" name="Google Shape;147;p18"/>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8" name="Google Shape;148;p18"/>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49" name="Google Shape;149;p18"/>
          <p:cNvSpPr txBox="1"/>
          <p:nvPr>
            <p:ph idx="1" type="subTitle"/>
          </p:nvPr>
        </p:nvSpPr>
        <p:spPr>
          <a:xfrm>
            <a:off x="324000" y="744050"/>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50" name="Google Shape;150;p18"/>
          <p:cNvSpPr txBox="1"/>
          <p:nvPr>
            <p:ph idx="2" type="subTitle"/>
          </p:nvPr>
        </p:nvSpPr>
        <p:spPr>
          <a:xfrm>
            <a:off x="324000" y="1588800"/>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51" name="Google Shape;151;p18"/>
          <p:cNvSpPr txBox="1"/>
          <p:nvPr>
            <p:ph idx="3" type="subTitle"/>
          </p:nvPr>
        </p:nvSpPr>
        <p:spPr>
          <a:xfrm>
            <a:off x="324000" y="242842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None/>
              <a:defRPr sz="2000">
                <a:solidFill>
                  <a:srgbClr val="282828"/>
                </a:solidFill>
              </a:defRPr>
            </a:lvl2pPr>
            <a:lvl3pPr lvl="2" rtl="0">
              <a:spcBef>
                <a:spcPts val="1000"/>
              </a:spcBef>
              <a:spcAft>
                <a:spcPts val="0"/>
              </a:spcAft>
              <a:buClr>
                <a:srgbClr val="282828"/>
              </a:buClr>
              <a:buSzPts val="2000"/>
              <a:buNone/>
              <a:defRPr>
                <a:solidFill>
                  <a:srgbClr val="282828"/>
                </a:solidFill>
              </a:defRPr>
            </a:lvl3pPr>
            <a:lvl4pPr lvl="3" rtl="0">
              <a:spcBef>
                <a:spcPts val="800"/>
              </a:spcBef>
              <a:spcAft>
                <a:spcPts val="0"/>
              </a:spcAft>
              <a:buClr>
                <a:srgbClr val="282828"/>
              </a:buClr>
              <a:buSzPts val="2000"/>
              <a:buNone/>
              <a:defRPr sz="2000">
                <a:solidFill>
                  <a:srgbClr val="282828"/>
                </a:solidFill>
              </a:defRPr>
            </a:lvl4pPr>
            <a:lvl5pPr lvl="4" rtl="0">
              <a:spcBef>
                <a:spcPts val="800"/>
              </a:spcBef>
              <a:spcAft>
                <a:spcPts val="0"/>
              </a:spcAft>
              <a:buClr>
                <a:srgbClr val="282828"/>
              </a:buClr>
              <a:buSzPts val="2000"/>
              <a:buNone/>
              <a:defRPr sz="2000">
                <a:solidFill>
                  <a:srgbClr val="282828"/>
                </a:solidFill>
              </a:defRPr>
            </a:lvl5pPr>
            <a:lvl6pPr lvl="5" rtl="0">
              <a:spcBef>
                <a:spcPts val="600"/>
              </a:spcBef>
              <a:spcAft>
                <a:spcPts val="0"/>
              </a:spcAft>
              <a:buClr>
                <a:srgbClr val="282828"/>
              </a:buClr>
              <a:buSzPts val="2000"/>
              <a:buNone/>
              <a:defRPr sz="2000">
                <a:solidFill>
                  <a:srgbClr val="282828"/>
                </a:solidFill>
              </a:defRPr>
            </a:lvl6pPr>
            <a:lvl7pPr lvl="6" rtl="0">
              <a:spcBef>
                <a:spcPts val="600"/>
              </a:spcBef>
              <a:spcAft>
                <a:spcPts val="0"/>
              </a:spcAft>
              <a:buClr>
                <a:srgbClr val="282828"/>
              </a:buClr>
              <a:buSzPts val="2000"/>
              <a:buNone/>
              <a:defRPr sz="2000">
                <a:solidFill>
                  <a:srgbClr val="282828"/>
                </a:solidFill>
              </a:defRPr>
            </a:lvl7pPr>
            <a:lvl8pPr lvl="7" rtl="0">
              <a:spcBef>
                <a:spcPts val="400"/>
              </a:spcBef>
              <a:spcAft>
                <a:spcPts val="0"/>
              </a:spcAft>
              <a:buClr>
                <a:srgbClr val="282828"/>
              </a:buClr>
              <a:buSzPts val="2000"/>
              <a:buNone/>
              <a:defRPr sz="2000">
                <a:solidFill>
                  <a:srgbClr val="282828"/>
                </a:solidFill>
              </a:defRPr>
            </a:lvl8pPr>
            <a:lvl9pPr lvl="8" rtl="0">
              <a:spcBef>
                <a:spcPts val="400"/>
              </a:spcBef>
              <a:spcAft>
                <a:spcPts val="200"/>
              </a:spcAft>
              <a:buClr>
                <a:srgbClr val="282828"/>
              </a:buClr>
              <a:buSzPts val="2000"/>
              <a:buNone/>
              <a:defRPr sz="2000">
                <a:solidFill>
                  <a:srgbClr val="282828"/>
                </a:solidFill>
              </a:defRPr>
            </a:lvl9pPr>
          </a:lstStyle>
          <a:p/>
        </p:txBody>
      </p:sp>
      <p:sp>
        <p:nvSpPr>
          <p:cNvPr id="152" name="Google Shape;152;p18"/>
          <p:cNvSpPr txBox="1"/>
          <p:nvPr>
            <p:ph idx="4" type="subTitle"/>
          </p:nvPr>
        </p:nvSpPr>
        <p:spPr>
          <a:xfrm>
            <a:off x="324000" y="326562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None/>
              <a:defRPr sz="2000">
                <a:solidFill>
                  <a:srgbClr val="282828"/>
                </a:solidFill>
              </a:defRPr>
            </a:lvl2pPr>
            <a:lvl3pPr lvl="2" rtl="0">
              <a:spcBef>
                <a:spcPts val="1000"/>
              </a:spcBef>
              <a:spcAft>
                <a:spcPts val="0"/>
              </a:spcAft>
              <a:buClr>
                <a:srgbClr val="282828"/>
              </a:buClr>
              <a:buSzPts val="2000"/>
              <a:buNone/>
              <a:defRPr>
                <a:solidFill>
                  <a:srgbClr val="282828"/>
                </a:solidFill>
              </a:defRPr>
            </a:lvl3pPr>
            <a:lvl4pPr lvl="3" rtl="0">
              <a:spcBef>
                <a:spcPts val="800"/>
              </a:spcBef>
              <a:spcAft>
                <a:spcPts val="0"/>
              </a:spcAft>
              <a:buClr>
                <a:srgbClr val="282828"/>
              </a:buClr>
              <a:buSzPts val="2000"/>
              <a:buNone/>
              <a:defRPr sz="2000">
                <a:solidFill>
                  <a:srgbClr val="282828"/>
                </a:solidFill>
              </a:defRPr>
            </a:lvl4pPr>
            <a:lvl5pPr lvl="4" rtl="0">
              <a:spcBef>
                <a:spcPts val="800"/>
              </a:spcBef>
              <a:spcAft>
                <a:spcPts val="0"/>
              </a:spcAft>
              <a:buClr>
                <a:srgbClr val="282828"/>
              </a:buClr>
              <a:buSzPts val="2000"/>
              <a:buNone/>
              <a:defRPr sz="2000">
                <a:solidFill>
                  <a:srgbClr val="282828"/>
                </a:solidFill>
              </a:defRPr>
            </a:lvl5pPr>
            <a:lvl6pPr lvl="5" rtl="0">
              <a:spcBef>
                <a:spcPts val="600"/>
              </a:spcBef>
              <a:spcAft>
                <a:spcPts val="0"/>
              </a:spcAft>
              <a:buClr>
                <a:srgbClr val="282828"/>
              </a:buClr>
              <a:buSzPts val="2000"/>
              <a:buNone/>
              <a:defRPr sz="2000">
                <a:solidFill>
                  <a:srgbClr val="282828"/>
                </a:solidFill>
              </a:defRPr>
            </a:lvl6pPr>
            <a:lvl7pPr lvl="6" rtl="0">
              <a:spcBef>
                <a:spcPts val="600"/>
              </a:spcBef>
              <a:spcAft>
                <a:spcPts val="0"/>
              </a:spcAft>
              <a:buClr>
                <a:srgbClr val="282828"/>
              </a:buClr>
              <a:buSzPts val="2000"/>
              <a:buNone/>
              <a:defRPr sz="2000">
                <a:solidFill>
                  <a:srgbClr val="282828"/>
                </a:solidFill>
              </a:defRPr>
            </a:lvl7pPr>
            <a:lvl8pPr lvl="7" rtl="0">
              <a:spcBef>
                <a:spcPts val="400"/>
              </a:spcBef>
              <a:spcAft>
                <a:spcPts val="0"/>
              </a:spcAft>
              <a:buClr>
                <a:srgbClr val="282828"/>
              </a:buClr>
              <a:buSzPts val="2000"/>
              <a:buNone/>
              <a:defRPr sz="2000">
                <a:solidFill>
                  <a:srgbClr val="282828"/>
                </a:solidFill>
              </a:defRPr>
            </a:lvl8pPr>
            <a:lvl9pPr lvl="8" rtl="0">
              <a:spcBef>
                <a:spcPts val="400"/>
              </a:spcBef>
              <a:spcAft>
                <a:spcPts val="200"/>
              </a:spcAft>
              <a:buClr>
                <a:srgbClr val="282828"/>
              </a:buClr>
              <a:buSzPts val="2000"/>
              <a:buNone/>
              <a:defRPr sz="2000">
                <a:solidFill>
                  <a:srgbClr val="282828"/>
                </a:solidFill>
              </a:defRPr>
            </a:lvl9pPr>
          </a:lstStyle>
          <a:p/>
        </p:txBody>
      </p:sp>
      <p:sp>
        <p:nvSpPr>
          <p:cNvPr id="153" name="Google Shape;153;p18"/>
          <p:cNvSpPr txBox="1"/>
          <p:nvPr>
            <p:ph idx="5" type="subTitle"/>
          </p:nvPr>
        </p:nvSpPr>
        <p:spPr>
          <a:xfrm>
            <a:off x="324000" y="410382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54" name="Google Shape;154;p18"/>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2)">
  <p:cSld name="CUSTOM_3">
    <p:spTree>
      <p:nvGrpSpPr>
        <p:cNvPr id="155" name="Shape 155"/>
        <p:cNvGrpSpPr/>
        <p:nvPr/>
      </p:nvGrpSpPr>
      <p:grpSpPr>
        <a:xfrm>
          <a:off x="0" y="0"/>
          <a:ext cx="0" cy="0"/>
          <a:chOff x="0" y="0"/>
          <a:chExt cx="0" cy="0"/>
        </a:xfrm>
      </p:grpSpPr>
      <p:sp>
        <p:nvSpPr>
          <p:cNvPr id="156" name="Google Shape;156;p19"/>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7" name="Google Shape;157;p19"/>
          <p:cNvPicPr preferRelativeResize="0"/>
          <p:nvPr/>
        </p:nvPicPr>
        <p:blipFill rotWithShape="1">
          <a:blip r:embed="rId2">
            <a:alphaModFix/>
          </a:blip>
          <a:srcRect b="3669" l="0" r="0" t="3678"/>
          <a:stretch/>
        </p:blipFill>
        <p:spPr>
          <a:xfrm>
            <a:off x="863550" y="2926472"/>
            <a:ext cx="7439126" cy="572078"/>
          </a:xfrm>
          <a:prstGeom prst="rect">
            <a:avLst/>
          </a:prstGeom>
          <a:noFill/>
          <a:ln>
            <a:noFill/>
          </a:ln>
        </p:spPr>
      </p:pic>
      <p:pic>
        <p:nvPicPr>
          <p:cNvPr id="158" name="Google Shape;158;p19"/>
          <p:cNvPicPr preferRelativeResize="0"/>
          <p:nvPr/>
        </p:nvPicPr>
        <p:blipFill rotWithShape="1">
          <a:blip r:embed="rId3">
            <a:alphaModFix/>
          </a:blip>
          <a:srcRect b="3669" l="0" r="0" t="3678"/>
          <a:stretch/>
        </p:blipFill>
        <p:spPr>
          <a:xfrm>
            <a:off x="863550" y="1989425"/>
            <a:ext cx="7439126" cy="572078"/>
          </a:xfrm>
          <a:prstGeom prst="rect">
            <a:avLst/>
          </a:prstGeom>
          <a:noFill/>
          <a:ln>
            <a:noFill/>
          </a:ln>
        </p:spPr>
      </p:pic>
      <p:pic>
        <p:nvPicPr>
          <p:cNvPr id="159" name="Google Shape;159;p19"/>
          <p:cNvPicPr preferRelativeResize="0"/>
          <p:nvPr/>
        </p:nvPicPr>
        <p:blipFill rotWithShape="1">
          <a:blip r:embed="rId4">
            <a:alphaModFix/>
          </a:blip>
          <a:srcRect b="0" l="74623" r="0" t="0"/>
          <a:stretch/>
        </p:blipFill>
        <p:spPr>
          <a:xfrm>
            <a:off x="863550" y="1954586"/>
            <a:ext cx="145900" cy="645874"/>
          </a:xfrm>
          <a:prstGeom prst="rect">
            <a:avLst/>
          </a:prstGeom>
          <a:noFill/>
          <a:ln>
            <a:noFill/>
          </a:ln>
        </p:spPr>
      </p:pic>
      <p:cxnSp>
        <p:nvCxnSpPr>
          <p:cNvPr id="160" name="Google Shape;160;p19"/>
          <p:cNvCxnSpPr>
            <a:endCxn id="161" idx="2"/>
          </p:cNvCxnSpPr>
          <p:nvPr/>
        </p:nvCxnSpPr>
        <p:spPr>
          <a:xfrm flipH="1">
            <a:off x="645063" y="2017282"/>
            <a:ext cx="2700" cy="1480500"/>
          </a:xfrm>
          <a:prstGeom prst="straightConnector1">
            <a:avLst/>
          </a:prstGeom>
          <a:noFill/>
          <a:ln cap="flat" cmpd="sng" w="38100">
            <a:solidFill>
              <a:srgbClr val="282828"/>
            </a:solidFill>
            <a:prstDash val="solid"/>
            <a:round/>
            <a:headEnd len="med" w="med" type="none"/>
            <a:tailEnd len="med" w="med" type="none"/>
          </a:ln>
        </p:spPr>
      </p:cxnSp>
      <p:pic>
        <p:nvPicPr>
          <p:cNvPr id="162" name="Google Shape;162;p19"/>
          <p:cNvPicPr preferRelativeResize="0"/>
          <p:nvPr/>
        </p:nvPicPr>
        <p:blipFill>
          <a:blip r:embed="rId5">
            <a:alphaModFix/>
          </a:blip>
          <a:stretch>
            <a:fillRect/>
          </a:stretch>
        </p:blipFill>
        <p:spPr>
          <a:xfrm>
            <a:off x="363482" y="1993619"/>
            <a:ext cx="563185" cy="572092"/>
          </a:xfrm>
          <a:prstGeom prst="rect">
            <a:avLst/>
          </a:prstGeom>
          <a:noFill/>
          <a:ln>
            <a:noFill/>
          </a:ln>
        </p:spPr>
      </p:pic>
      <p:sp>
        <p:nvSpPr>
          <p:cNvPr id="163" name="Google Shape;163;p19"/>
          <p:cNvSpPr txBox="1"/>
          <p:nvPr>
            <p:ph type="title"/>
          </p:nvPr>
        </p:nvSpPr>
        <p:spPr>
          <a:xfrm>
            <a:off x="1225225" y="2090813"/>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64" name="Google Shape;164;p19"/>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61" name="Google Shape;161;p19"/>
          <p:cNvPicPr preferRelativeResize="0"/>
          <p:nvPr/>
        </p:nvPicPr>
        <p:blipFill>
          <a:blip r:embed="rId6">
            <a:alphaModFix/>
          </a:blip>
          <a:stretch>
            <a:fillRect/>
          </a:stretch>
        </p:blipFill>
        <p:spPr>
          <a:xfrm>
            <a:off x="363340" y="2925705"/>
            <a:ext cx="563446" cy="572077"/>
          </a:xfrm>
          <a:prstGeom prst="rect">
            <a:avLst/>
          </a:prstGeom>
          <a:noFill/>
          <a:ln>
            <a:noFill/>
          </a:ln>
        </p:spPr>
      </p:pic>
      <p:pic>
        <p:nvPicPr>
          <p:cNvPr id="165" name="Google Shape;165;p19"/>
          <p:cNvPicPr preferRelativeResize="0"/>
          <p:nvPr/>
        </p:nvPicPr>
        <p:blipFill rotWithShape="1">
          <a:blip r:embed="rId7">
            <a:alphaModFix/>
          </a:blip>
          <a:srcRect b="1709" l="0" r="0" t="1699"/>
          <a:stretch/>
        </p:blipFill>
        <p:spPr>
          <a:xfrm>
            <a:off x="-12" y="481650"/>
            <a:ext cx="9151202" cy="116709"/>
          </a:xfrm>
          <a:prstGeom prst="rect">
            <a:avLst/>
          </a:prstGeom>
          <a:noFill/>
          <a:ln>
            <a:noFill/>
          </a:ln>
        </p:spPr>
      </p:pic>
      <p:sp>
        <p:nvSpPr>
          <p:cNvPr id="166" name="Google Shape;166;p19"/>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167" name="Google Shape;167;p19"/>
          <p:cNvSpPr txBox="1"/>
          <p:nvPr>
            <p:ph idx="3"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3)">
  <p:cSld name="CUSTOM_3_2">
    <p:spTree>
      <p:nvGrpSpPr>
        <p:cNvPr id="168" name="Shape 168"/>
        <p:cNvGrpSpPr/>
        <p:nvPr/>
      </p:nvGrpSpPr>
      <p:grpSpPr>
        <a:xfrm>
          <a:off x="0" y="0"/>
          <a:ext cx="0" cy="0"/>
          <a:chOff x="0" y="0"/>
          <a:chExt cx="0" cy="0"/>
        </a:xfrm>
      </p:grpSpPr>
      <p:pic>
        <p:nvPicPr>
          <p:cNvPr id="169" name="Google Shape;169;p20"/>
          <p:cNvPicPr preferRelativeResize="0"/>
          <p:nvPr/>
        </p:nvPicPr>
        <p:blipFill rotWithShape="1">
          <a:blip r:embed="rId2">
            <a:alphaModFix/>
          </a:blip>
          <a:srcRect b="4438" l="0" r="0" t="4429"/>
          <a:stretch/>
        </p:blipFill>
        <p:spPr>
          <a:xfrm>
            <a:off x="863550" y="3642223"/>
            <a:ext cx="7439125" cy="563227"/>
          </a:xfrm>
          <a:prstGeom prst="rect">
            <a:avLst/>
          </a:prstGeom>
          <a:noFill/>
          <a:ln>
            <a:noFill/>
          </a:ln>
        </p:spPr>
      </p:pic>
      <p:pic>
        <p:nvPicPr>
          <p:cNvPr id="170" name="Google Shape;170;p20"/>
          <p:cNvPicPr preferRelativeResize="0"/>
          <p:nvPr/>
        </p:nvPicPr>
        <p:blipFill rotWithShape="1">
          <a:blip r:embed="rId3">
            <a:alphaModFix/>
          </a:blip>
          <a:srcRect b="0" l="74623" r="0" t="0"/>
          <a:stretch/>
        </p:blipFill>
        <p:spPr>
          <a:xfrm>
            <a:off x="863550" y="3600900"/>
            <a:ext cx="145900" cy="645874"/>
          </a:xfrm>
          <a:prstGeom prst="rect">
            <a:avLst/>
          </a:prstGeom>
          <a:noFill/>
          <a:ln>
            <a:noFill/>
          </a:ln>
        </p:spPr>
      </p:pic>
      <p:pic>
        <p:nvPicPr>
          <p:cNvPr id="171" name="Google Shape;171;p20"/>
          <p:cNvPicPr preferRelativeResize="0"/>
          <p:nvPr/>
        </p:nvPicPr>
        <p:blipFill rotWithShape="1">
          <a:blip r:embed="rId4">
            <a:alphaModFix/>
          </a:blip>
          <a:srcRect b="3669" l="0" r="0" t="3678"/>
          <a:stretch/>
        </p:blipFill>
        <p:spPr>
          <a:xfrm>
            <a:off x="863550" y="2704186"/>
            <a:ext cx="7439126" cy="572074"/>
          </a:xfrm>
          <a:prstGeom prst="rect">
            <a:avLst/>
          </a:prstGeom>
          <a:noFill/>
          <a:ln>
            <a:noFill/>
          </a:ln>
        </p:spPr>
      </p:pic>
      <p:pic>
        <p:nvPicPr>
          <p:cNvPr id="172" name="Google Shape;172;p20"/>
          <p:cNvPicPr preferRelativeResize="0"/>
          <p:nvPr/>
        </p:nvPicPr>
        <p:blipFill rotWithShape="1">
          <a:blip r:embed="rId3">
            <a:alphaModFix/>
          </a:blip>
          <a:srcRect b="0" l="74623" r="0" t="0"/>
          <a:stretch/>
        </p:blipFill>
        <p:spPr>
          <a:xfrm>
            <a:off x="863550" y="2677988"/>
            <a:ext cx="145900" cy="645874"/>
          </a:xfrm>
          <a:prstGeom prst="rect">
            <a:avLst/>
          </a:prstGeom>
          <a:noFill/>
          <a:ln>
            <a:noFill/>
          </a:ln>
        </p:spPr>
      </p:pic>
      <p:pic>
        <p:nvPicPr>
          <p:cNvPr id="173" name="Google Shape;173;p20"/>
          <p:cNvPicPr preferRelativeResize="0"/>
          <p:nvPr/>
        </p:nvPicPr>
        <p:blipFill rotWithShape="1">
          <a:blip r:embed="rId5">
            <a:alphaModFix/>
          </a:blip>
          <a:srcRect b="3669" l="0" r="0" t="3678"/>
          <a:stretch/>
        </p:blipFill>
        <p:spPr>
          <a:xfrm>
            <a:off x="863550" y="1678325"/>
            <a:ext cx="7439126" cy="572074"/>
          </a:xfrm>
          <a:prstGeom prst="rect">
            <a:avLst/>
          </a:prstGeom>
          <a:noFill/>
          <a:ln>
            <a:noFill/>
          </a:ln>
        </p:spPr>
      </p:pic>
      <p:pic>
        <p:nvPicPr>
          <p:cNvPr id="174" name="Google Shape;174;p20"/>
          <p:cNvPicPr preferRelativeResize="0"/>
          <p:nvPr/>
        </p:nvPicPr>
        <p:blipFill rotWithShape="1">
          <a:blip r:embed="rId3">
            <a:alphaModFix/>
          </a:blip>
          <a:srcRect b="0" l="74623" r="0" t="0"/>
          <a:stretch/>
        </p:blipFill>
        <p:spPr>
          <a:xfrm>
            <a:off x="863550" y="1643475"/>
            <a:ext cx="145900" cy="645874"/>
          </a:xfrm>
          <a:prstGeom prst="rect">
            <a:avLst/>
          </a:prstGeom>
          <a:noFill/>
          <a:ln>
            <a:noFill/>
          </a:ln>
        </p:spPr>
      </p:pic>
      <p:cxnSp>
        <p:nvCxnSpPr>
          <p:cNvPr id="175" name="Google Shape;175;p20"/>
          <p:cNvCxnSpPr>
            <a:endCxn id="176" idx="2"/>
          </p:cNvCxnSpPr>
          <p:nvPr/>
        </p:nvCxnSpPr>
        <p:spPr>
          <a:xfrm>
            <a:off x="647802" y="1841898"/>
            <a:ext cx="0" cy="2366400"/>
          </a:xfrm>
          <a:prstGeom prst="straightConnector1">
            <a:avLst/>
          </a:prstGeom>
          <a:noFill/>
          <a:ln cap="flat" cmpd="sng" w="38100">
            <a:solidFill>
              <a:srgbClr val="282828"/>
            </a:solidFill>
            <a:prstDash val="solid"/>
            <a:round/>
            <a:headEnd len="med" w="med" type="none"/>
            <a:tailEnd len="med" w="med" type="none"/>
          </a:ln>
        </p:spPr>
      </p:cxnSp>
      <p:pic>
        <p:nvPicPr>
          <p:cNvPr id="176" name="Google Shape;176;p20"/>
          <p:cNvPicPr preferRelativeResize="0"/>
          <p:nvPr/>
        </p:nvPicPr>
        <p:blipFill>
          <a:blip r:embed="rId6">
            <a:alphaModFix/>
          </a:blip>
          <a:stretch>
            <a:fillRect/>
          </a:stretch>
        </p:blipFill>
        <p:spPr>
          <a:xfrm>
            <a:off x="366079" y="3636220"/>
            <a:ext cx="563446" cy="572077"/>
          </a:xfrm>
          <a:prstGeom prst="rect">
            <a:avLst/>
          </a:prstGeom>
          <a:noFill/>
          <a:ln>
            <a:noFill/>
          </a:ln>
        </p:spPr>
      </p:pic>
      <p:pic>
        <p:nvPicPr>
          <p:cNvPr id="177" name="Google Shape;177;p20"/>
          <p:cNvPicPr preferRelativeResize="0"/>
          <p:nvPr/>
        </p:nvPicPr>
        <p:blipFill>
          <a:blip r:embed="rId7">
            <a:alphaModFix/>
          </a:blip>
          <a:stretch>
            <a:fillRect/>
          </a:stretch>
        </p:blipFill>
        <p:spPr>
          <a:xfrm>
            <a:off x="363482" y="1682508"/>
            <a:ext cx="563185" cy="572092"/>
          </a:xfrm>
          <a:prstGeom prst="rect">
            <a:avLst/>
          </a:prstGeom>
          <a:noFill/>
          <a:ln>
            <a:noFill/>
          </a:ln>
        </p:spPr>
      </p:pic>
      <p:sp>
        <p:nvSpPr>
          <p:cNvPr id="178" name="Google Shape;178;p20"/>
          <p:cNvSpPr txBox="1"/>
          <p:nvPr>
            <p:ph type="title"/>
          </p:nvPr>
        </p:nvSpPr>
        <p:spPr>
          <a:xfrm>
            <a:off x="1225200" y="1779713"/>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79" name="Google Shape;179;p20"/>
          <p:cNvSpPr txBox="1"/>
          <p:nvPr>
            <p:ph idx="2" type="title"/>
          </p:nvPr>
        </p:nvSpPr>
        <p:spPr>
          <a:xfrm>
            <a:off x="1225200" y="2804800"/>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80" name="Google Shape;180;p20"/>
          <p:cNvSpPr txBox="1"/>
          <p:nvPr>
            <p:ph idx="3" type="title"/>
          </p:nvPr>
        </p:nvSpPr>
        <p:spPr>
          <a:xfrm>
            <a:off x="1225200" y="3739189"/>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81" name="Google Shape;181;p20"/>
          <p:cNvPicPr preferRelativeResize="0"/>
          <p:nvPr/>
        </p:nvPicPr>
        <p:blipFill>
          <a:blip r:embed="rId8">
            <a:alphaModFix/>
          </a:blip>
          <a:stretch>
            <a:fillRect/>
          </a:stretch>
        </p:blipFill>
        <p:spPr>
          <a:xfrm>
            <a:off x="363340" y="2703416"/>
            <a:ext cx="563446" cy="572077"/>
          </a:xfrm>
          <a:prstGeom prst="rect">
            <a:avLst/>
          </a:prstGeom>
          <a:noFill/>
          <a:ln>
            <a:noFill/>
          </a:ln>
        </p:spPr>
      </p:pic>
      <p:sp>
        <p:nvSpPr>
          <p:cNvPr id="182" name="Google Shape;182;p20"/>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83" name="Google Shape;183;p20"/>
          <p:cNvPicPr preferRelativeResize="0"/>
          <p:nvPr/>
        </p:nvPicPr>
        <p:blipFill rotWithShape="1">
          <a:blip r:embed="rId9">
            <a:alphaModFix/>
          </a:blip>
          <a:srcRect b="1709" l="0" r="0" t="1699"/>
          <a:stretch/>
        </p:blipFill>
        <p:spPr>
          <a:xfrm>
            <a:off x="-12" y="481650"/>
            <a:ext cx="9151202" cy="116709"/>
          </a:xfrm>
          <a:prstGeom prst="rect">
            <a:avLst/>
          </a:prstGeom>
          <a:noFill/>
          <a:ln>
            <a:noFill/>
          </a:ln>
        </p:spPr>
      </p:pic>
      <p:sp>
        <p:nvSpPr>
          <p:cNvPr id="184" name="Google Shape;184;p20"/>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185" name="Google Shape;185;p20"/>
          <p:cNvSpPr txBox="1"/>
          <p:nvPr>
            <p:ph idx="4"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4)">
  <p:cSld name="CUSTOM_4">
    <p:spTree>
      <p:nvGrpSpPr>
        <p:cNvPr id="186" name="Shape 186"/>
        <p:cNvGrpSpPr/>
        <p:nvPr/>
      </p:nvGrpSpPr>
      <p:grpSpPr>
        <a:xfrm>
          <a:off x="0" y="0"/>
          <a:ext cx="0" cy="0"/>
          <a:chOff x="0" y="0"/>
          <a:chExt cx="0" cy="0"/>
        </a:xfrm>
      </p:grpSpPr>
      <p:pic>
        <p:nvPicPr>
          <p:cNvPr id="187" name="Google Shape;187;p21"/>
          <p:cNvPicPr preferRelativeResize="0"/>
          <p:nvPr/>
        </p:nvPicPr>
        <p:blipFill rotWithShape="1">
          <a:blip r:embed="rId2">
            <a:alphaModFix/>
          </a:blip>
          <a:srcRect b="4438" l="0" r="0" t="4429"/>
          <a:stretch/>
        </p:blipFill>
        <p:spPr>
          <a:xfrm>
            <a:off x="863550" y="3146932"/>
            <a:ext cx="7439125" cy="563230"/>
          </a:xfrm>
          <a:prstGeom prst="rect">
            <a:avLst/>
          </a:prstGeom>
          <a:noFill/>
          <a:ln>
            <a:noFill/>
          </a:ln>
        </p:spPr>
      </p:pic>
      <p:pic>
        <p:nvPicPr>
          <p:cNvPr id="188" name="Google Shape;188;p21"/>
          <p:cNvPicPr preferRelativeResize="0"/>
          <p:nvPr/>
        </p:nvPicPr>
        <p:blipFill rotWithShape="1">
          <a:blip r:embed="rId3">
            <a:alphaModFix/>
          </a:blip>
          <a:srcRect b="0" l="74623" r="0" t="0"/>
          <a:stretch/>
        </p:blipFill>
        <p:spPr>
          <a:xfrm>
            <a:off x="863550" y="3105610"/>
            <a:ext cx="145900" cy="645874"/>
          </a:xfrm>
          <a:prstGeom prst="rect">
            <a:avLst/>
          </a:prstGeom>
          <a:noFill/>
          <a:ln>
            <a:noFill/>
          </a:ln>
        </p:spPr>
      </p:pic>
      <p:pic>
        <p:nvPicPr>
          <p:cNvPr id="189" name="Google Shape;189;p21"/>
          <p:cNvPicPr preferRelativeResize="0"/>
          <p:nvPr/>
        </p:nvPicPr>
        <p:blipFill rotWithShape="1">
          <a:blip r:embed="rId4">
            <a:alphaModFix/>
          </a:blip>
          <a:srcRect b="4396" l="0" r="0" t="4387"/>
          <a:stretch/>
        </p:blipFill>
        <p:spPr>
          <a:xfrm>
            <a:off x="863550" y="3971358"/>
            <a:ext cx="7439126" cy="563217"/>
          </a:xfrm>
          <a:prstGeom prst="rect">
            <a:avLst/>
          </a:prstGeom>
          <a:noFill/>
          <a:ln>
            <a:noFill/>
          </a:ln>
        </p:spPr>
      </p:pic>
      <p:pic>
        <p:nvPicPr>
          <p:cNvPr id="190" name="Google Shape;190;p21"/>
          <p:cNvPicPr preferRelativeResize="0"/>
          <p:nvPr/>
        </p:nvPicPr>
        <p:blipFill rotWithShape="1">
          <a:blip r:embed="rId3">
            <a:alphaModFix/>
          </a:blip>
          <a:srcRect b="0" l="74623" r="0" t="0"/>
          <a:stretch/>
        </p:blipFill>
        <p:spPr>
          <a:xfrm>
            <a:off x="863550" y="3939648"/>
            <a:ext cx="145900" cy="645874"/>
          </a:xfrm>
          <a:prstGeom prst="rect">
            <a:avLst/>
          </a:prstGeom>
          <a:noFill/>
          <a:ln>
            <a:noFill/>
          </a:ln>
        </p:spPr>
      </p:pic>
      <p:pic>
        <p:nvPicPr>
          <p:cNvPr id="191" name="Google Shape;191;p21"/>
          <p:cNvPicPr preferRelativeResize="0"/>
          <p:nvPr/>
        </p:nvPicPr>
        <p:blipFill rotWithShape="1">
          <a:blip r:embed="rId5">
            <a:alphaModFix/>
          </a:blip>
          <a:srcRect b="3669" l="0" r="0" t="3678"/>
          <a:stretch/>
        </p:blipFill>
        <p:spPr>
          <a:xfrm>
            <a:off x="863550" y="2292191"/>
            <a:ext cx="7439126" cy="572077"/>
          </a:xfrm>
          <a:prstGeom prst="rect">
            <a:avLst/>
          </a:prstGeom>
          <a:noFill/>
          <a:ln>
            <a:noFill/>
          </a:ln>
        </p:spPr>
      </p:pic>
      <p:pic>
        <p:nvPicPr>
          <p:cNvPr id="192" name="Google Shape;192;p21"/>
          <p:cNvPicPr preferRelativeResize="0"/>
          <p:nvPr/>
        </p:nvPicPr>
        <p:blipFill rotWithShape="1">
          <a:blip r:embed="rId3">
            <a:alphaModFix/>
          </a:blip>
          <a:srcRect b="0" l="74623" r="0" t="0"/>
          <a:stretch/>
        </p:blipFill>
        <p:spPr>
          <a:xfrm>
            <a:off x="863550" y="2265998"/>
            <a:ext cx="145900" cy="645874"/>
          </a:xfrm>
          <a:prstGeom prst="rect">
            <a:avLst/>
          </a:prstGeom>
          <a:noFill/>
          <a:ln>
            <a:noFill/>
          </a:ln>
        </p:spPr>
      </p:pic>
      <p:pic>
        <p:nvPicPr>
          <p:cNvPr id="193" name="Google Shape;193;p21"/>
          <p:cNvPicPr preferRelativeResize="0"/>
          <p:nvPr/>
        </p:nvPicPr>
        <p:blipFill rotWithShape="1">
          <a:blip r:embed="rId6">
            <a:alphaModFix/>
          </a:blip>
          <a:srcRect b="3669" l="0" r="0" t="3678"/>
          <a:stretch/>
        </p:blipFill>
        <p:spPr>
          <a:xfrm>
            <a:off x="863550" y="1457950"/>
            <a:ext cx="7439126" cy="572077"/>
          </a:xfrm>
          <a:prstGeom prst="rect">
            <a:avLst/>
          </a:prstGeom>
          <a:noFill/>
          <a:ln>
            <a:noFill/>
          </a:ln>
        </p:spPr>
      </p:pic>
      <p:pic>
        <p:nvPicPr>
          <p:cNvPr id="194" name="Google Shape;194;p21"/>
          <p:cNvPicPr preferRelativeResize="0"/>
          <p:nvPr/>
        </p:nvPicPr>
        <p:blipFill rotWithShape="1">
          <a:blip r:embed="rId3">
            <a:alphaModFix/>
          </a:blip>
          <a:srcRect b="0" l="74623" r="0" t="0"/>
          <a:stretch/>
        </p:blipFill>
        <p:spPr>
          <a:xfrm>
            <a:off x="863550" y="1423110"/>
            <a:ext cx="145900" cy="645874"/>
          </a:xfrm>
          <a:prstGeom prst="rect">
            <a:avLst/>
          </a:prstGeom>
          <a:noFill/>
          <a:ln>
            <a:noFill/>
          </a:ln>
        </p:spPr>
      </p:pic>
      <p:cxnSp>
        <p:nvCxnSpPr>
          <p:cNvPr id="195" name="Google Shape;195;p21"/>
          <p:cNvCxnSpPr/>
          <p:nvPr/>
        </p:nvCxnSpPr>
        <p:spPr>
          <a:xfrm>
            <a:off x="647802" y="1725234"/>
            <a:ext cx="600" cy="2679900"/>
          </a:xfrm>
          <a:prstGeom prst="straightConnector1">
            <a:avLst/>
          </a:prstGeom>
          <a:noFill/>
          <a:ln cap="flat" cmpd="sng" w="38100">
            <a:solidFill>
              <a:srgbClr val="282828"/>
            </a:solidFill>
            <a:prstDash val="solid"/>
            <a:round/>
            <a:headEnd len="med" w="med" type="none"/>
            <a:tailEnd len="med" w="med" type="none"/>
          </a:ln>
        </p:spPr>
      </p:cxnSp>
      <p:pic>
        <p:nvPicPr>
          <p:cNvPr id="196" name="Google Shape;196;p21"/>
          <p:cNvPicPr preferRelativeResize="0"/>
          <p:nvPr/>
        </p:nvPicPr>
        <p:blipFill>
          <a:blip r:embed="rId7">
            <a:alphaModFix/>
          </a:blip>
          <a:stretch>
            <a:fillRect/>
          </a:stretch>
        </p:blipFill>
        <p:spPr>
          <a:xfrm>
            <a:off x="366079" y="3134650"/>
            <a:ext cx="563446" cy="572077"/>
          </a:xfrm>
          <a:prstGeom prst="rect">
            <a:avLst/>
          </a:prstGeom>
          <a:noFill/>
          <a:ln>
            <a:noFill/>
          </a:ln>
        </p:spPr>
      </p:pic>
      <p:pic>
        <p:nvPicPr>
          <p:cNvPr id="197" name="Google Shape;197;p21"/>
          <p:cNvPicPr preferRelativeResize="0"/>
          <p:nvPr/>
        </p:nvPicPr>
        <p:blipFill>
          <a:blip r:embed="rId8">
            <a:alphaModFix/>
          </a:blip>
          <a:stretch>
            <a:fillRect/>
          </a:stretch>
        </p:blipFill>
        <p:spPr>
          <a:xfrm>
            <a:off x="363357" y="1462166"/>
            <a:ext cx="563185" cy="572092"/>
          </a:xfrm>
          <a:prstGeom prst="rect">
            <a:avLst/>
          </a:prstGeom>
          <a:noFill/>
          <a:ln>
            <a:noFill/>
          </a:ln>
        </p:spPr>
      </p:pic>
      <p:pic>
        <p:nvPicPr>
          <p:cNvPr id="198" name="Google Shape;198;p21"/>
          <p:cNvPicPr preferRelativeResize="0"/>
          <p:nvPr/>
        </p:nvPicPr>
        <p:blipFill>
          <a:blip r:embed="rId9">
            <a:alphaModFix/>
          </a:blip>
          <a:stretch>
            <a:fillRect/>
          </a:stretch>
        </p:blipFill>
        <p:spPr>
          <a:xfrm>
            <a:off x="363340" y="2287588"/>
            <a:ext cx="563446" cy="572077"/>
          </a:xfrm>
          <a:prstGeom prst="rect">
            <a:avLst/>
          </a:prstGeom>
          <a:noFill/>
          <a:ln>
            <a:noFill/>
          </a:ln>
        </p:spPr>
      </p:pic>
      <p:sp>
        <p:nvSpPr>
          <p:cNvPr id="199" name="Google Shape;199;p21"/>
          <p:cNvSpPr txBox="1"/>
          <p:nvPr>
            <p:ph type="title"/>
          </p:nvPr>
        </p:nvSpPr>
        <p:spPr>
          <a:xfrm>
            <a:off x="1224600" y="1466663"/>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00" name="Google Shape;200;p21"/>
          <p:cNvSpPr txBox="1"/>
          <p:nvPr>
            <p:ph idx="2" type="title"/>
          </p:nvPr>
        </p:nvSpPr>
        <p:spPr>
          <a:xfrm>
            <a:off x="1224600" y="2285700"/>
            <a:ext cx="6850800" cy="572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01" name="Google Shape;201;p21"/>
          <p:cNvSpPr txBox="1"/>
          <p:nvPr>
            <p:ph idx="3" type="title"/>
          </p:nvPr>
        </p:nvSpPr>
        <p:spPr>
          <a:xfrm>
            <a:off x="1224600" y="3160338"/>
            <a:ext cx="6850800" cy="5364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02" name="Google Shape;202;p21"/>
          <p:cNvSpPr txBox="1"/>
          <p:nvPr>
            <p:ph idx="4" type="title"/>
          </p:nvPr>
        </p:nvSpPr>
        <p:spPr>
          <a:xfrm>
            <a:off x="1224600" y="3971414"/>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203" name="Google Shape;203;p21"/>
          <p:cNvPicPr preferRelativeResize="0"/>
          <p:nvPr/>
        </p:nvPicPr>
        <p:blipFill>
          <a:blip r:embed="rId10">
            <a:alphaModFix/>
          </a:blip>
          <a:stretch>
            <a:fillRect/>
          </a:stretch>
        </p:blipFill>
        <p:spPr>
          <a:xfrm>
            <a:off x="363341" y="3969363"/>
            <a:ext cx="563446" cy="572077"/>
          </a:xfrm>
          <a:prstGeom prst="rect">
            <a:avLst/>
          </a:prstGeom>
          <a:noFill/>
          <a:ln>
            <a:noFill/>
          </a:ln>
        </p:spPr>
      </p:pic>
      <p:sp>
        <p:nvSpPr>
          <p:cNvPr id="204" name="Google Shape;204;p21"/>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5" name="Google Shape;205;p21"/>
          <p:cNvPicPr preferRelativeResize="0"/>
          <p:nvPr/>
        </p:nvPicPr>
        <p:blipFill rotWithShape="1">
          <a:blip r:embed="rId11">
            <a:alphaModFix/>
          </a:blip>
          <a:srcRect b="1709" l="0" r="0" t="1699"/>
          <a:stretch/>
        </p:blipFill>
        <p:spPr>
          <a:xfrm>
            <a:off x="-12" y="481650"/>
            <a:ext cx="9151202" cy="116709"/>
          </a:xfrm>
          <a:prstGeom prst="rect">
            <a:avLst/>
          </a:prstGeom>
          <a:noFill/>
          <a:ln>
            <a:noFill/>
          </a:ln>
        </p:spPr>
      </p:pic>
      <p:sp>
        <p:nvSpPr>
          <p:cNvPr id="206" name="Google Shape;206;p21"/>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207" name="Google Shape;207;p21"/>
          <p:cNvSpPr txBox="1"/>
          <p:nvPr>
            <p:ph idx="5"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0 Explanation blank - purple ">
  <p:cSld name="TITLE_AND_TWO_COLUMNS_1_1_6_2_1_4">
    <p:spTree>
      <p:nvGrpSpPr>
        <p:cNvPr id="208" name="Shape 208"/>
        <p:cNvGrpSpPr/>
        <p:nvPr/>
      </p:nvGrpSpPr>
      <p:grpSpPr>
        <a:xfrm>
          <a:off x="0" y="0"/>
          <a:ext cx="0" cy="0"/>
          <a:chOff x="0" y="0"/>
          <a:chExt cx="0" cy="0"/>
        </a:xfrm>
      </p:grpSpPr>
      <p:pic>
        <p:nvPicPr>
          <p:cNvPr id="209" name="Google Shape;209;p22"/>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210" name="Google Shape;210;p22"/>
          <p:cNvSpPr/>
          <p:nvPr/>
        </p:nvSpPr>
        <p:spPr>
          <a:xfrm>
            <a:off x="-1" y="-2"/>
            <a:ext cx="91476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2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12" name="Google Shape;212;p22"/>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13" name="Google Shape;213;p22"/>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
        <p:nvSpPr>
          <p:cNvPr id="214" name="Google Shape;214;p22"/>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Explanation</a:t>
            </a:r>
            <a:endParaRPr b="1" sz="900">
              <a:solidFill>
                <a:srgbClr val="F3EEFB"/>
              </a:solidFill>
              <a:latin typeface="Lexend"/>
              <a:ea typeface="Lexend"/>
              <a:cs typeface="Lexend"/>
              <a:sym typeface="Lexen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0 Explanation blank - jade">
  <p:cSld name="TITLE_AND_TWO_COLUMNS_1_1_6_2_1_2">
    <p:spTree>
      <p:nvGrpSpPr>
        <p:cNvPr id="215" name="Shape 215"/>
        <p:cNvGrpSpPr/>
        <p:nvPr/>
      </p:nvGrpSpPr>
      <p:grpSpPr>
        <a:xfrm>
          <a:off x="0" y="0"/>
          <a:ext cx="0" cy="0"/>
          <a:chOff x="0" y="0"/>
          <a:chExt cx="0" cy="0"/>
        </a:xfrm>
      </p:grpSpPr>
      <p:pic>
        <p:nvPicPr>
          <p:cNvPr id="216" name="Google Shape;216;p2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17" name="Google Shape;217;p2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2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19" name="Google Shape;219;p23"/>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sp>
        <p:nvSpPr>
          <p:cNvPr id="220" name="Google Shape;220;p23"/>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21" name="Google Shape;221;p23"/>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0 Explanation blank - blue ">
  <p:cSld name="TITLE_AND_TWO_COLUMNS_1_1_6_2_2">
    <p:spTree>
      <p:nvGrpSpPr>
        <p:cNvPr id="222" name="Shape 222"/>
        <p:cNvGrpSpPr/>
        <p:nvPr/>
      </p:nvGrpSpPr>
      <p:grpSpPr>
        <a:xfrm>
          <a:off x="0" y="0"/>
          <a:ext cx="0" cy="0"/>
          <a:chOff x="0" y="0"/>
          <a:chExt cx="0" cy="0"/>
        </a:xfrm>
      </p:grpSpPr>
      <p:pic>
        <p:nvPicPr>
          <p:cNvPr id="223" name="Google Shape;223;p2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24" name="Google Shape;224;p2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2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26" name="Google Shape;226;p24"/>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sp>
        <p:nvSpPr>
          <p:cNvPr id="227" name="Google Shape;227;p24"/>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28" name="Google Shape;228;p24"/>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0 Explanation blank - pink ">
  <p:cSld name="TITLE_AND_TWO_COLUMNS_1_1_6_2_1_1">
    <p:spTree>
      <p:nvGrpSpPr>
        <p:cNvPr id="229" name="Shape 229"/>
        <p:cNvGrpSpPr/>
        <p:nvPr/>
      </p:nvGrpSpPr>
      <p:grpSpPr>
        <a:xfrm>
          <a:off x="0" y="0"/>
          <a:ext cx="0" cy="0"/>
          <a:chOff x="0" y="0"/>
          <a:chExt cx="0" cy="0"/>
        </a:xfrm>
      </p:grpSpPr>
      <p:pic>
        <p:nvPicPr>
          <p:cNvPr id="230" name="Google Shape;230;p2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31" name="Google Shape;231;p2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2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33" name="Google Shape;233;p25"/>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sp>
        <p:nvSpPr>
          <p:cNvPr id="234" name="Google Shape;234;p25"/>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35" name="Google Shape;235;p25"/>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1 I do We do - purple">
  <p:cSld name="TITLE_AND_TWO_COLUMNS_1_1_9_2_2">
    <p:bg>
      <p:bgPr>
        <a:solidFill>
          <a:srgbClr val="F3EEFB"/>
        </a:solidFill>
      </p:bgPr>
    </p:bg>
    <p:spTree>
      <p:nvGrpSpPr>
        <p:cNvPr id="236" name="Shape 236"/>
        <p:cNvGrpSpPr/>
        <p:nvPr/>
      </p:nvGrpSpPr>
      <p:grpSpPr>
        <a:xfrm>
          <a:off x="0" y="0"/>
          <a:ext cx="0" cy="0"/>
          <a:chOff x="0" y="0"/>
          <a:chExt cx="0" cy="0"/>
        </a:xfrm>
      </p:grpSpPr>
      <p:sp>
        <p:nvSpPr>
          <p:cNvPr id="237" name="Google Shape;237;p26"/>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38" name="Google Shape;238;p26"/>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239" name="Google Shape;239;p26"/>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26"/>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41" name="Google Shape;241;p26"/>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42" name="Google Shape;242;p26"/>
          <p:cNvSpPr txBox="1"/>
          <p:nvPr>
            <p:ph type="title"/>
          </p:nvPr>
        </p:nvSpPr>
        <p:spPr>
          <a:xfrm>
            <a:off x="324000" y="0"/>
            <a:ext cx="74505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43" name="Google Shape;243;p26"/>
          <p:cNvGrpSpPr/>
          <p:nvPr/>
        </p:nvGrpSpPr>
        <p:grpSpPr>
          <a:xfrm>
            <a:off x="7834231" y="1285"/>
            <a:ext cx="828900" cy="576065"/>
            <a:chOff x="7801496" y="1285"/>
            <a:chExt cx="828900" cy="576065"/>
          </a:xfrm>
        </p:grpSpPr>
        <p:pic>
          <p:nvPicPr>
            <p:cNvPr id="244" name="Google Shape;244;p26"/>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45" name="Google Shape;245;p26"/>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grpSp>
      <p:grpSp>
        <p:nvGrpSpPr>
          <p:cNvPr id="246" name="Google Shape;246;p26"/>
          <p:cNvGrpSpPr/>
          <p:nvPr/>
        </p:nvGrpSpPr>
        <p:grpSpPr>
          <a:xfrm>
            <a:off x="8635663" y="1285"/>
            <a:ext cx="499700" cy="576065"/>
            <a:chOff x="8635663" y="1285"/>
            <a:chExt cx="499700" cy="576065"/>
          </a:xfrm>
        </p:grpSpPr>
        <p:pic>
          <p:nvPicPr>
            <p:cNvPr id="247" name="Google Shape;247;p26"/>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48" name="Google Shape;248;p26"/>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1 I do We do - jade">
  <p:cSld name="TITLE_AND_TWO_COLUMNS_1_1_9_2_2_1_1">
    <p:bg>
      <p:bgPr>
        <a:solidFill>
          <a:srgbClr val="E6F2F2"/>
        </a:solidFill>
      </p:bgPr>
    </p:bg>
    <p:spTree>
      <p:nvGrpSpPr>
        <p:cNvPr id="249" name="Shape 249"/>
        <p:cNvGrpSpPr/>
        <p:nvPr/>
      </p:nvGrpSpPr>
      <p:grpSpPr>
        <a:xfrm>
          <a:off x="0" y="0"/>
          <a:ext cx="0" cy="0"/>
          <a:chOff x="0" y="0"/>
          <a:chExt cx="0" cy="0"/>
        </a:xfrm>
      </p:grpSpPr>
      <p:sp>
        <p:nvSpPr>
          <p:cNvPr id="250" name="Google Shape;250;p27"/>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51" name="Google Shape;251;p2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52" name="Google Shape;252;p27"/>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27"/>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54" name="Google Shape;254;p27"/>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55" name="Google Shape;255;p2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56" name="Google Shape;256;p27"/>
          <p:cNvGrpSpPr/>
          <p:nvPr/>
        </p:nvGrpSpPr>
        <p:grpSpPr>
          <a:xfrm>
            <a:off x="7834231" y="1285"/>
            <a:ext cx="828900" cy="576065"/>
            <a:chOff x="7801496" y="1285"/>
            <a:chExt cx="828900" cy="576065"/>
          </a:xfrm>
        </p:grpSpPr>
        <p:pic>
          <p:nvPicPr>
            <p:cNvPr id="257" name="Google Shape;257;p27"/>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58" name="Google Shape;258;p27"/>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259" name="Google Shape;259;p27"/>
          <p:cNvGrpSpPr/>
          <p:nvPr/>
        </p:nvGrpSpPr>
        <p:grpSpPr>
          <a:xfrm>
            <a:off x="8635663" y="1285"/>
            <a:ext cx="499700" cy="576065"/>
            <a:chOff x="8635663" y="1285"/>
            <a:chExt cx="499700" cy="576065"/>
          </a:xfrm>
        </p:grpSpPr>
        <p:pic>
          <p:nvPicPr>
            <p:cNvPr id="260" name="Google Shape;260;p27"/>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61" name="Google Shape;261;p27"/>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1 I do We do - blue">
  <p:cSld name="TITLE_AND_TWO_COLUMNS_1_1_9_2_3">
    <p:bg>
      <p:bgPr>
        <a:solidFill>
          <a:srgbClr val="EBEDFE"/>
        </a:solidFill>
      </p:bgPr>
    </p:bg>
    <p:spTree>
      <p:nvGrpSpPr>
        <p:cNvPr id="262" name="Shape 262"/>
        <p:cNvGrpSpPr/>
        <p:nvPr/>
      </p:nvGrpSpPr>
      <p:grpSpPr>
        <a:xfrm>
          <a:off x="0" y="0"/>
          <a:ext cx="0" cy="0"/>
          <a:chOff x="0" y="0"/>
          <a:chExt cx="0" cy="0"/>
        </a:xfrm>
      </p:grpSpPr>
      <p:sp>
        <p:nvSpPr>
          <p:cNvPr id="263" name="Google Shape;263;p28"/>
          <p:cNvSpPr/>
          <p:nvPr/>
        </p:nvSpPr>
        <p:spPr>
          <a:xfrm>
            <a:off x="0" y="18750"/>
            <a:ext cx="4572300" cy="5124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4" name="Google Shape;264;p2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65" name="Google Shape;265;p28"/>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28"/>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67" name="Google Shape;267;p28"/>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68" name="Google Shape;268;p28"/>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69" name="Google Shape;269;p28"/>
          <p:cNvGrpSpPr/>
          <p:nvPr/>
        </p:nvGrpSpPr>
        <p:grpSpPr>
          <a:xfrm>
            <a:off x="7834231" y="1285"/>
            <a:ext cx="828900" cy="576065"/>
            <a:chOff x="7801496" y="1285"/>
            <a:chExt cx="828900" cy="576065"/>
          </a:xfrm>
        </p:grpSpPr>
        <p:pic>
          <p:nvPicPr>
            <p:cNvPr id="270" name="Google Shape;270;p28"/>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71" name="Google Shape;271;p28"/>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272" name="Google Shape;272;p28"/>
          <p:cNvGrpSpPr/>
          <p:nvPr/>
        </p:nvGrpSpPr>
        <p:grpSpPr>
          <a:xfrm>
            <a:off x="8635663" y="1285"/>
            <a:ext cx="499700" cy="576065"/>
            <a:chOff x="8635663" y="1285"/>
            <a:chExt cx="499700" cy="576065"/>
          </a:xfrm>
        </p:grpSpPr>
        <p:pic>
          <p:nvPicPr>
            <p:cNvPr id="273" name="Google Shape;273;p28"/>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74" name="Google Shape;274;p28"/>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1 I do We do - pink">
  <p:cSld name="TITLE_AND_TWO_COLUMNS_1_1_9_2_2_1_1_1">
    <p:bg>
      <p:bgPr>
        <a:solidFill>
          <a:srgbClr val="FAEAF6"/>
        </a:solidFill>
      </p:bgPr>
    </p:bg>
    <p:spTree>
      <p:nvGrpSpPr>
        <p:cNvPr id="275" name="Shape 275"/>
        <p:cNvGrpSpPr/>
        <p:nvPr/>
      </p:nvGrpSpPr>
      <p:grpSpPr>
        <a:xfrm>
          <a:off x="0" y="0"/>
          <a:ext cx="0" cy="0"/>
          <a:chOff x="0" y="0"/>
          <a:chExt cx="0" cy="0"/>
        </a:xfrm>
      </p:grpSpPr>
      <p:sp>
        <p:nvSpPr>
          <p:cNvPr id="276" name="Google Shape;276;p29"/>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77" name="Google Shape;277;p2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78" name="Google Shape;278;p29"/>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29"/>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80" name="Google Shape;280;p29"/>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81" name="Google Shape;281;p29"/>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82" name="Google Shape;282;p29"/>
          <p:cNvGrpSpPr/>
          <p:nvPr/>
        </p:nvGrpSpPr>
        <p:grpSpPr>
          <a:xfrm>
            <a:off x="7834231" y="1285"/>
            <a:ext cx="828900" cy="576065"/>
            <a:chOff x="7801496" y="1285"/>
            <a:chExt cx="828900" cy="576065"/>
          </a:xfrm>
        </p:grpSpPr>
        <p:pic>
          <p:nvPicPr>
            <p:cNvPr id="283" name="Google Shape;283;p29"/>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84" name="Google Shape;284;p29"/>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grpSp>
      <p:grpSp>
        <p:nvGrpSpPr>
          <p:cNvPr id="285" name="Google Shape;285;p29"/>
          <p:cNvGrpSpPr/>
          <p:nvPr/>
        </p:nvGrpSpPr>
        <p:grpSpPr>
          <a:xfrm>
            <a:off x="8635663" y="1285"/>
            <a:ext cx="499700" cy="576065"/>
            <a:chOff x="8635663" y="1285"/>
            <a:chExt cx="499700" cy="576065"/>
          </a:xfrm>
        </p:grpSpPr>
        <p:pic>
          <p:nvPicPr>
            <p:cNvPr id="286" name="Google Shape;286;p29"/>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87" name="Google Shape;287;p29"/>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2 CfU true/false justify - purple">
  <p:cSld name="TITLE_AND_TWO_COLUMNS_1_1_9_1_3_1">
    <p:bg>
      <p:bgPr>
        <a:solidFill>
          <a:srgbClr val="F3EEFB"/>
        </a:solidFill>
      </p:bgPr>
    </p:bg>
    <p:spTree>
      <p:nvGrpSpPr>
        <p:cNvPr id="288" name="Shape 288"/>
        <p:cNvGrpSpPr/>
        <p:nvPr/>
      </p:nvGrpSpPr>
      <p:grpSpPr>
        <a:xfrm>
          <a:off x="0" y="0"/>
          <a:ext cx="0" cy="0"/>
          <a:chOff x="0" y="0"/>
          <a:chExt cx="0" cy="0"/>
        </a:xfrm>
      </p:grpSpPr>
      <p:pic>
        <p:nvPicPr>
          <p:cNvPr id="289" name="Google Shape;289;p30"/>
          <p:cNvPicPr preferRelativeResize="0"/>
          <p:nvPr/>
        </p:nvPicPr>
        <p:blipFill>
          <a:blip r:embed="rId2">
            <a:alphaModFix/>
          </a:blip>
          <a:stretch>
            <a:fillRect/>
          </a:stretch>
        </p:blipFill>
        <p:spPr>
          <a:xfrm>
            <a:off x="2429763" y="1780516"/>
            <a:ext cx="457425" cy="457425"/>
          </a:xfrm>
          <a:prstGeom prst="rect">
            <a:avLst/>
          </a:prstGeom>
          <a:noFill/>
          <a:ln>
            <a:noFill/>
          </a:ln>
        </p:spPr>
      </p:pic>
      <p:pic>
        <p:nvPicPr>
          <p:cNvPr id="290" name="Google Shape;290;p30"/>
          <p:cNvPicPr preferRelativeResize="0"/>
          <p:nvPr/>
        </p:nvPicPr>
        <p:blipFill>
          <a:blip r:embed="rId2">
            <a:alphaModFix/>
          </a:blip>
          <a:stretch>
            <a:fillRect/>
          </a:stretch>
        </p:blipFill>
        <p:spPr>
          <a:xfrm>
            <a:off x="4823988" y="1780516"/>
            <a:ext cx="457425" cy="457425"/>
          </a:xfrm>
          <a:prstGeom prst="rect">
            <a:avLst/>
          </a:prstGeom>
          <a:noFill/>
          <a:ln>
            <a:noFill/>
          </a:ln>
        </p:spPr>
      </p:pic>
      <p:pic>
        <p:nvPicPr>
          <p:cNvPr id="291" name="Google Shape;291;p30"/>
          <p:cNvPicPr preferRelativeResize="0"/>
          <p:nvPr/>
        </p:nvPicPr>
        <p:blipFill>
          <a:blip r:embed="rId3">
            <a:alphaModFix/>
          </a:blip>
          <a:stretch>
            <a:fillRect/>
          </a:stretch>
        </p:blipFill>
        <p:spPr>
          <a:xfrm>
            <a:off x="0" y="532525"/>
            <a:ext cx="9151202" cy="116709"/>
          </a:xfrm>
          <a:prstGeom prst="rect">
            <a:avLst/>
          </a:prstGeom>
          <a:noFill/>
          <a:ln>
            <a:noFill/>
          </a:ln>
        </p:spPr>
      </p:pic>
      <p:sp>
        <p:nvSpPr>
          <p:cNvPr id="292" name="Google Shape;292;p30"/>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30"/>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294" name="Google Shape;294;p30"/>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295" name="Google Shape;295;p30"/>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296" name="Google Shape;296;p30"/>
          <p:cNvSpPr txBox="1"/>
          <p:nvPr>
            <p:ph idx="1"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7" name="Google Shape;297;p30"/>
          <p:cNvSpPr txBox="1"/>
          <p:nvPr>
            <p:ph idx="2"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8" name="Google Shape;298;p30"/>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299" name="Google Shape;299;p30"/>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00" name="Google Shape;300;p30"/>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01" name="Google Shape;301;p30"/>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pic>
        <p:nvPicPr>
          <p:cNvPr id="302" name="Google Shape;302;p30"/>
          <p:cNvPicPr preferRelativeResize="0"/>
          <p:nvPr/>
        </p:nvPicPr>
        <p:blipFill rotWithShape="1">
          <a:blip r:embed="rId4">
            <a:alphaModFix/>
          </a:blip>
          <a:srcRect b="0" l="0" r="0" t="0"/>
          <a:stretch/>
        </p:blipFill>
        <p:spPr>
          <a:xfrm>
            <a:off x="8528585" y="-11474"/>
            <a:ext cx="499700" cy="499700"/>
          </a:xfrm>
          <a:prstGeom prst="rect">
            <a:avLst/>
          </a:prstGeom>
          <a:noFill/>
          <a:ln>
            <a:noFill/>
          </a:ln>
        </p:spPr>
      </p:pic>
      <p:sp>
        <p:nvSpPr>
          <p:cNvPr id="303" name="Google Shape;303;p3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Check</a:t>
            </a:r>
            <a:endParaRPr b="1" sz="900">
              <a:solidFill>
                <a:srgbClr val="F3EEFB"/>
              </a:solidFill>
              <a:latin typeface="Lexend"/>
              <a:ea typeface="Lexend"/>
              <a:cs typeface="Lexend"/>
              <a:sym typeface="Lexend"/>
            </a:endParaRPr>
          </a:p>
        </p:txBody>
      </p:sp>
      <p:sp>
        <p:nvSpPr>
          <p:cNvPr id="304" name="Google Shape;304;p30"/>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305" name="Google Shape;305;p30"/>
          <p:cNvGrpSpPr/>
          <p:nvPr/>
        </p:nvGrpSpPr>
        <p:grpSpPr>
          <a:xfrm>
            <a:off x="324128" y="3139463"/>
            <a:ext cx="457200" cy="457200"/>
            <a:chOff x="1020916" y="1442088"/>
            <a:chExt cx="457200" cy="457200"/>
          </a:xfrm>
        </p:grpSpPr>
        <p:pic>
          <p:nvPicPr>
            <p:cNvPr id="306" name="Google Shape;306;p30"/>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307" name="Google Shape;307;p3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08" name="Google Shape;308;p30"/>
          <p:cNvGrpSpPr/>
          <p:nvPr/>
        </p:nvGrpSpPr>
        <p:grpSpPr>
          <a:xfrm>
            <a:off x="324128" y="3987825"/>
            <a:ext cx="457200" cy="457200"/>
            <a:chOff x="1020916" y="1442088"/>
            <a:chExt cx="457200" cy="457200"/>
          </a:xfrm>
        </p:grpSpPr>
        <p:pic>
          <p:nvPicPr>
            <p:cNvPr id="309" name="Google Shape;309;p30"/>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310" name="Google Shape;310;p3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2 CfU true/false justify - jade">
  <p:cSld name="TITLE_AND_TWO_COLUMNS_1_1_9_1_3_1_1_1">
    <p:bg>
      <p:bgPr>
        <a:solidFill>
          <a:srgbClr val="E6F2F2"/>
        </a:solidFill>
      </p:bgPr>
    </p:bg>
    <p:spTree>
      <p:nvGrpSpPr>
        <p:cNvPr id="311" name="Shape 311"/>
        <p:cNvGrpSpPr/>
        <p:nvPr/>
      </p:nvGrpSpPr>
      <p:grpSpPr>
        <a:xfrm>
          <a:off x="0" y="0"/>
          <a:ext cx="0" cy="0"/>
          <a:chOff x="0" y="0"/>
          <a:chExt cx="0" cy="0"/>
        </a:xfrm>
      </p:grpSpPr>
      <p:pic>
        <p:nvPicPr>
          <p:cNvPr id="312" name="Google Shape;312;p3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13" name="Google Shape;313;p31"/>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31"/>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15" name="Google Shape;315;p31"/>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16" name="Google Shape;316;p31"/>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17" name="Google Shape;317;p31"/>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18" name="Google Shape;318;p31"/>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19" name="Google Shape;319;p3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20" name="Google Shape;320;p3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321" name="Google Shape;321;p31"/>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22" name="Google Shape;322;p31"/>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23" name="Google Shape;323;p31"/>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24" name="Google Shape;324;p31"/>
          <p:cNvGrpSpPr/>
          <p:nvPr/>
        </p:nvGrpSpPr>
        <p:grpSpPr>
          <a:xfrm>
            <a:off x="324128" y="3139463"/>
            <a:ext cx="457200" cy="457200"/>
            <a:chOff x="1020916" y="1442088"/>
            <a:chExt cx="457200" cy="457200"/>
          </a:xfrm>
        </p:grpSpPr>
        <p:pic>
          <p:nvPicPr>
            <p:cNvPr id="325" name="Google Shape;325;p3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26" name="Google Shape;326;p3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27" name="Google Shape;327;p31"/>
          <p:cNvGrpSpPr/>
          <p:nvPr/>
        </p:nvGrpSpPr>
        <p:grpSpPr>
          <a:xfrm>
            <a:off x="324128" y="3987825"/>
            <a:ext cx="457200" cy="457200"/>
            <a:chOff x="1020916" y="1442088"/>
            <a:chExt cx="457200" cy="457200"/>
          </a:xfrm>
        </p:grpSpPr>
        <p:pic>
          <p:nvPicPr>
            <p:cNvPr id="328" name="Google Shape;328;p3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29" name="Google Shape;329;p3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30" name="Google Shape;330;p31"/>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31" name="Google Shape;331;p31"/>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32" name="Google Shape;332;p31"/>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33" name="Google Shape;333;p31"/>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2 CfU true/false justify - blue">
  <p:cSld name="TITLE_AND_TWO_COLUMNS_1_1_9_1_3_2">
    <p:bg>
      <p:bgPr>
        <a:solidFill>
          <a:srgbClr val="EBEDFE"/>
        </a:solidFill>
      </p:bgPr>
    </p:bg>
    <p:spTree>
      <p:nvGrpSpPr>
        <p:cNvPr id="334" name="Shape 334"/>
        <p:cNvGrpSpPr/>
        <p:nvPr/>
      </p:nvGrpSpPr>
      <p:grpSpPr>
        <a:xfrm>
          <a:off x="0" y="0"/>
          <a:ext cx="0" cy="0"/>
          <a:chOff x="0" y="0"/>
          <a:chExt cx="0" cy="0"/>
        </a:xfrm>
      </p:grpSpPr>
      <p:pic>
        <p:nvPicPr>
          <p:cNvPr id="335" name="Google Shape;335;p3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36" name="Google Shape;336;p32"/>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32"/>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38" name="Google Shape;338;p32"/>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39" name="Google Shape;339;p32"/>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40" name="Google Shape;340;p32"/>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41" name="Google Shape;341;p32"/>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42" name="Google Shape;342;p3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43" name="Google Shape;343;p3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344" name="Google Shape;344;p32"/>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45" name="Google Shape;345;p32"/>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46" name="Google Shape;346;p32"/>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47" name="Google Shape;347;p32"/>
          <p:cNvGrpSpPr/>
          <p:nvPr/>
        </p:nvGrpSpPr>
        <p:grpSpPr>
          <a:xfrm>
            <a:off x="324128" y="3139463"/>
            <a:ext cx="457200" cy="457200"/>
            <a:chOff x="1020916" y="1442088"/>
            <a:chExt cx="457200" cy="457200"/>
          </a:xfrm>
        </p:grpSpPr>
        <p:pic>
          <p:nvPicPr>
            <p:cNvPr id="348" name="Google Shape;348;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49" name="Google Shape;349;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50" name="Google Shape;350;p32"/>
          <p:cNvGrpSpPr/>
          <p:nvPr/>
        </p:nvGrpSpPr>
        <p:grpSpPr>
          <a:xfrm>
            <a:off x="324128" y="3987825"/>
            <a:ext cx="457200" cy="457200"/>
            <a:chOff x="1020916" y="1442088"/>
            <a:chExt cx="457200" cy="457200"/>
          </a:xfrm>
        </p:grpSpPr>
        <p:pic>
          <p:nvPicPr>
            <p:cNvPr id="351" name="Google Shape;351;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52" name="Google Shape;352;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53" name="Google Shape;353;p32"/>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54" name="Google Shape;354;p32"/>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55" name="Google Shape;355;p32"/>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56" name="Google Shape;356;p32"/>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2 CfU true/false justify - pink">
  <p:cSld name="TITLE_AND_TWO_COLUMNS_1_1_9_1_3_1_1_1_1">
    <p:bg>
      <p:bgPr>
        <a:solidFill>
          <a:srgbClr val="FAEAF6"/>
        </a:solidFill>
      </p:bgPr>
    </p:bg>
    <p:spTree>
      <p:nvGrpSpPr>
        <p:cNvPr id="357" name="Shape 357"/>
        <p:cNvGrpSpPr/>
        <p:nvPr/>
      </p:nvGrpSpPr>
      <p:grpSpPr>
        <a:xfrm>
          <a:off x="0" y="0"/>
          <a:ext cx="0" cy="0"/>
          <a:chOff x="0" y="0"/>
          <a:chExt cx="0" cy="0"/>
        </a:xfrm>
      </p:grpSpPr>
      <p:pic>
        <p:nvPicPr>
          <p:cNvPr id="358" name="Google Shape;358;p3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59" name="Google Shape;359;p33"/>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33"/>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61" name="Google Shape;361;p33"/>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62" name="Google Shape;362;p33"/>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63" name="Google Shape;363;p33"/>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64" name="Google Shape;364;p33"/>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65" name="Google Shape;365;p3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66" name="Google Shape;366;p3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367" name="Google Shape;367;p33"/>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8" name="Google Shape;368;p33"/>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69" name="Google Shape;369;p33"/>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70" name="Google Shape;370;p33"/>
          <p:cNvGrpSpPr/>
          <p:nvPr/>
        </p:nvGrpSpPr>
        <p:grpSpPr>
          <a:xfrm>
            <a:off x="324128" y="3139463"/>
            <a:ext cx="457200" cy="457200"/>
            <a:chOff x="1020916" y="1442088"/>
            <a:chExt cx="457200" cy="457200"/>
          </a:xfrm>
        </p:grpSpPr>
        <p:pic>
          <p:nvPicPr>
            <p:cNvPr id="371" name="Google Shape;371;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72" name="Google Shape;372;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73" name="Google Shape;373;p33"/>
          <p:cNvGrpSpPr/>
          <p:nvPr/>
        </p:nvGrpSpPr>
        <p:grpSpPr>
          <a:xfrm>
            <a:off x="324128" y="3987825"/>
            <a:ext cx="457200" cy="457200"/>
            <a:chOff x="1020916" y="1442088"/>
            <a:chExt cx="457200" cy="457200"/>
          </a:xfrm>
        </p:grpSpPr>
        <p:pic>
          <p:nvPicPr>
            <p:cNvPr id="374" name="Google Shape;374;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75" name="Google Shape;375;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76" name="Google Shape;376;p33"/>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77" name="Google Shape;377;p33"/>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78" name="Google Shape;378;p33"/>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79" name="Google Shape;379;p33"/>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3 CfU 3 options - purple">
  <p:cSld name="TITLE_AND_TWO_COLUMNS_1_1_7_1">
    <p:bg>
      <p:bgPr>
        <a:solidFill>
          <a:srgbClr val="F3EEFB"/>
        </a:solidFill>
      </p:bgPr>
    </p:bg>
    <p:spTree>
      <p:nvGrpSpPr>
        <p:cNvPr id="380" name="Shape 380"/>
        <p:cNvGrpSpPr/>
        <p:nvPr/>
      </p:nvGrpSpPr>
      <p:grpSpPr>
        <a:xfrm>
          <a:off x="0" y="0"/>
          <a:ext cx="0" cy="0"/>
          <a:chOff x="0" y="0"/>
          <a:chExt cx="0" cy="0"/>
        </a:xfrm>
      </p:grpSpPr>
      <p:pic>
        <p:nvPicPr>
          <p:cNvPr id="381" name="Google Shape;381;p34"/>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382" name="Google Shape;382;p34"/>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34"/>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84" name="Google Shape;384;p3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85" name="Google Shape;385;p3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386" name="Google Shape;386;p34"/>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87" name="Google Shape;387;p34"/>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8" name="Google Shape;388;p34"/>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9" name="Google Shape;389;p34"/>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90" name="Google Shape;390;p34"/>
          <p:cNvGrpSpPr/>
          <p:nvPr/>
        </p:nvGrpSpPr>
        <p:grpSpPr>
          <a:xfrm>
            <a:off x="323653" y="1804438"/>
            <a:ext cx="457200" cy="457200"/>
            <a:chOff x="1020916" y="1442088"/>
            <a:chExt cx="457200" cy="457200"/>
          </a:xfrm>
        </p:grpSpPr>
        <p:pic>
          <p:nvPicPr>
            <p:cNvPr id="391" name="Google Shape;391;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2" name="Google Shape;392;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93" name="Google Shape;393;p34"/>
          <p:cNvGrpSpPr/>
          <p:nvPr/>
        </p:nvGrpSpPr>
        <p:grpSpPr>
          <a:xfrm>
            <a:off x="323653" y="2766575"/>
            <a:ext cx="457200" cy="457200"/>
            <a:chOff x="1020916" y="1442088"/>
            <a:chExt cx="457200" cy="457200"/>
          </a:xfrm>
        </p:grpSpPr>
        <p:pic>
          <p:nvPicPr>
            <p:cNvPr id="394" name="Google Shape;394;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5" name="Google Shape;395;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396" name="Google Shape;396;p34"/>
          <p:cNvGrpSpPr/>
          <p:nvPr/>
        </p:nvGrpSpPr>
        <p:grpSpPr>
          <a:xfrm>
            <a:off x="323641" y="3729038"/>
            <a:ext cx="457200" cy="457200"/>
            <a:chOff x="1020916" y="1442088"/>
            <a:chExt cx="457200" cy="457200"/>
          </a:xfrm>
        </p:grpSpPr>
        <p:pic>
          <p:nvPicPr>
            <p:cNvPr id="397" name="Google Shape;397;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8" name="Google Shape;398;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3 CfU 3 options - jade">
  <p:cSld name="TITLE_AND_TWO_COLUMNS_1_1_7_1_1_1">
    <p:bg>
      <p:bgPr>
        <a:solidFill>
          <a:srgbClr val="E6F2F2"/>
        </a:solidFill>
      </p:bgPr>
    </p:bg>
    <p:spTree>
      <p:nvGrpSpPr>
        <p:cNvPr id="399" name="Shape 399"/>
        <p:cNvGrpSpPr/>
        <p:nvPr/>
      </p:nvGrpSpPr>
      <p:grpSpPr>
        <a:xfrm>
          <a:off x="0" y="0"/>
          <a:ext cx="0" cy="0"/>
          <a:chOff x="0" y="0"/>
          <a:chExt cx="0" cy="0"/>
        </a:xfrm>
      </p:grpSpPr>
      <p:pic>
        <p:nvPicPr>
          <p:cNvPr id="400" name="Google Shape;400;p3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01" name="Google Shape;401;p3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35"/>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03" name="Google Shape;403;p3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04" name="Google Shape;404;p3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05" name="Google Shape;405;p35"/>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06" name="Google Shape;406;p35"/>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07" name="Google Shape;407;p35"/>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08" name="Google Shape;408;p35"/>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09" name="Google Shape;409;p35"/>
          <p:cNvGrpSpPr/>
          <p:nvPr/>
        </p:nvGrpSpPr>
        <p:grpSpPr>
          <a:xfrm>
            <a:off x="323653" y="1804438"/>
            <a:ext cx="457200" cy="457200"/>
            <a:chOff x="1020916" y="1442088"/>
            <a:chExt cx="457200" cy="457200"/>
          </a:xfrm>
        </p:grpSpPr>
        <p:pic>
          <p:nvPicPr>
            <p:cNvPr id="410" name="Google Shape;410;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1" name="Google Shape;411;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12" name="Google Shape;412;p35"/>
          <p:cNvGrpSpPr/>
          <p:nvPr/>
        </p:nvGrpSpPr>
        <p:grpSpPr>
          <a:xfrm>
            <a:off x="323653" y="2766575"/>
            <a:ext cx="457200" cy="457200"/>
            <a:chOff x="1020916" y="1442088"/>
            <a:chExt cx="457200" cy="457200"/>
          </a:xfrm>
        </p:grpSpPr>
        <p:pic>
          <p:nvPicPr>
            <p:cNvPr id="413" name="Google Shape;413;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4" name="Google Shape;414;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15" name="Google Shape;415;p35"/>
          <p:cNvGrpSpPr/>
          <p:nvPr/>
        </p:nvGrpSpPr>
        <p:grpSpPr>
          <a:xfrm>
            <a:off x="323641" y="3729038"/>
            <a:ext cx="457200" cy="457200"/>
            <a:chOff x="1020916" y="1442088"/>
            <a:chExt cx="457200" cy="457200"/>
          </a:xfrm>
        </p:grpSpPr>
        <p:pic>
          <p:nvPicPr>
            <p:cNvPr id="416" name="Google Shape;416;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7" name="Google Shape;417;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3 CfU 3 options - blue">
  <p:cSld name="TITLE_AND_TWO_COLUMNS_1_1_7_2">
    <p:bg>
      <p:bgPr>
        <a:solidFill>
          <a:srgbClr val="EBEDFE"/>
        </a:solidFill>
      </p:bgPr>
    </p:bg>
    <p:spTree>
      <p:nvGrpSpPr>
        <p:cNvPr id="418" name="Shape 418"/>
        <p:cNvGrpSpPr/>
        <p:nvPr/>
      </p:nvGrpSpPr>
      <p:grpSpPr>
        <a:xfrm>
          <a:off x="0" y="0"/>
          <a:ext cx="0" cy="0"/>
          <a:chOff x="0" y="0"/>
          <a:chExt cx="0" cy="0"/>
        </a:xfrm>
      </p:grpSpPr>
      <p:pic>
        <p:nvPicPr>
          <p:cNvPr id="419" name="Google Shape;419;p3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20" name="Google Shape;420;p36"/>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36"/>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22" name="Google Shape;422;p3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23" name="Google Shape;423;p3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24" name="Google Shape;424;p36"/>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5" name="Google Shape;425;p36"/>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26" name="Google Shape;426;p36"/>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27" name="Google Shape;427;p36"/>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28" name="Google Shape;428;p36"/>
          <p:cNvGrpSpPr/>
          <p:nvPr/>
        </p:nvGrpSpPr>
        <p:grpSpPr>
          <a:xfrm>
            <a:off x="323653" y="1804438"/>
            <a:ext cx="457200" cy="457200"/>
            <a:chOff x="1020916" y="1442088"/>
            <a:chExt cx="457200" cy="457200"/>
          </a:xfrm>
        </p:grpSpPr>
        <p:pic>
          <p:nvPicPr>
            <p:cNvPr id="429" name="Google Shape;429;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30" name="Google Shape;430;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31" name="Google Shape;431;p36"/>
          <p:cNvGrpSpPr/>
          <p:nvPr/>
        </p:nvGrpSpPr>
        <p:grpSpPr>
          <a:xfrm>
            <a:off x="323653" y="2766575"/>
            <a:ext cx="457200" cy="457200"/>
            <a:chOff x="1020916" y="1442088"/>
            <a:chExt cx="457200" cy="457200"/>
          </a:xfrm>
        </p:grpSpPr>
        <p:pic>
          <p:nvPicPr>
            <p:cNvPr id="432" name="Google Shape;432;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33" name="Google Shape;433;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34" name="Google Shape;434;p36"/>
          <p:cNvGrpSpPr/>
          <p:nvPr/>
        </p:nvGrpSpPr>
        <p:grpSpPr>
          <a:xfrm>
            <a:off x="323641" y="3729038"/>
            <a:ext cx="457200" cy="457200"/>
            <a:chOff x="1020916" y="1442088"/>
            <a:chExt cx="457200" cy="457200"/>
          </a:xfrm>
        </p:grpSpPr>
        <p:pic>
          <p:nvPicPr>
            <p:cNvPr id="435" name="Google Shape;435;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36" name="Google Shape;436;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3 CfU 3 options - pink">
  <p:cSld name="TITLE_AND_TWO_COLUMNS_1_1_7_1_1_1_1">
    <p:bg>
      <p:bgPr>
        <a:solidFill>
          <a:srgbClr val="FAEAF6"/>
        </a:solidFill>
      </p:bgPr>
    </p:bg>
    <p:spTree>
      <p:nvGrpSpPr>
        <p:cNvPr id="437" name="Shape 437"/>
        <p:cNvGrpSpPr/>
        <p:nvPr/>
      </p:nvGrpSpPr>
      <p:grpSpPr>
        <a:xfrm>
          <a:off x="0" y="0"/>
          <a:ext cx="0" cy="0"/>
          <a:chOff x="0" y="0"/>
          <a:chExt cx="0" cy="0"/>
        </a:xfrm>
      </p:grpSpPr>
      <p:pic>
        <p:nvPicPr>
          <p:cNvPr id="438" name="Google Shape;438;p3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39" name="Google Shape;439;p3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37"/>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41" name="Google Shape;441;p3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42" name="Google Shape;442;p3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443" name="Google Shape;443;p37"/>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44" name="Google Shape;444;p37"/>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45" name="Google Shape;445;p37"/>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46" name="Google Shape;446;p37"/>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47" name="Google Shape;447;p37"/>
          <p:cNvGrpSpPr/>
          <p:nvPr/>
        </p:nvGrpSpPr>
        <p:grpSpPr>
          <a:xfrm>
            <a:off x="323653" y="1804438"/>
            <a:ext cx="457200" cy="457200"/>
            <a:chOff x="1020916" y="1442088"/>
            <a:chExt cx="457200" cy="457200"/>
          </a:xfrm>
        </p:grpSpPr>
        <p:pic>
          <p:nvPicPr>
            <p:cNvPr id="448" name="Google Shape;448;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49" name="Google Shape;449;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50" name="Google Shape;450;p37"/>
          <p:cNvGrpSpPr/>
          <p:nvPr/>
        </p:nvGrpSpPr>
        <p:grpSpPr>
          <a:xfrm>
            <a:off x="323653" y="2766575"/>
            <a:ext cx="457200" cy="457200"/>
            <a:chOff x="1020916" y="1442088"/>
            <a:chExt cx="457200" cy="457200"/>
          </a:xfrm>
        </p:grpSpPr>
        <p:pic>
          <p:nvPicPr>
            <p:cNvPr id="451" name="Google Shape;451;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52" name="Google Shape;452;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53" name="Google Shape;453;p37"/>
          <p:cNvGrpSpPr/>
          <p:nvPr/>
        </p:nvGrpSpPr>
        <p:grpSpPr>
          <a:xfrm>
            <a:off x="323641" y="3729038"/>
            <a:ext cx="457200" cy="457200"/>
            <a:chOff x="1020916" y="1442088"/>
            <a:chExt cx="457200" cy="457200"/>
          </a:xfrm>
        </p:grpSpPr>
        <p:pic>
          <p:nvPicPr>
            <p:cNvPr id="454" name="Google Shape;454;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55" name="Google Shape;455;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4 CfU 4 options - purple">
  <p:cSld name="TITLE_AND_TWO_COLUMNS_1_1_8_1">
    <p:bg>
      <p:bgPr>
        <a:solidFill>
          <a:srgbClr val="F3EEFB"/>
        </a:solidFill>
      </p:bgPr>
    </p:bg>
    <p:spTree>
      <p:nvGrpSpPr>
        <p:cNvPr id="456" name="Shape 456"/>
        <p:cNvGrpSpPr/>
        <p:nvPr/>
      </p:nvGrpSpPr>
      <p:grpSpPr>
        <a:xfrm>
          <a:off x="0" y="0"/>
          <a:ext cx="0" cy="0"/>
          <a:chOff x="0" y="0"/>
          <a:chExt cx="0" cy="0"/>
        </a:xfrm>
      </p:grpSpPr>
      <p:pic>
        <p:nvPicPr>
          <p:cNvPr id="457" name="Google Shape;457;p38"/>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458" name="Google Shape;458;p38"/>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38"/>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60" name="Google Shape;460;p3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61" name="Google Shape;461;p3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62" name="Google Shape;462;p38"/>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63" name="Google Shape;463;p38"/>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4" name="Google Shape;464;p38"/>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5" name="Google Shape;465;p38"/>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6" name="Google Shape;466;p38"/>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67" name="Google Shape;467;p38"/>
          <p:cNvGrpSpPr/>
          <p:nvPr/>
        </p:nvGrpSpPr>
        <p:grpSpPr>
          <a:xfrm>
            <a:off x="323653" y="1652038"/>
            <a:ext cx="457200" cy="457200"/>
            <a:chOff x="1020916" y="1442088"/>
            <a:chExt cx="457200" cy="457200"/>
          </a:xfrm>
        </p:grpSpPr>
        <p:pic>
          <p:nvPicPr>
            <p:cNvPr id="468" name="Google Shape;468;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69" name="Google Shape;469;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70" name="Google Shape;470;p38"/>
          <p:cNvGrpSpPr/>
          <p:nvPr/>
        </p:nvGrpSpPr>
        <p:grpSpPr>
          <a:xfrm>
            <a:off x="323653" y="2461775"/>
            <a:ext cx="457200" cy="457200"/>
            <a:chOff x="1020916" y="1442088"/>
            <a:chExt cx="457200" cy="457200"/>
          </a:xfrm>
        </p:grpSpPr>
        <p:pic>
          <p:nvPicPr>
            <p:cNvPr id="471" name="Google Shape;471;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2" name="Google Shape;472;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73" name="Google Shape;473;p38"/>
          <p:cNvGrpSpPr/>
          <p:nvPr/>
        </p:nvGrpSpPr>
        <p:grpSpPr>
          <a:xfrm>
            <a:off x="323641" y="3271838"/>
            <a:ext cx="457200" cy="457200"/>
            <a:chOff x="1020916" y="1442088"/>
            <a:chExt cx="457200" cy="457200"/>
          </a:xfrm>
        </p:grpSpPr>
        <p:pic>
          <p:nvPicPr>
            <p:cNvPr id="474" name="Google Shape;474;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5" name="Google Shape;475;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476" name="Google Shape;476;p38"/>
          <p:cNvGrpSpPr/>
          <p:nvPr/>
        </p:nvGrpSpPr>
        <p:grpSpPr>
          <a:xfrm>
            <a:off x="323641" y="4081763"/>
            <a:ext cx="457200" cy="457200"/>
            <a:chOff x="1020916" y="1442088"/>
            <a:chExt cx="457200" cy="457200"/>
          </a:xfrm>
        </p:grpSpPr>
        <p:pic>
          <p:nvPicPr>
            <p:cNvPr id="477" name="Google Shape;477;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8" name="Google Shape;478;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4 CfU 4 options - jade">
  <p:cSld name="TITLE_AND_TWO_COLUMNS_1_1_8_1_1_1">
    <p:bg>
      <p:bgPr>
        <a:solidFill>
          <a:srgbClr val="E6F2F2"/>
        </a:solidFill>
      </p:bgPr>
    </p:bg>
    <p:spTree>
      <p:nvGrpSpPr>
        <p:cNvPr id="479" name="Shape 479"/>
        <p:cNvGrpSpPr/>
        <p:nvPr/>
      </p:nvGrpSpPr>
      <p:grpSpPr>
        <a:xfrm>
          <a:off x="0" y="0"/>
          <a:ext cx="0" cy="0"/>
          <a:chOff x="0" y="0"/>
          <a:chExt cx="0" cy="0"/>
        </a:xfrm>
      </p:grpSpPr>
      <p:pic>
        <p:nvPicPr>
          <p:cNvPr id="480" name="Google Shape;480;p3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81" name="Google Shape;481;p39"/>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39"/>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83" name="Google Shape;483;p3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84" name="Google Shape;484;p3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85" name="Google Shape;485;p39"/>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86" name="Google Shape;486;p39"/>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7" name="Google Shape;487;p39"/>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8" name="Google Shape;488;p39"/>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9" name="Google Shape;489;p39"/>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90" name="Google Shape;490;p39"/>
          <p:cNvGrpSpPr/>
          <p:nvPr/>
        </p:nvGrpSpPr>
        <p:grpSpPr>
          <a:xfrm>
            <a:off x="323653" y="1652038"/>
            <a:ext cx="457200" cy="457200"/>
            <a:chOff x="1020916" y="1442088"/>
            <a:chExt cx="457200" cy="457200"/>
          </a:xfrm>
        </p:grpSpPr>
        <p:pic>
          <p:nvPicPr>
            <p:cNvPr id="491" name="Google Shape;491;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2" name="Google Shape;492;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93" name="Google Shape;493;p39"/>
          <p:cNvGrpSpPr/>
          <p:nvPr/>
        </p:nvGrpSpPr>
        <p:grpSpPr>
          <a:xfrm>
            <a:off x="323653" y="2461775"/>
            <a:ext cx="457200" cy="457200"/>
            <a:chOff x="1020916" y="1442088"/>
            <a:chExt cx="457200" cy="457200"/>
          </a:xfrm>
        </p:grpSpPr>
        <p:pic>
          <p:nvPicPr>
            <p:cNvPr id="494" name="Google Shape;494;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5" name="Google Shape;495;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96" name="Google Shape;496;p39"/>
          <p:cNvGrpSpPr/>
          <p:nvPr/>
        </p:nvGrpSpPr>
        <p:grpSpPr>
          <a:xfrm>
            <a:off x="323641" y="3271838"/>
            <a:ext cx="457200" cy="457200"/>
            <a:chOff x="1020916" y="1442088"/>
            <a:chExt cx="457200" cy="457200"/>
          </a:xfrm>
        </p:grpSpPr>
        <p:pic>
          <p:nvPicPr>
            <p:cNvPr id="497" name="Google Shape;497;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8" name="Google Shape;498;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499" name="Google Shape;499;p39"/>
          <p:cNvGrpSpPr/>
          <p:nvPr/>
        </p:nvGrpSpPr>
        <p:grpSpPr>
          <a:xfrm>
            <a:off x="323641" y="4081763"/>
            <a:ext cx="457200" cy="457200"/>
            <a:chOff x="1020916" y="1442088"/>
            <a:chExt cx="457200" cy="457200"/>
          </a:xfrm>
        </p:grpSpPr>
        <p:pic>
          <p:nvPicPr>
            <p:cNvPr id="500" name="Google Shape;500;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01" name="Google Shape;501;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4 CfU 4 options - blue">
  <p:cSld name="TITLE_AND_TWO_COLUMNS_1_1_8_2">
    <p:bg>
      <p:bgPr>
        <a:solidFill>
          <a:srgbClr val="EBEDFE"/>
        </a:solidFill>
      </p:bgPr>
    </p:bg>
    <p:spTree>
      <p:nvGrpSpPr>
        <p:cNvPr id="502" name="Shape 502"/>
        <p:cNvGrpSpPr/>
        <p:nvPr/>
      </p:nvGrpSpPr>
      <p:grpSpPr>
        <a:xfrm>
          <a:off x="0" y="0"/>
          <a:ext cx="0" cy="0"/>
          <a:chOff x="0" y="0"/>
          <a:chExt cx="0" cy="0"/>
        </a:xfrm>
      </p:grpSpPr>
      <p:pic>
        <p:nvPicPr>
          <p:cNvPr id="503" name="Google Shape;503;p4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04" name="Google Shape;504;p40"/>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40"/>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06" name="Google Shape;506;p4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07" name="Google Shape;507;p4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08" name="Google Shape;508;p40"/>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09" name="Google Shape;509;p40"/>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10" name="Google Shape;510;p40"/>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11" name="Google Shape;511;p40"/>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12" name="Google Shape;512;p40"/>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13" name="Google Shape;513;p40"/>
          <p:cNvGrpSpPr/>
          <p:nvPr/>
        </p:nvGrpSpPr>
        <p:grpSpPr>
          <a:xfrm>
            <a:off x="323653" y="1652038"/>
            <a:ext cx="457200" cy="457200"/>
            <a:chOff x="1020916" y="1442088"/>
            <a:chExt cx="457200" cy="457200"/>
          </a:xfrm>
        </p:grpSpPr>
        <p:pic>
          <p:nvPicPr>
            <p:cNvPr id="514" name="Google Shape;514;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5" name="Google Shape;515;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16" name="Google Shape;516;p40"/>
          <p:cNvGrpSpPr/>
          <p:nvPr/>
        </p:nvGrpSpPr>
        <p:grpSpPr>
          <a:xfrm>
            <a:off x="323653" y="2461775"/>
            <a:ext cx="457200" cy="457200"/>
            <a:chOff x="1020916" y="1442088"/>
            <a:chExt cx="457200" cy="457200"/>
          </a:xfrm>
        </p:grpSpPr>
        <p:pic>
          <p:nvPicPr>
            <p:cNvPr id="517" name="Google Shape;517;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8" name="Google Shape;518;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19" name="Google Shape;519;p40"/>
          <p:cNvGrpSpPr/>
          <p:nvPr/>
        </p:nvGrpSpPr>
        <p:grpSpPr>
          <a:xfrm>
            <a:off x="323641" y="3271838"/>
            <a:ext cx="457200" cy="457200"/>
            <a:chOff x="1020916" y="1442088"/>
            <a:chExt cx="457200" cy="457200"/>
          </a:xfrm>
        </p:grpSpPr>
        <p:pic>
          <p:nvPicPr>
            <p:cNvPr id="520" name="Google Shape;520;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21" name="Google Shape;521;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22" name="Google Shape;522;p40"/>
          <p:cNvGrpSpPr/>
          <p:nvPr/>
        </p:nvGrpSpPr>
        <p:grpSpPr>
          <a:xfrm>
            <a:off x="323641" y="4081763"/>
            <a:ext cx="457200" cy="457200"/>
            <a:chOff x="1020916" y="1442088"/>
            <a:chExt cx="457200" cy="457200"/>
          </a:xfrm>
        </p:grpSpPr>
        <p:pic>
          <p:nvPicPr>
            <p:cNvPr id="523" name="Google Shape;523;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24" name="Google Shape;524;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4 CfU 4 options - pink">
  <p:cSld name="TITLE_AND_TWO_COLUMNS_1_1_8_1_1_1_1">
    <p:bg>
      <p:bgPr>
        <a:solidFill>
          <a:srgbClr val="FAEAF6"/>
        </a:solidFill>
      </p:bgPr>
    </p:bg>
    <p:spTree>
      <p:nvGrpSpPr>
        <p:cNvPr id="525" name="Shape 525"/>
        <p:cNvGrpSpPr/>
        <p:nvPr/>
      </p:nvGrpSpPr>
      <p:grpSpPr>
        <a:xfrm>
          <a:off x="0" y="0"/>
          <a:ext cx="0" cy="0"/>
          <a:chOff x="0" y="0"/>
          <a:chExt cx="0" cy="0"/>
        </a:xfrm>
      </p:grpSpPr>
      <p:pic>
        <p:nvPicPr>
          <p:cNvPr id="526" name="Google Shape;526;p4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27" name="Google Shape;527;p41"/>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41"/>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29" name="Google Shape;529;p4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30" name="Google Shape;530;p4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531" name="Google Shape;531;p41"/>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32" name="Google Shape;532;p41"/>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3" name="Google Shape;533;p41"/>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4" name="Google Shape;534;p41"/>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5" name="Google Shape;535;p41"/>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36" name="Google Shape;536;p41"/>
          <p:cNvGrpSpPr/>
          <p:nvPr/>
        </p:nvGrpSpPr>
        <p:grpSpPr>
          <a:xfrm>
            <a:off x="323653" y="1652038"/>
            <a:ext cx="457200" cy="457200"/>
            <a:chOff x="1020916" y="1442088"/>
            <a:chExt cx="457200" cy="457200"/>
          </a:xfrm>
        </p:grpSpPr>
        <p:pic>
          <p:nvPicPr>
            <p:cNvPr id="537" name="Google Shape;537;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38" name="Google Shape;538;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39" name="Google Shape;539;p41"/>
          <p:cNvGrpSpPr/>
          <p:nvPr/>
        </p:nvGrpSpPr>
        <p:grpSpPr>
          <a:xfrm>
            <a:off x="323653" y="2461775"/>
            <a:ext cx="457200" cy="457200"/>
            <a:chOff x="1020916" y="1442088"/>
            <a:chExt cx="457200" cy="457200"/>
          </a:xfrm>
        </p:grpSpPr>
        <p:pic>
          <p:nvPicPr>
            <p:cNvPr id="540" name="Google Shape;540;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1" name="Google Shape;541;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42" name="Google Shape;542;p41"/>
          <p:cNvGrpSpPr/>
          <p:nvPr/>
        </p:nvGrpSpPr>
        <p:grpSpPr>
          <a:xfrm>
            <a:off x="323641" y="3271838"/>
            <a:ext cx="457200" cy="457200"/>
            <a:chOff x="1020916" y="1442088"/>
            <a:chExt cx="457200" cy="457200"/>
          </a:xfrm>
        </p:grpSpPr>
        <p:pic>
          <p:nvPicPr>
            <p:cNvPr id="543" name="Google Shape;543;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4" name="Google Shape;544;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45" name="Google Shape;545;p41"/>
          <p:cNvGrpSpPr/>
          <p:nvPr/>
        </p:nvGrpSpPr>
        <p:grpSpPr>
          <a:xfrm>
            <a:off x="323641" y="4081763"/>
            <a:ext cx="457200" cy="457200"/>
            <a:chOff x="1020916" y="1442088"/>
            <a:chExt cx="457200" cy="457200"/>
          </a:xfrm>
        </p:grpSpPr>
        <p:pic>
          <p:nvPicPr>
            <p:cNvPr id="546" name="Google Shape;546;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7" name="Google Shape;547;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5 CfU 3 image options - purple">
  <p:cSld name="TITLE_AND_TWO_COLUMNS_1_1_7_1_1_2">
    <p:bg>
      <p:bgPr>
        <a:solidFill>
          <a:srgbClr val="F3EEFB"/>
        </a:solidFill>
      </p:bgPr>
    </p:bg>
    <p:spTree>
      <p:nvGrpSpPr>
        <p:cNvPr id="548" name="Shape 548"/>
        <p:cNvGrpSpPr/>
        <p:nvPr/>
      </p:nvGrpSpPr>
      <p:grpSpPr>
        <a:xfrm>
          <a:off x="0" y="0"/>
          <a:ext cx="0" cy="0"/>
          <a:chOff x="0" y="0"/>
          <a:chExt cx="0" cy="0"/>
        </a:xfrm>
      </p:grpSpPr>
      <p:pic>
        <p:nvPicPr>
          <p:cNvPr id="549" name="Google Shape;549;p42"/>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550" name="Google Shape;550;p42"/>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42"/>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52" name="Google Shape;552;p4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53" name="Google Shape;553;p4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54" name="Google Shape;554;p42"/>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55" name="Google Shape;555;p42"/>
          <p:cNvSpPr/>
          <p:nvPr>
            <p:ph idx="3" type="pic"/>
          </p:nvPr>
        </p:nvSpPr>
        <p:spPr>
          <a:xfrm>
            <a:off x="324000" y="1893950"/>
            <a:ext cx="2555400" cy="1939500"/>
          </a:xfrm>
          <a:prstGeom prst="rect">
            <a:avLst/>
          </a:prstGeom>
          <a:noFill/>
          <a:ln>
            <a:noFill/>
          </a:ln>
        </p:spPr>
      </p:sp>
      <p:sp>
        <p:nvSpPr>
          <p:cNvPr id="556" name="Google Shape;556;p42"/>
          <p:cNvSpPr/>
          <p:nvPr>
            <p:ph idx="4" type="pic"/>
          </p:nvPr>
        </p:nvSpPr>
        <p:spPr>
          <a:xfrm>
            <a:off x="6256800" y="1893950"/>
            <a:ext cx="2555400" cy="1939500"/>
          </a:xfrm>
          <a:prstGeom prst="rect">
            <a:avLst/>
          </a:prstGeom>
          <a:noFill/>
          <a:ln>
            <a:noFill/>
          </a:ln>
        </p:spPr>
      </p:sp>
      <p:sp>
        <p:nvSpPr>
          <p:cNvPr id="557" name="Google Shape;557;p42"/>
          <p:cNvSpPr/>
          <p:nvPr>
            <p:ph idx="5" type="pic"/>
          </p:nvPr>
        </p:nvSpPr>
        <p:spPr>
          <a:xfrm>
            <a:off x="3294300" y="1893950"/>
            <a:ext cx="2555400" cy="1939500"/>
          </a:xfrm>
          <a:prstGeom prst="rect">
            <a:avLst/>
          </a:prstGeom>
          <a:noFill/>
          <a:ln>
            <a:noFill/>
          </a:ln>
        </p:spPr>
      </p:sp>
      <p:grpSp>
        <p:nvGrpSpPr>
          <p:cNvPr id="558" name="Google Shape;558;p42"/>
          <p:cNvGrpSpPr/>
          <p:nvPr/>
        </p:nvGrpSpPr>
        <p:grpSpPr>
          <a:xfrm>
            <a:off x="1381028" y="4148538"/>
            <a:ext cx="457200" cy="457200"/>
            <a:chOff x="1020916" y="1442088"/>
            <a:chExt cx="457200" cy="457200"/>
          </a:xfrm>
        </p:grpSpPr>
        <p:pic>
          <p:nvPicPr>
            <p:cNvPr id="559" name="Google Shape;559;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0" name="Google Shape;560;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61" name="Google Shape;561;p42"/>
          <p:cNvGrpSpPr/>
          <p:nvPr/>
        </p:nvGrpSpPr>
        <p:grpSpPr>
          <a:xfrm>
            <a:off x="4331066" y="4148550"/>
            <a:ext cx="457200" cy="457200"/>
            <a:chOff x="1020916" y="1442088"/>
            <a:chExt cx="457200" cy="457200"/>
          </a:xfrm>
        </p:grpSpPr>
        <p:pic>
          <p:nvPicPr>
            <p:cNvPr id="562" name="Google Shape;562;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3" name="Google Shape;563;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64" name="Google Shape;564;p42"/>
          <p:cNvGrpSpPr/>
          <p:nvPr/>
        </p:nvGrpSpPr>
        <p:grpSpPr>
          <a:xfrm>
            <a:off x="7305791" y="4148538"/>
            <a:ext cx="457200" cy="457200"/>
            <a:chOff x="1020916" y="1442088"/>
            <a:chExt cx="457200" cy="457200"/>
          </a:xfrm>
        </p:grpSpPr>
        <p:pic>
          <p:nvPicPr>
            <p:cNvPr id="565" name="Google Shape;565;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6" name="Google Shape;566;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5 CfU 3 image options - jade">
  <p:cSld name="TITLE_AND_TWO_COLUMNS_1_1_7_1_1_1_2">
    <p:bg>
      <p:bgPr>
        <a:solidFill>
          <a:srgbClr val="E6F2F2"/>
        </a:solidFill>
      </p:bgPr>
    </p:bg>
    <p:spTree>
      <p:nvGrpSpPr>
        <p:cNvPr id="567" name="Shape 567"/>
        <p:cNvGrpSpPr/>
        <p:nvPr/>
      </p:nvGrpSpPr>
      <p:grpSpPr>
        <a:xfrm>
          <a:off x="0" y="0"/>
          <a:ext cx="0" cy="0"/>
          <a:chOff x="0" y="0"/>
          <a:chExt cx="0" cy="0"/>
        </a:xfrm>
      </p:grpSpPr>
      <p:pic>
        <p:nvPicPr>
          <p:cNvPr id="568" name="Google Shape;568;p4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69" name="Google Shape;569;p4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43"/>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71" name="Google Shape;571;p4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72" name="Google Shape;572;p4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73" name="Google Shape;573;p43"/>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74" name="Google Shape;574;p43"/>
          <p:cNvSpPr/>
          <p:nvPr>
            <p:ph idx="3" type="pic"/>
          </p:nvPr>
        </p:nvSpPr>
        <p:spPr>
          <a:xfrm>
            <a:off x="324000" y="1893950"/>
            <a:ext cx="2555400" cy="1939500"/>
          </a:xfrm>
          <a:prstGeom prst="rect">
            <a:avLst/>
          </a:prstGeom>
          <a:noFill/>
          <a:ln>
            <a:noFill/>
          </a:ln>
        </p:spPr>
      </p:sp>
      <p:sp>
        <p:nvSpPr>
          <p:cNvPr id="575" name="Google Shape;575;p43"/>
          <p:cNvSpPr/>
          <p:nvPr>
            <p:ph idx="4" type="pic"/>
          </p:nvPr>
        </p:nvSpPr>
        <p:spPr>
          <a:xfrm>
            <a:off x="6256800" y="1893950"/>
            <a:ext cx="2555400" cy="1939500"/>
          </a:xfrm>
          <a:prstGeom prst="rect">
            <a:avLst/>
          </a:prstGeom>
          <a:noFill/>
          <a:ln>
            <a:noFill/>
          </a:ln>
        </p:spPr>
      </p:sp>
      <p:sp>
        <p:nvSpPr>
          <p:cNvPr id="576" name="Google Shape;576;p43"/>
          <p:cNvSpPr/>
          <p:nvPr>
            <p:ph idx="5" type="pic"/>
          </p:nvPr>
        </p:nvSpPr>
        <p:spPr>
          <a:xfrm>
            <a:off x="3294300" y="1893950"/>
            <a:ext cx="2555400" cy="1939500"/>
          </a:xfrm>
          <a:prstGeom prst="rect">
            <a:avLst/>
          </a:prstGeom>
          <a:noFill/>
          <a:ln>
            <a:noFill/>
          </a:ln>
        </p:spPr>
      </p:sp>
      <p:grpSp>
        <p:nvGrpSpPr>
          <p:cNvPr id="577" name="Google Shape;577;p43"/>
          <p:cNvGrpSpPr/>
          <p:nvPr/>
        </p:nvGrpSpPr>
        <p:grpSpPr>
          <a:xfrm>
            <a:off x="1381028" y="4148538"/>
            <a:ext cx="457200" cy="457200"/>
            <a:chOff x="1020916" y="1442088"/>
            <a:chExt cx="457200" cy="457200"/>
          </a:xfrm>
        </p:grpSpPr>
        <p:pic>
          <p:nvPicPr>
            <p:cNvPr id="578" name="Google Shape;578;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79" name="Google Shape;579;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80" name="Google Shape;580;p43"/>
          <p:cNvGrpSpPr/>
          <p:nvPr/>
        </p:nvGrpSpPr>
        <p:grpSpPr>
          <a:xfrm>
            <a:off x="4331066" y="4148550"/>
            <a:ext cx="457200" cy="457200"/>
            <a:chOff x="1020916" y="1442088"/>
            <a:chExt cx="457200" cy="457200"/>
          </a:xfrm>
        </p:grpSpPr>
        <p:pic>
          <p:nvPicPr>
            <p:cNvPr id="581" name="Google Shape;581;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82" name="Google Shape;582;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83" name="Google Shape;583;p43"/>
          <p:cNvGrpSpPr/>
          <p:nvPr/>
        </p:nvGrpSpPr>
        <p:grpSpPr>
          <a:xfrm>
            <a:off x="7305791" y="4148538"/>
            <a:ext cx="457200" cy="457200"/>
            <a:chOff x="1020916" y="1442088"/>
            <a:chExt cx="457200" cy="457200"/>
          </a:xfrm>
        </p:grpSpPr>
        <p:pic>
          <p:nvPicPr>
            <p:cNvPr id="584" name="Google Shape;584;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85" name="Google Shape;585;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5 CfU 3  image options - blue ">
  <p:cSld name="TITLE_AND_TWO_COLUMNS_1_1_7_2_1">
    <p:bg>
      <p:bgPr>
        <a:solidFill>
          <a:srgbClr val="EBEDFE"/>
        </a:solidFill>
      </p:bgPr>
    </p:bg>
    <p:spTree>
      <p:nvGrpSpPr>
        <p:cNvPr id="586" name="Shape 586"/>
        <p:cNvGrpSpPr/>
        <p:nvPr/>
      </p:nvGrpSpPr>
      <p:grpSpPr>
        <a:xfrm>
          <a:off x="0" y="0"/>
          <a:ext cx="0" cy="0"/>
          <a:chOff x="0" y="0"/>
          <a:chExt cx="0" cy="0"/>
        </a:xfrm>
      </p:grpSpPr>
      <p:pic>
        <p:nvPicPr>
          <p:cNvPr id="587" name="Google Shape;587;p4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88" name="Google Shape;588;p4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44"/>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90" name="Google Shape;590;p4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91" name="Google Shape;591;p4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92" name="Google Shape;592;p44"/>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93" name="Google Shape;593;p44"/>
          <p:cNvSpPr/>
          <p:nvPr>
            <p:ph idx="3" type="pic"/>
          </p:nvPr>
        </p:nvSpPr>
        <p:spPr>
          <a:xfrm>
            <a:off x="324000" y="1893950"/>
            <a:ext cx="2555400" cy="1939500"/>
          </a:xfrm>
          <a:prstGeom prst="rect">
            <a:avLst/>
          </a:prstGeom>
          <a:noFill/>
          <a:ln>
            <a:noFill/>
          </a:ln>
        </p:spPr>
      </p:sp>
      <p:sp>
        <p:nvSpPr>
          <p:cNvPr id="594" name="Google Shape;594;p44"/>
          <p:cNvSpPr/>
          <p:nvPr>
            <p:ph idx="4" type="pic"/>
          </p:nvPr>
        </p:nvSpPr>
        <p:spPr>
          <a:xfrm>
            <a:off x="6256800" y="1893950"/>
            <a:ext cx="2555400" cy="1939500"/>
          </a:xfrm>
          <a:prstGeom prst="rect">
            <a:avLst/>
          </a:prstGeom>
          <a:noFill/>
          <a:ln>
            <a:noFill/>
          </a:ln>
        </p:spPr>
      </p:sp>
      <p:sp>
        <p:nvSpPr>
          <p:cNvPr id="595" name="Google Shape;595;p44"/>
          <p:cNvSpPr/>
          <p:nvPr>
            <p:ph idx="5" type="pic"/>
          </p:nvPr>
        </p:nvSpPr>
        <p:spPr>
          <a:xfrm>
            <a:off x="3294300" y="1893950"/>
            <a:ext cx="2555400" cy="1939500"/>
          </a:xfrm>
          <a:prstGeom prst="rect">
            <a:avLst/>
          </a:prstGeom>
          <a:noFill/>
          <a:ln>
            <a:noFill/>
          </a:ln>
        </p:spPr>
      </p:sp>
      <p:grpSp>
        <p:nvGrpSpPr>
          <p:cNvPr id="596" name="Google Shape;596;p44"/>
          <p:cNvGrpSpPr/>
          <p:nvPr/>
        </p:nvGrpSpPr>
        <p:grpSpPr>
          <a:xfrm>
            <a:off x="1381028" y="4148538"/>
            <a:ext cx="457200" cy="457200"/>
            <a:chOff x="1020916" y="1442088"/>
            <a:chExt cx="457200" cy="457200"/>
          </a:xfrm>
        </p:grpSpPr>
        <p:pic>
          <p:nvPicPr>
            <p:cNvPr id="597" name="Google Shape;597;p4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98" name="Google Shape;598;p4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99" name="Google Shape;599;p44"/>
          <p:cNvGrpSpPr/>
          <p:nvPr/>
        </p:nvGrpSpPr>
        <p:grpSpPr>
          <a:xfrm>
            <a:off x="4331066" y="4148550"/>
            <a:ext cx="457200" cy="457200"/>
            <a:chOff x="1020916" y="1442088"/>
            <a:chExt cx="457200" cy="457200"/>
          </a:xfrm>
        </p:grpSpPr>
        <p:pic>
          <p:nvPicPr>
            <p:cNvPr id="600" name="Google Shape;600;p4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1" name="Google Shape;601;p4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02" name="Google Shape;602;p44"/>
          <p:cNvGrpSpPr/>
          <p:nvPr/>
        </p:nvGrpSpPr>
        <p:grpSpPr>
          <a:xfrm>
            <a:off x="7305791" y="4148538"/>
            <a:ext cx="457200" cy="457200"/>
            <a:chOff x="1020916" y="1442088"/>
            <a:chExt cx="457200" cy="457200"/>
          </a:xfrm>
        </p:grpSpPr>
        <p:pic>
          <p:nvPicPr>
            <p:cNvPr id="603" name="Google Shape;603;p4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4" name="Google Shape;604;p4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5 CfU 3 image options - pink">
  <p:cSld name="TITLE_AND_TWO_COLUMNS_1_1_7_1_1_1_1_1">
    <p:bg>
      <p:bgPr>
        <a:solidFill>
          <a:srgbClr val="FAEAF6"/>
        </a:solidFill>
      </p:bgPr>
    </p:bg>
    <p:spTree>
      <p:nvGrpSpPr>
        <p:cNvPr id="605" name="Shape 605"/>
        <p:cNvGrpSpPr/>
        <p:nvPr/>
      </p:nvGrpSpPr>
      <p:grpSpPr>
        <a:xfrm>
          <a:off x="0" y="0"/>
          <a:ext cx="0" cy="0"/>
          <a:chOff x="0" y="0"/>
          <a:chExt cx="0" cy="0"/>
        </a:xfrm>
      </p:grpSpPr>
      <p:pic>
        <p:nvPicPr>
          <p:cNvPr id="606" name="Google Shape;606;p4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07" name="Google Shape;607;p4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45"/>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09" name="Google Shape;609;p4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10" name="Google Shape;610;p4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11" name="Google Shape;611;p45"/>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12" name="Google Shape;612;p45"/>
          <p:cNvSpPr/>
          <p:nvPr>
            <p:ph idx="3" type="pic"/>
          </p:nvPr>
        </p:nvSpPr>
        <p:spPr>
          <a:xfrm>
            <a:off x="324000" y="1893950"/>
            <a:ext cx="2555400" cy="1939500"/>
          </a:xfrm>
          <a:prstGeom prst="rect">
            <a:avLst/>
          </a:prstGeom>
          <a:noFill/>
          <a:ln>
            <a:noFill/>
          </a:ln>
        </p:spPr>
      </p:sp>
      <p:sp>
        <p:nvSpPr>
          <p:cNvPr id="613" name="Google Shape;613;p45"/>
          <p:cNvSpPr/>
          <p:nvPr>
            <p:ph idx="4" type="pic"/>
          </p:nvPr>
        </p:nvSpPr>
        <p:spPr>
          <a:xfrm>
            <a:off x="6256800" y="1893950"/>
            <a:ext cx="2555400" cy="1939500"/>
          </a:xfrm>
          <a:prstGeom prst="rect">
            <a:avLst/>
          </a:prstGeom>
          <a:noFill/>
          <a:ln>
            <a:noFill/>
          </a:ln>
        </p:spPr>
      </p:sp>
      <p:sp>
        <p:nvSpPr>
          <p:cNvPr id="614" name="Google Shape;614;p45"/>
          <p:cNvSpPr/>
          <p:nvPr>
            <p:ph idx="5" type="pic"/>
          </p:nvPr>
        </p:nvSpPr>
        <p:spPr>
          <a:xfrm>
            <a:off x="3294300" y="1893950"/>
            <a:ext cx="2555400" cy="1939500"/>
          </a:xfrm>
          <a:prstGeom prst="rect">
            <a:avLst/>
          </a:prstGeom>
          <a:noFill/>
          <a:ln>
            <a:noFill/>
          </a:ln>
        </p:spPr>
      </p:sp>
      <p:grpSp>
        <p:nvGrpSpPr>
          <p:cNvPr id="615" name="Google Shape;615;p45"/>
          <p:cNvGrpSpPr/>
          <p:nvPr/>
        </p:nvGrpSpPr>
        <p:grpSpPr>
          <a:xfrm>
            <a:off x="1381028" y="4148538"/>
            <a:ext cx="457200" cy="457200"/>
            <a:chOff x="1020916" y="1442088"/>
            <a:chExt cx="457200" cy="457200"/>
          </a:xfrm>
        </p:grpSpPr>
        <p:pic>
          <p:nvPicPr>
            <p:cNvPr id="616" name="Google Shape;616;p4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17" name="Google Shape;617;p4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18" name="Google Shape;618;p45"/>
          <p:cNvGrpSpPr/>
          <p:nvPr/>
        </p:nvGrpSpPr>
        <p:grpSpPr>
          <a:xfrm>
            <a:off x="4331066" y="4148550"/>
            <a:ext cx="457200" cy="457200"/>
            <a:chOff x="1020916" y="1442088"/>
            <a:chExt cx="457200" cy="457200"/>
          </a:xfrm>
        </p:grpSpPr>
        <p:pic>
          <p:nvPicPr>
            <p:cNvPr id="619" name="Google Shape;619;p4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20" name="Google Shape;620;p4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21" name="Google Shape;621;p45"/>
          <p:cNvGrpSpPr/>
          <p:nvPr/>
        </p:nvGrpSpPr>
        <p:grpSpPr>
          <a:xfrm>
            <a:off x="7305791" y="4148538"/>
            <a:ext cx="457200" cy="457200"/>
            <a:chOff x="1020916" y="1442088"/>
            <a:chExt cx="457200" cy="457200"/>
          </a:xfrm>
        </p:grpSpPr>
        <p:pic>
          <p:nvPicPr>
            <p:cNvPr id="622" name="Google Shape;622;p4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23" name="Google Shape;623;p4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6 CfU blank - purple ">
  <p:cSld name="TITLE_AND_TWO_COLUMNS_1_1_6_2">
    <p:bg>
      <p:bgPr>
        <a:solidFill>
          <a:srgbClr val="F3EEFB"/>
        </a:solidFill>
      </p:bgPr>
    </p:bg>
    <p:spTree>
      <p:nvGrpSpPr>
        <p:cNvPr id="624" name="Shape 624"/>
        <p:cNvGrpSpPr/>
        <p:nvPr/>
      </p:nvGrpSpPr>
      <p:grpSpPr>
        <a:xfrm>
          <a:off x="0" y="0"/>
          <a:ext cx="0" cy="0"/>
          <a:chOff x="0" y="0"/>
          <a:chExt cx="0" cy="0"/>
        </a:xfrm>
      </p:grpSpPr>
      <p:pic>
        <p:nvPicPr>
          <p:cNvPr id="625" name="Google Shape;625;p46"/>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26" name="Google Shape;626;p46"/>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4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28" name="Google Shape;628;p4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29" name="Google Shape;629;p4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30" name="Google Shape;630;p46"/>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6 CfU blank - jade ">
  <p:cSld name="TITLE_AND_TWO_COLUMNS_1_1_6_2_3_1">
    <p:bg>
      <p:bgPr>
        <a:solidFill>
          <a:srgbClr val="E6F2F2"/>
        </a:solidFill>
      </p:bgPr>
    </p:bg>
    <p:spTree>
      <p:nvGrpSpPr>
        <p:cNvPr id="631" name="Shape 631"/>
        <p:cNvGrpSpPr/>
        <p:nvPr/>
      </p:nvGrpSpPr>
      <p:grpSpPr>
        <a:xfrm>
          <a:off x="0" y="0"/>
          <a:ext cx="0" cy="0"/>
          <a:chOff x="0" y="0"/>
          <a:chExt cx="0" cy="0"/>
        </a:xfrm>
      </p:grpSpPr>
      <p:pic>
        <p:nvPicPr>
          <p:cNvPr id="632" name="Google Shape;632;p4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33" name="Google Shape;633;p47"/>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47"/>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35" name="Google Shape;635;p4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36" name="Google Shape;636;p4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637" name="Google Shape;637;p4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6 CfU blank - blue ">
  <p:cSld name="TITLE_AND_TWO_COLUMNS_1_1_6_3">
    <p:bg>
      <p:bgPr>
        <a:solidFill>
          <a:srgbClr val="EBEDFE"/>
        </a:solidFill>
      </p:bgPr>
    </p:bg>
    <p:spTree>
      <p:nvGrpSpPr>
        <p:cNvPr id="638" name="Shape 638"/>
        <p:cNvGrpSpPr/>
        <p:nvPr/>
      </p:nvGrpSpPr>
      <p:grpSpPr>
        <a:xfrm>
          <a:off x="0" y="0"/>
          <a:ext cx="0" cy="0"/>
          <a:chOff x="0" y="0"/>
          <a:chExt cx="0" cy="0"/>
        </a:xfrm>
      </p:grpSpPr>
      <p:pic>
        <p:nvPicPr>
          <p:cNvPr id="639" name="Google Shape;639;p4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40" name="Google Shape;640;p48"/>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48"/>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42" name="Google Shape;642;p4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43" name="Google Shape;643;p4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44" name="Google Shape;644;p48"/>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6 CfU blank - pink ">
  <p:cSld name="TITLE_AND_TWO_COLUMNS_1_1_6_2_3_1_1">
    <p:bg>
      <p:bgPr>
        <a:solidFill>
          <a:srgbClr val="FAEAF6"/>
        </a:solidFill>
      </p:bgPr>
    </p:bg>
    <p:spTree>
      <p:nvGrpSpPr>
        <p:cNvPr id="645" name="Shape 645"/>
        <p:cNvGrpSpPr/>
        <p:nvPr/>
      </p:nvGrpSpPr>
      <p:grpSpPr>
        <a:xfrm>
          <a:off x="0" y="0"/>
          <a:ext cx="0" cy="0"/>
          <a:chOff x="0" y="0"/>
          <a:chExt cx="0" cy="0"/>
        </a:xfrm>
      </p:grpSpPr>
      <p:pic>
        <p:nvPicPr>
          <p:cNvPr id="646" name="Google Shape;646;p4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47" name="Google Shape;647;p49"/>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49"/>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49" name="Google Shape;649;p4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50" name="Google Shape;650;p4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51" name="Google Shape;651;p49"/>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7 Practice - purple ">
  <p:cSld name="TITLE_AND_TWO_COLUMNS_1_1_5_1_3_1_1">
    <p:spTree>
      <p:nvGrpSpPr>
        <p:cNvPr id="652" name="Shape 652"/>
        <p:cNvGrpSpPr/>
        <p:nvPr/>
      </p:nvGrpSpPr>
      <p:grpSpPr>
        <a:xfrm>
          <a:off x="0" y="0"/>
          <a:ext cx="0" cy="0"/>
          <a:chOff x="0" y="0"/>
          <a:chExt cx="0" cy="0"/>
        </a:xfrm>
      </p:grpSpPr>
      <p:pic>
        <p:nvPicPr>
          <p:cNvPr id="653" name="Google Shape;653;p50"/>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54" name="Google Shape;654;p50"/>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5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56" name="Google Shape;656;p50"/>
          <p:cNvSpPr txBox="1"/>
          <p:nvPr/>
        </p:nvSpPr>
        <p:spPr>
          <a:xfrm>
            <a:off x="324000" y="45525"/>
            <a:ext cx="11538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A</a:t>
            </a:r>
            <a:endParaRPr b="1" sz="2000">
              <a:solidFill>
                <a:schemeClr val="lt1"/>
              </a:solidFill>
              <a:latin typeface="Lexend"/>
              <a:ea typeface="Lexend"/>
              <a:cs typeface="Lexend"/>
              <a:sym typeface="Lexend"/>
            </a:endParaRPr>
          </a:p>
        </p:txBody>
      </p:sp>
      <p:sp>
        <p:nvSpPr>
          <p:cNvPr id="657" name="Google Shape;657;p50"/>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58" name="Google Shape;658;p50"/>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59" name="Google Shape;659;p5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7 Practice - jade">
  <p:cSld name="TITLE_AND_TWO_COLUMNS_1_1_5_1_3_1_1_1_1">
    <p:spTree>
      <p:nvGrpSpPr>
        <p:cNvPr id="660" name="Shape 660"/>
        <p:cNvGrpSpPr/>
        <p:nvPr/>
      </p:nvGrpSpPr>
      <p:grpSpPr>
        <a:xfrm>
          <a:off x="0" y="0"/>
          <a:ext cx="0" cy="0"/>
          <a:chOff x="0" y="0"/>
          <a:chExt cx="0" cy="0"/>
        </a:xfrm>
      </p:grpSpPr>
      <p:pic>
        <p:nvPicPr>
          <p:cNvPr id="661" name="Google Shape;661;p5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62" name="Google Shape;662;p51"/>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5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64" name="Google Shape;664;p5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Practice</a:t>
            </a:r>
            <a:endParaRPr b="1" sz="900">
              <a:solidFill>
                <a:srgbClr val="E6F2F2"/>
              </a:solidFill>
              <a:latin typeface="Lexend"/>
              <a:ea typeface="Lexend"/>
              <a:cs typeface="Lexend"/>
              <a:sym typeface="Lexend"/>
            </a:endParaRPr>
          </a:p>
        </p:txBody>
      </p:sp>
      <p:sp>
        <p:nvSpPr>
          <p:cNvPr id="665" name="Google Shape;665;p51"/>
          <p:cNvSpPr txBox="1"/>
          <p:nvPr/>
        </p:nvSpPr>
        <p:spPr>
          <a:xfrm>
            <a:off x="324000" y="45525"/>
            <a:ext cx="11538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B</a:t>
            </a:r>
            <a:endParaRPr b="1" sz="2000">
              <a:solidFill>
                <a:schemeClr val="lt1"/>
              </a:solidFill>
              <a:latin typeface="Lexend"/>
              <a:ea typeface="Lexend"/>
              <a:cs typeface="Lexend"/>
              <a:sym typeface="Lexend"/>
            </a:endParaRPr>
          </a:p>
        </p:txBody>
      </p:sp>
      <p:sp>
        <p:nvSpPr>
          <p:cNvPr id="666" name="Google Shape;666;p51"/>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67" name="Google Shape;667;p51"/>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7 Practice - blue ">
  <p:cSld name="TITLE_AND_TWO_COLUMNS_1_1_5_1_3_1_2">
    <p:spTree>
      <p:nvGrpSpPr>
        <p:cNvPr id="668" name="Shape 668"/>
        <p:cNvGrpSpPr/>
        <p:nvPr/>
      </p:nvGrpSpPr>
      <p:grpSpPr>
        <a:xfrm>
          <a:off x="0" y="0"/>
          <a:ext cx="0" cy="0"/>
          <a:chOff x="0" y="0"/>
          <a:chExt cx="0" cy="0"/>
        </a:xfrm>
      </p:grpSpPr>
      <p:pic>
        <p:nvPicPr>
          <p:cNvPr id="669" name="Google Shape;669;p5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70" name="Google Shape;670;p52"/>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5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72" name="Google Shape;672;p5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sp>
        <p:nvSpPr>
          <p:cNvPr id="673" name="Google Shape;673;p52"/>
          <p:cNvSpPr txBox="1"/>
          <p:nvPr/>
        </p:nvSpPr>
        <p:spPr>
          <a:xfrm>
            <a:off x="324000" y="45525"/>
            <a:ext cx="11538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C</a:t>
            </a:r>
            <a:endParaRPr b="1" sz="2000">
              <a:solidFill>
                <a:schemeClr val="lt1"/>
              </a:solidFill>
              <a:latin typeface="Lexend"/>
              <a:ea typeface="Lexend"/>
              <a:cs typeface="Lexend"/>
              <a:sym typeface="Lexend"/>
            </a:endParaRPr>
          </a:p>
        </p:txBody>
      </p:sp>
      <p:sp>
        <p:nvSpPr>
          <p:cNvPr id="674" name="Google Shape;674;p52"/>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75" name="Google Shape;675;p52"/>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7 Practice - pink">
  <p:cSld name="TITLE_AND_TWO_COLUMNS_1_1_5_1_3_1_1_1_1_1">
    <p:spTree>
      <p:nvGrpSpPr>
        <p:cNvPr id="676" name="Shape 676"/>
        <p:cNvGrpSpPr/>
        <p:nvPr/>
      </p:nvGrpSpPr>
      <p:grpSpPr>
        <a:xfrm>
          <a:off x="0" y="0"/>
          <a:ext cx="0" cy="0"/>
          <a:chOff x="0" y="0"/>
          <a:chExt cx="0" cy="0"/>
        </a:xfrm>
      </p:grpSpPr>
      <p:pic>
        <p:nvPicPr>
          <p:cNvPr id="677" name="Google Shape;677;p5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78" name="Google Shape;678;p53"/>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5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80" name="Google Shape;680;p5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Practice</a:t>
            </a:r>
            <a:endParaRPr b="1" sz="900">
              <a:solidFill>
                <a:srgbClr val="FAEAF6"/>
              </a:solidFill>
              <a:latin typeface="Lexend"/>
              <a:ea typeface="Lexend"/>
              <a:cs typeface="Lexend"/>
              <a:sym typeface="Lexend"/>
            </a:endParaRPr>
          </a:p>
        </p:txBody>
      </p:sp>
      <p:sp>
        <p:nvSpPr>
          <p:cNvPr id="681" name="Google Shape;681;p53"/>
          <p:cNvSpPr txBox="1"/>
          <p:nvPr/>
        </p:nvSpPr>
        <p:spPr>
          <a:xfrm>
            <a:off x="324000" y="45525"/>
            <a:ext cx="11538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D</a:t>
            </a:r>
            <a:endParaRPr b="1" sz="2000">
              <a:solidFill>
                <a:schemeClr val="lt1"/>
              </a:solidFill>
              <a:latin typeface="Lexend"/>
              <a:ea typeface="Lexend"/>
              <a:cs typeface="Lexend"/>
              <a:sym typeface="Lexend"/>
            </a:endParaRPr>
          </a:p>
        </p:txBody>
      </p:sp>
      <p:sp>
        <p:nvSpPr>
          <p:cNvPr id="682" name="Google Shape;682;p53"/>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83" name="Google Shape;683;p53"/>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8 Feedback - purple">
  <p:cSld name="TITLE_AND_TWO_COLUMNS_1_1_5_1_3_1_1_1">
    <p:bg>
      <p:bgPr>
        <a:solidFill>
          <a:srgbClr val="F3EEFB"/>
        </a:solidFill>
      </p:bgPr>
    </p:bg>
    <p:spTree>
      <p:nvGrpSpPr>
        <p:cNvPr id="684" name="Shape 684"/>
        <p:cNvGrpSpPr/>
        <p:nvPr/>
      </p:nvGrpSpPr>
      <p:grpSpPr>
        <a:xfrm>
          <a:off x="0" y="0"/>
          <a:ext cx="0" cy="0"/>
          <a:chOff x="0" y="0"/>
          <a:chExt cx="0" cy="0"/>
        </a:xfrm>
      </p:grpSpPr>
      <p:pic>
        <p:nvPicPr>
          <p:cNvPr id="685" name="Google Shape;685;p54"/>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86" name="Google Shape;686;p54"/>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5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88" name="Google Shape;688;p54"/>
          <p:cNvSpPr txBox="1"/>
          <p:nvPr/>
        </p:nvSpPr>
        <p:spPr>
          <a:xfrm>
            <a:off x="324000" y="45525"/>
            <a:ext cx="13608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A</a:t>
            </a:r>
            <a:endParaRPr b="1" sz="2000">
              <a:solidFill>
                <a:schemeClr val="lt1"/>
              </a:solidFill>
              <a:latin typeface="Lexend"/>
              <a:ea typeface="Lexend"/>
              <a:cs typeface="Lexend"/>
              <a:sym typeface="Lexend"/>
            </a:endParaRPr>
          </a:p>
        </p:txBody>
      </p:sp>
      <p:sp>
        <p:nvSpPr>
          <p:cNvPr id="689" name="Google Shape;689;p54"/>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90" name="Google Shape;690;p5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91" name="Google Shape;691;p5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Feedback</a:t>
            </a:r>
            <a:endParaRPr b="1" sz="900">
              <a:solidFill>
                <a:srgbClr val="F3EEFB"/>
              </a:solidFill>
              <a:latin typeface="Lexend"/>
              <a:ea typeface="Lexend"/>
              <a:cs typeface="Lexend"/>
              <a:sym typeface="Lexen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8 Feedback - jade">
  <p:cSld name="TITLE_AND_TWO_COLUMNS_1_1_5_1_3_1_1_1_1_2">
    <p:bg>
      <p:bgPr>
        <a:solidFill>
          <a:srgbClr val="E6F2F2"/>
        </a:solidFill>
      </p:bgPr>
    </p:bg>
    <p:spTree>
      <p:nvGrpSpPr>
        <p:cNvPr id="692" name="Shape 692"/>
        <p:cNvGrpSpPr/>
        <p:nvPr/>
      </p:nvGrpSpPr>
      <p:grpSpPr>
        <a:xfrm>
          <a:off x="0" y="0"/>
          <a:ext cx="0" cy="0"/>
          <a:chOff x="0" y="0"/>
          <a:chExt cx="0" cy="0"/>
        </a:xfrm>
      </p:grpSpPr>
      <p:pic>
        <p:nvPicPr>
          <p:cNvPr id="693" name="Google Shape;693;p5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94" name="Google Shape;694;p5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5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96" name="Google Shape;696;p55"/>
          <p:cNvSpPr txBox="1"/>
          <p:nvPr/>
        </p:nvSpPr>
        <p:spPr>
          <a:xfrm>
            <a:off x="324000" y="45525"/>
            <a:ext cx="11427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B</a:t>
            </a:r>
            <a:endParaRPr b="1" sz="2000">
              <a:solidFill>
                <a:schemeClr val="lt1"/>
              </a:solidFill>
              <a:latin typeface="Lexend"/>
              <a:ea typeface="Lexend"/>
              <a:cs typeface="Lexend"/>
              <a:sym typeface="Lexend"/>
            </a:endParaRPr>
          </a:p>
        </p:txBody>
      </p:sp>
      <p:sp>
        <p:nvSpPr>
          <p:cNvPr id="697" name="Google Shape;697;p55"/>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sp>
        <p:nvSpPr>
          <p:cNvPr id="698" name="Google Shape;698;p5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699" name="Google Shape;699;p5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8 Feedback - blue">
  <p:cSld name="TITLE_AND_TWO_COLUMNS_1_1_5_1_3_1_2_1">
    <p:bg>
      <p:bgPr>
        <a:solidFill>
          <a:srgbClr val="EBEDFE"/>
        </a:solidFill>
      </p:bgPr>
    </p:bg>
    <p:spTree>
      <p:nvGrpSpPr>
        <p:cNvPr id="700" name="Shape 700"/>
        <p:cNvGrpSpPr/>
        <p:nvPr/>
      </p:nvGrpSpPr>
      <p:grpSpPr>
        <a:xfrm>
          <a:off x="0" y="0"/>
          <a:ext cx="0" cy="0"/>
          <a:chOff x="0" y="0"/>
          <a:chExt cx="0" cy="0"/>
        </a:xfrm>
      </p:grpSpPr>
      <p:pic>
        <p:nvPicPr>
          <p:cNvPr id="701" name="Google Shape;701;p5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02" name="Google Shape;702;p56"/>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5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04" name="Google Shape;704;p56"/>
          <p:cNvSpPr txBox="1"/>
          <p:nvPr/>
        </p:nvSpPr>
        <p:spPr>
          <a:xfrm>
            <a:off x="324000" y="45525"/>
            <a:ext cx="11427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C</a:t>
            </a:r>
            <a:endParaRPr b="1" sz="2000">
              <a:solidFill>
                <a:schemeClr val="lt1"/>
              </a:solidFill>
              <a:latin typeface="Lexend"/>
              <a:ea typeface="Lexend"/>
              <a:cs typeface="Lexend"/>
              <a:sym typeface="Lexend"/>
            </a:endParaRPr>
          </a:p>
        </p:txBody>
      </p:sp>
      <p:sp>
        <p:nvSpPr>
          <p:cNvPr id="705" name="Google Shape;705;p56"/>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sp>
        <p:nvSpPr>
          <p:cNvPr id="706" name="Google Shape;706;p5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707" name="Google Shape;707;p5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8 Feedback - pink">
  <p:cSld name="TITLE_AND_TWO_COLUMNS_1_1_5_1_3_1_1_1_1_1_1">
    <p:bg>
      <p:bgPr>
        <a:solidFill>
          <a:srgbClr val="FAEAF6"/>
        </a:solidFill>
      </p:bgPr>
    </p:bg>
    <p:spTree>
      <p:nvGrpSpPr>
        <p:cNvPr id="708" name="Shape 708"/>
        <p:cNvGrpSpPr/>
        <p:nvPr/>
      </p:nvGrpSpPr>
      <p:grpSpPr>
        <a:xfrm>
          <a:off x="0" y="0"/>
          <a:ext cx="0" cy="0"/>
          <a:chOff x="0" y="0"/>
          <a:chExt cx="0" cy="0"/>
        </a:xfrm>
      </p:grpSpPr>
      <p:pic>
        <p:nvPicPr>
          <p:cNvPr id="709" name="Google Shape;709;p5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10" name="Google Shape;710;p5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57"/>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12" name="Google Shape;712;p57"/>
          <p:cNvSpPr txBox="1"/>
          <p:nvPr/>
        </p:nvSpPr>
        <p:spPr>
          <a:xfrm>
            <a:off x="324000" y="45525"/>
            <a:ext cx="11427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D</a:t>
            </a:r>
            <a:endParaRPr b="1" sz="2000">
              <a:solidFill>
                <a:schemeClr val="lt1"/>
              </a:solidFill>
              <a:latin typeface="Lexend"/>
              <a:ea typeface="Lexend"/>
              <a:cs typeface="Lexend"/>
              <a:sym typeface="Lexend"/>
            </a:endParaRPr>
          </a:p>
        </p:txBody>
      </p:sp>
      <p:sp>
        <p:nvSpPr>
          <p:cNvPr id="713" name="Google Shape;713;p57"/>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sp>
        <p:nvSpPr>
          <p:cNvPr id="714" name="Google Shape;714;p5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Feedback</a:t>
            </a:r>
            <a:endParaRPr b="1" sz="900">
              <a:solidFill>
                <a:srgbClr val="FAEAF6"/>
              </a:solidFill>
              <a:latin typeface="Lexend"/>
              <a:ea typeface="Lexend"/>
              <a:cs typeface="Lexend"/>
              <a:sym typeface="Lexend"/>
            </a:endParaRPr>
          </a:p>
        </p:txBody>
      </p:sp>
      <p:pic>
        <p:nvPicPr>
          <p:cNvPr id="715" name="Google Shape;715;p5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1">
  <p:cSld name="TITLE_AND_TWO_COLUMNS_1_1_5_1_2_1">
    <p:spTree>
      <p:nvGrpSpPr>
        <p:cNvPr id="716" name="Shape 716"/>
        <p:cNvGrpSpPr/>
        <p:nvPr/>
      </p:nvGrpSpPr>
      <p:grpSpPr>
        <a:xfrm>
          <a:off x="0" y="0"/>
          <a:ext cx="0" cy="0"/>
          <a:chOff x="0" y="0"/>
          <a:chExt cx="0" cy="0"/>
        </a:xfrm>
      </p:grpSpPr>
      <p:sp>
        <p:nvSpPr>
          <p:cNvPr id="717" name="Google Shape;717;p58"/>
          <p:cNvSpPr/>
          <p:nvPr/>
        </p:nvSpPr>
        <p:spPr>
          <a:xfrm>
            <a:off x="0" y="0"/>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18" name="Google Shape;718;p58"/>
          <p:cNvPicPr preferRelativeResize="0"/>
          <p:nvPr/>
        </p:nvPicPr>
        <p:blipFill rotWithShape="1">
          <a:blip r:embed="rId2">
            <a:alphaModFix/>
          </a:blip>
          <a:srcRect b="1709" l="0" r="0" t="1699"/>
          <a:stretch/>
        </p:blipFill>
        <p:spPr>
          <a:xfrm>
            <a:off x="0" y="535825"/>
            <a:ext cx="9151202" cy="116709"/>
          </a:xfrm>
          <a:prstGeom prst="rect">
            <a:avLst/>
          </a:prstGeom>
          <a:noFill/>
          <a:ln>
            <a:noFill/>
          </a:ln>
        </p:spPr>
      </p:pic>
      <p:sp>
        <p:nvSpPr>
          <p:cNvPr id="719" name="Google Shape;719;p58"/>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20" name="Google Shape;720;p58"/>
          <p:cNvSpPr txBox="1"/>
          <p:nvPr/>
        </p:nvSpPr>
        <p:spPr>
          <a:xfrm>
            <a:off x="324000" y="112500"/>
            <a:ext cx="13167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721" name="Google Shape;721;p58"/>
          <p:cNvSpPr txBox="1"/>
          <p:nvPr>
            <p:ph type="title"/>
          </p:nvPr>
        </p:nvSpPr>
        <p:spPr>
          <a:xfrm>
            <a:off x="1684800" y="157525"/>
            <a:ext cx="5741400" cy="3828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2">
  <p:cSld name="TITLE_AND_TWO_COLUMNS_1_1_5_1_2">
    <p:spTree>
      <p:nvGrpSpPr>
        <p:cNvPr id="722" name="Shape 722"/>
        <p:cNvGrpSpPr/>
        <p:nvPr/>
      </p:nvGrpSpPr>
      <p:grpSpPr>
        <a:xfrm>
          <a:off x="0" y="0"/>
          <a:ext cx="0" cy="0"/>
          <a:chOff x="0" y="0"/>
          <a:chExt cx="0" cy="0"/>
        </a:xfrm>
      </p:grpSpPr>
      <p:sp>
        <p:nvSpPr>
          <p:cNvPr id="723" name="Google Shape;723;p59"/>
          <p:cNvSpPr/>
          <p:nvPr/>
        </p:nvSpPr>
        <p:spPr>
          <a:xfrm>
            <a:off x="0" y="0"/>
            <a:ext cx="9144300" cy="773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24" name="Google Shape;724;p59"/>
          <p:cNvPicPr preferRelativeResize="0"/>
          <p:nvPr/>
        </p:nvPicPr>
        <p:blipFill rotWithShape="1">
          <a:blip r:embed="rId2">
            <a:alphaModFix/>
          </a:blip>
          <a:srcRect b="1709" l="0" r="0" t="1699"/>
          <a:stretch/>
        </p:blipFill>
        <p:spPr>
          <a:xfrm>
            <a:off x="0" y="769550"/>
            <a:ext cx="9151202" cy="116709"/>
          </a:xfrm>
          <a:prstGeom prst="rect">
            <a:avLst/>
          </a:prstGeom>
          <a:noFill/>
          <a:ln>
            <a:noFill/>
          </a:ln>
        </p:spPr>
      </p:pic>
      <p:sp>
        <p:nvSpPr>
          <p:cNvPr id="725" name="Google Shape;725;p59"/>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26" name="Google Shape;726;p59"/>
          <p:cNvSpPr txBox="1"/>
          <p:nvPr/>
        </p:nvSpPr>
        <p:spPr>
          <a:xfrm>
            <a:off x="324000" y="112500"/>
            <a:ext cx="13167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727" name="Google Shape;727;p59"/>
          <p:cNvSpPr txBox="1"/>
          <p:nvPr>
            <p:ph type="title"/>
          </p:nvPr>
        </p:nvSpPr>
        <p:spPr>
          <a:xfrm>
            <a:off x="1684800" y="157525"/>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3 Projectable quiz" showMasterSp="0">
  <p:cSld name="Title Slide 3_1">
    <p:bg>
      <p:bgPr>
        <a:solidFill>
          <a:schemeClr val="lt1"/>
        </a:solidFill>
      </p:bgPr>
    </p:bg>
    <p:spTree>
      <p:nvGrpSpPr>
        <p:cNvPr id="728" name="Shape 728"/>
        <p:cNvGrpSpPr/>
        <p:nvPr/>
      </p:nvGrpSpPr>
      <p:grpSpPr>
        <a:xfrm>
          <a:off x="0" y="0"/>
          <a:ext cx="0" cy="0"/>
          <a:chOff x="0" y="0"/>
          <a:chExt cx="0" cy="0"/>
        </a:xfrm>
      </p:grpSpPr>
      <p:pic>
        <p:nvPicPr>
          <p:cNvPr id="729" name="Google Shape;729;p60"/>
          <p:cNvPicPr preferRelativeResize="0"/>
          <p:nvPr/>
        </p:nvPicPr>
        <p:blipFill>
          <a:blip r:embed="rId2">
            <a:alphaModFix/>
          </a:blip>
          <a:stretch>
            <a:fillRect/>
          </a:stretch>
        </p:blipFill>
        <p:spPr>
          <a:xfrm>
            <a:off x="8524129" y="4430050"/>
            <a:ext cx="234000" cy="318241"/>
          </a:xfrm>
          <a:prstGeom prst="rect">
            <a:avLst/>
          </a:prstGeom>
          <a:noFill/>
          <a:ln>
            <a:noFill/>
          </a:ln>
        </p:spPr>
      </p:pic>
      <p:sp>
        <p:nvSpPr>
          <p:cNvPr id="730" name="Google Shape;730;p60"/>
          <p:cNvSpPr txBox="1"/>
          <p:nvPr/>
        </p:nvSpPr>
        <p:spPr>
          <a:xfrm>
            <a:off x="1977450" y="3132468"/>
            <a:ext cx="51891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600">
                <a:solidFill>
                  <a:schemeClr val="dk1"/>
                </a:solidFill>
                <a:latin typeface="Lexend"/>
                <a:ea typeface="Lexend"/>
                <a:cs typeface="Lexend"/>
                <a:sym typeface="Lexend"/>
              </a:rPr>
              <a:t>Click to open the interactive quiz</a:t>
            </a:r>
            <a:endParaRPr sz="1600">
              <a:solidFill>
                <a:schemeClr val="dk1"/>
              </a:solidFill>
              <a:latin typeface="Lexend"/>
              <a:ea typeface="Lexend"/>
              <a:cs typeface="Lexend"/>
              <a:sym typeface="Lexend"/>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4 Items to copy-paste">
  <p:cSld name="CUSTOM_104_1_2_1_1">
    <p:spTree>
      <p:nvGrpSpPr>
        <p:cNvPr id="731" name="Shape 731"/>
        <p:cNvGrpSpPr/>
        <p:nvPr/>
      </p:nvGrpSpPr>
      <p:grpSpPr>
        <a:xfrm>
          <a:off x="0" y="0"/>
          <a:ext cx="0" cy="0"/>
          <a:chOff x="0" y="0"/>
          <a:chExt cx="0" cy="0"/>
        </a:xfrm>
      </p:grpSpPr>
      <p:sp>
        <p:nvSpPr>
          <p:cNvPr id="732" name="Google Shape;732;p61"/>
          <p:cNvSpPr/>
          <p:nvPr/>
        </p:nvSpPr>
        <p:spPr>
          <a:xfrm>
            <a:off x="3217188" y="4171902"/>
            <a:ext cx="5214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Tick</a:t>
            </a:r>
            <a:endParaRPr i="0" sz="1600" u="none" cap="none" strike="noStrike">
              <a:solidFill>
                <a:schemeClr val="dk1"/>
              </a:solidFill>
              <a:latin typeface="Lexend"/>
              <a:ea typeface="Lexend"/>
              <a:cs typeface="Lexend"/>
              <a:sym typeface="Lexend"/>
            </a:endParaRPr>
          </a:p>
        </p:txBody>
      </p:sp>
      <p:sp>
        <p:nvSpPr>
          <p:cNvPr id="733" name="Google Shape;733;p61"/>
          <p:cNvSpPr/>
          <p:nvPr/>
        </p:nvSpPr>
        <p:spPr>
          <a:xfrm>
            <a:off x="483925" y="193075"/>
            <a:ext cx="6671700" cy="374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chemeClr val="dk1"/>
                </a:solidFill>
                <a:latin typeface="Lexend"/>
                <a:ea typeface="Lexend"/>
                <a:cs typeface="Lexend"/>
                <a:sym typeface="Lexend"/>
              </a:rPr>
              <a:t>Items to copy and paste</a:t>
            </a:r>
            <a:endParaRPr b="0" i="0" sz="2000" u="none" cap="none" strike="noStrike">
              <a:solidFill>
                <a:schemeClr val="dk1"/>
              </a:solidFill>
              <a:latin typeface="Calibri"/>
              <a:ea typeface="Calibri"/>
              <a:cs typeface="Calibri"/>
              <a:sym typeface="Calibri"/>
            </a:endParaRPr>
          </a:p>
        </p:txBody>
      </p:sp>
      <p:sp>
        <p:nvSpPr>
          <p:cNvPr id="734" name="Google Shape;734;p61"/>
          <p:cNvSpPr/>
          <p:nvPr/>
        </p:nvSpPr>
        <p:spPr>
          <a:xfrm>
            <a:off x="7459200" y="352650"/>
            <a:ext cx="1684800" cy="374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i="0" lang="en-GB" sz="1600" u="none" cap="none" strike="noStrike">
                <a:solidFill>
                  <a:schemeClr val="dk1"/>
                </a:solidFill>
                <a:latin typeface="Lexend"/>
                <a:ea typeface="Lexend"/>
                <a:cs typeface="Lexend"/>
                <a:sym typeface="Lexend"/>
              </a:rPr>
              <a:t>Video frame</a:t>
            </a:r>
            <a:endParaRPr i="0" sz="1600" u="none" cap="none" strike="noStrike">
              <a:solidFill>
                <a:schemeClr val="dk1"/>
              </a:solidFill>
              <a:latin typeface="Lexend"/>
              <a:ea typeface="Lexend"/>
              <a:cs typeface="Lexend"/>
              <a:sym typeface="Lexend"/>
            </a:endParaRPr>
          </a:p>
        </p:txBody>
      </p:sp>
      <p:sp>
        <p:nvSpPr>
          <p:cNvPr id="735" name="Google Shape;735;p61"/>
          <p:cNvSpPr/>
          <p:nvPr/>
        </p:nvSpPr>
        <p:spPr>
          <a:xfrm>
            <a:off x="628788" y="4171893"/>
            <a:ext cx="1579200" cy="2634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600">
                <a:solidFill>
                  <a:schemeClr val="dk1"/>
                </a:solidFill>
                <a:latin typeface="Lexend"/>
                <a:ea typeface="Lexend"/>
                <a:cs typeface="Lexend"/>
                <a:sym typeface="Lexend"/>
              </a:rPr>
              <a:t>Agenda dot</a:t>
            </a:r>
            <a:endParaRPr sz="1600">
              <a:solidFill>
                <a:schemeClr val="dk1"/>
              </a:solidFill>
              <a:latin typeface="Lexend"/>
              <a:ea typeface="Lexend"/>
              <a:cs typeface="Lexend"/>
              <a:sym typeface="Lexend"/>
            </a:endParaRPr>
          </a:p>
        </p:txBody>
      </p:sp>
      <p:sp>
        <p:nvSpPr>
          <p:cNvPr id="736" name="Google Shape;736;p61"/>
          <p:cNvSpPr/>
          <p:nvPr/>
        </p:nvSpPr>
        <p:spPr>
          <a:xfrm>
            <a:off x="5891525" y="2313000"/>
            <a:ext cx="1796400" cy="380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CfU option letters</a:t>
            </a:r>
            <a:endParaRPr i="0" sz="1600" u="none" cap="none" strike="noStrike">
              <a:solidFill>
                <a:schemeClr val="dk1"/>
              </a:solidFill>
              <a:latin typeface="Lexend"/>
              <a:ea typeface="Lexend"/>
              <a:cs typeface="Lexend"/>
              <a:sym typeface="Lexend"/>
            </a:endParaRPr>
          </a:p>
        </p:txBody>
      </p:sp>
      <p:sp>
        <p:nvSpPr>
          <p:cNvPr id="737" name="Google Shape;737;p61"/>
          <p:cNvSpPr/>
          <p:nvPr/>
        </p:nvSpPr>
        <p:spPr>
          <a:xfrm>
            <a:off x="933601" y="2371650"/>
            <a:ext cx="11799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audio</a:t>
            </a:r>
            <a:endParaRPr i="0" sz="1600" u="none" cap="none" strike="noStrike">
              <a:solidFill>
                <a:schemeClr val="dk1"/>
              </a:solidFill>
              <a:latin typeface="Lexend"/>
              <a:ea typeface="Lexend"/>
              <a:cs typeface="Lexend"/>
              <a:sym typeface="Lexend"/>
            </a:endParaRPr>
          </a:p>
        </p:txBody>
      </p:sp>
      <p:sp>
        <p:nvSpPr>
          <p:cNvPr id="738" name="Google Shape;738;p61"/>
          <p:cNvSpPr/>
          <p:nvPr/>
        </p:nvSpPr>
        <p:spPr>
          <a:xfrm>
            <a:off x="3444210" y="2377200"/>
            <a:ext cx="1116600" cy="2523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video</a:t>
            </a:r>
            <a:endParaRPr i="0" sz="1600" u="none" cap="none" strike="noStrike">
              <a:solidFill>
                <a:schemeClr val="dk1"/>
              </a:solidFill>
              <a:latin typeface="Lexend"/>
              <a:ea typeface="Lexend"/>
              <a:cs typeface="Lexend"/>
              <a:sym typeface="Lexend"/>
            </a:endParaRPr>
          </a:p>
        </p:txBody>
      </p:sp>
      <p:sp>
        <p:nvSpPr>
          <p:cNvPr id="739" name="Google Shape;739;p61"/>
          <p:cNvSpPr/>
          <p:nvPr/>
        </p:nvSpPr>
        <p:spPr>
          <a:xfrm>
            <a:off x="4747799" y="4171900"/>
            <a:ext cx="6942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Cross</a:t>
            </a:r>
            <a:endParaRPr i="0" sz="1600" u="none" cap="none" strike="noStrike">
              <a:solidFill>
                <a:schemeClr val="dk1"/>
              </a:solidFill>
              <a:latin typeface="Lexend"/>
              <a:ea typeface="Lexend"/>
              <a:cs typeface="Lexend"/>
              <a:sym typeface="Lexend"/>
            </a:endParaRPr>
          </a:p>
        </p:txBody>
      </p:sp>
      <p:sp>
        <p:nvSpPr>
          <p:cNvPr id="740" name="Google Shape;740;p61"/>
          <p:cNvSpPr/>
          <p:nvPr/>
        </p:nvSpPr>
        <p:spPr>
          <a:xfrm>
            <a:off x="6451200" y="4171900"/>
            <a:ext cx="14217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Reading icon</a:t>
            </a:r>
            <a:endParaRPr i="0" sz="1600" u="none" cap="none" strike="noStrike">
              <a:solidFill>
                <a:schemeClr val="dk1"/>
              </a:solidFill>
              <a:latin typeface="Lexend"/>
              <a:ea typeface="Lexend"/>
              <a:cs typeface="Lexend"/>
              <a:sym typeface="Lexend"/>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5 OGL">
  <p:cSld name="CUSTOM_5_1">
    <p:bg>
      <p:bgPr>
        <a:solidFill>
          <a:srgbClr val="BEF2BD"/>
        </a:solidFill>
      </p:bgPr>
    </p:bg>
    <p:spTree>
      <p:nvGrpSpPr>
        <p:cNvPr id="741" name="Shape 741"/>
        <p:cNvGrpSpPr/>
        <p:nvPr/>
      </p:nvGrpSpPr>
      <p:grpSpPr>
        <a:xfrm>
          <a:off x="0" y="0"/>
          <a:ext cx="0" cy="0"/>
          <a:chOff x="0" y="0"/>
          <a:chExt cx="0" cy="0"/>
        </a:xfrm>
      </p:grpSpPr>
      <p:pic>
        <p:nvPicPr>
          <p:cNvPr id="742" name="Google Shape;742;p62"/>
          <p:cNvPicPr preferRelativeResize="0"/>
          <p:nvPr/>
        </p:nvPicPr>
        <p:blipFill>
          <a:blip r:embed="rId2">
            <a:alphaModFix/>
          </a:blip>
          <a:stretch>
            <a:fillRect/>
          </a:stretch>
        </p:blipFill>
        <p:spPr>
          <a:xfrm>
            <a:off x="347200" y="1111870"/>
            <a:ext cx="7945600" cy="2919776"/>
          </a:xfrm>
          <a:prstGeom prst="rect">
            <a:avLst/>
          </a:prstGeom>
          <a:noFill/>
          <a:ln>
            <a:noFill/>
          </a:ln>
        </p:spPr>
      </p:pic>
      <p:sp>
        <p:nvSpPr>
          <p:cNvPr id="743" name="Google Shape;743;p62"/>
          <p:cNvSpPr txBox="1"/>
          <p:nvPr>
            <p:ph idx="1" type="subTitle"/>
          </p:nvPr>
        </p:nvSpPr>
        <p:spPr>
          <a:xfrm>
            <a:off x="661775" y="1190413"/>
            <a:ext cx="7351200" cy="2762700"/>
          </a:xfrm>
          <a:prstGeom prst="rect">
            <a:avLst/>
          </a:prstGeom>
        </p:spPr>
        <p:txBody>
          <a:bodyPr anchorCtr="0" anchor="ctr" bIns="0" lIns="0" spcFirstLastPara="1" rIns="0" wrap="square" tIns="0">
            <a:no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6 Blank">
  <p:cSld name="CUSTOM_6">
    <p:spTree>
      <p:nvGrpSpPr>
        <p:cNvPr id="744" name="Shape 744"/>
        <p:cNvGrpSpPr/>
        <p:nvPr/>
      </p:nvGrpSpPr>
      <p:grpSpPr>
        <a:xfrm>
          <a:off x="0" y="0"/>
          <a:ext cx="0" cy="0"/>
          <a:chOff x="0" y="0"/>
          <a:chExt cx="0" cy="0"/>
        </a:xfrm>
      </p:grpSpPr>
      <p:sp>
        <p:nvSpPr>
          <p:cNvPr id="745" name="Google Shape;745;p63"/>
          <p:cNvSpPr txBox="1"/>
          <p:nvPr>
            <p:ph type="title"/>
          </p:nvPr>
        </p:nvSpPr>
        <p:spPr>
          <a:xfrm>
            <a:off x="459000" y="73800"/>
            <a:ext cx="6600600" cy="814500"/>
          </a:xfrm>
          <a:prstGeom prst="rect">
            <a:avLst/>
          </a:prstGeom>
        </p:spPr>
        <p:txBody>
          <a:bodyPr anchorCtr="0" anchor="t" bIns="0" lIns="0" spcFirstLastPara="1" rIns="0" wrap="square" tIns="0">
            <a:noAutofit/>
          </a:bodyPr>
          <a:lstStyle>
            <a:lvl1pPr lvl="0">
              <a:spcBef>
                <a:spcPts val="0"/>
              </a:spcBef>
              <a:spcAft>
                <a:spcPts val="0"/>
              </a:spcAft>
              <a:buSzPts val="2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39.xml"/><Relationship Id="rId42" Type="http://schemas.openxmlformats.org/officeDocument/2006/relationships/slideLayout" Target="../slideLayouts/slideLayout41.xml"/><Relationship Id="rId41" Type="http://schemas.openxmlformats.org/officeDocument/2006/relationships/slideLayout" Target="../slideLayouts/slideLayout40.xml"/><Relationship Id="rId44" Type="http://schemas.openxmlformats.org/officeDocument/2006/relationships/slideLayout" Target="../slideLayouts/slideLayout43.xml"/><Relationship Id="rId43" Type="http://schemas.openxmlformats.org/officeDocument/2006/relationships/slideLayout" Target="../slideLayouts/slideLayout42.xml"/><Relationship Id="rId46" Type="http://schemas.openxmlformats.org/officeDocument/2006/relationships/slideLayout" Target="../slideLayouts/slideLayout45.xml"/><Relationship Id="rId45" Type="http://schemas.openxmlformats.org/officeDocument/2006/relationships/slideLayout" Target="../slideLayouts/slideLayout44.xml"/><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48" Type="http://schemas.openxmlformats.org/officeDocument/2006/relationships/slideLayout" Target="../slideLayouts/slideLayout47.xml"/><Relationship Id="rId47" Type="http://schemas.openxmlformats.org/officeDocument/2006/relationships/slideLayout" Target="../slideLayouts/slideLayout46.xml"/><Relationship Id="rId49" Type="http://schemas.openxmlformats.org/officeDocument/2006/relationships/slideLayout" Target="../slideLayouts/slideLayout4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31" Type="http://schemas.openxmlformats.org/officeDocument/2006/relationships/slideLayout" Target="../slideLayouts/slideLayout30.xml"/><Relationship Id="rId30" Type="http://schemas.openxmlformats.org/officeDocument/2006/relationships/slideLayout" Target="../slideLayouts/slideLayout29.xml"/><Relationship Id="rId33" Type="http://schemas.openxmlformats.org/officeDocument/2006/relationships/slideLayout" Target="../slideLayouts/slideLayout32.xml"/><Relationship Id="rId32" Type="http://schemas.openxmlformats.org/officeDocument/2006/relationships/slideLayout" Target="../slideLayouts/slideLayout31.xml"/><Relationship Id="rId35" Type="http://schemas.openxmlformats.org/officeDocument/2006/relationships/slideLayout" Target="../slideLayouts/slideLayout34.xml"/><Relationship Id="rId34" Type="http://schemas.openxmlformats.org/officeDocument/2006/relationships/slideLayout" Target="../slideLayouts/slideLayout33.xml"/><Relationship Id="rId37" Type="http://schemas.openxmlformats.org/officeDocument/2006/relationships/slideLayout" Target="../slideLayouts/slideLayout36.xml"/><Relationship Id="rId36" Type="http://schemas.openxmlformats.org/officeDocument/2006/relationships/slideLayout" Target="../slideLayouts/slideLayout35.xml"/><Relationship Id="rId39" Type="http://schemas.openxmlformats.org/officeDocument/2006/relationships/slideLayout" Target="../slideLayouts/slideLayout38.xml"/><Relationship Id="rId38" Type="http://schemas.openxmlformats.org/officeDocument/2006/relationships/slideLayout" Target="../slideLayouts/slideLayout37.xml"/><Relationship Id="rId62" Type="http://schemas.openxmlformats.org/officeDocument/2006/relationships/slideLayout" Target="../slideLayouts/slideLayout61.xml"/><Relationship Id="rId61" Type="http://schemas.openxmlformats.org/officeDocument/2006/relationships/slideLayout" Target="../slideLayouts/slideLayout60.xml"/><Relationship Id="rId20" Type="http://schemas.openxmlformats.org/officeDocument/2006/relationships/slideLayout" Target="../slideLayouts/slideLayout19.xml"/><Relationship Id="rId64" Type="http://schemas.openxmlformats.org/officeDocument/2006/relationships/theme" Target="../theme/theme2.xml"/><Relationship Id="rId63" Type="http://schemas.openxmlformats.org/officeDocument/2006/relationships/slideLayout" Target="../slideLayouts/slideLayout62.xml"/><Relationship Id="rId22" Type="http://schemas.openxmlformats.org/officeDocument/2006/relationships/slideLayout" Target="../slideLayouts/slideLayout21.xml"/><Relationship Id="rId21" Type="http://schemas.openxmlformats.org/officeDocument/2006/relationships/slideLayout" Target="../slideLayouts/slideLayout20.xml"/><Relationship Id="rId24" Type="http://schemas.openxmlformats.org/officeDocument/2006/relationships/slideLayout" Target="../slideLayouts/slideLayout23.xml"/><Relationship Id="rId23" Type="http://schemas.openxmlformats.org/officeDocument/2006/relationships/slideLayout" Target="../slideLayouts/slideLayout22.xml"/><Relationship Id="rId60" Type="http://schemas.openxmlformats.org/officeDocument/2006/relationships/slideLayout" Target="../slideLayouts/slideLayout59.xml"/><Relationship Id="rId26" Type="http://schemas.openxmlformats.org/officeDocument/2006/relationships/slideLayout" Target="../slideLayouts/slideLayout25.xml"/><Relationship Id="rId25" Type="http://schemas.openxmlformats.org/officeDocument/2006/relationships/slideLayout" Target="../slideLayouts/slideLayout24.xml"/><Relationship Id="rId28" Type="http://schemas.openxmlformats.org/officeDocument/2006/relationships/slideLayout" Target="../slideLayouts/slideLayout27.xml"/><Relationship Id="rId27" Type="http://schemas.openxmlformats.org/officeDocument/2006/relationships/slideLayout" Target="../slideLayouts/slideLayout26.xml"/><Relationship Id="rId29" Type="http://schemas.openxmlformats.org/officeDocument/2006/relationships/slideLayout" Target="../slideLayouts/slideLayout28.xml"/><Relationship Id="rId51" Type="http://schemas.openxmlformats.org/officeDocument/2006/relationships/slideLayout" Target="../slideLayouts/slideLayout50.xml"/><Relationship Id="rId50" Type="http://schemas.openxmlformats.org/officeDocument/2006/relationships/slideLayout" Target="../slideLayouts/slideLayout49.xml"/><Relationship Id="rId53" Type="http://schemas.openxmlformats.org/officeDocument/2006/relationships/slideLayout" Target="../slideLayouts/slideLayout52.xml"/><Relationship Id="rId52" Type="http://schemas.openxmlformats.org/officeDocument/2006/relationships/slideLayout" Target="../slideLayouts/slideLayout51.xml"/><Relationship Id="rId11" Type="http://schemas.openxmlformats.org/officeDocument/2006/relationships/slideLayout" Target="../slideLayouts/slideLayout10.xml"/><Relationship Id="rId55" Type="http://schemas.openxmlformats.org/officeDocument/2006/relationships/slideLayout" Target="../slideLayouts/slideLayout54.xml"/><Relationship Id="rId10" Type="http://schemas.openxmlformats.org/officeDocument/2006/relationships/slideLayout" Target="../slideLayouts/slideLayout9.xml"/><Relationship Id="rId54" Type="http://schemas.openxmlformats.org/officeDocument/2006/relationships/slideLayout" Target="../slideLayouts/slideLayout53.xml"/><Relationship Id="rId13" Type="http://schemas.openxmlformats.org/officeDocument/2006/relationships/slideLayout" Target="../slideLayouts/slideLayout12.xml"/><Relationship Id="rId57" Type="http://schemas.openxmlformats.org/officeDocument/2006/relationships/slideLayout" Target="../slideLayouts/slideLayout56.xml"/><Relationship Id="rId12" Type="http://schemas.openxmlformats.org/officeDocument/2006/relationships/slideLayout" Target="../slideLayouts/slideLayout11.xml"/><Relationship Id="rId56" Type="http://schemas.openxmlformats.org/officeDocument/2006/relationships/slideLayout" Target="../slideLayouts/slideLayout55.xml"/><Relationship Id="rId15" Type="http://schemas.openxmlformats.org/officeDocument/2006/relationships/slideLayout" Target="../slideLayouts/slideLayout14.xml"/><Relationship Id="rId59" Type="http://schemas.openxmlformats.org/officeDocument/2006/relationships/slideLayout" Target="../slideLayouts/slideLayout58.xml"/><Relationship Id="rId14" Type="http://schemas.openxmlformats.org/officeDocument/2006/relationships/slideLayout" Target="../slideLayouts/slideLayout13.xml"/><Relationship Id="rId58" Type="http://schemas.openxmlformats.org/officeDocument/2006/relationships/slideLayout" Target="../slideLayouts/slideLayout57.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9000" y="73800"/>
            <a:ext cx="6600600" cy="814500"/>
          </a:xfrm>
          <a:prstGeom prst="rect">
            <a:avLst/>
          </a:prstGeom>
          <a:noFill/>
          <a:ln>
            <a:noFill/>
          </a:ln>
        </p:spPr>
        <p:txBody>
          <a:bodyPr anchorCtr="0" anchor="t" bIns="0" lIns="0" spcFirstLastPara="1" rIns="0" wrap="square" tIns="0">
            <a:noAutofit/>
          </a:bodyPr>
          <a:lstStyle>
            <a:lvl1pPr lvl="0" rtl="0">
              <a:lnSpc>
                <a:spcPct val="115000"/>
              </a:lnSpc>
              <a:spcBef>
                <a:spcPts val="0"/>
              </a:spcBef>
              <a:spcAft>
                <a:spcPts val="0"/>
              </a:spcAft>
              <a:buClr>
                <a:schemeClr val="dk1"/>
              </a:buClr>
              <a:buSzPts val="2200"/>
              <a:buFont typeface="Lexend"/>
              <a:buNone/>
              <a:defRPr b="1" sz="2200">
                <a:solidFill>
                  <a:schemeClr val="dk1"/>
                </a:solidFill>
                <a:latin typeface="Lexend"/>
                <a:ea typeface="Lexend"/>
                <a:cs typeface="Lexend"/>
                <a:sym typeface="Lexend"/>
              </a:defRPr>
            </a:lvl1pPr>
            <a:lvl2pPr lvl="1"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2pPr>
            <a:lvl3pPr lvl="2"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3pPr>
            <a:lvl4pPr lvl="3"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4pPr>
            <a:lvl5pPr lvl="4"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5pPr>
            <a:lvl6pPr lvl="5"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6pPr>
            <a:lvl7pPr lvl="6"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7pPr>
            <a:lvl8pPr lvl="7"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8pPr>
            <a:lvl9pPr lvl="8"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9pPr>
          </a:lstStyle>
          <a:p/>
        </p:txBody>
      </p:sp>
      <p:sp>
        <p:nvSpPr>
          <p:cNvPr id="7" name="Google Shape;7;p1"/>
          <p:cNvSpPr txBox="1"/>
          <p:nvPr>
            <p:ph idx="1" type="body"/>
          </p:nvPr>
        </p:nvSpPr>
        <p:spPr>
          <a:xfrm>
            <a:off x="459000" y="523400"/>
            <a:ext cx="8226000" cy="3159900"/>
          </a:xfrm>
          <a:prstGeom prst="rect">
            <a:avLst/>
          </a:prstGeom>
          <a:noFill/>
          <a:ln>
            <a:noFill/>
          </a:ln>
        </p:spPr>
        <p:txBody>
          <a:bodyPr anchorCtr="0" anchor="t" bIns="0" lIns="0" spcFirstLastPara="1" rIns="0" wrap="square" tIns="0">
            <a:noAutofit/>
          </a:bodyPr>
          <a:lstStyle>
            <a:lvl1pPr indent="-368300" lvl="0" marL="457200" rtl="0">
              <a:lnSpc>
                <a:spcPct val="130000"/>
              </a:lnSpc>
              <a:spcBef>
                <a:spcPts val="0"/>
              </a:spcBef>
              <a:spcAft>
                <a:spcPts val="0"/>
              </a:spcAft>
              <a:buClr>
                <a:schemeClr val="dk1"/>
              </a:buClr>
              <a:buSzPts val="2200"/>
              <a:buFont typeface="Lexend"/>
              <a:buChar char="●"/>
              <a:defRPr sz="2200">
                <a:solidFill>
                  <a:schemeClr val="dk1"/>
                </a:solidFill>
                <a:latin typeface="Lexend"/>
                <a:ea typeface="Lexend"/>
                <a:cs typeface="Lexend"/>
                <a:sym typeface="Lexend"/>
              </a:defRPr>
            </a:lvl1pPr>
            <a:lvl2pPr indent="-361950" lvl="1" marL="914400" rtl="0">
              <a:lnSpc>
                <a:spcPct val="130000"/>
              </a:lnSpc>
              <a:spcBef>
                <a:spcPts val="1000"/>
              </a:spcBef>
              <a:spcAft>
                <a:spcPts val="0"/>
              </a:spcAft>
              <a:buClr>
                <a:schemeClr val="dk1"/>
              </a:buClr>
              <a:buSzPts val="2100"/>
              <a:buFont typeface="Lexend"/>
              <a:buChar char="–"/>
              <a:defRPr sz="2100">
                <a:solidFill>
                  <a:schemeClr val="dk1"/>
                </a:solidFill>
                <a:latin typeface="Lexend"/>
                <a:ea typeface="Lexend"/>
                <a:cs typeface="Lexend"/>
                <a:sym typeface="Lexend"/>
              </a:defRPr>
            </a:lvl2pPr>
            <a:lvl3pPr indent="-355600" lvl="2" marL="1371600" rtl="0">
              <a:lnSpc>
                <a:spcPct val="130000"/>
              </a:lnSpc>
              <a:spcBef>
                <a:spcPts val="1000"/>
              </a:spcBef>
              <a:spcAft>
                <a:spcPts val="0"/>
              </a:spcAft>
              <a:buClr>
                <a:schemeClr val="dk1"/>
              </a:buClr>
              <a:buSzPts val="2000"/>
              <a:buFont typeface="Lexend"/>
              <a:buChar char="–"/>
              <a:defRPr sz="2000">
                <a:solidFill>
                  <a:schemeClr val="dk1"/>
                </a:solidFill>
                <a:latin typeface="Lexend"/>
                <a:ea typeface="Lexend"/>
                <a:cs typeface="Lexend"/>
                <a:sym typeface="Lexend"/>
              </a:defRPr>
            </a:lvl3pPr>
            <a:lvl4pPr indent="-349250" lvl="3" marL="1828800" rtl="0">
              <a:lnSpc>
                <a:spcPct val="130000"/>
              </a:lnSpc>
              <a:spcBef>
                <a:spcPts val="800"/>
              </a:spcBef>
              <a:spcAft>
                <a:spcPts val="0"/>
              </a:spcAft>
              <a:buClr>
                <a:schemeClr val="dk1"/>
              </a:buClr>
              <a:buSzPts val="1900"/>
              <a:buFont typeface="Lexend"/>
              <a:buChar char="–"/>
              <a:defRPr sz="1900">
                <a:solidFill>
                  <a:schemeClr val="dk1"/>
                </a:solidFill>
                <a:latin typeface="Lexend"/>
                <a:ea typeface="Lexend"/>
                <a:cs typeface="Lexend"/>
                <a:sym typeface="Lexend"/>
              </a:defRPr>
            </a:lvl4pPr>
            <a:lvl5pPr indent="-342900" lvl="4" marL="2286000" rtl="0">
              <a:lnSpc>
                <a:spcPct val="130000"/>
              </a:lnSpc>
              <a:spcBef>
                <a:spcPts val="800"/>
              </a:spcBef>
              <a:spcAft>
                <a:spcPts val="0"/>
              </a:spcAft>
              <a:buClr>
                <a:schemeClr val="dk1"/>
              </a:buClr>
              <a:buSzPts val="1800"/>
              <a:buFont typeface="Lexend"/>
              <a:buChar char="–"/>
              <a:defRPr sz="1800">
                <a:solidFill>
                  <a:schemeClr val="dk1"/>
                </a:solidFill>
                <a:latin typeface="Lexend"/>
                <a:ea typeface="Lexend"/>
                <a:cs typeface="Lexend"/>
                <a:sym typeface="Lexend"/>
              </a:defRPr>
            </a:lvl5pPr>
            <a:lvl6pPr indent="-342900" lvl="5" marL="27432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6pPr>
            <a:lvl7pPr indent="-342900" lvl="6" marL="32004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7pPr>
            <a:lvl8pPr indent="-342900" lvl="7" marL="3657600" rtl="0">
              <a:lnSpc>
                <a:spcPct val="130000"/>
              </a:lnSpc>
              <a:spcBef>
                <a:spcPts val="400"/>
              </a:spcBef>
              <a:spcAft>
                <a:spcPts val="0"/>
              </a:spcAft>
              <a:buClr>
                <a:schemeClr val="dk1"/>
              </a:buClr>
              <a:buSzPts val="1800"/>
              <a:buFont typeface="Lexend"/>
              <a:buChar char="–"/>
              <a:defRPr sz="1800">
                <a:solidFill>
                  <a:schemeClr val="dk1"/>
                </a:solidFill>
                <a:latin typeface="Lexend"/>
                <a:ea typeface="Lexend"/>
                <a:cs typeface="Lexend"/>
                <a:sym typeface="Lexend"/>
              </a:defRPr>
            </a:lvl8pPr>
            <a:lvl9pPr indent="-342900" lvl="8" marL="4114800" rtl="0">
              <a:lnSpc>
                <a:spcPct val="130000"/>
              </a:lnSpc>
              <a:spcBef>
                <a:spcPts val="400"/>
              </a:spcBef>
              <a:spcAft>
                <a:spcPts val="200"/>
              </a:spcAft>
              <a:buClr>
                <a:schemeClr val="dk1"/>
              </a:buClr>
              <a:buSzPts val="1800"/>
              <a:buFont typeface="Kalam"/>
              <a:buChar char="–"/>
              <a:defRPr sz="1800">
                <a:solidFill>
                  <a:schemeClr val="dk1"/>
                </a:solidFill>
                <a:latin typeface="Kalam"/>
                <a:ea typeface="Kalam"/>
                <a:cs typeface="Kalam"/>
                <a:sym typeface="Kalam"/>
              </a:defRPr>
            </a:lvl9pPr>
          </a:lstStyle>
          <a:p/>
        </p:txBody>
      </p:sp>
      <p:pic>
        <p:nvPicPr>
          <p:cNvPr id="8" name="Google Shape;8;p1"/>
          <p:cNvPicPr preferRelativeResize="0"/>
          <p:nvPr/>
        </p:nvPicPr>
        <p:blipFill>
          <a:blip r:embed="rId1">
            <a:alphaModFix/>
          </a:blip>
          <a:stretch>
            <a:fillRect/>
          </a:stretch>
        </p:blipFill>
        <p:spPr>
          <a:xfrm>
            <a:off x="8524129" y="4430050"/>
            <a:ext cx="234000" cy="31824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 id="2147483671" r:id="rId25"/>
    <p:sldLayoutId id="2147483672" r:id="rId26"/>
    <p:sldLayoutId id="2147483673" r:id="rId27"/>
    <p:sldLayoutId id="2147483674" r:id="rId28"/>
    <p:sldLayoutId id="2147483675" r:id="rId29"/>
    <p:sldLayoutId id="2147483676" r:id="rId30"/>
    <p:sldLayoutId id="2147483677" r:id="rId31"/>
    <p:sldLayoutId id="2147483678" r:id="rId32"/>
    <p:sldLayoutId id="2147483679" r:id="rId33"/>
    <p:sldLayoutId id="2147483680" r:id="rId34"/>
    <p:sldLayoutId id="2147483681" r:id="rId35"/>
    <p:sldLayoutId id="2147483682" r:id="rId36"/>
    <p:sldLayoutId id="2147483683" r:id="rId37"/>
    <p:sldLayoutId id="2147483684" r:id="rId38"/>
    <p:sldLayoutId id="2147483685" r:id="rId39"/>
    <p:sldLayoutId id="2147483686" r:id="rId40"/>
    <p:sldLayoutId id="2147483687" r:id="rId41"/>
    <p:sldLayoutId id="2147483688" r:id="rId42"/>
    <p:sldLayoutId id="2147483689" r:id="rId43"/>
    <p:sldLayoutId id="2147483690" r:id="rId44"/>
    <p:sldLayoutId id="2147483691" r:id="rId45"/>
    <p:sldLayoutId id="2147483692" r:id="rId46"/>
    <p:sldLayoutId id="2147483693" r:id="rId47"/>
    <p:sldLayoutId id="2147483694" r:id="rId48"/>
    <p:sldLayoutId id="2147483695" r:id="rId49"/>
    <p:sldLayoutId id="2147483696" r:id="rId50"/>
    <p:sldLayoutId id="2147483697" r:id="rId51"/>
    <p:sldLayoutId id="2147483698" r:id="rId52"/>
    <p:sldLayoutId id="2147483699" r:id="rId53"/>
    <p:sldLayoutId id="2147483700" r:id="rId54"/>
    <p:sldLayoutId id="2147483701" r:id="rId55"/>
    <p:sldLayoutId id="2147483702" r:id="rId56"/>
    <p:sldLayoutId id="2147483703" r:id="rId57"/>
    <p:sldLayoutId id="2147483704" r:id="rId58"/>
    <p:sldLayoutId id="2147483705" r:id="rId59"/>
    <p:sldLayoutId id="2147483706" r:id="rId60"/>
    <p:sldLayoutId id="2147483707" r:id="rId61"/>
    <p:sldLayoutId id="2147483708" r:id="rId62"/>
    <p:sldLayoutId id="2147483709" r:id="rId6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04">
          <p15:clr>
            <a:schemeClr val="dk2"/>
          </p15:clr>
        </p15:guide>
        <p15:guide id="2" pos="1819">
          <p15:clr>
            <a:srgbClr val="0000FF"/>
          </p15:clr>
        </p15:guide>
        <p15:guide id="3" orient="horz" pos="340">
          <p15:clr>
            <a:srgbClr val="222222"/>
          </p15:clr>
        </p15:guide>
        <p15:guide id="4" pos="2123">
          <p15:clr>
            <a:srgbClr val="0000FF"/>
          </p15:clr>
        </p15:guide>
        <p15:guide id="5" pos="2880">
          <p15:clr>
            <a:srgbClr val="EA4335"/>
          </p15:clr>
        </p15:guide>
        <p15:guide id="6" pos="3637">
          <p15:clr>
            <a:srgbClr val="0000FF"/>
          </p15:clr>
        </p15:guide>
        <p15:guide id="7" pos="3941">
          <p15:clr>
            <a:srgbClr val="0000FF"/>
          </p15:clr>
        </p15:guide>
        <p15:guide id="8" pos="5556">
          <p15:clr>
            <a:srgbClr val="222222"/>
          </p15:clr>
        </p15:guide>
        <p15:guide id="9" pos="1061">
          <p15:clr>
            <a:srgbClr val="9AA0A6"/>
          </p15:clr>
        </p15:guide>
        <p15:guide id="10" pos="4699">
          <p15:clr>
            <a:srgbClr val="9AA0A6"/>
          </p15:clr>
        </p15:guide>
        <p15:guide id="11" orient="horz" pos="680">
          <p15:clr>
            <a:srgbClr val="B7B7B7"/>
          </p15:clr>
        </p15:guide>
        <p15:guide id="12" orient="horz" pos="1020">
          <p15:clr>
            <a:srgbClr val="B7B7B7"/>
          </p15:clr>
        </p15:guide>
        <p15:guide id="13" orient="horz" pos="1361">
          <p15:clr>
            <a:srgbClr val="B7B7B7"/>
          </p15:clr>
        </p15:guide>
        <p15:guide id="14" orient="horz" pos="1701">
          <p15:clr>
            <a:srgbClr val="B7B7B7"/>
          </p15:clr>
        </p15:guide>
        <p15:guide id="15" orient="horz" pos="2041">
          <p15:clr>
            <a:srgbClr val="B7B7B7"/>
          </p15:clr>
        </p15:guide>
        <p15:guide id="16" orient="horz" pos="2381">
          <p15:clr>
            <a:srgbClr val="B7B7B7"/>
          </p15:clr>
        </p15:guide>
        <p15:guide id="17" orient="horz" pos="3036">
          <p15:clr>
            <a:srgbClr val="000000"/>
          </p15:clr>
        </p15:guide>
        <p15:guide id="18" pos="2721">
          <p15:clr>
            <a:schemeClr val="dk1"/>
          </p15:clr>
        </p15:guide>
        <p15:guide id="19" pos="3039">
          <p15:clr>
            <a:schemeClr val="dk1"/>
          </p15:clr>
        </p15:guide>
        <p15:guide id="20" orient="horz" pos="510">
          <p15:clr>
            <a:srgbClr val="B7B7B7"/>
          </p15:clr>
        </p15:guide>
        <p15:guide id="21" orient="horz" pos="1620">
          <p15:clr>
            <a:srgbClr val="EA4335"/>
          </p15:clr>
        </p15:guide>
        <p15:guide id="22" orient="horz" pos="2721">
          <p15:clr>
            <a:srgbClr val="B7B7B7"/>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hyperlink" Target="https://support.thenational.academy/using-oaks-new-teaching-resources?utm_campaign=OakSlideDeck&amp;utm_medium=document&amp;utm_source=guide"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5.xml"/><Relationship Id="rId3" Type="http://schemas.openxmlformats.org/officeDocument/2006/relationships/image" Target="../media/image4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8.xml"/><Relationship Id="rId3" Type="http://schemas.openxmlformats.org/officeDocument/2006/relationships/image" Target="../media/image4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9.xml"/><Relationship Id="rId3" Type="http://schemas.openxmlformats.org/officeDocument/2006/relationships/image" Target="../media/image4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1.xml"/><Relationship Id="rId3" Type="http://schemas.openxmlformats.org/officeDocument/2006/relationships/image" Target="../media/image49.png"/><Relationship Id="rId4" Type="http://schemas.openxmlformats.org/officeDocument/2006/relationships/image" Target="../media/image52.png"/><Relationship Id="rId5" Type="http://schemas.openxmlformats.org/officeDocument/2006/relationships/image" Target="../media/image53.png"/><Relationship Id="rId6" Type="http://schemas.openxmlformats.org/officeDocument/2006/relationships/image" Target="../media/image50.png"/><Relationship Id="rId7" Type="http://schemas.openxmlformats.org/officeDocument/2006/relationships/image" Target="../media/image5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2.xml"/><Relationship Id="rId3" Type="http://schemas.openxmlformats.org/officeDocument/2006/relationships/image" Target="../media/image49.png"/><Relationship Id="rId4" Type="http://schemas.openxmlformats.org/officeDocument/2006/relationships/image" Target="../media/image52.png"/><Relationship Id="rId5" Type="http://schemas.openxmlformats.org/officeDocument/2006/relationships/image" Target="../media/image53.png"/><Relationship Id="rId6" Type="http://schemas.openxmlformats.org/officeDocument/2006/relationships/image" Target="../media/image50.png"/><Relationship Id="rId7" Type="http://schemas.openxmlformats.org/officeDocument/2006/relationships/image" Target="../media/image5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3.xml"/><Relationship Id="rId3" Type="http://schemas.openxmlformats.org/officeDocument/2006/relationships/image" Target="../media/image49.png"/><Relationship Id="rId4" Type="http://schemas.openxmlformats.org/officeDocument/2006/relationships/image" Target="../media/image52.png"/><Relationship Id="rId5" Type="http://schemas.openxmlformats.org/officeDocument/2006/relationships/image" Target="../media/image4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4.xml"/><Relationship Id="rId3" Type="http://schemas.openxmlformats.org/officeDocument/2006/relationships/image" Target="../media/image49.png"/><Relationship Id="rId4" Type="http://schemas.openxmlformats.org/officeDocument/2006/relationships/image" Target="../media/image52.png"/><Relationship Id="rId5" Type="http://schemas.openxmlformats.org/officeDocument/2006/relationships/image" Target="../media/image4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5.xml"/><Relationship Id="rId3" Type="http://schemas.openxmlformats.org/officeDocument/2006/relationships/image" Target="../media/image49.png"/><Relationship Id="rId4" Type="http://schemas.openxmlformats.org/officeDocument/2006/relationships/image" Target="../media/image52.png"/><Relationship Id="rId5" Type="http://schemas.openxmlformats.org/officeDocument/2006/relationships/image" Target="../media/image4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6.xml"/><Relationship Id="rId3" Type="http://schemas.openxmlformats.org/officeDocument/2006/relationships/image" Target="../media/image4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7.xml"/><Relationship Id="rId3" Type="http://schemas.openxmlformats.org/officeDocument/2006/relationships/image" Target="../media/image56.png"/><Relationship Id="rId4" Type="http://schemas.openxmlformats.org/officeDocument/2006/relationships/image" Target="../media/image52.png"/><Relationship Id="rId5" Type="http://schemas.openxmlformats.org/officeDocument/2006/relationships/image" Target="../media/image53.png"/><Relationship Id="rId6" Type="http://schemas.openxmlformats.org/officeDocument/2006/relationships/image" Target="../media/image5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8.xml"/><Relationship Id="rId3" Type="http://schemas.openxmlformats.org/officeDocument/2006/relationships/image" Target="../media/image52.png"/><Relationship Id="rId4" Type="http://schemas.openxmlformats.org/officeDocument/2006/relationships/image" Target="../media/image53.png"/><Relationship Id="rId5" Type="http://schemas.openxmlformats.org/officeDocument/2006/relationships/image" Target="../media/image50.png"/><Relationship Id="rId6" Type="http://schemas.openxmlformats.org/officeDocument/2006/relationships/image" Target="../media/image51.png"/><Relationship Id="rId7" Type="http://schemas.openxmlformats.org/officeDocument/2006/relationships/image" Target="../media/image5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9.xml"/><Relationship Id="rId3" Type="http://schemas.openxmlformats.org/officeDocument/2006/relationships/image" Target="../media/image51.png"/><Relationship Id="rId4" Type="http://schemas.openxmlformats.org/officeDocument/2006/relationships/image" Target="../media/image52.png"/><Relationship Id="rId5" Type="http://schemas.openxmlformats.org/officeDocument/2006/relationships/image" Target="../media/image4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0.xml"/><Relationship Id="rId3" Type="http://schemas.openxmlformats.org/officeDocument/2006/relationships/image" Target="../media/image56.png"/><Relationship Id="rId4" Type="http://schemas.openxmlformats.org/officeDocument/2006/relationships/image" Target="../media/image5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1.xml"/><Relationship Id="rId3" Type="http://schemas.openxmlformats.org/officeDocument/2006/relationships/image" Target="../media/image5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6.xml"/><Relationship Id="rId3" Type="http://schemas.openxmlformats.org/officeDocument/2006/relationships/image" Target="../media/image4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8.xml"/><Relationship Id="rId3" Type="http://schemas.openxmlformats.org/officeDocument/2006/relationships/image" Target="../media/image4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9.xml"/><Relationship Id="rId3" Type="http://schemas.openxmlformats.org/officeDocument/2006/relationships/image" Target="../media/image4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0.xml"/><Relationship Id="rId3" Type="http://schemas.openxmlformats.org/officeDocument/2006/relationships/image" Target="../media/image4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1.xml"/><Relationship Id="rId3" Type="http://schemas.openxmlformats.org/officeDocument/2006/relationships/image" Target="../media/image4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2.xml"/><Relationship Id="rId3" Type="http://schemas.openxmlformats.org/officeDocument/2006/relationships/image" Target="../media/image5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3.xml"/><Relationship Id="rId3" Type="http://schemas.openxmlformats.org/officeDocument/2006/relationships/image" Target="../media/image57.png"/><Relationship Id="rId4" Type="http://schemas.openxmlformats.org/officeDocument/2006/relationships/image" Target="../media/image5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4.xml"/><Relationship Id="rId3" Type="http://schemas.openxmlformats.org/officeDocument/2006/relationships/image" Target="../media/image57.png"/><Relationship Id="rId4" Type="http://schemas.openxmlformats.org/officeDocument/2006/relationships/image" Target="../media/image5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35.xml"/><Relationship Id="rId3" Type="http://schemas.openxmlformats.org/officeDocument/2006/relationships/image" Target="../media/image5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36.xml"/><Relationship Id="rId3" Type="http://schemas.openxmlformats.org/officeDocument/2006/relationships/image" Target="../media/image5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37.xml"/><Relationship Id="rId3" Type="http://schemas.openxmlformats.org/officeDocument/2006/relationships/image" Target="../media/image6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39.xml"/><Relationship Id="rId3" Type="http://schemas.openxmlformats.org/officeDocument/2006/relationships/image" Target="../media/image57.png"/><Relationship Id="rId4" Type="http://schemas.openxmlformats.org/officeDocument/2006/relationships/image" Target="../media/image5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40.xml"/><Relationship Id="rId3" Type="http://schemas.openxmlformats.org/officeDocument/2006/relationships/image" Target="../media/image6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43.xml"/><Relationship Id="rId3" Type="http://schemas.openxmlformats.org/officeDocument/2006/relationships/image" Target="../media/image57.png"/><Relationship Id="rId4" Type="http://schemas.openxmlformats.org/officeDocument/2006/relationships/image" Target="../media/image5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45.xml"/><Relationship Id="rId3" Type="http://schemas.openxmlformats.org/officeDocument/2006/relationships/hyperlink" Target="https://www.nationalarchives.gov.uk/doc/open-government-licence/version/3/" TargetMode="External"/><Relationship Id="rId4" Type="http://schemas.openxmlformats.org/officeDocument/2006/relationships/hyperlink" Target="https://www.thenational.academy/legal/terms-and-conditions" TargetMode="External"/><Relationship Id="rId5" Type="http://schemas.openxmlformats.org/officeDocument/2006/relationships/image" Target="../media/image5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9" name="Shape 749"/>
        <p:cNvGrpSpPr/>
        <p:nvPr/>
      </p:nvGrpSpPr>
      <p:grpSpPr>
        <a:xfrm>
          <a:off x="0" y="0"/>
          <a:ext cx="0" cy="0"/>
          <a:chOff x="0" y="0"/>
          <a:chExt cx="0" cy="0"/>
        </a:xfrm>
      </p:grpSpPr>
      <p:sp>
        <p:nvSpPr>
          <p:cNvPr id="750" name="Google Shape;750;p64"/>
          <p:cNvSpPr txBox="1"/>
          <p:nvPr>
            <p:ph type="ctrTitle"/>
          </p:nvPr>
        </p:nvSpPr>
        <p:spPr>
          <a:xfrm>
            <a:off x="323850" y="810000"/>
            <a:ext cx="5502000" cy="2742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Generating a sequence using a term-to-term rule</a:t>
            </a:r>
            <a:endParaRPr/>
          </a:p>
        </p:txBody>
      </p:sp>
      <p:sp>
        <p:nvSpPr>
          <p:cNvPr id="751" name="Google Shape;751;p64"/>
          <p:cNvSpPr txBox="1"/>
          <p:nvPr>
            <p:ph idx="1" type="subTitle"/>
          </p:nvPr>
        </p:nvSpPr>
        <p:spPr>
          <a:xfrm>
            <a:off x="890225" y="4327975"/>
            <a:ext cx="5758500" cy="669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Sequences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55" name="Shape 755"/>
        <p:cNvGrpSpPr/>
        <p:nvPr/>
      </p:nvGrpSpPr>
      <p:grpSpPr>
        <a:xfrm>
          <a:off x="0" y="0"/>
          <a:ext cx="0" cy="0"/>
          <a:chOff x="0" y="0"/>
          <a:chExt cx="0" cy="0"/>
        </a:xfrm>
      </p:grpSpPr>
      <p:sp>
        <p:nvSpPr>
          <p:cNvPr id="756" name="Google Shape;756;p65"/>
          <p:cNvSpPr txBox="1"/>
          <p:nvPr/>
        </p:nvSpPr>
        <p:spPr>
          <a:xfrm>
            <a:off x="5578975" y="724425"/>
            <a:ext cx="19281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50000"/>
              </a:lnSpc>
              <a:spcBef>
                <a:spcPts val="0"/>
              </a:spcBef>
              <a:spcAft>
                <a:spcPts val="1000"/>
              </a:spcAft>
              <a:buNone/>
            </a:pPr>
            <a:r>
              <a:rPr lang="en-GB" sz="1200" u="sng">
                <a:solidFill>
                  <a:srgbClr val="374CF1"/>
                </a:solidFill>
                <a:latin typeface="Lexend"/>
                <a:ea typeface="Lexend"/>
                <a:cs typeface="Lexend"/>
                <a:sym typeface="Lexend"/>
                <a:hlinkClick r:id="rId3">
                  <a:extLst>
                    <a:ext uri="{A12FA001-AC4F-418D-AE19-62706E023703}">
                      <ahyp:hlinkClr val="tx"/>
                    </a:ext>
                  </a:extLst>
                </a:hlinkClick>
              </a:rPr>
              <a:t>how to use Oak lessons</a:t>
            </a:r>
            <a:endParaRPr sz="1200">
              <a:latin typeface="Lexend"/>
              <a:ea typeface="Lexend"/>
              <a:cs typeface="Lexend"/>
              <a:sym typeface="Lexen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0" name="Shape 760"/>
        <p:cNvGrpSpPr/>
        <p:nvPr/>
      </p:nvGrpSpPr>
      <p:grpSpPr>
        <a:xfrm>
          <a:off x="0" y="0"/>
          <a:ext cx="0" cy="0"/>
          <a:chOff x="0" y="0"/>
          <a:chExt cx="0" cy="0"/>
        </a:xfrm>
      </p:grpSpPr>
      <p:sp>
        <p:nvSpPr>
          <p:cNvPr id="761" name="Google Shape;761;p66"/>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p>
            <a:pPr indent="0" lvl="0" marL="0" rtl="0" algn="l">
              <a:spcBef>
                <a:spcPts val="0"/>
              </a:spcBef>
              <a:spcAft>
                <a:spcPts val="1000"/>
              </a:spcAft>
              <a:buNone/>
            </a:pPr>
            <a:r>
              <a:rPr lang="en-GB"/>
              <a:t>I can appreciate that a sequence can be generated and described using </a:t>
            </a:r>
            <a:r>
              <a:rPr b="1" lang="en-GB"/>
              <a:t>term-to-term</a:t>
            </a:r>
            <a:r>
              <a:rPr lang="en-GB"/>
              <a:t> approaches.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5" name="Shape 765"/>
        <p:cNvGrpSpPr/>
        <p:nvPr/>
      </p:nvGrpSpPr>
      <p:grpSpPr>
        <a:xfrm>
          <a:off x="0" y="0"/>
          <a:ext cx="0" cy="0"/>
          <a:chOff x="0" y="0"/>
          <a:chExt cx="0" cy="0"/>
        </a:xfrm>
      </p:grpSpPr>
      <p:sp>
        <p:nvSpPr>
          <p:cNvPr id="766" name="Google Shape;766;p67"/>
          <p:cNvSpPr txBox="1"/>
          <p:nvPr>
            <p:ph idx="2" type="subTitle"/>
          </p:nvPr>
        </p:nvSpPr>
        <p:spPr>
          <a:xfrm>
            <a:off x="324001" y="2238725"/>
            <a:ext cx="8496000" cy="48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A </a:t>
            </a:r>
            <a:r>
              <a:rPr b="1" lang="en-GB"/>
              <a:t>term-to-term</a:t>
            </a:r>
            <a:r>
              <a:rPr lang="en-GB"/>
              <a:t> rule describes how to calculate the next term in the sequence from the previous term.</a:t>
            </a:r>
            <a:endParaRPr/>
          </a:p>
        </p:txBody>
      </p:sp>
      <p:sp>
        <p:nvSpPr>
          <p:cNvPr id="767" name="Google Shape;767;p67"/>
          <p:cNvSpPr txBox="1"/>
          <p:nvPr>
            <p:ph idx="1" type="subTitle"/>
          </p:nvPr>
        </p:nvSpPr>
        <p:spPr>
          <a:xfrm>
            <a:off x="324000" y="1001500"/>
            <a:ext cx="8496000" cy="854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Each value or pattern in a sequence is called a term.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6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1" name="Shape 771"/>
        <p:cNvGrpSpPr/>
        <p:nvPr/>
      </p:nvGrpSpPr>
      <p:grpSpPr>
        <a:xfrm>
          <a:off x="0" y="0"/>
          <a:ext cx="0" cy="0"/>
          <a:chOff x="0" y="0"/>
          <a:chExt cx="0" cy="0"/>
        </a:xfrm>
      </p:grpSpPr>
      <p:sp>
        <p:nvSpPr>
          <p:cNvPr id="772" name="Google Shape;772;p68"/>
          <p:cNvSpPr txBox="1"/>
          <p:nvPr>
            <p:ph type="title"/>
          </p:nvPr>
        </p:nvSpPr>
        <p:spPr>
          <a:xfrm>
            <a:off x="1225225" y="2090813"/>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a:t>
            </a:r>
            <a:r>
              <a:rPr lang="en-GB"/>
              <a:t>term-to-term</a:t>
            </a:r>
            <a:r>
              <a:rPr lang="en-GB"/>
              <a:t> rules </a:t>
            </a:r>
            <a:endParaRPr/>
          </a:p>
        </p:txBody>
      </p:sp>
      <p:sp>
        <p:nvSpPr>
          <p:cNvPr id="773" name="Google Shape;773;p68"/>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Finding </a:t>
            </a:r>
            <a:r>
              <a:rPr lang="en-GB"/>
              <a:t>term-to-term</a:t>
            </a:r>
            <a:r>
              <a:rPr lang="en-GB"/>
              <a:t> rules</a:t>
            </a:r>
            <a:endParaRPr/>
          </a:p>
        </p:txBody>
      </p:sp>
      <p:sp>
        <p:nvSpPr>
          <p:cNvPr id="774" name="Google Shape;774;p68"/>
          <p:cNvSpPr txBox="1"/>
          <p:nvPr>
            <p:ph idx="3" type="title"/>
          </p:nvPr>
        </p:nvSpPr>
        <p:spPr>
          <a:xfrm>
            <a:off x="324000" y="6576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Generating a sequence using a term-to-term rule</a:t>
            </a:r>
            <a:endParaRPr/>
          </a:p>
        </p:txBody>
      </p:sp>
      <p:pic>
        <p:nvPicPr>
          <p:cNvPr id="775" name="Google Shape;775;p68"/>
          <p:cNvPicPr preferRelativeResize="0"/>
          <p:nvPr/>
        </p:nvPicPr>
        <p:blipFill>
          <a:blip r:embed="rId3">
            <a:alphaModFix/>
          </a:blip>
          <a:stretch>
            <a:fillRect/>
          </a:stretch>
        </p:blipFill>
        <p:spPr>
          <a:xfrm>
            <a:off x="407875" y="2052100"/>
            <a:ext cx="450575" cy="4467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9" name="Shape 779"/>
        <p:cNvGrpSpPr/>
        <p:nvPr/>
      </p:nvGrpSpPr>
      <p:grpSpPr>
        <a:xfrm>
          <a:off x="0" y="0"/>
          <a:ext cx="0" cy="0"/>
          <a:chOff x="0" y="0"/>
          <a:chExt cx="0" cy="0"/>
        </a:xfrm>
      </p:grpSpPr>
      <p:sp>
        <p:nvSpPr>
          <p:cNvPr id="780" name="Google Shape;780;p6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term-to-term rules</a:t>
            </a:r>
            <a:endParaRPr/>
          </a:p>
        </p:txBody>
      </p:sp>
      <p:sp>
        <p:nvSpPr>
          <p:cNvPr id="781" name="Google Shape;781;p69"/>
          <p:cNvSpPr txBox="1"/>
          <p:nvPr>
            <p:ph idx="1" type="body"/>
          </p:nvPr>
        </p:nvSpPr>
        <p:spPr>
          <a:xfrm>
            <a:off x="324000" y="1946875"/>
            <a:ext cx="8237700" cy="369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E.g. </a:t>
            </a:r>
            <a:endParaRPr sz="2000"/>
          </a:p>
        </p:txBody>
      </p:sp>
      <p:sp>
        <p:nvSpPr>
          <p:cNvPr id="782" name="Google Shape;782;p69"/>
          <p:cNvSpPr txBox="1"/>
          <p:nvPr>
            <p:ph idx="1" type="body"/>
          </p:nvPr>
        </p:nvSpPr>
        <p:spPr>
          <a:xfrm>
            <a:off x="324000" y="747075"/>
            <a:ext cx="8237700" cy="369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Each value or pattern in a sequence is called a term.</a:t>
            </a:r>
            <a:endParaRPr sz="2000"/>
          </a:p>
        </p:txBody>
      </p:sp>
      <p:sp>
        <p:nvSpPr>
          <p:cNvPr id="783" name="Google Shape;783;p69"/>
          <p:cNvSpPr txBox="1"/>
          <p:nvPr>
            <p:ph idx="1" type="body"/>
          </p:nvPr>
        </p:nvSpPr>
        <p:spPr>
          <a:xfrm>
            <a:off x="324000" y="3176675"/>
            <a:ext cx="8237700" cy="451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For efficiency, you can use notation. In this lesson we will use: </a:t>
            </a:r>
            <a:endParaRPr sz="2000"/>
          </a:p>
        </p:txBody>
      </p:sp>
      <p:sp>
        <p:nvSpPr>
          <p:cNvPr id="784" name="Google Shape;784;p69"/>
          <p:cNvSpPr txBox="1"/>
          <p:nvPr>
            <p:ph idx="1" type="body"/>
          </p:nvPr>
        </p:nvSpPr>
        <p:spPr>
          <a:xfrm>
            <a:off x="324000" y="3639600"/>
            <a:ext cx="1539900" cy="451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First term </a:t>
            </a:r>
            <a:endParaRPr sz="1800"/>
          </a:p>
        </p:txBody>
      </p:sp>
      <p:sp>
        <p:nvSpPr>
          <p:cNvPr id="785" name="Google Shape;785;p69"/>
          <p:cNvSpPr txBox="1"/>
          <p:nvPr>
            <p:ph idx="1" type="body"/>
          </p:nvPr>
        </p:nvSpPr>
        <p:spPr>
          <a:xfrm>
            <a:off x="324000" y="1250250"/>
            <a:ext cx="8237700" cy="369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We often refer to individual terms in a sequence. </a:t>
            </a:r>
            <a:endParaRPr sz="2000"/>
          </a:p>
        </p:txBody>
      </p:sp>
      <p:graphicFrame>
        <p:nvGraphicFramePr>
          <p:cNvPr id="786" name="Google Shape;786;p69"/>
          <p:cNvGraphicFramePr/>
          <p:nvPr/>
        </p:nvGraphicFramePr>
        <p:xfrm>
          <a:off x="864350" y="2023200"/>
          <a:ext cx="3000000" cy="3000000"/>
        </p:xfrm>
        <a:graphic>
          <a:graphicData uri="http://schemas.openxmlformats.org/drawingml/2006/table">
            <a:tbl>
              <a:tblPr>
                <a:noFill/>
                <a:tableStyleId>{75A5DC62-8C51-4004-8FE2-019E2598D443}</a:tableStyleId>
              </a:tblPr>
              <a:tblGrid>
                <a:gridCol w="1944425"/>
                <a:gridCol w="1944425"/>
                <a:gridCol w="1944425"/>
                <a:gridCol w="1944425"/>
              </a:tblGrid>
              <a:tr h="423275">
                <a:tc>
                  <a:txBody>
                    <a:bodyPr/>
                    <a:lstStyle/>
                    <a:p>
                      <a:pPr indent="0" lvl="0" marL="0" rtl="0" algn="ctr">
                        <a:spcBef>
                          <a:spcPts val="0"/>
                        </a:spcBef>
                        <a:spcAft>
                          <a:spcPts val="0"/>
                        </a:spcAft>
                        <a:buNone/>
                      </a:pPr>
                      <a:r>
                        <a:rPr lang="en-GB" sz="1800">
                          <a:latin typeface="Lexend"/>
                          <a:ea typeface="Lexend"/>
                          <a:cs typeface="Lexend"/>
                          <a:sym typeface="Lexend"/>
                        </a:rPr>
                        <a:t>First term,</a:t>
                      </a:r>
                      <a:endParaRPr sz="18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Second term,</a:t>
                      </a:r>
                      <a:endParaRPr sz="18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Third term, …</a:t>
                      </a:r>
                      <a:endParaRPr sz="18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…Tenth term, …</a:t>
                      </a:r>
                      <a:endParaRPr sz="18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10450">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5, …</a:t>
                      </a:r>
                      <a:endParaRPr sz="18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 19, …</a:t>
                      </a:r>
                      <a:endParaRPr sz="18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787" name="Google Shape;787;p69"/>
          <p:cNvSpPr txBox="1"/>
          <p:nvPr>
            <p:ph idx="1" type="body"/>
          </p:nvPr>
        </p:nvSpPr>
        <p:spPr>
          <a:xfrm>
            <a:off x="324000" y="4504700"/>
            <a:ext cx="1539900" cy="451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Tenth term</a:t>
            </a:r>
            <a:endParaRPr sz="1800"/>
          </a:p>
        </p:txBody>
      </p:sp>
      <p:sp>
        <p:nvSpPr>
          <p:cNvPr id="788" name="Google Shape;788;p69"/>
          <p:cNvSpPr txBox="1"/>
          <p:nvPr>
            <p:ph idx="1" type="body"/>
          </p:nvPr>
        </p:nvSpPr>
        <p:spPr>
          <a:xfrm>
            <a:off x="324000" y="4072150"/>
            <a:ext cx="2027400" cy="451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Second term </a:t>
            </a:r>
            <a:endParaRPr sz="1800"/>
          </a:p>
        </p:txBody>
      </p:sp>
      <p:cxnSp>
        <p:nvCxnSpPr>
          <p:cNvPr id="789" name="Google Shape;789;p69"/>
          <p:cNvCxnSpPr/>
          <p:nvPr/>
        </p:nvCxnSpPr>
        <p:spPr>
          <a:xfrm>
            <a:off x="1824600" y="3814350"/>
            <a:ext cx="1329000" cy="0"/>
          </a:xfrm>
          <a:prstGeom prst="straightConnector1">
            <a:avLst/>
          </a:prstGeom>
          <a:noFill/>
          <a:ln cap="flat" cmpd="sng" w="19050">
            <a:solidFill>
              <a:schemeClr val="accent4"/>
            </a:solidFill>
            <a:prstDash val="solid"/>
            <a:round/>
            <a:headEnd len="med" w="med" type="none"/>
            <a:tailEnd len="med" w="med" type="triangle"/>
          </a:ln>
        </p:spPr>
      </p:cxnSp>
      <p:cxnSp>
        <p:nvCxnSpPr>
          <p:cNvPr id="790" name="Google Shape;790;p69"/>
          <p:cNvCxnSpPr/>
          <p:nvPr/>
        </p:nvCxnSpPr>
        <p:spPr>
          <a:xfrm>
            <a:off x="1824600" y="4249888"/>
            <a:ext cx="1329000" cy="0"/>
          </a:xfrm>
          <a:prstGeom prst="straightConnector1">
            <a:avLst/>
          </a:prstGeom>
          <a:noFill/>
          <a:ln cap="flat" cmpd="sng" w="19050">
            <a:solidFill>
              <a:schemeClr val="accent4"/>
            </a:solidFill>
            <a:prstDash val="solid"/>
            <a:round/>
            <a:headEnd len="med" w="med" type="none"/>
            <a:tailEnd len="med" w="med" type="triangle"/>
          </a:ln>
        </p:spPr>
      </p:cxnSp>
      <p:cxnSp>
        <p:nvCxnSpPr>
          <p:cNvPr id="791" name="Google Shape;791;p69"/>
          <p:cNvCxnSpPr/>
          <p:nvPr/>
        </p:nvCxnSpPr>
        <p:spPr>
          <a:xfrm>
            <a:off x="1824600" y="4685425"/>
            <a:ext cx="1329000" cy="0"/>
          </a:xfrm>
          <a:prstGeom prst="straightConnector1">
            <a:avLst/>
          </a:prstGeom>
          <a:noFill/>
          <a:ln cap="flat" cmpd="sng" w="19050">
            <a:solidFill>
              <a:schemeClr val="accent4"/>
            </a:solidFill>
            <a:prstDash val="solid"/>
            <a:round/>
            <a:headEnd len="med" w="med" type="none"/>
            <a:tailEnd len="med" w="med" type="triangle"/>
          </a:ln>
        </p:spPr>
      </p:cxnSp>
      <p:sp>
        <p:nvSpPr>
          <p:cNvPr id="792" name="Google Shape;792;p69"/>
          <p:cNvSpPr txBox="1"/>
          <p:nvPr>
            <p:ph idx="1" type="body"/>
          </p:nvPr>
        </p:nvSpPr>
        <p:spPr>
          <a:xfrm>
            <a:off x="3369600" y="3706950"/>
            <a:ext cx="541200" cy="451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a:t>
            </a:r>
            <a:r>
              <a:rPr baseline="-25000" lang="en-GB" sz="1800"/>
              <a:t>1</a:t>
            </a:r>
            <a:r>
              <a:rPr lang="en-GB" sz="1800"/>
              <a:t> </a:t>
            </a:r>
            <a:endParaRPr sz="1800"/>
          </a:p>
        </p:txBody>
      </p:sp>
      <p:sp>
        <p:nvSpPr>
          <p:cNvPr id="793" name="Google Shape;793;p69"/>
          <p:cNvSpPr txBox="1"/>
          <p:nvPr>
            <p:ph idx="1" type="body"/>
          </p:nvPr>
        </p:nvSpPr>
        <p:spPr>
          <a:xfrm>
            <a:off x="3369600" y="4105825"/>
            <a:ext cx="541200" cy="451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a:t>
            </a:r>
            <a:r>
              <a:rPr baseline="-25000" lang="en-GB" sz="1800"/>
              <a:t>2</a:t>
            </a:r>
            <a:r>
              <a:rPr lang="en-GB" sz="1800"/>
              <a:t> </a:t>
            </a:r>
            <a:endParaRPr sz="1800"/>
          </a:p>
        </p:txBody>
      </p:sp>
      <p:sp>
        <p:nvSpPr>
          <p:cNvPr id="794" name="Google Shape;794;p69"/>
          <p:cNvSpPr txBox="1"/>
          <p:nvPr>
            <p:ph idx="1" type="body"/>
          </p:nvPr>
        </p:nvSpPr>
        <p:spPr>
          <a:xfrm>
            <a:off x="3369600" y="4488675"/>
            <a:ext cx="541200" cy="451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a:t>
            </a:r>
            <a:r>
              <a:rPr baseline="-25000" lang="en-GB" sz="1800"/>
              <a:t>10</a:t>
            </a:r>
            <a:r>
              <a:rPr lang="en-GB" sz="1800"/>
              <a:t> </a:t>
            </a:r>
            <a:endParaRPr sz="1800"/>
          </a:p>
        </p:txBody>
      </p:sp>
      <p:sp>
        <p:nvSpPr>
          <p:cNvPr id="795" name="Google Shape;795;p69"/>
          <p:cNvSpPr txBox="1"/>
          <p:nvPr>
            <p:ph idx="1" type="body"/>
          </p:nvPr>
        </p:nvSpPr>
        <p:spPr>
          <a:xfrm>
            <a:off x="4572000" y="3584950"/>
            <a:ext cx="4118700" cy="1329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Capital T means we are referencing a specific term. </a:t>
            </a:r>
            <a:endParaRPr sz="1800"/>
          </a:p>
          <a:p>
            <a:pPr indent="0" lvl="0" marL="0" rtl="0" algn="l">
              <a:spcBef>
                <a:spcPts val="0"/>
              </a:spcBef>
              <a:spcAft>
                <a:spcPts val="0"/>
              </a:spcAft>
              <a:buNone/>
            </a:pPr>
            <a:r>
              <a:rPr lang="en-GB" sz="1800"/>
              <a:t>The number in subscript tell us the term number. </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9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9" name="Shape 799"/>
        <p:cNvGrpSpPr/>
        <p:nvPr/>
      </p:nvGrpSpPr>
      <p:grpSpPr>
        <a:xfrm>
          <a:off x="0" y="0"/>
          <a:ext cx="0" cy="0"/>
          <a:chOff x="0" y="0"/>
          <a:chExt cx="0" cy="0"/>
        </a:xfrm>
      </p:grpSpPr>
      <p:sp>
        <p:nvSpPr>
          <p:cNvPr id="800" name="Google Shape;800;p7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term-to-term rules</a:t>
            </a:r>
            <a:endParaRPr/>
          </a:p>
        </p:txBody>
      </p:sp>
      <p:sp>
        <p:nvSpPr>
          <p:cNvPr id="801" name="Google Shape;801;p70"/>
          <p:cNvSpPr txBox="1"/>
          <p:nvPr>
            <p:ph idx="1" type="body"/>
          </p:nvPr>
        </p:nvSpPr>
        <p:spPr>
          <a:xfrm>
            <a:off x="324000" y="759300"/>
            <a:ext cx="8237700" cy="931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Sequences can be generated using a rule which tells us how to find the next term. </a:t>
            </a:r>
            <a:endParaRPr sz="2000"/>
          </a:p>
        </p:txBody>
      </p:sp>
      <p:sp>
        <p:nvSpPr>
          <p:cNvPr id="802" name="Google Shape;802;p70"/>
          <p:cNvSpPr txBox="1"/>
          <p:nvPr>
            <p:ph idx="1" type="body"/>
          </p:nvPr>
        </p:nvSpPr>
        <p:spPr>
          <a:xfrm>
            <a:off x="324000" y="1640250"/>
            <a:ext cx="8237700" cy="451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These are called</a:t>
            </a:r>
            <a:r>
              <a:rPr lang="en-GB" sz="2000"/>
              <a:t> </a:t>
            </a:r>
            <a:r>
              <a:rPr b="1" lang="en-GB" sz="2000"/>
              <a:t>term-to-term</a:t>
            </a:r>
            <a:r>
              <a:rPr lang="en-GB" sz="2000"/>
              <a:t> rules.</a:t>
            </a:r>
            <a:endParaRPr sz="2000"/>
          </a:p>
        </p:txBody>
      </p:sp>
      <p:sp>
        <p:nvSpPr>
          <p:cNvPr id="803" name="Google Shape;803;p70"/>
          <p:cNvSpPr txBox="1"/>
          <p:nvPr>
            <p:ph idx="1" type="body"/>
          </p:nvPr>
        </p:nvSpPr>
        <p:spPr>
          <a:xfrm>
            <a:off x="324000" y="2248200"/>
            <a:ext cx="8237700" cy="451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A </a:t>
            </a:r>
            <a:r>
              <a:rPr b="1" lang="en-GB" sz="2000"/>
              <a:t>term-to-term</a:t>
            </a:r>
            <a:r>
              <a:rPr lang="en-GB" sz="2000"/>
              <a:t> rule for a sequence is ‘add 5’, what would the next three terms be if your first term is 124?</a:t>
            </a:r>
            <a:endParaRPr sz="2000"/>
          </a:p>
        </p:txBody>
      </p:sp>
      <p:sp>
        <p:nvSpPr>
          <p:cNvPr id="804" name="Google Shape;804;p70"/>
          <p:cNvSpPr txBox="1"/>
          <p:nvPr>
            <p:ph idx="1" type="body"/>
          </p:nvPr>
        </p:nvSpPr>
        <p:spPr>
          <a:xfrm>
            <a:off x="324000" y="3257400"/>
            <a:ext cx="8237700" cy="451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124, ….</a:t>
            </a:r>
            <a:endParaRPr sz="2000"/>
          </a:p>
        </p:txBody>
      </p:sp>
      <p:sp>
        <p:nvSpPr>
          <p:cNvPr id="805" name="Google Shape;805;p70"/>
          <p:cNvSpPr txBox="1"/>
          <p:nvPr>
            <p:ph idx="1" type="body"/>
          </p:nvPr>
        </p:nvSpPr>
        <p:spPr>
          <a:xfrm>
            <a:off x="324000" y="3868200"/>
            <a:ext cx="8237700" cy="451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124, 129, 134, 139, …</a:t>
            </a:r>
            <a:endParaRPr sz="2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9" name="Shape 809"/>
        <p:cNvGrpSpPr/>
        <p:nvPr/>
      </p:nvGrpSpPr>
      <p:grpSpPr>
        <a:xfrm>
          <a:off x="0" y="0"/>
          <a:ext cx="0" cy="0"/>
          <a:chOff x="0" y="0"/>
          <a:chExt cx="0" cy="0"/>
        </a:xfrm>
      </p:grpSpPr>
      <p:sp>
        <p:nvSpPr>
          <p:cNvPr id="810" name="Google Shape;810;p7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term-to-term rules</a:t>
            </a:r>
            <a:endParaRPr/>
          </a:p>
        </p:txBody>
      </p:sp>
      <p:sp>
        <p:nvSpPr>
          <p:cNvPr id="811" name="Google Shape;811;p71"/>
          <p:cNvSpPr txBox="1"/>
          <p:nvPr>
            <p:ph idx="1" type="body"/>
          </p:nvPr>
        </p:nvSpPr>
        <p:spPr>
          <a:xfrm>
            <a:off x="324000" y="760575"/>
            <a:ext cx="8496000" cy="613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How can you f</a:t>
            </a:r>
            <a:r>
              <a:rPr lang="en-GB" sz="1800"/>
              <a:t>ind the next 3 terms in each sequence following the </a:t>
            </a:r>
            <a:r>
              <a:rPr b="1" lang="en-GB" sz="1800"/>
              <a:t>term-to-term</a:t>
            </a:r>
            <a:r>
              <a:rPr lang="en-GB" sz="1800"/>
              <a:t> rule</a:t>
            </a:r>
            <a:r>
              <a:rPr lang="en-GB" sz="1800"/>
              <a:t> given?</a:t>
            </a:r>
            <a:endParaRPr sz="1800"/>
          </a:p>
        </p:txBody>
      </p:sp>
      <p:sp>
        <p:nvSpPr>
          <p:cNvPr id="812" name="Google Shape;812;p71"/>
          <p:cNvSpPr txBox="1"/>
          <p:nvPr>
            <p:ph idx="1" type="body"/>
          </p:nvPr>
        </p:nvSpPr>
        <p:spPr>
          <a:xfrm>
            <a:off x="324000" y="1413238"/>
            <a:ext cx="8237700" cy="451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Add </a:t>
            </a:r>
            <a:r>
              <a:rPr lang="en-GB" sz="1800">
                <a:solidFill>
                  <a:srgbClr val="222222"/>
                </a:solidFill>
              </a:rPr>
              <a:t>−4 to the previous term to get the next term.</a:t>
            </a:r>
            <a:endParaRPr sz="1800"/>
          </a:p>
          <a:p>
            <a:pPr indent="0" lvl="0" marL="0" rtl="0" algn="l">
              <a:spcBef>
                <a:spcPts val="1000"/>
              </a:spcBef>
              <a:spcAft>
                <a:spcPts val="1000"/>
              </a:spcAft>
              <a:buNone/>
            </a:pPr>
            <a:r>
              <a:t/>
            </a:r>
            <a:endParaRPr sz="1800"/>
          </a:p>
        </p:txBody>
      </p:sp>
      <p:sp>
        <p:nvSpPr>
          <p:cNvPr id="813" name="Google Shape;813;p71"/>
          <p:cNvSpPr txBox="1"/>
          <p:nvPr>
            <p:ph idx="1" type="body"/>
          </p:nvPr>
        </p:nvSpPr>
        <p:spPr>
          <a:xfrm>
            <a:off x="324000" y="2664775"/>
            <a:ext cx="8237700" cy="451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Multiply the previous term by 5 to get the next term.</a:t>
            </a:r>
            <a:endParaRPr sz="1800"/>
          </a:p>
        </p:txBody>
      </p:sp>
      <p:sp>
        <p:nvSpPr>
          <p:cNvPr id="814" name="Google Shape;814;p71"/>
          <p:cNvSpPr txBox="1"/>
          <p:nvPr>
            <p:ph idx="1" type="body"/>
          </p:nvPr>
        </p:nvSpPr>
        <p:spPr>
          <a:xfrm>
            <a:off x="324000" y="3780000"/>
            <a:ext cx="8496000" cy="451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Multiply the previous term by 2 then add 3 to get the next term.</a:t>
            </a:r>
            <a:endParaRPr sz="1800"/>
          </a:p>
        </p:txBody>
      </p:sp>
      <p:sp>
        <p:nvSpPr>
          <p:cNvPr id="815" name="Google Shape;815;p71"/>
          <p:cNvSpPr txBox="1"/>
          <p:nvPr>
            <p:ph idx="1" type="body"/>
          </p:nvPr>
        </p:nvSpPr>
        <p:spPr>
          <a:xfrm>
            <a:off x="324000" y="2160000"/>
            <a:ext cx="8237700" cy="451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6, …</a:t>
            </a:r>
            <a:endParaRPr sz="1800"/>
          </a:p>
          <a:p>
            <a:pPr indent="0" lvl="0" marL="0" rtl="0" algn="l">
              <a:spcBef>
                <a:spcPts val="1000"/>
              </a:spcBef>
              <a:spcAft>
                <a:spcPts val="1000"/>
              </a:spcAft>
              <a:buNone/>
            </a:pPr>
            <a:r>
              <a:t/>
            </a:r>
            <a:endParaRPr sz="1800"/>
          </a:p>
        </p:txBody>
      </p:sp>
      <p:pic>
        <p:nvPicPr>
          <p:cNvPr id="816" name="Google Shape;816;p71"/>
          <p:cNvPicPr preferRelativeResize="0"/>
          <p:nvPr/>
        </p:nvPicPr>
        <p:blipFill rotWithShape="1">
          <a:blip r:embed="rId3">
            <a:alphaModFix/>
          </a:blip>
          <a:srcRect b="84458" l="57225" r="18284" t="0"/>
          <a:stretch/>
        </p:blipFill>
        <p:spPr>
          <a:xfrm>
            <a:off x="245783" y="1939646"/>
            <a:ext cx="936952" cy="308577"/>
          </a:xfrm>
          <a:prstGeom prst="rect">
            <a:avLst/>
          </a:prstGeom>
          <a:noFill/>
          <a:ln>
            <a:noFill/>
          </a:ln>
        </p:spPr>
      </p:pic>
      <p:sp>
        <p:nvSpPr>
          <p:cNvPr id="817" name="Google Shape;817;p71"/>
          <p:cNvSpPr txBox="1"/>
          <p:nvPr/>
        </p:nvSpPr>
        <p:spPr>
          <a:xfrm>
            <a:off x="469462" y="1728646"/>
            <a:ext cx="788700" cy="286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rgbClr val="222222"/>
                </a:solidFill>
                <a:latin typeface="Lexend"/>
                <a:ea typeface="Lexend"/>
                <a:cs typeface="Lexend"/>
                <a:sym typeface="Lexend"/>
              </a:rPr>
              <a:t>+ (−4)</a:t>
            </a:r>
            <a:endParaRPr sz="1800">
              <a:solidFill>
                <a:srgbClr val="000000"/>
              </a:solidFill>
              <a:latin typeface="Lexend"/>
              <a:ea typeface="Lexend"/>
              <a:cs typeface="Lexend"/>
              <a:sym typeface="Lexend"/>
            </a:endParaRPr>
          </a:p>
        </p:txBody>
      </p:sp>
      <p:sp>
        <p:nvSpPr>
          <p:cNvPr id="818" name="Google Shape;818;p71"/>
          <p:cNvSpPr txBox="1"/>
          <p:nvPr>
            <p:ph idx="1" type="body"/>
          </p:nvPr>
        </p:nvSpPr>
        <p:spPr>
          <a:xfrm>
            <a:off x="324000" y="2160009"/>
            <a:ext cx="3670800" cy="451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6,         </a:t>
            </a:r>
            <a:r>
              <a:rPr lang="en-GB" sz="1800">
                <a:solidFill>
                  <a:srgbClr val="222222"/>
                </a:solidFill>
              </a:rPr>
              <a:t>2,</a:t>
            </a:r>
            <a:r>
              <a:rPr lang="en-GB" sz="1800"/>
              <a:t>         </a:t>
            </a:r>
            <a:r>
              <a:rPr lang="en-GB" sz="1800">
                <a:solidFill>
                  <a:srgbClr val="222222"/>
                </a:solidFill>
              </a:rPr>
              <a:t>−2,</a:t>
            </a:r>
            <a:r>
              <a:rPr lang="en-GB" sz="1800"/>
              <a:t>         </a:t>
            </a:r>
            <a:r>
              <a:rPr lang="en-GB" sz="1800">
                <a:solidFill>
                  <a:srgbClr val="222222"/>
                </a:solidFill>
              </a:rPr>
              <a:t>-6, …</a:t>
            </a:r>
            <a:endParaRPr sz="1800"/>
          </a:p>
          <a:p>
            <a:pPr indent="0" lvl="0" marL="0" rtl="0" algn="l">
              <a:spcBef>
                <a:spcPts val="1000"/>
              </a:spcBef>
              <a:spcAft>
                <a:spcPts val="1000"/>
              </a:spcAft>
              <a:buNone/>
            </a:pPr>
            <a:r>
              <a:t/>
            </a:r>
            <a:endParaRPr sz="1800"/>
          </a:p>
        </p:txBody>
      </p:sp>
      <p:sp>
        <p:nvSpPr>
          <p:cNvPr id="819" name="Google Shape;819;p71"/>
          <p:cNvSpPr txBox="1"/>
          <p:nvPr/>
        </p:nvSpPr>
        <p:spPr>
          <a:xfrm>
            <a:off x="1308437" y="1728646"/>
            <a:ext cx="788700" cy="286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rgbClr val="222222"/>
                </a:solidFill>
                <a:latin typeface="Lexend"/>
                <a:ea typeface="Lexend"/>
                <a:cs typeface="Lexend"/>
                <a:sym typeface="Lexend"/>
              </a:rPr>
              <a:t>+ (−4)</a:t>
            </a:r>
            <a:endParaRPr sz="1800">
              <a:solidFill>
                <a:srgbClr val="000000"/>
              </a:solidFill>
              <a:latin typeface="Lexend"/>
              <a:ea typeface="Lexend"/>
              <a:cs typeface="Lexend"/>
              <a:sym typeface="Lexend"/>
            </a:endParaRPr>
          </a:p>
        </p:txBody>
      </p:sp>
      <p:pic>
        <p:nvPicPr>
          <p:cNvPr id="820" name="Google Shape;820;p71"/>
          <p:cNvPicPr preferRelativeResize="0"/>
          <p:nvPr/>
        </p:nvPicPr>
        <p:blipFill rotWithShape="1">
          <a:blip r:embed="rId3">
            <a:alphaModFix/>
          </a:blip>
          <a:srcRect b="84458" l="57225" r="18284" t="0"/>
          <a:stretch/>
        </p:blipFill>
        <p:spPr>
          <a:xfrm>
            <a:off x="1083984" y="1931571"/>
            <a:ext cx="936952" cy="308577"/>
          </a:xfrm>
          <a:prstGeom prst="rect">
            <a:avLst/>
          </a:prstGeom>
          <a:noFill/>
          <a:ln>
            <a:noFill/>
          </a:ln>
        </p:spPr>
      </p:pic>
      <p:pic>
        <p:nvPicPr>
          <p:cNvPr id="821" name="Google Shape;821;p71"/>
          <p:cNvPicPr preferRelativeResize="0"/>
          <p:nvPr/>
        </p:nvPicPr>
        <p:blipFill rotWithShape="1">
          <a:blip r:embed="rId3">
            <a:alphaModFix/>
          </a:blip>
          <a:srcRect b="84458" l="57225" r="18284" t="0"/>
          <a:stretch/>
        </p:blipFill>
        <p:spPr>
          <a:xfrm>
            <a:off x="1906455" y="1931571"/>
            <a:ext cx="936952" cy="308577"/>
          </a:xfrm>
          <a:prstGeom prst="rect">
            <a:avLst/>
          </a:prstGeom>
          <a:noFill/>
          <a:ln>
            <a:noFill/>
          </a:ln>
        </p:spPr>
      </p:pic>
      <p:sp>
        <p:nvSpPr>
          <p:cNvPr id="822" name="Google Shape;822;p71"/>
          <p:cNvSpPr txBox="1"/>
          <p:nvPr/>
        </p:nvSpPr>
        <p:spPr>
          <a:xfrm>
            <a:off x="2130907" y="1728646"/>
            <a:ext cx="788700" cy="286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rgbClr val="222222"/>
                </a:solidFill>
                <a:latin typeface="Lexend"/>
                <a:ea typeface="Lexend"/>
                <a:cs typeface="Lexend"/>
                <a:sym typeface="Lexend"/>
              </a:rPr>
              <a:t>+ (−4)</a:t>
            </a:r>
            <a:endParaRPr sz="1800">
              <a:solidFill>
                <a:srgbClr val="000000"/>
              </a:solidFill>
              <a:latin typeface="Lexend"/>
              <a:ea typeface="Lexend"/>
              <a:cs typeface="Lexend"/>
              <a:sym typeface="Lexend"/>
            </a:endParaRPr>
          </a:p>
        </p:txBody>
      </p:sp>
      <p:pic>
        <p:nvPicPr>
          <p:cNvPr id="823" name="Google Shape;823;p71"/>
          <p:cNvPicPr preferRelativeResize="0"/>
          <p:nvPr/>
        </p:nvPicPr>
        <p:blipFill rotWithShape="1">
          <a:blip r:embed="rId3">
            <a:alphaModFix/>
          </a:blip>
          <a:srcRect b="84458" l="57225" r="18284" t="0"/>
          <a:stretch/>
        </p:blipFill>
        <p:spPr>
          <a:xfrm>
            <a:off x="274315" y="3148663"/>
            <a:ext cx="936952" cy="308577"/>
          </a:xfrm>
          <a:prstGeom prst="rect">
            <a:avLst/>
          </a:prstGeom>
          <a:noFill/>
          <a:ln>
            <a:noFill/>
          </a:ln>
        </p:spPr>
      </p:pic>
      <p:sp>
        <p:nvSpPr>
          <p:cNvPr id="824" name="Google Shape;824;p71"/>
          <p:cNvSpPr txBox="1"/>
          <p:nvPr/>
        </p:nvSpPr>
        <p:spPr>
          <a:xfrm>
            <a:off x="642218" y="2985925"/>
            <a:ext cx="676500" cy="286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rgbClr val="222222"/>
                </a:solidFill>
                <a:latin typeface="Lexend"/>
                <a:ea typeface="Lexend"/>
                <a:cs typeface="Lexend"/>
                <a:sym typeface="Lexend"/>
              </a:rPr>
              <a:t>× 5</a:t>
            </a:r>
            <a:endParaRPr sz="1700">
              <a:solidFill>
                <a:srgbClr val="000000"/>
              </a:solidFill>
              <a:latin typeface="Lexend"/>
              <a:ea typeface="Lexend"/>
              <a:cs typeface="Lexend"/>
              <a:sym typeface="Lexend"/>
            </a:endParaRPr>
          </a:p>
        </p:txBody>
      </p:sp>
      <p:pic>
        <p:nvPicPr>
          <p:cNvPr id="825" name="Google Shape;825;p71"/>
          <p:cNvPicPr preferRelativeResize="0"/>
          <p:nvPr/>
        </p:nvPicPr>
        <p:blipFill rotWithShape="1">
          <a:blip r:embed="rId3">
            <a:alphaModFix/>
          </a:blip>
          <a:srcRect b="84458" l="57225" r="18284" t="0"/>
          <a:stretch/>
        </p:blipFill>
        <p:spPr>
          <a:xfrm>
            <a:off x="1067774" y="3148663"/>
            <a:ext cx="936952" cy="308577"/>
          </a:xfrm>
          <a:prstGeom prst="rect">
            <a:avLst/>
          </a:prstGeom>
          <a:noFill/>
          <a:ln>
            <a:noFill/>
          </a:ln>
        </p:spPr>
      </p:pic>
      <p:sp>
        <p:nvSpPr>
          <p:cNvPr id="826" name="Google Shape;826;p71"/>
          <p:cNvSpPr txBox="1"/>
          <p:nvPr/>
        </p:nvSpPr>
        <p:spPr>
          <a:xfrm>
            <a:off x="1435677" y="2985925"/>
            <a:ext cx="676500" cy="286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rgbClr val="222222"/>
                </a:solidFill>
                <a:latin typeface="Lexend"/>
                <a:ea typeface="Lexend"/>
                <a:cs typeface="Lexend"/>
                <a:sym typeface="Lexend"/>
              </a:rPr>
              <a:t>× 5</a:t>
            </a:r>
            <a:endParaRPr sz="1700">
              <a:solidFill>
                <a:srgbClr val="000000"/>
              </a:solidFill>
              <a:latin typeface="Lexend"/>
              <a:ea typeface="Lexend"/>
              <a:cs typeface="Lexend"/>
              <a:sym typeface="Lexend"/>
            </a:endParaRPr>
          </a:p>
        </p:txBody>
      </p:sp>
      <p:pic>
        <p:nvPicPr>
          <p:cNvPr id="827" name="Google Shape;827;p71"/>
          <p:cNvPicPr preferRelativeResize="0"/>
          <p:nvPr/>
        </p:nvPicPr>
        <p:blipFill rotWithShape="1">
          <a:blip r:embed="rId3">
            <a:alphaModFix/>
          </a:blip>
          <a:srcRect b="84458" l="57225" r="18284" t="0"/>
          <a:stretch/>
        </p:blipFill>
        <p:spPr>
          <a:xfrm>
            <a:off x="1882380" y="3148663"/>
            <a:ext cx="936952" cy="308577"/>
          </a:xfrm>
          <a:prstGeom prst="rect">
            <a:avLst/>
          </a:prstGeom>
          <a:noFill/>
          <a:ln>
            <a:noFill/>
          </a:ln>
        </p:spPr>
      </p:pic>
      <p:sp>
        <p:nvSpPr>
          <p:cNvPr id="828" name="Google Shape;828;p71"/>
          <p:cNvSpPr txBox="1"/>
          <p:nvPr/>
        </p:nvSpPr>
        <p:spPr>
          <a:xfrm>
            <a:off x="2250283" y="2985925"/>
            <a:ext cx="676500" cy="286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rgbClr val="222222"/>
                </a:solidFill>
                <a:latin typeface="Lexend"/>
                <a:ea typeface="Lexend"/>
                <a:cs typeface="Lexend"/>
                <a:sym typeface="Lexend"/>
              </a:rPr>
              <a:t>× 5</a:t>
            </a:r>
            <a:endParaRPr sz="1700">
              <a:solidFill>
                <a:srgbClr val="000000"/>
              </a:solidFill>
              <a:latin typeface="Lexend"/>
              <a:ea typeface="Lexend"/>
              <a:cs typeface="Lexend"/>
              <a:sym typeface="Lexend"/>
            </a:endParaRPr>
          </a:p>
        </p:txBody>
      </p:sp>
      <p:sp>
        <p:nvSpPr>
          <p:cNvPr id="829" name="Google Shape;829;p71"/>
          <p:cNvSpPr txBox="1"/>
          <p:nvPr>
            <p:ph idx="1" type="body"/>
          </p:nvPr>
        </p:nvSpPr>
        <p:spPr>
          <a:xfrm>
            <a:off x="5221800" y="3049900"/>
            <a:ext cx="3598200" cy="451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(Multiplying by 10 then halving is the same as multiplying by 5)</a:t>
            </a:r>
            <a:endParaRPr sz="2000">
              <a:latin typeface="Kalam"/>
              <a:ea typeface="Kalam"/>
              <a:cs typeface="Kalam"/>
              <a:sym typeface="Kalam"/>
            </a:endParaRPr>
          </a:p>
        </p:txBody>
      </p:sp>
      <p:sp>
        <p:nvSpPr>
          <p:cNvPr id="830" name="Google Shape;830;p71"/>
          <p:cNvSpPr txBox="1"/>
          <p:nvPr>
            <p:ph idx="1" type="body"/>
          </p:nvPr>
        </p:nvSpPr>
        <p:spPr>
          <a:xfrm>
            <a:off x="330058" y="3397725"/>
            <a:ext cx="8237700" cy="451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6, …</a:t>
            </a:r>
            <a:endParaRPr sz="1800"/>
          </a:p>
          <a:p>
            <a:pPr indent="0" lvl="0" marL="0" rtl="0" algn="l">
              <a:spcBef>
                <a:spcPts val="1000"/>
              </a:spcBef>
              <a:spcAft>
                <a:spcPts val="1000"/>
              </a:spcAft>
              <a:buNone/>
            </a:pPr>
            <a:r>
              <a:t/>
            </a:r>
            <a:endParaRPr sz="1800"/>
          </a:p>
        </p:txBody>
      </p:sp>
      <p:sp>
        <p:nvSpPr>
          <p:cNvPr id="831" name="Google Shape;831;p71"/>
          <p:cNvSpPr txBox="1"/>
          <p:nvPr>
            <p:ph idx="1" type="body"/>
          </p:nvPr>
        </p:nvSpPr>
        <p:spPr>
          <a:xfrm>
            <a:off x="330058" y="3406254"/>
            <a:ext cx="3670800" cy="451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6,       </a:t>
            </a:r>
            <a:r>
              <a:rPr lang="en-GB" sz="1800">
                <a:solidFill>
                  <a:srgbClr val="222222"/>
                </a:solidFill>
              </a:rPr>
              <a:t>30,</a:t>
            </a:r>
            <a:r>
              <a:rPr lang="en-GB" sz="1800"/>
              <a:t>       </a:t>
            </a:r>
            <a:r>
              <a:rPr lang="en-GB" sz="1800">
                <a:solidFill>
                  <a:srgbClr val="222222"/>
                </a:solidFill>
              </a:rPr>
              <a:t>150,</a:t>
            </a:r>
            <a:r>
              <a:rPr lang="en-GB" sz="1800"/>
              <a:t>       </a:t>
            </a:r>
            <a:r>
              <a:rPr lang="en-GB" sz="1800">
                <a:solidFill>
                  <a:srgbClr val="222222"/>
                </a:solidFill>
              </a:rPr>
              <a:t>750, …</a:t>
            </a:r>
            <a:endParaRPr sz="1800"/>
          </a:p>
          <a:p>
            <a:pPr indent="0" lvl="0" marL="0" rtl="0" algn="l">
              <a:spcBef>
                <a:spcPts val="1000"/>
              </a:spcBef>
              <a:spcAft>
                <a:spcPts val="1000"/>
              </a:spcAft>
              <a:buNone/>
            </a:pPr>
            <a:r>
              <a:t/>
            </a:r>
            <a:endParaRPr sz="1800"/>
          </a:p>
        </p:txBody>
      </p:sp>
      <p:sp>
        <p:nvSpPr>
          <p:cNvPr id="832" name="Google Shape;832;p71"/>
          <p:cNvSpPr txBox="1"/>
          <p:nvPr>
            <p:ph idx="1" type="body"/>
          </p:nvPr>
        </p:nvSpPr>
        <p:spPr>
          <a:xfrm>
            <a:off x="324000" y="4510100"/>
            <a:ext cx="8237700" cy="350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6, …</a:t>
            </a:r>
            <a:endParaRPr sz="1800"/>
          </a:p>
          <a:p>
            <a:pPr indent="0" lvl="0" marL="0" rtl="0" algn="l">
              <a:spcBef>
                <a:spcPts val="1000"/>
              </a:spcBef>
              <a:spcAft>
                <a:spcPts val="1000"/>
              </a:spcAft>
              <a:buNone/>
            </a:pPr>
            <a:r>
              <a:t/>
            </a:r>
            <a:endParaRPr sz="1800"/>
          </a:p>
        </p:txBody>
      </p:sp>
      <p:sp>
        <p:nvSpPr>
          <p:cNvPr id="833" name="Google Shape;833;p71"/>
          <p:cNvSpPr txBox="1"/>
          <p:nvPr>
            <p:ph idx="1" type="body"/>
          </p:nvPr>
        </p:nvSpPr>
        <p:spPr>
          <a:xfrm>
            <a:off x="324000" y="4518629"/>
            <a:ext cx="3670800" cy="451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6,       </a:t>
            </a:r>
            <a:r>
              <a:rPr lang="en-GB" sz="1800">
                <a:solidFill>
                  <a:srgbClr val="222222"/>
                </a:solidFill>
              </a:rPr>
              <a:t>15,</a:t>
            </a:r>
            <a:r>
              <a:rPr lang="en-GB" sz="1800"/>
              <a:t>       </a:t>
            </a:r>
            <a:r>
              <a:rPr lang="en-GB" sz="1800">
                <a:solidFill>
                  <a:srgbClr val="222222"/>
                </a:solidFill>
              </a:rPr>
              <a:t>33,</a:t>
            </a:r>
            <a:r>
              <a:rPr lang="en-GB" sz="1800"/>
              <a:t>       </a:t>
            </a:r>
            <a:r>
              <a:rPr lang="en-GB" sz="1800">
                <a:solidFill>
                  <a:srgbClr val="222222"/>
                </a:solidFill>
              </a:rPr>
              <a:t>69, …</a:t>
            </a:r>
            <a:endParaRPr sz="1800"/>
          </a:p>
          <a:p>
            <a:pPr indent="0" lvl="0" marL="0" rtl="0" algn="l">
              <a:spcBef>
                <a:spcPts val="1000"/>
              </a:spcBef>
              <a:spcAft>
                <a:spcPts val="1000"/>
              </a:spcAft>
              <a:buNone/>
            </a:pPr>
            <a:r>
              <a:t/>
            </a:r>
            <a:endParaRPr sz="1800"/>
          </a:p>
        </p:txBody>
      </p:sp>
      <p:pic>
        <p:nvPicPr>
          <p:cNvPr id="834" name="Google Shape;834;p71"/>
          <p:cNvPicPr preferRelativeResize="0"/>
          <p:nvPr/>
        </p:nvPicPr>
        <p:blipFill rotWithShape="1">
          <a:blip r:embed="rId3">
            <a:alphaModFix/>
          </a:blip>
          <a:srcRect b="84458" l="57225" r="18284" t="0"/>
          <a:stretch/>
        </p:blipFill>
        <p:spPr>
          <a:xfrm>
            <a:off x="289958" y="4253288"/>
            <a:ext cx="936952" cy="308577"/>
          </a:xfrm>
          <a:prstGeom prst="rect">
            <a:avLst/>
          </a:prstGeom>
          <a:noFill/>
          <a:ln>
            <a:noFill/>
          </a:ln>
        </p:spPr>
      </p:pic>
      <p:sp>
        <p:nvSpPr>
          <p:cNvPr id="835" name="Google Shape;835;p71"/>
          <p:cNvSpPr txBox="1"/>
          <p:nvPr/>
        </p:nvSpPr>
        <p:spPr>
          <a:xfrm>
            <a:off x="395346" y="4045238"/>
            <a:ext cx="936900" cy="286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rgbClr val="222222"/>
                </a:solidFill>
                <a:latin typeface="Lexend"/>
                <a:ea typeface="Lexend"/>
                <a:cs typeface="Lexend"/>
                <a:sym typeface="Lexend"/>
              </a:rPr>
              <a:t>× 2 + 3</a:t>
            </a:r>
            <a:endParaRPr sz="1800">
              <a:solidFill>
                <a:srgbClr val="000000"/>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1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1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2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2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8"/>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81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2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2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2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2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1"/>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83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3"/>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832"/>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9" name="Shape 839"/>
        <p:cNvGrpSpPr/>
        <p:nvPr/>
      </p:nvGrpSpPr>
      <p:grpSpPr>
        <a:xfrm>
          <a:off x="0" y="0"/>
          <a:ext cx="0" cy="0"/>
          <a:chOff x="0" y="0"/>
          <a:chExt cx="0" cy="0"/>
        </a:xfrm>
      </p:grpSpPr>
      <p:sp>
        <p:nvSpPr>
          <p:cNvPr id="840" name="Google Shape;840;p7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term-to-term rules</a:t>
            </a:r>
            <a:endParaRPr/>
          </a:p>
        </p:txBody>
      </p:sp>
      <p:sp>
        <p:nvSpPr>
          <p:cNvPr id="841" name="Google Shape;841;p72"/>
          <p:cNvSpPr txBox="1"/>
          <p:nvPr>
            <p:ph idx="1" type="body"/>
          </p:nvPr>
        </p:nvSpPr>
        <p:spPr>
          <a:xfrm>
            <a:off x="324000" y="759300"/>
            <a:ext cx="8237700" cy="931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Which of the sequences below follow the </a:t>
            </a:r>
            <a:r>
              <a:rPr b="1" lang="en-GB" sz="2000"/>
              <a:t>term-to-term</a:t>
            </a:r>
            <a:r>
              <a:rPr lang="en-GB" sz="2000"/>
              <a:t> rule ‘double the previous term to get the next term’?</a:t>
            </a:r>
            <a:endParaRPr sz="2000"/>
          </a:p>
        </p:txBody>
      </p:sp>
      <p:sp>
        <p:nvSpPr>
          <p:cNvPr id="842" name="Google Shape;842;p72"/>
          <p:cNvSpPr txBox="1"/>
          <p:nvPr>
            <p:ph idx="1" type="body"/>
          </p:nvPr>
        </p:nvSpPr>
        <p:spPr>
          <a:xfrm>
            <a:off x="476400" y="2422000"/>
            <a:ext cx="1500600" cy="451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1, 2, 4, 8 </a:t>
            </a:r>
            <a:endParaRPr sz="2000"/>
          </a:p>
        </p:txBody>
      </p:sp>
      <p:sp>
        <p:nvSpPr>
          <p:cNvPr id="843" name="Google Shape;843;p72"/>
          <p:cNvSpPr txBox="1"/>
          <p:nvPr>
            <p:ph idx="1" type="body"/>
          </p:nvPr>
        </p:nvSpPr>
        <p:spPr>
          <a:xfrm>
            <a:off x="4537600" y="2422000"/>
            <a:ext cx="1500600" cy="451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3, 6, 9, 12 </a:t>
            </a:r>
            <a:endParaRPr sz="2000"/>
          </a:p>
        </p:txBody>
      </p:sp>
      <p:sp>
        <p:nvSpPr>
          <p:cNvPr id="844" name="Google Shape;844;p72"/>
          <p:cNvSpPr txBox="1"/>
          <p:nvPr>
            <p:ph idx="1" type="body"/>
          </p:nvPr>
        </p:nvSpPr>
        <p:spPr>
          <a:xfrm>
            <a:off x="2430800" y="2422000"/>
            <a:ext cx="1500600" cy="451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5, 10, 20, 40 </a:t>
            </a:r>
            <a:endParaRPr sz="2000"/>
          </a:p>
        </p:txBody>
      </p:sp>
      <p:sp>
        <p:nvSpPr>
          <p:cNvPr id="845" name="Google Shape;845;p72"/>
          <p:cNvSpPr txBox="1"/>
          <p:nvPr>
            <p:ph idx="1" type="body"/>
          </p:nvPr>
        </p:nvSpPr>
        <p:spPr>
          <a:xfrm>
            <a:off x="6644400" y="2422000"/>
            <a:ext cx="1843200" cy="451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solidFill>
                  <a:srgbClr val="222222"/>
                </a:solidFill>
              </a:rPr>
              <a:t>−</a:t>
            </a:r>
            <a:r>
              <a:rPr lang="en-GB" sz="2000"/>
              <a:t>10, </a:t>
            </a:r>
            <a:r>
              <a:rPr lang="en-GB" sz="2000">
                <a:solidFill>
                  <a:srgbClr val="222222"/>
                </a:solidFill>
              </a:rPr>
              <a:t>−5</a:t>
            </a:r>
            <a:r>
              <a:rPr lang="en-GB" sz="2000"/>
              <a:t>, 5, 10 </a:t>
            </a:r>
            <a:endParaRPr sz="2000"/>
          </a:p>
        </p:txBody>
      </p:sp>
      <p:sp>
        <p:nvSpPr>
          <p:cNvPr id="846" name="Google Shape;846;p72"/>
          <p:cNvSpPr txBox="1"/>
          <p:nvPr>
            <p:ph idx="1" type="body"/>
          </p:nvPr>
        </p:nvSpPr>
        <p:spPr>
          <a:xfrm>
            <a:off x="324000" y="3614296"/>
            <a:ext cx="2821800" cy="451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solidFill>
                  <a:srgbClr val="222222"/>
                </a:solidFill>
              </a:rPr>
              <a:t>−</a:t>
            </a:r>
            <a:r>
              <a:rPr lang="en-GB" sz="2000"/>
              <a:t>80, </a:t>
            </a:r>
            <a:r>
              <a:rPr lang="en-GB" sz="2000">
                <a:solidFill>
                  <a:srgbClr val="222222"/>
                </a:solidFill>
              </a:rPr>
              <a:t>−20</a:t>
            </a:r>
            <a:r>
              <a:rPr lang="en-GB" sz="2000"/>
              <a:t>, </a:t>
            </a:r>
            <a:r>
              <a:rPr lang="en-GB" sz="2000">
                <a:solidFill>
                  <a:srgbClr val="222222"/>
                </a:solidFill>
              </a:rPr>
              <a:t>−</a:t>
            </a:r>
            <a:r>
              <a:rPr lang="en-GB" sz="2000">
                <a:solidFill>
                  <a:srgbClr val="000000"/>
                </a:solidFill>
              </a:rPr>
              <a:t>10, </a:t>
            </a:r>
            <a:r>
              <a:rPr lang="en-GB" sz="2000">
                <a:solidFill>
                  <a:srgbClr val="222222"/>
                </a:solidFill>
              </a:rPr>
              <a:t>−5</a:t>
            </a:r>
            <a:r>
              <a:rPr lang="en-GB" sz="2000">
                <a:solidFill>
                  <a:srgbClr val="000000"/>
                </a:solidFill>
              </a:rPr>
              <a:t>,</a:t>
            </a:r>
            <a:endParaRPr sz="2000"/>
          </a:p>
        </p:txBody>
      </p:sp>
      <p:sp>
        <p:nvSpPr>
          <p:cNvPr id="847" name="Google Shape;847;p72"/>
          <p:cNvSpPr txBox="1"/>
          <p:nvPr>
            <p:ph idx="1" type="body"/>
          </p:nvPr>
        </p:nvSpPr>
        <p:spPr>
          <a:xfrm>
            <a:off x="3755533" y="3614296"/>
            <a:ext cx="2821800" cy="451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solidFill>
                  <a:srgbClr val="222222"/>
                </a:solidFill>
              </a:rPr>
              <a:t>11, 22, 33, 44</a:t>
            </a:r>
            <a:endParaRPr sz="2000"/>
          </a:p>
        </p:txBody>
      </p:sp>
      <p:pic>
        <p:nvPicPr>
          <p:cNvPr id="848" name="Google Shape;848;p72"/>
          <p:cNvPicPr preferRelativeResize="0"/>
          <p:nvPr/>
        </p:nvPicPr>
        <p:blipFill>
          <a:blip r:embed="rId3">
            <a:alphaModFix/>
          </a:blip>
          <a:stretch>
            <a:fillRect/>
          </a:stretch>
        </p:blipFill>
        <p:spPr>
          <a:xfrm>
            <a:off x="6653666" y="3468607"/>
            <a:ext cx="1461050" cy="533100"/>
          </a:xfrm>
          <a:prstGeom prst="rect">
            <a:avLst/>
          </a:prstGeom>
          <a:noFill/>
          <a:ln>
            <a:noFill/>
          </a:ln>
        </p:spPr>
      </p:pic>
      <p:sp>
        <p:nvSpPr>
          <p:cNvPr id="849" name="Google Shape;849;p72"/>
          <p:cNvSpPr/>
          <p:nvPr/>
        </p:nvSpPr>
        <p:spPr>
          <a:xfrm>
            <a:off x="422244" y="2375121"/>
            <a:ext cx="1085400" cy="432600"/>
          </a:xfrm>
          <a:prstGeom prst="roundRect">
            <a:avLst>
              <a:gd fmla="val 16667" name="adj"/>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50" name="Google Shape;850;p72"/>
          <p:cNvSpPr/>
          <p:nvPr/>
        </p:nvSpPr>
        <p:spPr>
          <a:xfrm>
            <a:off x="2383403" y="2355450"/>
            <a:ext cx="1548000" cy="432600"/>
          </a:xfrm>
          <a:prstGeom prst="roundRect">
            <a:avLst>
              <a:gd fmla="val 16667" name="adj"/>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51" name="Google Shape;851;p72"/>
          <p:cNvSpPr txBox="1"/>
          <p:nvPr>
            <p:ph idx="1" type="body"/>
          </p:nvPr>
        </p:nvSpPr>
        <p:spPr>
          <a:xfrm>
            <a:off x="4385200" y="2747200"/>
            <a:ext cx="2056200" cy="354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latin typeface="Kalam"/>
                <a:ea typeface="Kalam"/>
                <a:cs typeface="Kalam"/>
                <a:sym typeface="Kalam"/>
              </a:rPr>
              <a:t>term-to-term rule could be ‘add 3’</a:t>
            </a:r>
            <a:endParaRPr sz="2000">
              <a:latin typeface="Kalam"/>
              <a:ea typeface="Kalam"/>
              <a:cs typeface="Kalam"/>
              <a:sym typeface="Kalam"/>
            </a:endParaRPr>
          </a:p>
        </p:txBody>
      </p:sp>
      <p:sp>
        <p:nvSpPr>
          <p:cNvPr id="852" name="Google Shape;852;p72"/>
          <p:cNvSpPr txBox="1"/>
          <p:nvPr>
            <p:ph idx="1" type="body"/>
          </p:nvPr>
        </p:nvSpPr>
        <p:spPr>
          <a:xfrm>
            <a:off x="388525" y="4077900"/>
            <a:ext cx="2821800" cy="354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latin typeface="Kalam"/>
                <a:ea typeface="Kalam"/>
                <a:cs typeface="Kalam"/>
                <a:sym typeface="Kalam"/>
              </a:rPr>
              <a:t>term-to-term rule could be ‘halve previous term’</a:t>
            </a:r>
            <a:endParaRPr sz="2000">
              <a:latin typeface="Kalam"/>
              <a:ea typeface="Kalam"/>
              <a:cs typeface="Kalam"/>
              <a:sym typeface="Kalam"/>
            </a:endParaRPr>
          </a:p>
        </p:txBody>
      </p:sp>
      <p:sp>
        <p:nvSpPr>
          <p:cNvPr id="853" name="Google Shape;853;p72"/>
          <p:cNvSpPr txBox="1"/>
          <p:nvPr>
            <p:ph idx="1" type="body"/>
          </p:nvPr>
        </p:nvSpPr>
        <p:spPr>
          <a:xfrm>
            <a:off x="3458725" y="4077900"/>
            <a:ext cx="2151900" cy="354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latin typeface="Kalam"/>
                <a:ea typeface="Kalam"/>
                <a:cs typeface="Kalam"/>
                <a:sym typeface="Kalam"/>
              </a:rPr>
              <a:t>term-to-term rule could be ‘add 11’</a:t>
            </a:r>
            <a:endParaRPr sz="2000">
              <a:latin typeface="Kalam"/>
              <a:ea typeface="Kalam"/>
              <a:cs typeface="Kalam"/>
              <a:sym typeface="Kalam"/>
            </a:endParaRPr>
          </a:p>
        </p:txBody>
      </p:sp>
      <p:sp>
        <p:nvSpPr>
          <p:cNvPr id="854" name="Google Shape;854;p72"/>
          <p:cNvSpPr txBox="1"/>
          <p:nvPr>
            <p:ph idx="1" type="body"/>
          </p:nvPr>
        </p:nvSpPr>
        <p:spPr>
          <a:xfrm>
            <a:off x="5867600" y="4077900"/>
            <a:ext cx="2821800" cy="354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latin typeface="Kalam"/>
                <a:ea typeface="Kalam"/>
                <a:cs typeface="Kalam"/>
                <a:sym typeface="Kalam"/>
              </a:rPr>
              <a:t>term-to-term rule could be ‘halve previous term’</a:t>
            </a:r>
            <a:endParaRPr sz="2000">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4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4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4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4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4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4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8" name="Shape 858"/>
        <p:cNvGrpSpPr/>
        <p:nvPr/>
      </p:nvGrpSpPr>
      <p:grpSpPr>
        <a:xfrm>
          <a:off x="0" y="0"/>
          <a:ext cx="0" cy="0"/>
          <a:chOff x="0" y="0"/>
          <a:chExt cx="0" cy="0"/>
        </a:xfrm>
      </p:grpSpPr>
      <p:sp>
        <p:nvSpPr>
          <p:cNvPr id="859" name="Google Shape;859;p73"/>
          <p:cNvSpPr/>
          <p:nvPr/>
        </p:nvSpPr>
        <p:spPr>
          <a:xfrm>
            <a:off x="369850" y="3952525"/>
            <a:ext cx="4346400" cy="825000"/>
          </a:xfrm>
          <a:prstGeom prst="roundRect">
            <a:avLst>
              <a:gd fmla="val 16667" name="adj"/>
            </a:avLst>
          </a:prstGeom>
          <a:no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60" name="Google Shape;860;p73"/>
          <p:cNvSpPr/>
          <p:nvPr/>
        </p:nvSpPr>
        <p:spPr>
          <a:xfrm>
            <a:off x="369850" y="1139800"/>
            <a:ext cx="4346400" cy="825000"/>
          </a:xfrm>
          <a:prstGeom prst="roundRect">
            <a:avLst>
              <a:gd fmla="val 16667" name="adj"/>
            </a:avLst>
          </a:prstGeom>
          <a:no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61" name="Google Shape;861;p73"/>
          <p:cNvSpPr/>
          <p:nvPr/>
        </p:nvSpPr>
        <p:spPr>
          <a:xfrm>
            <a:off x="369850" y="3014950"/>
            <a:ext cx="4346400" cy="825000"/>
          </a:xfrm>
          <a:prstGeom prst="roundRect">
            <a:avLst>
              <a:gd fmla="val 16667" name="adj"/>
            </a:avLst>
          </a:prstGeom>
          <a:no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62" name="Google Shape;862;p73"/>
          <p:cNvSpPr/>
          <p:nvPr/>
        </p:nvSpPr>
        <p:spPr>
          <a:xfrm>
            <a:off x="369850" y="2077375"/>
            <a:ext cx="4346400" cy="825000"/>
          </a:xfrm>
          <a:prstGeom prst="roundRect">
            <a:avLst>
              <a:gd fmla="val 16667" name="adj"/>
            </a:avLst>
          </a:prstGeom>
          <a:no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63" name="Google Shape;863;p7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term-to-term rules</a:t>
            </a:r>
            <a:endParaRPr/>
          </a:p>
        </p:txBody>
      </p:sp>
      <p:sp>
        <p:nvSpPr>
          <p:cNvPr id="864" name="Google Shape;864;p73"/>
          <p:cNvSpPr txBox="1"/>
          <p:nvPr>
            <p:ph idx="1" type="body"/>
          </p:nvPr>
        </p:nvSpPr>
        <p:spPr>
          <a:xfrm>
            <a:off x="324000" y="759300"/>
            <a:ext cx="8237700" cy="451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Match the </a:t>
            </a:r>
            <a:r>
              <a:rPr b="1" lang="en-GB" sz="2000"/>
              <a:t>term-to-term</a:t>
            </a:r>
            <a:r>
              <a:rPr lang="en-GB" sz="2000"/>
              <a:t> rule with the sequence:</a:t>
            </a:r>
            <a:endParaRPr sz="2000"/>
          </a:p>
        </p:txBody>
      </p:sp>
      <p:sp>
        <p:nvSpPr>
          <p:cNvPr id="865" name="Google Shape;865;p73"/>
          <p:cNvSpPr txBox="1"/>
          <p:nvPr>
            <p:ph idx="1" type="body"/>
          </p:nvPr>
        </p:nvSpPr>
        <p:spPr>
          <a:xfrm>
            <a:off x="400200" y="1325800"/>
            <a:ext cx="4189200" cy="451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Multiply by 4 each time </a:t>
            </a:r>
            <a:endParaRPr sz="2000"/>
          </a:p>
        </p:txBody>
      </p:sp>
      <p:sp>
        <p:nvSpPr>
          <p:cNvPr id="866" name="Google Shape;866;p73"/>
          <p:cNvSpPr txBox="1"/>
          <p:nvPr>
            <p:ph idx="1" type="body"/>
          </p:nvPr>
        </p:nvSpPr>
        <p:spPr>
          <a:xfrm>
            <a:off x="6473250" y="4139125"/>
            <a:ext cx="2001000" cy="451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1, 4, 16, 64, … </a:t>
            </a:r>
            <a:endParaRPr sz="2000"/>
          </a:p>
        </p:txBody>
      </p:sp>
      <p:sp>
        <p:nvSpPr>
          <p:cNvPr id="867" name="Google Shape;867;p73"/>
          <p:cNvSpPr txBox="1"/>
          <p:nvPr>
            <p:ph idx="1" type="body"/>
          </p:nvPr>
        </p:nvSpPr>
        <p:spPr>
          <a:xfrm>
            <a:off x="6473250" y="1326400"/>
            <a:ext cx="1843200" cy="451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solidFill>
                  <a:srgbClr val="222222"/>
                </a:solidFill>
              </a:rPr>
              <a:t>1, 4, 13, 40, …</a:t>
            </a:r>
            <a:r>
              <a:rPr lang="en-GB" sz="2000"/>
              <a:t> </a:t>
            </a:r>
            <a:endParaRPr sz="2000"/>
          </a:p>
        </p:txBody>
      </p:sp>
      <p:sp>
        <p:nvSpPr>
          <p:cNvPr id="868" name="Google Shape;868;p73"/>
          <p:cNvSpPr txBox="1"/>
          <p:nvPr>
            <p:ph idx="1" type="body"/>
          </p:nvPr>
        </p:nvSpPr>
        <p:spPr>
          <a:xfrm>
            <a:off x="400200" y="2148775"/>
            <a:ext cx="4240500" cy="682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Multiply by 3 then add 1 to get the next term   </a:t>
            </a:r>
            <a:endParaRPr sz="2000"/>
          </a:p>
        </p:txBody>
      </p:sp>
      <p:sp>
        <p:nvSpPr>
          <p:cNvPr id="869" name="Google Shape;869;p73"/>
          <p:cNvSpPr txBox="1"/>
          <p:nvPr>
            <p:ph idx="1" type="body"/>
          </p:nvPr>
        </p:nvSpPr>
        <p:spPr>
          <a:xfrm>
            <a:off x="400200" y="3250200"/>
            <a:ext cx="4113000" cy="682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Add 3, add 5, add 7, add 9,...  </a:t>
            </a:r>
            <a:endParaRPr sz="2000"/>
          </a:p>
        </p:txBody>
      </p:sp>
      <p:sp>
        <p:nvSpPr>
          <p:cNvPr id="870" name="Google Shape;870;p73"/>
          <p:cNvSpPr txBox="1"/>
          <p:nvPr>
            <p:ph idx="1" type="body"/>
          </p:nvPr>
        </p:nvSpPr>
        <p:spPr>
          <a:xfrm>
            <a:off x="400200" y="4023925"/>
            <a:ext cx="4171800" cy="682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Multiply by 2 then add 2 to get the next term  </a:t>
            </a:r>
            <a:endParaRPr sz="2000"/>
          </a:p>
        </p:txBody>
      </p:sp>
      <p:sp>
        <p:nvSpPr>
          <p:cNvPr id="871" name="Google Shape;871;p73"/>
          <p:cNvSpPr txBox="1"/>
          <p:nvPr>
            <p:ph idx="1" type="body"/>
          </p:nvPr>
        </p:nvSpPr>
        <p:spPr>
          <a:xfrm>
            <a:off x="6473250" y="2263975"/>
            <a:ext cx="1843200" cy="451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solidFill>
                  <a:srgbClr val="222222"/>
                </a:solidFill>
              </a:rPr>
              <a:t>1, 4, 9, 16, …</a:t>
            </a:r>
            <a:r>
              <a:rPr lang="en-GB" sz="2000"/>
              <a:t> </a:t>
            </a:r>
            <a:endParaRPr sz="2000"/>
          </a:p>
        </p:txBody>
      </p:sp>
      <p:sp>
        <p:nvSpPr>
          <p:cNvPr id="872" name="Google Shape;872;p73"/>
          <p:cNvSpPr txBox="1"/>
          <p:nvPr>
            <p:ph idx="1" type="body"/>
          </p:nvPr>
        </p:nvSpPr>
        <p:spPr>
          <a:xfrm>
            <a:off x="6473250" y="3201550"/>
            <a:ext cx="1843200" cy="451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solidFill>
                  <a:srgbClr val="222222"/>
                </a:solidFill>
              </a:rPr>
              <a:t>1, 4, 10, 22, …</a:t>
            </a:r>
            <a:r>
              <a:rPr lang="en-GB" sz="2000"/>
              <a:t> </a:t>
            </a:r>
            <a:endParaRPr sz="2000"/>
          </a:p>
        </p:txBody>
      </p:sp>
      <p:cxnSp>
        <p:nvCxnSpPr>
          <p:cNvPr id="873" name="Google Shape;873;p73"/>
          <p:cNvCxnSpPr>
            <a:stCxn id="860" idx="3"/>
            <a:endCxn id="866" idx="1"/>
          </p:cNvCxnSpPr>
          <p:nvPr/>
        </p:nvCxnSpPr>
        <p:spPr>
          <a:xfrm>
            <a:off x="4716250" y="1552300"/>
            <a:ext cx="1757100" cy="2812800"/>
          </a:xfrm>
          <a:prstGeom prst="straightConnector1">
            <a:avLst/>
          </a:prstGeom>
          <a:noFill/>
          <a:ln cap="flat" cmpd="sng" w="38100">
            <a:solidFill>
              <a:schemeClr val="accent4"/>
            </a:solidFill>
            <a:prstDash val="solid"/>
            <a:round/>
            <a:headEnd len="med" w="med" type="none"/>
            <a:tailEnd len="med" w="med" type="none"/>
          </a:ln>
        </p:spPr>
      </p:cxnSp>
      <p:cxnSp>
        <p:nvCxnSpPr>
          <p:cNvPr id="874" name="Google Shape;874;p73"/>
          <p:cNvCxnSpPr>
            <a:stCxn id="862" idx="3"/>
            <a:endCxn id="867" idx="1"/>
          </p:cNvCxnSpPr>
          <p:nvPr/>
        </p:nvCxnSpPr>
        <p:spPr>
          <a:xfrm flipH="1" rot="10800000">
            <a:off x="4716250" y="1552375"/>
            <a:ext cx="1757100" cy="937500"/>
          </a:xfrm>
          <a:prstGeom prst="straightConnector1">
            <a:avLst/>
          </a:prstGeom>
          <a:noFill/>
          <a:ln cap="flat" cmpd="sng" w="38100">
            <a:solidFill>
              <a:schemeClr val="accent4"/>
            </a:solidFill>
            <a:prstDash val="solid"/>
            <a:round/>
            <a:headEnd len="med" w="med" type="none"/>
            <a:tailEnd len="med" w="med" type="none"/>
          </a:ln>
        </p:spPr>
      </p:cxnSp>
      <p:cxnSp>
        <p:nvCxnSpPr>
          <p:cNvPr id="875" name="Google Shape;875;p73"/>
          <p:cNvCxnSpPr>
            <a:stCxn id="861" idx="3"/>
            <a:endCxn id="871" idx="1"/>
          </p:cNvCxnSpPr>
          <p:nvPr/>
        </p:nvCxnSpPr>
        <p:spPr>
          <a:xfrm flipH="1" rot="10800000">
            <a:off x="4716250" y="2489950"/>
            <a:ext cx="1757100" cy="937500"/>
          </a:xfrm>
          <a:prstGeom prst="straightConnector1">
            <a:avLst/>
          </a:prstGeom>
          <a:noFill/>
          <a:ln cap="flat" cmpd="sng" w="38100">
            <a:solidFill>
              <a:schemeClr val="accent4"/>
            </a:solidFill>
            <a:prstDash val="solid"/>
            <a:round/>
            <a:headEnd len="med" w="med" type="none"/>
            <a:tailEnd len="med" w="med" type="none"/>
          </a:ln>
        </p:spPr>
      </p:cxnSp>
      <p:cxnSp>
        <p:nvCxnSpPr>
          <p:cNvPr id="876" name="Google Shape;876;p73"/>
          <p:cNvCxnSpPr>
            <a:stCxn id="859" idx="3"/>
            <a:endCxn id="872" idx="1"/>
          </p:cNvCxnSpPr>
          <p:nvPr/>
        </p:nvCxnSpPr>
        <p:spPr>
          <a:xfrm flipH="1" rot="10800000">
            <a:off x="4716250" y="3427525"/>
            <a:ext cx="1757100" cy="937500"/>
          </a:xfrm>
          <a:prstGeom prst="straightConnector1">
            <a:avLst/>
          </a:prstGeom>
          <a:noFill/>
          <a:ln cap="flat" cmpd="sng" w="38100">
            <a:solidFill>
              <a:schemeClr val="accent4"/>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0" name="Shape 880"/>
        <p:cNvGrpSpPr/>
        <p:nvPr/>
      </p:nvGrpSpPr>
      <p:grpSpPr>
        <a:xfrm>
          <a:off x="0" y="0"/>
          <a:ext cx="0" cy="0"/>
          <a:chOff x="0" y="0"/>
          <a:chExt cx="0" cy="0"/>
        </a:xfrm>
      </p:grpSpPr>
      <p:sp>
        <p:nvSpPr>
          <p:cNvPr id="881" name="Google Shape;881;p74"/>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term-to-term rules</a:t>
            </a:r>
            <a:endParaRPr/>
          </a:p>
        </p:txBody>
      </p:sp>
      <p:sp>
        <p:nvSpPr>
          <p:cNvPr id="882" name="Google Shape;882;p74"/>
          <p:cNvSpPr txBox="1"/>
          <p:nvPr>
            <p:ph idx="1" type="body"/>
          </p:nvPr>
        </p:nvSpPr>
        <p:spPr>
          <a:xfrm>
            <a:off x="324000" y="759300"/>
            <a:ext cx="8237700" cy="931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Andeep’s classmates are trying to guess his sequence. </a:t>
            </a:r>
            <a:endParaRPr sz="2000"/>
          </a:p>
        </p:txBody>
      </p:sp>
      <p:pic>
        <p:nvPicPr>
          <p:cNvPr id="883" name="Google Shape;883;p74"/>
          <p:cNvPicPr preferRelativeResize="0"/>
          <p:nvPr/>
        </p:nvPicPr>
        <p:blipFill>
          <a:blip r:embed="rId3">
            <a:alphaModFix/>
          </a:blip>
          <a:stretch>
            <a:fillRect/>
          </a:stretch>
        </p:blipFill>
        <p:spPr>
          <a:xfrm flipH="1">
            <a:off x="393187" y="1498349"/>
            <a:ext cx="788350" cy="1016564"/>
          </a:xfrm>
          <a:prstGeom prst="rect">
            <a:avLst/>
          </a:prstGeom>
          <a:noFill/>
          <a:ln>
            <a:noFill/>
          </a:ln>
        </p:spPr>
      </p:pic>
      <p:sp>
        <p:nvSpPr>
          <p:cNvPr id="884" name="Google Shape;884;p74"/>
          <p:cNvSpPr txBox="1"/>
          <p:nvPr/>
        </p:nvSpPr>
        <p:spPr>
          <a:xfrm>
            <a:off x="324000" y="2407050"/>
            <a:ext cx="1146600" cy="5859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Andeep</a:t>
            </a:r>
            <a:endParaRPr b="1" sz="1800">
              <a:latin typeface="Lexend"/>
              <a:ea typeface="Lexend"/>
              <a:cs typeface="Lexend"/>
              <a:sym typeface="Lexend"/>
            </a:endParaRPr>
          </a:p>
        </p:txBody>
      </p:sp>
      <p:grpSp>
        <p:nvGrpSpPr>
          <p:cNvPr id="885" name="Google Shape;885;p74"/>
          <p:cNvGrpSpPr/>
          <p:nvPr/>
        </p:nvGrpSpPr>
        <p:grpSpPr>
          <a:xfrm>
            <a:off x="1241663" y="1080000"/>
            <a:ext cx="2784487" cy="1316250"/>
            <a:chOff x="1902376" y="1608375"/>
            <a:chExt cx="2242299" cy="1316250"/>
          </a:xfrm>
        </p:grpSpPr>
        <p:pic>
          <p:nvPicPr>
            <p:cNvPr id="886" name="Google Shape;886;p74"/>
            <p:cNvPicPr preferRelativeResize="0"/>
            <p:nvPr/>
          </p:nvPicPr>
          <p:blipFill rotWithShape="1">
            <a:blip r:embed="rId4">
              <a:alphaModFix/>
            </a:blip>
            <a:srcRect b="0" l="0" r="69082" t="56280"/>
            <a:stretch/>
          </p:blipFill>
          <p:spPr>
            <a:xfrm flipH="1">
              <a:off x="1902376" y="1608375"/>
              <a:ext cx="2242299" cy="1316250"/>
            </a:xfrm>
            <a:prstGeom prst="rect">
              <a:avLst/>
            </a:prstGeom>
            <a:noFill/>
            <a:ln>
              <a:noFill/>
            </a:ln>
          </p:spPr>
        </p:pic>
        <p:sp>
          <p:nvSpPr>
            <p:cNvPr id="887" name="Google Shape;887;p74"/>
            <p:cNvSpPr txBox="1"/>
            <p:nvPr/>
          </p:nvSpPr>
          <p:spPr>
            <a:xfrm flipH="1">
              <a:off x="2185892" y="1862375"/>
              <a:ext cx="1955100" cy="7329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GB" sz="1800">
                  <a:latin typeface="Lexend"/>
                  <a:ea typeface="Lexend"/>
                  <a:cs typeface="Lexend"/>
                  <a:sym typeface="Lexend"/>
                </a:rPr>
                <a:t>The </a:t>
              </a:r>
              <a:r>
                <a:rPr b="1" lang="en-GB" sz="1800">
                  <a:latin typeface="Lexend"/>
                  <a:ea typeface="Lexend"/>
                  <a:cs typeface="Lexend"/>
                  <a:sym typeface="Lexend"/>
                </a:rPr>
                <a:t>term-to-term</a:t>
              </a:r>
              <a:r>
                <a:rPr lang="en-GB" sz="1800">
                  <a:latin typeface="Lexend"/>
                  <a:ea typeface="Lexend"/>
                  <a:cs typeface="Lexend"/>
                  <a:sym typeface="Lexend"/>
                </a:rPr>
                <a:t> rule is ‘</a:t>
              </a:r>
              <a:r>
                <a:rPr lang="en-GB" sz="1800">
                  <a:solidFill>
                    <a:srgbClr val="222222"/>
                  </a:solidFill>
                  <a:latin typeface="Lexend"/>
                  <a:ea typeface="Lexend"/>
                  <a:cs typeface="Lexend"/>
                  <a:sym typeface="Lexend"/>
                </a:rPr>
                <a:t>× 0.1’</a:t>
              </a:r>
              <a:r>
                <a:rPr lang="en-GB" sz="1800">
                  <a:latin typeface="Lexend"/>
                  <a:ea typeface="Lexend"/>
                  <a:cs typeface="Lexend"/>
                  <a:sym typeface="Lexend"/>
                </a:rPr>
                <a:t> </a:t>
              </a:r>
              <a:endParaRPr sz="1800">
                <a:solidFill>
                  <a:srgbClr val="000000"/>
                </a:solidFill>
                <a:latin typeface="Lexend"/>
                <a:ea typeface="Lexend"/>
                <a:cs typeface="Lexend"/>
                <a:sym typeface="Lexend"/>
              </a:endParaRPr>
            </a:p>
          </p:txBody>
        </p:sp>
      </p:grpSp>
      <p:sp>
        <p:nvSpPr>
          <p:cNvPr id="888" name="Google Shape;888;p74"/>
          <p:cNvSpPr txBox="1"/>
          <p:nvPr>
            <p:ph idx="1" type="body"/>
          </p:nvPr>
        </p:nvSpPr>
        <p:spPr>
          <a:xfrm>
            <a:off x="324000" y="2986725"/>
            <a:ext cx="3411600" cy="323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Are any of them correct? </a:t>
            </a:r>
            <a:endParaRPr sz="2000"/>
          </a:p>
        </p:txBody>
      </p:sp>
      <p:pic>
        <p:nvPicPr>
          <p:cNvPr id="889" name="Google Shape;889;p74"/>
          <p:cNvPicPr preferRelativeResize="0"/>
          <p:nvPr/>
        </p:nvPicPr>
        <p:blipFill>
          <a:blip r:embed="rId5">
            <a:alphaModFix/>
          </a:blip>
          <a:stretch>
            <a:fillRect/>
          </a:stretch>
        </p:blipFill>
        <p:spPr>
          <a:xfrm flipH="1">
            <a:off x="7672745" y="1378918"/>
            <a:ext cx="374400" cy="716936"/>
          </a:xfrm>
          <a:prstGeom prst="rect">
            <a:avLst/>
          </a:prstGeom>
          <a:noFill/>
          <a:ln>
            <a:noFill/>
          </a:ln>
        </p:spPr>
      </p:pic>
      <p:sp>
        <p:nvSpPr>
          <p:cNvPr id="890" name="Google Shape;890;p74"/>
          <p:cNvSpPr txBox="1"/>
          <p:nvPr/>
        </p:nvSpPr>
        <p:spPr>
          <a:xfrm flipH="1">
            <a:off x="7404550" y="2017048"/>
            <a:ext cx="910800" cy="3900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Aisha </a:t>
            </a:r>
            <a:endParaRPr sz="1800">
              <a:latin typeface="Lexend"/>
              <a:ea typeface="Lexend"/>
              <a:cs typeface="Lexend"/>
              <a:sym typeface="Lexend"/>
            </a:endParaRPr>
          </a:p>
        </p:txBody>
      </p:sp>
      <p:pic>
        <p:nvPicPr>
          <p:cNvPr id="891" name="Google Shape;891;p74"/>
          <p:cNvPicPr preferRelativeResize="0"/>
          <p:nvPr/>
        </p:nvPicPr>
        <p:blipFill>
          <a:blip r:embed="rId6">
            <a:alphaModFix/>
          </a:blip>
          <a:stretch>
            <a:fillRect/>
          </a:stretch>
        </p:blipFill>
        <p:spPr>
          <a:xfrm>
            <a:off x="7630904" y="2633887"/>
            <a:ext cx="458105" cy="565765"/>
          </a:xfrm>
          <a:prstGeom prst="rect">
            <a:avLst/>
          </a:prstGeom>
          <a:noFill/>
          <a:ln>
            <a:noFill/>
          </a:ln>
        </p:spPr>
      </p:pic>
      <p:sp>
        <p:nvSpPr>
          <p:cNvPr id="892" name="Google Shape;892;p74"/>
          <p:cNvSpPr txBox="1"/>
          <p:nvPr/>
        </p:nvSpPr>
        <p:spPr>
          <a:xfrm>
            <a:off x="7373703" y="3191026"/>
            <a:ext cx="1044000" cy="3693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Jacob</a:t>
            </a:r>
            <a:endParaRPr b="1" sz="1800">
              <a:latin typeface="Lexend"/>
              <a:ea typeface="Lexend"/>
              <a:cs typeface="Lexend"/>
              <a:sym typeface="Lexend"/>
            </a:endParaRPr>
          </a:p>
        </p:txBody>
      </p:sp>
      <p:sp>
        <p:nvSpPr>
          <p:cNvPr id="893" name="Google Shape;893;p74"/>
          <p:cNvSpPr txBox="1"/>
          <p:nvPr/>
        </p:nvSpPr>
        <p:spPr>
          <a:xfrm flipH="1">
            <a:off x="7440300" y="4441975"/>
            <a:ext cx="910800" cy="3363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Lucas</a:t>
            </a:r>
            <a:endParaRPr sz="1800">
              <a:latin typeface="Lexend"/>
              <a:ea typeface="Lexend"/>
              <a:cs typeface="Lexend"/>
              <a:sym typeface="Lexend"/>
            </a:endParaRPr>
          </a:p>
        </p:txBody>
      </p:sp>
      <p:pic>
        <p:nvPicPr>
          <p:cNvPr id="894" name="Google Shape;894;p74"/>
          <p:cNvPicPr preferRelativeResize="0"/>
          <p:nvPr/>
        </p:nvPicPr>
        <p:blipFill>
          <a:blip r:embed="rId7">
            <a:alphaModFix/>
          </a:blip>
          <a:stretch>
            <a:fillRect/>
          </a:stretch>
        </p:blipFill>
        <p:spPr>
          <a:xfrm flipH="1">
            <a:off x="7663389" y="3890100"/>
            <a:ext cx="464616" cy="513892"/>
          </a:xfrm>
          <a:prstGeom prst="rect">
            <a:avLst/>
          </a:prstGeom>
          <a:noFill/>
          <a:ln>
            <a:noFill/>
          </a:ln>
        </p:spPr>
      </p:pic>
      <p:grpSp>
        <p:nvGrpSpPr>
          <p:cNvPr id="895" name="Google Shape;895;p74"/>
          <p:cNvGrpSpPr/>
          <p:nvPr/>
        </p:nvGrpSpPr>
        <p:grpSpPr>
          <a:xfrm flipH="1">
            <a:off x="5487800" y="1044450"/>
            <a:ext cx="1994999" cy="931500"/>
            <a:chOff x="1807240" y="1612125"/>
            <a:chExt cx="1901629" cy="931500"/>
          </a:xfrm>
        </p:grpSpPr>
        <p:pic>
          <p:nvPicPr>
            <p:cNvPr id="896" name="Google Shape;896;p74"/>
            <p:cNvPicPr preferRelativeResize="0"/>
            <p:nvPr/>
          </p:nvPicPr>
          <p:blipFill rotWithShape="1">
            <a:blip r:embed="rId4">
              <a:alphaModFix/>
            </a:blip>
            <a:srcRect b="0" l="0" r="69082" t="56280"/>
            <a:stretch/>
          </p:blipFill>
          <p:spPr>
            <a:xfrm flipH="1">
              <a:off x="1807240" y="1612125"/>
              <a:ext cx="1901629" cy="931500"/>
            </a:xfrm>
            <a:prstGeom prst="rect">
              <a:avLst/>
            </a:prstGeom>
            <a:noFill/>
            <a:ln>
              <a:noFill/>
            </a:ln>
          </p:spPr>
        </p:pic>
        <p:sp>
          <p:nvSpPr>
            <p:cNvPr id="897" name="Google Shape;897;p74"/>
            <p:cNvSpPr txBox="1"/>
            <p:nvPr/>
          </p:nvSpPr>
          <p:spPr>
            <a:xfrm flipH="1">
              <a:off x="1881820" y="1818515"/>
              <a:ext cx="1658100" cy="5187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GB" sz="1800">
                  <a:latin typeface="Lexend"/>
                  <a:ea typeface="Lexend"/>
                  <a:cs typeface="Lexend"/>
                  <a:sym typeface="Lexend"/>
                </a:rPr>
                <a:t>500, 50, 5,…</a:t>
              </a:r>
              <a:endParaRPr sz="1800">
                <a:solidFill>
                  <a:srgbClr val="000000"/>
                </a:solidFill>
                <a:latin typeface="Lexend"/>
                <a:ea typeface="Lexend"/>
                <a:cs typeface="Lexend"/>
                <a:sym typeface="Lexend"/>
              </a:endParaRPr>
            </a:p>
          </p:txBody>
        </p:sp>
      </p:grpSp>
      <p:grpSp>
        <p:nvGrpSpPr>
          <p:cNvPr id="898" name="Google Shape;898;p74"/>
          <p:cNvGrpSpPr/>
          <p:nvPr/>
        </p:nvGrpSpPr>
        <p:grpSpPr>
          <a:xfrm flipH="1">
            <a:off x="5450338" y="2187451"/>
            <a:ext cx="2144205" cy="931500"/>
            <a:chOff x="1775237" y="1612125"/>
            <a:chExt cx="1933632" cy="931500"/>
          </a:xfrm>
        </p:grpSpPr>
        <p:pic>
          <p:nvPicPr>
            <p:cNvPr id="899" name="Google Shape;899;p74"/>
            <p:cNvPicPr preferRelativeResize="0"/>
            <p:nvPr/>
          </p:nvPicPr>
          <p:blipFill rotWithShape="1">
            <a:blip r:embed="rId4">
              <a:alphaModFix/>
            </a:blip>
            <a:srcRect b="0" l="0" r="69082" t="56280"/>
            <a:stretch/>
          </p:blipFill>
          <p:spPr>
            <a:xfrm flipH="1">
              <a:off x="1807240" y="1612125"/>
              <a:ext cx="1901629" cy="931500"/>
            </a:xfrm>
            <a:prstGeom prst="rect">
              <a:avLst/>
            </a:prstGeom>
            <a:noFill/>
            <a:ln>
              <a:noFill/>
            </a:ln>
          </p:spPr>
        </p:pic>
        <p:sp>
          <p:nvSpPr>
            <p:cNvPr id="900" name="Google Shape;900;p74"/>
            <p:cNvSpPr txBox="1"/>
            <p:nvPr/>
          </p:nvSpPr>
          <p:spPr>
            <a:xfrm flipH="1">
              <a:off x="1775237" y="1818513"/>
              <a:ext cx="1780200" cy="5187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GB" sz="1800">
                  <a:latin typeface="Lexend"/>
                  <a:ea typeface="Lexend"/>
                  <a:cs typeface="Lexend"/>
                  <a:sym typeface="Lexend"/>
                </a:rPr>
                <a:t>0.1, 0.01, 0.001,…</a:t>
              </a:r>
              <a:endParaRPr sz="1800">
                <a:solidFill>
                  <a:srgbClr val="000000"/>
                </a:solidFill>
                <a:latin typeface="Lexend"/>
                <a:ea typeface="Lexend"/>
                <a:cs typeface="Lexend"/>
                <a:sym typeface="Lexend"/>
              </a:endParaRPr>
            </a:p>
          </p:txBody>
        </p:sp>
      </p:grpSp>
      <p:grpSp>
        <p:nvGrpSpPr>
          <p:cNvPr id="901" name="Google Shape;901;p74"/>
          <p:cNvGrpSpPr/>
          <p:nvPr/>
        </p:nvGrpSpPr>
        <p:grpSpPr>
          <a:xfrm flipH="1">
            <a:off x="5507200" y="3439700"/>
            <a:ext cx="1994999" cy="931500"/>
            <a:chOff x="1807240" y="1612125"/>
            <a:chExt cx="1901629" cy="931500"/>
          </a:xfrm>
        </p:grpSpPr>
        <p:pic>
          <p:nvPicPr>
            <p:cNvPr id="902" name="Google Shape;902;p74"/>
            <p:cNvPicPr preferRelativeResize="0"/>
            <p:nvPr/>
          </p:nvPicPr>
          <p:blipFill rotWithShape="1">
            <a:blip r:embed="rId4">
              <a:alphaModFix/>
            </a:blip>
            <a:srcRect b="0" l="0" r="69082" t="56280"/>
            <a:stretch/>
          </p:blipFill>
          <p:spPr>
            <a:xfrm flipH="1">
              <a:off x="1807240" y="1612125"/>
              <a:ext cx="1901629" cy="931500"/>
            </a:xfrm>
            <a:prstGeom prst="rect">
              <a:avLst/>
            </a:prstGeom>
            <a:noFill/>
            <a:ln>
              <a:noFill/>
            </a:ln>
          </p:spPr>
        </p:pic>
        <p:sp>
          <p:nvSpPr>
            <p:cNvPr id="903" name="Google Shape;903;p74"/>
            <p:cNvSpPr txBox="1"/>
            <p:nvPr/>
          </p:nvSpPr>
          <p:spPr>
            <a:xfrm flipH="1">
              <a:off x="1912084" y="1804815"/>
              <a:ext cx="1658100" cy="5187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GB" sz="1800">
                  <a:latin typeface="Lexend"/>
                  <a:ea typeface="Lexend"/>
                  <a:cs typeface="Lexend"/>
                  <a:sym typeface="Lexend"/>
                </a:rPr>
                <a:t>82, 8.2, 0.82,…</a:t>
              </a:r>
              <a:endParaRPr sz="1800">
                <a:solidFill>
                  <a:srgbClr val="000000"/>
                </a:solidFill>
                <a:latin typeface="Lexend"/>
                <a:ea typeface="Lexend"/>
                <a:cs typeface="Lexend"/>
                <a:sym typeface="Lexend"/>
              </a:endParaRPr>
            </a:p>
          </p:txBody>
        </p:sp>
      </p:grpSp>
      <p:sp>
        <p:nvSpPr>
          <p:cNvPr id="904" name="Google Shape;904;p74"/>
          <p:cNvSpPr txBox="1"/>
          <p:nvPr>
            <p:ph idx="1" type="body"/>
          </p:nvPr>
        </p:nvSpPr>
        <p:spPr>
          <a:xfrm>
            <a:off x="324000" y="3399775"/>
            <a:ext cx="4654500" cy="854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All these sequences have a </a:t>
            </a:r>
            <a:r>
              <a:rPr b="1" lang="en-GB" sz="2000">
                <a:latin typeface="Kalam"/>
                <a:ea typeface="Kalam"/>
                <a:cs typeface="Kalam"/>
                <a:sym typeface="Kalam"/>
              </a:rPr>
              <a:t>term-to-term</a:t>
            </a:r>
            <a:r>
              <a:rPr lang="en-GB" sz="2000">
                <a:latin typeface="Kalam"/>
                <a:ea typeface="Kalam"/>
                <a:cs typeface="Kalam"/>
                <a:sym typeface="Kalam"/>
              </a:rPr>
              <a:t> rule of ‘</a:t>
            </a:r>
            <a:r>
              <a:rPr lang="en-GB" sz="2000">
                <a:solidFill>
                  <a:srgbClr val="222222"/>
                </a:solidFill>
                <a:latin typeface="Kalam"/>
                <a:ea typeface="Kalam"/>
                <a:cs typeface="Kalam"/>
                <a:sym typeface="Kalam"/>
              </a:rPr>
              <a:t>× 0.1’</a:t>
            </a:r>
            <a:r>
              <a:rPr lang="en-GB" sz="1800"/>
              <a:t> </a:t>
            </a:r>
            <a:r>
              <a:rPr lang="en-GB" sz="2000"/>
              <a:t> </a:t>
            </a:r>
            <a:endParaRPr sz="2000"/>
          </a:p>
        </p:txBody>
      </p:sp>
      <p:sp>
        <p:nvSpPr>
          <p:cNvPr id="905" name="Google Shape;905;p74"/>
          <p:cNvSpPr txBox="1"/>
          <p:nvPr>
            <p:ph idx="1" type="body"/>
          </p:nvPr>
        </p:nvSpPr>
        <p:spPr>
          <a:xfrm>
            <a:off x="324000" y="4142025"/>
            <a:ext cx="4827300" cy="854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Without more information there's no way of knowing if they are Andeep’s sequence. </a:t>
            </a:r>
            <a:endParaRPr sz="2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8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9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9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9" name="Shape 909"/>
        <p:cNvGrpSpPr/>
        <p:nvPr/>
      </p:nvGrpSpPr>
      <p:grpSpPr>
        <a:xfrm>
          <a:off x="0" y="0"/>
          <a:ext cx="0" cy="0"/>
          <a:chOff x="0" y="0"/>
          <a:chExt cx="0" cy="0"/>
        </a:xfrm>
      </p:grpSpPr>
      <p:sp>
        <p:nvSpPr>
          <p:cNvPr id="910" name="Google Shape;910;p75"/>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term-to-term rules</a:t>
            </a:r>
            <a:endParaRPr/>
          </a:p>
        </p:txBody>
      </p:sp>
      <p:sp>
        <p:nvSpPr>
          <p:cNvPr id="911" name="Google Shape;911;p75"/>
          <p:cNvSpPr txBox="1"/>
          <p:nvPr>
            <p:ph idx="1" type="body"/>
          </p:nvPr>
        </p:nvSpPr>
        <p:spPr>
          <a:xfrm>
            <a:off x="324000" y="759300"/>
            <a:ext cx="8237700" cy="931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Andeep has added some extra information. </a:t>
            </a:r>
            <a:endParaRPr sz="2000"/>
          </a:p>
        </p:txBody>
      </p:sp>
      <p:pic>
        <p:nvPicPr>
          <p:cNvPr id="912" name="Google Shape;912;p75"/>
          <p:cNvPicPr preferRelativeResize="0"/>
          <p:nvPr/>
        </p:nvPicPr>
        <p:blipFill>
          <a:blip r:embed="rId3">
            <a:alphaModFix/>
          </a:blip>
          <a:stretch>
            <a:fillRect/>
          </a:stretch>
        </p:blipFill>
        <p:spPr>
          <a:xfrm flipH="1">
            <a:off x="393187" y="1498349"/>
            <a:ext cx="788350" cy="1016564"/>
          </a:xfrm>
          <a:prstGeom prst="rect">
            <a:avLst/>
          </a:prstGeom>
          <a:noFill/>
          <a:ln>
            <a:noFill/>
          </a:ln>
        </p:spPr>
      </p:pic>
      <p:sp>
        <p:nvSpPr>
          <p:cNvPr id="913" name="Google Shape;913;p75"/>
          <p:cNvSpPr txBox="1"/>
          <p:nvPr/>
        </p:nvSpPr>
        <p:spPr>
          <a:xfrm>
            <a:off x="324000" y="2407050"/>
            <a:ext cx="1146600" cy="5859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Andeep</a:t>
            </a:r>
            <a:endParaRPr b="1" sz="1800">
              <a:latin typeface="Lexend"/>
              <a:ea typeface="Lexend"/>
              <a:cs typeface="Lexend"/>
              <a:sym typeface="Lexend"/>
            </a:endParaRPr>
          </a:p>
        </p:txBody>
      </p:sp>
      <p:grpSp>
        <p:nvGrpSpPr>
          <p:cNvPr id="914" name="Google Shape;914;p75"/>
          <p:cNvGrpSpPr/>
          <p:nvPr/>
        </p:nvGrpSpPr>
        <p:grpSpPr>
          <a:xfrm>
            <a:off x="1241673" y="1079938"/>
            <a:ext cx="3028673" cy="1672591"/>
            <a:chOff x="1902385" y="1608375"/>
            <a:chExt cx="2242299" cy="1553875"/>
          </a:xfrm>
        </p:grpSpPr>
        <p:pic>
          <p:nvPicPr>
            <p:cNvPr id="915" name="Google Shape;915;p75"/>
            <p:cNvPicPr preferRelativeResize="0"/>
            <p:nvPr/>
          </p:nvPicPr>
          <p:blipFill rotWithShape="1">
            <a:blip r:embed="rId4">
              <a:alphaModFix/>
            </a:blip>
            <a:srcRect b="0" l="0" r="69082" t="56280"/>
            <a:stretch/>
          </p:blipFill>
          <p:spPr>
            <a:xfrm flipH="1">
              <a:off x="1902385" y="1608375"/>
              <a:ext cx="2242299" cy="1553875"/>
            </a:xfrm>
            <a:prstGeom prst="rect">
              <a:avLst/>
            </a:prstGeom>
            <a:noFill/>
            <a:ln>
              <a:noFill/>
            </a:ln>
          </p:spPr>
        </p:pic>
        <p:sp>
          <p:nvSpPr>
            <p:cNvPr id="916" name="Google Shape;916;p75"/>
            <p:cNvSpPr txBox="1"/>
            <p:nvPr/>
          </p:nvSpPr>
          <p:spPr>
            <a:xfrm flipH="1">
              <a:off x="2077632" y="1821383"/>
              <a:ext cx="1891800" cy="10548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GB" sz="1800">
                  <a:latin typeface="Lexend"/>
                  <a:ea typeface="Lexend"/>
                  <a:cs typeface="Lexend"/>
                  <a:sym typeface="Lexend"/>
                </a:rPr>
                <a:t>The </a:t>
              </a:r>
              <a:r>
                <a:rPr b="1" lang="en-GB" sz="1800">
                  <a:latin typeface="Lexend"/>
                  <a:ea typeface="Lexend"/>
                  <a:cs typeface="Lexend"/>
                  <a:sym typeface="Lexend"/>
                </a:rPr>
                <a:t>term-to-term</a:t>
              </a:r>
              <a:r>
                <a:rPr lang="en-GB" sz="1800">
                  <a:latin typeface="Lexend"/>
                  <a:ea typeface="Lexend"/>
                  <a:cs typeface="Lexend"/>
                  <a:sym typeface="Lexend"/>
                </a:rPr>
                <a:t> rule is ‘</a:t>
              </a:r>
              <a:r>
                <a:rPr lang="en-GB" sz="1800">
                  <a:solidFill>
                    <a:srgbClr val="222222"/>
                  </a:solidFill>
                  <a:latin typeface="Lexend"/>
                  <a:ea typeface="Lexend"/>
                  <a:cs typeface="Lexend"/>
                  <a:sym typeface="Lexend"/>
                </a:rPr>
                <a:t>× 0.1’</a:t>
              </a:r>
              <a:r>
                <a:rPr lang="en-GB" sz="1800">
                  <a:latin typeface="Lexend"/>
                  <a:ea typeface="Lexend"/>
                  <a:cs typeface="Lexend"/>
                  <a:sym typeface="Lexend"/>
                </a:rPr>
                <a:t> </a:t>
              </a:r>
              <a:endParaRPr sz="1800">
                <a:latin typeface="Lexend"/>
                <a:ea typeface="Lexend"/>
                <a:cs typeface="Lexend"/>
                <a:sym typeface="Lexend"/>
              </a:endParaRPr>
            </a:p>
            <a:p>
              <a:pPr indent="0" lvl="0" marL="0" rtl="0" algn="l">
                <a:lnSpc>
                  <a:spcPct val="115000"/>
                </a:lnSpc>
                <a:spcBef>
                  <a:spcPts val="0"/>
                </a:spcBef>
                <a:spcAft>
                  <a:spcPts val="0"/>
                </a:spcAft>
                <a:buNone/>
              </a:pPr>
              <a:r>
                <a:rPr lang="en-GB" sz="1800">
                  <a:latin typeface="Lexend"/>
                  <a:ea typeface="Lexend"/>
                  <a:cs typeface="Lexend"/>
                  <a:sym typeface="Lexend"/>
                </a:rPr>
                <a:t>My sequence has the number 4 as a term.</a:t>
              </a:r>
              <a:endParaRPr sz="1800">
                <a:solidFill>
                  <a:srgbClr val="000000"/>
                </a:solidFill>
                <a:latin typeface="Lexend"/>
                <a:ea typeface="Lexend"/>
                <a:cs typeface="Lexend"/>
                <a:sym typeface="Lexend"/>
              </a:endParaRPr>
            </a:p>
          </p:txBody>
        </p:sp>
      </p:grpSp>
      <p:sp>
        <p:nvSpPr>
          <p:cNvPr id="917" name="Google Shape;917;p75"/>
          <p:cNvSpPr txBox="1"/>
          <p:nvPr>
            <p:ph idx="1" type="body"/>
          </p:nvPr>
        </p:nvSpPr>
        <p:spPr>
          <a:xfrm>
            <a:off x="324000" y="2986725"/>
            <a:ext cx="5126400" cy="717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Do all of the sequences match the information given</a:t>
            </a:r>
            <a:r>
              <a:rPr lang="en-GB" sz="2000"/>
              <a:t>? </a:t>
            </a:r>
            <a:endParaRPr sz="2000"/>
          </a:p>
        </p:txBody>
      </p:sp>
      <p:pic>
        <p:nvPicPr>
          <p:cNvPr id="918" name="Google Shape;918;p75"/>
          <p:cNvPicPr preferRelativeResize="0"/>
          <p:nvPr/>
        </p:nvPicPr>
        <p:blipFill>
          <a:blip r:embed="rId5">
            <a:alphaModFix/>
          </a:blip>
          <a:stretch>
            <a:fillRect/>
          </a:stretch>
        </p:blipFill>
        <p:spPr>
          <a:xfrm flipH="1">
            <a:off x="7672745" y="1378918"/>
            <a:ext cx="374400" cy="716936"/>
          </a:xfrm>
          <a:prstGeom prst="rect">
            <a:avLst/>
          </a:prstGeom>
          <a:noFill/>
          <a:ln>
            <a:noFill/>
          </a:ln>
        </p:spPr>
      </p:pic>
      <p:sp>
        <p:nvSpPr>
          <p:cNvPr id="919" name="Google Shape;919;p75"/>
          <p:cNvSpPr txBox="1"/>
          <p:nvPr/>
        </p:nvSpPr>
        <p:spPr>
          <a:xfrm flipH="1">
            <a:off x="7404550" y="2017048"/>
            <a:ext cx="910800" cy="3900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Aisha </a:t>
            </a:r>
            <a:endParaRPr sz="1800">
              <a:latin typeface="Lexend"/>
              <a:ea typeface="Lexend"/>
              <a:cs typeface="Lexend"/>
              <a:sym typeface="Lexend"/>
            </a:endParaRPr>
          </a:p>
        </p:txBody>
      </p:sp>
      <p:pic>
        <p:nvPicPr>
          <p:cNvPr id="920" name="Google Shape;920;p75"/>
          <p:cNvPicPr preferRelativeResize="0"/>
          <p:nvPr/>
        </p:nvPicPr>
        <p:blipFill>
          <a:blip r:embed="rId6">
            <a:alphaModFix/>
          </a:blip>
          <a:stretch>
            <a:fillRect/>
          </a:stretch>
        </p:blipFill>
        <p:spPr>
          <a:xfrm>
            <a:off x="7630904" y="2633887"/>
            <a:ext cx="458105" cy="565765"/>
          </a:xfrm>
          <a:prstGeom prst="rect">
            <a:avLst/>
          </a:prstGeom>
          <a:noFill/>
          <a:ln>
            <a:noFill/>
          </a:ln>
        </p:spPr>
      </p:pic>
      <p:sp>
        <p:nvSpPr>
          <p:cNvPr id="921" name="Google Shape;921;p75"/>
          <p:cNvSpPr txBox="1"/>
          <p:nvPr/>
        </p:nvSpPr>
        <p:spPr>
          <a:xfrm>
            <a:off x="7373703" y="3191026"/>
            <a:ext cx="1044000" cy="3693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Jacob</a:t>
            </a:r>
            <a:endParaRPr b="1" sz="1800">
              <a:latin typeface="Lexend"/>
              <a:ea typeface="Lexend"/>
              <a:cs typeface="Lexend"/>
              <a:sym typeface="Lexend"/>
            </a:endParaRPr>
          </a:p>
        </p:txBody>
      </p:sp>
      <p:sp>
        <p:nvSpPr>
          <p:cNvPr id="922" name="Google Shape;922;p75"/>
          <p:cNvSpPr txBox="1"/>
          <p:nvPr/>
        </p:nvSpPr>
        <p:spPr>
          <a:xfrm flipH="1">
            <a:off x="7440300" y="4441975"/>
            <a:ext cx="910800" cy="3363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Lucas</a:t>
            </a:r>
            <a:endParaRPr sz="1800">
              <a:latin typeface="Lexend"/>
              <a:ea typeface="Lexend"/>
              <a:cs typeface="Lexend"/>
              <a:sym typeface="Lexend"/>
            </a:endParaRPr>
          </a:p>
        </p:txBody>
      </p:sp>
      <p:pic>
        <p:nvPicPr>
          <p:cNvPr id="923" name="Google Shape;923;p75"/>
          <p:cNvPicPr preferRelativeResize="0"/>
          <p:nvPr/>
        </p:nvPicPr>
        <p:blipFill>
          <a:blip r:embed="rId7">
            <a:alphaModFix/>
          </a:blip>
          <a:stretch>
            <a:fillRect/>
          </a:stretch>
        </p:blipFill>
        <p:spPr>
          <a:xfrm flipH="1">
            <a:off x="7663389" y="3890100"/>
            <a:ext cx="464616" cy="513892"/>
          </a:xfrm>
          <a:prstGeom prst="rect">
            <a:avLst/>
          </a:prstGeom>
          <a:noFill/>
          <a:ln>
            <a:noFill/>
          </a:ln>
        </p:spPr>
      </p:pic>
      <p:grpSp>
        <p:nvGrpSpPr>
          <p:cNvPr id="924" name="Google Shape;924;p75"/>
          <p:cNvGrpSpPr/>
          <p:nvPr/>
        </p:nvGrpSpPr>
        <p:grpSpPr>
          <a:xfrm flipH="1">
            <a:off x="5564000" y="1044450"/>
            <a:ext cx="1994999" cy="931500"/>
            <a:chOff x="1807240" y="1612125"/>
            <a:chExt cx="1901629" cy="931500"/>
          </a:xfrm>
        </p:grpSpPr>
        <p:pic>
          <p:nvPicPr>
            <p:cNvPr id="925" name="Google Shape;925;p75"/>
            <p:cNvPicPr preferRelativeResize="0"/>
            <p:nvPr/>
          </p:nvPicPr>
          <p:blipFill rotWithShape="1">
            <a:blip r:embed="rId4">
              <a:alphaModFix/>
            </a:blip>
            <a:srcRect b="0" l="0" r="69082" t="56280"/>
            <a:stretch/>
          </p:blipFill>
          <p:spPr>
            <a:xfrm flipH="1">
              <a:off x="1807240" y="1612125"/>
              <a:ext cx="1901629" cy="931500"/>
            </a:xfrm>
            <a:prstGeom prst="rect">
              <a:avLst/>
            </a:prstGeom>
            <a:noFill/>
            <a:ln>
              <a:noFill/>
            </a:ln>
          </p:spPr>
        </p:pic>
        <p:sp>
          <p:nvSpPr>
            <p:cNvPr id="926" name="Google Shape;926;p75"/>
            <p:cNvSpPr txBox="1"/>
            <p:nvPr/>
          </p:nvSpPr>
          <p:spPr>
            <a:xfrm flipH="1">
              <a:off x="1929004" y="1763815"/>
              <a:ext cx="1658100" cy="5187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GB" sz="1800">
                  <a:latin typeface="Lexend"/>
                  <a:ea typeface="Lexend"/>
                  <a:cs typeface="Lexend"/>
                  <a:sym typeface="Lexend"/>
                </a:rPr>
                <a:t>400, 40, 4,…</a:t>
              </a:r>
              <a:endParaRPr sz="1800">
                <a:solidFill>
                  <a:srgbClr val="000000"/>
                </a:solidFill>
                <a:latin typeface="Lexend"/>
                <a:ea typeface="Lexend"/>
                <a:cs typeface="Lexend"/>
                <a:sym typeface="Lexend"/>
              </a:endParaRPr>
            </a:p>
          </p:txBody>
        </p:sp>
      </p:grpSp>
      <p:grpSp>
        <p:nvGrpSpPr>
          <p:cNvPr id="927" name="Google Shape;927;p75"/>
          <p:cNvGrpSpPr/>
          <p:nvPr/>
        </p:nvGrpSpPr>
        <p:grpSpPr>
          <a:xfrm flipH="1">
            <a:off x="5450338" y="2187451"/>
            <a:ext cx="2108717" cy="931500"/>
            <a:chOff x="1807240" y="1612125"/>
            <a:chExt cx="1901629" cy="931500"/>
          </a:xfrm>
        </p:grpSpPr>
        <p:pic>
          <p:nvPicPr>
            <p:cNvPr id="928" name="Google Shape;928;p75"/>
            <p:cNvPicPr preferRelativeResize="0"/>
            <p:nvPr/>
          </p:nvPicPr>
          <p:blipFill rotWithShape="1">
            <a:blip r:embed="rId4">
              <a:alphaModFix/>
            </a:blip>
            <a:srcRect b="0" l="0" r="69082" t="56280"/>
            <a:stretch/>
          </p:blipFill>
          <p:spPr>
            <a:xfrm flipH="1">
              <a:off x="1807240" y="1612125"/>
              <a:ext cx="1901629" cy="931500"/>
            </a:xfrm>
            <a:prstGeom prst="rect">
              <a:avLst/>
            </a:prstGeom>
            <a:noFill/>
            <a:ln>
              <a:noFill/>
            </a:ln>
          </p:spPr>
        </p:pic>
        <p:sp>
          <p:nvSpPr>
            <p:cNvPr id="929" name="Google Shape;929;p75"/>
            <p:cNvSpPr txBox="1"/>
            <p:nvPr/>
          </p:nvSpPr>
          <p:spPr>
            <a:xfrm flipH="1">
              <a:off x="1839580" y="1818513"/>
              <a:ext cx="1780200" cy="5187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GB" sz="1800">
                  <a:latin typeface="Lexend"/>
                  <a:ea typeface="Lexend"/>
                  <a:cs typeface="Lexend"/>
                  <a:sym typeface="Lexend"/>
                </a:rPr>
                <a:t>4, 0.4, 0.04,…</a:t>
              </a:r>
              <a:endParaRPr sz="1800">
                <a:solidFill>
                  <a:srgbClr val="000000"/>
                </a:solidFill>
                <a:latin typeface="Lexend"/>
                <a:ea typeface="Lexend"/>
                <a:cs typeface="Lexend"/>
                <a:sym typeface="Lexend"/>
              </a:endParaRPr>
            </a:p>
          </p:txBody>
        </p:sp>
      </p:grpSp>
      <p:grpSp>
        <p:nvGrpSpPr>
          <p:cNvPr id="930" name="Google Shape;930;p75"/>
          <p:cNvGrpSpPr/>
          <p:nvPr/>
        </p:nvGrpSpPr>
        <p:grpSpPr>
          <a:xfrm flipH="1">
            <a:off x="5507200" y="3439700"/>
            <a:ext cx="1994999" cy="931500"/>
            <a:chOff x="1807240" y="1612125"/>
            <a:chExt cx="1901629" cy="931500"/>
          </a:xfrm>
        </p:grpSpPr>
        <p:pic>
          <p:nvPicPr>
            <p:cNvPr id="931" name="Google Shape;931;p75"/>
            <p:cNvPicPr preferRelativeResize="0"/>
            <p:nvPr/>
          </p:nvPicPr>
          <p:blipFill rotWithShape="1">
            <a:blip r:embed="rId4">
              <a:alphaModFix/>
            </a:blip>
            <a:srcRect b="0" l="0" r="69082" t="56280"/>
            <a:stretch/>
          </p:blipFill>
          <p:spPr>
            <a:xfrm flipH="1">
              <a:off x="1807240" y="1612125"/>
              <a:ext cx="1901629" cy="931500"/>
            </a:xfrm>
            <a:prstGeom prst="rect">
              <a:avLst/>
            </a:prstGeom>
            <a:noFill/>
            <a:ln>
              <a:noFill/>
            </a:ln>
          </p:spPr>
        </p:pic>
        <p:sp>
          <p:nvSpPr>
            <p:cNvPr id="932" name="Google Shape;932;p75"/>
            <p:cNvSpPr txBox="1"/>
            <p:nvPr/>
          </p:nvSpPr>
          <p:spPr>
            <a:xfrm flipH="1">
              <a:off x="1929004" y="1763815"/>
              <a:ext cx="1658100" cy="5187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GB" sz="1800">
                  <a:latin typeface="Lexend"/>
                  <a:ea typeface="Lexend"/>
                  <a:cs typeface="Lexend"/>
                  <a:sym typeface="Lexend"/>
                </a:rPr>
                <a:t>4000, 400, 40,…</a:t>
              </a:r>
              <a:endParaRPr sz="1800">
                <a:solidFill>
                  <a:srgbClr val="000000"/>
                </a:solidFill>
                <a:latin typeface="Lexend"/>
                <a:ea typeface="Lexend"/>
                <a:cs typeface="Lexend"/>
                <a:sym typeface="Lexend"/>
              </a:endParaRPr>
            </a:p>
          </p:txBody>
        </p:sp>
      </p:grpSp>
      <p:sp>
        <p:nvSpPr>
          <p:cNvPr id="933" name="Google Shape;933;p75"/>
          <p:cNvSpPr txBox="1"/>
          <p:nvPr>
            <p:ph idx="1" type="body"/>
          </p:nvPr>
        </p:nvSpPr>
        <p:spPr>
          <a:xfrm>
            <a:off x="324000" y="3709200"/>
            <a:ext cx="4500000" cy="854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They are all correct. Lucas’ sequence will have the number 4 in it if he writes out more terms. </a:t>
            </a:r>
            <a:r>
              <a:rPr lang="en-GB" sz="1800"/>
              <a:t> </a:t>
            </a:r>
            <a:r>
              <a:rPr lang="en-GB" sz="2000"/>
              <a:t> </a:t>
            </a:r>
            <a:endParaRPr sz="2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1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1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1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2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2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2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2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7" name="Shape 937"/>
        <p:cNvGrpSpPr/>
        <p:nvPr/>
      </p:nvGrpSpPr>
      <p:grpSpPr>
        <a:xfrm>
          <a:off x="0" y="0"/>
          <a:ext cx="0" cy="0"/>
          <a:chOff x="0" y="0"/>
          <a:chExt cx="0" cy="0"/>
        </a:xfrm>
      </p:grpSpPr>
      <p:sp>
        <p:nvSpPr>
          <p:cNvPr id="938" name="Google Shape;938;p76"/>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term-to-term rules</a:t>
            </a:r>
            <a:endParaRPr/>
          </a:p>
        </p:txBody>
      </p:sp>
      <p:sp>
        <p:nvSpPr>
          <p:cNvPr id="939" name="Google Shape;939;p76"/>
          <p:cNvSpPr txBox="1"/>
          <p:nvPr>
            <p:ph idx="1" type="body"/>
          </p:nvPr>
        </p:nvSpPr>
        <p:spPr>
          <a:xfrm>
            <a:off x="324000" y="759300"/>
            <a:ext cx="8237700" cy="931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Andeep rephrases his statement. </a:t>
            </a:r>
            <a:endParaRPr sz="2000"/>
          </a:p>
        </p:txBody>
      </p:sp>
      <p:pic>
        <p:nvPicPr>
          <p:cNvPr id="940" name="Google Shape;940;p76"/>
          <p:cNvPicPr preferRelativeResize="0"/>
          <p:nvPr/>
        </p:nvPicPr>
        <p:blipFill>
          <a:blip r:embed="rId3">
            <a:alphaModFix/>
          </a:blip>
          <a:stretch>
            <a:fillRect/>
          </a:stretch>
        </p:blipFill>
        <p:spPr>
          <a:xfrm flipH="1">
            <a:off x="393187" y="1498349"/>
            <a:ext cx="788350" cy="1016564"/>
          </a:xfrm>
          <a:prstGeom prst="rect">
            <a:avLst/>
          </a:prstGeom>
          <a:noFill/>
          <a:ln>
            <a:noFill/>
          </a:ln>
        </p:spPr>
      </p:pic>
      <p:sp>
        <p:nvSpPr>
          <p:cNvPr id="941" name="Google Shape;941;p76"/>
          <p:cNvSpPr txBox="1"/>
          <p:nvPr/>
        </p:nvSpPr>
        <p:spPr>
          <a:xfrm>
            <a:off x="324000" y="2407050"/>
            <a:ext cx="1146600" cy="5859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Andeep</a:t>
            </a:r>
            <a:endParaRPr b="1" sz="1800">
              <a:latin typeface="Lexend"/>
              <a:ea typeface="Lexend"/>
              <a:cs typeface="Lexend"/>
              <a:sym typeface="Lexend"/>
            </a:endParaRPr>
          </a:p>
        </p:txBody>
      </p:sp>
      <p:grpSp>
        <p:nvGrpSpPr>
          <p:cNvPr id="942" name="Google Shape;942;p76"/>
          <p:cNvGrpSpPr/>
          <p:nvPr/>
        </p:nvGrpSpPr>
        <p:grpSpPr>
          <a:xfrm>
            <a:off x="1241673" y="1079938"/>
            <a:ext cx="3028673" cy="1672591"/>
            <a:chOff x="1902385" y="1608375"/>
            <a:chExt cx="2242299" cy="1553875"/>
          </a:xfrm>
        </p:grpSpPr>
        <p:pic>
          <p:nvPicPr>
            <p:cNvPr id="943" name="Google Shape;943;p76"/>
            <p:cNvPicPr preferRelativeResize="0"/>
            <p:nvPr/>
          </p:nvPicPr>
          <p:blipFill rotWithShape="1">
            <a:blip r:embed="rId4">
              <a:alphaModFix/>
            </a:blip>
            <a:srcRect b="0" l="0" r="69082" t="56280"/>
            <a:stretch/>
          </p:blipFill>
          <p:spPr>
            <a:xfrm flipH="1">
              <a:off x="1902385" y="1608375"/>
              <a:ext cx="2242299" cy="1553875"/>
            </a:xfrm>
            <a:prstGeom prst="rect">
              <a:avLst/>
            </a:prstGeom>
            <a:noFill/>
            <a:ln>
              <a:noFill/>
            </a:ln>
          </p:spPr>
        </p:pic>
        <p:sp>
          <p:nvSpPr>
            <p:cNvPr id="944" name="Google Shape;944;p76"/>
            <p:cNvSpPr txBox="1"/>
            <p:nvPr/>
          </p:nvSpPr>
          <p:spPr>
            <a:xfrm flipH="1">
              <a:off x="2077632" y="1821383"/>
              <a:ext cx="1891800" cy="10548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GB" sz="1800">
                  <a:latin typeface="Lexend"/>
                  <a:ea typeface="Lexend"/>
                  <a:cs typeface="Lexend"/>
                  <a:sym typeface="Lexend"/>
                </a:rPr>
                <a:t>The </a:t>
              </a:r>
              <a:r>
                <a:rPr b="1" lang="en-GB" sz="1800">
                  <a:latin typeface="Lexend"/>
                  <a:ea typeface="Lexend"/>
                  <a:cs typeface="Lexend"/>
                  <a:sym typeface="Lexend"/>
                </a:rPr>
                <a:t>term-to-term</a:t>
              </a:r>
              <a:r>
                <a:rPr lang="en-GB" sz="1800">
                  <a:latin typeface="Lexend"/>
                  <a:ea typeface="Lexend"/>
                  <a:cs typeface="Lexend"/>
                  <a:sym typeface="Lexend"/>
                </a:rPr>
                <a:t> rule is ‘</a:t>
              </a:r>
              <a:r>
                <a:rPr lang="en-GB" sz="1800">
                  <a:solidFill>
                    <a:srgbClr val="222222"/>
                  </a:solidFill>
                  <a:latin typeface="Lexend"/>
                  <a:ea typeface="Lexend"/>
                  <a:cs typeface="Lexend"/>
                  <a:sym typeface="Lexend"/>
                </a:rPr>
                <a:t>× 0.1’</a:t>
              </a:r>
              <a:r>
                <a:rPr lang="en-GB" sz="1800">
                  <a:latin typeface="Lexend"/>
                  <a:ea typeface="Lexend"/>
                  <a:cs typeface="Lexend"/>
                  <a:sym typeface="Lexend"/>
                </a:rPr>
                <a:t> </a:t>
              </a:r>
              <a:endParaRPr sz="1800">
                <a:latin typeface="Lexend"/>
                <a:ea typeface="Lexend"/>
                <a:cs typeface="Lexend"/>
                <a:sym typeface="Lexend"/>
              </a:endParaRPr>
            </a:p>
            <a:p>
              <a:pPr indent="0" lvl="0" marL="0" rtl="0" algn="l">
                <a:spcBef>
                  <a:spcPts val="0"/>
                </a:spcBef>
                <a:spcAft>
                  <a:spcPts val="0"/>
                </a:spcAft>
                <a:buNone/>
              </a:pPr>
              <a:r>
                <a:rPr lang="en-GB" sz="1800">
                  <a:latin typeface="Lexend"/>
                  <a:ea typeface="Lexend"/>
                  <a:cs typeface="Lexend"/>
                  <a:sym typeface="Lexend"/>
                </a:rPr>
                <a:t>T</a:t>
              </a:r>
              <a:r>
                <a:rPr baseline="-25000" lang="en-GB" sz="1800">
                  <a:latin typeface="Lexend"/>
                  <a:ea typeface="Lexend"/>
                  <a:cs typeface="Lexend"/>
                  <a:sym typeface="Lexend"/>
                </a:rPr>
                <a:t>2</a:t>
              </a:r>
              <a:r>
                <a:rPr lang="en-GB" sz="1800">
                  <a:latin typeface="Lexend"/>
                  <a:ea typeface="Lexend"/>
                  <a:cs typeface="Lexend"/>
                  <a:sym typeface="Lexend"/>
                </a:rPr>
                <a:t> = 4.</a:t>
              </a:r>
              <a:endParaRPr sz="1800">
                <a:solidFill>
                  <a:srgbClr val="000000"/>
                </a:solidFill>
                <a:latin typeface="Lexend"/>
                <a:ea typeface="Lexend"/>
                <a:cs typeface="Lexend"/>
                <a:sym typeface="Lexend"/>
              </a:endParaRPr>
            </a:p>
          </p:txBody>
        </p:sp>
      </p:grpSp>
      <p:sp>
        <p:nvSpPr>
          <p:cNvPr id="945" name="Google Shape;945;p76"/>
          <p:cNvSpPr txBox="1"/>
          <p:nvPr>
            <p:ph idx="1" type="body"/>
          </p:nvPr>
        </p:nvSpPr>
        <p:spPr>
          <a:xfrm>
            <a:off x="324000" y="2986725"/>
            <a:ext cx="8272200" cy="323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What are the first 5 terms in his sequence?</a:t>
            </a:r>
            <a:endParaRPr sz="2000"/>
          </a:p>
        </p:txBody>
      </p:sp>
      <p:sp>
        <p:nvSpPr>
          <p:cNvPr id="946" name="Google Shape;946;p76"/>
          <p:cNvSpPr/>
          <p:nvPr/>
        </p:nvSpPr>
        <p:spPr>
          <a:xfrm>
            <a:off x="324000" y="3925342"/>
            <a:ext cx="635400" cy="310500"/>
          </a:xfrm>
          <a:prstGeom prst="rect">
            <a:avLst/>
          </a:prstGeom>
          <a:no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t/>
            </a:r>
            <a:endParaRPr sz="2000">
              <a:solidFill>
                <a:srgbClr val="000000"/>
              </a:solidFill>
              <a:latin typeface="Lexend"/>
              <a:ea typeface="Lexend"/>
              <a:cs typeface="Lexend"/>
              <a:sym typeface="Lexend"/>
            </a:endParaRPr>
          </a:p>
        </p:txBody>
      </p:sp>
      <p:sp>
        <p:nvSpPr>
          <p:cNvPr id="947" name="Google Shape;947;p76"/>
          <p:cNvSpPr/>
          <p:nvPr/>
        </p:nvSpPr>
        <p:spPr>
          <a:xfrm>
            <a:off x="1227508" y="3934137"/>
            <a:ext cx="635400" cy="310500"/>
          </a:xfrm>
          <a:prstGeom prst="rect">
            <a:avLst/>
          </a:prstGeom>
          <a:no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2000">
                <a:latin typeface="Lexend"/>
                <a:ea typeface="Lexend"/>
                <a:cs typeface="Lexend"/>
                <a:sym typeface="Lexend"/>
              </a:rPr>
              <a:t>4</a:t>
            </a:r>
            <a:endParaRPr sz="2000">
              <a:solidFill>
                <a:srgbClr val="000000"/>
              </a:solidFill>
              <a:latin typeface="Lexend"/>
              <a:ea typeface="Lexend"/>
              <a:cs typeface="Lexend"/>
              <a:sym typeface="Lexend"/>
            </a:endParaRPr>
          </a:p>
        </p:txBody>
      </p:sp>
      <p:sp>
        <p:nvSpPr>
          <p:cNvPr id="948" name="Google Shape;948;p76"/>
          <p:cNvSpPr/>
          <p:nvPr/>
        </p:nvSpPr>
        <p:spPr>
          <a:xfrm>
            <a:off x="2131015" y="3934137"/>
            <a:ext cx="635400" cy="310500"/>
          </a:xfrm>
          <a:prstGeom prst="rect">
            <a:avLst/>
          </a:prstGeom>
          <a:no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t/>
            </a:r>
            <a:endParaRPr sz="2000">
              <a:solidFill>
                <a:srgbClr val="000000"/>
              </a:solidFill>
              <a:latin typeface="Lexend"/>
              <a:ea typeface="Lexend"/>
              <a:cs typeface="Lexend"/>
              <a:sym typeface="Lexend"/>
            </a:endParaRPr>
          </a:p>
        </p:txBody>
      </p:sp>
      <p:sp>
        <p:nvSpPr>
          <p:cNvPr id="949" name="Google Shape;949;p76"/>
          <p:cNvSpPr/>
          <p:nvPr/>
        </p:nvSpPr>
        <p:spPr>
          <a:xfrm>
            <a:off x="3034525" y="3934125"/>
            <a:ext cx="726600" cy="310500"/>
          </a:xfrm>
          <a:prstGeom prst="rect">
            <a:avLst/>
          </a:prstGeom>
          <a:no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t/>
            </a:r>
            <a:endParaRPr sz="2000">
              <a:solidFill>
                <a:srgbClr val="000000"/>
              </a:solidFill>
              <a:latin typeface="Lexend"/>
              <a:ea typeface="Lexend"/>
              <a:cs typeface="Lexend"/>
              <a:sym typeface="Lexend"/>
            </a:endParaRPr>
          </a:p>
        </p:txBody>
      </p:sp>
      <p:sp>
        <p:nvSpPr>
          <p:cNvPr id="950" name="Google Shape;950;p76"/>
          <p:cNvSpPr/>
          <p:nvPr/>
        </p:nvSpPr>
        <p:spPr>
          <a:xfrm>
            <a:off x="4018175" y="3934125"/>
            <a:ext cx="999600" cy="310500"/>
          </a:xfrm>
          <a:prstGeom prst="rect">
            <a:avLst/>
          </a:prstGeom>
          <a:no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t/>
            </a:r>
            <a:endParaRPr sz="2000">
              <a:solidFill>
                <a:srgbClr val="000000"/>
              </a:solidFill>
              <a:latin typeface="Lexend"/>
              <a:ea typeface="Lexend"/>
              <a:cs typeface="Lexend"/>
              <a:sym typeface="Lexend"/>
            </a:endParaRPr>
          </a:p>
        </p:txBody>
      </p:sp>
      <p:sp>
        <p:nvSpPr>
          <p:cNvPr id="951" name="Google Shape;951;p76"/>
          <p:cNvSpPr txBox="1"/>
          <p:nvPr/>
        </p:nvSpPr>
        <p:spPr>
          <a:xfrm>
            <a:off x="1031900" y="3972635"/>
            <a:ext cx="151500" cy="369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rgbClr val="000000"/>
                </a:solidFill>
                <a:latin typeface="Lexend"/>
                <a:ea typeface="Lexend"/>
                <a:cs typeface="Lexend"/>
                <a:sym typeface="Lexend"/>
              </a:rPr>
              <a:t>,</a:t>
            </a:r>
            <a:endParaRPr sz="2000">
              <a:solidFill>
                <a:srgbClr val="000000"/>
              </a:solidFill>
              <a:latin typeface="Lexend"/>
              <a:ea typeface="Lexend"/>
              <a:cs typeface="Lexend"/>
              <a:sym typeface="Lexend"/>
            </a:endParaRPr>
          </a:p>
        </p:txBody>
      </p:sp>
      <p:sp>
        <p:nvSpPr>
          <p:cNvPr id="952" name="Google Shape;952;p76"/>
          <p:cNvSpPr txBox="1"/>
          <p:nvPr/>
        </p:nvSpPr>
        <p:spPr>
          <a:xfrm>
            <a:off x="1920869" y="3972635"/>
            <a:ext cx="151500" cy="369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rgbClr val="000000"/>
                </a:solidFill>
                <a:latin typeface="Lexend"/>
                <a:ea typeface="Lexend"/>
                <a:cs typeface="Lexend"/>
                <a:sym typeface="Lexend"/>
              </a:rPr>
              <a:t>,</a:t>
            </a:r>
            <a:endParaRPr sz="2000">
              <a:solidFill>
                <a:srgbClr val="000000"/>
              </a:solidFill>
              <a:latin typeface="Lexend"/>
              <a:ea typeface="Lexend"/>
              <a:cs typeface="Lexend"/>
              <a:sym typeface="Lexend"/>
            </a:endParaRPr>
          </a:p>
        </p:txBody>
      </p:sp>
      <p:sp>
        <p:nvSpPr>
          <p:cNvPr id="953" name="Google Shape;953;p76"/>
          <p:cNvSpPr txBox="1"/>
          <p:nvPr/>
        </p:nvSpPr>
        <p:spPr>
          <a:xfrm>
            <a:off x="2809839" y="3972635"/>
            <a:ext cx="151500" cy="369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rgbClr val="000000"/>
                </a:solidFill>
                <a:latin typeface="Lexend"/>
                <a:ea typeface="Lexend"/>
                <a:cs typeface="Lexend"/>
                <a:sym typeface="Lexend"/>
              </a:rPr>
              <a:t>,</a:t>
            </a:r>
            <a:endParaRPr sz="2000">
              <a:solidFill>
                <a:srgbClr val="000000"/>
              </a:solidFill>
              <a:latin typeface="Lexend"/>
              <a:ea typeface="Lexend"/>
              <a:cs typeface="Lexend"/>
              <a:sym typeface="Lexend"/>
            </a:endParaRPr>
          </a:p>
        </p:txBody>
      </p:sp>
      <p:sp>
        <p:nvSpPr>
          <p:cNvPr id="954" name="Google Shape;954;p76"/>
          <p:cNvSpPr txBox="1"/>
          <p:nvPr/>
        </p:nvSpPr>
        <p:spPr>
          <a:xfrm>
            <a:off x="3772053" y="3972635"/>
            <a:ext cx="151500" cy="369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rgbClr val="000000"/>
                </a:solidFill>
                <a:latin typeface="Lexend"/>
                <a:ea typeface="Lexend"/>
                <a:cs typeface="Lexend"/>
                <a:sym typeface="Lexend"/>
              </a:rPr>
              <a:t>,</a:t>
            </a:r>
            <a:endParaRPr sz="2000">
              <a:solidFill>
                <a:srgbClr val="000000"/>
              </a:solidFill>
              <a:latin typeface="Lexend"/>
              <a:ea typeface="Lexend"/>
              <a:cs typeface="Lexend"/>
              <a:sym typeface="Lexend"/>
            </a:endParaRPr>
          </a:p>
        </p:txBody>
      </p:sp>
      <p:sp>
        <p:nvSpPr>
          <p:cNvPr id="955" name="Google Shape;955;p76"/>
          <p:cNvSpPr txBox="1"/>
          <p:nvPr/>
        </p:nvSpPr>
        <p:spPr>
          <a:xfrm>
            <a:off x="5134359" y="3972635"/>
            <a:ext cx="455700" cy="369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rgbClr val="000000"/>
                </a:solidFill>
                <a:latin typeface="Lexend"/>
                <a:ea typeface="Lexend"/>
                <a:cs typeface="Lexend"/>
                <a:sym typeface="Lexend"/>
              </a:rPr>
              <a:t>, …</a:t>
            </a:r>
            <a:endParaRPr sz="2000">
              <a:solidFill>
                <a:srgbClr val="000000"/>
              </a:solidFill>
              <a:latin typeface="Lexend"/>
              <a:ea typeface="Lexend"/>
              <a:cs typeface="Lexend"/>
              <a:sym typeface="Lexend"/>
            </a:endParaRPr>
          </a:p>
        </p:txBody>
      </p:sp>
      <p:pic>
        <p:nvPicPr>
          <p:cNvPr id="956" name="Google Shape;956;p76"/>
          <p:cNvPicPr preferRelativeResize="0"/>
          <p:nvPr/>
        </p:nvPicPr>
        <p:blipFill rotWithShape="1">
          <a:blip r:embed="rId5">
            <a:alphaModFix/>
          </a:blip>
          <a:srcRect b="84458" l="57225" r="18284" t="0"/>
          <a:stretch/>
        </p:blipFill>
        <p:spPr>
          <a:xfrm>
            <a:off x="486228" y="3659444"/>
            <a:ext cx="1094252" cy="310409"/>
          </a:xfrm>
          <a:prstGeom prst="rect">
            <a:avLst/>
          </a:prstGeom>
          <a:noFill/>
          <a:ln>
            <a:noFill/>
          </a:ln>
        </p:spPr>
      </p:pic>
      <p:sp>
        <p:nvSpPr>
          <p:cNvPr id="957" name="Google Shape;957;p76"/>
          <p:cNvSpPr txBox="1"/>
          <p:nvPr/>
        </p:nvSpPr>
        <p:spPr>
          <a:xfrm>
            <a:off x="862039" y="3488400"/>
            <a:ext cx="566400" cy="287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900">
                <a:solidFill>
                  <a:srgbClr val="222222"/>
                </a:solidFill>
                <a:latin typeface="Lexend"/>
                <a:ea typeface="Lexend"/>
                <a:cs typeface="Lexend"/>
                <a:sym typeface="Lexend"/>
              </a:rPr>
              <a:t>× </a:t>
            </a:r>
            <a:r>
              <a:rPr lang="en-GB" sz="1800">
                <a:latin typeface="Lexend"/>
                <a:ea typeface="Lexend"/>
                <a:cs typeface="Lexend"/>
                <a:sym typeface="Lexend"/>
              </a:rPr>
              <a:t>0.1</a:t>
            </a:r>
            <a:endParaRPr sz="1800">
              <a:solidFill>
                <a:srgbClr val="000000"/>
              </a:solidFill>
              <a:latin typeface="Lexend"/>
              <a:ea typeface="Lexend"/>
              <a:cs typeface="Lexend"/>
              <a:sym typeface="Lexend"/>
            </a:endParaRPr>
          </a:p>
        </p:txBody>
      </p:sp>
      <p:pic>
        <p:nvPicPr>
          <p:cNvPr id="958" name="Google Shape;958;p76"/>
          <p:cNvPicPr preferRelativeResize="0"/>
          <p:nvPr/>
        </p:nvPicPr>
        <p:blipFill rotWithShape="1">
          <a:blip r:embed="rId5">
            <a:alphaModFix/>
          </a:blip>
          <a:srcRect b="84458" l="57225" r="18284" t="0"/>
          <a:stretch/>
        </p:blipFill>
        <p:spPr>
          <a:xfrm>
            <a:off x="1428218" y="3663358"/>
            <a:ext cx="1094252" cy="310409"/>
          </a:xfrm>
          <a:prstGeom prst="rect">
            <a:avLst/>
          </a:prstGeom>
          <a:noFill/>
          <a:ln>
            <a:noFill/>
          </a:ln>
        </p:spPr>
      </p:pic>
      <p:pic>
        <p:nvPicPr>
          <p:cNvPr id="959" name="Google Shape;959;p76"/>
          <p:cNvPicPr preferRelativeResize="0"/>
          <p:nvPr/>
        </p:nvPicPr>
        <p:blipFill rotWithShape="1">
          <a:blip r:embed="rId5">
            <a:alphaModFix/>
          </a:blip>
          <a:srcRect b="84458" l="57225" r="18284" t="0"/>
          <a:stretch/>
        </p:blipFill>
        <p:spPr>
          <a:xfrm>
            <a:off x="2338361" y="3663358"/>
            <a:ext cx="1094252" cy="310409"/>
          </a:xfrm>
          <a:prstGeom prst="rect">
            <a:avLst/>
          </a:prstGeom>
          <a:noFill/>
          <a:ln>
            <a:noFill/>
          </a:ln>
        </p:spPr>
      </p:pic>
      <p:pic>
        <p:nvPicPr>
          <p:cNvPr id="960" name="Google Shape;960;p76"/>
          <p:cNvPicPr preferRelativeResize="0"/>
          <p:nvPr/>
        </p:nvPicPr>
        <p:blipFill rotWithShape="1">
          <a:blip r:embed="rId5">
            <a:alphaModFix/>
          </a:blip>
          <a:srcRect b="84458" l="57225" r="18284" t="0"/>
          <a:stretch/>
        </p:blipFill>
        <p:spPr>
          <a:xfrm>
            <a:off x="3227330" y="3663358"/>
            <a:ext cx="1094252" cy="310409"/>
          </a:xfrm>
          <a:prstGeom prst="rect">
            <a:avLst/>
          </a:prstGeom>
          <a:noFill/>
          <a:ln>
            <a:noFill/>
          </a:ln>
        </p:spPr>
      </p:pic>
      <p:sp>
        <p:nvSpPr>
          <p:cNvPr id="961" name="Google Shape;961;p76"/>
          <p:cNvSpPr txBox="1"/>
          <p:nvPr/>
        </p:nvSpPr>
        <p:spPr>
          <a:xfrm>
            <a:off x="1862870" y="3488400"/>
            <a:ext cx="566400" cy="287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900">
                <a:solidFill>
                  <a:srgbClr val="222222"/>
                </a:solidFill>
                <a:latin typeface="Lexend"/>
                <a:ea typeface="Lexend"/>
                <a:cs typeface="Lexend"/>
                <a:sym typeface="Lexend"/>
              </a:rPr>
              <a:t>× </a:t>
            </a:r>
            <a:r>
              <a:rPr lang="en-GB" sz="1800">
                <a:latin typeface="Lexend"/>
                <a:ea typeface="Lexend"/>
                <a:cs typeface="Lexend"/>
                <a:sym typeface="Lexend"/>
              </a:rPr>
              <a:t>0.1</a:t>
            </a:r>
            <a:endParaRPr sz="1800">
              <a:solidFill>
                <a:srgbClr val="000000"/>
              </a:solidFill>
              <a:latin typeface="Lexend"/>
              <a:ea typeface="Lexend"/>
              <a:cs typeface="Lexend"/>
              <a:sym typeface="Lexend"/>
            </a:endParaRPr>
          </a:p>
        </p:txBody>
      </p:sp>
      <p:sp>
        <p:nvSpPr>
          <p:cNvPr id="962" name="Google Shape;962;p76"/>
          <p:cNvSpPr txBox="1"/>
          <p:nvPr/>
        </p:nvSpPr>
        <p:spPr>
          <a:xfrm>
            <a:off x="2766378" y="3488400"/>
            <a:ext cx="566400" cy="287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900">
                <a:solidFill>
                  <a:srgbClr val="222222"/>
                </a:solidFill>
                <a:latin typeface="Lexend"/>
                <a:ea typeface="Lexend"/>
                <a:cs typeface="Lexend"/>
                <a:sym typeface="Lexend"/>
              </a:rPr>
              <a:t>× </a:t>
            </a:r>
            <a:r>
              <a:rPr lang="en-GB" sz="1800">
                <a:latin typeface="Lexend"/>
                <a:ea typeface="Lexend"/>
                <a:cs typeface="Lexend"/>
                <a:sym typeface="Lexend"/>
              </a:rPr>
              <a:t>0.1</a:t>
            </a:r>
            <a:endParaRPr sz="1800">
              <a:solidFill>
                <a:srgbClr val="000000"/>
              </a:solidFill>
              <a:latin typeface="Lexend"/>
              <a:ea typeface="Lexend"/>
              <a:cs typeface="Lexend"/>
              <a:sym typeface="Lexend"/>
            </a:endParaRPr>
          </a:p>
        </p:txBody>
      </p:sp>
      <p:sp>
        <p:nvSpPr>
          <p:cNvPr id="963" name="Google Shape;963;p76"/>
          <p:cNvSpPr txBox="1"/>
          <p:nvPr/>
        </p:nvSpPr>
        <p:spPr>
          <a:xfrm>
            <a:off x="3608144" y="3488400"/>
            <a:ext cx="566400" cy="287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900">
                <a:solidFill>
                  <a:srgbClr val="222222"/>
                </a:solidFill>
                <a:latin typeface="Lexend"/>
                <a:ea typeface="Lexend"/>
                <a:cs typeface="Lexend"/>
                <a:sym typeface="Lexend"/>
              </a:rPr>
              <a:t>× </a:t>
            </a:r>
            <a:r>
              <a:rPr lang="en-GB" sz="1800">
                <a:latin typeface="Lexend"/>
                <a:ea typeface="Lexend"/>
                <a:cs typeface="Lexend"/>
                <a:sym typeface="Lexend"/>
              </a:rPr>
              <a:t>0.1</a:t>
            </a:r>
            <a:endParaRPr sz="1800">
              <a:solidFill>
                <a:srgbClr val="000000"/>
              </a:solidFill>
              <a:latin typeface="Lexend"/>
              <a:ea typeface="Lexend"/>
              <a:cs typeface="Lexend"/>
              <a:sym typeface="Lexend"/>
            </a:endParaRPr>
          </a:p>
        </p:txBody>
      </p:sp>
      <p:sp>
        <p:nvSpPr>
          <p:cNvPr id="964" name="Google Shape;964;p76"/>
          <p:cNvSpPr txBox="1"/>
          <p:nvPr>
            <p:ph idx="1" type="body"/>
          </p:nvPr>
        </p:nvSpPr>
        <p:spPr>
          <a:xfrm>
            <a:off x="5590050" y="3393375"/>
            <a:ext cx="3232500" cy="323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 (Multiplying by 0.1 is the same as dividing by 10)</a:t>
            </a:r>
            <a:endParaRPr sz="1800"/>
          </a:p>
        </p:txBody>
      </p:sp>
      <p:sp>
        <p:nvSpPr>
          <p:cNvPr id="965" name="Google Shape;965;p76"/>
          <p:cNvSpPr/>
          <p:nvPr/>
        </p:nvSpPr>
        <p:spPr>
          <a:xfrm>
            <a:off x="2123403" y="3938358"/>
            <a:ext cx="635400" cy="31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2000">
                <a:latin typeface="Lexend"/>
                <a:ea typeface="Lexend"/>
                <a:cs typeface="Lexend"/>
                <a:sym typeface="Lexend"/>
              </a:rPr>
              <a:t>0.4</a:t>
            </a:r>
            <a:endParaRPr sz="2000">
              <a:solidFill>
                <a:srgbClr val="000000"/>
              </a:solidFill>
              <a:latin typeface="Lexend"/>
              <a:ea typeface="Lexend"/>
              <a:cs typeface="Lexend"/>
              <a:sym typeface="Lexend"/>
            </a:endParaRPr>
          </a:p>
        </p:txBody>
      </p:sp>
      <p:sp>
        <p:nvSpPr>
          <p:cNvPr id="966" name="Google Shape;966;p76"/>
          <p:cNvSpPr/>
          <p:nvPr/>
        </p:nvSpPr>
        <p:spPr>
          <a:xfrm>
            <a:off x="3048737" y="3931910"/>
            <a:ext cx="712200" cy="31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2000">
                <a:latin typeface="Lexend"/>
                <a:ea typeface="Lexend"/>
                <a:cs typeface="Lexend"/>
                <a:sym typeface="Lexend"/>
              </a:rPr>
              <a:t>0.04</a:t>
            </a:r>
            <a:endParaRPr sz="2000">
              <a:solidFill>
                <a:srgbClr val="000000"/>
              </a:solidFill>
              <a:latin typeface="Lexend"/>
              <a:ea typeface="Lexend"/>
              <a:cs typeface="Lexend"/>
              <a:sym typeface="Lexend"/>
            </a:endParaRPr>
          </a:p>
        </p:txBody>
      </p:sp>
      <p:sp>
        <p:nvSpPr>
          <p:cNvPr id="967" name="Google Shape;967;p76"/>
          <p:cNvSpPr/>
          <p:nvPr/>
        </p:nvSpPr>
        <p:spPr>
          <a:xfrm>
            <a:off x="4029150" y="3939775"/>
            <a:ext cx="999600" cy="31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2000">
                <a:latin typeface="Lexend"/>
                <a:ea typeface="Lexend"/>
                <a:cs typeface="Lexend"/>
                <a:sym typeface="Lexend"/>
              </a:rPr>
              <a:t>0.004</a:t>
            </a:r>
            <a:endParaRPr sz="2000">
              <a:solidFill>
                <a:srgbClr val="000000"/>
              </a:solidFill>
              <a:latin typeface="Lexend"/>
              <a:ea typeface="Lexend"/>
              <a:cs typeface="Lexend"/>
              <a:sym typeface="Lexend"/>
            </a:endParaRPr>
          </a:p>
        </p:txBody>
      </p:sp>
      <p:pic>
        <p:nvPicPr>
          <p:cNvPr id="968" name="Google Shape;968;p76"/>
          <p:cNvPicPr preferRelativeResize="0"/>
          <p:nvPr/>
        </p:nvPicPr>
        <p:blipFill rotWithShape="1">
          <a:blip r:embed="rId5">
            <a:alphaModFix/>
          </a:blip>
          <a:srcRect b="84458" l="57225" r="18284" t="0"/>
          <a:stretch/>
        </p:blipFill>
        <p:spPr>
          <a:xfrm rot="10800000">
            <a:off x="521203" y="4244619"/>
            <a:ext cx="1094252" cy="310409"/>
          </a:xfrm>
          <a:prstGeom prst="rect">
            <a:avLst/>
          </a:prstGeom>
          <a:noFill/>
          <a:ln>
            <a:noFill/>
          </a:ln>
        </p:spPr>
      </p:pic>
      <p:sp>
        <p:nvSpPr>
          <p:cNvPr id="969" name="Google Shape;969;p76"/>
          <p:cNvSpPr txBox="1"/>
          <p:nvPr/>
        </p:nvSpPr>
        <p:spPr>
          <a:xfrm>
            <a:off x="750139" y="4471275"/>
            <a:ext cx="566400" cy="287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900">
                <a:solidFill>
                  <a:srgbClr val="222222"/>
                </a:solidFill>
                <a:latin typeface="Lexend"/>
                <a:ea typeface="Lexend"/>
                <a:cs typeface="Lexend"/>
                <a:sym typeface="Lexend"/>
              </a:rPr>
              <a:t>÷ </a:t>
            </a:r>
            <a:r>
              <a:rPr lang="en-GB" sz="1800">
                <a:latin typeface="Lexend"/>
                <a:ea typeface="Lexend"/>
                <a:cs typeface="Lexend"/>
                <a:sym typeface="Lexend"/>
              </a:rPr>
              <a:t>0.1</a:t>
            </a:r>
            <a:endParaRPr sz="1800">
              <a:solidFill>
                <a:srgbClr val="000000"/>
              </a:solidFill>
              <a:latin typeface="Lexend"/>
              <a:ea typeface="Lexend"/>
              <a:cs typeface="Lexend"/>
              <a:sym typeface="Lexend"/>
            </a:endParaRPr>
          </a:p>
        </p:txBody>
      </p:sp>
      <p:sp>
        <p:nvSpPr>
          <p:cNvPr id="970" name="Google Shape;970;p76"/>
          <p:cNvSpPr txBox="1"/>
          <p:nvPr>
            <p:ph idx="1" type="body"/>
          </p:nvPr>
        </p:nvSpPr>
        <p:spPr>
          <a:xfrm>
            <a:off x="5587500" y="4237975"/>
            <a:ext cx="3232500" cy="323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 (Dividing by 0.1 is the same as multiplying by 10)</a:t>
            </a:r>
            <a:endParaRPr sz="1800"/>
          </a:p>
        </p:txBody>
      </p:sp>
      <p:sp>
        <p:nvSpPr>
          <p:cNvPr id="971" name="Google Shape;971;p76"/>
          <p:cNvSpPr txBox="1"/>
          <p:nvPr/>
        </p:nvSpPr>
        <p:spPr>
          <a:xfrm>
            <a:off x="848033" y="3485853"/>
            <a:ext cx="566400" cy="287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900">
                <a:solidFill>
                  <a:srgbClr val="222222"/>
                </a:solidFill>
                <a:latin typeface="Lexend"/>
                <a:ea typeface="Lexend"/>
                <a:cs typeface="Lexend"/>
                <a:sym typeface="Lexend"/>
              </a:rPr>
              <a:t>÷ </a:t>
            </a:r>
            <a:r>
              <a:rPr lang="en-GB" sz="1800">
                <a:latin typeface="Lexend"/>
                <a:ea typeface="Lexend"/>
                <a:cs typeface="Lexend"/>
                <a:sym typeface="Lexend"/>
              </a:rPr>
              <a:t>10</a:t>
            </a:r>
            <a:endParaRPr sz="1800">
              <a:solidFill>
                <a:srgbClr val="000000"/>
              </a:solidFill>
              <a:latin typeface="Lexend"/>
              <a:ea typeface="Lexend"/>
              <a:cs typeface="Lexend"/>
              <a:sym typeface="Lexend"/>
            </a:endParaRPr>
          </a:p>
        </p:txBody>
      </p:sp>
      <p:sp>
        <p:nvSpPr>
          <p:cNvPr id="972" name="Google Shape;972;p76"/>
          <p:cNvSpPr txBox="1"/>
          <p:nvPr/>
        </p:nvSpPr>
        <p:spPr>
          <a:xfrm>
            <a:off x="765879" y="4462842"/>
            <a:ext cx="566400" cy="287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900">
                <a:solidFill>
                  <a:srgbClr val="222222"/>
                </a:solidFill>
                <a:latin typeface="Lexend"/>
                <a:ea typeface="Lexend"/>
                <a:cs typeface="Lexend"/>
                <a:sym typeface="Lexend"/>
              </a:rPr>
              <a:t>× </a:t>
            </a:r>
            <a:r>
              <a:rPr lang="en-GB" sz="1800">
                <a:latin typeface="Lexend"/>
                <a:ea typeface="Lexend"/>
                <a:cs typeface="Lexend"/>
                <a:sym typeface="Lexend"/>
              </a:rPr>
              <a:t>10</a:t>
            </a:r>
            <a:endParaRPr sz="1800">
              <a:solidFill>
                <a:srgbClr val="000000"/>
              </a:solidFill>
              <a:latin typeface="Lexend"/>
              <a:ea typeface="Lexend"/>
              <a:cs typeface="Lexend"/>
              <a:sym typeface="Lexend"/>
            </a:endParaRPr>
          </a:p>
        </p:txBody>
      </p:sp>
      <p:sp>
        <p:nvSpPr>
          <p:cNvPr id="973" name="Google Shape;973;p76"/>
          <p:cNvSpPr/>
          <p:nvPr/>
        </p:nvSpPr>
        <p:spPr>
          <a:xfrm>
            <a:off x="331603" y="3925362"/>
            <a:ext cx="635400" cy="31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2000">
                <a:latin typeface="Lexend"/>
                <a:ea typeface="Lexend"/>
                <a:cs typeface="Lexend"/>
                <a:sym typeface="Lexend"/>
              </a:rPr>
              <a:t>40</a:t>
            </a:r>
            <a:endParaRPr sz="2000">
              <a:solidFill>
                <a:srgbClr val="000000"/>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4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4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4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4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4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5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5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5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5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5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5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6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6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6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6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57"/>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9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69"/>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9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7" name="Shape 977"/>
        <p:cNvGrpSpPr/>
        <p:nvPr/>
      </p:nvGrpSpPr>
      <p:grpSpPr>
        <a:xfrm>
          <a:off x="0" y="0"/>
          <a:ext cx="0" cy="0"/>
          <a:chOff x="0" y="0"/>
          <a:chExt cx="0" cy="0"/>
        </a:xfrm>
      </p:grpSpPr>
      <p:sp>
        <p:nvSpPr>
          <p:cNvPr id="978" name="Google Shape;978;p77"/>
          <p:cNvSpPr/>
          <p:nvPr/>
        </p:nvSpPr>
        <p:spPr>
          <a:xfrm>
            <a:off x="1234445" y="3925362"/>
            <a:ext cx="635400" cy="310500"/>
          </a:xfrm>
          <a:prstGeom prst="rect">
            <a:avLst/>
          </a:prstGeom>
          <a:no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t/>
            </a:r>
            <a:endParaRPr sz="2000">
              <a:solidFill>
                <a:srgbClr val="000000"/>
              </a:solidFill>
              <a:latin typeface="Lexend"/>
              <a:ea typeface="Lexend"/>
              <a:cs typeface="Lexend"/>
              <a:sym typeface="Lexend"/>
            </a:endParaRPr>
          </a:p>
        </p:txBody>
      </p:sp>
      <p:sp>
        <p:nvSpPr>
          <p:cNvPr id="979" name="Google Shape;979;p77"/>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term-to-term rules</a:t>
            </a:r>
            <a:endParaRPr/>
          </a:p>
        </p:txBody>
      </p:sp>
      <p:sp>
        <p:nvSpPr>
          <p:cNvPr id="980" name="Google Shape;980;p77"/>
          <p:cNvSpPr txBox="1"/>
          <p:nvPr>
            <p:ph idx="1" type="body"/>
          </p:nvPr>
        </p:nvSpPr>
        <p:spPr>
          <a:xfrm>
            <a:off x="324000" y="759300"/>
            <a:ext cx="8237700" cy="931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Andeep thinks of a new rule . </a:t>
            </a:r>
            <a:endParaRPr sz="2000"/>
          </a:p>
        </p:txBody>
      </p:sp>
      <p:pic>
        <p:nvPicPr>
          <p:cNvPr id="981" name="Google Shape;981;p77"/>
          <p:cNvPicPr preferRelativeResize="0"/>
          <p:nvPr/>
        </p:nvPicPr>
        <p:blipFill>
          <a:blip r:embed="rId3">
            <a:alphaModFix/>
          </a:blip>
          <a:stretch>
            <a:fillRect/>
          </a:stretch>
        </p:blipFill>
        <p:spPr>
          <a:xfrm flipH="1">
            <a:off x="393187" y="1498349"/>
            <a:ext cx="788350" cy="1016564"/>
          </a:xfrm>
          <a:prstGeom prst="rect">
            <a:avLst/>
          </a:prstGeom>
          <a:noFill/>
          <a:ln>
            <a:noFill/>
          </a:ln>
        </p:spPr>
      </p:pic>
      <p:sp>
        <p:nvSpPr>
          <p:cNvPr id="982" name="Google Shape;982;p77"/>
          <p:cNvSpPr txBox="1"/>
          <p:nvPr/>
        </p:nvSpPr>
        <p:spPr>
          <a:xfrm>
            <a:off x="324000" y="2407050"/>
            <a:ext cx="1146600" cy="5859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Andeep</a:t>
            </a:r>
            <a:endParaRPr b="1" sz="1800">
              <a:latin typeface="Lexend"/>
              <a:ea typeface="Lexend"/>
              <a:cs typeface="Lexend"/>
              <a:sym typeface="Lexend"/>
            </a:endParaRPr>
          </a:p>
        </p:txBody>
      </p:sp>
      <p:grpSp>
        <p:nvGrpSpPr>
          <p:cNvPr id="983" name="Google Shape;983;p77"/>
          <p:cNvGrpSpPr/>
          <p:nvPr/>
        </p:nvGrpSpPr>
        <p:grpSpPr>
          <a:xfrm>
            <a:off x="1241812" y="1080016"/>
            <a:ext cx="2635598" cy="1672591"/>
            <a:chOff x="1902385" y="1608375"/>
            <a:chExt cx="2242299" cy="1553875"/>
          </a:xfrm>
        </p:grpSpPr>
        <p:pic>
          <p:nvPicPr>
            <p:cNvPr id="984" name="Google Shape;984;p77"/>
            <p:cNvPicPr preferRelativeResize="0"/>
            <p:nvPr/>
          </p:nvPicPr>
          <p:blipFill rotWithShape="1">
            <a:blip r:embed="rId4">
              <a:alphaModFix/>
            </a:blip>
            <a:srcRect b="0" l="0" r="69082" t="56280"/>
            <a:stretch/>
          </p:blipFill>
          <p:spPr>
            <a:xfrm flipH="1">
              <a:off x="1902385" y="1608375"/>
              <a:ext cx="2242299" cy="1553875"/>
            </a:xfrm>
            <a:prstGeom prst="rect">
              <a:avLst/>
            </a:prstGeom>
            <a:noFill/>
            <a:ln>
              <a:noFill/>
            </a:ln>
          </p:spPr>
        </p:pic>
        <p:sp>
          <p:nvSpPr>
            <p:cNvPr id="985" name="Google Shape;985;p77"/>
            <p:cNvSpPr txBox="1"/>
            <p:nvPr/>
          </p:nvSpPr>
          <p:spPr>
            <a:xfrm flipH="1">
              <a:off x="2142461" y="1821383"/>
              <a:ext cx="1891800" cy="10548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GB" sz="1800">
                  <a:latin typeface="Lexend"/>
                  <a:ea typeface="Lexend"/>
                  <a:cs typeface="Lexend"/>
                  <a:sym typeface="Lexend"/>
                </a:rPr>
                <a:t>The </a:t>
              </a:r>
              <a:r>
                <a:rPr b="1" lang="en-GB" sz="1800">
                  <a:latin typeface="Lexend"/>
                  <a:ea typeface="Lexend"/>
                  <a:cs typeface="Lexend"/>
                  <a:sym typeface="Lexend"/>
                </a:rPr>
                <a:t>term-to-term</a:t>
              </a:r>
              <a:r>
                <a:rPr lang="en-GB" sz="1800">
                  <a:latin typeface="Lexend"/>
                  <a:ea typeface="Lexend"/>
                  <a:cs typeface="Lexend"/>
                  <a:sym typeface="Lexend"/>
                </a:rPr>
                <a:t> rule is add 3. The third term is 7.</a:t>
              </a:r>
              <a:endParaRPr sz="1800">
                <a:solidFill>
                  <a:srgbClr val="000000"/>
                </a:solidFill>
                <a:latin typeface="Lexend"/>
                <a:ea typeface="Lexend"/>
                <a:cs typeface="Lexend"/>
                <a:sym typeface="Lexend"/>
              </a:endParaRPr>
            </a:p>
          </p:txBody>
        </p:sp>
      </p:grpSp>
      <p:sp>
        <p:nvSpPr>
          <p:cNvPr id="986" name="Google Shape;986;p77"/>
          <p:cNvSpPr txBox="1"/>
          <p:nvPr>
            <p:ph idx="1" type="body"/>
          </p:nvPr>
        </p:nvSpPr>
        <p:spPr>
          <a:xfrm>
            <a:off x="4061100" y="1080025"/>
            <a:ext cx="4758900" cy="323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What are the first 5 terms in his sequence?</a:t>
            </a:r>
            <a:endParaRPr sz="1800"/>
          </a:p>
        </p:txBody>
      </p:sp>
      <p:sp>
        <p:nvSpPr>
          <p:cNvPr id="987" name="Google Shape;987;p77"/>
          <p:cNvSpPr/>
          <p:nvPr/>
        </p:nvSpPr>
        <p:spPr>
          <a:xfrm>
            <a:off x="324000" y="3925342"/>
            <a:ext cx="635400" cy="310500"/>
          </a:xfrm>
          <a:prstGeom prst="rect">
            <a:avLst/>
          </a:prstGeom>
          <a:no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t/>
            </a:r>
            <a:endParaRPr sz="2000">
              <a:solidFill>
                <a:srgbClr val="000000"/>
              </a:solidFill>
              <a:latin typeface="Lexend"/>
              <a:ea typeface="Lexend"/>
              <a:cs typeface="Lexend"/>
              <a:sym typeface="Lexend"/>
            </a:endParaRPr>
          </a:p>
        </p:txBody>
      </p:sp>
      <p:sp>
        <p:nvSpPr>
          <p:cNvPr id="988" name="Google Shape;988;p77"/>
          <p:cNvSpPr/>
          <p:nvPr/>
        </p:nvSpPr>
        <p:spPr>
          <a:xfrm>
            <a:off x="1227508" y="3934137"/>
            <a:ext cx="635400" cy="31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2000">
                <a:latin typeface="Lexend"/>
                <a:ea typeface="Lexend"/>
                <a:cs typeface="Lexend"/>
                <a:sym typeface="Lexend"/>
              </a:rPr>
              <a:t>4</a:t>
            </a:r>
            <a:endParaRPr sz="2000">
              <a:solidFill>
                <a:srgbClr val="000000"/>
              </a:solidFill>
              <a:latin typeface="Lexend"/>
              <a:ea typeface="Lexend"/>
              <a:cs typeface="Lexend"/>
              <a:sym typeface="Lexend"/>
            </a:endParaRPr>
          </a:p>
        </p:txBody>
      </p:sp>
      <p:sp>
        <p:nvSpPr>
          <p:cNvPr id="989" name="Google Shape;989;p77"/>
          <p:cNvSpPr/>
          <p:nvPr/>
        </p:nvSpPr>
        <p:spPr>
          <a:xfrm>
            <a:off x="2131015" y="3934137"/>
            <a:ext cx="635400" cy="310500"/>
          </a:xfrm>
          <a:prstGeom prst="rect">
            <a:avLst/>
          </a:prstGeom>
          <a:no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2000">
                <a:latin typeface="Lexend"/>
                <a:ea typeface="Lexend"/>
                <a:cs typeface="Lexend"/>
                <a:sym typeface="Lexend"/>
              </a:rPr>
              <a:t>7</a:t>
            </a:r>
            <a:endParaRPr sz="2000">
              <a:solidFill>
                <a:srgbClr val="000000"/>
              </a:solidFill>
              <a:latin typeface="Lexend"/>
              <a:ea typeface="Lexend"/>
              <a:cs typeface="Lexend"/>
              <a:sym typeface="Lexend"/>
            </a:endParaRPr>
          </a:p>
        </p:txBody>
      </p:sp>
      <p:sp>
        <p:nvSpPr>
          <p:cNvPr id="990" name="Google Shape;990;p77"/>
          <p:cNvSpPr/>
          <p:nvPr/>
        </p:nvSpPr>
        <p:spPr>
          <a:xfrm>
            <a:off x="3034525" y="3934125"/>
            <a:ext cx="635400" cy="310500"/>
          </a:xfrm>
          <a:prstGeom prst="rect">
            <a:avLst/>
          </a:prstGeom>
          <a:no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t/>
            </a:r>
            <a:endParaRPr sz="2000">
              <a:solidFill>
                <a:srgbClr val="000000"/>
              </a:solidFill>
              <a:latin typeface="Lexend"/>
              <a:ea typeface="Lexend"/>
              <a:cs typeface="Lexend"/>
              <a:sym typeface="Lexend"/>
            </a:endParaRPr>
          </a:p>
        </p:txBody>
      </p:sp>
      <p:sp>
        <p:nvSpPr>
          <p:cNvPr id="991" name="Google Shape;991;p77"/>
          <p:cNvSpPr/>
          <p:nvPr/>
        </p:nvSpPr>
        <p:spPr>
          <a:xfrm>
            <a:off x="3894787" y="3934125"/>
            <a:ext cx="635400" cy="310500"/>
          </a:xfrm>
          <a:prstGeom prst="rect">
            <a:avLst/>
          </a:prstGeom>
          <a:no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t/>
            </a:r>
            <a:endParaRPr sz="2000">
              <a:solidFill>
                <a:srgbClr val="000000"/>
              </a:solidFill>
              <a:latin typeface="Lexend"/>
              <a:ea typeface="Lexend"/>
              <a:cs typeface="Lexend"/>
              <a:sym typeface="Lexend"/>
            </a:endParaRPr>
          </a:p>
        </p:txBody>
      </p:sp>
      <p:sp>
        <p:nvSpPr>
          <p:cNvPr id="992" name="Google Shape;992;p77"/>
          <p:cNvSpPr txBox="1"/>
          <p:nvPr/>
        </p:nvSpPr>
        <p:spPr>
          <a:xfrm>
            <a:off x="1031900" y="3972635"/>
            <a:ext cx="151500" cy="369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rgbClr val="000000"/>
                </a:solidFill>
                <a:latin typeface="Lexend"/>
                <a:ea typeface="Lexend"/>
                <a:cs typeface="Lexend"/>
                <a:sym typeface="Lexend"/>
              </a:rPr>
              <a:t>,</a:t>
            </a:r>
            <a:endParaRPr sz="2000">
              <a:solidFill>
                <a:srgbClr val="000000"/>
              </a:solidFill>
              <a:latin typeface="Lexend"/>
              <a:ea typeface="Lexend"/>
              <a:cs typeface="Lexend"/>
              <a:sym typeface="Lexend"/>
            </a:endParaRPr>
          </a:p>
        </p:txBody>
      </p:sp>
      <p:sp>
        <p:nvSpPr>
          <p:cNvPr id="993" name="Google Shape;993;p77"/>
          <p:cNvSpPr txBox="1"/>
          <p:nvPr/>
        </p:nvSpPr>
        <p:spPr>
          <a:xfrm>
            <a:off x="1920869" y="3972635"/>
            <a:ext cx="151500" cy="369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rgbClr val="000000"/>
                </a:solidFill>
                <a:latin typeface="Lexend"/>
                <a:ea typeface="Lexend"/>
                <a:cs typeface="Lexend"/>
                <a:sym typeface="Lexend"/>
              </a:rPr>
              <a:t>,</a:t>
            </a:r>
            <a:endParaRPr sz="2000">
              <a:solidFill>
                <a:srgbClr val="000000"/>
              </a:solidFill>
              <a:latin typeface="Lexend"/>
              <a:ea typeface="Lexend"/>
              <a:cs typeface="Lexend"/>
              <a:sym typeface="Lexend"/>
            </a:endParaRPr>
          </a:p>
        </p:txBody>
      </p:sp>
      <p:sp>
        <p:nvSpPr>
          <p:cNvPr id="994" name="Google Shape;994;p77"/>
          <p:cNvSpPr txBox="1"/>
          <p:nvPr/>
        </p:nvSpPr>
        <p:spPr>
          <a:xfrm>
            <a:off x="2809839" y="3972635"/>
            <a:ext cx="151500" cy="369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rgbClr val="000000"/>
                </a:solidFill>
                <a:latin typeface="Lexend"/>
                <a:ea typeface="Lexend"/>
                <a:cs typeface="Lexend"/>
                <a:sym typeface="Lexend"/>
              </a:rPr>
              <a:t>,</a:t>
            </a:r>
            <a:endParaRPr sz="2000">
              <a:solidFill>
                <a:srgbClr val="000000"/>
              </a:solidFill>
              <a:latin typeface="Lexend"/>
              <a:ea typeface="Lexend"/>
              <a:cs typeface="Lexend"/>
              <a:sym typeface="Lexend"/>
            </a:endParaRPr>
          </a:p>
        </p:txBody>
      </p:sp>
      <p:sp>
        <p:nvSpPr>
          <p:cNvPr id="995" name="Google Shape;995;p77"/>
          <p:cNvSpPr txBox="1"/>
          <p:nvPr/>
        </p:nvSpPr>
        <p:spPr>
          <a:xfrm>
            <a:off x="3775540" y="3972635"/>
            <a:ext cx="151500" cy="369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rgbClr val="000000"/>
                </a:solidFill>
                <a:latin typeface="Lexend"/>
                <a:ea typeface="Lexend"/>
                <a:cs typeface="Lexend"/>
                <a:sym typeface="Lexend"/>
              </a:rPr>
              <a:t>,</a:t>
            </a:r>
            <a:endParaRPr sz="2000">
              <a:solidFill>
                <a:srgbClr val="000000"/>
              </a:solidFill>
              <a:latin typeface="Lexend"/>
              <a:ea typeface="Lexend"/>
              <a:cs typeface="Lexend"/>
              <a:sym typeface="Lexend"/>
            </a:endParaRPr>
          </a:p>
        </p:txBody>
      </p:sp>
      <p:sp>
        <p:nvSpPr>
          <p:cNvPr id="996" name="Google Shape;996;p77"/>
          <p:cNvSpPr txBox="1"/>
          <p:nvPr/>
        </p:nvSpPr>
        <p:spPr>
          <a:xfrm>
            <a:off x="4600959" y="3972635"/>
            <a:ext cx="455700" cy="369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rgbClr val="000000"/>
                </a:solidFill>
                <a:latin typeface="Lexend"/>
                <a:ea typeface="Lexend"/>
                <a:cs typeface="Lexend"/>
                <a:sym typeface="Lexend"/>
              </a:rPr>
              <a:t>, …</a:t>
            </a:r>
            <a:endParaRPr sz="2000">
              <a:solidFill>
                <a:srgbClr val="000000"/>
              </a:solidFill>
              <a:latin typeface="Lexend"/>
              <a:ea typeface="Lexend"/>
              <a:cs typeface="Lexend"/>
              <a:sym typeface="Lexend"/>
            </a:endParaRPr>
          </a:p>
        </p:txBody>
      </p:sp>
      <p:pic>
        <p:nvPicPr>
          <p:cNvPr id="997" name="Google Shape;997;p77"/>
          <p:cNvPicPr preferRelativeResize="0"/>
          <p:nvPr/>
        </p:nvPicPr>
        <p:blipFill rotWithShape="1">
          <a:blip r:embed="rId5">
            <a:alphaModFix/>
          </a:blip>
          <a:srcRect b="84458" l="57225" r="18284" t="0"/>
          <a:stretch/>
        </p:blipFill>
        <p:spPr>
          <a:xfrm rot="10800000">
            <a:off x="1561830" y="4244621"/>
            <a:ext cx="1094252" cy="310409"/>
          </a:xfrm>
          <a:prstGeom prst="rect">
            <a:avLst/>
          </a:prstGeom>
          <a:noFill/>
          <a:ln>
            <a:noFill/>
          </a:ln>
        </p:spPr>
      </p:pic>
      <p:pic>
        <p:nvPicPr>
          <p:cNvPr id="998" name="Google Shape;998;p77"/>
          <p:cNvPicPr preferRelativeResize="0"/>
          <p:nvPr/>
        </p:nvPicPr>
        <p:blipFill rotWithShape="1">
          <a:blip r:embed="rId5">
            <a:alphaModFix/>
          </a:blip>
          <a:srcRect b="84458" l="57225" r="18284" t="0"/>
          <a:stretch/>
        </p:blipFill>
        <p:spPr>
          <a:xfrm>
            <a:off x="2338361" y="3663358"/>
            <a:ext cx="1094252" cy="310409"/>
          </a:xfrm>
          <a:prstGeom prst="rect">
            <a:avLst/>
          </a:prstGeom>
          <a:noFill/>
          <a:ln>
            <a:noFill/>
          </a:ln>
        </p:spPr>
      </p:pic>
      <p:pic>
        <p:nvPicPr>
          <p:cNvPr id="999" name="Google Shape;999;p77"/>
          <p:cNvPicPr preferRelativeResize="0"/>
          <p:nvPr/>
        </p:nvPicPr>
        <p:blipFill rotWithShape="1">
          <a:blip r:embed="rId5">
            <a:alphaModFix/>
          </a:blip>
          <a:srcRect b="84458" l="57225" r="18284" t="0"/>
          <a:stretch/>
        </p:blipFill>
        <p:spPr>
          <a:xfrm>
            <a:off x="3227330" y="3663358"/>
            <a:ext cx="1094252" cy="310409"/>
          </a:xfrm>
          <a:prstGeom prst="rect">
            <a:avLst/>
          </a:prstGeom>
          <a:noFill/>
          <a:ln>
            <a:noFill/>
          </a:ln>
        </p:spPr>
      </p:pic>
      <p:sp>
        <p:nvSpPr>
          <p:cNvPr id="1000" name="Google Shape;1000;p77"/>
          <p:cNvSpPr txBox="1"/>
          <p:nvPr/>
        </p:nvSpPr>
        <p:spPr>
          <a:xfrm>
            <a:off x="2766378" y="3488400"/>
            <a:ext cx="566400" cy="287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900">
                <a:solidFill>
                  <a:srgbClr val="222222"/>
                </a:solidFill>
                <a:latin typeface="Lexend"/>
                <a:ea typeface="Lexend"/>
                <a:cs typeface="Lexend"/>
                <a:sym typeface="Lexend"/>
              </a:rPr>
              <a:t>+ 3</a:t>
            </a:r>
            <a:endParaRPr sz="1800">
              <a:solidFill>
                <a:srgbClr val="000000"/>
              </a:solidFill>
              <a:latin typeface="Lexend"/>
              <a:ea typeface="Lexend"/>
              <a:cs typeface="Lexend"/>
              <a:sym typeface="Lexend"/>
            </a:endParaRPr>
          </a:p>
        </p:txBody>
      </p:sp>
      <p:sp>
        <p:nvSpPr>
          <p:cNvPr id="1001" name="Google Shape;1001;p77"/>
          <p:cNvSpPr txBox="1"/>
          <p:nvPr/>
        </p:nvSpPr>
        <p:spPr>
          <a:xfrm>
            <a:off x="3684344" y="3488400"/>
            <a:ext cx="566400" cy="287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900">
                <a:solidFill>
                  <a:srgbClr val="222222"/>
                </a:solidFill>
                <a:latin typeface="Lexend"/>
                <a:ea typeface="Lexend"/>
                <a:cs typeface="Lexend"/>
                <a:sym typeface="Lexend"/>
              </a:rPr>
              <a:t>+ 3</a:t>
            </a:r>
            <a:endParaRPr sz="1800">
              <a:solidFill>
                <a:srgbClr val="000000"/>
              </a:solidFill>
              <a:latin typeface="Lexend"/>
              <a:ea typeface="Lexend"/>
              <a:cs typeface="Lexend"/>
              <a:sym typeface="Lexend"/>
            </a:endParaRPr>
          </a:p>
        </p:txBody>
      </p:sp>
      <p:sp>
        <p:nvSpPr>
          <p:cNvPr id="1002" name="Google Shape;1002;p77"/>
          <p:cNvSpPr/>
          <p:nvPr/>
        </p:nvSpPr>
        <p:spPr>
          <a:xfrm>
            <a:off x="3049000" y="3934125"/>
            <a:ext cx="635400" cy="31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2000">
                <a:latin typeface="Lexend"/>
                <a:ea typeface="Lexend"/>
                <a:cs typeface="Lexend"/>
                <a:sym typeface="Lexend"/>
              </a:rPr>
              <a:t>10</a:t>
            </a:r>
            <a:endParaRPr sz="2000">
              <a:solidFill>
                <a:srgbClr val="000000"/>
              </a:solidFill>
              <a:latin typeface="Lexend"/>
              <a:ea typeface="Lexend"/>
              <a:cs typeface="Lexend"/>
              <a:sym typeface="Lexend"/>
            </a:endParaRPr>
          </a:p>
        </p:txBody>
      </p:sp>
      <p:sp>
        <p:nvSpPr>
          <p:cNvPr id="1003" name="Google Shape;1003;p77"/>
          <p:cNvSpPr/>
          <p:nvPr/>
        </p:nvSpPr>
        <p:spPr>
          <a:xfrm>
            <a:off x="3876825" y="3934125"/>
            <a:ext cx="635400" cy="31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2000">
                <a:latin typeface="Lexend"/>
                <a:ea typeface="Lexend"/>
                <a:cs typeface="Lexend"/>
                <a:sym typeface="Lexend"/>
              </a:rPr>
              <a:t>13</a:t>
            </a:r>
            <a:endParaRPr sz="2000">
              <a:solidFill>
                <a:srgbClr val="000000"/>
              </a:solidFill>
              <a:latin typeface="Lexend"/>
              <a:ea typeface="Lexend"/>
              <a:cs typeface="Lexend"/>
              <a:sym typeface="Lexend"/>
            </a:endParaRPr>
          </a:p>
        </p:txBody>
      </p:sp>
      <p:pic>
        <p:nvPicPr>
          <p:cNvPr id="1004" name="Google Shape;1004;p77"/>
          <p:cNvPicPr preferRelativeResize="0"/>
          <p:nvPr/>
        </p:nvPicPr>
        <p:blipFill rotWithShape="1">
          <a:blip r:embed="rId5">
            <a:alphaModFix/>
          </a:blip>
          <a:srcRect b="84458" l="57225" r="18284" t="0"/>
          <a:stretch/>
        </p:blipFill>
        <p:spPr>
          <a:xfrm rot="10800000">
            <a:off x="521203" y="4244619"/>
            <a:ext cx="1094252" cy="310409"/>
          </a:xfrm>
          <a:prstGeom prst="rect">
            <a:avLst/>
          </a:prstGeom>
          <a:noFill/>
          <a:ln>
            <a:noFill/>
          </a:ln>
        </p:spPr>
      </p:pic>
      <p:sp>
        <p:nvSpPr>
          <p:cNvPr id="1005" name="Google Shape;1005;p77"/>
          <p:cNvSpPr txBox="1"/>
          <p:nvPr/>
        </p:nvSpPr>
        <p:spPr>
          <a:xfrm>
            <a:off x="750152" y="4471275"/>
            <a:ext cx="455700" cy="287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sz="1900">
                <a:solidFill>
                  <a:srgbClr val="222222"/>
                </a:solidFill>
                <a:latin typeface="Lexend"/>
                <a:ea typeface="Lexend"/>
                <a:cs typeface="Lexend"/>
                <a:sym typeface="Lexend"/>
              </a:rPr>
              <a:t>− 3</a:t>
            </a:r>
            <a:endParaRPr sz="1800">
              <a:solidFill>
                <a:srgbClr val="000000"/>
              </a:solidFill>
              <a:latin typeface="Lexend"/>
              <a:ea typeface="Lexend"/>
              <a:cs typeface="Lexend"/>
              <a:sym typeface="Lexend"/>
            </a:endParaRPr>
          </a:p>
        </p:txBody>
      </p:sp>
      <p:sp>
        <p:nvSpPr>
          <p:cNvPr id="1006" name="Google Shape;1006;p77"/>
          <p:cNvSpPr/>
          <p:nvPr/>
        </p:nvSpPr>
        <p:spPr>
          <a:xfrm>
            <a:off x="331603" y="3934137"/>
            <a:ext cx="635400" cy="31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2000">
                <a:latin typeface="Lexend"/>
                <a:ea typeface="Lexend"/>
                <a:cs typeface="Lexend"/>
                <a:sym typeface="Lexend"/>
              </a:rPr>
              <a:t>1</a:t>
            </a:r>
            <a:endParaRPr sz="2000">
              <a:solidFill>
                <a:srgbClr val="000000"/>
              </a:solidFill>
              <a:latin typeface="Lexend"/>
              <a:ea typeface="Lexend"/>
              <a:cs typeface="Lexend"/>
              <a:sym typeface="Lexend"/>
            </a:endParaRPr>
          </a:p>
        </p:txBody>
      </p:sp>
      <p:sp>
        <p:nvSpPr>
          <p:cNvPr id="1007" name="Google Shape;1007;p77"/>
          <p:cNvSpPr txBox="1"/>
          <p:nvPr/>
        </p:nvSpPr>
        <p:spPr>
          <a:xfrm>
            <a:off x="1866827" y="4471275"/>
            <a:ext cx="455700" cy="287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900">
                <a:solidFill>
                  <a:srgbClr val="222222"/>
                </a:solidFill>
                <a:latin typeface="Lexend"/>
                <a:ea typeface="Lexend"/>
                <a:cs typeface="Lexend"/>
                <a:sym typeface="Lexend"/>
              </a:rPr>
              <a:t>− 3</a:t>
            </a:r>
            <a:endParaRPr sz="1800">
              <a:solidFill>
                <a:srgbClr val="000000"/>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8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8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9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9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9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9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9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0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0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0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0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1" name="Shape 1011"/>
        <p:cNvGrpSpPr/>
        <p:nvPr/>
      </p:nvGrpSpPr>
      <p:grpSpPr>
        <a:xfrm>
          <a:off x="0" y="0"/>
          <a:ext cx="0" cy="0"/>
          <a:chOff x="0" y="0"/>
          <a:chExt cx="0" cy="0"/>
        </a:xfrm>
      </p:grpSpPr>
      <p:sp>
        <p:nvSpPr>
          <p:cNvPr id="1012" name="Google Shape;1012;p78"/>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term-to-term rules</a:t>
            </a:r>
            <a:endParaRPr/>
          </a:p>
        </p:txBody>
      </p:sp>
      <p:pic>
        <p:nvPicPr>
          <p:cNvPr id="1013" name="Google Shape;1013;p78"/>
          <p:cNvPicPr preferRelativeResize="0"/>
          <p:nvPr/>
        </p:nvPicPr>
        <p:blipFill>
          <a:blip r:embed="rId3">
            <a:alphaModFix/>
          </a:blip>
          <a:stretch>
            <a:fillRect/>
          </a:stretch>
        </p:blipFill>
        <p:spPr>
          <a:xfrm flipH="1">
            <a:off x="393187" y="1498349"/>
            <a:ext cx="788350" cy="1016564"/>
          </a:xfrm>
          <a:prstGeom prst="rect">
            <a:avLst/>
          </a:prstGeom>
          <a:noFill/>
          <a:ln>
            <a:noFill/>
          </a:ln>
        </p:spPr>
      </p:pic>
      <p:sp>
        <p:nvSpPr>
          <p:cNvPr id="1014" name="Google Shape;1014;p78"/>
          <p:cNvSpPr txBox="1"/>
          <p:nvPr/>
        </p:nvSpPr>
        <p:spPr>
          <a:xfrm>
            <a:off x="324000" y="2407050"/>
            <a:ext cx="1146600" cy="5859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Andeep</a:t>
            </a:r>
            <a:endParaRPr b="1" sz="1800">
              <a:latin typeface="Lexend"/>
              <a:ea typeface="Lexend"/>
              <a:cs typeface="Lexend"/>
              <a:sym typeface="Lexend"/>
            </a:endParaRPr>
          </a:p>
        </p:txBody>
      </p:sp>
      <p:grpSp>
        <p:nvGrpSpPr>
          <p:cNvPr id="1015" name="Google Shape;1015;p78"/>
          <p:cNvGrpSpPr/>
          <p:nvPr/>
        </p:nvGrpSpPr>
        <p:grpSpPr>
          <a:xfrm>
            <a:off x="1241812" y="1080016"/>
            <a:ext cx="2635598" cy="1672591"/>
            <a:chOff x="1902385" y="1608375"/>
            <a:chExt cx="2242299" cy="1553875"/>
          </a:xfrm>
        </p:grpSpPr>
        <p:pic>
          <p:nvPicPr>
            <p:cNvPr id="1016" name="Google Shape;1016;p78"/>
            <p:cNvPicPr preferRelativeResize="0"/>
            <p:nvPr/>
          </p:nvPicPr>
          <p:blipFill rotWithShape="1">
            <a:blip r:embed="rId4">
              <a:alphaModFix/>
            </a:blip>
            <a:srcRect b="0" l="0" r="69082" t="56280"/>
            <a:stretch/>
          </p:blipFill>
          <p:spPr>
            <a:xfrm flipH="1">
              <a:off x="1902385" y="1608375"/>
              <a:ext cx="2242299" cy="1553875"/>
            </a:xfrm>
            <a:prstGeom prst="rect">
              <a:avLst/>
            </a:prstGeom>
            <a:noFill/>
            <a:ln>
              <a:noFill/>
            </a:ln>
          </p:spPr>
        </p:pic>
        <p:sp>
          <p:nvSpPr>
            <p:cNvPr id="1017" name="Google Shape;1017;p78"/>
            <p:cNvSpPr txBox="1"/>
            <p:nvPr/>
          </p:nvSpPr>
          <p:spPr>
            <a:xfrm flipH="1">
              <a:off x="2142461" y="1821383"/>
              <a:ext cx="1891800" cy="10548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GB" sz="1800">
                  <a:latin typeface="Lexend"/>
                  <a:ea typeface="Lexend"/>
                  <a:cs typeface="Lexend"/>
                  <a:sym typeface="Lexend"/>
                </a:rPr>
                <a:t>The </a:t>
              </a:r>
              <a:r>
                <a:rPr b="1" lang="en-GB" sz="1800">
                  <a:latin typeface="Lexend"/>
                  <a:ea typeface="Lexend"/>
                  <a:cs typeface="Lexend"/>
                  <a:sym typeface="Lexend"/>
                </a:rPr>
                <a:t>term-to-term</a:t>
              </a:r>
              <a:r>
                <a:rPr lang="en-GB" sz="1800">
                  <a:latin typeface="Lexend"/>
                  <a:ea typeface="Lexend"/>
                  <a:cs typeface="Lexend"/>
                  <a:sym typeface="Lexend"/>
                </a:rPr>
                <a:t> rule is add 3. The third term is 7.</a:t>
              </a:r>
              <a:endParaRPr sz="1800">
                <a:solidFill>
                  <a:srgbClr val="000000"/>
                </a:solidFill>
                <a:latin typeface="Lexend"/>
                <a:ea typeface="Lexend"/>
                <a:cs typeface="Lexend"/>
                <a:sym typeface="Lexend"/>
              </a:endParaRPr>
            </a:p>
          </p:txBody>
        </p:sp>
      </p:grpSp>
      <p:sp>
        <p:nvSpPr>
          <p:cNvPr id="1018" name="Google Shape;1018;p78"/>
          <p:cNvSpPr txBox="1"/>
          <p:nvPr>
            <p:ph idx="1" type="body"/>
          </p:nvPr>
        </p:nvSpPr>
        <p:spPr>
          <a:xfrm>
            <a:off x="4061100" y="1080025"/>
            <a:ext cx="4758900" cy="3237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lang="en-GB" sz="1800"/>
              <a:t>How could we use this rule to find the 10th term in the sequence?</a:t>
            </a:r>
            <a:endParaRPr sz="1800"/>
          </a:p>
        </p:txBody>
      </p:sp>
      <p:graphicFrame>
        <p:nvGraphicFramePr>
          <p:cNvPr id="1019" name="Google Shape;1019;p78"/>
          <p:cNvGraphicFramePr/>
          <p:nvPr/>
        </p:nvGraphicFramePr>
        <p:xfrm>
          <a:off x="393175" y="3219125"/>
          <a:ext cx="3000000" cy="3000000"/>
        </p:xfrm>
        <a:graphic>
          <a:graphicData uri="http://schemas.openxmlformats.org/drawingml/2006/table">
            <a:tbl>
              <a:tblPr>
                <a:noFill/>
                <a:tableStyleId>{75A5DC62-8C51-4004-8FE2-019E2598D443}</a:tableStyleId>
              </a:tblPr>
              <a:tblGrid>
                <a:gridCol w="842675"/>
                <a:gridCol w="842675"/>
                <a:gridCol w="842675"/>
                <a:gridCol w="842675"/>
                <a:gridCol w="842675"/>
                <a:gridCol w="842675"/>
                <a:gridCol w="842675"/>
                <a:gridCol w="842675"/>
                <a:gridCol w="842675"/>
                <a:gridCol w="842675"/>
              </a:tblGrid>
              <a:tr h="381000">
                <a:tc>
                  <a:txBody>
                    <a:bodyPr/>
                    <a:lstStyle/>
                    <a:p>
                      <a:pPr indent="0" lvl="0" marL="0" rtl="0" algn="l">
                        <a:spcBef>
                          <a:spcPts val="0"/>
                        </a:spcBef>
                        <a:spcAft>
                          <a:spcPts val="0"/>
                        </a:spcAft>
                        <a:buNone/>
                      </a:pPr>
                      <a:r>
                        <a:rPr lang="en-GB" sz="1800">
                          <a:latin typeface="Lexend"/>
                          <a:ea typeface="Lexend"/>
                          <a:cs typeface="Lexend"/>
                          <a:sym typeface="Lexend"/>
                        </a:rPr>
                        <a:t>T</a:t>
                      </a:r>
                      <a:r>
                        <a:rPr baseline="-25000" lang="en-GB" sz="1800">
                          <a:latin typeface="Lexend"/>
                          <a:ea typeface="Lexend"/>
                          <a:cs typeface="Lexend"/>
                          <a:sym typeface="Lexend"/>
                        </a:rPr>
                        <a:t>1</a:t>
                      </a:r>
                      <a:r>
                        <a:rPr lang="en-GB" sz="1800">
                          <a:latin typeface="Lexend"/>
                          <a:ea typeface="Lexend"/>
                          <a:cs typeface="Lexend"/>
                          <a:sym typeface="Lexend"/>
                        </a:rPr>
                        <a:t> </a:t>
                      </a:r>
                      <a:endParaRPr sz="18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T</a:t>
                      </a:r>
                      <a:r>
                        <a:rPr baseline="-25000" lang="en-GB" sz="1800">
                          <a:latin typeface="Lexend"/>
                          <a:ea typeface="Lexend"/>
                          <a:cs typeface="Lexend"/>
                          <a:sym typeface="Lexend"/>
                        </a:rPr>
                        <a:t>2</a:t>
                      </a:r>
                      <a:r>
                        <a:rPr lang="en-GB" sz="1800">
                          <a:latin typeface="Lexend"/>
                          <a:ea typeface="Lexend"/>
                          <a:cs typeface="Lexend"/>
                          <a:sym typeface="Lexend"/>
                        </a:rPr>
                        <a:t> </a:t>
                      </a:r>
                      <a:endParaRPr sz="18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T</a:t>
                      </a:r>
                      <a:r>
                        <a:rPr baseline="-25000" lang="en-GB" sz="1800">
                          <a:latin typeface="Lexend"/>
                          <a:ea typeface="Lexend"/>
                          <a:cs typeface="Lexend"/>
                          <a:sym typeface="Lexend"/>
                        </a:rPr>
                        <a:t>3</a:t>
                      </a:r>
                      <a:r>
                        <a:rPr lang="en-GB" sz="1800">
                          <a:latin typeface="Lexend"/>
                          <a:ea typeface="Lexend"/>
                          <a:cs typeface="Lexend"/>
                          <a:sym typeface="Lexend"/>
                        </a:rPr>
                        <a:t> </a:t>
                      </a:r>
                      <a:endParaRPr sz="18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T</a:t>
                      </a:r>
                      <a:r>
                        <a:rPr baseline="-25000" lang="en-GB" sz="1800">
                          <a:latin typeface="Lexend"/>
                          <a:ea typeface="Lexend"/>
                          <a:cs typeface="Lexend"/>
                          <a:sym typeface="Lexend"/>
                        </a:rPr>
                        <a:t>4</a:t>
                      </a:r>
                      <a:r>
                        <a:rPr lang="en-GB" sz="1800">
                          <a:latin typeface="Lexend"/>
                          <a:ea typeface="Lexend"/>
                          <a:cs typeface="Lexend"/>
                          <a:sym typeface="Lexend"/>
                        </a:rPr>
                        <a:t> </a:t>
                      </a:r>
                      <a:endParaRPr sz="18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T</a:t>
                      </a:r>
                      <a:r>
                        <a:rPr baseline="-25000" lang="en-GB" sz="1800">
                          <a:latin typeface="Lexend"/>
                          <a:ea typeface="Lexend"/>
                          <a:cs typeface="Lexend"/>
                          <a:sym typeface="Lexend"/>
                        </a:rPr>
                        <a:t>5</a:t>
                      </a:r>
                      <a:r>
                        <a:rPr lang="en-GB" sz="1800">
                          <a:latin typeface="Lexend"/>
                          <a:ea typeface="Lexend"/>
                          <a:cs typeface="Lexend"/>
                          <a:sym typeface="Lexend"/>
                        </a:rPr>
                        <a:t> </a:t>
                      </a:r>
                      <a:endParaRPr sz="18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T</a:t>
                      </a:r>
                      <a:r>
                        <a:rPr baseline="-25000" lang="en-GB" sz="1800">
                          <a:latin typeface="Lexend"/>
                          <a:ea typeface="Lexend"/>
                          <a:cs typeface="Lexend"/>
                          <a:sym typeface="Lexend"/>
                        </a:rPr>
                        <a:t>6</a:t>
                      </a:r>
                      <a:r>
                        <a:rPr lang="en-GB" sz="1800">
                          <a:latin typeface="Lexend"/>
                          <a:ea typeface="Lexend"/>
                          <a:cs typeface="Lexend"/>
                          <a:sym typeface="Lexend"/>
                        </a:rPr>
                        <a:t> </a:t>
                      </a:r>
                      <a:endParaRPr sz="18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T</a:t>
                      </a:r>
                      <a:r>
                        <a:rPr baseline="-25000" lang="en-GB" sz="1800">
                          <a:latin typeface="Lexend"/>
                          <a:ea typeface="Lexend"/>
                          <a:cs typeface="Lexend"/>
                          <a:sym typeface="Lexend"/>
                        </a:rPr>
                        <a:t>7</a:t>
                      </a:r>
                      <a:r>
                        <a:rPr lang="en-GB" sz="1800">
                          <a:latin typeface="Lexend"/>
                          <a:ea typeface="Lexend"/>
                          <a:cs typeface="Lexend"/>
                          <a:sym typeface="Lexend"/>
                        </a:rPr>
                        <a:t> </a:t>
                      </a:r>
                      <a:endParaRPr sz="18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T</a:t>
                      </a:r>
                      <a:r>
                        <a:rPr baseline="-25000" lang="en-GB" sz="1800">
                          <a:latin typeface="Lexend"/>
                          <a:ea typeface="Lexend"/>
                          <a:cs typeface="Lexend"/>
                          <a:sym typeface="Lexend"/>
                        </a:rPr>
                        <a:t>8</a:t>
                      </a:r>
                      <a:r>
                        <a:rPr lang="en-GB" sz="1800">
                          <a:latin typeface="Lexend"/>
                          <a:ea typeface="Lexend"/>
                          <a:cs typeface="Lexend"/>
                          <a:sym typeface="Lexend"/>
                        </a:rPr>
                        <a:t> </a:t>
                      </a:r>
                      <a:endParaRPr sz="18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T</a:t>
                      </a:r>
                      <a:r>
                        <a:rPr baseline="-25000" lang="en-GB" sz="1800">
                          <a:latin typeface="Lexend"/>
                          <a:ea typeface="Lexend"/>
                          <a:cs typeface="Lexend"/>
                          <a:sym typeface="Lexend"/>
                        </a:rPr>
                        <a:t>9</a:t>
                      </a:r>
                      <a:r>
                        <a:rPr lang="en-GB" sz="1800">
                          <a:latin typeface="Lexend"/>
                          <a:ea typeface="Lexend"/>
                          <a:cs typeface="Lexend"/>
                          <a:sym typeface="Lexend"/>
                        </a:rPr>
                        <a:t> </a:t>
                      </a:r>
                      <a:endParaRPr sz="18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T</a:t>
                      </a:r>
                      <a:r>
                        <a:rPr baseline="-25000" lang="en-GB" sz="1800">
                          <a:latin typeface="Lexend"/>
                          <a:ea typeface="Lexend"/>
                          <a:cs typeface="Lexend"/>
                          <a:sym typeface="Lexend"/>
                        </a:rPr>
                        <a:t>10</a:t>
                      </a:r>
                      <a:r>
                        <a:rPr lang="en-GB" sz="1800">
                          <a:latin typeface="Lexend"/>
                          <a:ea typeface="Lexend"/>
                          <a:cs typeface="Lexend"/>
                          <a:sym typeface="Lexend"/>
                        </a:rPr>
                        <a:t> </a:t>
                      </a:r>
                      <a:endParaRPr sz="18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96450">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7</a:t>
                      </a:r>
                      <a:endParaRPr sz="18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10</a:t>
                      </a:r>
                      <a:endParaRPr sz="18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13</a:t>
                      </a:r>
                      <a:endParaRPr sz="18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pic>
        <p:nvPicPr>
          <p:cNvPr id="1020" name="Google Shape;1020;p78"/>
          <p:cNvPicPr preferRelativeResize="0"/>
          <p:nvPr/>
        </p:nvPicPr>
        <p:blipFill rotWithShape="1">
          <a:blip r:embed="rId5">
            <a:alphaModFix/>
          </a:blip>
          <a:srcRect b="84458" l="57225" r="18284" t="0"/>
          <a:stretch/>
        </p:blipFill>
        <p:spPr>
          <a:xfrm flipH="1" rot="10800000">
            <a:off x="4024873" y="4164796"/>
            <a:ext cx="1094252" cy="310409"/>
          </a:xfrm>
          <a:prstGeom prst="rect">
            <a:avLst/>
          </a:prstGeom>
          <a:noFill/>
          <a:ln>
            <a:noFill/>
          </a:ln>
        </p:spPr>
      </p:pic>
      <p:sp>
        <p:nvSpPr>
          <p:cNvPr id="1021" name="Google Shape;1021;p78"/>
          <p:cNvSpPr txBox="1"/>
          <p:nvPr/>
        </p:nvSpPr>
        <p:spPr>
          <a:xfrm>
            <a:off x="4288790" y="4475200"/>
            <a:ext cx="566400" cy="287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900">
                <a:solidFill>
                  <a:srgbClr val="222222"/>
                </a:solidFill>
                <a:latin typeface="Lexend"/>
                <a:ea typeface="Lexend"/>
                <a:cs typeface="Lexend"/>
                <a:sym typeface="Lexend"/>
              </a:rPr>
              <a:t>+ 3</a:t>
            </a:r>
            <a:endParaRPr sz="1800">
              <a:solidFill>
                <a:srgbClr val="000000"/>
              </a:solidFill>
              <a:latin typeface="Lexend"/>
              <a:ea typeface="Lexend"/>
              <a:cs typeface="Lexend"/>
              <a:sym typeface="Lexend"/>
            </a:endParaRPr>
          </a:p>
        </p:txBody>
      </p:sp>
      <p:pic>
        <p:nvPicPr>
          <p:cNvPr id="1022" name="Google Shape;1022;p78"/>
          <p:cNvPicPr preferRelativeResize="0"/>
          <p:nvPr/>
        </p:nvPicPr>
        <p:blipFill rotWithShape="1">
          <a:blip r:embed="rId5">
            <a:alphaModFix/>
          </a:blip>
          <a:srcRect b="84458" l="57225" r="18284" t="0"/>
          <a:stretch/>
        </p:blipFill>
        <p:spPr>
          <a:xfrm flipH="1" rot="10800000">
            <a:off x="4895385" y="4164796"/>
            <a:ext cx="1094252" cy="310409"/>
          </a:xfrm>
          <a:prstGeom prst="rect">
            <a:avLst/>
          </a:prstGeom>
          <a:noFill/>
          <a:ln>
            <a:noFill/>
          </a:ln>
        </p:spPr>
      </p:pic>
      <p:sp>
        <p:nvSpPr>
          <p:cNvPr id="1023" name="Google Shape;1023;p78"/>
          <p:cNvSpPr txBox="1"/>
          <p:nvPr/>
        </p:nvSpPr>
        <p:spPr>
          <a:xfrm>
            <a:off x="5259127" y="4475200"/>
            <a:ext cx="566400" cy="287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900">
                <a:solidFill>
                  <a:srgbClr val="222222"/>
                </a:solidFill>
                <a:latin typeface="Lexend"/>
                <a:ea typeface="Lexend"/>
                <a:cs typeface="Lexend"/>
                <a:sym typeface="Lexend"/>
              </a:rPr>
              <a:t>+ 3</a:t>
            </a:r>
            <a:endParaRPr sz="1800">
              <a:solidFill>
                <a:srgbClr val="000000"/>
              </a:solidFill>
              <a:latin typeface="Lexend"/>
              <a:ea typeface="Lexend"/>
              <a:cs typeface="Lexend"/>
              <a:sym typeface="Lexend"/>
            </a:endParaRPr>
          </a:p>
        </p:txBody>
      </p:sp>
      <p:pic>
        <p:nvPicPr>
          <p:cNvPr id="1024" name="Google Shape;1024;p78"/>
          <p:cNvPicPr preferRelativeResize="0"/>
          <p:nvPr/>
        </p:nvPicPr>
        <p:blipFill rotWithShape="1">
          <a:blip r:embed="rId5">
            <a:alphaModFix/>
          </a:blip>
          <a:srcRect b="84458" l="57225" r="18284" t="0"/>
          <a:stretch/>
        </p:blipFill>
        <p:spPr>
          <a:xfrm flipH="1" rot="10800000">
            <a:off x="5770462" y="4164796"/>
            <a:ext cx="1094252" cy="310409"/>
          </a:xfrm>
          <a:prstGeom prst="rect">
            <a:avLst/>
          </a:prstGeom>
          <a:noFill/>
          <a:ln>
            <a:noFill/>
          </a:ln>
        </p:spPr>
      </p:pic>
      <p:sp>
        <p:nvSpPr>
          <p:cNvPr id="1025" name="Google Shape;1025;p78"/>
          <p:cNvSpPr txBox="1"/>
          <p:nvPr/>
        </p:nvSpPr>
        <p:spPr>
          <a:xfrm>
            <a:off x="6233998" y="4475200"/>
            <a:ext cx="566400" cy="287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900">
                <a:solidFill>
                  <a:srgbClr val="222222"/>
                </a:solidFill>
                <a:latin typeface="Lexend"/>
                <a:ea typeface="Lexend"/>
                <a:cs typeface="Lexend"/>
                <a:sym typeface="Lexend"/>
              </a:rPr>
              <a:t>+ 3</a:t>
            </a:r>
            <a:endParaRPr sz="1800">
              <a:solidFill>
                <a:srgbClr val="000000"/>
              </a:solidFill>
              <a:latin typeface="Lexend"/>
              <a:ea typeface="Lexend"/>
              <a:cs typeface="Lexend"/>
              <a:sym typeface="Lexend"/>
            </a:endParaRPr>
          </a:p>
        </p:txBody>
      </p:sp>
      <p:pic>
        <p:nvPicPr>
          <p:cNvPr id="1026" name="Google Shape;1026;p78"/>
          <p:cNvPicPr preferRelativeResize="0"/>
          <p:nvPr/>
        </p:nvPicPr>
        <p:blipFill rotWithShape="1">
          <a:blip r:embed="rId5">
            <a:alphaModFix/>
          </a:blip>
          <a:srcRect b="84458" l="57225" r="18284" t="0"/>
          <a:stretch/>
        </p:blipFill>
        <p:spPr>
          <a:xfrm flipH="1" rot="10800000">
            <a:off x="6650432" y="4164796"/>
            <a:ext cx="1094252" cy="310409"/>
          </a:xfrm>
          <a:prstGeom prst="rect">
            <a:avLst/>
          </a:prstGeom>
          <a:noFill/>
          <a:ln>
            <a:noFill/>
          </a:ln>
        </p:spPr>
      </p:pic>
      <p:sp>
        <p:nvSpPr>
          <p:cNvPr id="1027" name="Google Shape;1027;p78"/>
          <p:cNvSpPr txBox="1"/>
          <p:nvPr/>
        </p:nvSpPr>
        <p:spPr>
          <a:xfrm>
            <a:off x="7166574" y="4475200"/>
            <a:ext cx="566400" cy="287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900">
                <a:solidFill>
                  <a:srgbClr val="222222"/>
                </a:solidFill>
                <a:latin typeface="Lexend"/>
                <a:ea typeface="Lexend"/>
                <a:cs typeface="Lexend"/>
                <a:sym typeface="Lexend"/>
              </a:rPr>
              <a:t>+ 3</a:t>
            </a:r>
            <a:endParaRPr sz="1800">
              <a:solidFill>
                <a:srgbClr val="000000"/>
              </a:solidFill>
              <a:latin typeface="Lexend"/>
              <a:ea typeface="Lexend"/>
              <a:cs typeface="Lexend"/>
              <a:sym typeface="Lexend"/>
            </a:endParaRPr>
          </a:p>
        </p:txBody>
      </p:sp>
      <p:pic>
        <p:nvPicPr>
          <p:cNvPr id="1028" name="Google Shape;1028;p78"/>
          <p:cNvPicPr preferRelativeResize="0"/>
          <p:nvPr/>
        </p:nvPicPr>
        <p:blipFill rotWithShape="1">
          <a:blip r:embed="rId5">
            <a:alphaModFix/>
          </a:blip>
          <a:srcRect b="84458" l="57225" r="18284" t="0"/>
          <a:stretch/>
        </p:blipFill>
        <p:spPr>
          <a:xfrm flipH="1" rot="10800000">
            <a:off x="7533373" y="4164796"/>
            <a:ext cx="1094252" cy="310409"/>
          </a:xfrm>
          <a:prstGeom prst="rect">
            <a:avLst/>
          </a:prstGeom>
          <a:noFill/>
          <a:ln>
            <a:noFill/>
          </a:ln>
        </p:spPr>
      </p:pic>
      <p:sp>
        <p:nvSpPr>
          <p:cNvPr id="1029" name="Google Shape;1029;p78"/>
          <p:cNvSpPr txBox="1"/>
          <p:nvPr/>
        </p:nvSpPr>
        <p:spPr>
          <a:xfrm>
            <a:off x="8049515" y="4475200"/>
            <a:ext cx="566400" cy="287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900">
                <a:solidFill>
                  <a:srgbClr val="222222"/>
                </a:solidFill>
                <a:latin typeface="Lexend"/>
                <a:ea typeface="Lexend"/>
                <a:cs typeface="Lexend"/>
                <a:sym typeface="Lexend"/>
              </a:rPr>
              <a:t>+ 3</a:t>
            </a:r>
            <a:endParaRPr sz="1800">
              <a:solidFill>
                <a:srgbClr val="000000"/>
              </a:solidFill>
              <a:latin typeface="Lexend"/>
              <a:ea typeface="Lexend"/>
              <a:cs typeface="Lexend"/>
              <a:sym typeface="Lexend"/>
            </a:endParaRPr>
          </a:p>
        </p:txBody>
      </p:sp>
      <p:sp>
        <p:nvSpPr>
          <p:cNvPr id="1030" name="Google Shape;1030;p78"/>
          <p:cNvSpPr/>
          <p:nvPr/>
        </p:nvSpPr>
        <p:spPr>
          <a:xfrm>
            <a:off x="4606550" y="3680675"/>
            <a:ext cx="842700" cy="484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16</a:t>
            </a:r>
            <a:endParaRPr sz="1800">
              <a:latin typeface="Lexend"/>
              <a:ea typeface="Lexend"/>
              <a:cs typeface="Lexend"/>
              <a:sym typeface="Lexend"/>
            </a:endParaRPr>
          </a:p>
        </p:txBody>
      </p:sp>
      <p:sp>
        <p:nvSpPr>
          <p:cNvPr id="1031" name="Google Shape;1031;p78"/>
          <p:cNvSpPr/>
          <p:nvPr/>
        </p:nvSpPr>
        <p:spPr>
          <a:xfrm>
            <a:off x="5449250" y="3680675"/>
            <a:ext cx="842700" cy="484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19</a:t>
            </a:r>
            <a:endParaRPr sz="1800">
              <a:latin typeface="Lexend"/>
              <a:ea typeface="Lexend"/>
              <a:cs typeface="Lexend"/>
              <a:sym typeface="Lexend"/>
            </a:endParaRPr>
          </a:p>
        </p:txBody>
      </p:sp>
      <p:sp>
        <p:nvSpPr>
          <p:cNvPr id="1032" name="Google Shape;1032;p78"/>
          <p:cNvSpPr/>
          <p:nvPr/>
        </p:nvSpPr>
        <p:spPr>
          <a:xfrm>
            <a:off x="6291950" y="3680675"/>
            <a:ext cx="842700" cy="484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22</a:t>
            </a:r>
            <a:endParaRPr sz="1800">
              <a:latin typeface="Lexend"/>
              <a:ea typeface="Lexend"/>
              <a:cs typeface="Lexend"/>
              <a:sym typeface="Lexend"/>
            </a:endParaRPr>
          </a:p>
        </p:txBody>
      </p:sp>
      <p:sp>
        <p:nvSpPr>
          <p:cNvPr id="1033" name="Google Shape;1033;p78"/>
          <p:cNvSpPr/>
          <p:nvPr/>
        </p:nvSpPr>
        <p:spPr>
          <a:xfrm>
            <a:off x="7134575" y="3680675"/>
            <a:ext cx="842700" cy="484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25</a:t>
            </a:r>
            <a:endParaRPr sz="1800">
              <a:latin typeface="Lexend"/>
              <a:ea typeface="Lexend"/>
              <a:cs typeface="Lexend"/>
              <a:sym typeface="Lexend"/>
            </a:endParaRPr>
          </a:p>
        </p:txBody>
      </p:sp>
      <p:sp>
        <p:nvSpPr>
          <p:cNvPr id="1034" name="Google Shape;1034;p78"/>
          <p:cNvSpPr/>
          <p:nvPr/>
        </p:nvSpPr>
        <p:spPr>
          <a:xfrm>
            <a:off x="7977350" y="3680675"/>
            <a:ext cx="842700" cy="484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28</a:t>
            </a:r>
            <a:endParaRPr sz="1800">
              <a:latin typeface="Lexend"/>
              <a:ea typeface="Lexend"/>
              <a:cs typeface="Lexend"/>
              <a:sym typeface="Lexend"/>
            </a:endParaRPr>
          </a:p>
        </p:txBody>
      </p:sp>
      <p:sp>
        <p:nvSpPr>
          <p:cNvPr id="1035" name="Google Shape;1035;p78"/>
          <p:cNvSpPr txBox="1"/>
          <p:nvPr>
            <p:ph idx="1" type="body"/>
          </p:nvPr>
        </p:nvSpPr>
        <p:spPr>
          <a:xfrm>
            <a:off x="4061100" y="1985238"/>
            <a:ext cx="4758900" cy="323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Using a </a:t>
            </a:r>
            <a:r>
              <a:rPr b="1" lang="en-GB" sz="1800"/>
              <a:t>term-to-term</a:t>
            </a:r>
            <a:r>
              <a:rPr lang="en-GB" sz="1800"/>
              <a:t> rule can be time consuming when looking for larger term numbers.</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9" name="Shape 1039"/>
        <p:cNvGrpSpPr/>
        <p:nvPr/>
      </p:nvGrpSpPr>
      <p:grpSpPr>
        <a:xfrm>
          <a:off x="0" y="0"/>
          <a:ext cx="0" cy="0"/>
          <a:chOff x="0" y="0"/>
          <a:chExt cx="0" cy="0"/>
        </a:xfrm>
      </p:grpSpPr>
      <p:sp>
        <p:nvSpPr>
          <p:cNvPr id="1040" name="Google Shape;1040;p7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term-to-term rules</a:t>
            </a:r>
            <a:endParaRPr/>
          </a:p>
        </p:txBody>
      </p:sp>
      <p:sp>
        <p:nvSpPr>
          <p:cNvPr id="1041" name="Google Shape;1041;p79"/>
          <p:cNvSpPr txBox="1"/>
          <p:nvPr>
            <p:ph idx="1" type="body"/>
          </p:nvPr>
        </p:nvSpPr>
        <p:spPr>
          <a:xfrm>
            <a:off x="324000" y="759300"/>
            <a:ext cx="8237700" cy="310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This sequence starts at the number 3 and adds 4 each time.</a:t>
            </a:r>
            <a:endParaRPr sz="2000"/>
          </a:p>
        </p:txBody>
      </p:sp>
      <p:sp>
        <p:nvSpPr>
          <p:cNvPr id="1042" name="Google Shape;1042;p79"/>
          <p:cNvSpPr txBox="1"/>
          <p:nvPr>
            <p:ph idx="1" type="body"/>
          </p:nvPr>
        </p:nvSpPr>
        <p:spPr>
          <a:xfrm>
            <a:off x="324000" y="1179300"/>
            <a:ext cx="8496000" cy="323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What is the 10th term?</a:t>
            </a:r>
            <a:endParaRPr sz="1800"/>
          </a:p>
        </p:txBody>
      </p:sp>
      <p:graphicFrame>
        <p:nvGraphicFramePr>
          <p:cNvPr id="1043" name="Google Shape;1043;p79"/>
          <p:cNvGraphicFramePr/>
          <p:nvPr/>
        </p:nvGraphicFramePr>
        <p:xfrm>
          <a:off x="324000" y="1597575"/>
          <a:ext cx="3000000" cy="3000000"/>
        </p:xfrm>
        <a:graphic>
          <a:graphicData uri="http://schemas.openxmlformats.org/drawingml/2006/table">
            <a:tbl>
              <a:tblPr>
                <a:noFill/>
                <a:tableStyleId>{75A5DC62-8C51-4004-8FE2-019E2598D443}</a:tableStyleId>
              </a:tblPr>
              <a:tblGrid>
                <a:gridCol w="842675"/>
                <a:gridCol w="842675"/>
                <a:gridCol w="842675"/>
                <a:gridCol w="842675"/>
                <a:gridCol w="842675"/>
                <a:gridCol w="842675"/>
                <a:gridCol w="842675"/>
                <a:gridCol w="842675"/>
                <a:gridCol w="842675"/>
                <a:gridCol w="842675"/>
              </a:tblGrid>
              <a:tr h="381000">
                <a:tc>
                  <a:txBody>
                    <a:bodyPr/>
                    <a:lstStyle/>
                    <a:p>
                      <a:pPr indent="0" lvl="0" marL="0" rtl="0" algn="l">
                        <a:spcBef>
                          <a:spcPts val="0"/>
                        </a:spcBef>
                        <a:spcAft>
                          <a:spcPts val="0"/>
                        </a:spcAft>
                        <a:buNone/>
                      </a:pPr>
                      <a:r>
                        <a:rPr lang="en-GB" sz="1800">
                          <a:latin typeface="Lexend"/>
                          <a:ea typeface="Lexend"/>
                          <a:cs typeface="Lexend"/>
                          <a:sym typeface="Lexend"/>
                        </a:rPr>
                        <a:t>T</a:t>
                      </a:r>
                      <a:r>
                        <a:rPr baseline="-25000" lang="en-GB" sz="1800">
                          <a:latin typeface="Lexend"/>
                          <a:ea typeface="Lexend"/>
                          <a:cs typeface="Lexend"/>
                          <a:sym typeface="Lexend"/>
                        </a:rPr>
                        <a:t>1</a:t>
                      </a:r>
                      <a:r>
                        <a:rPr lang="en-GB" sz="1800">
                          <a:latin typeface="Lexend"/>
                          <a:ea typeface="Lexend"/>
                          <a:cs typeface="Lexend"/>
                          <a:sym typeface="Lexend"/>
                        </a:rPr>
                        <a:t> </a:t>
                      </a:r>
                      <a:endParaRPr sz="18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T</a:t>
                      </a:r>
                      <a:r>
                        <a:rPr baseline="-25000" lang="en-GB" sz="1800">
                          <a:latin typeface="Lexend"/>
                          <a:ea typeface="Lexend"/>
                          <a:cs typeface="Lexend"/>
                          <a:sym typeface="Lexend"/>
                        </a:rPr>
                        <a:t>2</a:t>
                      </a:r>
                      <a:r>
                        <a:rPr lang="en-GB" sz="1800">
                          <a:latin typeface="Lexend"/>
                          <a:ea typeface="Lexend"/>
                          <a:cs typeface="Lexend"/>
                          <a:sym typeface="Lexend"/>
                        </a:rPr>
                        <a:t> </a:t>
                      </a:r>
                      <a:endParaRPr sz="18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T</a:t>
                      </a:r>
                      <a:r>
                        <a:rPr baseline="-25000" lang="en-GB" sz="1800">
                          <a:latin typeface="Lexend"/>
                          <a:ea typeface="Lexend"/>
                          <a:cs typeface="Lexend"/>
                          <a:sym typeface="Lexend"/>
                        </a:rPr>
                        <a:t>3</a:t>
                      </a:r>
                      <a:r>
                        <a:rPr lang="en-GB" sz="1800">
                          <a:latin typeface="Lexend"/>
                          <a:ea typeface="Lexend"/>
                          <a:cs typeface="Lexend"/>
                          <a:sym typeface="Lexend"/>
                        </a:rPr>
                        <a:t> </a:t>
                      </a:r>
                      <a:endParaRPr sz="18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T</a:t>
                      </a:r>
                      <a:r>
                        <a:rPr baseline="-25000" lang="en-GB" sz="1800">
                          <a:latin typeface="Lexend"/>
                          <a:ea typeface="Lexend"/>
                          <a:cs typeface="Lexend"/>
                          <a:sym typeface="Lexend"/>
                        </a:rPr>
                        <a:t>4</a:t>
                      </a:r>
                      <a:r>
                        <a:rPr lang="en-GB" sz="1800">
                          <a:latin typeface="Lexend"/>
                          <a:ea typeface="Lexend"/>
                          <a:cs typeface="Lexend"/>
                          <a:sym typeface="Lexend"/>
                        </a:rPr>
                        <a:t> </a:t>
                      </a:r>
                      <a:endParaRPr sz="18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T</a:t>
                      </a:r>
                      <a:r>
                        <a:rPr baseline="-25000" lang="en-GB" sz="1800">
                          <a:latin typeface="Lexend"/>
                          <a:ea typeface="Lexend"/>
                          <a:cs typeface="Lexend"/>
                          <a:sym typeface="Lexend"/>
                        </a:rPr>
                        <a:t>5</a:t>
                      </a:r>
                      <a:r>
                        <a:rPr lang="en-GB" sz="1800">
                          <a:latin typeface="Lexend"/>
                          <a:ea typeface="Lexend"/>
                          <a:cs typeface="Lexend"/>
                          <a:sym typeface="Lexend"/>
                        </a:rPr>
                        <a:t> </a:t>
                      </a:r>
                      <a:endParaRPr sz="18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T</a:t>
                      </a:r>
                      <a:r>
                        <a:rPr baseline="-25000" lang="en-GB" sz="1800">
                          <a:latin typeface="Lexend"/>
                          <a:ea typeface="Lexend"/>
                          <a:cs typeface="Lexend"/>
                          <a:sym typeface="Lexend"/>
                        </a:rPr>
                        <a:t>6</a:t>
                      </a:r>
                      <a:r>
                        <a:rPr lang="en-GB" sz="1800">
                          <a:latin typeface="Lexend"/>
                          <a:ea typeface="Lexend"/>
                          <a:cs typeface="Lexend"/>
                          <a:sym typeface="Lexend"/>
                        </a:rPr>
                        <a:t> </a:t>
                      </a:r>
                      <a:endParaRPr sz="18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T</a:t>
                      </a:r>
                      <a:r>
                        <a:rPr baseline="-25000" lang="en-GB" sz="1800">
                          <a:latin typeface="Lexend"/>
                          <a:ea typeface="Lexend"/>
                          <a:cs typeface="Lexend"/>
                          <a:sym typeface="Lexend"/>
                        </a:rPr>
                        <a:t>7</a:t>
                      </a:r>
                      <a:r>
                        <a:rPr lang="en-GB" sz="1800">
                          <a:latin typeface="Lexend"/>
                          <a:ea typeface="Lexend"/>
                          <a:cs typeface="Lexend"/>
                          <a:sym typeface="Lexend"/>
                        </a:rPr>
                        <a:t> </a:t>
                      </a:r>
                      <a:endParaRPr sz="18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T</a:t>
                      </a:r>
                      <a:r>
                        <a:rPr baseline="-25000" lang="en-GB" sz="1800">
                          <a:latin typeface="Lexend"/>
                          <a:ea typeface="Lexend"/>
                          <a:cs typeface="Lexend"/>
                          <a:sym typeface="Lexend"/>
                        </a:rPr>
                        <a:t>8</a:t>
                      </a:r>
                      <a:r>
                        <a:rPr lang="en-GB" sz="1800">
                          <a:latin typeface="Lexend"/>
                          <a:ea typeface="Lexend"/>
                          <a:cs typeface="Lexend"/>
                          <a:sym typeface="Lexend"/>
                        </a:rPr>
                        <a:t> </a:t>
                      </a:r>
                      <a:endParaRPr sz="18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T</a:t>
                      </a:r>
                      <a:r>
                        <a:rPr baseline="-25000" lang="en-GB" sz="1800">
                          <a:latin typeface="Lexend"/>
                          <a:ea typeface="Lexend"/>
                          <a:cs typeface="Lexend"/>
                          <a:sym typeface="Lexend"/>
                        </a:rPr>
                        <a:t>9</a:t>
                      </a:r>
                      <a:r>
                        <a:rPr lang="en-GB" sz="1800">
                          <a:latin typeface="Lexend"/>
                          <a:ea typeface="Lexend"/>
                          <a:cs typeface="Lexend"/>
                          <a:sym typeface="Lexend"/>
                        </a:rPr>
                        <a:t> </a:t>
                      </a:r>
                      <a:endParaRPr sz="18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T</a:t>
                      </a:r>
                      <a:r>
                        <a:rPr baseline="-25000" lang="en-GB" sz="1800">
                          <a:latin typeface="Lexend"/>
                          <a:ea typeface="Lexend"/>
                          <a:cs typeface="Lexend"/>
                          <a:sym typeface="Lexend"/>
                        </a:rPr>
                        <a:t>10</a:t>
                      </a:r>
                      <a:r>
                        <a:rPr lang="en-GB" sz="1800">
                          <a:latin typeface="Lexend"/>
                          <a:ea typeface="Lexend"/>
                          <a:cs typeface="Lexend"/>
                          <a:sym typeface="Lexend"/>
                        </a:rPr>
                        <a:t> </a:t>
                      </a:r>
                      <a:endParaRPr sz="18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96450">
                <a:tc>
                  <a:txBody>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pic>
        <p:nvPicPr>
          <p:cNvPr id="1044" name="Google Shape;1044;p79"/>
          <p:cNvPicPr preferRelativeResize="0"/>
          <p:nvPr/>
        </p:nvPicPr>
        <p:blipFill rotWithShape="1">
          <a:blip r:embed="rId3">
            <a:alphaModFix/>
          </a:blip>
          <a:srcRect b="84458" l="57225" r="18284" t="0"/>
          <a:stretch/>
        </p:blipFill>
        <p:spPr>
          <a:xfrm flipH="1" rot="10800000">
            <a:off x="482750" y="2551174"/>
            <a:ext cx="978616" cy="310401"/>
          </a:xfrm>
          <a:prstGeom prst="rect">
            <a:avLst/>
          </a:prstGeom>
          <a:noFill/>
          <a:ln>
            <a:noFill/>
          </a:ln>
        </p:spPr>
      </p:pic>
      <p:sp>
        <p:nvSpPr>
          <p:cNvPr id="1045" name="Google Shape;1045;p79"/>
          <p:cNvSpPr txBox="1"/>
          <p:nvPr/>
        </p:nvSpPr>
        <p:spPr>
          <a:xfrm>
            <a:off x="785989" y="2760577"/>
            <a:ext cx="566400" cy="287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900">
                <a:solidFill>
                  <a:srgbClr val="222222"/>
                </a:solidFill>
                <a:latin typeface="Lexend"/>
                <a:ea typeface="Lexend"/>
                <a:cs typeface="Lexend"/>
                <a:sym typeface="Lexend"/>
              </a:rPr>
              <a:t>+ 4</a:t>
            </a:r>
            <a:endParaRPr sz="1800">
              <a:solidFill>
                <a:srgbClr val="000000"/>
              </a:solidFill>
              <a:latin typeface="Lexend"/>
              <a:ea typeface="Lexend"/>
              <a:cs typeface="Lexend"/>
              <a:sym typeface="Lexend"/>
            </a:endParaRPr>
          </a:p>
        </p:txBody>
      </p:sp>
      <p:pic>
        <p:nvPicPr>
          <p:cNvPr id="1046" name="Google Shape;1046;p79"/>
          <p:cNvPicPr preferRelativeResize="0"/>
          <p:nvPr/>
        </p:nvPicPr>
        <p:blipFill rotWithShape="1">
          <a:blip r:embed="rId3">
            <a:alphaModFix/>
          </a:blip>
          <a:srcRect b="84458" l="57225" r="18284" t="0"/>
          <a:stretch/>
        </p:blipFill>
        <p:spPr>
          <a:xfrm flipH="1" rot="10800000">
            <a:off x="2221095" y="2551174"/>
            <a:ext cx="978616" cy="310401"/>
          </a:xfrm>
          <a:prstGeom prst="rect">
            <a:avLst/>
          </a:prstGeom>
          <a:noFill/>
          <a:ln>
            <a:noFill/>
          </a:ln>
        </p:spPr>
      </p:pic>
      <p:sp>
        <p:nvSpPr>
          <p:cNvPr id="1047" name="Google Shape;1047;p79"/>
          <p:cNvSpPr txBox="1"/>
          <p:nvPr/>
        </p:nvSpPr>
        <p:spPr>
          <a:xfrm>
            <a:off x="324001" y="4201267"/>
            <a:ext cx="3529800" cy="287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900">
                <a:solidFill>
                  <a:srgbClr val="222222"/>
                </a:solidFill>
                <a:latin typeface="Lexend"/>
                <a:ea typeface="Lexend"/>
                <a:cs typeface="Lexend"/>
                <a:sym typeface="Lexend"/>
              </a:rPr>
              <a:t>We need to add 4 </a:t>
            </a:r>
            <a:r>
              <a:rPr lang="en-GB" sz="1900">
                <a:solidFill>
                  <a:schemeClr val="accent4"/>
                </a:solidFill>
                <a:latin typeface="Lexend"/>
                <a:ea typeface="Lexend"/>
                <a:cs typeface="Lexend"/>
                <a:sym typeface="Lexend"/>
              </a:rPr>
              <a:t>nine</a:t>
            </a:r>
            <a:r>
              <a:rPr lang="en-GB" sz="1900">
                <a:solidFill>
                  <a:srgbClr val="222222"/>
                </a:solidFill>
                <a:latin typeface="Lexend"/>
                <a:ea typeface="Lexend"/>
                <a:cs typeface="Lexend"/>
                <a:sym typeface="Lexend"/>
              </a:rPr>
              <a:t> times, </a:t>
            </a:r>
            <a:endParaRPr sz="1800">
              <a:solidFill>
                <a:srgbClr val="000000"/>
              </a:solidFill>
              <a:latin typeface="Lexend"/>
              <a:ea typeface="Lexend"/>
              <a:cs typeface="Lexend"/>
              <a:sym typeface="Lexend"/>
            </a:endParaRPr>
          </a:p>
        </p:txBody>
      </p:sp>
      <p:sp>
        <p:nvSpPr>
          <p:cNvPr id="1048" name="Google Shape;1048;p79"/>
          <p:cNvSpPr txBox="1"/>
          <p:nvPr>
            <p:ph idx="1" type="body"/>
          </p:nvPr>
        </p:nvSpPr>
        <p:spPr>
          <a:xfrm>
            <a:off x="324000" y="3461750"/>
            <a:ext cx="8496000" cy="323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Is there a way to make this process quicker?</a:t>
            </a:r>
            <a:endParaRPr sz="1800"/>
          </a:p>
        </p:txBody>
      </p:sp>
      <p:pic>
        <p:nvPicPr>
          <p:cNvPr id="1049" name="Google Shape;1049;p79"/>
          <p:cNvPicPr preferRelativeResize="0"/>
          <p:nvPr/>
        </p:nvPicPr>
        <p:blipFill rotWithShape="1">
          <a:blip r:embed="rId3">
            <a:alphaModFix/>
          </a:blip>
          <a:srcRect b="84458" l="57225" r="18284" t="0"/>
          <a:stretch/>
        </p:blipFill>
        <p:spPr>
          <a:xfrm flipH="1" rot="10800000">
            <a:off x="1351923" y="2551174"/>
            <a:ext cx="978616" cy="310401"/>
          </a:xfrm>
          <a:prstGeom prst="rect">
            <a:avLst/>
          </a:prstGeom>
          <a:noFill/>
          <a:ln>
            <a:noFill/>
          </a:ln>
        </p:spPr>
      </p:pic>
      <p:sp>
        <p:nvSpPr>
          <p:cNvPr id="1050" name="Google Shape;1050;p79"/>
          <p:cNvSpPr txBox="1"/>
          <p:nvPr/>
        </p:nvSpPr>
        <p:spPr>
          <a:xfrm>
            <a:off x="1616856" y="2760577"/>
            <a:ext cx="566400" cy="287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900">
                <a:solidFill>
                  <a:srgbClr val="222222"/>
                </a:solidFill>
                <a:latin typeface="Lexend"/>
                <a:ea typeface="Lexend"/>
                <a:cs typeface="Lexend"/>
                <a:sym typeface="Lexend"/>
              </a:rPr>
              <a:t>+ 4</a:t>
            </a:r>
            <a:endParaRPr sz="1800">
              <a:solidFill>
                <a:srgbClr val="000000"/>
              </a:solidFill>
              <a:latin typeface="Lexend"/>
              <a:ea typeface="Lexend"/>
              <a:cs typeface="Lexend"/>
              <a:sym typeface="Lexend"/>
            </a:endParaRPr>
          </a:p>
        </p:txBody>
      </p:sp>
      <p:sp>
        <p:nvSpPr>
          <p:cNvPr id="1051" name="Google Shape;1051;p79"/>
          <p:cNvSpPr txBox="1"/>
          <p:nvPr>
            <p:ph idx="1" type="body"/>
          </p:nvPr>
        </p:nvSpPr>
        <p:spPr>
          <a:xfrm>
            <a:off x="324000" y="3840050"/>
            <a:ext cx="8496000" cy="323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How many times do we need to add 4 to get from T</a:t>
            </a:r>
            <a:r>
              <a:rPr baseline="-25000" lang="en-GB" sz="1800"/>
              <a:t>1 </a:t>
            </a:r>
            <a:r>
              <a:rPr lang="en-GB" sz="1800"/>
              <a:t>to T</a:t>
            </a:r>
            <a:r>
              <a:rPr baseline="-25000" lang="en-GB" sz="1800"/>
              <a:t>10</a:t>
            </a:r>
            <a:r>
              <a:rPr lang="en-GB" sz="1800"/>
              <a:t> ?</a:t>
            </a:r>
            <a:endParaRPr sz="1800"/>
          </a:p>
        </p:txBody>
      </p:sp>
      <p:pic>
        <p:nvPicPr>
          <p:cNvPr id="1052" name="Google Shape;1052;p79"/>
          <p:cNvPicPr preferRelativeResize="0"/>
          <p:nvPr/>
        </p:nvPicPr>
        <p:blipFill rotWithShape="1">
          <a:blip r:embed="rId3">
            <a:alphaModFix/>
          </a:blip>
          <a:srcRect b="84458" l="57225" r="18284" t="0"/>
          <a:stretch/>
        </p:blipFill>
        <p:spPr>
          <a:xfrm flipH="1" rot="10800000">
            <a:off x="3090268" y="2551174"/>
            <a:ext cx="978616" cy="310401"/>
          </a:xfrm>
          <a:prstGeom prst="rect">
            <a:avLst/>
          </a:prstGeom>
          <a:noFill/>
          <a:ln>
            <a:noFill/>
          </a:ln>
        </p:spPr>
      </p:pic>
      <p:pic>
        <p:nvPicPr>
          <p:cNvPr id="1053" name="Google Shape;1053;p79"/>
          <p:cNvPicPr preferRelativeResize="0"/>
          <p:nvPr/>
        </p:nvPicPr>
        <p:blipFill rotWithShape="1">
          <a:blip r:embed="rId3">
            <a:alphaModFix/>
          </a:blip>
          <a:srcRect b="84458" l="57225" r="18284" t="0"/>
          <a:stretch/>
        </p:blipFill>
        <p:spPr>
          <a:xfrm flipH="1" rot="10800000">
            <a:off x="3959441" y="2551174"/>
            <a:ext cx="978616" cy="310401"/>
          </a:xfrm>
          <a:prstGeom prst="rect">
            <a:avLst/>
          </a:prstGeom>
          <a:noFill/>
          <a:ln>
            <a:noFill/>
          </a:ln>
        </p:spPr>
      </p:pic>
      <p:pic>
        <p:nvPicPr>
          <p:cNvPr id="1054" name="Google Shape;1054;p79"/>
          <p:cNvPicPr preferRelativeResize="0"/>
          <p:nvPr/>
        </p:nvPicPr>
        <p:blipFill rotWithShape="1">
          <a:blip r:embed="rId3">
            <a:alphaModFix/>
          </a:blip>
          <a:srcRect b="84458" l="57225" r="18284" t="0"/>
          <a:stretch/>
        </p:blipFill>
        <p:spPr>
          <a:xfrm flipH="1" rot="10800000">
            <a:off x="4828614" y="2551174"/>
            <a:ext cx="978616" cy="310401"/>
          </a:xfrm>
          <a:prstGeom prst="rect">
            <a:avLst/>
          </a:prstGeom>
          <a:noFill/>
          <a:ln>
            <a:noFill/>
          </a:ln>
        </p:spPr>
      </p:pic>
      <p:pic>
        <p:nvPicPr>
          <p:cNvPr id="1055" name="Google Shape;1055;p79"/>
          <p:cNvPicPr preferRelativeResize="0"/>
          <p:nvPr/>
        </p:nvPicPr>
        <p:blipFill rotWithShape="1">
          <a:blip r:embed="rId3">
            <a:alphaModFix/>
          </a:blip>
          <a:srcRect b="84458" l="57225" r="18284" t="0"/>
          <a:stretch/>
        </p:blipFill>
        <p:spPr>
          <a:xfrm flipH="1" rot="10800000">
            <a:off x="5697786" y="2551174"/>
            <a:ext cx="978616" cy="310401"/>
          </a:xfrm>
          <a:prstGeom prst="rect">
            <a:avLst/>
          </a:prstGeom>
          <a:noFill/>
          <a:ln>
            <a:noFill/>
          </a:ln>
        </p:spPr>
      </p:pic>
      <p:pic>
        <p:nvPicPr>
          <p:cNvPr id="1056" name="Google Shape;1056;p79"/>
          <p:cNvPicPr preferRelativeResize="0"/>
          <p:nvPr/>
        </p:nvPicPr>
        <p:blipFill rotWithShape="1">
          <a:blip r:embed="rId3">
            <a:alphaModFix/>
          </a:blip>
          <a:srcRect b="84458" l="57225" r="18284" t="0"/>
          <a:stretch/>
        </p:blipFill>
        <p:spPr>
          <a:xfrm flipH="1" rot="10800000">
            <a:off x="6566959" y="2551174"/>
            <a:ext cx="978616" cy="310401"/>
          </a:xfrm>
          <a:prstGeom prst="rect">
            <a:avLst/>
          </a:prstGeom>
          <a:noFill/>
          <a:ln>
            <a:noFill/>
          </a:ln>
        </p:spPr>
      </p:pic>
      <p:pic>
        <p:nvPicPr>
          <p:cNvPr id="1057" name="Google Shape;1057;p79"/>
          <p:cNvPicPr preferRelativeResize="0"/>
          <p:nvPr/>
        </p:nvPicPr>
        <p:blipFill rotWithShape="1">
          <a:blip r:embed="rId3">
            <a:alphaModFix/>
          </a:blip>
          <a:srcRect b="84458" l="57225" r="18284" t="0"/>
          <a:stretch/>
        </p:blipFill>
        <p:spPr>
          <a:xfrm flipH="1" rot="10800000">
            <a:off x="7436132" y="2551174"/>
            <a:ext cx="978616" cy="310401"/>
          </a:xfrm>
          <a:prstGeom prst="rect">
            <a:avLst/>
          </a:prstGeom>
          <a:noFill/>
          <a:ln>
            <a:noFill/>
          </a:ln>
        </p:spPr>
      </p:pic>
      <p:sp>
        <p:nvSpPr>
          <p:cNvPr id="1058" name="Google Shape;1058;p79"/>
          <p:cNvSpPr txBox="1"/>
          <p:nvPr/>
        </p:nvSpPr>
        <p:spPr>
          <a:xfrm>
            <a:off x="3859200" y="4222769"/>
            <a:ext cx="1552800" cy="287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900">
                <a:solidFill>
                  <a:srgbClr val="222222"/>
                </a:solidFill>
                <a:latin typeface="Lexend"/>
                <a:ea typeface="Lexend"/>
                <a:cs typeface="Lexend"/>
                <a:sym typeface="Lexend"/>
              </a:rPr>
              <a:t>4 × 9 = 36  </a:t>
            </a:r>
            <a:endParaRPr sz="1900">
              <a:solidFill>
                <a:srgbClr val="000000"/>
              </a:solidFill>
              <a:latin typeface="Lexend"/>
              <a:ea typeface="Lexend"/>
              <a:cs typeface="Lexend"/>
              <a:sym typeface="Lexend"/>
            </a:endParaRPr>
          </a:p>
        </p:txBody>
      </p:sp>
      <p:sp>
        <p:nvSpPr>
          <p:cNvPr id="1059" name="Google Shape;1059;p79"/>
          <p:cNvSpPr txBox="1"/>
          <p:nvPr/>
        </p:nvSpPr>
        <p:spPr>
          <a:xfrm>
            <a:off x="324001" y="4551413"/>
            <a:ext cx="3529800" cy="287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900">
                <a:solidFill>
                  <a:srgbClr val="222222"/>
                </a:solidFill>
                <a:latin typeface="Lexend"/>
                <a:ea typeface="Lexend"/>
                <a:cs typeface="Lexend"/>
                <a:sym typeface="Lexend"/>
              </a:rPr>
              <a:t>3 + 36 = 39  </a:t>
            </a:r>
            <a:endParaRPr sz="1900">
              <a:solidFill>
                <a:srgbClr val="000000"/>
              </a:solidFill>
              <a:latin typeface="Lexend"/>
              <a:ea typeface="Lexend"/>
              <a:cs typeface="Lexend"/>
              <a:sym typeface="Lexend"/>
            </a:endParaRPr>
          </a:p>
        </p:txBody>
      </p:sp>
      <p:sp>
        <p:nvSpPr>
          <p:cNvPr id="1060" name="Google Shape;1060;p79"/>
          <p:cNvSpPr/>
          <p:nvPr/>
        </p:nvSpPr>
        <p:spPr>
          <a:xfrm>
            <a:off x="7911375" y="2054725"/>
            <a:ext cx="842700" cy="484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39</a:t>
            </a:r>
            <a:endParaRPr sz="1800">
              <a:latin typeface="Lexend"/>
              <a:ea typeface="Lexend"/>
              <a:cs typeface="Lexend"/>
              <a:sym typeface="Lexend"/>
            </a:endParaRPr>
          </a:p>
        </p:txBody>
      </p:sp>
      <p:sp>
        <p:nvSpPr>
          <p:cNvPr id="1061" name="Google Shape;1061;p79"/>
          <p:cNvSpPr txBox="1"/>
          <p:nvPr/>
        </p:nvSpPr>
        <p:spPr>
          <a:xfrm>
            <a:off x="4254181" y="3051764"/>
            <a:ext cx="566400" cy="287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900">
                <a:solidFill>
                  <a:srgbClr val="222222"/>
                </a:solidFill>
                <a:latin typeface="Lexend"/>
                <a:ea typeface="Lexend"/>
                <a:cs typeface="Lexend"/>
                <a:sym typeface="Lexend"/>
              </a:rPr>
              <a:t>+ 36</a:t>
            </a:r>
            <a:endParaRPr sz="1800">
              <a:solidFill>
                <a:srgbClr val="000000"/>
              </a:solidFill>
              <a:latin typeface="Lexend"/>
              <a:ea typeface="Lexend"/>
              <a:cs typeface="Lexend"/>
              <a:sym typeface="Lexend"/>
            </a:endParaRPr>
          </a:p>
        </p:txBody>
      </p:sp>
      <p:sp>
        <p:nvSpPr>
          <p:cNvPr id="1062" name="Google Shape;1062;p79"/>
          <p:cNvSpPr/>
          <p:nvPr/>
        </p:nvSpPr>
        <p:spPr>
          <a:xfrm>
            <a:off x="555900" y="2603000"/>
            <a:ext cx="7885381" cy="703853"/>
          </a:xfrm>
          <a:custGeom>
            <a:rect b="b" l="l" r="r" t="t"/>
            <a:pathLst>
              <a:path extrusionOk="0" h="33937" w="323968">
                <a:moveTo>
                  <a:pt x="0" y="610"/>
                </a:moveTo>
                <a:cubicBezTo>
                  <a:pt x="2695" y="4474"/>
                  <a:pt x="1729" y="18659"/>
                  <a:pt x="16168" y="23794"/>
                </a:cubicBezTo>
                <a:cubicBezTo>
                  <a:pt x="30607" y="28929"/>
                  <a:pt x="61774" y="29743"/>
                  <a:pt x="86636" y="31421"/>
                </a:cubicBezTo>
                <a:cubicBezTo>
                  <a:pt x="111498" y="33099"/>
                  <a:pt x="136665" y="34014"/>
                  <a:pt x="165340" y="33861"/>
                </a:cubicBezTo>
                <a:cubicBezTo>
                  <a:pt x="194015" y="33708"/>
                  <a:pt x="234434" y="32539"/>
                  <a:pt x="258686" y="30505"/>
                </a:cubicBezTo>
                <a:cubicBezTo>
                  <a:pt x="282938" y="28471"/>
                  <a:pt x="299971" y="26743"/>
                  <a:pt x="310851" y="21659"/>
                </a:cubicBezTo>
                <a:cubicBezTo>
                  <a:pt x="321731" y="16575"/>
                  <a:pt x="321782" y="3610"/>
                  <a:pt x="323968" y="0"/>
                </a:cubicBezTo>
              </a:path>
            </a:pathLst>
          </a:custGeom>
          <a:noFill/>
          <a:ln cap="flat" cmpd="sng" w="28575">
            <a:solidFill>
              <a:schemeClr val="accent4"/>
            </a:solidFill>
            <a:prstDash val="solid"/>
            <a:round/>
            <a:headEnd len="med" w="med" type="none"/>
            <a:tailEnd len="med" w="med" type="triangle"/>
          </a:ln>
        </p:spPr>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5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5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5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5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5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6" name="Shape 1066"/>
        <p:cNvGrpSpPr/>
        <p:nvPr/>
      </p:nvGrpSpPr>
      <p:grpSpPr>
        <a:xfrm>
          <a:off x="0" y="0"/>
          <a:ext cx="0" cy="0"/>
          <a:chOff x="0" y="0"/>
          <a:chExt cx="0" cy="0"/>
        </a:xfrm>
      </p:grpSpPr>
      <p:sp>
        <p:nvSpPr>
          <p:cNvPr id="1067" name="Google Shape;1067;p8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term-to-term rules</a:t>
            </a:r>
            <a:endParaRPr/>
          </a:p>
        </p:txBody>
      </p:sp>
      <p:sp>
        <p:nvSpPr>
          <p:cNvPr id="1068" name="Google Shape;1068;p80"/>
          <p:cNvSpPr txBox="1"/>
          <p:nvPr/>
        </p:nvSpPr>
        <p:spPr>
          <a:xfrm>
            <a:off x="324003" y="2159999"/>
            <a:ext cx="1060200" cy="3990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Laura</a:t>
            </a:r>
            <a:endParaRPr b="1" sz="1800">
              <a:latin typeface="Lexend"/>
              <a:ea typeface="Lexend"/>
              <a:cs typeface="Lexend"/>
              <a:sym typeface="Lexend"/>
            </a:endParaRPr>
          </a:p>
        </p:txBody>
      </p:sp>
      <p:pic>
        <p:nvPicPr>
          <p:cNvPr id="1069" name="Google Shape;1069;p80"/>
          <p:cNvPicPr preferRelativeResize="0"/>
          <p:nvPr/>
        </p:nvPicPr>
        <p:blipFill>
          <a:blip r:embed="rId3">
            <a:alphaModFix/>
          </a:blip>
          <a:stretch>
            <a:fillRect/>
          </a:stretch>
        </p:blipFill>
        <p:spPr>
          <a:xfrm>
            <a:off x="580401" y="1443075"/>
            <a:ext cx="547399" cy="716926"/>
          </a:xfrm>
          <a:prstGeom prst="rect">
            <a:avLst/>
          </a:prstGeom>
          <a:noFill/>
          <a:ln>
            <a:noFill/>
          </a:ln>
        </p:spPr>
      </p:pic>
      <p:grpSp>
        <p:nvGrpSpPr>
          <p:cNvPr id="1070" name="Google Shape;1070;p80"/>
          <p:cNvGrpSpPr/>
          <p:nvPr/>
        </p:nvGrpSpPr>
        <p:grpSpPr>
          <a:xfrm>
            <a:off x="1225939" y="641013"/>
            <a:ext cx="3170386" cy="1875837"/>
            <a:chOff x="1902385" y="1608375"/>
            <a:chExt cx="2242299" cy="1553875"/>
          </a:xfrm>
        </p:grpSpPr>
        <p:pic>
          <p:nvPicPr>
            <p:cNvPr id="1071" name="Google Shape;1071;p80"/>
            <p:cNvPicPr preferRelativeResize="0"/>
            <p:nvPr/>
          </p:nvPicPr>
          <p:blipFill rotWithShape="1">
            <a:blip r:embed="rId4">
              <a:alphaModFix/>
            </a:blip>
            <a:srcRect b="0" l="0" r="69082" t="56280"/>
            <a:stretch/>
          </p:blipFill>
          <p:spPr>
            <a:xfrm flipH="1">
              <a:off x="1902385" y="1608375"/>
              <a:ext cx="2242299" cy="1553875"/>
            </a:xfrm>
            <a:prstGeom prst="rect">
              <a:avLst/>
            </a:prstGeom>
            <a:noFill/>
            <a:ln>
              <a:noFill/>
            </a:ln>
          </p:spPr>
        </p:pic>
        <p:sp>
          <p:nvSpPr>
            <p:cNvPr id="1072" name="Google Shape;1072;p80"/>
            <p:cNvSpPr txBox="1"/>
            <p:nvPr/>
          </p:nvSpPr>
          <p:spPr>
            <a:xfrm flipH="1">
              <a:off x="2077641" y="1783900"/>
              <a:ext cx="1891800" cy="10548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1000"/>
                </a:spcAft>
                <a:buClr>
                  <a:schemeClr val="dk1"/>
                </a:buClr>
                <a:buSzPts val="1100"/>
                <a:buFont typeface="Arial"/>
                <a:buNone/>
              </a:pPr>
              <a:r>
                <a:rPr lang="en-GB" sz="1800">
                  <a:solidFill>
                    <a:schemeClr val="dk1"/>
                  </a:solidFill>
                  <a:latin typeface="Lexend"/>
                  <a:ea typeface="Lexend"/>
                  <a:cs typeface="Lexend"/>
                  <a:sym typeface="Lexend"/>
                </a:rPr>
                <a:t>My sequence starts at 7 and adds 5 each time. How can I work out T</a:t>
              </a:r>
              <a:r>
                <a:rPr baseline="-25000" lang="en-GB" sz="1800">
                  <a:solidFill>
                    <a:schemeClr val="dk1"/>
                  </a:solidFill>
                  <a:latin typeface="Lexend"/>
                  <a:ea typeface="Lexend"/>
                  <a:cs typeface="Lexend"/>
                  <a:sym typeface="Lexend"/>
                </a:rPr>
                <a:t>10</a:t>
              </a:r>
              <a:r>
                <a:rPr lang="en-GB" sz="1800">
                  <a:solidFill>
                    <a:schemeClr val="dk1"/>
                  </a:solidFill>
                  <a:latin typeface="Lexend"/>
                  <a:ea typeface="Lexend"/>
                  <a:cs typeface="Lexend"/>
                  <a:sym typeface="Lexend"/>
                </a:rPr>
                <a:t>?</a:t>
              </a:r>
              <a:endParaRPr sz="1800">
                <a:solidFill>
                  <a:srgbClr val="000000"/>
                </a:solidFill>
                <a:latin typeface="Lexend"/>
                <a:ea typeface="Lexend"/>
                <a:cs typeface="Lexend"/>
                <a:sym typeface="Lexend"/>
              </a:endParaRPr>
            </a:p>
          </p:txBody>
        </p:sp>
      </p:grpSp>
      <p:pic>
        <p:nvPicPr>
          <p:cNvPr id="1073" name="Google Shape;1073;p80"/>
          <p:cNvPicPr preferRelativeResize="0"/>
          <p:nvPr/>
        </p:nvPicPr>
        <p:blipFill>
          <a:blip r:embed="rId5">
            <a:alphaModFix/>
          </a:blip>
          <a:stretch>
            <a:fillRect/>
          </a:stretch>
        </p:blipFill>
        <p:spPr>
          <a:xfrm flipH="1">
            <a:off x="7672745" y="1321718"/>
            <a:ext cx="374400" cy="716936"/>
          </a:xfrm>
          <a:prstGeom prst="rect">
            <a:avLst/>
          </a:prstGeom>
          <a:noFill/>
          <a:ln>
            <a:noFill/>
          </a:ln>
        </p:spPr>
      </p:pic>
      <p:sp>
        <p:nvSpPr>
          <p:cNvPr id="1074" name="Google Shape;1074;p80"/>
          <p:cNvSpPr txBox="1"/>
          <p:nvPr/>
        </p:nvSpPr>
        <p:spPr>
          <a:xfrm flipH="1">
            <a:off x="7404550" y="2017048"/>
            <a:ext cx="910800" cy="3900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Aisha </a:t>
            </a:r>
            <a:endParaRPr sz="1800">
              <a:latin typeface="Lexend"/>
              <a:ea typeface="Lexend"/>
              <a:cs typeface="Lexend"/>
              <a:sym typeface="Lexend"/>
            </a:endParaRPr>
          </a:p>
        </p:txBody>
      </p:sp>
      <p:grpSp>
        <p:nvGrpSpPr>
          <p:cNvPr id="1075" name="Google Shape;1075;p80"/>
          <p:cNvGrpSpPr/>
          <p:nvPr/>
        </p:nvGrpSpPr>
        <p:grpSpPr>
          <a:xfrm flipH="1">
            <a:off x="4571995" y="1044314"/>
            <a:ext cx="2987053" cy="931508"/>
            <a:chOff x="1807242" y="1612116"/>
            <a:chExt cx="1988982" cy="931508"/>
          </a:xfrm>
        </p:grpSpPr>
        <p:pic>
          <p:nvPicPr>
            <p:cNvPr id="1076" name="Google Shape;1076;p80"/>
            <p:cNvPicPr preferRelativeResize="0"/>
            <p:nvPr/>
          </p:nvPicPr>
          <p:blipFill rotWithShape="1">
            <a:blip r:embed="rId4">
              <a:alphaModFix/>
            </a:blip>
            <a:srcRect b="0" l="0" r="69082" t="56280"/>
            <a:stretch/>
          </p:blipFill>
          <p:spPr>
            <a:xfrm flipH="1">
              <a:off x="1807242" y="1612116"/>
              <a:ext cx="1988982" cy="931508"/>
            </a:xfrm>
            <a:prstGeom prst="rect">
              <a:avLst/>
            </a:prstGeom>
            <a:noFill/>
            <a:ln>
              <a:noFill/>
            </a:ln>
          </p:spPr>
        </p:pic>
        <p:sp>
          <p:nvSpPr>
            <p:cNvPr id="1077" name="Google Shape;1077;p80"/>
            <p:cNvSpPr txBox="1"/>
            <p:nvPr/>
          </p:nvSpPr>
          <p:spPr>
            <a:xfrm flipH="1">
              <a:off x="1929054" y="1763825"/>
              <a:ext cx="1785900" cy="5187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GB" sz="1800">
                  <a:latin typeface="Lexend"/>
                  <a:ea typeface="Lexend"/>
                  <a:cs typeface="Lexend"/>
                  <a:sym typeface="Lexend"/>
                </a:rPr>
                <a:t>10 </a:t>
              </a:r>
              <a:r>
                <a:rPr lang="en-GB" sz="1900">
                  <a:solidFill>
                    <a:srgbClr val="222222"/>
                  </a:solidFill>
                  <a:latin typeface="Lexend"/>
                  <a:ea typeface="Lexend"/>
                  <a:cs typeface="Lexend"/>
                  <a:sym typeface="Lexend"/>
                </a:rPr>
                <a:t>× 5 = 50 so  you need to add on 50</a:t>
              </a:r>
              <a:endParaRPr sz="1800">
                <a:solidFill>
                  <a:srgbClr val="000000"/>
                </a:solidFill>
                <a:latin typeface="Lexend"/>
                <a:ea typeface="Lexend"/>
                <a:cs typeface="Lexend"/>
                <a:sym typeface="Lexend"/>
              </a:endParaRPr>
            </a:p>
          </p:txBody>
        </p:sp>
      </p:grpSp>
      <p:sp>
        <p:nvSpPr>
          <p:cNvPr id="1078" name="Google Shape;1078;p80"/>
          <p:cNvSpPr txBox="1"/>
          <p:nvPr/>
        </p:nvSpPr>
        <p:spPr>
          <a:xfrm>
            <a:off x="209878" y="2588138"/>
            <a:ext cx="4304100" cy="5187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GB" sz="1800">
                <a:latin typeface="Lexend"/>
                <a:ea typeface="Lexend"/>
                <a:cs typeface="Lexend"/>
                <a:sym typeface="Lexend"/>
              </a:rPr>
              <a:t>What is wrong with Aisha’s statement?</a:t>
            </a:r>
            <a:endParaRPr sz="1800">
              <a:solidFill>
                <a:srgbClr val="000000"/>
              </a:solidFill>
              <a:latin typeface="Lexend"/>
              <a:ea typeface="Lexend"/>
              <a:cs typeface="Lexend"/>
              <a:sym typeface="Lexend"/>
            </a:endParaRPr>
          </a:p>
        </p:txBody>
      </p:sp>
      <p:sp>
        <p:nvSpPr>
          <p:cNvPr id="1079" name="Google Shape;1079;p80"/>
          <p:cNvSpPr txBox="1"/>
          <p:nvPr/>
        </p:nvSpPr>
        <p:spPr>
          <a:xfrm>
            <a:off x="209874" y="3128257"/>
            <a:ext cx="6416100" cy="5187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GB" sz="2000">
                <a:latin typeface="Kalam"/>
                <a:ea typeface="Kalam"/>
                <a:cs typeface="Kalam"/>
                <a:sym typeface="Kalam"/>
              </a:rPr>
              <a:t>There are only nine additions between T</a:t>
            </a:r>
            <a:r>
              <a:rPr baseline="-25000" lang="en-GB" sz="2000">
                <a:latin typeface="Kalam"/>
                <a:ea typeface="Kalam"/>
                <a:cs typeface="Kalam"/>
                <a:sym typeface="Kalam"/>
              </a:rPr>
              <a:t>1</a:t>
            </a:r>
            <a:r>
              <a:rPr lang="en-GB" sz="2000">
                <a:latin typeface="Kalam"/>
                <a:ea typeface="Kalam"/>
                <a:cs typeface="Kalam"/>
                <a:sym typeface="Kalam"/>
              </a:rPr>
              <a:t> and T</a:t>
            </a:r>
            <a:r>
              <a:rPr baseline="-25000" lang="en-GB" sz="2000">
                <a:latin typeface="Kalam"/>
                <a:ea typeface="Kalam"/>
                <a:cs typeface="Kalam"/>
                <a:sym typeface="Kalam"/>
              </a:rPr>
              <a:t>10</a:t>
            </a:r>
            <a:endParaRPr baseline="-25000" sz="2000">
              <a:solidFill>
                <a:srgbClr val="000000"/>
              </a:solidFill>
              <a:latin typeface="Kalam"/>
              <a:ea typeface="Kalam"/>
              <a:cs typeface="Kalam"/>
              <a:sym typeface="Kalam"/>
            </a:endParaRPr>
          </a:p>
        </p:txBody>
      </p:sp>
      <p:sp>
        <p:nvSpPr>
          <p:cNvPr id="1080" name="Google Shape;1080;p80"/>
          <p:cNvSpPr txBox="1"/>
          <p:nvPr/>
        </p:nvSpPr>
        <p:spPr>
          <a:xfrm>
            <a:off x="7725578" y="3911601"/>
            <a:ext cx="1044000" cy="3693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Jacob</a:t>
            </a:r>
            <a:endParaRPr b="1" sz="1800">
              <a:latin typeface="Lexend"/>
              <a:ea typeface="Lexend"/>
              <a:cs typeface="Lexend"/>
              <a:sym typeface="Lexend"/>
            </a:endParaRPr>
          </a:p>
        </p:txBody>
      </p:sp>
      <p:grpSp>
        <p:nvGrpSpPr>
          <p:cNvPr id="1081" name="Google Shape;1081;p80"/>
          <p:cNvGrpSpPr/>
          <p:nvPr/>
        </p:nvGrpSpPr>
        <p:grpSpPr>
          <a:xfrm flipH="1">
            <a:off x="5583987" y="2774251"/>
            <a:ext cx="2930986" cy="931500"/>
            <a:chOff x="1807237" y="1612125"/>
            <a:chExt cx="1901632" cy="931500"/>
          </a:xfrm>
        </p:grpSpPr>
        <p:pic>
          <p:nvPicPr>
            <p:cNvPr id="1082" name="Google Shape;1082;p80"/>
            <p:cNvPicPr preferRelativeResize="0"/>
            <p:nvPr/>
          </p:nvPicPr>
          <p:blipFill rotWithShape="1">
            <a:blip r:embed="rId4">
              <a:alphaModFix/>
            </a:blip>
            <a:srcRect b="0" l="0" r="69082" t="56280"/>
            <a:stretch/>
          </p:blipFill>
          <p:spPr>
            <a:xfrm flipH="1">
              <a:off x="1807240" y="1612125"/>
              <a:ext cx="1901629" cy="931500"/>
            </a:xfrm>
            <a:prstGeom prst="rect">
              <a:avLst/>
            </a:prstGeom>
            <a:noFill/>
            <a:ln>
              <a:noFill/>
            </a:ln>
          </p:spPr>
        </p:pic>
        <p:sp>
          <p:nvSpPr>
            <p:cNvPr id="1083" name="Google Shape;1083;p80"/>
            <p:cNvSpPr txBox="1"/>
            <p:nvPr/>
          </p:nvSpPr>
          <p:spPr>
            <a:xfrm flipH="1">
              <a:off x="1807237" y="1818513"/>
              <a:ext cx="1780200" cy="5187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GB" sz="1800">
                  <a:solidFill>
                    <a:schemeClr val="dk1"/>
                  </a:solidFill>
                  <a:latin typeface="Lexend"/>
                  <a:ea typeface="Lexend"/>
                  <a:cs typeface="Lexend"/>
                  <a:sym typeface="Lexend"/>
                </a:rPr>
                <a:t>9 </a:t>
              </a:r>
              <a:r>
                <a:rPr lang="en-GB" sz="1900">
                  <a:solidFill>
                    <a:srgbClr val="222222"/>
                  </a:solidFill>
                  <a:latin typeface="Lexend"/>
                  <a:ea typeface="Lexend"/>
                  <a:cs typeface="Lexend"/>
                  <a:sym typeface="Lexend"/>
                </a:rPr>
                <a:t>× 5 = 45 so T</a:t>
              </a:r>
              <a:r>
                <a:rPr baseline="-25000" lang="en-GB" sz="1900">
                  <a:solidFill>
                    <a:srgbClr val="222222"/>
                  </a:solidFill>
                  <a:latin typeface="Lexend"/>
                  <a:ea typeface="Lexend"/>
                  <a:cs typeface="Lexend"/>
                  <a:sym typeface="Lexend"/>
                </a:rPr>
                <a:t>10</a:t>
              </a:r>
              <a:r>
                <a:rPr lang="en-GB" sz="1900">
                  <a:solidFill>
                    <a:srgbClr val="222222"/>
                  </a:solidFill>
                  <a:latin typeface="Lexend"/>
                  <a:ea typeface="Lexend"/>
                  <a:cs typeface="Lexend"/>
                  <a:sym typeface="Lexend"/>
                </a:rPr>
                <a:t> is 45</a:t>
              </a:r>
              <a:endParaRPr sz="1800">
                <a:solidFill>
                  <a:srgbClr val="000000"/>
                </a:solidFill>
                <a:latin typeface="Lexend"/>
                <a:ea typeface="Lexend"/>
                <a:cs typeface="Lexend"/>
                <a:sym typeface="Lexend"/>
              </a:endParaRPr>
            </a:p>
          </p:txBody>
        </p:sp>
      </p:grpSp>
      <p:sp>
        <p:nvSpPr>
          <p:cNvPr id="1084" name="Google Shape;1084;p80"/>
          <p:cNvSpPr txBox="1"/>
          <p:nvPr/>
        </p:nvSpPr>
        <p:spPr>
          <a:xfrm>
            <a:off x="209875" y="3724113"/>
            <a:ext cx="4402800" cy="5187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GB" sz="1800">
                <a:latin typeface="Lexend"/>
                <a:ea typeface="Lexend"/>
                <a:cs typeface="Lexend"/>
                <a:sym typeface="Lexend"/>
              </a:rPr>
              <a:t>What is wrong with Jacob’s statement?</a:t>
            </a:r>
            <a:endParaRPr sz="1800">
              <a:solidFill>
                <a:srgbClr val="000000"/>
              </a:solidFill>
              <a:latin typeface="Lexend"/>
              <a:ea typeface="Lexend"/>
              <a:cs typeface="Lexend"/>
              <a:sym typeface="Lexend"/>
            </a:endParaRPr>
          </a:p>
        </p:txBody>
      </p:sp>
      <p:pic>
        <p:nvPicPr>
          <p:cNvPr id="1085" name="Google Shape;1085;p80"/>
          <p:cNvPicPr preferRelativeResize="0"/>
          <p:nvPr/>
        </p:nvPicPr>
        <p:blipFill>
          <a:blip r:embed="rId6">
            <a:alphaModFix/>
          </a:blip>
          <a:stretch>
            <a:fillRect/>
          </a:stretch>
        </p:blipFill>
        <p:spPr>
          <a:xfrm>
            <a:off x="8514979" y="3345837"/>
            <a:ext cx="458105" cy="565765"/>
          </a:xfrm>
          <a:prstGeom prst="rect">
            <a:avLst/>
          </a:prstGeom>
          <a:noFill/>
          <a:ln>
            <a:noFill/>
          </a:ln>
        </p:spPr>
      </p:pic>
      <p:sp>
        <p:nvSpPr>
          <p:cNvPr id="1086" name="Google Shape;1086;p80"/>
          <p:cNvSpPr txBox="1"/>
          <p:nvPr/>
        </p:nvSpPr>
        <p:spPr>
          <a:xfrm>
            <a:off x="209875" y="4320000"/>
            <a:ext cx="5895600" cy="49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2000">
                <a:solidFill>
                  <a:schemeClr val="dk1"/>
                </a:solidFill>
                <a:latin typeface="Kalam"/>
                <a:ea typeface="Kalam"/>
                <a:cs typeface="Kalam"/>
                <a:sym typeface="Kalam"/>
              </a:rPr>
              <a:t>He needs to add this value on to the first term.</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6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7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8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81"/>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073"/>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074"/>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075"/>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078"/>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07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0" name="Shape 1090"/>
        <p:cNvGrpSpPr/>
        <p:nvPr/>
      </p:nvGrpSpPr>
      <p:grpSpPr>
        <a:xfrm>
          <a:off x="0" y="0"/>
          <a:ext cx="0" cy="0"/>
          <a:chOff x="0" y="0"/>
          <a:chExt cx="0" cy="0"/>
        </a:xfrm>
      </p:grpSpPr>
      <p:sp>
        <p:nvSpPr>
          <p:cNvPr id="1091" name="Google Shape;1091;p8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term-to-term rules</a:t>
            </a:r>
            <a:endParaRPr/>
          </a:p>
        </p:txBody>
      </p:sp>
      <p:sp>
        <p:nvSpPr>
          <p:cNvPr id="1092" name="Google Shape;1092;p81"/>
          <p:cNvSpPr txBox="1"/>
          <p:nvPr/>
        </p:nvSpPr>
        <p:spPr>
          <a:xfrm>
            <a:off x="324003" y="2159999"/>
            <a:ext cx="1060200" cy="3990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Laura</a:t>
            </a:r>
            <a:endParaRPr b="1" sz="1800">
              <a:latin typeface="Lexend"/>
              <a:ea typeface="Lexend"/>
              <a:cs typeface="Lexend"/>
              <a:sym typeface="Lexend"/>
            </a:endParaRPr>
          </a:p>
        </p:txBody>
      </p:sp>
      <p:grpSp>
        <p:nvGrpSpPr>
          <p:cNvPr id="1093" name="Google Shape;1093;p81"/>
          <p:cNvGrpSpPr/>
          <p:nvPr/>
        </p:nvGrpSpPr>
        <p:grpSpPr>
          <a:xfrm>
            <a:off x="1225939" y="641013"/>
            <a:ext cx="3170386" cy="1875837"/>
            <a:chOff x="1902385" y="1608375"/>
            <a:chExt cx="2242299" cy="1553875"/>
          </a:xfrm>
        </p:grpSpPr>
        <p:pic>
          <p:nvPicPr>
            <p:cNvPr id="1094" name="Google Shape;1094;p81"/>
            <p:cNvPicPr preferRelativeResize="0"/>
            <p:nvPr/>
          </p:nvPicPr>
          <p:blipFill rotWithShape="1">
            <a:blip r:embed="rId3">
              <a:alphaModFix/>
            </a:blip>
            <a:srcRect b="0" l="0" r="69082" t="56280"/>
            <a:stretch/>
          </p:blipFill>
          <p:spPr>
            <a:xfrm flipH="1">
              <a:off x="1902385" y="1608375"/>
              <a:ext cx="2242299" cy="1553875"/>
            </a:xfrm>
            <a:prstGeom prst="rect">
              <a:avLst/>
            </a:prstGeom>
            <a:noFill/>
            <a:ln>
              <a:noFill/>
            </a:ln>
          </p:spPr>
        </p:pic>
        <p:sp>
          <p:nvSpPr>
            <p:cNvPr id="1095" name="Google Shape;1095;p81"/>
            <p:cNvSpPr txBox="1"/>
            <p:nvPr/>
          </p:nvSpPr>
          <p:spPr>
            <a:xfrm flipH="1">
              <a:off x="2077641" y="1783900"/>
              <a:ext cx="1891800" cy="10548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1000"/>
                </a:spcAft>
                <a:buNone/>
              </a:pPr>
              <a:r>
                <a:rPr lang="en-GB" sz="1800">
                  <a:solidFill>
                    <a:schemeClr val="dk1"/>
                  </a:solidFill>
                  <a:latin typeface="Lexend"/>
                  <a:ea typeface="Lexend"/>
                  <a:cs typeface="Lexend"/>
                  <a:sym typeface="Lexend"/>
                </a:rPr>
                <a:t>My sequence starts at 7 and adds 5 each time. How can I work out T</a:t>
              </a:r>
              <a:r>
                <a:rPr baseline="-25000" lang="en-GB" sz="1800">
                  <a:solidFill>
                    <a:schemeClr val="dk1"/>
                  </a:solidFill>
                  <a:latin typeface="Lexend"/>
                  <a:ea typeface="Lexend"/>
                  <a:cs typeface="Lexend"/>
                  <a:sym typeface="Lexend"/>
                </a:rPr>
                <a:t>10</a:t>
              </a:r>
              <a:r>
                <a:rPr lang="en-GB" sz="1800">
                  <a:solidFill>
                    <a:schemeClr val="dk1"/>
                  </a:solidFill>
                  <a:latin typeface="Lexend"/>
                  <a:ea typeface="Lexend"/>
                  <a:cs typeface="Lexend"/>
                  <a:sym typeface="Lexend"/>
                </a:rPr>
                <a:t>?</a:t>
              </a:r>
              <a:endParaRPr sz="1800">
                <a:solidFill>
                  <a:srgbClr val="000000"/>
                </a:solidFill>
                <a:latin typeface="Lexend"/>
                <a:ea typeface="Lexend"/>
                <a:cs typeface="Lexend"/>
                <a:sym typeface="Lexend"/>
              </a:endParaRPr>
            </a:p>
          </p:txBody>
        </p:sp>
      </p:grpSp>
      <p:pic>
        <p:nvPicPr>
          <p:cNvPr id="1096" name="Google Shape;1096;p81"/>
          <p:cNvPicPr preferRelativeResize="0"/>
          <p:nvPr/>
        </p:nvPicPr>
        <p:blipFill>
          <a:blip r:embed="rId4">
            <a:alphaModFix/>
          </a:blip>
          <a:stretch>
            <a:fillRect/>
          </a:stretch>
        </p:blipFill>
        <p:spPr>
          <a:xfrm flipH="1">
            <a:off x="7672745" y="1378918"/>
            <a:ext cx="374400" cy="716936"/>
          </a:xfrm>
          <a:prstGeom prst="rect">
            <a:avLst/>
          </a:prstGeom>
          <a:noFill/>
          <a:ln>
            <a:noFill/>
          </a:ln>
        </p:spPr>
      </p:pic>
      <p:sp>
        <p:nvSpPr>
          <p:cNvPr id="1097" name="Google Shape;1097;p81"/>
          <p:cNvSpPr txBox="1"/>
          <p:nvPr/>
        </p:nvSpPr>
        <p:spPr>
          <a:xfrm flipH="1">
            <a:off x="7404550" y="2017048"/>
            <a:ext cx="910800" cy="3900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Aisha </a:t>
            </a:r>
            <a:endParaRPr sz="1800">
              <a:latin typeface="Lexend"/>
              <a:ea typeface="Lexend"/>
              <a:cs typeface="Lexend"/>
              <a:sym typeface="Lexend"/>
            </a:endParaRPr>
          </a:p>
        </p:txBody>
      </p:sp>
      <p:pic>
        <p:nvPicPr>
          <p:cNvPr id="1098" name="Google Shape;1098;p81"/>
          <p:cNvPicPr preferRelativeResize="0"/>
          <p:nvPr/>
        </p:nvPicPr>
        <p:blipFill>
          <a:blip r:embed="rId5">
            <a:alphaModFix/>
          </a:blip>
          <a:stretch>
            <a:fillRect/>
          </a:stretch>
        </p:blipFill>
        <p:spPr>
          <a:xfrm>
            <a:off x="7630904" y="2633887"/>
            <a:ext cx="458105" cy="565765"/>
          </a:xfrm>
          <a:prstGeom prst="rect">
            <a:avLst/>
          </a:prstGeom>
          <a:noFill/>
          <a:ln>
            <a:noFill/>
          </a:ln>
        </p:spPr>
      </p:pic>
      <p:sp>
        <p:nvSpPr>
          <p:cNvPr id="1099" name="Google Shape;1099;p81"/>
          <p:cNvSpPr txBox="1"/>
          <p:nvPr/>
        </p:nvSpPr>
        <p:spPr>
          <a:xfrm>
            <a:off x="7373703" y="3191026"/>
            <a:ext cx="1044000" cy="3693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Jacob</a:t>
            </a:r>
            <a:endParaRPr b="1" sz="1800">
              <a:latin typeface="Lexend"/>
              <a:ea typeface="Lexend"/>
              <a:cs typeface="Lexend"/>
              <a:sym typeface="Lexend"/>
            </a:endParaRPr>
          </a:p>
        </p:txBody>
      </p:sp>
      <p:grpSp>
        <p:nvGrpSpPr>
          <p:cNvPr id="1100" name="Google Shape;1100;p81"/>
          <p:cNvGrpSpPr/>
          <p:nvPr/>
        </p:nvGrpSpPr>
        <p:grpSpPr>
          <a:xfrm flipH="1">
            <a:off x="4571995" y="1044314"/>
            <a:ext cx="2987053" cy="931508"/>
            <a:chOff x="1807242" y="1612116"/>
            <a:chExt cx="1988982" cy="931508"/>
          </a:xfrm>
        </p:grpSpPr>
        <p:pic>
          <p:nvPicPr>
            <p:cNvPr id="1101" name="Google Shape;1101;p81"/>
            <p:cNvPicPr preferRelativeResize="0"/>
            <p:nvPr/>
          </p:nvPicPr>
          <p:blipFill rotWithShape="1">
            <a:blip r:embed="rId3">
              <a:alphaModFix/>
            </a:blip>
            <a:srcRect b="0" l="0" r="69082" t="56280"/>
            <a:stretch/>
          </p:blipFill>
          <p:spPr>
            <a:xfrm flipH="1">
              <a:off x="1807242" y="1612116"/>
              <a:ext cx="1988982" cy="931508"/>
            </a:xfrm>
            <a:prstGeom prst="rect">
              <a:avLst/>
            </a:prstGeom>
            <a:noFill/>
            <a:ln>
              <a:noFill/>
            </a:ln>
          </p:spPr>
        </p:pic>
        <p:sp>
          <p:nvSpPr>
            <p:cNvPr id="1102" name="Google Shape;1102;p81"/>
            <p:cNvSpPr txBox="1"/>
            <p:nvPr/>
          </p:nvSpPr>
          <p:spPr>
            <a:xfrm flipH="1">
              <a:off x="1929054" y="1763825"/>
              <a:ext cx="1785900" cy="5187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GB" sz="1800">
                  <a:latin typeface="Lexend"/>
                  <a:ea typeface="Lexend"/>
                  <a:cs typeface="Lexend"/>
                  <a:sym typeface="Lexend"/>
                </a:rPr>
                <a:t>10 </a:t>
              </a:r>
              <a:r>
                <a:rPr lang="en-GB" sz="1900">
                  <a:solidFill>
                    <a:srgbClr val="222222"/>
                  </a:solidFill>
                  <a:latin typeface="Lexend"/>
                  <a:ea typeface="Lexend"/>
                  <a:cs typeface="Lexend"/>
                  <a:sym typeface="Lexend"/>
                </a:rPr>
                <a:t>× 5 = 50 so  you need to add on 50</a:t>
              </a:r>
              <a:endParaRPr sz="1800">
                <a:solidFill>
                  <a:srgbClr val="000000"/>
                </a:solidFill>
                <a:latin typeface="Lexend"/>
                <a:ea typeface="Lexend"/>
                <a:cs typeface="Lexend"/>
                <a:sym typeface="Lexend"/>
              </a:endParaRPr>
            </a:p>
          </p:txBody>
        </p:sp>
      </p:grpSp>
      <p:grpSp>
        <p:nvGrpSpPr>
          <p:cNvPr id="1103" name="Google Shape;1103;p81"/>
          <p:cNvGrpSpPr/>
          <p:nvPr/>
        </p:nvGrpSpPr>
        <p:grpSpPr>
          <a:xfrm flipH="1">
            <a:off x="4628037" y="2242001"/>
            <a:ext cx="2930981" cy="931500"/>
            <a:chOff x="1807240" y="1612125"/>
            <a:chExt cx="1901629" cy="931500"/>
          </a:xfrm>
        </p:grpSpPr>
        <p:pic>
          <p:nvPicPr>
            <p:cNvPr id="1104" name="Google Shape;1104;p81"/>
            <p:cNvPicPr preferRelativeResize="0"/>
            <p:nvPr/>
          </p:nvPicPr>
          <p:blipFill rotWithShape="1">
            <a:blip r:embed="rId3">
              <a:alphaModFix/>
            </a:blip>
            <a:srcRect b="0" l="0" r="69082" t="56280"/>
            <a:stretch/>
          </p:blipFill>
          <p:spPr>
            <a:xfrm flipH="1">
              <a:off x="1807240" y="1612125"/>
              <a:ext cx="1901629" cy="931500"/>
            </a:xfrm>
            <a:prstGeom prst="rect">
              <a:avLst/>
            </a:prstGeom>
            <a:noFill/>
            <a:ln>
              <a:noFill/>
            </a:ln>
          </p:spPr>
        </p:pic>
        <p:sp>
          <p:nvSpPr>
            <p:cNvPr id="1105" name="Google Shape;1105;p81"/>
            <p:cNvSpPr txBox="1"/>
            <p:nvPr/>
          </p:nvSpPr>
          <p:spPr>
            <a:xfrm flipH="1">
              <a:off x="1839580" y="1818513"/>
              <a:ext cx="1780200" cy="5187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GB" sz="1800">
                  <a:solidFill>
                    <a:schemeClr val="dk1"/>
                  </a:solidFill>
                  <a:latin typeface="Lexend"/>
                  <a:ea typeface="Lexend"/>
                  <a:cs typeface="Lexend"/>
                  <a:sym typeface="Lexend"/>
                </a:rPr>
                <a:t>9 </a:t>
              </a:r>
              <a:r>
                <a:rPr lang="en-GB" sz="1900">
                  <a:solidFill>
                    <a:srgbClr val="222222"/>
                  </a:solidFill>
                  <a:latin typeface="Lexend"/>
                  <a:ea typeface="Lexend"/>
                  <a:cs typeface="Lexend"/>
                  <a:sym typeface="Lexend"/>
                </a:rPr>
                <a:t>× 5 = 45 so T</a:t>
              </a:r>
              <a:r>
                <a:rPr baseline="-25000" lang="en-GB" sz="1900">
                  <a:solidFill>
                    <a:srgbClr val="222222"/>
                  </a:solidFill>
                  <a:latin typeface="Lexend"/>
                  <a:ea typeface="Lexend"/>
                  <a:cs typeface="Lexend"/>
                  <a:sym typeface="Lexend"/>
                </a:rPr>
                <a:t>10</a:t>
              </a:r>
              <a:r>
                <a:rPr lang="en-GB" sz="1900">
                  <a:solidFill>
                    <a:srgbClr val="222222"/>
                  </a:solidFill>
                  <a:latin typeface="Lexend"/>
                  <a:ea typeface="Lexend"/>
                  <a:cs typeface="Lexend"/>
                  <a:sym typeface="Lexend"/>
                </a:rPr>
                <a:t> is 45</a:t>
              </a:r>
              <a:endParaRPr sz="1800">
                <a:solidFill>
                  <a:srgbClr val="000000"/>
                </a:solidFill>
                <a:latin typeface="Lexend"/>
                <a:ea typeface="Lexend"/>
                <a:cs typeface="Lexend"/>
                <a:sym typeface="Lexend"/>
              </a:endParaRPr>
            </a:p>
          </p:txBody>
        </p:sp>
      </p:grpSp>
      <p:sp>
        <p:nvSpPr>
          <p:cNvPr id="1106" name="Google Shape;1106;p81"/>
          <p:cNvSpPr txBox="1"/>
          <p:nvPr/>
        </p:nvSpPr>
        <p:spPr>
          <a:xfrm>
            <a:off x="324000" y="2700000"/>
            <a:ext cx="4402800" cy="5187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GB" sz="1800">
                <a:latin typeface="Lexend"/>
                <a:ea typeface="Lexend"/>
                <a:cs typeface="Lexend"/>
                <a:sym typeface="Lexend"/>
              </a:rPr>
              <a:t>Is Lucas now correct?</a:t>
            </a:r>
            <a:endParaRPr sz="1800">
              <a:solidFill>
                <a:srgbClr val="000000"/>
              </a:solidFill>
              <a:latin typeface="Lexend"/>
              <a:ea typeface="Lexend"/>
              <a:cs typeface="Lexend"/>
              <a:sym typeface="Lexend"/>
            </a:endParaRPr>
          </a:p>
        </p:txBody>
      </p:sp>
      <p:sp>
        <p:nvSpPr>
          <p:cNvPr id="1107" name="Google Shape;1107;p81"/>
          <p:cNvSpPr txBox="1"/>
          <p:nvPr/>
        </p:nvSpPr>
        <p:spPr>
          <a:xfrm flipH="1">
            <a:off x="7440300" y="4441975"/>
            <a:ext cx="910800" cy="3363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Lucas</a:t>
            </a:r>
            <a:endParaRPr sz="1800">
              <a:latin typeface="Lexend"/>
              <a:ea typeface="Lexend"/>
              <a:cs typeface="Lexend"/>
              <a:sym typeface="Lexend"/>
            </a:endParaRPr>
          </a:p>
        </p:txBody>
      </p:sp>
      <p:pic>
        <p:nvPicPr>
          <p:cNvPr id="1108" name="Google Shape;1108;p81"/>
          <p:cNvPicPr preferRelativeResize="0"/>
          <p:nvPr/>
        </p:nvPicPr>
        <p:blipFill>
          <a:blip r:embed="rId6">
            <a:alphaModFix/>
          </a:blip>
          <a:stretch>
            <a:fillRect/>
          </a:stretch>
        </p:blipFill>
        <p:spPr>
          <a:xfrm flipH="1">
            <a:off x="7663389" y="3890100"/>
            <a:ext cx="464616" cy="513892"/>
          </a:xfrm>
          <a:prstGeom prst="rect">
            <a:avLst/>
          </a:prstGeom>
          <a:noFill/>
          <a:ln>
            <a:noFill/>
          </a:ln>
        </p:spPr>
      </p:pic>
      <p:grpSp>
        <p:nvGrpSpPr>
          <p:cNvPr id="1109" name="Google Shape;1109;p81"/>
          <p:cNvGrpSpPr/>
          <p:nvPr/>
        </p:nvGrpSpPr>
        <p:grpSpPr>
          <a:xfrm flipH="1">
            <a:off x="4726745" y="3439701"/>
            <a:ext cx="2775428" cy="931500"/>
            <a:chOff x="1807240" y="1612125"/>
            <a:chExt cx="1901629" cy="931500"/>
          </a:xfrm>
        </p:grpSpPr>
        <p:pic>
          <p:nvPicPr>
            <p:cNvPr id="1110" name="Google Shape;1110;p81"/>
            <p:cNvPicPr preferRelativeResize="0"/>
            <p:nvPr/>
          </p:nvPicPr>
          <p:blipFill rotWithShape="1">
            <a:blip r:embed="rId3">
              <a:alphaModFix/>
            </a:blip>
            <a:srcRect b="0" l="0" r="69082" t="56280"/>
            <a:stretch/>
          </p:blipFill>
          <p:spPr>
            <a:xfrm flipH="1">
              <a:off x="1807240" y="1612125"/>
              <a:ext cx="1901629" cy="931500"/>
            </a:xfrm>
            <a:prstGeom prst="rect">
              <a:avLst/>
            </a:prstGeom>
            <a:noFill/>
            <a:ln>
              <a:noFill/>
            </a:ln>
          </p:spPr>
        </p:pic>
        <p:sp>
          <p:nvSpPr>
            <p:cNvPr id="1111" name="Google Shape;1111;p81"/>
            <p:cNvSpPr txBox="1"/>
            <p:nvPr/>
          </p:nvSpPr>
          <p:spPr>
            <a:xfrm flipH="1">
              <a:off x="1929004" y="1763815"/>
              <a:ext cx="1658100" cy="5187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GB" sz="1800">
                  <a:latin typeface="Lexend"/>
                  <a:ea typeface="Lexend"/>
                  <a:cs typeface="Lexend"/>
                  <a:sym typeface="Lexend"/>
                </a:rPr>
                <a:t>T</a:t>
              </a:r>
              <a:r>
                <a:rPr baseline="-25000" lang="en-GB" sz="1800">
                  <a:latin typeface="Lexend"/>
                  <a:ea typeface="Lexend"/>
                  <a:cs typeface="Lexend"/>
                  <a:sym typeface="Lexend"/>
                </a:rPr>
                <a:t>10</a:t>
              </a:r>
              <a:r>
                <a:rPr lang="en-GB" sz="1800">
                  <a:latin typeface="Lexend"/>
                  <a:ea typeface="Lexend"/>
                  <a:cs typeface="Lexend"/>
                  <a:sym typeface="Lexend"/>
                </a:rPr>
                <a:t> is 7 + 45 = 52</a:t>
              </a:r>
              <a:endParaRPr sz="1800">
                <a:solidFill>
                  <a:srgbClr val="000000"/>
                </a:solidFill>
                <a:latin typeface="Lexend"/>
                <a:ea typeface="Lexend"/>
                <a:cs typeface="Lexend"/>
                <a:sym typeface="Lexend"/>
              </a:endParaRPr>
            </a:p>
          </p:txBody>
        </p:sp>
      </p:grpSp>
      <p:pic>
        <p:nvPicPr>
          <p:cNvPr id="1112" name="Google Shape;1112;p81"/>
          <p:cNvPicPr preferRelativeResize="0"/>
          <p:nvPr/>
        </p:nvPicPr>
        <p:blipFill>
          <a:blip r:embed="rId7">
            <a:alphaModFix/>
          </a:blip>
          <a:stretch>
            <a:fillRect/>
          </a:stretch>
        </p:blipFill>
        <p:spPr>
          <a:xfrm>
            <a:off x="580401" y="1443075"/>
            <a:ext cx="547399" cy="71692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0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6" name="Shape 1116"/>
        <p:cNvGrpSpPr/>
        <p:nvPr/>
      </p:nvGrpSpPr>
      <p:grpSpPr>
        <a:xfrm>
          <a:off x="0" y="0"/>
          <a:ext cx="0" cy="0"/>
          <a:chOff x="0" y="0"/>
          <a:chExt cx="0" cy="0"/>
        </a:xfrm>
      </p:grpSpPr>
      <p:sp>
        <p:nvSpPr>
          <p:cNvPr id="1117" name="Google Shape;1117;p8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term-to-term rules</a:t>
            </a:r>
            <a:endParaRPr/>
          </a:p>
        </p:txBody>
      </p:sp>
      <p:sp>
        <p:nvSpPr>
          <p:cNvPr id="1118" name="Google Shape;1118;p82"/>
          <p:cNvSpPr txBox="1"/>
          <p:nvPr/>
        </p:nvSpPr>
        <p:spPr>
          <a:xfrm flipH="1">
            <a:off x="7833550" y="1812275"/>
            <a:ext cx="910800" cy="3363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Lucas</a:t>
            </a:r>
            <a:endParaRPr sz="1800">
              <a:latin typeface="Lexend"/>
              <a:ea typeface="Lexend"/>
              <a:cs typeface="Lexend"/>
              <a:sym typeface="Lexend"/>
            </a:endParaRPr>
          </a:p>
        </p:txBody>
      </p:sp>
      <p:pic>
        <p:nvPicPr>
          <p:cNvPr id="1119" name="Google Shape;1119;p82"/>
          <p:cNvPicPr preferRelativeResize="0"/>
          <p:nvPr/>
        </p:nvPicPr>
        <p:blipFill>
          <a:blip r:embed="rId3">
            <a:alphaModFix/>
          </a:blip>
          <a:stretch>
            <a:fillRect/>
          </a:stretch>
        </p:blipFill>
        <p:spPr>
          <a:xfrm flipH="1">
            <a:off x="8056639" y="1233150"/>
            <a:ext cx="464616" cy="513892"/>
          </a:xfrm>
          <a:prstGeom prst="rect">
            <a:avLst/>
          </a:prstGeom>
          <a:noFill/>
          <a:ln>
            <a:noFill/>
          </a:ln>
        </p:spPr>
      </p:pic>
      <p:grpSp>
        <p:nvGrpSpPr>
          <p:cNvPr id="1120" name="Google Shape;1120;p82"/>
          <p:cNvGrpSpPr/>
          <p:nvPr/>
        </p:nvGrpSpPr>
        <p:grpSpPr>
          <a:xfrm flipH="1">
            <a:off x="5119995" y="810001"/>
            <a:ext cx="2775428" cy="931500"/>
            <a:chOff x="1807240" y="1612125"/>
            <a:chExt cx="1901629" cy="931500"/>
          </a:xfrm>
        </p:grpSpPr>
        <p:pic>
          <p:nvPicPr>
            <p:cNvPr id="1121" name="Google Shape;1121;p82"/>
            <p:cNvPicPr preferRelativeResize="0"/>
            <p:nvPr/>
          </p:nvPicPr>
          <p:blipFill rotWithShape="1">
            <a:blip r:embed="rId4">
              <a:alphaModFix/>
            </a:blip>
            <a:srcRect b="0" l="0" r="69082" t="56280"/>
            <a:stretch/>
          </p:blipFill>
          <p:spPr>
            <a:xfrm flipH="1">
              <a:off x="1807240" y="1612125"/>
              <a:ext cx="1901629" cy="931500"/>
            </a:xfrm>
            <a:prstGeom prst="rect">
              <a:avLst/>
            </a:prstGeom>
            <a:noFill/>
            <a:ln>
              <a:noFill/>
            </a:ln>
          </p:spPr>
        </p:pic>
        <p:sp>
          <p:nvSpPr>
            <p:cNvPr id="1122" name="Google Shape;1122;p82"/>
            <p:cNvSpPr txBox="1"/>
            <p:nvPr/>
          </p:nvSpPr>
          <p:spPr>
            <a:xfrm flipH="1">
              <a:off x="1929004" y="1763815"/>
              <a:ext cx="1658100" cy="5187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GB" sz="1800">
                  <a:latin typeface="Lexend"/>
                  <a:ea typeface="Lexend"/>
                  <a:cs typeface="Lexend"/>
                  <a:sym typeface="Lexend"/>
                </a:rPr>
                <a:t>T</a:t>
              </a:r>
              <a:r>
                <a:rPr baseline="-25000" lang="en-GB" sz="1800">
                  <a:latin typeface="Lexend"/>
                  <a:ea typeface="Lexend"/>
                  <a:cs typeface="Lexend"/>
                  <a:sym typeface="Lexend"/>
                </a:rPr>
                <a:t>10</a:t>
              </a:r>
              <a:r>
                <a:rPr lang="en-GB" sz="1800">
                  <a:latin typeface="Lexend"/>
                  <a:ea typeface="Lexend"/>
                  <a:cs typeface="Lexend"/>
                  <a:sym typeface="Lexend"/>
                </a:rPr>
                <a:t> is 7 + 45 = 52</a:t>
              </a:r>
              <a:endParaRPr sz="1800">
                <a:solidFill>
                  <a:srgbClr val="000000"/>
                </a:solidFill>
                <a:latin typeface="Lexend"/>
                <a:ea typeface="Lexend"/>
                <a:cs typeface="Lexend"/>
                <a:sym typeface="Lexend"/>
              </a:endParaRPr>
            </a:p>
          </p:txBody>
        </p:sp>
      </p:grpSp>
      <p:graphicFrame>
        <p:nvGraphicFramePr>
          <p:cNvPr id="1123" name="Google Shape;1123;p82"/>
          <p:cNvGraphicFramePr/>
          <p:nvPr/>
        </p:nvGraphicFramePr>
        <p:xfrm>
          <a:off x="371200" y="2160000"/>
          <a:ext cx="3000000" cy="3000000"/>
        </p:xfrm>
        <a:graphic>
          <a:graphicData uri="http://schemas.openxmlformats.org/drawingml/2006/table">
            <a:tbl>
              <a:tblPr>
                <a:noFill/>
                <a:tableStyleId>{75A5DC62-8C51-4004-8FE2-019E2598D443}</a:tableStyleId>
              </a:tblPr>
              <a:tblGrid>
                <a:gridCol w="819100"/>
                <a:gridCol w="819100"/>
                <a:gridCol w="819100"/>
                <a:gridCol w="819100"/>
                <a:gridCol w="819100"/>
                <a:gridCol w="819100"/>
                <a:gridCol w="819100"/>
                <a:gridCol w="819100"/>
                <a:gridCol w="819100"/>
                <a:gridCol w="819100"/>
              </a:tblGrid>
              <a:tr h="331000">
                <a:tc>
                  <a:txBody>
                    <a:bodyPr/>
                    <a:lstStyle/>
                    <a:p>
                      <a:pPr indent="0" lvl="0" marL="0" rtl="0" algn="l">
                        <a:spcBef>
                          <a:spcPts val="0"/>
                        </a:spcBef>
                        <a:spcAft>
                          <a:spcPts val="0"/>
                        </a:spcAft>
                        <a:buNone/>
                      </a:pPr>
                      <a:r>
                        <a:rPr lang="en-GB" sz="1800">
                          <a:latin typeface="Lexend"/>
                          <a:ea typeface="Lexend"/>
                          <a:cs typeface="Lexend"/>
                          <a:sym typeface="Lexend"/>
                        </a:rPr>
                        <a:t>T</a:t>
                      </a:r>
                      <a:r>
                        <a:rPr baseline="-25000" lang="en-GB" sz="1800">
                          <a:latin typeface="Lexend"/>
                          <a:ea typeface="Lexend"/>
                          <a:cs typeface="Lexend"/>
                          <a:sym typeface="Lexend"/>
                        </a:rPr>
                        <a:t>1</a:t>
                      </a:r>
                      <a:r>
                        <a:rPr lang="en-GB" sz="1800">
                          <a:latin typeface="Lexend"/>
                          <a:ea typeface="Lexend"/>
                          <a:cs typeface="Lexend"/>
                          <a:sym typeface="Lexend"/>
                        </a:rPr>
                        <a:t> </a:t>
                      </a:r>
                      <a:endParaRPr sz="18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T</a:t>
                      </a:r>
                      <a:r>
                        <a:rPr baseline="-25000" lang="en-GB" sz="1800">
                          <a:latin typeface="Lexend"/>
                          <a:ea typeface="Lexend"/>
                          <a:cs typeface="Lexend"/>
                          <a:sym typeface="Lexend"/>
                        </a:rPr>
                        <a:t>2</a:t>
                      </a:r>
                      <a:r>
                        <a:rPr lang="en-GB" sz="1800">
                          <a:latin typeface="Lexend"/>
                          <a:ea typeface="Lexend"/>
                          <a:cs typeface="Lexend"/>
                          <a:sym typeface="Lexend"/>
                        </a:rPr>
                        <a:t> </a:t>
                      </a:r>
                      <a:endParaRPr sz="18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T</a:t>
                      </a:r>
                      <a:r>
                        <a:rPr baseline="-25000" lang="en-GB" sz="1800">
                          <a:latin typeface="Lexend"/>
                          <a:ea typeface="Lexend"/>
                          <a:cs typeface="Lexend"/>
                          <a:sym typeface="Lexend"/>
                        </a:rPr>
                        <a:t>3</a:t>
                      </a:r>
                      <a:r>
                        <a:rPr lang="en-GB" sz="1800">
                          <a:latin typeface="Lexend"/>
                          <a:ea typeface="Lexend"/>
                          <a:cs typeface="Lexend"/>
                          <a:sym typeface="Lexend"/>
                        </a:rPr>
                        <a:t> </a:t>
                      </a:r>
                      <a:endParaRPr sz="18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T</a:t>
                      </a:r>
                      <a:r>
                        <a:rPr baseline="-25000" lang="en-GB" sz="1800">
                          <a:latin typeface="Lexend"/>
                          <a:ea typeface="Lexend"/>
                          <a:cs typeface="Lexend"/>
                          <a:sym typeface="Lexend"/>
                        </a:rPr>
                        <a:t>4</a:t>
                      </a:r>
                      <a:r>
                        <a:rPr lang="en-GB" sz="1800">
                          <a:latin typeface="Lexend"/>
                          <a:ea typeface="Lexend"/>
                          <a:cs typeface="Lexend"/>
                          <a:sym typeface="Lexend"/>
                        </a:rPr>
                        <a:t> </a:t>
                      </a:r>
                      <a:endParaRPr sz="18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T</a:t>
                      </a:r>
                      <a:r>
                        <a:rPr baseline="-25000" lang="en-GB" sz="1800">
                          <a:latin typeface="Lexend"/>
                          <a:ea typeface="Lexend"/>
                          <a:cs typeface="Lexend"/>
                          <a:sym typeface="Lexend"/>
                        </a:rPr>
                        <a:t>5</a:t>
                      </a:r>
                      <a:r>
                        <a:rPr lang="en-GB" sz="1800">
                          <a:latin typeface="Lexend"/>
                          <a:ea typeface="Lexend"/>
                          <a:cs typeface="Lexend"/>
                          <a:sym typeface="Lexend"/>
                        </a:rPr>
                        <a:t> </a:t>
                      </a:r>
                      <a:endParaRPr sz="18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T</a:t>
                      </a:r>
                      <a:r>
                        <a:rPr baseline="-25000" lang="en-GB" sz="1800">
                          <a:latin typeface="Lexend"/>
                          <a:ea typeface="Lexend"/>
                          <a:cs typeface="Lexend"/>
                          <a:sym typeface="Lexend"/>
                        </a:rPr>
                        <a:t>6</a:t>
                      </a:r>
                      <a:r>
                        <a:rPr lang="en-GB" sz="1800">
                          <a:latin typeface="Lexend"/>
                          <a:ea typeface="Lexend"/>
                          <a:cs typeface="Lexend"/>
                          <a:sym typeface="Lexend"/>
                        </a:rPr>
                        <a:t> </a:t>
                      </a:r>
                      <a:endParaRPr sz="18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T</a:t>
                      </a:r>
                      <a:r>
                        <a:rPr baseline="-25000" lang="en-GB" sz="1800">
                          <a:latin typeface="Lexend"/>
                          <a:ea typeface="Lexend"/>
                          <a:cs typeface="Lexend"/>
                          <a:sym typeface="Lexend"/>
                        </a:rPr>
                        <a:t>7</a:t>
                      </a:r>
                      <a:r>
                        <a:rPr lang="en-GB" sz="1800">
                          <a:latin typeface="Lexend"/>
                          <a:ea typeface="Lexend"/>
                          <a:cs typeface="Lexend"/>
                          <a:sym typeface="Lexend"/>
                        </a:rPr>
                        <a:t> </a:t>
                      </a:r>
                      <a:endParaRPr sz="18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T</a:t>
                      </a:r>
                      <a:r>
                        <a:rPr baseline="-25000" lang="en-GB" sz="1800">
                          <a:latin typeface="Lexend"/>
                          <a:ea typeface="Lexend"/>
                          <a:cs typeface="Lexend"/>
                          <a:sym typeface="Lexend"/>
                        </a:rPr>
                        <a:t>8</a:t>
                      </a:r>
                      <a:r>
                        <a:rPr lang="en-GB" sz="1800">
                          <a:latin typeface="Lexend"/>
                          <a:ea typeface="Lexend"/>
                          <a:cs typeface="Lexend"/>
                          <a:sym typeface="Lexend"/>
                        </a:rPr>
                        <a:t> </a:t>
                      </a:r>
                      <a:endParaRPr sz="18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T</a:t>
                      </a:r>
                      <a:r>
                        <a:rPr baseline="-25000" lang="en-GB" sz="1800">
                          <a:latin typeface="Lexend"/>
                          <a:ea typeface="Lexend"/>
                          <a:cs typeface="Lexend"/>
                          <a:sym typeface="Lexend"/>
                        </a:rPr>
                        <a:t>9</a:t>
                      </a:r>
                      <a:r>
                        <a:rPr lang="en-GB" sz="1800">
                          <a:latin typeface="Lexend"/>
                          <a:ea typeface="Lexend"/>
                          <a:cs typeface="Lexend"/>
                          <a:sym typeface="Lexend"/>
                        </a:rPr>
                        <a:t> </a:t>
                      </a:r>
                      <a:endParaRPr sz="18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T</a:t>
                      </a:r>
                      <a:r>
                        <a:rPr baseline="-25000" lang="en-GB" sz="1800">
                          <a:latin typeface="Lexend"/>
                          <a:ea typeface="Lexend"/>
                          <a:cs typeface="Lexend"/>
                          <a:sym typeface="Lexend"/>
                        </a:rPr>
                        <a:t>10</a:t>
                      </a:r>
                      <a:r>
                        <a:rPr lang="en-GB" sz="1800">
                          <a:latin typeface="Lexend"/>
                          <a:ea typeface="Lexend"/>
                          <a:cs typeface="Lexend"/>
                          <a:sym typeface="Lexend"/>
                        </a:rPr>
                        <a:t> </a:t>
                      </a:r>
                      <a:endParaRPr sz="18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59450">
                <a:tc>
                  <a:txBody>
                    <a:bodyPr/>
                    <a:lstStyle/>
                    <a:p>
                      <a:pPr indent="0" lvl="0" marL="0" rtl="0" algn="ctr">
                        <a:spcBef>
                          <a:spcPts val="0"/>
                        </a:spcBef>
                        <a:spcAft>
                          <a:spcPts val="0"/>
                        </a:spcAft>
                        <a:buNone/>
                      </a:pPr>
                      <a:r>
                        <a:rPr lang="en-GB" sz="1800">
                          <a:latin typeface="Lexend"/>
                          <a:ea typeface="Lexend"/>
                          <a:cs typeface="Lexend"/>
                          <a:sym typeface="Lexend"/>
                        </a:rPr>
                        <a:t>7</a:t>
                      </a:r>
                      <a:endParaRPr sz="18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pic>
        <p:nvPicPr>
          <p:cNvPr id="1124" name="Google Shape;1124;p82"/>
          <p:cNvPicPr preferRelativeResize="0"/>
          <p:nvPr/>
        </p:nvPicPr>
        <p:blipFill rotWithShape="1">
          <a:blip r:embed="rId5">
            <a:alphaModFix/>
          </a:blip>
          <a:srcRect b="84458" l="57225" r="18284" t="0"/>
          <a:stretch/>
        </p:blipFill>
        <p:spPr>
          <a:xfrm flipH="1" rot="10800000">
            <a:off x="482750" y="3160774"/>
            <a:ext cx="978616" cy="310401"/>
          </a:xfrm>
          <a:prstGeom prst="rect">
            <a:avLst/>
          </a:prstGeom>
          <a:noFill/>
          <a:ln>
            <a:noFill/>
          </a:ln>
        </p:spPr>
      </p:pic>
      <p:sp>
        <p:nvSpPr>
          <p:cNvPr id="1125" name="Google Shape;1125;p82"/>
          <p:cNvSpPr txBox="1"/>
          <p:nvPr/>
        </p:nvSpPr>
        <p:spPr>
          <a:xfrm>
            <a:off x="785989" y="3370177"/>
            <a:ext cx="566400" cy="287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900">
                <a:solidFill>
                  <a:srgbClr val="222222"/>
                </a:solidFill>
                <a:latin typeface="Lexend"/>
                <a:ea typeface="Lexend"/>
                <a:cs typeface="Lexend"/>
                <a:sym typeface="Lexend"/>
              </a:rPr>
              <a:t>+ 5</a:t>
            </a:r>
            <a:endParaRPr sz="1800">
              <a:solidFill>
                <a:srgbClr val="000000"/>
              </a:solidFill>
              <a:latin typeface="Lexend"/>
              <a:ea typeface="Lexend"/>
              <a:cs typeface="Lexend"/>
              <a:sym typeface="Lexend"/>
            </a:endParaRPr>
          </a:p>
        </p:txBody>
      </p:sp>
      <p:pic>
        <p:nvPicPr>
          <p:cNvPr id="1126" name="Google Shape;1126;p82"/>
          <p:cNvPicPr preferRelativeResize="0"/>
          <p:nvPr/>
        </p:nvPicPr>
        <p:blipFill rotWithShape="1">
          <a:blip r:embed="rId5">
            <a:alphaModFix/>
          </a:blip>
          <a:srcRect b="84458" l="57225" r="18284" t="0"/>
          <a:stretch/>
        </p:blipFill>
        <p:spPr>
          <a:xfrm flipH="1" rot="10800000">
            <a:off x="2221095" y="3160774"/>
            <a:ext cx="978616" cy="310401"/>
          </a:xfrm>
          <a:prstGeom prst="rect">
            <a:avLst/>
          </a:prstGeom>
          <a:noFill/>
          <a:ln>
            <a:noFill/>
          </a:ln>
        </p:spPr>
      </p:pic>
      <p:pic>
        <p:nvPicPr>
          <p:cNvPr id="1127" name="Google Shape;1127;p82"/>
          <p:cNvPicPr preferRelativeResize="0"/>
          <p:nvPr/>
        </p:nvPicPr>
        <p:blipFill rotWithShape="1">
          <a:blip r:embed="rId5">
            <a:alphaModFix/>
          </a:blip>
          <a:srcRect b="84458" l="57225" r="18284" t="0"/>
          <a:stretch/>
        </p:blipFill>
        <p:spPr>
          <a:xfrm flipH="1" rot="10800000">
            <a:off x="1351923" y="3160774"/>
            <a:ext cx="978616" cy="310401"/>
          </a:xfrm>
          <a:prstGeom prst="rect">
            <a:avLst/>
          </a:prstGeom>
          <a:noFill/>
          <a:ln>
            <a:noFill/>
          </a:ln>
        </p:spPr>
      </p:pic>
      <p:pic>
        <p:nvPicPr>
          <p:cNvPr id="1128" name="Google Shape;1128;p82"/>
          <p:cNvPicPr preferRelativeResize="0"/>
          <p:nvPr/>
        </p:nvPicPr>
        <p:blipFill rotWithShape="1">
          <a:blip r:embed="rId5">
            <a:alphaModFix/>
          </a:blip>
          <a:srcRect b="84458" l="57225" r="18284" t="0"/>
          <a:stretch/>
        </p:blipFill>
        <p:spPr>
          <a:xfrm flipH="1" rot="10800000">
            <a:off x="3090268" y="3160774"/>
            <a:ext cx="978616" cy="310401"/>
          </a:xfrm>
          <a:prstGeom prst="rect">
            <a:avLst/>
          </a:prstGeom>
          <a:noFill/>
          <a:ln>
            <a:noFill/>
          </a:ln>
        </p:spPr>
      </p:pic>
      <p:pic>
        <p:nvPicPr>
          <p:cNvPr id="1129" name="Google Shape;1129;p82"/>
          <p:cNvPicPr preferRelativeResize="0"/>
          <p:nvPr/>
        </p:nvPicPr>
        <p:blipFill rotWithShape="1">
          <a:blip r:embed="rId5">
            <a:alphaModFix/>
          </a:blip>
          <a:srcRect b="84458" l="57225" r="18284" t="0"/>
          <a:stretch/>
        </p:blipFill>
        <p:spPr>
          <a:xfrm flipH="1" rot="10800000">
            <a:off x="3959441" y="3160774"/>
            <a:ext cx="978616" cy="310401"/>
          </a:xfrm>
          <a:prstGeom prst="rect">
            <a:avLst/>
          </a:prstGeom>
          <a:noFill/>
          <a:ln>
            <a:noFill/>
          </a:ln>
        </p:spPr>
      </p:pic>
      <p:pic>
        <p:nvPicPr>
          <p:cNvPr id="1130" name="Google Shape;1130;p82"/>
          <p:cNvPicPr preferRelativeResize="0"/>
          <p:nvPr/>
        </p:nvPicPr>
        <p:blipFill rotWithShape="1">
          <a:blip r:embed="rId5">
            <a:alphaModFix/>
          </a:blip>
          <a:srcRect b="84458" l="57225" r="18284" t="0"/>
          <a:stretch/>
        </p:blipFill>
        <p:spPr>
          <a:xfrm flipH="1" rot="10800000">
            <a:off x="4828614" y="3160774"/>
            <a:ext cx="978616" cy="310401"/>
          </a:xfrm>
          <a:prstGeom prst="rect">
            <a:avLst/>
          </a:prstGeom>
          <a:noFill/>
          <a:ln>
            <a:noFill/>
          </a:ln>
        </p:spPr>
      </p:pic>
      <p:pic>
        <p:nvPicPr>
          <p:cNvPr id="1131" name="Google Shape;1131;p82"/>
          <p:cNvPicPr preferRelativeResize="0"/>
          <p:nvPr/>
        </p:nvPicPr>
        <p:blipFill rotWithShape="1">
          <a:blip r:embed="rId5">
            <a:alphaModFix/>
          </a:blip>
          <a:srcRect b="84458" l="57225" r="18284" t="0"/>
          <a:stretch/>
        </p:blipFill>
        <p:spPr>
          <a:xfrm flipH="1" rot="10800000">
            <a:off x="5697786" y="3160774"/>
            <a:ext cx="978616" cy="310401"/>
          </a:xfrm>
          <a:prstGeom prst="rect">
            <a:avLst/>
          </a:prstGeom>
          <a:noFill/>
          <a:ln>
            <a:noFill/>
          </a:ln>
        </p:spPr>
      </p:pic>
      <p:pic>
        <p:nvPicPr>
          <p:cNvPr id="1132" name="Google Shape;1132;p82"/>
          <p:cNvPicPr preferRelativeResize="0"/>
          <p:nvPr/>
        </p:nvPicPr>
        <p:blipFill rotWithShape="1">
          <a:blip r:embed="rId5">
            <a:alphaModFix/>
          </a:blip>
          <a:srcRect b="84458" l="57225" r="18284" t="0"/>
          <a:stretch/>
        </p:blipFill>
        <p:spPr>
          <a:xfrm flipH="1" rot="10800000">
            <a:off x="6566959" y="3160774"/>
            <a:ext cx="978616" cy="310401"/>
          </a:xfrm>
          <a:prstGeom prst="rect">
            <a:avLst/>
          </a:prstGeom>
          <a:noFill/>
          <a:ln>
            <a:noFill/>
          </a:ln>
        </p:spPr>
      </p:pic>
      <p:pic>
        <p:nvPicPr>
          <p:cNvPr id="1133" name="Google Shape;1133;p82"/>
          <p:cNvPicPr preferRelativeResize="0"/>
          <p:nvPr/>
        </p:nvPicPr>
        <p:blipFill rotWithShape="1">
          <a:blip r:embed="rId5">
            <a:alphaModFix/>
          </a:blip>
          <a:srcRect b="84458" l="57225" r="18284" t="0"/>
          <a:stretch/>
        </p:blipFill>
        <p:spPr>
          <a:xfrm flipH="1" rot="10800000">
            <a:off x="7436132" y="3160774"/>
            <a:ext cx="978616" cy="310401"/>
          </a:xfrm>
          <a:prstGeom prst="rect">
            <a:avLst/>
          </a:prstGeom>
          <a:noFill/>
          <a:ln>
            <a:noFill/>
          </a:ln>
        </p:spPr>
      </p:pic>
      <p:sp>
        <p:nvSpPr>
          <p:cNvPr id="1134" name="Google Shape;1134;p82"/>
          <p:cNvSpPr txBox="1"/>
          <p:nvPr/>
        </p:nvSpPr>
        <p:spPr>
          <a:xfrm>
            <a:off x="4288806" y="3909602"/>
            <a:ext cx="566400" cy="287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900">
                <a:solidFill>
                  <a:srgbClr val="222222"/>
                </a:solidFill>
                <a:latin typeface="Lexend"/>
                <a:ea typeface="Lexend"/>
                <a:cs typeface="Lexend"/>
                <a:sym typeface="Lexend"/>
              </a:rPr>
              <a:t>+ 45</a:t>
            </a:r>
            <a:endParaRPr sz="1800">
              <a:solidFill>
                <a:srgbClr val="000000"/>
              </a:solidFill>
              <a:latin typeface="Lexend"/>
              <a:ea typeface="Lexend"/>
              <a:cs typeface="Lexend"/>
              <a:sym typeface="Lexend"/>
            </a:endParaRPr>
          </a:p>
        </p:txBody>
      </p:sp>
      <p:sp>
        <p:nvSpPr>
          <p:cNvPr id="1135" name="Google Shape;1135;p82"/>
          <p:cNvSpPr/>
          <p:nvPr/>
        </p:nvSpPr>
        <p:spPr>
          <a:xfrm>
            <a:off x="7743100" y="2617150"/>
            <a:ext cx="819000" cy="457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52</a:t>
            </a:r>
            <a:endParaRPr sz="1800">
              <a:latin typeface="Lexend"/>
              <a:ea typeface="Lexend"/>
              <a:cs typeface="Lexend"/>
              <a:sym typeface="Lexend"/>
            </a:endParaRPr>
          </a:p>
        </p:txBody>
      </p:sp>
      <p:sp>
        <p:nvSpPr>
          <p:cNvPr id="1136" name="Google Shape;1136;p82"/>
          <p:cNvSpPr txBox="1"/>
          <p:nvPr/>
        </p:nvSpPr>
        <p:spPr>
          <a:xfrm>
            <a:off x="324000" y="4301700"/>
            <a:ext cx="8028300" cy="5187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GB" sz="2000">
                <a:latin typeface="Kalam"/>
                <a:ea typeface="Kalam"/>
                <a:cs typeface="Kalam"/>
                <a:sym typeface="Kalam"/>
              </a:rPr>
              <a:t>Yes, adding 5 nine times will give the 10</a:t>
            </a:r>
            <a:r>
              <a:rPr baseline="30000" lang="en-GB" sz="2000">
                <a:latin typeface="Kalam"/>
                <a:ea typeface="Kalam"/>
                <a:cs typeface="Kalam"/>
                <a:sym typeface="Kalam"/>
              </a:rPr>
              <a:t>th</a:t>
            </a:r>
            <a:r>
              <a:rPr lang="en-GB" sz="2000">
                <a:latin typeface="Kalam"/>
                <a:ea typeface="Kalam"/>
                <a:cs typeface="Kalam"/>
                <a:sym typeface="Kalam"/>
              </a:rPr>
              <a:t> term of 52. </a:t>
            </a:r>
            <a:endParaRPr sz="2000">
              <a:solidFill>
                <a:srgbClr val="000000"/>
              </a:solidFill>
              <a:latin typeface="Kalam"/>
              <a:ea typeface="Kalam"/>
              <a:cs typeface="Kalam"/>
              <a:sym typeface="Kalam"/>
            </a:endParaRPr>
          </a:p>
        </p:txBody>
      </p:sp>
      <p:sp>
        <p:nvSpPr>
          <p:cNvPr id="1137" name="Google Shape;1137;p82"/>
          <p:cNvSpPr/>
          <p:nvPr/>
        </p:nvSpPr>
        <p:spPr>
          <a:xfrm>
            <a:off x="524013" y="3205750"/>
            <a:ext cx="7885381" cy="703853"/>
          </a:xfrm>
          <a:custGeom>
            <a:rect b="b" l="l" r="r" t="t"/>
            <a:pathLst>
              <a:path extrusionOk="0" h="33937" w="323968">
                <a:moveTo>
                  <a:pt x="0" y="610"/>
                </a:moveTo>
                <a:cubicBezTo>
                  <a:pt x="2695" y="4474"/>
                  <a:pt x="1729" y="18659"/>
                  <a:pt x="16168" y="23794"/>
                </a:cubicBezTo>
                <a:cubicBezTo>
                  <a:pt x="30607" y="28929"/>
                  <a:pt x="61774" y="29743"/>
                  <a:pt x="86636" y="31421"/>
                </a:cubicBezTo>
                <a:cubicBezTo>
                  <a:pt x="111498" y="33099"/>
                  <a:pt x="136665" y="34014"/>
                  <a:pt x="165340" y="33861"/>
                </a:cubicBezTo>
                <a:cubicBezTo>
                  <a:pt x="194015" y="33708"/>
                  <a:pt x="234434" y="32539"/>
                  <a:pt x="258686" y="30505"/>
                </a:cubicBezTo>
                <a:cubicBezTo>
                  <a:pt x="282938" y="28471"/>
                  <a:pt x="299971" y="26743"/>
                  <a:pt x="310851" y="21659"/>
                </a:cubicBezTo>
                <a:cubicBezTo>
                  <a:pt x="321731" y="16575"/>
                  <a:pt x="321782" y="3610"/>
                  <a:pt x="323968" y="0"/>
                </a:cubicBezTo>
              </a:path>
            </a:pathLst>
          </a:custGeom>
          <a:noFill/>
          <a:ln cap="flat" cmpd="sng" w="28575">
            <a:solidFill>
              <a:schemeClr val="accent4"/>
            </a:solidFill>
            <a:prstDash val="solid"/>
            <a:round/>
            <a:headEnd len="med" w="med" type="none"/>
            <a:tailEnd len="med" w="med" type="triangle"/>
          </a:ln>
        </p:spPr>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2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2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2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2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2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3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3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3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1" name="Shape 1141"/>
        <p:cNvGrpSpPr/>
        <p:nvPr/>
      </p:nvGrpSpPr>
      <p:grpSpPr>
        <a:xfrm>
          <a:off x="0" y="0"/>
          <a:ext cx="0" cy="0"/>
          <a:chOff x="0" y="0"/>
          <a:chExt cx="0" cy="0"/>
        </a:xfrm>
      </p:grpSpPr>
      <p:sp>
        <p:nvSpPr>
          <p:cNvPr id="1142" name="Google Shape;1142;p83"/>
          <p:cNvSpPr txBox="1"/>
          <p:nvPr>
            <p:ph idx="1" type="body"/>
          </p:nvPr>
        </p:nvSpPr>
        <p:spPr>
          <a:xfrm>
            <a:off x="324000" y="759300"/>
            <a:ext cx="8237700" cy="365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Laura thinks of a new sequence</a:t>
            </a:r>
            <a:endParaRPr sz="2000"/>
          </a:p>
        </p:txBody>
      </p:sp>
      <p:sp>
        <p:nvSpPr>
          <p:cNvPr id="1143" name="Google Shape;1143;p8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term-to-term rules</a:t>
            </a:r>
            <a:endParaRPr/>
          </a:p>
        </p:txBody>
      </p:sp>
      <p:sp>
        <p:nvSpPr>
          <p:cNvPr id="1144" name="Google Shape;1144;p83"/>
          <p:cNvSpPr txBox="1"/>
          <p:nvPr/>
        </p:nvSpPr>
        <p:spPr>
          <a:xfrm>
            <a:off x="247678" y="2594474"/>
            <a:ext cx="1060200" cy="3990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Laura</a:t>
            </a:r>
            <a:endParaRPr b="1" sz="1800">
              <a:latin typeface="Lexend"/>
              <a:ea typeface="Lexend"/>
              <a:cs typeface="Lexend"/>
              <a:sym typeface="Lexend"/>
            </a:endParaRPr>
          </a:p>
        </p:txBody>
      </p:sp>
      <p:pic>
        <p:nvPicPr>
          <p:cNvPr id="1145" name="Google Shape;1145;p83"/>
          <p:cNvPicPr preferRelativeResize="0"/>
          <p:nvPr/>
        </p:nvPicPr>
        <p:blipFill>
          <a:blip r:embed="rId3">
            <a:alphaModFix/>
          </a:blip>
          <a:stretch>
            <a:fillRect/>
          </a:stretch>
        </p:blipFill>
        <p:spPr>
          <a:xfrm>
            <a:off x="470226" y="1788876"/>
            <a:ext cx="615101" cy="805601"/>
          </a:xfrm>
          <a:prstGeom prst="rect">
            <a:avLst/>
          </a:prstGeom>
          <a:noFill/>
          <a:ln>
            <a:noFill/>
          </a:ln>
        </p:spPr>
      </p:pic>
      <p:grpSp>
        <p:nvGrpSpPr>
          <p:cNvPr id="1146" name="Google Shape;1146;p83"/>
          <p:cNvGrpSpPr/>
          <p:nvPr/>
        </p:nvGrpSpPr>
        <p:grpSpPr>
          <a:xfrm>
            <a:off x="1149614" y="1075488"/>
            <a:ext cx="3170386" cy="1875837"/>
            <a:chOff x="1902385" y="1608375"/>
            <a:chExt cx="2242299" cy="1553875"/>
          </a:xfrm>
        </p:grpSpPr>
        <p:pic>
          <p:nvPicPr>
            <p:cNvPr id="1147" name="Google Shape;1147;p83"/>
            <p:cNvPicPr preferRelativeResize="0"/>
            <p:nvPr/>
          </p:nvPicPr>
          <p:blipFill rotWithShape="1">
            <a:blip r:embed="rId4">
              <a:alphaModFix/>
            </a:blip>
            <a:srcRect b="0" l="0" r="69082" t="56280"/>
            <a:stretch/>
          </p:blipFill>
          <p:spPr>
            <a:xfrm flipH="1">
              <a:off x="1902385" y="1608375"/>
              <a:ext cx="2242299" cy="1553875"/>
            </a:xfrm>
            <a:prstGeom prst="rect">
              <a:avLst/>
            </a:prstGeom>
            <a:noFill/>
            <a:ln>
              <a:noFill/>
            </a:ln>
          </p:spPr>
        </p:pic>
        <p:sp>
          <p:nvSpPr>
            <p:cNvPr id="1148" name="Google Shape;1148;p83"/>
            <p:cNvSpPr txBox="1"/>
            <p:nvPr/>
          </p:nvSpPr>
          <p:spPr>
            <a:xfrm flipH="1">
              <a:off x="2077641" y="1806949"/>
              <a:ext cx="1891800" cy="10548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1000"/>
                </a:spcAft>
                <a:buNone/>
              </a:pPr>
              <a:r>
                <a:rPr lang="en-GB" sz="1800">
                  <a:solidFill>
                    <a:schemeClr val="dk1"/>
                  </a:solidFill>
                  <a:latin typeface="Lexend"/>
                  <a:ea typeface="Lexend"/>
                  <a:cs typeface="Lexend"/>
                  <a:sym typeface="Lexend"/>
                </a:rPr>
                <a:t>My sequence starts at 3 and doubles each time. To calculate T</a:t>
              </a:r>
              <a:r>
                <a:rPr baseline="-25000" lang="en-GB" sz="1800">
                  <a:solidFill>
                    <a:schemeClr val="dk1"/>
                  </a:solidFill>
                  <a:latin typeface="Lexend"/>
                  <a:ea typeface="Lexend"/>
                  <a:cs typeface="Lexend"/>
                  <a:sym typeface="Lexend"/>
                </a:rPr>
                <a:t>10</a:t>
              </a:r>
              <a:r>
                <a:rPr lang="en-GB" sz="1800">
                  <a:solidFill>
                    <a:schemeClr val="dk1"/>
                  </a:solidFill>
                  <a:latin typeface="Lexend"/>
                  <a:ea typeface="Lexend"/>
                  <a:cs typeface="Lexend"/>
                  <a:sym typeface="Lexend"/>
                </a:rPr>
                <a:t> I can do 3 + 9 </a:t>
              </a:r>
              <a:r>
                <a:rPr lang="en-GB" sz="1900">
                  <a:solidFill>
                    <a:srgbClr val="222222"/>
                  </a:solidFill>
                  <a:latin typeface="Lexend"/>
                  <a:ea typeface="Lexend"/>
                  <a:cs typeface="Lexend"/>
                  <a:sym typeface="Lexend"/>
                </a:rPr>
                <a:t>× 2</a:t>
              </a:r>
              <a:r>
                <a:rPr lang="en-GB" sz="1800">
                  <a:solidFill>
                    <a:schemeClr val="dk1"/>
                  </a:solidFill>
                  <a:latin typeface="Lexend"/>
                  <a:ea typeface="Lexend"/>
                  <a:cs typeface="Lexend"/>
                  <a:sym typeface="Lexend"/>
                </a:rPr>
                <a:t> </a:t>
              </a:r>
              <a:endParaRPr sz="1800">
                <a:solidFill>
                  <a:srgbClr val="000000"/>
                </a:solidFill>
                <a:latin typeface="Lexend"/>
                <a:ea typeface="Lexend"/>
                <a:cs typeface="Lexend"/>
                <a:sym typeface="Lexend"/>
              </a:endParaRPr>
            </a:p>
          </p:txBody>
        </p:sp>
      </p:grpSp>
      <p:sp>
        <p:nvSpPr>
          <p:cNvPr id="1149" name="Google Shape;1149;p83"/>
          <p:cNvSpPr txBox="1"/>
          <p:nvPr>
            <p:ph idx="1" type="body"/>
          </p:nvPr>
        </p:nvSpPr>
        <p:spPr>
          <a:xfrm>
            <a:off x="4414700" y="1391400"/>
            <a:ext cx="4405200" cy="365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What is wrong with Laura’s statement?</a:t>
            </a:r>
            <a:endParaRPr sz="1800"/>
          </a:p>
        </p:txBody>
      </p:sp>
      <p:sp>
        <p:nvSpPr>
          <p:cNvPr id="1150" name="Google Shape;1150;p83"/>
          <p:cNvSpPr txBox="1"/>
          <p:nvPr>
            <p:ph idx="1" type="body"/>
          </p:nvPr>
        </p:nvSpPr>
        <p:spPr>
          <a:xfrm>
            <a:off x="324000" y="3240000"/>
            <a:ext cx="8496000" cy="365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That method only works for sequences with a constant </a:t>
            </a:r>
            <a:r>
              <a:rPr lang="en-GB" sz="2000">
                <a:solidFill>
                  <a:schemeClr val="accent4"/>
                </a:solidFill>
                <a:latin typeface="Kalam"/>
                <a:ea typeface="Kalam"/>
                <a:cs typeface="Kalam"/>
                <a:sym typeface="Kalam"/>
              </a:rPr>
              <a:t>additive</a:t>
            </a:r>
            <a:r>
              <a:rPr lang="en-GB" sz="2000">
                <a:latin typeface="Kalam"/>
                <a:ea typeface="Kalam"/>
                <a:cs typeface="Kalam"/>
                <a:sym typeface="Kalam"/>
              </a:rPr>
              <a:t> rule as repeated addition of a number can be written as multiplication. </a:t>
            </a:r>
            <a:endParaRPr sz="2000">
              <a:latin typeface="Kalam"/>
              <a:ea typeface="Kalam"/>
              <a:cs typeface="Kalam"/>
              <a:sym typeface="Kalam"/>
            </a:endParaRPr>
          </a:p>
        </p:txBody>
      </p:sp>
      <p:sp>
        <p:nvSpPr>
          <p:cNvPr id="1151" name="Google Shape;1151;p83"/>
          <p:cNvSpPr txBox="1"/>
          <p:nvPr>
            <p:ph idx="1" type="body"/>
          </p:nvPr>
        </p:nvSpPr>
        <p:spPr>
          <a:xfrm>
            <a:off x="324000" y="4137300"/>
            <a:ext cx="8496000" cy="723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Using </a:t>
            </a:r>
            <a:r>
              <a:rPr b="1" lang="en-GB" sz="1800"/>
              <a:t>term-to-term</a:t>
            </a:r>
            <a:r>
              <a:rPr lang="en-GB" sz="1800"/>
              <a:t> rules to find larger term numbers for more complex sequences can become tricky or time consuming.</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4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4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5" name="Shape 1155"/>
        <p:cNvGrpSpPr/>
        <p:nvPr/>
      </p:nvGrpSpPr>
      <p:grpSpPr>
        <a:xfrm>
          <a:off x="0" y="0"/>
          <a:ext cx="0" cy="0"/>
          <a:chOff x="0" y="0"/>
          <a:chExt cx="0" cy="0"/>
        </a:xfrm>
      </p:grpSpPr>
      <p:sp>
        <p:nvSpPr>
          <p:cNvPr id="1156" name="Google Shape;1156;p84"/>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term-to-term rules</a:t>
            </a:r>
            <a:endParaRPr/>
          </a:p>
        </p:txBody>
      </p:sp>
      <p:sp>
        <p:nvSpPr>
          <p:cNvPr id="1157" name="Google Shape;1157;p84"/>
          <p:cNvSpPr txBox="1"/>
          <p:nvPr>
            <p:ph idx="1" type="subTitle"/>
          </p:nvPr>
        </p:nvSpPr>
        <p:spPr>
          <a:xfrm>
            <a:off x="980575" y="3196113"/>
            <a:ext cx="7452600" cy="730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You need to multiply by 10 instead.</a:t>
            </a:r>
            <a:endParaRPr/>
          </a:p>
        </p:txBody>
      </p:sp>
      <p:sp>
        <p:nvSpPr>
          <p:cNvPr id="1158" name="Google Shape;1158;p84"/>
          <p:cNvSpPr txBox="1"/>
          <p:nvPr>
            <p:ph idx="2" type="subTitle"/>
          </p:nvPr>
        </p:nvSpPr>
        <p:spPr>
          <a:xfrm>
            <a:off x="324000" y="1080000"/>
            <a:ext cx="8531700" cy="7308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a:t>To find the 10</a:t>
            </a:r>
            <a:r>
              <a:rPr baseline="30000" lang="en-GB"/>
              <a:t>th</a:t>
            </a:r>
            <a:r>
              <a:rPr lang="en-GB"/>
              <a:t> term of any sequence with a constant additive rule, you can multiply the first term by 9</a:t>
            </a:r>
            <a:endParaRPr/>
          </a:p>
        </p:txBody>
      </p:sp>
      <p:sp>
        <p:nvSpPr>
          <p:cNvPr id="1159" name="Google Shape;1159;p84"/>
          <p:cNvSpPr txBox="1"/>
          <p:nvPr>
            <p:ph idx="3" type="subTitle"/>
          </p:nvPr>
        </p:nvSpPr>
        <p:spPr>
          <a:xfrm>
            <a:off x="980575" y="3954595"/>
            <a:ext cx="7452600" cy="730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You need to know the rule and multiply the value we are adding by 9 then add on to T</a:t>
            </a:r>
            <a:r>
              <a:rPr baseline="-25000" lang="en-GB"/>
              <a:t>1</a:t>
            </a:r>
            <a:endParaRPr baseline="-25000"/>
          </a:p>
        </p:txBody>
      </p:sp>
      <p:pic>
        <p:nvPicPr>
          <p:cNvPr id="1160" name="Google Shape;1160;p84"/>
          <p:cNvPicPr preferRelativeResize="0"/>
          <p:nvPr/>
        </p:nvPicPr>
        <p:blipFill>
          <a:blip r:embed="rId3">
            <a:alphaModFix/>
          </a:blip>
          <a:stretch>
            <a:fillRect/>
          </a:stretch>
        </p:blipFill>
        <p:spPr>
          <a:xfrm>
            <a:off x="6299808" y="1740900"/>
            <a:ext cx="396000" cy="419100"/>
          </a:xfrm>
          <a:prstGeom prst="rect">
            <a:avLst/>
          </a:prstGeom>
          <a:noFill/>
          <a:ln>
            <a:noFill/>
          </a:ln>
        </p:spPr>
      </p:pic>
      <p:pic>
        <p:nvPicPr>
          <p:cNvPr id="1161" name="Google Shape;1161;p84"/>
          <p:cNvPicPr preferRelativeResize="0"/>
          <p:nvPr/>
        </p:nvPicPr>
        <p:blipFill>
          <a:blip r:embed="rId3">
            <a:alphaModFix/>
          </a:blip>
          <a:stretch>
            <a:fillRect/>
          </a:stretch>
        </p:blipFill>
        <p:spPr>
          <a:xfrm>
            <a:off x="5618533" y="4354925"/>
            <a:ext cx="396000" cy="419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5" name="Shape 1165"/>
        <p:cNvGrpSpPr/>
        <p:nvPr/>
      </p:nvGrpSpPr>
      <p:grpSpPr>
        <a:xfrm>
          <a:off x="0" y="0"/>
          <a:ext cx="0" cy="0"/>
          <a:chOff x="0" y="0"/>
          <a:chExt cx="0" cy="0"/>
        </a:xfrm>
      </p:grpSpPr>
      <p:sp>
        <p:nvSpPr>
          <p:cNvPr id="1166" name="Google Shape;1166;p85"/>
          <p:cNvSpPr txBox="1"/>
          <p:nvPr>
            <p:ph idx="1" type="body"/>
          </p:nvPr>
        </p:nvSpPr>
        <p:spPr>
          <a:xfrm>
            <a:off x="324000" y="688938"/>
            <a:ext cx="8237700" cy="1089000"/>
          </a:xfrm>
          <a:prstGeom prst="rect">
            <a:avLst/>
          </a:prstGeom>
        </p:spPr>
        <p:txBody>
          <a:bodyPr anchorCtr="0" anchor="t" bIns="0" lIns="0" spcFirstLastPara="1" rIns="0" wrap="square" tIns="0">
            <a:noAutofit/>
          </a:bodyPr>
          <a:lstStyle/>
          <a:p>
            <a:pPr indent="-355600" lvl="0" marL="457200" rtl="0" algn="l">
              <a:spcBef>
                <a:spcPts val="0"/>
              </a:spcBef>
              <a:spcAft>
                <a:spcPts val="0"/>
              </a:spcAft>
              <a:buSzPts val="2000"/>
              <a:buAutoNum type="arabicParenR"/>
            </a:pPr>
            <a:r>
              <a:rPr lang="en-GB" sz="2000"/>
              <a:t>This crossnumber is made from sequences written from left to right or from top to bottom. Fill in the crossnumber according to the given rules. Fill in the missing rule for ‘A: down’</a:t>
            </a:r>
            <a:endParaRPr sz="2000"/>
          </a:p>
        </p:txBody>
      </p:sp>
      <p:sp>
        <p:nvSpPr>
          <p:cNvPr id="1167" name="Google Shape;1167;p85"/>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Using term-to-term rules</a:t>
            </a:r>
            <a:endParaRPr/>
          </a:p>
        </p:txBody>
      </p:sp>
      <p:graphicFrame>
        <p:nvGraphicFramePr>
          <p:cNvPr id="1168" name="Google Shape;1168;p85"/>
          <p:cNvGraphicFramePr/>
          <p:nvPr/>
        </p:nvGraphicFramePr>
        <p:xfrm>
          <a:off x="559250" y="2056200"/>
          <a:ext cx="3000000" cy="3000000"/>
        </p:xfrm>
        <a:graphic>
          <a:graphicData uri="http://schemas.openxmlformats.org/drawingml/2006/table">
            <a:tbl>
              <a:tblPr>
                <a:noFill/>
                <a:tableStyleId>{75A5DC62-8C51-4004-8FE2-019E2598D443}</a:tableStyleId>
              </a:tblPr>
              <a:tblGrid>
                <a:gridCol w="389775"/>
                <a:gridCol w="389775"/>
                <a:gridCol w="389775"/>
                <a:gridCol w="389775"/>
                <a:gridCol w="389775"/>
                <a:gridCol w="389775"/>
                <a:gridCol w="389775"/>
              </a:tblGrid>
              <a:tr h="389825">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9825">
                <a:tc>
                  <a:txBody>
                    <a:bodyPr/>
                    <a:lstStyle/>
                    <a:p>
                      <a:pPr indent="0" lvl="0" marL="0" rtl="0" algn="ctr">
                        <a:spcBef>
                          <a:spcPts val="0"/>
                        </a:spcBef>
                        <a:spcAft>
                          <a:spcPts val="0"/>
                        </a:spcAft>
                        <a:buNone/>
                      </a:pPr>
                      <a:r>
                        <a:rPr lang="en-GB" sz="1800">
                          <a:latin typeface="Lexend"/>
                          <a:ea typeface="Lexend"/>
                          <a:cs typeface="Lexend"/>
                          <a:sym typeface="Lexend"/>
                        </a:rPr>
                        <a:t>7</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9825">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9825">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9825">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9825">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9825">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cxnSp>
        <p:nvCxnSpPr>
          <p:cNvPr id="1169" name="Google Shape;1169;p85"/>
          <p:cNvCxnSpPr/>
          <p:nvPr/>
        </p:nvCxnSpPr>
        <p:spPr>
          <a:xfrm>
            <a:off x="951635" y="2065975"/>
            <a:ext cx="0" cy="2713200"/>
          </a:xfrm>
          <a:prstGeom prst="straightConnector1">
            <a:avLst/>
          </a:prstGeom>
          <a:noFill/>
          <a:ln cap="flat" cmpd="sng" w="19050">
            <a:solidFill>
              <a:schemeClr val="dk1"/>
            </a:solidFill>
            <a:prstDash val="solid"/>
            <a:round/>
            <a:headEnd len="med" w="med" type="none"/>
            <a:tailEnd len="med" w="med" type="none"/>
          </a:ln>
        </p:spPr>
      </p:cxnSp>
      <p:cxnSp>
        <p:nvCxnSpPr>
          <p:cNvPr id="1170" name="Google Shape;1170;p85"/>
          <p:cNvCxnSpPr/>
          <p:nvPr/>
        </p:nvCxnSpPr>
        <p:spPr>
          <a:xfrm>
            <a:off x="1338810" y="2065975"/>
            <a:ext cx="0" cy="2713200"/>
          </a:xfrm>
          <a:prstGeom prst="straightConnector1">
            <a:avLst/>
          </a:prstGeom>
          <a:noFill/>
          <a:ln cap="flat" cmpd="sng" w="19050">
            <a:solidFill>
              <a:schemeClr val="dk1"/>
            </a:solidFill>
            <a:prstDash val="solid"/>
            <a:round/>
            <a:headEnd len="med" w="med" type="none"/>
            <a:tailEnd len="med" w="med" type="none"/>
          </a:ln>
        </p:spPr>
      </p:cxnSp>
      <p:sp>
        <p:nvSpPr>
          <p:cNvPr id="1171" name="Google Shape;1171;p85"/>
          <p:cNvSpPr txBox="1"/>
          <p:nvPr>
            <p:ph idx="1" type="body"/>
          </p:nvPr>
        </p:nvSpPr>
        <p:spPr>
          <a:xfrm>
            <a:off x="959490" y="2050591"/>
            <a:ext cx="196500" cy="209100"/>
          </a:xfrm>
          <a:prstGeom prst="rect">
            <a:avLst/>
          </a:prstGeom>
          <a:ln>
            <a:noFill/>
          </a:ln>
        </p:spPr>
        <p:txBody>
          <a:bodyPr anchorCtr="0" anchor="t" bIns="0" lIns="0" spcFirstLastPara="1" rIns="0" wrap="square" tIns="0">
            <a:noAutofit/>
          </a:bodyPr>
          <a:lstStyle/>
          <a:p>
            <a:pPr indent="0" lvl="0" marL="0" rtl="0" algn="l">
              <a:spcBef>
                <a:spcPts val="0"/>
              </a:spcBef>
              <a:spcAft>
                <a:spcPts val="1000"/>
              </a:spcAft>
              <a:buNone/>
            </a:pPr>
            <a:r>
              <a:rPr lang="en-GB" sz="1400">
                <a:solidFill>
                  <a:schemeClr val="dk2"/>
                </a:solidFill>
              </a:rPr>
              <a:t>A</a:t>
            </a:r>
            <a:endParaRPr sz="1400">
              <a:solidFill>
                <a:schemeClr val="dk2"/>
              </a:solidFill>
            </a:endParaRPr>
          </a:p>
        </p:txBody>
      </p:sp>
      <p:cxnSp>
        <p:nvCxnSpPr>
          <p:cNvPr id="1172" name="Google Shape;1172;p85"/>
          <p:cNvCxnSpPr/>
          <p:nvPr/>
        </p:nvCxnSpPr>
        <p:spPr>
          <a:xfrm>
            <a:off x="1728585" y="2446025"/>
            <a:ext cx="0" cy="1570500"/>
          </a:xfrm>
          <a:prstGeom prst="straightConnector1">
            <a:avLst/>
          </a:prstGeom>
          <a:noFill/>
          <a:ln cap="flat" cmpd="sng" w="19050">
            <a:solidFill>
              <a:schemeClr val="dk1"/>
            </a:solidFill>
            <a:prstDash val="solid"/>
            <a:round/>
            <a:headEnd len="med" w="med" type="none"/>
            <a:tailEnd len="med" w="med" type="none"/>
          </a:ln>
        </p:spPr>
      </p:cxnSp>
      <p:cxnSp>
        <p:nvCxnSpPr>
          <p:cNvPr id="1173" name="Google Shape;1173;p85"/>
          <p:cNvCxnSpPr/>
          <p:nvPr/>
        </p:nvCxnSpPr>
        <p:spPr>
          <a:xfrm>
            <a:off x="2118360" y="2446025"/>
            <a:ext cx="0" cy="1570500"/>
          </a:xfrm>
          <a:prstGeom prst="straightConnector1">
            <a:avLst/>
          </a:prstGeom>
          <a:noFill/>
          <a:ln cap="flat" cmpd="sng" w="19050">
            <a:solidFill>
              <a:schemeClr val="dk1"/>
            </a:solidFill>
            <a:prstDash val="solid"/>
            <a:round/>
            <a:headEnd len="med" w="med" type="none"/>
            <a:tailEnd len="med" w="med" type="none"/>
          </a:ln>
        </p:spPr>
      </p:cxnSp>
      <p:cxnSp>
        <p:nvCxnSpPr>
          <p:cNvPr id="1174" name="Google Shape;1174;p85"/>
          <p:cNvCxnSpPr/>
          <p:nvPr/>
        </p:nvCxnSpPr>
        <p:spPr>
          <a:xfrm>
            <a:off x="2508135" y="2446025"/>
            <a:ext cx="0" cy="2325300"/>
          </a:xfrm>
          <a:prstGeom prst="straightConnector1">
            <a:avLst/>
          </a:prstGeom>
          <a:noFill/>
          <a:ln cap="flat" cmpd="sng" w="19050">
            <a:solidFill>
              <a:schemeClr val="dk1"/>
            </a:solidFill>
            <a:prstDash val="solid"/>
            <a:round/>
            <a:headEnd len="med" w="med" type="none"/>
            <a:tailEnd len="med" w="med" type="none"/>
          </a:ln>
        </p:spPr>
      </p:cxnSp>
      <p:cxnSp>
        <p:nvCxnSpPr>
          <p:cNvPr id="1175" name="Google Shape;1175;p85"/>
          <p:cNvCxnSpPr/>
          <p:nvPr/>
        </p:nvCxnSpPr>
        <p:spPr>
          <a:xfrm>
            <a:off x="2895075" y="2446025"/>
            <a:ext cx="0" cy="2325300"/>
          </a:xfrm>
          <a:prstGeom prst="straightConnector1">
            <a:avLst/>
          </a:prstGeom>
          <a:noFill/>
          <a:ln cap="flat" cmpd="sng" w="19050">
            <a:solidFill>
              <a:schemeClr val="dk1"/>
            </a:solidFill>
            <a:prstDash val="solid"/>
            <a:round/>
            <a:headEnd len="med" w="med" type="none"/>
            <a:tailEnd len="med" w="med" type="none"/>
          </a:ln>
        </p:spPr>
      </p:cxnSp>
      <p:cxnSp>
        <p:nvCxnSpPr>
          <p:cNvPr id="1176" name="Google Shape;1176;p85"/>
          <p:cNvCxnSpPr/>
          <p:nvPr/>
        </p:nvCxnSpPr>
        <p:spPr>
          <a:xfrm rot="10800000">
            <a:off x="955725" y="4784975"/>
            <a:ext cx="1954200" cy="0"/>
          </a:xfrm>
          <a:prstGeom prst="straightConnector1">
            <a:avLst/>
          </a:prstGeom>
          <a:noFill/>
          <a:ln cap="flat" cmpd="sng" w="19050">
            <a:solidFill>
              <a:schemeClr val="dk1"/>
            </a:solidFill>
            <a:prstDash val="solid"/>
            <a:round/>
            <a:headEnd len="med" w="med" type="none"/>
            <a:tailEnd len="med" w="med" type="none"/>
          </a:ln>
        </p:spPr>
      </p:cxnSp>
      <p:cxnSp>
        <p:nvCxnSpPr>
          <p:cNvPr id="1177" name="Google Shape;1177;p85"/>
          <p:cNvCxnSpPr/>
          <p:nvPr/>
        </p:nvCxnSpPr>
        <p:spPr>
          <a:xfrm rot="10800000">
            <a:off x="955725" y="4396200"/>
            <a:ext cx="1954200" cy="0"/>
          </a:xfrm>
          <a:prstGeom prst="straightConnector1">
            <a:avLst/>
          </a:prstGeom>
          <a:noFill/>
          <a:ln cap="flat" cmpd="sng" w="19050">
            <a:solidFill>
              <a:schemeClr val="dk1"/>
            </a:solidFill>
            <a:prstDash val="solid"/>
            <a:round/>
            <a:headEnd len="med" w="med" type="none"/>
            <a:tailEnd len="med" w="med" type="none"/>
          </a:ln>
        </p:spPr>
      </p:cxnSp>
      <p:cxnSp>
        <p:nvCxnSpPr>
          <p:cNvPr id="1178" name="Google Shape;1178;p85"/>
          <p:cNvCxnSpPr/>
          <p:nvPr/>
        </p:nvCxnSpPr>
        <p:spPr>
          <a:xfrm rot="10800000">
            <a:off x="558400" y="4016525"/>
            <a:ext cx="2736900" cy="0"/>
          </a:xfrm>
          <a:prstGeom prst="straightConnector1">
            <a:avLst/>
          </a:prstGeom>
          <a:noFill/>
          <a:ln cap="flat" cmpd="sng" w="19050">
            <a:solidFill>
              <a:schemeClr val="dk1"/>
            </a:solidFill>
            <a:prstDash val="solid"/>
            <a:round/>
            <a:headEnd len="med" w="med" type="none"/>
            <a:tailEnd len="med" w="med" type="none"/>
          </a:ln>
        </p:spPr>
      </p:cxnSp>
      <p:cxnSp>
        <p:nvCxnSpPr>
          <p:cNvPr id="1179" name="Google Shape;1179;p85"/>
          <p:cNvCxnSpPr/>
          <p:nvPr/>
        </p:nvCxnSpPr>
        <p:spPr>
          <a:xfrm rot="10800000">
            <a:off x="550550" y="3608675"/>
            <a:ext cx="2742300" cy="0"/>
          </a:xfrm>
          <a:prstGeom prst="straightConnector1">
            <a:avLst/>
          </a:prstGeom>
          <a:noFill/>
          <a:ln cap="flat" cmpd="sng" w="19050">
            <a:solidFill>
              <a:schemeClr val="dk1"/>
            </a:solidFill>
            <a:prstDash val="solid"/>
            <a:round/>
            <a:headEnd len="med" w="med" type="none"/>
            <a:tailEnd len="med" w="med" type="none"/>
          </a:ln>
        </p:spPr>
      </p:cxnSp>
      <p:cxnSp>
        <p:nvCxnSpPr>
          <p:cNvPr id="1180" name="Google Shape;1180;p85"/>
          <p:cNvCxnSpPr/>
          <p:nvPr/>
        </p:nvCxnSpPr>
        <p:spPr>
          <a:xfrm rot="10800000">
            <a:off x="554075" y="2446025"/>
            <a:ext cx="2349000" cy="0"/>
          </a:xfrm>
          <a:prstGeom prst="straightConnector1">
            <a:avLst/>
          </a:prstGeom>
          <a:noFill/>
          <a:ln cap="flat" cmpd="sng" w="19050">
            <a:solidFill>
              <a:schemeClr val="dk1"/>
            </a:solidFill>
            <a:prstDash val="solid"/>
            <a:round/>
            <a:headEnd len="med" w="med" type="none"/>
            <a:tailEnd len="med" w="med" type="none"/>
          </a:ln>
        </p:spPr>
      </p:cxnSp>
      <p:cxnSp>
        <p:nvCxnSpPr>
          <p:cNvPr id="1181" name="Google Shape;1181;p85"/>
          <p:cNvCxnSpPr/>
          <p:nvPr/>
        </p:nvCxnSpPr>
        <p:spPr>
          <a:xfrm rot="10800000">
            <a:off x="554075" y="2821150"/>
            <a:ext cx="2349000" cy="0"/>
          </a:xfrm>
          <a:prstGeom prst="straightConnector1">
            <a:avLst/>
          </a:prstGeom>
          <a:noFill/>
          <a:ln cap="flat" cmpd="sng" w="19050">
            <a:solidFill>
              <a:schemeClr val="dk1"/>
            </a:solidFill>
            <a:prstDash val="solid"/>
            <a:round/>
            <a:headEnd len="med" w="med" type="none"/>
            <a:tailEnd len="med" w="med" type="none"/>
          </a:ln>
        </p:spPr>
      </p:cxnSp>
      <p:cxnSp>
        <p:nvCxnSpPr>
          <p:cNvPr id="1182" name="Google Shape;1182;p85"/>
          <p:cNvCxnSpPr/>
          <p:nvPr/>
        </p:nvCxnSpPr>
        <p:spPr>
          <a:xfrm rot="10800000">
            <a:off x="944056" y="2070900"/>
            <a:ext cx="400800" cy="0"/>
          </a:xfrm>
          <a:prstGeom prst="straightConnector1">
            <a:avLst/>
          </a:prstGeom>
          <a:noFill/>
          <a:ln cap="flat" cmpd="sng" w="19050">
            <a:solidFill>
              <a:schemeClr val="dk1"/>
            </a:solidFill>
            <a:prstDash val="solid"/>
            <a:round/>
            <a:headEnd len="med" w="med" type="none"/>
            <a:tailEnd len="med" w="med" type="none"/>
          </a:ln>
        </p:spPr>
      </p:cxnSp>
      <p:cxnSp>
        <p:nvCxnSpPr>
          <p:cNvPr id="1183" name="Google Shape;1183;p85"/>
          <p:cNvCxnSpPr/>
          <p:nvPr/>
        </p:nvCxnSpPr>
        <p:spPr>
          <a:xfrm rot="10800000">
            <a:off x="944056" y="3213900"/>
            <a:ext cx="400800" cy="0"/>
          </a:xfrm>
          <a:prstGeom prst="straightConnector1">
            <a:avLst/>
          </a:prstGeom>
          <a:noFill/>
          <a:ln cap="flat" cmpd="sng" w="19050">
            <a:solidFill>
              <a:schemeClr val="dk1"/>
            </a:solidFill>
            <a:prstDash val="solid"/>
            <a:round/>
            <a:headEnd len="med" w="med" type="none"/>
            <a:tailEnd len="med" w="med" type="none"/>
          </a:ln>
        </p:spPr>
      </p:cxnSp>
      <p:cxnSp>
        <p:nvCxnSpPr>
          <p:cNvPr id="1184" name="Google Shape;1184;p85"/>
          <p:cNvCxnSpPr/>
          <p:nvPr/>
        </p:nvCxnSpPr>
        <p:spPr>
          <a:xfrm rot="10800000">
            <a:off x="1723068" y="3232346"/>
            <a:ext cx="400800" cy="0"/>
          </a:xfrm>
          <a:prstGeom prst="straightConnector1">
            <a:avLst/>
          </a:prstGeom>
          <a:noFill/>
          <a:ln cap="flat" cmpd="sng" w="19050">
            <a:solidFill>
              <a:schemeClr val="dk1"/>
            </a:solidFill>
            <a:prstDash val="solid"/>
            <a:round/>
            <a:headEnd len="med" w="med" type="none"/>
            <a:tailEnd len="med" w="med" type="none"/>
          </a:ln>
        </p:spPr>
      </p:cxnSp>
      <p:cxnSp>
        <p:nvCxnSpPr>
          <p:cNvPr id="1185" name="Google Shape;1185;p85"/>
          <p:cNvCxnSpPr/>
          <p:nvPr/>
        </p:nvCxnSpPr>
        <p:spPr>
          <a:xfrm rot="10800000">
            <a:off x="2500798" y="3232346"/>
            <a:ext cx="400800" cy="0"/>
          </a:xfrm>
          <a:prstGeom prst="straightConnector1">
            <a:avLst/>
          </a:prstGeom>
          <a:noFill/>
          <a:ln cap="flat" cmpd="sng" w="19050">
            <a:solidFill>
              <a:schemeClr val="dk1"/>
            </a:solidFill>
            <a:prstDash val="solid"/>
            <a:round/>
            <a:headEnd len="med" w="med" type="none"/>
            <a:tailEnd len="med" w="med" type="none"/>
          </a:ln>
        </p:spPr>
      </p:cxnSp>
      <p:cxnSp>
        <p:nvCxnSpPr>
          <p:cNvPr id="1186" name="Google Shape;1186;p85"/>
          <p:cNvCxnSpPr/>
          <p:nvPr/>
        </p:nvCxnSpPr>
        <p:spPr>
          <a:xfrm rot="-5400000">
            <a:off x="1528168" y="4596596"/>
            <a:ext cx="400800" cy="0"/>
          </a:xfrm>
          <a:prstGeom prst="straightConnector1">
            <a:avLst/>
          </a:prstGeom>
          <a:noFill/>
          <a:ln cap="flat" cmpd="sng" w="19050">
            <a:solidFill>
              <a:schemeClr val="dk1"/>
            </a:solidFill>
            <a:prstDash val="solid"/>
            <a:round/>
            <a:headEnd len="med" w="med" type="none"/>
            <a:tailEnd len="med" w="med" type="none"/>
          </a:ln>
        </p:spPr>
      </p:cxnSp>
      <p:cxnSp>
        <p:nvCxnSpPr>
          <p:cNvPr id="1187" name="Google Shape;1187;p85"/>
          <p:cNvCxnSpPr/>
          <p:nvPr/>
        </p:nvCxnSpPr>
        <p:spPr>
          <a:xfrm rot="-5400000">
            <a:off x="1909168" y="4596596"/>
            <a:ext cx="400800" cy="0"/>
          </a:xfrm>
          <a:prstGeom prst="straightConnector1">
            <a:avLst/>
          </a:prstGeom>
          <a:noFill/>
          <a:ln cap="flat" cmpd="sng" w="19050">
            <a:solidFill>
              <a:schemeClr val="dk1"/>
            </a:solidFill>
            <a:prstDash val="solid"/>
            <a:round/>
            <a:headEnd len="med" w="med" type="none"/>
            <a:tailEnd len="med" w="med" type="none"/>
          </a:ln>
        </p:spPr>
      </p:cxnSp>
      <p:cxnSp>
        <p:nvCxnSpPr>
          <p:cNvPr id="1188" name="Google Shape;1188;p85"/>
          <p:cNvCxnSpPr/>
          <p:nvPr/>
        </p:nvCxnSpPr>
        <p:spPr>
          <a:xfrm rot="-5400000">
            <a:off x="361574" y="2638990"/>
            <a:ext cx="400800" cy="0"/>
          </a:xfrm>
          <a:prstGeom prst="straightConnector1">
            <a:avLst/>
          </a:prstGeom>
          <a:noFill/>
          <a:ln cap="flat" cmpd="sng" w="19050">
            <a:solidFill>
              <a:schemeClr val="dk1"/>
            </a:solidFill>
            <a:prstDash val="solid"/>
            <a:round/>
            <a:headEnd len="med" w="med" type="none"/>
            <a:tailEnd len="med" w="med" type="none"/>
          </a:ln>
        </p:spPr>
      </p:cxnSp>
      <p:cxnSp>
        <p:nvCxnSpPr>
          <p:cNvPr id="1189" name="Google Shape;1189;p85"/>
          <p:cNvCxnSpPr/>
          <p:nvPr/>
        </p:nvCxnSpPr>
        <p:spPr>
          <a:xfrm rot="-5400000">
            <a:off x="3083627" y="3811002"/>
            <a:ext cx="400800" cy="0"/>
          </a:xfrm>
          <a:prstGeom prst="straightConnector1">
            <a:avLst/>
          </a:prstGeom>
          <a:noFill/>
          <a:ln cap="flat" cmpd="sng" w="19050">
            <a:solidFill>
              <a:schemeClr val="dk1"/>
            </a:solidFill>
            <a:prstDash val="solid"/>
            <a:round/>
            <a:headEnd len="med" w="med" type="none"/>
            <a:tailEnd len="med" w="med" type="none"/>
          </a:ln>
        </p:spPr>
      </p:cxnSp>
      <p:sp>
        <p:nvSpPr>
          <p:cNvPr id="1190" name="Google Shape;1190;p85"/>
          <p:cNvSpPr txBox="1"/>
          <p:nvPr>
            <p:ph idx="1" type="body"/>
          </p:nvPr>
        </p:nvSpPr>
        <p:spPr>
          <a:xfrm>
            <a:off x="4320000" y="2027250"/>
            <a:ext cx="980700" cy="400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u="sng"/>
              <a:t>Across</a:t>
            </a:r>
            <a:endParaRPr sz="2000" u="sng"/>
          </a:p>
        </p:txBody>
      </p:sp>
      <p:sp>
        <p:nvSpPr>
          <p:cNvPr id="1191" name="Google Shape;1191;p85"/>
          <p:cNvSpPr txBox="1"/>
          <p:nvPr>
            <p:ph idx="1" type="body"/>
          </p:nvPr>
        </p:nvSpPr>
        <p:spPr>
          <a:xfrm>
            <a:off x="4333650" y="3534388"/>
            <a:ext cx="980700" cy="400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u="sng"/>
              <a:t>Down</a:t>
            </a:r>
            <a:endParaRPr sz="2000" u="sng"/>
          </a:p>
        </p:txBody>
      </p:sp>
      <p:sp>
        <p:nvSpPr>
          <p:cNvPr id="1192" name="Google Shape;1192;p85"/>
          <p:cNvSpPr txBox="1"/>
          <p:nvPr>
            <p:ph idx="1" type="body"/>
          </p:nvPr>
        </p:nvSpPr>
        <p:spPr>
          <a:xfrm>
            <a:off x="4333650" y="2430950"/>
            <a:ext cx="2634600" cy="400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B: add (</a:t>
            </a:r>
            <a:r>
              <a:rPr lang="en-GB" sz="1900">
                <a:solidFill>
                  <a:srgbClr val="222222"/>
                </a:solidFill>
              </a:rPr>
              <a:t>−</a:t>
            </a:r>
            <a:r>
              <a:rPr lang="en-GB" sz="1800">
                <a:solidFill>
                  <a:srgbClr val="222222"/>
                </a:solidFill>
              </a:rPr>
              <a:t>6) each time</a:t>
            </a:r>
            <a:endParaRPr sz="1800"/>
          </a:p>
        </p:txBody>
      </p:sp>
      <p:sp>
        <p:nvSpPr>
          <p:cNvPr id="1193" name="Google Shape;1193;p85"/>
          <p:cNvSpPr txBox="1"/>
          <p:nvPr>
            <p:ph idx="1" type="body"/>
          </p:nvPr>
        </p:nvSpPr>
        <p:spPr>
          <a:xfrm>
            <a:off x="567115" y="2430735"/>
            <a:ext cx="278100" cy="330600"/>
          </a:xfrm>
          <a:prstGeom prst="rect">
            <a:avLst/>
          </a:prstGeom>
          <a:ln>
            <a:noFill/>
          </a:ln>
        </p:spPr>
        <p:txBody>
          <a:bodyPr anchorCtr="0" anchor="t" bIns="0" lIns="0" spcFirstLastPara="1" rIns="0" wrap="square" tIns="0">
            <a:noAutofit/>
          </a:bodyPr>
          <a:lstStyle/>
          <a:p>
            <a:pPr indent="0" lvl="0" marL="0" rtl="0" algn="l">
              <a:spcBef>
                <a:spcPts val="0"/>
              </a:spcBef>
              <a:spcAft>
                <a:spcPts val="1000"/>
              </a:spcAft>
              <a:buNone/>
            </a:pPr>
            <a:r>
              <a:rPr lang="en-GB" sz="1400">
                <a:solidFill>
                  <a:schemeClr val="dk2"/>
                </a:solidFill>
              </a:rPr>
              <a:t>B</a:t>
            </a:r>
            <a:endParaRPr sz="1400">
              <a:solidFill>
                <a:schemeClr val="dk2"/>
              </a:solidFill>
            </a:endParaRPr>
          </a:p>
        </p:txBody>
      </p:sp>
      <p:sp>
        <p:nvSpPr>
          <p:cNvPr id="1194" name="Google Shape;1194;p85"/>
          <p:cNvSpPr txBox="1"/>
          <p:nvPr>
            <p:ph idx="1" type="body"/>
          </p:nvPr>
        </p:nvSpPr>
        <p:spPr>
          <a:xfrm>
            <a:off x="567115" y="3614699"/>
            <a:ext cx="278100" cy="330600"/>
          </a:xfrm>
          <a:prstGeom prst="rect">
            <a:avLst/>
          </a:prstGeom>
          <a:ln>
            <a:noFill/>
          </a:ln>
        </p:spPr>
        <p:txBody>
          <a:bodyPr anchorCtr="0" anchor="t" bIns="0" lIns="0" spcFirstLastPara="1" rIns="0" wrap="square" tIns="0">
            <a:noAutofit/>
          </a:bodyPr>
          <a:lstStyle/>
          <a:p>
            <a:pPr indent="0" lvl="0" marL="0" rtl="0" algn="l">
              <a:spcBef>
                <a:spcPts val="0"/>
              </a:spcBef>
              <a:spcAft>
                <a:spcPts val="1000"/>
              </a:spcAft>
              <a:buNone/>
            </a:pPr>
            <a:r>
              <a:rPr lang="en-GB" sz="1400">
                <a:solidFill>
                  <a:schemeClr val="dk2"/>
                </a:solidFill>
              </a:rPr>
              <a:t>C</a:t>
            </a:r>
            <a:endParaRPr sz="1400">
              <a:solidFill>
                <a:schemeClr val="dk2"/>
              </a:solidFill>
            </a:endParaRPr>
          </a:p>
        </p:txBody>
      </p:sp>
      <p:sp>
        <p:nvSpPr>
          <p:cNvPr id="1195" name="Google Shape;1195;p85"/>
          <p:cNvSpPr txBox="1"/>
          <p:nvPr>
            <p:ph idx="1" type="body"/>
          </p:nvPr>
        </p:nvSpPr>
        <p:spPr>
          <a:xfrm>
            <a:off x="953645" y="4372600"/>
            <a:ext cx="160800" cy="259800"/>
          </a:xfrm>
          <a:prstGeom prst="rect">
            <a:avLst/>
          </a:prstGeom>
          <a:ln>
            <a:noFill/>
          </a:ln>
        </p:spPr>
        <p:txBody>
          <a:bodyPr anchorCtr="0" anchor="t" bIns="0" lIns="0" spcFirstLastPara="1" rIns="0" wrap="square" tIns="0">
            <a:noAutofit/>
          </a:bodyPr>
          <a:lstStyle/>
          <a:p>
            <a:pPr indent="0" lvl="0" marL="0" rtl="0" algn="l">
              <a:spcBef>
                <a:spcPts val="0"/>
              </a:spcBef>
              <a:spcAft>
                <a:spcPts val="1000"/>
              </a:spcAft>
              <a:buNone/>
            </a:pPr>
            <a:r>
              <a:rPr lang="en-GB" sz="1400">
                <a:solidFill>
                  <a:schemeClr val="dk2"/>
                </a:solidFill>
              </a:rPr>
              <a:t>D</a:t>
            </a:r>
            <a:endParaRPr sz="1400">
              <a:solidFill>
                <a:schemeClr val="dk2"/>
              </a:solidFill>
            </a:endParaRPr>
          </a:p>
        </p:txBody>
      </p:sp>
      <p:sp>
        <p:nvSpPr>
          <p:cNvPr id="1196" name="Google Shape;1196;p85"/>
          <p:cNvSpPr txBox="1"/>
          <p:nvPr>
            <p:ph idx="1" type="body"/>
          </p:nvPr>
        </p:nvSpPr>
        <p:spPr>
          <a:xfrm>
            <a:off x="1727163" y="2423547"/>
            <a:ext cx="278100" cy="330600"/>
          </a:xfrm>
          <a:prstGeom prst="rect">
            <a:avLst/>
          </a:prstGeom>
          <a:ln>
            <a:noFill/>
          </a:ln>
        </p:spPr>
        <p:txBody>
          <a:bodyPr anchorCtr="0" anchor="t" bIns="0" lIns="0" spcFirstLastPara="1" rIns="0" wrap="square" tIns="0">
            <a:noAutofit/>
          </a:bodyPr>
          <a:lstStyle/>
          <a:p>
            <a:pPr indent="0" lvl="0" marL="0" rtl="0" algn="l">
              <a:spcBef>
                <a:spcPts val="0"/>
              </a:spcBef>
              <a:spcAft>
                <a:spcPts val="1000"/>
              </a:spcAft>
              <a:buNone/>
            </a:pPr>
            <a:r>
              <a:rPr lang="en-GB" sz="1400">
                <a:solidFill>
                  <a:schemeClr val="dk2"/>
                </a:solidFill>
              </a:rPr>
              <a:t>E</a:t>
            </a:r>
            <a:endParaRPr sz="1400">
              <a:solidFill>
                <a:schemeClr val="dk2"/>
              </a:solidFill>
            </a:endParaRPr>
          </a:p>
        </p:txBody>
      </p:sp>
      <p:sp>
        <p:nvSpPr>
          <p:cNvPr id="1197" name="Google Shape;1197;p85"/>
          <p:cNvSpPr txBox="1"/>
          <p:nvPr>
            <p:ph idx="1" type="body"/>
          </p:nvPr>
        </p:nvSpPr>
        <p:spPr>
          <a:xfrm>
            <a:off x="2512757" y="2423547"/>
            <a:ext cx="278100" cy="330600"/>
          </a:xfrm>
          <a:prstGeom prst="rect">
            <a:avLst/>
          </a:prstGeom>
          <a:ln>
            <a:noFill/>
          </a:ln>
        </p:spPr>
        <p:txBody>
          <a:bodyPr anchorCtr="0" anchor="t" bIns="0" lIns="0" spcFirstLastPara="1" rIns="0" wrap="square" tIns="0">
            <a:noAutofit/>
          </a:bodyPr>
          <a:lstStyle/>
          <a:p>
            <a:pPr indent="0" lvl="0" marL="0" rtl="0" algn="l">
              <a:spcBef>
                <a:spcPts val="0"/>
              </a:spcBef>
              <a:spcAft>
                <a:spcPts val="1000"/>
              </a:spcAft>
              <a:buNone/>
            </a:pPr>
            <a:r>
              <a:rPr lang="en-GB" sz="1400">
                <a:solidFill>
                  <a:schemeClr val="dk2"/>
                </a:solidFill>
              </a:rPr>
              <a:t>F</a:t>
            </a:r>
            <a:endParaRPr sz="1400">
              <a:solidFill>
                <a:schemeClr val="dk2"/>
              </a:solidFill>
            </a:endParaRPr>
          </a:p>
        </p:txBody>
      </p:sp>
      <p:sp>
        <p:nvSpPr>
          <p:cNvPr id="1198" name="Google Shape;1198;p85"/>
          <p:cNvSpPr txBox="1"/>
          <p:nvPr>
            <p:ph idx="1" type="body"/>
          </p:nvPr>
        </p:nvSpPr>
        <p:spPr>
          <a:xfrm>
            <a:off x="4333650" y="4163250"/>
            <a:ext cx="2634600" cy="400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E: add 17</a:t>
            </a:r>
            <a:r>
              <a:rPr lang="en-GB" sz="1800">
                <a:solidFill>
                  <a:srgbClr val="222222"/>
                </a:solidFill>
              </a:rPr>
              <a:t> each time</a:t>
            </a:r>
            <a:endParaRPr sz="1800"/>
          </a:p>
        </p:txBody>
      </p:sp>
      <p:sp>
        <p:nvSpPr>
          <p:cNvPr id="1199" name="Google Shape;1199;p85"/>
          <p:cNvSpPr txBox="1"/>
          <p:nvPr>
            <p:ph idx="1" type="body"/>
          </p:nvPr>
        </p:nvSpPr>
        <p:spPr>
          <a:xfrm>
            <a:off x="4333650" y="4546500"/>
            <a:ext cx="2634600" cy="400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F: add 29</a:t>
            </a:r>
            <a:r>
              <a:rPr lang="en-GB" sz="1800">
                <a:solidFill>
                  <a:srgbClr val="222222"/>
                </a:solidFill>
              </a:rPr>
              <a:t> each time</a:t>
            </a:r>
            <a:endParaRPr sz="1800"/>
          </a:p>
        </p:txBody>
      </p:sp>
      <p:sp>
        <p:nvSpPr>
          <p:cNvPr id="1200" name="Google Shape;1200;p85"/>
          <p:cNvSpPr txBox="1"/>
          <p:nvPr>
            <p:ph idx="1" type="body"/>
          </p:nvPr>
        </p:nvSpPr>
        <p:spPr>
          <a:xfrm>
            <a:off x="4320000" y="2759650"/>
            <a:ext cx="2634600" cy="400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C: add </a:t>
            </a:r>
            <a:r>
              <a:rPr lang="en-GB" sz="1800">
                <a:solidFill>
                  <a:srgbClr val="222222"/>
                </a:solidFill>
              </a:rPr>
              <a:t>12 each time</a:t>
            </a:r>
            <a:endParaRPr sz="1800"/>
          </a:p>
        </p:txBody>
      </p:sp>
      <p:sp>
        <p:nvSpPr>
          <p:cNvPr id="1201" name="Google Shape;1201;p85"/>
          <p:cNvSpPr txBox="1"/>
          <p:nvPr>
            <p:ph idx="1" type="body"/>
          </p:nvPr>
        </p:nvSpPr>
        <p:spPr>
          <a:xfrm>
            <a:off x="4333650" y="3105475"/>
            <a:ext cx="2634600" cy="400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D: add </a:t>
            </a:r>
            <a:r>
              <a:rPr lang="en-GB" sz="1800">
                <a:solidFill>
                  <a:srgbClr val="222222"/>
                </a:solidFill>
              </a:rPr>
              <a:t>24 each time</a:t>
            </a:r>
            <a:endParaRPr sz="1800"/>
          </a:p>
        </p:txBody>
      </p:sp>
      <p:sp>
        <p:nvSpPr>
          <p:cNvPr id="1202" name="Google Shape;1202;p85"/>
          <p:cNvSpPr txBox="1"/>
          <p:nvPr>
            <p:ph idx="1" type="body"/>
          </p:nvPr>
        </p:nvSpPr>
        <p:spPr>
          <a:xfrm>
            <a:off x="4333650" y="3825988"/>
            <a:ext cx="2634600" cy="400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 add</a:t>
            </a:r>
            <a:r>
              <a:rPr lang="en-GB" sz="1800" u="sng"/>
              <a:t>      </a:t>
            </a:r>
            <a:r>
              <a:rPr lang="en-GB" sz="1800">
                <a:solidFill>
                  <a:srgbClr val="222222"/>
                </a:solidFill>
              </a:rPr>
              <a:t>each time</a:t>
            </a:r>
            <a:endParaRPr sz="1800"/>
          </a:p>
        </p:txBody>
      </p:sp>
      <p:cxnSp>
        <p:nvCxnSpPr>
          <p:cNvPr id="1203" name="Google Shape;1203;p85"/>
          <p:cNvCxnSpPr/>
          <p:nvPr/>
        </p:nvCxnSpPr>
        <p:spPr>
          <a:xfrm rot="-5400000">
            <a:off x="361574" y="3813448"/>
            <a:ext cx="400800" cy="0"/>
          </a:xfrm>
          <a:prstGeom prst="straightConnector1">
            <a:avLst/>
          </a:prstGeom>
          <a:noFill/>
          <a:ln cap="flat" cmpd="sng" w="19050">
            <a:solidFill>
              <a:schemeClr val="dk1"/>
            </a:solidFill>
            <a:prstDash val="solid"/>
            <a:round/>
            <a:headEnd len="med" w="med" type="none"/>
            <a:tailEnd len="med" w="med" type="none"/>
          </a:ln>
        </p:spPr>
      </p:cxn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7" name="Shape 1207"/>
        <p:cNvGrpSpPr/>
        <p:nvPr/>
      </p:nvGrpSpPr>
      <p:grpSpPr>
        <a:xfrm>
          <a:off x="0" y="0"/>
          <a:ext cx="0" cy="0"/>
          <a:chOff x="0" y="0"/>
          <a:chExt cx="0" cy="0"/>
        </a:xfrm>
      </p:grpSpPr>
      <p:sp>
        <p:nvSpPr>
          <p:cNvPr id="1208" name="Google Shape;1208;p86"/>
          <p:cNvSpPr txBox="1"/>
          <p:nvPr>
            <p:ph idx="1" type="body"/>
          </p:nvPr>
        </p:nvSpPr>
        <p:spPr>
          <a:xfrm>
            <a:off x="324000" y="810000"/>
            <a:ext cx="8496000" cy="968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900"/>
              <a:t>2) For each sequence, use the term to term rule to find the desired term.</a:t>
            </a:r>
            <a:endParaRPr sz="1900"/>
          </a:p>
        </p:txBody>
      </p:sp>
      <p:sp>
        <p:nvSpPr>
          <p:cNvPr id="1209" name="Google Shape;1209;p86"/>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Using term-to-term rules</a:t>
            </a:r>
            <a:endParaRPr/>
          </a:p>
        </p:txBody>
      </p:sp>
      <p:sp>
        <p:nvSpPr>
          <p:cNvPr id="1210" name="Google Shape;1210;p86"/>
          <p:cNvSpPr txBox="1"/>
          <p:nvPr>
            <p:ph idx="1" type="body"/>
          </p:nvPr>
        </p:nvSpPr>
        <p:spPr>
          <a:xfrm>
            <a:off x="324000" y="1419600"/>
            <a:ext cx="8496000" cy="3400800"/>
          </a:xfrm>
          <a:prstGeom prst="rect">
            <a:avLst/>
          </a:prstGeom>
        </p:spPr>
        <p:txBody>
          <a:bodyPr anchorCtr="0" anchor="t" bIns="0" lIns="0" spcFirstLastPara="1" rIns="0" wrap="square" tIns="0">
            <a:noAutofit/>
          </a:bodyPr>
          <a:lstStyle/>
          <a:p>
            <a:pPr indent="-342900" lvl="0" marL="457200" rtl="0" algn="l">
              <a:lnSpc>
                <a:spcPct val="175000"/>
              </a:lnSpc>
              <a:spcBef>
                <a:spcPts val="0"/>
              </a:spcBef>
              <a:spcAft>
                <a:spcPts val="0"/>
              </a:spcAft>
              <a:buSzPts val="1800"/>
              <a:buAutoNum type="alphaLcParenR"/>
            </a:pPr>
            <a:r>
              <a:rPr lang="en-GB" sz="1800"/>
              <a:t>Start on 2 and add 7 each time. Find the value of T</a:t>
            </a:r>
            <a:r>
              <a:rPr baseline="-25000" lang="en-GB" sz="1800"/>
              <a:t>3</a:t>
            </a:r>
            <a:endParaRPr baseline="-25000" sz="1800"/>
          </a:p>
          <a:p>
            <a:pPr indent="-342900" lvl="0" marL="457200" rtl="0" algn="l">
              <a:lnSpc>
                <a:spcPct val="175000"/>
              </a:lnSpc>
              <a:spcBef>
                <a:spcPts val="0"/>
              </a:spcBef>
              <a:spcAft>
                <a:spcPts val="0"/>
              </a:spcAft>
              <a:buSzPts val="1800"/>
              <a:buAutoNum type="alphaLcParenR"/>
            </a:pPr>
            <a:r>
              <a:rPr lang="en-GB" sz="1800"/>
              <a:t>Start on 1 and multiply by 3 each time. Find the value of T</a:t>
            </a:r>
            <a:r>
              <a:rPr baseline="-25000" lang="en-GB" sz="1800"/>
              <a:t>4</a:t>
            </a:r>
            <a:endParaRPr baseline="-25000" sz="1800"/>
          </a:p>
          <a:p>
            <a:pPr indent="-342900" lvl="0" marL="457200" rtl="0" algn="l">
              <a:lnSpc>
                <a:spcPct val="175000"/>
              </a:lnSpc>
              <a:spcBef>
                <a:spcPts val="0"/>
              </a:spcBef>
              <a:spcAft>
                <a:spcPts val="0"/>
              </a:spcAft>
              <a:buSzPts val="1800"/>
              <a:buAutoNum type="alphaLcParenR"/>
            </a:pPr>
            <a:r>
              <a:rPr lang="en-GB" sz="1800"/>
              <a:t>Start on 6, double then add 10 each time. Find the value of T</a:t>
            </a:r>
            <a:r>
              <a:rPr baseline="-25000" lang="en-GB" sz="1800"/>
              <a:t>4</a:t>
            </a:r>
            <a:endParaRPr sz="1800"/>
          </a:p>
          <a:p>
            <a:pPr indent="-342900" lvl="0" marL="457200" rtl="0" algn="l">
              <a:lnSpc>
                <a:spcPct val="175000"/>
              </a:lnSpc>
              <a:spcBef>
                <a:spcPts val="0"/>
              </a:spcBef>
              <a:spcAft>
                <a:spcPts val="0"/>
              </a:spcAft>
              <a:buSzPts val="1800"/>
              <a:buAutoNum type="alphaLcParenR"/>
            </a:pPr>
            <a:r>
              <a:rPr lang="en-GB" sz="1800"/>
              <a:t>Start on 5, add </a:t>
            </a:r>
            <a:r>
              <a:rPr lang="en-GB" sz="1900">
                <a:solidFill>
                  <a:srgbClr val="222222"/>
                </a:solidFill>
              </a:rPr>
              <a:t>−4 each time. Find the value of T</a:t>
            </a:r>
            <a:r>
              <a:rPr baseline="-25000" lang="en-GB" sz="1900">
                <a:solidFill>
                  <a:srgbClr val="222222"/>
                </a:solidFill>
              </a:rPr>
              <a:t>6</a:t>
            </a:r>
            <a:endParaRPr baseline="-25000" sz="1900">
              <a:solidFill>
                <a:srgbClr val="222222"/>
              </a:solidFill>
            </a:endParaRPr>
          </a:p>
          <a:p>
            <a:pPr indent="-342900" lvl="0" marL="457200" rtl="0" algn="l">
              <a:lnSpc>
                <a:spcPct val="175000"/>
              </a:lnSpc>
              <a:spcBef>
                <a:spcPts val="0"/>
              </a:spcBef>
              <a:spcAft>
                <a:spcPts val="0"/>
              </a:spcAft>
              <a:buSzPts val="1800"/>
              <a:buAutoNum type="alphaLcParenR"/>
            </a:pPr>
            <a:r>
              <a:rPr lang="en-GB" sz="1800"/>
              <a:t>Start on 10, multiply by 2 each time. Find the value of T</a:t>
            </a:r>
            <a:r>
              <a:rPr baseline="-25000" lang="en-GB" sz="1800"/>
              <a:t>8</a:t>
            </a:r>
            <a:endParaRPr baseline="-25000" sz="1800"/>
          </a:p>
          <a:p>
            <a:pPr indent="-342900" lvl="0" marL="457200" rtl="0" algn="l">
              <a:lnSpc>
                <a:spcPct val="175000"/>
              </a:lnSpc>
              <a:spcBef>
                <a:spcPts val="0"/>
              </a:spcBef>
              <a:spcAft>
                <a:spcPts val="0"/>
              </a:spcAft>
              <a:buSzPts val="1800"/>
              <a:buAutoNum type="alphaLcParenR"/>
            </a:pPr>
            <a:r>
              <a:rPr lang="en-GB" sz="1800"/>
              <a:t>Start on </a:t>
            </a:r>
            <a:r>
              <a:rPr lang="en-GB" sz="1900">
                <a:solidFill>
                  <a:srgbClr val="222222"/>
                </a:solidFill>
              </a:rPr>
              <a:t>−</a:t>
            </a:r>
            <a:r>
              <a:rPr lang="en-GB" sz="1800"/>
              <a:t>4, add 5 each time. Find the value of T</a:t>
            </a:r>
            <a:r>
              <a:rPr baseline="-25000" lang="en-GB" sz="1800"/>
              <a:t>10</a:t>
            </a:r>
            <a:endParaRPr baseline="-25000" sz="1800"/>
          </a:p>
          <a:p>
            <a:pPr indent="-342900" lvl="0" marL="457200" rtl="0" algn="l">
              <a:lnSpc>
                <a:spcPct val="175000"/>
              </a:lnSpc>
              <a:spcBef>
                <a:spcPts val="0"/>
              </a:spcBef>
              <a:spcAft>
                <a:spcPts val="0"/>
              </a:spcAft>
              <a:buSzPts val="1800"/>
              <a:buAutoNum type="alphaLcParenR"/>
            </a:pPr>
            <a:r>
              <a:rPr lang="en-GB" sz="1800"/>
              <a:t>Start on 24, add </a:t>
            </a:r>
            <a:r>
              <a:rPr lang="en-GB" sz="1900">
                <a:solidFill>
                  <a:srgbClr val="222222"/>
                </a:solidFill>
              </a:rPr>
              <a:t>−2 each time. Find the value of T</a:t>
            </a:r>
            <a:r>
              <a:rPr baseline="-25000" lang="en-GB" sz="1900">
                <a:solidFill>
                  <a:srgbClr val="222222"/>
                </a:solidFill>
              </a:rPr>
              <a:t>25</a:t>
            </a:r>
            <a:r>
              <a:rPr lang="en-GB" sz="1900">
                <a:solidFill>
                  <a:srgbClr val="222222"/>
                </a:solidFill>
              </a:rPr>
              <a:t> </a:t>
            </a:r>
            <a:r>
              <a:rPr lang="en-GB" sz="1800"/>
              <a:t> </a:t>
            </a:r>
            <a:endParaRPr sz="18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4" name="Shape 1214"/>
        <p:cNvGrpSpPr/>
        <p:nvPr/>
      </p:nvGrpSpPr>
      <p:grpSpPr>
        <a:xfrm>
          <a:off x="0" y="0"/>
          <a:ext cx="0" cy="0"/>
          <a:chOff x="0" y="0"/>
          <a:chExt cx="0" cy="0"/>
        </a:xfrm>
      </p:grpSpPr>
      <p:sp>
        <p:nvSpPr>
          <p:cNvPr id="1215" name="Google Shape;1215;p87"/>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Using term-to-term rules</a:t>
            </a:r>
            <a:endParaRPr/>
          </a:p>
        </p:txBody>
      </p:sp>
      <p:graphicFrame>
        <p:nvGraphicFramePr>
          <p:cNvPr id="1216" name="Google Shape;1216;p87"/>
          <p:cNvGraphicFramePr/>
          <p:nvPr/>
        </p:nvGraphicFramePr>
        <p:xfrm>
          <a:off x="559250" y="2056200"/>
          <a:ext cx="3000000" cy="3000000"/>
        </p:xfrm>
        <a:graphic>
          <a:graphicData uri="http://schemas.openxmlformats.org/drawingml/2006/table">
            <a:tbl>
              <a:tblPr>
                <a:noFill/>
                <a:tableStyleId>{75A5DC62-8C51-4004-8FE2-019E2598D443}</a:tableStyleId>
              </a:tblPr>
              <a:tblGrid>
                <a:gridCol w="389775"/>
                <a:gridCol w="389775"/>
                <a:gridCol w="389775"/>
                <a:gridCol w="389775"/>
                <a:gridCol w="389775"/>
                <a:gridCol w="389775"/>
                <a:gridCol w="389775"/>
              </a:tblGrid>
              <a:tr h="389825">
                <a:tc>
                  <a:txBody>
                    <a:bodyPr/>
                    <a:lstStyle/>
                    <a:p>
                      <a:pPr indent="0" lvl="0" marL="0" rtl="0" algn="ctr">
                        <a:spcBef>
                          <a:spcPts val="0"/>
                        </a:spcBef>
                        <a:spcAft>
                          <a:spcPts val="0"/>
                        </a:spcAft>
                        <a:buNone/>
                      </a:pPr>
                      <a:r>
                        <a:t/>
                      </a:r>
                      <a:endParaRPr sz="2000">
                        <a:latin typeface="Kalam"/>
                        <a:ea typeface="Kalam"/>
                        <a:cs typeface="Kalam"/>
                        <a:sym typeface="Kalam"/>
                      </a:endParaRPr>
                    </a:p>
                  </a:txBody>
                  <a:tcPr marT="0" marB="0" marR="0" marL="0" anchor="ctr">
                    <a:lnL cap="flat" cmpd="sng" w="9525">
                      <a:solidFill>
                        <a:schemeClr val="accent4">
                          <a:alpha val="0"/>
                        </a:schemeClr>
                      </a:solidFill>
                      <a:prstDash val="solid"/>
                      <a:round/>
                      <a:headEnd len="sm" w="sm" type="none"/>
                      <a:tailEnd len="sm" w="sm" type="none"/>
                    </a:lnL>
                    <a:lnR cap="flat" cmpd="sng" w="9525">
                      <a:solidFill>
                        <a:schemeClr val="accent4">
                          <a:alpha val="0"/>
                        </a:schemeClr>
                      </a:solidFill>
                      <a:prstDash val="solid"/>
                      <a:round/>
                      <a:headEnd len="sm" w="sm" type="none"/>
                      <a:tailEnd len="sm" w="sm" type="none"/>
                    </a:lnR>
                    <a:lnT cap="flat" cmpd="sng" w="9525">
                      <a:solidFill>
                        <a:schemeClr val="accent4">
                          <a:alpha val="0"/>
                        </a:schemeClr>
                      </a:solidFill>
                      <a:prstDash val="solid"/>
                      <a:round/>
                      <a:headEnd len="sm" w="sm" type="none"/>
                      <a:tailEnd len="sm" w="sm" type="none"/>
                    </a:lnT>
                    <a:lnB cap="flat" cmpd="sng" w="9525">
                      <a:solidFill>
                        <a:schemeClr val="accent4">
                          <a:alpha val="0"/>
                        </a:schemeClr>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Kalam"/>
                          <a:ea typeface="Kalam"/>
                          <a:cs typeface="Kalam"/>
                          <a:sym typeface="Kalam"/>
                        </a:rPr>
                        <a:t>-4</a:t>
                      </a:r>
                      <a:endParaRPr sz="2000">
                        <a:latin typeface="Kalam"/>
                        <a:ea typeface="Kalam"/>
                        <a:cs typeface="Kalam"/>
                        <a:sym typeface="Kalam"/>
                      </a:endParaRPr>
                    </a:p>
                  </a:txBody>
                  <a:tcPr marT="0" marB="0" marR="0" marL="0" anchor="ctr">
                    <a:lnL cap="flat" cmpd="sng" w="9525">
                      <a:solidFill>
                        <a:schemeClr val="accent4">
                          <a:alpha val="0"/>
                        </a:schemeClr>
                      </a:solidFill>
                      <a:prstDash val="solid"/>
                      <a:round/>
                      <a:headEnd len="sm" w="sm" type="none"/>
                      <a:tailEnd len="sm" w="sm" type="none"/>
                    </a:lnL>
                    <a:lnR cap="flat" cmpd="sng" w="9525">
                      <a:solidFill>
                        <a:schemeClr val="accent4">
                          <a:alpha val="0"/>
                        </a:schemeClr>
                      </a:solidFill>
                      <a:prstDash val="solid"/>
                      <a:round/>
                      <a:headEnd len="sm" w="sm" type="none"/>
                      <a:tailEnd len="sm" w="sm" type="none"/>
                    </a:lnR>
                    <a:lnT cap="flat" cmpd="sng" w="9525">
                      <a:solidFill>
                        <a:schemeClr val="accent4">
                          <a:alpha val="0"/>
                        </a:schemeClr>
                      </a:solidFill>
                      <a:prstDash val="solid"/>
                      <a:round/>
                      <a:headEnd len="sm" w="sm" type="none"/>
                      <a:tailEnd len="sm" w="sm" type="none"/>
                    </a:lnT>
                    <a:lnB cap="flat" cmpd="sng" w="9525">
                      <a:solidFill>
                        <a:schemeClr val="accent4">
                          <a:alpha val="0"/>
                        </a:scheme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latin typeface="Kalam"/>
                        <a:ea typeface="Kalam"/>
                        <a:cs typeface="Kalam"/>
                        <a:sym typeface="Kalam"/>
                      </a:endParaRPr>
                    </a:p>
                  </a:txBody>
                  <a:tcPr marT="0" marB="0" marR="0" marL="0" anchor="ctr">
                    <a:lnL cap="flat" cmpd="sng" w="9525">
                      <a:solidFill>
                        <a:schemeClr val="accent4">
                          <a:alpha val="0"/>
                        </a:schemeClr>
                      </a:solidFill>
                      <a:prstDash val="solid"/>
                      <a:round/>
                      <a:headEnd len="sm" w="sm" type="none"/>
                      <a:tailEnd len="sm" w="sm" type="none"/>
                    </a:lnL>
                    <a:lnR cap="flat" cmpd="sng" w="9525">
                      <a:solidFill>
                        <a:schemeClr val="accent4">
                          <a:alpha val="0"/>
                        </a:schemeClr>
                      </a:solidFill>
                      <a:prstDash val="solid"/>
                      <a:round/>
                      <a:headEnd len="sm" w="sm" type="none"/>
                      <a:tailEnd len="sm" w="sm" type="none"/>
                    </a:lnR>
                    <a:lnT cap="flat" cmpd="sng" w="9525">
                      <a:solidFill>
                        <a:schemeClr val="accent4">
                          <a:alpha val="0"/>
                        </a:schemeClr>
                      </a:solidFill>
                      <a:prstDash val="solid"/>
                      <a:round/>
                      <a:headEnd len="sm" w="sm" type="none"/>
                      <a:tailEnd len="sm" w="sm" type="none"/>
                    </a:lnT>
                    <a:lnB cap="flat" cmpd="sng" w="9525">
                      <a:solidFill>
                        <a:schemeClr val="accent4">
                          <a:alpha val="0"/>
                        </a:scheme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latin typeface="Kalam"/>
                        <a:ea typeface="Kalam"/>
                        <a:cs typeface="Kalam"/>
                        <a:sym typeface="Kalam"/>
                      </a:endParaRPr>
                    </a:p>
                  </a:txBody>
                  <a:tcPr marT="0" marB="0" marR="0" marL="0" anchor="ctr">
                    <a:lnL cap="flat" cmpd="sng" w="9525">
                      <a:solidFill>
                        <a:schemeClr val="accent4">
                          <a:alpha val="0"/>
                        </a:schemeClr>
                      </a:solidFill>
                      <a:prstDash val="solid"/>
                      <a:round/>
                      <a:headEnd len="sm" w="sm" type="none"/>
                      <a:tailEnd len="sm" w="sm" type="none"/>
                    </a:lnL>
                    <a:lnR cap="flat" cmpd="sng" w="9525">
                      <a:solidFill>
                        <a:schemeClr val="accent4">
                          <a:alpha val="0"/>
                        </a:schemeClr>
                      </a:solidFill>
                      <a:prstDash val="solid"/>
                      <a:round/>
                      <a:headEnd len="sm" w="sm" type="none"/>
                      <a:tailEnd len="sm" w="sm" type="none"/>
                    </a:lnR>
                    <a:lnT cap="flat" cmpd="sng" w="9525">
                      <a:solidFill>
                        <a:schemeClr val="accent4">
                          <a:alpha val="0"/>
                        </a:schemeClr>
                      </a:solidFill>
                      <a:prstDash val="solid"/>
                      <a:round/>
                      <a:headEnd len="sm" w="sm" type="none"/>
                      <a:tailEnd len="sm" w="sm" type="none"/>
                    </a:lnT>
                    <a:lnB cap="flat" cmpd="sng" w="9525">
                      <a:solidFill>
                        <a:schemeClr val="accent4">
                          <a:alpha val="0"/>
                        </a:scheme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latin typeface="Kalam"/>
                        <a:ea typeface="Kalam"/>
                        <a:cs typeface="Kalam"/>
                        <a:sym typeface="Kalam"/>
                      </a:endParaRPr>
                    </a:p>
                  </a:txBody>
                  <a:tcPr marT="0" marB="0" marR="0" marL="0" anchor="ctr">
                    <a:lnL cap="flat" cmpd="sng" w="9525">
                      <a:solidFill>
                        <a:schemeClr val="accent4">
                          <a:alpha val="0"/>
                        </a:schemeClr>
                      </a:solidFill>
                      <a:prstDash val="solid"/>
                      <a:round/>
                      <a:headEnd len="sm" w="sm" type="none"/>
                      <a:tailEnd len="sm" w="sm" type="none"/>
                    </a:lnL>
                    <a:lnR cap="flat" cmpd="sng" w="9525">
                      <a:solidFill>
                        <a:schemeClr val="accent4">
                          <a:alpha val="0"/>
                        </a:schemeClr>
                      </a:solidFill>
                      <a:prstDash val="solid"/>
                      <a:round/>
                      <a:headEnd len="sm" w="sm" type="none"/>
                      <a:tailEnd len="sm" w="sm" type="none"/>
                    </a:lnR>
                    <a:lnT cap="flat" cmpd="sng" w="9525">
                      <a:solidFill>
                        <a:schemeClr val="accent4">
                          <a:alpha val="0"/>
                        </a:schemeClr>
                      </a:solidFill>
                      <a:prstDash val="solid"/>
                      <a:round/>
                      <a:headEnd len="sm" w="sm" type="none"/>
                      <a:tailEnd len="sm" w="sm" type="none"/>
                    </a:lnT>
                    <a:lnB cap="flat" cmpd="sng" w="9525">
                      <a:solidFill>
                        <a:schemeClr val="accent4">
                          <a:alpha val="0"/>
                        </a:scheme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latin typeface="Kalam"/>
                        <a:ea typeface="Kalam"/>
                        <a:cs typeface="Kalam"/>
                        <a:sym typeface="Kalam"/>
                      </a:endParaRPr>
                    </a:p>
                  </a:txBody>
                  <a:tcPr marT="0" marB="0" marR="0" marL="0" anchor="ctr">
                    <a:lnL cap="flat" cmpd="sng" w="9525">
                      <a:solidFill>
                        <a:schemeClr val="accent4">
                          <a:alpha val="0"/>
                        </a:schemeClr>
                      </a:solidFill>
                      <a:prstDash val="solid"/>
                      <a:round/>
                      <a:headEnd len="sm" w="sm" type="none"/>
                      <a:tailEnd len="sm" w="sm" type="none"/>
                    </a:lnL>
                    <a:lnR cap="flat" cmpd="sng" w="9525">
                      <a:solidFill>
                        <a:schemeClr val="accent4">
                          <a:alpha val="0"/>
                        </a:schemeClr>
                      </a:solidFill>
                      <a:prstDash val="solid"/>
                      <a:round/>
                      <a:headEnd len="sm" w="sm" type="none"/>
                      <a:tailEnd len="sm" w="sm" type="none"/>
                    </a:lnR>
                    <a:lnT cap="flat" cmpd="sng" w="9525">
                      <a:solidFill>
                        <a:schemeClr val="accent4">
                          <a:alpha val="0"/>
                        </a:schemeClr>
                      </a:solidFill>
                      <a:prstDash val="solid"/>
                      <a:round/>
                      <a:headEnd len="sm" w="sm" type="none"/>
                      <a:tailEnd len="sm" w="sm" type="none"/>
                    </a:lnT>
                    <a:lnB cap="flat" cmpd="sng" w="9525">
                      <a:solidFill>
                        <a:schemeClr val="accent4">
                          <a:alpha val="0"/>
                        </a:scheme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latin typeface="Kalam"/>
                        <a:ea typeface="Kalam"/>
                        <a:cs typeface="Kalam"/>
                        <a:sym typeface="Kalam"/>
                      </a:endParaRPr>
                    </a:p>
                  </a:txBody>
                  <a:tcPr marT="0" marB="0" marR="0" marL="0" anchor="ctr">
                    <a:lnL cap="flat" cmpd="sng" w="9525">
                      <a:solidFill>
                        <a:schemeClr val="accent4">
                          <a:alpha val="0"/>
                        </a:schemeClr>
                      </a:solidFill>
                      <a:prstDash val="solid"/>
                      <a:round/>
                      <a:headEnd len="sm" w="sm" type="none"/>
                      <a:tailEnd len="sm" w="sm" type="none"/>
                    </a:lnL>
                    <a:lnR cap="flat" cmpd="sng" w="9525">
                      <a:solidFill>
                        <a:schemeClr val="accent4">
                          <a:alpha val="0"/>
                        </a:schemeClr>
                      </a:solidFill>
                      <a:prstDash val="solid"/>
                      <a:round/>
                      <a:headEnd len="sm" w="sm" type="none"/>
                      <a:tailEnd len="sm" w="sm" type="none"/>
                    </a:lnR>
                    <a:lnT cap="flat" cmpd="sng" w="9525">
                      <a:solidFill>
                        <a:schemeClr val="accent4">
                          <a:alpha val="0"/>
                        </a:schemeClr>
                      </a:solidFill>
                      <a:prstDash val="solid"/>
                      <a:round/>
                      <a:headEnd len="sm" w="sm" type="none"/>
                      <a:tailEnd len="sm" w="sm" type="none"/>
                    </a:lnT>
                    <a:lnB cap="flat" cmpd="sng" w="9525">
                      <a:solidFill>
                        <a:schemeClr val="accent4">
                          <a:alpha val="0"/>
                        </a:schemeClr>
                      </a:solidFill>
                      <a:prstDash val="solid"/>
                      <a:round/>
                      <a:headEnd len="sm" w="sm" type="none"/>
                      <a:tailEnd len="sm" w="sm" type="none"/>
                    </a:lnB>
                  </a:tcPr>
                </a:tc>
              </a:tr>
              <a:tr h="389825">
                <a:tc>
                  <a:txBody>
                    <a:bodyPr/>
                    <a:lstStyle/>
                    <a:p>
                      <a:pPr indent="0" lvl="0" marL="0" rtl="0" algn="ctr">
                        <a:spcBef>
                          <a:spcPts val="0"/>
                        </a:spcBef>
                        <a:spcAft>
                          <a:spcPts val="0"/>
                        </a:spcAft>
                        <a:buNone/>
                      </a:pPr>
                      <a:r>
                        <a:rPr lang="en-GB" sz="2000">
                          <a:latin typeface="Kalam"/>
                          <a:ea typeface="Kalam"/>
                          <a:cs typeface="Kalam"/>
                          <a:sym typeface="Kalam"/>
                        </a:rPr>
                        <a:t>7</a:t>
                      </a:r>
                      <a:endParaRPr sz="2000">
                        <a:latin typeface="Kalam"/>
                        <a:ea typeface="Kalam"/>
                        <a:cs typeface="Kalam"/>
                        <a:sym typeface="Kalam"/>
                      </a:endParaRPr>
                    </a:p>
                  </a:txBody>
                  <a:tcPr marT="0" marB="0" marR="0" marL="0" anchor="ctr">
                    <a:lnL cap="flat" cmpd="sng" w="9525">
                      <a:solidFill>
                        <a:schemeClr val="accent4">
                          <a:alpha val="0"/>
                        </a:schemeClr>
                      </a:solidFill>
                      <a:prstDash val="solid"/>
                      <a:round/>
                      <a:headEnd len="sm" w="sm" type="none"/>
                      <a:tailEnd len="sm" w="sm" type="none"/>
                    </a:lnL>
                    <a:lnR cap="flat" cmpd="sng" w="9525">
                      <a:solidFill>
                        <a:schemeClr val="accent4">
                          <a:alpha val="0"/>
                        </a:schemeClr>
                      </a:solidFill>
                      <a:prstDash val="solid"/>
                      <a:round/>
                      <a:headEnd len="sm" w="sm" type="none"/>
                      <a:tailEnd len="sm" w="sm" type="none"/>
                    </a:lnR>
                    <a:lnT cap="flat" cmpd="sng" w="9525">
                      <a:solidFill>
                        <a:schemeClr val="accent4">
                          <a:alpha val="0"/>
                        </a:schemeClr>
                      </a:solidFill>
                      <a:prstDash val="solid"/>
                      <a:round/>
                      <a:headEnd len="sm" w="sm" type="none"/>
                      <a:tailEnd len="sm" w="sm" type="none"/>
                    </a:lnT>
                    <a:lnB cap="flat" cmpd="sng" w="9525">
                      <a:solidFill>
                        <a:schemeClr val="accent4">
                          <a:alpha val="0"/>
                        </a:schemeClr>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Kalam"/>
                          <a:ea typeface="Kalam"/>
                          <a:cs typeface="Kalam"/>
                          <a:sym typeface="Kalam"/>
                        </a:rPr>
                        <a:t>1</a:t>
                      </a:r>
                      <a:endParaRPr sz="2000">
                        <a:latin typeface="Kalam"/>
                        <a:ea typeface="Kalam"/>
                        <a:cs typeface="Kalam"/>
                        <a:sym typeface="Kalam"/>
                      </a:endParaRPr>
                    </a:p>
                  </a:txBody>
                  <a:tcPr marT="0" marB="0" marR="0" marL="0" anchor="ctr">
                    <a:lnL cap="flat" cmpd="sng" w="9525">
                      <a:solidFill>
                        <a:schemeClr val="accent4">
                          <a:alpha val="0"/>
                        </a:schemeClr>
                      </a:solidFill>
                      <a:prstDash val="solid"/>
                      <a:round/>
                      <a:headEnd len="sm" w="sm" type="none"/>
                      <a:tailEnd len="sm" w="sm" type="none"/>
                    </a:lnL>
                    <a:lnR cap="flat" cmpd="sng" w="9525">
                      <a:solidFill>
                        <a:schemeClr val="accent4">
                          <a:alpha val="0"/>
                        </a:schemeClr>
                      </a:solidFill>
                      <a:prstDash val="solid"/>
                      <a:round/>
                      <a:headEnd len="sm" w="sm" type="none"/>
                      <a:tailEnd len="sm" w="sm" type="none"/>
                    </a:lnR>
                    <a:lnT cap="flat" cmpd="sng" w="9525">
                      <a:solidFill>
                        <a:schemeClr val="accent4">
                          <a:alpha val="0"/>
                        </a:schemeClr>
                      </a:solidFill>
                      <a:prstDash val="solid"/>
                      <a:round/>
                      <a:headEnd len="sm" w="sm" type="none"/>
                      <a:tailEnd len="sm" w="sm" type="none"/>
                    </a:lnT>
                    <a:lnB cap="flat" cmpd="sng" w="9525">
                      <a:solidFill>
                        <a:schemeClr val="accent4">
                          <a:alpha val="0"/>
                        </a:schemeClr>
                      </a:solidFill>
                      <a:prstDash val="solid"/>
                      <a:round/>
                      <a:headEnd len="sm" w="sm" type="none"/>
                      <a:tailEnd len="sm" w="sm" type="none"/>
                    </a:lnB>
                  </a:tcPr>
                </a:tc>
                <a:tc>
                  <a:txBody>
                    <a:bodyPr/>
                    <a:lstStyle/>
                    <a:p>
                      <a:pPr indent="0" lvl="0" marL="0" rtl="0" algn="ctr">
                        <a:spcBef>
                          <a:spcPts val="0"/>
                        </a:spcBef>
                        <a:spcAft>
                          <a:spcPts val="0"/>
                        </a:spcAft>
                        <a:buNone/>
                      </a:pPr>
                      <a:r>
                        <a:rPr lang="en-GB" sz="1900">
                          <a:solidFill>
                            <a:srgbClr val="222222"/>
                          </a:solidFill>
                          <a:latin typeface="Kalam"/>
                          <a:ea typeface="Kalam"/>
                          <a:cs typeface="Kalam"/>
                          <a:sym typeface="Kalam"/>
                        </a:rPr>
                        <a:t>−</a:t>
                      </a:r>
                      <a:r>
                        <a:rPr lang="en-GB" sz="2000">
                          <a:latin typeface="Kalam"/>
                          <a:ea typeface="Kalam"/>
                          <a:cs typeface="Kalam"/>
                          <a:sym typeface="Kalam"/>
                        </a:rPr>
                        <a:t>5</a:t>
                      </a:r>
                      <a:endParaRPr sz="2000">
                        <a:latin typeface="Kalam"/>
                        <a:ea typeface="Kalam"/>
                        <a:cs typeface="Kalam"/>
                        <a:sym typeface="Kalam"/>
                      </a:endParaRPr>
                    </a:p>
                  </a:txBody>
                  <a:tcPr marT="0" marB="0" marR="0" marL="0" anchor="ctr">
                    <a:lnL cap="flat" cmpd="sng" w="9525">
                      <a:solidFill>
                        <a:schemeClr val="accent4">
                          <a:alpha val="0"/>
                        </a:schemeClr>
                      </a:solidFill>
                      <a:prstDash val="solid"/>
                      <a:round/>
                      <a:headEnd len="sm" w="sm" type="none"/>
                      <a:tailEnd len="sm" w="sm" type="none"/>
                    </a:lnL>
                    <a:lnR cap="flat" cmpd="sng" w="9525">
                      <a:solidFill>
                        <a:schemeClr val="accent4">
                          <a:alpha val="0"/>
                        </a:schemeClr>
                      </a:solidFill>
                      <a:prstDash val="solid"/>
                      <a:round/>
                      <a:headEnd len="sm" w="sm" type="none"/>
                      <a:tailEnd len="sm" w="sm" type="none"/>
                    </a:lnR>
                    <a:lnT cap="flat" cmpd="sng" w="9525">
                      <a:solidFill>
                        <a:schemeClr val="accent4">
                          <a:alpha val="0"/>
                        </a:schemeClr>
                      </a:solidFill>
                      <a:prstDash val="solid"/>
                      <a:round/>
                      <a:headEnd len="sm" w="sm" type="none"/>
                      <a:tailEnd len="sm" w="sm" type="none"/>
                    </a:lnT>
                    <a:lnB cap="flat" cmpd="sng" w="9525">
                      <a:solidFill>
                        <a:schemeClr val="accent4">
                          <a:alpha val="0"/>
                        </a:schemeClr>
                      </a:solidFill>
                      <a:prstDash val="solid"/>
                      <a:round/>
                      <a:headEnd len="sm" w="sm" type="none"/>
                      <a:tailEnd len="sm" w="sm" type="none"/>
                    </a:lnB>
                  </a:tcPr>
                </a:tc>
                <a:tc>
                  <a:txBody>
                    <a:bodyPr/>
                    <a:lstStyle/>
                    <a:p>
                      <a:pPr indent="0" lvl="0" marL="0" rtl="0" algn="ctr">
                        <a:spcBef>
                          <a:spcPts val="0"/>
                        </a:spcBef>
                        <a:spcAft>
                          <a:spcPts val="0"/>
                        </a:spcAft>
                        <a:buNone/>
                      </a:pPr>
                      <a:r>
                        <a:rPr lang="en-GB" sz="1900">
                          <a:solidFill>
                            <a:srgbClr val="222222"/>
                          </a:solidFill>
                          <a:latin typeface="Kalam"/>
                          <a:ea typeface="Kalam"/>
                          <a:cs typeface="Kalam"/>
                          <a:sym typeface="Kalam"/>
                        </a:rPr>
                        <a:t>−</a:t>
                      </a:r>
                      <a:r>
                        <a:rPr lang="en-GB" sz="2000">
                          <a:latin typeface="Kalam"/>
                          <a:ea typeface="Kalam"/>
                          <a:cs typeface="Kalam"/>
                          <a:sym typeface="Kalam"/>
                        </a:rPr>
                        <a:t>11</a:t>
                      </a:r>
                      <a:endParaRPr sz="2000">
                        <a:latin typeface="Kalam"/>
                        <a:ea typeface="Kalam"/>
                        <a:cs typeface="Kalam"/>
                        <a:sym typeface="Kalam"/>
                      </a:endParaRPr>
                    </a:p>
                  </a:txBody>
                  <a:tcPr marT="0" marB="0" marR="0" marL="0" anchor="ctr">
                    <a:lnL cap="flat" cmpd="sng" w="9525">
                      <a:solidFill>
                        <a:schemeClr val="accent4">
                          <a:alpha val="0"/>
                        </a:schemeClr>
                      </a:solidFill>
                      <a:prstDash val="solid"/>
                      <a:round/>
                      <a:headEnd len="sm" w="sm" type="none"/>
                      <a:tailEnd len="sm" w="sm" type="none"/>
                    </a:lnL>
                    <a:lnR cap="flat" cmpd="sng" w="9525">
                      <a:solidFill>
                        <a:schemeClr val="accent4">
                          <a:alpha val="0"/>
                        </a:schemeClr>
                      </a:solidFill>
                      <a:prstDash val="solid"/>
                      <a:round/>
                      <a:headEnd len="sm" w="sm" type="none"/>
                      <a:tailEnd len="sm" w="sm" type="none"/>
                    </a:lnR>
                    <a:lnT cap="flat" cmpd="sng" w="9525">
                      <a:solidFill>
                        <a:schemeClr val="accent4">
                          <a:alpha val="0"/>
                        </a:schemeClr>
                      </a:solidFill>
                      <a:prstDash val="solid"/>
                      <a:round/>
                      <a:headEnd len="sm" w="sm" type="none"/>
                      <a:tailEnd len="sm" w="sm" type="none"/>
                    </a:lnT>
                    <a:lnB cap="flat" cmpd="sng" w="9525">
                      <a:solidFill>
                        <a:schemeClr val="accent4">
                          <a:alpha val="0"/>
                        </a:schemeClr>
                      </a:solidFill>
                      <a:prstDash val="solid"/>
                      <a:round/>
                      <a:headEnd len="sm" w="sm" type="none"/>
                      <a:tailEnd len="sm" w="sm" type="none"/>
                    </a:lnB>
                  </a:tcPr>
                </a:tc>
                <a:tc>
                  <a:txBody>
                    <a:bodyPr/>
                    <a:lstStyle/>
                    <a:p>
                      <a:pPr indent="0" lvl="0" marL="0" rtl="0" algn="ctr">
                        <a:spcBef>
                          <a:spcPts val="0"/>
                        </a:spcBef>
                        <a:spcAft>
                          <a:spcPts val="0"/>
                        </a:spcAft>
                        <a:buNone/>
                      </a:pPr>
                      <a:r>
                        <a:rPr lang="en-GB" sz="1900">
                          <a:solidFill>
                            <a:srgbClr val="222222"/>
                          </a:solidFill>
                          <a:latin typeface="Kalam"/>
                          <a:ea typeface="Kalam"/>
                          <a:cs typeface="Kalam"/>
                          <a:sym typeface="Kalam"/>
                        </a:rPr>
                        <a:t>−</a:t>
                      </a:r>
                      <a:r>
                        <a:rPr lang="en-GB" sz="2000">
                          <a:latin typeface="Kalam"/>
                          <a:ea typeface="Kalam"/>
                          <a:cs typeface="Kalam"/>
                          <a:sym typeface="Kalam"/>
                        </a:rPr>
                        <a:t>17</a:t>
                      </a:r>
                      <a:endParaRPr sz="2000">
                        <a:latin typeface="Kalam"/>
                        <a:ea typeface="Kalam"/>
                        <a:cs typeface="Kalam"/>
                        <a:sym typeface="Kalam"/>
                      </a:endParaRPr>
                    </a:p>
                  </a:txBody>
                  <a:tcPr marT="0" marB="0" marR="0" marL="0" anchor="ctr">
                    <a:lnL cap="flat" cmpd="sng" w="9525">
                      <a:solidFill>
                        <a:schemeClr val="accent4">
                          <a:alpha val="0"/>
                        </a:schemeClr>
                      </a:solidFill>
                      <a:prstDash val="solid"/>
                      <a:round/>
                      <a:headEnd len="sm" w="sm" type="none"/>
                      <a:tailEnd len="sm" w="sm" type="none"/>
                    </a:lnL>
                    <a:lnR cap="flat" cmpd="sng" w="9525">
                      <a:solidFill>
                        <a:schemeClr val="accent4">
                          <a:alpha val="0"/>
                        </a:schemeClr>
                      </a:solidFill>
                      <a:prstDash val="solid"/>
                      <a:round/>
                      <a:headEnd len="sm" w="sm" type="none"/>
                      <a:tailEnd len="sm" w="sm" type="none"/>
                    </a:lnR>
                    <a:lnT cap="flat" cmpd="sng" w="9525">
                      <a:solidFill>
                        <a:schemeClr val="accent4">
                          <a:alpha val="0"/>
                        </a:schemeClr>
                      </a:solidFill>
                      <a:prstDash val="solid"/>
                      <a:round/>
                      <a:headEnd len="sm" w="sm" type="none"/>
                      <a:tailEnd len="sm" w="sm" type="none"/>
                    </a:lnT>
                    <a:lnB cap="flat" cmpd="sng" w="9525">
                      <a:solidFill>
                        <a:schemeClr val="accent4">
                          <a:alpha val="0"/>
                        </a:schemeClr>
                      </a:solidFill>
                      <a:prstDash val="solid"/>
                      <a:round/>
                      <a:headEnd len="sm" w="sm" type="none"/>
                      <a:tailEnd len="sm" w="sm" type="none"/>
                    </a:lnB>
                  </a:tcPr>
                </a:tc>
                <a:tc>
                  <a:txBody>
                    <a:bodyPr/>
                    <a:lstStyle/>
                    <a:p>
                      <a:pPr indent="0" lvl="0" marL="0" rtl="0" algn="ctr">
                        <a:spcBef>
                          <a:spcPts val="0"/>
                        </a:spcBef>
                        <a:spcAft>
                          <a:spcPts val="0"/>
                        </a:spcAft>
                        <a:buNone/>
                      </a:pPr>
                      <a:r>
                        <a:rPr lang="en-GB" sz="1700">
                          <a:solidFill>
                            <a:srgbClr val="222222"/>
                          </a:solidFill>
                          <a:latin typeface="Kalam"/>
                          <a:ea typeface="Kalam"/>
                          <a:cs typeface="Kalam"/>
                          <a:sym typeface="Kalam"/>
                        </a:rPr>
                        <a:t>−</a:t>
                      </a:r>
                      <a:r>
                        <a:rPr lang="en-GB" sz="1700">
                          <a:latin typeface="Kalam"/>
                          <a:ea typeface="Kalam"/>
                          <a:cs typeface="Kalam"/>
                          <a:sym typeface="Kalam"/>
                        </a:rPr>
                        <a:t>23</a:t>
                      </a:r>
                      <a:endParaRPr sz="1700">
                        <a:latin typeface="Kalam"/>
                        <a:ea typeface="Kalam"/>
                        <a:cs typeface="Kalam"/>
                        <a:sym typeface="Kalam"/>
                      </a:endParaRPr>
                    </a:p>
                  </a:txBody>
                  <a:tcPr marT="0" marB="0" marR="0" marL="0" anchor="ctr">
                    <a:lnL cap="flat" cmpd="sng" w="9525">
                      <a:solidFill>
                        <a:schemeClr val="accent4">
                          <a:alpha val="0"/>
                        </a:schemeClr>
                      </a:solidFill>
                      <a:prstDash val="solid"/>
                      <a:round/>
                      <a:headEnd len="sm" w="sm" type="none"/>
                      <a:tailEnd len="sm" w="sm" type="none"/>
                    </a:lnL>
                    <a:lnR cap="flat" cmpd="sng" w="9525">
                      <a:solidFill>
                        <a:schemeClr val="accent4">
                          <a:alpha val="0"/>
                        </a:schemeClr>
                      </a:solidFill>
                      <a:prstDash val="solid"/>
                      <a:round/>
                      <a:headEnd len="sm" w="sm" type="none"/>
                      <a:tailEnd len="sm" w="sm" type="none"/>
                    </a:lnR>
                    <a:lnT cap="flat" cmpd="sng" w="9525">
                      <a:solidFill>
                        <a:schemeClr val="accent4">
                          <a:alpha val="0"/>
                        </a:schemeClr>
                      </a:solidFill>
                      <a:prstDash val="solid"/>
                      <a:round/>
                      <a:headEnd len="sm" w="sm" type="none"/>
                      <a:tailEnd len="sm" w="sm" type="none"/>
                    </a:lnT>
                    <a:lnB cap="flat" cmpd="sng" w="9525">
                      <a:solidFill>
                        <a:schemeClr val="accent4">
                          <a:alpha val="0"/>
                        </a:scheme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latin typeface="Kalam"/>
                        <a:ea typeface="Kalam"/>
                        <a:cs typeface="Kalam"/>
                        <a:sym typeface="Kalam"/>
                      </a:endParaRPr>
                    </a:p>
                  </a:txBody>
                  <a:tcPr marT="0" marB="0" marR="0" marL="0" anchor="ctr">
                    <a:lnL cap="flat" cmpd="sng" w="9525">
                      <a:solidFill>
                        <a:schemeClr val="accent4">
                          <a:alpha val="0"/>
                        </a:schemeClr>
                      </a:solidFill>
                      <a:prstDash val="solid"/>
                      <a:round/>
                      <a:headEnd len="sm" w="sm" type="none"/>
                      <a:tailEnd len="sm" w="sm" type="none"/>
                    </a:lnL>
                    <a:lnR cap="flat" cmpd="sng" w="9525">
                      <a:solidFill>
                        <a:schemeClr val="accent4">
                          <a:alpha val="0"/>
                        </a:schemeClr>
                      </a:solidFill>
                      <a:prstDash val="solid"/>
                      <a:round/>
                      <a:headEnd len="sm" w="sm" type="none"/>
                      <a:tailEnd len="sm" w="sm" type="none"/>
                    </a:lnR>
                    <a:lnT cap="flat" cmpd="sng" w="9525">
                      <a:solidFill>
                        <a:schemeClr val="accent4">
                          <a:alpha val="0"/>
                        </a:schemeClr>
                      </a:solidFill>
                      <a:prstDash val="solid"/>
                      <a:round/>
                      <a:headEnd len="sm" w="sm" type="none"/>
                      <a:tailEnd len="sm" w="sm" type="none"/>
                    </a:lnT>
                    <a:lnB cap="flat" cmpd="sng" w="9525">
                      <a:solidFill>
                        <a:schemeClr val="accent4">
                          <a:alpha val="0"/>
                        </a:schemeClr>
                      </a:solidFill>
                      <a:prstDash val="solid"/>
                      <a:round/>
                      <a:headEnd len="sm" w="sm" type="none"/>
                      <a:tailEnd len="sm" w="sm" type="none"/>
                    </a:lnB>
                  </a:tcPr>
                </a:tc>
              </a:tr>
              <a:tr h="389825">
                <a:tc>
                  <a:txBody>
                    <a:bodyPr/>
                    <a:lstStyle/>
                    <a:p>
                      <a:pPr indent="0" lvl="0" marL="0" rtl="0" algn="ctr">
                        <a:spcBef>
                          <a:spcPts val="0"/>
                        </a:spcBef>
                        <a:spcAft>
                          <a:spcPts val="0"/>
                        </a:spcAft>
                        <a:buNone/>
                      </a:pPr>
                      <a:r>
                        <a:t/>
                      </a:r>
                      <a:endParaRPr sz="2000">
                        <a:latin typeface="Kalam"/>
                        <a:ea typeface="Kalam"/>
                        <a:cs typeface="Kalam"/>
                        <a:sym typeface="Kalam"/>
                      </a:endParaRPr>
                    </a:p>
                  </a:txBody>
                  <a:tcPr marT="0" marB="0" marR="0" marL="0" anchor="ctr">
                    <a:lnL cap="flat" cmpd="sng" w="9525">
                      <a:solidFill>
                        <a:schemeClr val="accent4">
                          <a:alpha val="0"/>
                        </a:schemeClr>
                      </a:solidFill>
                      <a:prstDash val="solid"/>
                      <a:round/>
                      <a:headEnd len="sm" w="sm" type="none"/>
                      <a:tailEnd len="sm" w="sm" type="none"/>
                    </a:lnL>
                    <a:lnR cap="flat" cmpd="sng" w="9525">
                      <a:solidFill>
                        <a:schemeClr val="accent4">
                          <a:alpha val="0"/>
                        </a:schemeClr>
                      </a:solidFill>
                      <a:prstDash val="solid"/>
                      <a:round/>
                      <a:headEnd len="sm" w="sm" type="none"/>
                      <a:tailEnd len="sm" w="sm" type="none"/>
                    </a:lnR>
                    <a:lnT cap="flat" cmpd="sng" w="9525">
                      <a:solidFill>
                        <a:schemeClr val="accent4">
                          <a:alpha val="0"/>
                        </a:schemeClr>
                      </a:solidFill>
                      <a:prstDash val="solid"/>
                      <a:round/>
                      <a:headEnd len="sm" w="sm" type="none"/>
                      <a:tailEnd len="sm" w="sm" type="none"/>
                    </a:lnT>
                    <a:lnB cap="flat" cmpd="sng" w="9525">
                      <a:solidFill>
                        <a:schemeClr val="accent4">
                          <a:alpha val="0"/>
                        </a:schemeClr>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Kalam"/>
                          <a:ea typeface="Kalam"/>
                          <a:cs typeface="Kalam"/>
                          <a:sym typeface="Kalam"/>
                        </a:rPr>
                        <a:t>6</a:t>
                      </a:r>
                      <a:endParaRPr sz="2000">
                        <a:latin typeface="Kalam"/>
                        <a:ea typeface="Kalam"/>
                        <a:cs typeface="Kalam"/>
                        <a:sym typeface="Kalam"/>
                      </a:endParaRPr>
                    </a:p>
                  </a:txBody>
                  <a:tcPr marT="0" marB="0" marR="0" marL="0" anchor="ctr">
                    <a:lnL cap="flat" cmpd="sng" w="9525">
                      <a:solidFill>
                        <a:schemeClr val="accent4">
                          <a:alpha val="0"/>
                        </a:schemeClr>
                      </a:solidFill>
                      <a:prstDash val="solid"/>
                      <a:round/>
                      <a:headEnd len="sm" w="sm" type="none"/>
                      <a:tailEnd len="sm" w="sm" type="none"/>
                    </a:lnL>
                    <a:lnR cap="flat" cmpd="sng" w="9525">
                      <a:solidFill>
                        <a:schemeClr val="accent4">
                          <a:alpha val="0"/>
                        </a:schemeClr>
                      </a:solidFill>
                      <a:prstDash val="solid"/>
                      <a:round/>
                      <a:headEnd len="sm" w="sm" type="none"/>
                      <a:tailEnd len="sm" w="sm" type="none"/>
                    </a:lnR>
                    <a:lnT cap="flat" cmpd="sng" w="9525">
                      <a:solidFill>
                        <a:schemeClr val="accent4">
                          <a:alpha val="0"/>
                        </a:schemeClr>
                      </a:solidFill>
                      <a:prstDash val="solid"/>
                      <a:round/>
                      <a:headEnd len="sm" w="sm" type="none"/>
                      <a:tailEnd len="sm" w="sm" type="none"/>
                    </a:lnT>
                    <a:lnB cap="flat" cmpd="sng" w="9525">
                      <a:solidFill>
                        <a:schemeClr val="accent4">
                          <a:alpha val="0"/>
                        </a:scheme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latin typeface="Kalam"/>
                        <a:ea typeface="Kalam"/>
                        <a:cs typeface="Kalam"/>
                        <a:sym typeface="Kalam"/>
                      </a:endParaRPr>
                    </a:p>
                  </a:txBody>
                  <a:tcPr marT="0" marB="0" marR="0" marL="0" anchor="ctr">
                    <a:lnL cap="flat" cmpd="sng" w="9525">
                      <a:solidFill>
                        <a:schemeClr val="accent4">
                          <a:alpha val="0"/>
                        </a:schemeClr>
                      </a:solidFill>
                      <a:prstDash val="solid"/>
                      <a:round/>
                      <a:headEnd len="sm" w="sm" type="none"/>
                      <a:tailEnd len="sm" w="sm" type="none"/>
                    </a:lnL>
                    <a:lnR cap="flat" cmpd="sng" w="9525">
                      <a:solidFill>
                        <a:schemeClr val="accent4">
                          <a:alpha val="0"/>
                        </a:schemeClr>
                      </a:solidFill>
                      <a:prstDash val="solid"/>
                      <a:round/>
                      <a:headEnd len="sm" w="sm" type="none"/>
                      <a:tailEnd len="sm" w="sm" type="none"/>
                    </a:lnR>
                    <a:lnT cap="flat" cmpd="sng" w="9525">
                      <a:solidFill>
                        <a:schemeClr val="accent4">
                          <a:alpha val="0"/>
                        </a:schemeClr>
                      </a:solidFill>
                      <a:prstDash val="solid"/>
                      <a:round/>
                      <a:headEnd len="sm" w="sm" type="none"/>
                      <a:tailEnd len="sm" w="sm" type="none"/>
                    </a:lnT>
                    <a:lnB cap="flat" cmpd="sng" w="9525">
                      <a:solidFill>
                        <a:schemeClr val="accent4">
                          <a:alpha val="0"/>
                        </a:schemeClr>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Kalam"/>
                          <a:ea typeface="Kalam"/>
                          <a:cs typeface="Kalam"/>
                          <a:sym typeface="Kalam"/>
                        </a:rPr>
                        <a:t>6</a:t>
                      </a:r>
                      <a:endParaRPr sz="2000">
                        <a:latin typeface="Kalam"/>
                        <a:ea typeface="Kalam"/>
                        <a:cs typeface="Kalam"/>
                        <a:sym typeface="Kalam"/>
                      </a:endParaRPr>
                    </a:p>
                  </a:txBody>
                  <a:tcPr marT="0" marB="0" marR="0" marL="0" anchor="ctr">
                    <a:lnL cap="flat" cmpd="sng" w="9525">
                      <a:solidFill>
                        <a:schemeClr val="accent4">
                          <a:alpha val="0"/>
                        </a:schemeClr>
                      </a:solidFill>
                      <a:prstDash val="solid"/>
                      <a:round/>
                      <a:headEnd len="sm" w="sm" type="none"/>
                      <a:tailEnd len="sm" w="sm" type="none"/>
                    </a:lnL>
                    <a:lnR cap="flat" cmpd="sng" w="9525">
                      <a:solidFill>
                        <a:schemeClr val="accent4">
                          <a:alpha val="0"/>
                        </a:schemeClr>
                      </a:solidFill>
                      <a:prstDash val="solid"/>
                      <a:round/>
                      <a:headEnd len="sm" w="sm" type="none"/>
                      <a:tailEnd len="sm" w="sm" type="none"/>
                    </a:lnR>
                    <a:lnT cap="flat" cmpd="sng" w="9525">
                      <a:solidFill>
                        <a:schemeClr val="accent4">
                          <a:alpha val="0"/>
                        </a:schemeClr>
                      </a:solidFill>
                      <a:prstDash val="solid"/>
                      <a:round/>
                      <a:headEnd len="sm" w="sm" type="none"/>
                      <a:tailEnd len="sm" w="sm" type="none"/>
                    </a:lnT>
                    <a:lnB cap="flat" cmpd="sng" w="9525">
                      <a:solidFill>
                        <a:schemeClr val="accent4">
                          <a:alpha val="0"/>
                        </a:scheme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latin typeface="Kalam"/>
                        <a:ea typeface="Kalam"/>
                        <a:cs typeface="Kalam"/>
                        <a:sym typeface="Kalam"/>
                      </a:endParaRPr>
                    </a:p>
                  </a:txBody>
                  <a:tcPr marT="0" marB="0" marR="0" marL="0" anchor="ctr">
                    <a:lnL cap="flat" cmpd="sng" w="9525">
                      <a:solidFill>
                        <a:schemeClr val="accent4">
                          <a:alpha val="0"/>
                        </a:schemeClr>
                      </a:solidFill>
                      <a:prstDash val="solid"/>
                      <a:round/>
                      <a:headEnd len="sm" w="sm" type="none"/>
                      <a:tailEnd len="sm" w="sm" type="none"/>
                    </a:lnL>
                    <a:lnR cap="flat" cmpd="sng" w="9525">
                      <a:solidFill>
                        <a:schemeClr val="accent4">
                          <a:alpha val="0"/>
                        </a:schemeClr>
                      </a:solidFill>
                      <a:prstDash val="solid"/>
                      <a:round/>
                      <a:headEnd len="sm" w="sm" type="none"/>
                      <a:tailEnd len="sm" w="sm" type="none"/>
                    </a:lnR>
                    <a:lnT cap="flat" cmpd="sng" w="9525">
                      <a:solidFill>
                        <a:schemeClr val="accent4">
                          <a:alpha val="0"/>
                        </a:schemeClr>
                      </a:solidFill>
                      <a:prstDash val="solid"/>
                      <a:round/>
                      <a:headEnd len="sm" w="sm" type="none"/>
                      <a:tailEnd len="sm" w="sm" type="none"/>
                    </a:lnT>
                    <a:lnB cap="flat" cmpd="sng" w="9525">
                      <a:solidFill>
                        <a:schemeClr val="accent4">
                          <a:alpha val="0"/>
                        </a:schemeClr>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Kalam"/>
                          <a:ea typeface="Kalam"/>
                          <a:cs typeface="Kalam"/>
                          <a:sym typeface="Kalam"/>
                        </a:rPr>
                        <a:t>6</a:t>
                      </a:r>
                      <a:endParaRPr sz="2000">
                        <a:latin typeface="Kalam"/>
                        <a:ea typeface="Kalam"/>
                        <a:cs typeface="Kalam"/>
                        <a:sym typeface="Kalam"/>
                      </a:endParaRPr>
                    </a:p>
                  </a:txBody>
                  <a:tcPr marT="0" marB="0" marR="0" marL="0" anchor="ctr">
                    <a:lnL cap="flat" cmpd="sng" w="9525">
                      <a:solidFill>
                        <a:schemeClr val="accent4">
                          <a:alpha val="0"/>
                        </a:schemeClr>
                      </a:solidFill>
                      <a:prstDash val="solid"/>
                      <a:round/>
                      <a:headEnd len="sm" w="sm" type="none"/>
                      <a:tailEnd len="sm" w="sm" type="none"/>
                    </a:lnL>
                    <a:lnR cap="flat" cmpd="sng" w="9525">
                      <a:solidFill>
                        <a:schemeClr val="accent4">
                          <a:alpha val="0"/>
                        </a:schemeClr>
                      </a:solidFill>
                      <a:prstDash val="solid"/>
                      <a:round/>
                      <a:headEnd len="sm" w="sm" type="none"/>
                      <a:tailEnd len="sm" w="sm" type="none"/>
                    </a:lnR>
                    <a:lnT cap="flat" cmpd="sng" w="9525">
                      <a:solidFill>
                        <a:schemeClr val="accent4">
                          <a:alpha val="0"/>
                        </a:schemeClr>
                      </a:solidFill>
                      <a:prstDash val="solid"/>
                      <a:round/>
                      <a:headEnd len="sm" w="sm" type="none"/>
                      <a:tailEnd len="sm" w="sm" type="none"/>
                    </a:lnT>
                    <a:lnB cap="flat" cmpd="sng" w="9525">
                      <a:solidFill>
                        <a:schemeClr val="accent4">
                          <a:alpha val="0"/>
                        </a:scheme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latin typeface="Kalam"/>
                        <a:ea typeface="Kalam"/>
                        <a:cs typeface="Kalam"/>
                        <a:sym typeface="Kalam"/>
                      </a:endParaRPr>
                    </a:p>
                  </a:txBody>
                  <a:tcPr marT="0" marB="0" marR="0" marL="0" anchor="ctr">
                    <a:lnL cap="flat" cmpd="sng" w="9525">
                      <a:solidFill>
                        <a:schemeClr val="accent4">
                          <a:alpha val="0"/>
                        </a:schemeClr>
                      </a:solidFill>
                      <a:prstDash val="solid"/>
                      <a:round/>
                      <a:headEnd len="sm" w="sm" type="none"/>
                      <a:tailEnd len="sm" w="sm" type="none"/>
                    </a:lnL>
                    <a:lnR cap="flat" cmpd="sng" w="9525">
                      <a:solidFill>
                        <a:schemeClr val="accent4">
                          <a:alpha val="0"/>
                        </a:schemeClr>
                      </a:solidFill>
                      <a:prstDash val="solid"/>
                      <a:round/>
                      <a:headEnd len="sm" w="sm" type="none"/>
                      <a:tailEnd len="sm" w="sm" type="none"/>
                    </a:lnR>
                    <a:lnT cap="flat" cmpd="sng" w="9525">
                      <a:solidFill>
                        <a:schemeClr val="accent4">
                          <a:alpha val="0"/>
                        </a:schemeClr>
                      </a:solidFill>
                      <a:prstDash val="solid"/>
                      <a:round/>
                      <a:headEnd len="sm" w="sm" type="none"/>
                      <a:tailEnd len="sm" w="sm" type="none"/>
                    </a:lnT>
                    <a:lnB cap="flat" cmpd="sng" w="9525">
                      <a:solidFill>
                        <a:schemeClr val="accent4">
                          <a:alpha val="0"/>
                        </a:schemeClr>
                      </a:solidFill>
                      <a:prstDash val="solid"/>
                      <a:round/>
                      <a:headEnd len="sm" w="sm" type="none"/>
                      <a:tailEnd len="sm" w="sm" type="none"/>
                    </a:lnB>
                  </a:tcPr>
                </a:tc>
              </a:tr>
              <a:tr h="389825">
                <a:tc>
                  <a:txBody>
                    <a:bodyPr/>
                    <a:lstStyle/>
                    <a:p>
                      <a:pPr indent="0" lvl="0" marL="0" rtl="0" algn="ctr">
                        <a:spcBef>
                          <a:spcPts val="0"/>
                        </a:spcBef>
                        <a:spcAft>
                          <a:spcPts val="0"/>
                        </a:spcAft>
                        <a:buNone/>
                      </a:pPr>
                      <a:r>
                        <a:t/>
                      </a:r>
                      <a:endParaRPr sz="2000">
                        <a:latin typeface="Kalam"/>
                        <a:ea typeface="Kalam"/>
                        <a:cs typeface="Kalam"/>
                        <a:sym typeface="Kalam"/>
                      </a:endParaRPr>
                    </a:p>
                  </a:txBody>
                  <a:tcPr marT="0" marB="0" marR="0" marL="0" anchor="ctr">
                    <a:lnL cap="flat" cmpd="sng" w="9525">
                      <a:solidFill>
                        <a:schemeClr val="accent4">
                          <a:alpha val="0"/>
                        </a:schemeClr>
                      </a:solidFill>
                      <a:prstDash val="solid"/>
                      <a:round/>
                      <a:headEnd len="sm" w="sm" type="none"/>
                      <a:tailEnd len="sm" w="sm" type="none"/>
                    </a:lnL>
                    <a:lnR cap="flat" cmpd="sng" w="9525">
                      <a:solidFill>
                        <a:schemeClr val="accent4">
                          <a:alpha val="0"/>
                        </a:schemeClr>
                      </a:solidFill>
                      <a:prstDash val="solid"/>
                      <a:round/>
                      <a:headEnd len="sm" w="sm" type="none"/>
                      <a:tailEnd len="sm" w="sm" type="none"/>
                    </a:lnR>
                    <a:lnT cap="flat" cmpd="sng" w="9525">
                      <a:solidFill>
                        <a:schemeClr val="accent4">
                          <a:alpha val="0"/>
                        </a:schemeClr>
                      </a:solidFill>
                      <a:prstDash val="solid"/>
                      <a:round/>
                      <a:headEnd len="sm" w="sm" type="none"/>
                      <a:tailEnd len="sm" w="sm" type="none"/>
                    </a:lnT>
                    <a:lnB cap="flat" cmpd="sng" w="9525">
                      <a:solidFill>
                        <a:schemeClr val="accent4">
                          <a:alpha val="0"/>
                        </a:schemeClr>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Kalam"/>
                          <a:ea typeface="Kalam"/>
                          <a:cs typeface="Kalam"/>
                          <a:sym typeface="Kalam"/>
                        </a:rPr>
                        <a:t>11</a:t>
                      </a:r>
                      <a:endParaRPr sz="2000">
                        <a:latin typeface="Kalam"/>
                        <a:ea typeface="Kalam"/>
                        <a:cs typeface="Kalam"/>
                        <a:sym typeface="Kalam"/>
                      </a:endParaRPr>
                    </a:p>
                  </a:txBody>
                  <a:tcPr marT="0" marB="0" marR="0" marL="0" anchor="ctr">
                    <a:lnL cap="flat" cmpd="sng" w="9525">
                      <a:solidFill>
                        <a:schemeClr val="accent4">
                          <a:alpha val="0"/>
                        </a:schemeClr>
                      </a:solidFill>
                      <a:prstDash val="solid"/>
                      <a:round/>
                      <a:headEnd len="sm" w="sm" type="none"/>
                      <a:tailEnd len="sm" w="sm" type="none"/>
                    </a:lnL>
                    <a:lnR cap="flat" cmpd="sng" w="9525">
                      <a:solidFill>
                        <a:schemeClr val="accent4">
                          <a:alpha val="0"/>
                        </a:schemeClr>
                      </a:solidFill>
                      <a:prstDash val="solid"/>
                      <a:round/>
                      <a:headEnd len="sm" w="sm" type="none"/>
                      <a:tailEnd len="sm" w="sm" type="none"/>
                    </a:lnR>
                    <a:lnT cap="flat" cmpd="sng" w="9525">
                      <a:solidFill>
                        <a:schemeClr val="accent4">
                          <a:alpha val="0"/>
                        </a:schemeClr>
                      </a:solidFill>
                      <a:prstDash val="solid"/>
                      <a:round/>
                      <a:headEnd len="sm" w="sm" type="none"/>
                      <a:tailEnd len="sm" w="sm" type="none"/>
                    </a:lnT>
                    <a:lnB cap="flat" cmpd="sng" w="9525">
                      <a:solidFill>
                        <a:schemeClr val="accent4">
                          <a:alpha val="0"/>
                        </a:scheme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latin typeface="Kalam"/>
                        <a:ea typeface="Kalam"/>
                        <a:cs typeface="Kalam"/>
                        <a:sym typeface="Kalam"/>
                      </a:endParaRPr>
                    </a:p>
                  </a:txBody>
                  <a:tcPr marT="0" marB="0" marR="0" marL="0" anchor="ctr">
                    <a:lnL cap="flat" cmpd="sng" w="9525">
                      <a:solidFill>
                        <a:schemeClr val="accent4">
                          <a:alpha val="0"/>
                        </a:schemeClr>
                      </a:solidFill>
                      <a:prstDash val="solid"/>
                      <a:round/>
                      <a:headEnd len="sm" w="sm" type="none"/>
                      <a:tailEnd len="sm" w="sm" type="none"/>
                    </a:lnL>
                    <a:lnR cap="flat" cmpd="sng" w="9525">
                      <a:solidFill>
                        <a:schemeClr val="accent4">
                          <a:alpha val="0"/>
                        </a:schemeClr>
                      </a:solidFill>
                      <a:prstDash val="solid"/>
                      <a:round/>
                      <a:headEnd len="sm" w="sm" type="none"/>
                      <a:tailEnd len="sm" w="sm" type="none"/>
                    </a:lnR>
                    <a:lnT cap="flat" cmpd="sng" w="9525">
                      <a:solidFill>
                        <a:schemeClr val="accent4">
                          <a:alpha val="0"/>
                        </a:schemeClr>
                      </a:solidFill>
                      <a:prstDash val="solid"/>
                      <a:round/>
                      <a:headEnd len="sm" w="sm" type="none"/>
                      <a:tailEnd len="sm" w="sm" type="none"/>
                    </a:lnT>
                    <a:lnB cap="flat" cmpd="sng" w="9525">
                      <a:solidFill>
                        <a:schemeClr val="accent4">
                          <a:alpha val="0"/>
                        </a:schemeClr>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Kalam"/>
                          <a:ea typeface="Kalam"/>
                          <a:cs typeface="Kalam"/>
                          <a:sym typeface="Kalam"/>
                        </a:rPr>
                        <a:t>23</a:t>
                      </a:r>
                      <a:endParaRPr sz="2000">
                        <a:latin typeface="Kalam"/>
                        <a:ea typeface="Kalam"/>
                        <a:cs typeface="Kalam"/>
                        <a:sym typeface="Kalam"/>
                      </a:endParaRPr>
                    </a:p>
                  </a:txBody>
                  <a:tcPr marT="0" marB="0" marR="0" marL="0" anchor="ctr">
                    <a:lnL cap="flat" cmpd="sng" w="9525">
                      <a:solidFill>
                        <a:schemeClr val="accent4">
                          <a:alpha val="0"/>
                        </a:schemeClr>
                      </a:solidFill>
                      <a:prstDash val="solid"/>
                      <a:round/>
                      <a:headEnd len="sm" w="sm" type="none"/>
                      <a:tailEnd len="sm" w="sm" type="none"/>
                    </a:lnL>
                    <a:lnR cap="flat" cmpd="sng" w="9525">
                      <a:solidFill>
                        <a:schemeClr val="accent4">
                          <a:alpha val="0"/>
                        </a:schemeClr>
                      </a:solidFill>
                      <a:prstDash val="solid"/>
                      <a:round/>
                      <a:headEnd len="sm" w="sm" type="none"/>
                      <a:tailEnd len="sm" w="sm" type="none"/>
                    </a:lnR>
                    <a:lnT cap="flat" cmpd="sng" w="9525">
                      <a:solidFill>
                        <a:schemeClr val="accent4">
                          <a:alpha val="0"/>
                        </a:schemeClr>
                      </a:solidFill>
                      <a:prstDash val="solid"/>
                      <a:round/>
                      <a:headEnd len="sm" w="sm" type="none"/>
                      <a:tailEnd len="sm" w="sm" type="none"/>
                    </a:lnT>
                    <a:lnB cap="flat" cmpd="sng" w="9525">
                      <a:solidFill>
                        <a:schemeClr val="accent4">
                          <a:alpha val="0"/>
                        </a:scheme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latin typeface="Kalam"/>
                        <a:ea typeface="Kalam"/>
                        <a:cs typeface="Kalam"/>
                        <a:sym typeface="Kalam"/>
                      </a:endParaRPr>
                    </a:p>
                  </a:txBody>
                  <a:tcPr marT="0" marB="0" marR="0" marL="0" anchor="ctr">
                    <a:lnL cap="flat" cmpd="sng" w="9525">
                      <a:solidFill>
                        <a:schemeClr val="accent4">
                          <a:alpha val="0"/>
                        </a:schemeClr>
                      </a:solidFill>
                      <a:prstDash val="solid"/>
                      <a:round/>
                      <a:headEnd len="sm" w="sm" type="none"/>
                      <a:tailEnd len="sm" w="sm" type="none"/>
                    </a:lnL>
                    <a:lnR cap="flat" cmpd="sng" w="9525">
                      <a:solidFill>
                        <a:schemeClr val="accent4">
                          <a:alpha val="0"/>
                        </a:schemeClr>
                      </a:solidFill>
                      <a:prstDash val="solid"/>
                      <a:round/>
                      <a:headEnd len="sm" w="sm" type="none"/>
                      <a:tailEnd len="sm" w="sm" type="none"/>
                    </a:lnR>
                    <a:lnT cap="flat" cmpd="sng" w="9525">
                      <a:solidFill>
                        <a:schemeClr val="accent4">
                          <a:alpha val="0"/>
                        </a:schemeClr>
                      </a:solidFill>
                      <a:prstDash val="solid"/>
                      <a:round/>
                      <a:headEnd len="sm" w="sm" type="none"/>
                      <a:tailEnd len="sm" w="sm" type="none"/>
                    </a:lnT>
                    <a:lnB cap="flat" cmpd="sng" w="9525">
                      <a:solidFill>
                        <a:schemeClr val="accent4">
                          <a:alpha val="0"/>
                        </a:schemeClr>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Kalam"/>
                          <a:ea typeface="Kalam"/>
                          <a:cs typeface="Kalam"/>
                          <a:sym typeface="Kalam"/>
                        </a:rPr>
                        <a:t>35</a:t>
                      </a:r>
                      <a:endParaRPr sz="2000">
                        <a:latin typeface="Kalam"/>
                        <a:ea typeface="Kalam"/>
                        <a:cs typeface="Kalam"/>
                        <a:sym typeface="Kalam"/>
                      </a:endParaRPr>
                    </a:p>
                  </a:txBody>
                  <a:tcPr marT="0" marB="0" marR="0" marL="0" anchor="ctr">
                    <a:lnL cap="flat" cmpd="sng" w="9525">
                      <a:solidFill>
                        <a:schemeClr val="accent4">
                          <a:alpha val="0"/>
                        </a:schemeClr>
                      </a:solidFill>
                      <a:prstDash val="solid"/>
                      <a:round/>
                      <a:headEnd len="sm" w="sm" type="none"/>
                      <a:tailEnd len="sm" w="sm" type="none"/>
                    </a:lnL>
                    <a:lnR cap="flat" cmpd="sng" w="9525">
                      <a:solidFill>
                        <a:schemeClr val="accent4">
                          <a:alpha val="0"/>
                        </a:schemeClr>
                      </a:solidFill>
                      <a:prstDash val="solid"/>
                      <a:round/>
                      <a:headEnd len="sm" w="sm" type="none"/>
                      <a:tailEnd len="sm" w="sm" type="none"/>
                    </a:lnR>
                    <a:lnT cap="flat" cmpd="sng" w="9525">
                      <a:solidFill>
                        <a:schemeClr val="accent4">
                          <a:alpha val="0"/>
                        </a:schemeClr>
                      </a:solidFill>
                      <a:prstDash val="solid"/>
                      <a:round/>
                      <a:headEnd len="sm" w="sm" type="none"/>
                      <a:tailEnd len="sm" w="sm" type="none"/>
                    </a:lnT>
                    <a:lnB cap="flat" cmpd="sng" w="9525">
                      <a:solidFill>
                        <a:schemeClr val="accent4">
                          <a:alpha val="0"/>
                        </a:scheme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latin typeface="Kalam"/>
                        <a:ea typeface="Kalam"/>
                        <a:cs typeface="Kalam"/>
                        <a:sym typeface="Kalam"/>
                      </a:endParaRPr>
                    </a:p>
                  </a:txBody>
                  <a:tcPr marT="0" marB="0" marR="0" marL="0" anchor="ctr">
                    <a:lnL cap="flat" cmpd="sng" w="9525">
                      <a:solidFill>
                        <a:schemeClr val="accent4">
                          <a:alpha val="0"/>
                        </a:schemeClr>
                      </a:solidFill>
                      <a:prstDash val="solid"/>
                      <a:round/>
                      <a:headEnd len="sm" w="sm" type="none"/>
                      <a:tailEnd len="sm" w="sm" type="none"/>
                    </a:lnL>
                    <a:lnR cap="flat" cmpd="sng" w="9525">
                      <a:solidFill>
                        <a:schemeClr val="accent4">
                          <a:alpha val="0"/>
                        </a:schemeClr>
                      </a:solidFill>
                      <a:prstDash val="solid"/>
                      <a:round/>
                      <a:headEnd len="sm" w="sm" type="none"/>
                      <a:tailEnd len="sm" w="sm" type="none"/>
                    </a:lnR>
                    <a:lnT cap="flat" cmpd="sng" w="9525">
                      <a:solidFill>
                        <a:schemeClr val="accent4">
                          <a:alpha val="0"/>
                        </a:schemeClr>
                      </a:solidFill>
                      <a:prstDash val="solid"/>
                      <a:round/>
                      <a:headEnd len="sm" w="sm" type="none"/>
                      <a:tailEnd len="sm" w="sm" type="none"/>
                    </a:lnT>
                    <a:lnB cap="flat" cmpd="sng" w="9525">
                      <a:solidFill>
                        <a:schemeClr val="accent4">
                          <a:alpha val="0"/>
                        </a:schemeClr>
                      </a:solidFill>
                      <a:prstDash val="solid"/>
                      <a:round/>
                      <a:headEnd len="sm" w="sm" type="none"/>
                      <a:tailEnd len="sm" w="sm" type="none"/>
                    </a:lnB>
                  </a:tcPr>
                </a:tc>
              </a:tr>
              <a:tr h="389825">
                <a:tc>
                  <a:txBody>
                    <a:bodyPr/>
                    <a:lstStyle/>
                    <a:p>
                      <a:pPr indent="0" lvl="0" marL="0" rtl="0" algn="ctr">
                        <a:spcBef>
                          <a:spcPts val="0"/>
                        </a:spcBef>
                        <a:spcAft>
                          <a:spcPts val="0"/>
                        </a:spcAft>
                        <a:buNone/>
                      </a:pPr>
                      <a:r>
                        <a:rPr lang="en-GB" sz="2000">
                          <a:latin typeface="Kalam"/>
                          <a:ea typeface="Kalam"/>
                          <a:cs typeface="Kalam"/>
                          <a:sym typeface="Kalam"/>
                        </a:rPr>
                        <a:t>4</a:t>
                      </a:r>
                      <a:endParaRPr sz="2000">
                        <a:latin typeface="Kalam"/>
                        <a:ea typeface="Kalam"/>
                        <a:cs typeface="Kalam"/>
                        <a:sym typeface="Kalam"/>
                      </a:endParaRPr>
                    </a:p>
                  </a:txBody>
                  <a:tcPr marT="0" marB="0" marR="0" marL="0" anchor="ctr">
                    <a:lnL cap="flat" cmpd="sng" w="9525">
                      <a:solidFill>
                        <a:schemeClr val="accent4">
                          <a:alpha val="0"/>
                        </a:schemeClr>
                      </a:solidFill>
                      <a:prstDash val="solid"/>
                      <a:round/>
                      <a:headEnd len="sm" w="sm" type="none"/>
                      <a:tailEnd len="sm" w="sm" type="none"/>
                    </a:lnL>
                    <a:lnR cap="flat" cmpd="sng" w="9525">
                      <a:solidFill>
                        <a:schemeClr val="accent4">
                          <a:alpha val="0"/>
                        </a:schemeClr>
                      </a:solidFill>
                      <a:prstDash val="solid"/>
                      <a:round/>
                      <a:headEnd len="sm" w="sm" type="none"/>
                      <a:tailEnd len="sm" w="sm" type="none"/>
                    </a:lnR>
                    <a:lnT cap="flat" cmpd="sng" w="9525">
                      <a:solidFill>
                        <a:schemeClr val="accent4">
                          <a:alpha val="0"/>
                        </a:schemeClr>
                      </a:solidFill>
                      <a:prstDash val="solid"/>
                      <a:round/>
                      <a:headEnd len="sm" w="sm" type="none"/>
                      <a:tailEnd len="sm" w="sm" type="none"/>
                    </a:lnT>
                    <a:lnB cap="flat" cmpd="sng" w="9525">
                      <a:solidFill>
                        <a:schemeClr val="accent4">
                          <a:alpha val="0"/>
                        </a:schemeClr>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Kalam"/>
                          <a:ea typeface="Kalam"/>
                          <a:cs typeface="Kalam"/>
                          <a:sym typeface="Kalam"/>
                        </a:rPr>
                        <a:t>16</a:t>
                      </a:r>
                      <a:endParaRPr sz="2000">
                        <a:latin typeface="Kalam"/>
                        <a:ea typeface="Kalam"/>
                        <a:cs typeface="Kalam"/>
                        <a:sym typeface="Kalam"/>
                      </a:endParaRPr>
                    </a:p>
                  </a:txBody>
                  <a:tcPr marT="0" marB="0" marR="0" marL="0" anchor="ctr">
                    <a:lnL cap="flat" cmpd="sng" w="9525">
                      <a:solidFill>
                        <a:schemeClr val="accent4">
                          <a:alpha val="0"/>
                        </a:schemeClr>
                      </a:solidFill>
                      <a:prstDash val="solid"/>
                      <a:round/>
                      <a:headEnd len="sm" w="sm" type="none"/>
                      <a:tailEnd len="sm" w="sm" type="none"/>
                    </a:lnL>
                    <a:lnR cap="flat" cmpd="sng" w="9525">
                      <a:solidFill>
                        <a:schemeClr val="accent4">
                          <a:alpha val="0"/>
                        </a:schemeClr>
                      </a:solidFill>
                      <a:prstDash val="solid"/>
                      <a:round/>
                      <a:headEnd len="sm" w="sm" type="none"/>
                      <a:tailEnd len="sm" w="sm" type="none"/>
                    </a:lnR>
                    <a:lnT cap="flat" cmpd="sng" w="9525">
                      <a:solidFill>
                        <a:schemeClr val="accent4">
                          <a:alpha val="0"/>
                        </a:schemeClr>
                      </a:solidFill>
                      <a:prstDash val="solid"/>
                      <a:round/>
                      <a:headEnd len="sm" w="sm" type="none"/>
                      <a:tailEnd len="sm" w="sm" type="none"/>
                    </a:lnT>
                    <a:lnB cap="flat" cmpd="sng" w="9525">
                      <a:solidFill>
                        <a:schemeClr val="accent4">
                          <a:alpha val="0"/>
                        </a:schemeClr>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Kalam"/>
                          <a:ea typeface="Kalam"/>
                          <a:cs typeface="Kalam"/>
                          <a:sym typeface="Kalam"/>
                        </a:rPr>
                        <a:t>28</a:t>
                      </a:r>
                      <a:endParaRPr sz="2000">
                        <a:latin typeface="Kalam"/>
                        <a:ea typeface="Kalam"/>
                        <a:cs typeface="Kalam"/>
                        <a:sym typeface="Kalam"/>
                      </a:endParaRPr>
                    </a:p>
                  </a:txBody>
                  <a:tcPr marT="0" marB="0" marR="0" marL="0" anchor="ctr">
                    <a:lnL cap="flat" cmpd="sng" w="9525">
                      <a:solidFill>
                        <a:schemeClr val="accent4">
                          <a:alpha val="0"/>
                        </a:schemeClr>
                      </a:solidFill>
                      <a:prstDash val="solid"/>
                      <a:round/>
                      <a:headEnd len="sm" w="sm" type="none"/>
                      <a:tailEnd len="sm" w="sm" type="none"/>
                    </a:lnL>
                    <a:lnR cap="flat" cmpd="sng" w="9525">
                      <a:solidFill>
                        <a:schemeClr val="accent4">
                          <a:alpha val="0"/>
                        </a:schemeClr>
                      </a:solidFill>
                      <a:prstDash val="solid"/>
                      <a:round/>
                      <a:headEnd len="sm" w="sm" type="none"/>
                      <a:tailEnd len="sm" w="sm" type="none"/>
                    </a:lnR>
                    <a:lnT cap="flat" cmpd="sng" w="9525">
                      <a:solidFill>
                        <a:schemeClr val="accent4">
                          <a:alpha val="0"/>
                        </a:schemeClr>
                      </a:solidFill>
                      <a:prstDash val="solid"/>
                      <a:round/>
                      <a:headEnd len="sm" w="sm" type="none"/>
                      <a:tailEnd len="sm" w="sm" type="none"/>
                    </a:lnT>
                    <a:lnB cap="flat" cmpd="sng" w="9525">
                      <a:solidFill>
                        <a:schemeClr val="accent4">
                          <a:alpha val="0"/>
                        </a:schemeClr>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Kalam"/>
                          <a:ea typeface="Kalam"/>
                          <a:cs typeface="Kalam"/>
                          <a:sym typeface="Kalam"/>
                        </a:rPr>
                        <a:t>40</a:t>
                      </a:r>
                      <a:endParaRPr sz="2000">
                        <a:latin typeface="Kalam"/>
                        <a:ea typeface="Kalam"/>
                        <a:cs typeface="Kalam"/>
                        <a:sym typeface="Kalam"/>
                      </a:endParaRPr>
                    </a:p>
                  </a:txBody>
                  <a:tcPr marT="0" marB="0" marR="0" marL="0" anchor="ctr">
                    <a:lnL cap="flat" cmpd="sng" w="9525">
                      <a:solidFill>
                        <a:schemeClr val="accent4">
                          <a:alpha val="0"/>
                        </a:schemeClr>
                      </a:solidFill>
                      <a:prstDash val="solid"/>
                      <a:round/>
                      <a:headEnd len="sm" w="sm" type="none"/>
                      <a:tailEnd len="sm" w="sm" type="none"/>
                    </a:lnL>
                    <a:lnR cap="flat" cmpd="sng" w="9525">
                      <a:solidFill>
                        <a:schemeClr val="accent4">
                          <a:alpha val="0"/>
                        </a:schemeClr>
                      </a:solidFill>
                      <a:prstDash val="solid"/>
                      <a:round/>
                      <a:headEnd len="sm" w="sm" type="none"/>
                      <a:tailEnd len="sm" w="sm" type="none"/>
                    </a:lnR>
                    <a:lnT cap="flat" cmpd="sng" w="9525">
                      <a:solidFill>
                        <a:schemeClr val="accent4">
                          <a:alpha val="0"/>
                        </a:schemeClr>
                      </a:solidFill>
                      <a:prstDash val="solid"/>
                      <a:round/>
                      <a:headEnd len="sm" w="sm" type="none"/>
                      <a:tailEnd len="sm" w="sm" type="none"/>
                    </a:lnT>
                    <a:lnB cap="flat" cmpd="sng" w="9525">
                      <a:solidFill>
                        <a:schemeClr val="accent4">
                          <a:alpha val="0"/>
                        </a:schemeClr>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Kalam"/>
                          <a:ea typeface="Kalam"/>
                          <a:cs typeface="Kalam"/>
                          <a:sym typeface="Kalam"/>
                        </a:rPr>
                        <a:t>52</a:t>
                      </a:r>
                      <a:endParaRPr sz="2000">
                        <a:latin typeface="Kalam"/>
                        <a:ea typeface="Kalam"/>
                        <a:cs typeface="Kalam"/>
                        <a:sym typeface="Kalam"/>
                      </a:endParaRPr>
                    </a:p>
                  </a:txBody>
                  <a:tcPr marT="0" marB="0" marR="0" marL="0" anchor="ctr">
                    <a:lnL cap="flat" cmpd="sng" w="9525">
                      <a:solidFill>
                        <a:schemeClr val="accent4">
                          <a:alpha val="0"/>
                        </a:schemeClr>
                      </a:solidFill>
                      <a:prstDash val="solid"/>
                      <a:round/>
                      <a:headEnd len="sm" w="sm" type="none"/>
                      <a:tailEnd len="sm" w="sm" type="none"/>
                    </a:lnL>
                    <a:lnR cap="flat" cmpd="sng" w="9525">
                      <a:solidFill>
                        <a:schemeClr val="accent4">
                          <a:alpha val="0"/>
                        </a:schemeClr>
                      </a:solidFill>
                      <a:prstDash val="solid"/>
                      <a:round/>
                      <a:headEnd len="sm" w="sm" type="none"/>
                      <a:tailEnd len="sm" w="sm" type="none"/>
                    </a:lnR>
                    <a:lnT cap="flat" cmpd="sng" w="9525">
                      <a:solidFill>
                        <a:schemeClr val="accent4">
                          <a:alpha val="0"/>
                        </a:schemeClr>
                      </a:solidFill>
                      <a:prstDash val="solid"/>
                      <a:round/>
                      <a:headEnd len="sm" w="sm" type="none"/>
                      <a:tailEnd len="sm" w="sm" type="none"/>
                    </a:lnT>
                    <a:lnB cap="flat" cmpd="sng" w="9525">
                      <a:solidFill>
                        <a:schemeClr val="accent4">
                          <a:alpha val="0"/>
                        </a:schemeClr>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Kalam"/>
                          <a:ea typeface="Kalam"/>
                          <a:cs typeface="Kalam"/>
                          <a:sym typeface="Kalam"/>
                        </a:rPr>
                        <a:t>64</a:t>
                      </a:r>
                      <a:endParaRPr sz="2000">
                        <a:latin typeface="Kalam"/>
                        <a:ea typeface="Kalam"/>
                        <a:cs typeface="Kalam"/>
                        <a:sym typeface="Kalam"/>
                      </a:endParaRPr>
                    </a:p>
                  </a:txBody>
                  <a:tcPr marT="0" marB="0" marR="0" marL="0" anchor="ctr">
                    <a:lnL cap="flat" cmpd="sng" w="9525">
                      <a:solidFill>
                        <a:schemeClr val="accent4">
                          <a:alpha val="0"/>
                        </a:schemeClr>
                      </a:solidFill>
                      <a:prstDash val="solid"/>
                      <a:round/>
                      <a:headEnd len="sm" w="sm" type="none"/>
                      <a:tailEnd len="sm" w="sm" type="none"/>
                    </a:lnL>
                    <a:lnR cap="flat" cmpd="sng" w="9525">
                      <a:solidFill>
                        <a:schemeClr val="accent4">
                          <a:alpha val="0"/>
                        </a:schemeClr>
                      </a:solidFill>
                      <a:prstDash val="solid"/>
                      <a:round/>
                      <a:headEnd len="sm" w="sm" type="none"/>
                      <a:tailEnd len="sm" w="sm" type="none"/>
                    </a:lnR>
                    <a:lnT cap="flat" cmpd="sng" w="9525">
                      <a:solidFill>
                        <a:schemeClr val="accent4">
                          <a:alpha val="0"/>
                        </a:schemeClr>
                      </a:solidFill>
                      <a:prstDash val="solid"/>
                      <a:round/>
                      <a:headEnd len="sm" w="sm" type="none"/>
                      <a:tailEnd len="sm" w="sm" type="none"/>
                    </a:lnT>
                    <a:lnB cap="flat" cmpd="sng" w="9525">
                      <a:solidFill>
                        <a:schemeClr val="accent4">
                          <a:alpha val="0"/>
                        </a:schemeClr>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Kalam"/>
                          <a:ea typeface="Kalam"/>
                          <a:cs typeface="Kalam"/>
                          <a:sym typeface="Kalam"/>
                        </a:rPr>
                        <a:t>76</a:t>
                      </a:r>
                      <a:endParaRPr sz="2000">
                        <a:latin typeface="Kalam"/>
                        <a:ea typeface="Kalam"/>
                        <a:cs typeface="Kalam"/>
                        <a:sym typeface="Kalam"/>
                      </a:endParaRPr>
                    </a:p>
                  </a:txBody>
                  <a:tcPr marT="0" marB="0" marR="0" marL="0" anchor="ctr">
                    <a:lnL cap="flat" cmpd="sng" w="9525">
                      <a:solidFill>
                        <a:schemeClr val="accent4">
                          <a:alpha val="0"/>
                        </a:schemeClr>
                      </a:solidFill>
                      <a:prstDash val="solid"/>
                      <a:round/>
                      <a:headEnd len="sm" w="sm" type="none"/>
                      <a:tailEnd len="sm" w="sm" type="none"/>
                    </a:lnL>
                    <a:lnR cap="flat" cmpd="sng" w="9525">
                      <a:solidFill>
                        <a:schemeClr val="accent4">
                          <a:alpha val="0"/>
                        </a:schemeClr>
                      </a:solidFill>
                      <a:prstDash val="solid"/>
                      <a:round/>
                      <a:headEnd len="sm" w="sm" type="none"/>
                      <a:tailEnd len="sm" w="sm" type="none"/>
                    </a:lnR>
                    <a:lnT cap="flat" cmpd="sng" w="9525">
                      <a:solidFill>
                        <a:schemeClr val="accent4">
                          <a:alpha val="0"/>
                        </a:schemeClr>
                      </a:solidFill>
                      <a:prstDash val="solid"/>
                      <a:round/>
                      <a:headEnd len="sm" w="sm" type="none"/>
                      <a:tailEnd len="sm" w="sm" type="none"/>
                    </a:lnT>
                    <a:lnB cap="flat" cmpd="sng" w="9525">
                      <a:solidFill>
                        <a:schemeClr val="accent4">
                          <a:alpha val="0"/>
                        </a:schemeClr>
                      </a:solidFill>
                      <a:prstDash val="solid"/>
                      <a:round/>
                      <a:headEnd len="sm" w="sm" type="none"/>
                      <a:tailEnd len="sm" w="sm" type="none"/>
                    </a:lnB>
                  </a:tcPr>
                </a:tc>
              </a:tr>
              <a:tr h="389825">
                <a:tc>
                  <a:txBody>
                    <a:bodyPr/>
                    <a:lstStyle/>
                    <a:p>
                      <a:pPr indent="0" lvl="0" marL="0" rtl="0" algn="ctr">
                        <a:spcBef>
                          <a:spcPts val="0"/>
                        </a:spcBef>
                        <a:spcAft>
                          <a:spcPts val="0"/>
                        </a:spcAft>
                        <a:buNone/>
                      </a:pPr>
                      <a:r>
                        <a:t/>
                      </a:r>
                      <a:endParaRPr sz="2000">
                        <a:latin typeface="Kalam"/>
                        <a:ea typeface="Kalam"/>
                        <a:cs typeface="Kalam"/>
                        <a:sym typeface="Kalam"/>
                      </a:endParaRPr>
                    </a:p>
                  </a:txBody>
                  <a:tcPr marT="0" marB="0" marR="0" marL="0" anchor="ctr">
                    <a:lnL cap="flat" cmpd="sng" w="9525">
                      <a:solidFill>
                        <a:schemeClr val="accent4">
                          <a:alpha val="0"/>
                        </a:schemeClr>
                      </a:solidFill>
                      <a:prstDash val="solid"/>
                      <a:round/>
                      <a:headEnd len="sm" w="sm" type="none"/>
                      <a:tailEnd len="sm" w="sm" type="none"/>
                    </a:lnL>
                    <a:lnR cap="flat" cmpd="sng" w="9525">
                      <a:solidFill>
                        <a:schemeClr val="accent4">
                          <a:alpha val="0"/>
                        </a:schemeClr>
                      </a:solidFill>
                      <a:prstDash val="solid"/>
                      <a:round/>
                      <a:headEnd len="sm" w="sm" type="none"/>
                      <a:tailEnd len="sm" w="sm" type="none"/>
                    </a:lnR>
                    <a:lnT cap="flat" cmpd="sng" w="9525">
                      <a:solidFill>
                        <a:schemeClr val="accent4">
                          <a:alpha val="0"/>
                        </a:schemeClr>
                      </a:solidFill>
                      <a:prstDash val="solid"/>
                      <a:round/>
                      <a:headEnd len="sm" w="sm" type="none"/>
                      <a:tailEnd len="sm" w="sm" type="none"/>
                    </a:lnT>
                    <a:lnB cap="flat" cmpd="sng" w="9525">
                      <a:solidFill>
                        <a:schemeClr val="accent4">
                          <a:alpha val="0"/>
                        </a:schemeClr>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Kalam"/>
                          <a:ea typeface="Kalam"/>
                          <a:cs typeface="Kalam"/>
                          <a:sym typeface="Kalam"/>
                        </a:rPr>
                        <a:t>21</a:t>
                      </a:r>
                      <a:endParaRPr sz="2000">
                        <a:latin typeface="Kalam"/>
                        <a:ea typeface="Kalam"/>
                        <a:cs typeface="Kalam"/>
                        <a:sym typeface="Kalam"/>
                      </a:endParaRPr>
                    </a:p>
                  </a:txBody>
                  <a:tcPr marT="0" marB="0" marR="0" marL="0" anchor="ctr">
                    <a:lnL cap="flat" cmpd="sng" w="9525">
                      <a:solidFill>
                        <a:schemeClr val="accent4">
                          <a:alpha val="0"/>
                        </a:schemeClr>
                      </a:solidFill>
                      <a:prstDash val="solid"/>
                      <a:round/>
                      <a:headEnd len="sm" w="sm" type="none"/>
                      <a:tailEnd len="sm" w="sm" type="none"/>
                    </a:lnL>
                    <a:lnR cap="flat" cmpd="sng" w="9525">
                      <a:solidFill>
                        <a:schemeClr val="accent4">
                          <a:alpha val="0"/>
                        </a:schemeClr>
                      </a:solidFill>
                      <a:prstDash val="solid"/>
                      <a:round/>
                      <a:headEnd len="sm" w="sm" type="none"/>
                      <a:tailEnd len="sm" w="sm" type="none"/>
                    </a:lnR>
                    <a:lnT cap="flat" cmpd="sng" w="9525">
                      <a:solidFill>
                        <a:schemeClr val="accent4">
                          <a:alpha val="0"/>
                        </a:schemeClr>
                      </a:solidFill>
                      <a:prstDash val="solid"/>
                      <a:round/>
                      <a:headEnd len="sm" w="sm" type="none"/>
                      <a:tailEnd len="sm" w="sm" type="none"/>
                    </a:lnT>
                    <a:lnB cap="flat" cmpd="sng" w="9525">
                      <a:solidFill>
                        <a:schemeClr val="accent4">
                          <a:alpha val="0"/>
                        </a:scheme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latin typeface="Kalam"/>
                        <a:ea typeface="Kalam"/>
                        <a:cs typeface="Kalam"/>
                        <a:sym typeface="Kalam"/>
                      </a:endParaRPr>
                    </a:p>
                  </a:txBody>
                  <a:tcPr marT="0" marB="0" marR="0" marL="0" anchor="ctr">
                    <a:lnL cap="flat" cmpd="sng" w="9525">
                      <a:solidFill>
                        <a:schemeClr val="accent4">
                          <a:alpha val="0"/>
                        </a:schemeClr>
                      </a:solidFill>
                      <a:prstDash val="solid"/>
                      <a:round/>
                      <a:headEnd len="sm" w="sm" type="none"/>
                      <a:tailEnd len="sm" w="sm" type="none"/>
                    </a:lnL>
                    <a:lnR cap="flat" cmpd="sng" w="9525">
                      <a:solidFill>
                        <a:schemeClr val="accent4">
                          <a:alpha val="0"/>
                        </a:schemeClr>
                      </a:solidFill>
                      <a:prstDash val="solid"/>
                      <a:round/>
                      <a:headEnd len="sm" w="sm" type="none"/>
                      <a:tailEnd len="sm" w="sm" type="none"/>
                    </a:lnR>
                    <a:lnT cap="flat" cmpd="sng" w="9525">
                      <a:solidFill>
                        <a:schemeClr val="accent4">
                          <a:alpha val="0"/>
                        </a:schemeClr>
                      </a:solidFill>
                      <a:prstDash val="solid"/>
                      <a:round/>
                      <a:headEnd len="sm" w="sm" type="none"/>
                      <a:tailEnd len="sm" w="sm" type="none"/>
                    </a:lnT>
                    <a:lnB cap="flat" cmpd="sng" w="9525">
                      <a:solidFill>
                        <a:schemeClr val="accent4">
                          <a:alpha val="0"/>
                        </a:scheme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latin typeface="Kalam"/>
                        <a:ea typeface="Kalam"/>
                        <a:cs typeface="Kalam"/>
                        <a:sym typeface="Kalam"/>
                      </a:endParaRPr>
                    </a:p>
                  </a:txBody>
                  <a:tcPr marT="0" marB="0" marR="0" marL="0" anchor="ctr">
                    <a:lnL cap="flat" cmpd="sng" w="9525">
                      <a:solidFill>
                        <a:schemeClr val="accent4">
                          <a:alpha val="0"/>
                        </a:schemeClr>
                      </a:solidFill>
                      <a:prstDash val="solid"/>
                      <a:round/>
                      <a:headEnd len="sm" w="sm" type="none"/>
                      <a:tailEnd len="sm" w="sm" type="none"/>
                    </a:lnL>
                    <a:lnR cap="flat" cmpd="sng" w="9525">
                      <a:solidFill>
                        <a:schemeClr val="accent4">
                          <a:alpha val="0"/>
                        </a:schemeClr>
                      </a:solidFill>
                      <a:prstDash val="solid"/>
                      <a:round/>
                      <a:headEnd len="sm" w="sm" type="none"/>
                      <a:tailEnd len="sm" w="sm" type="none"/>
                    </a:lnR>
                    <a:lnT cap="flat" cmpd="sng" w="9525">
                      <a:solidFill>
                        <a:schemeClr val="accent4">
                          <a:alpha val="0"/>
                        </a:schemeClr>
                      </a:solidFill>
                      <a:prstDash val="solid"/>
                      <a:round/>
                      <a:headEnd len="sm" w="sm" type="none"/>
                      <a:tailEnd len="sm" w="sm" type="none"/>
                    </a:lnT>
                    <a:lnB cap="flat" cmpd="sng" w="9525">
                      <a:solidFill>
                        <a:schemeClr val="accent4">
                          <a:alpha val="0"/>
                        </a:scheme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latin typeface="Kalam"/>
                        <a:ea typeface="Kalam"/>
                        <a:cs typeface="Kalam"/>
                        <a:sym typeface="Kalam"/>
                      </a:endParaRPr>
                    </a:p>
                  </a:txBody>
                  <a:tcPr marT="0" marB="0" marR="0" marL="0" anchor="ctr">
                    <a:lnL cap="flat" cmpd="sng" w="9525">
                      <a:solidFill>
                        <a:schemeClr val="accent4">
                          <a:alpha val="0"/>
                        </a:schemeClr>
                      </a:solidFill>
                      <a:prstDash val="solid"/>
                      <a:round/>
                      <a:headEnd len="sm" w="sm" type="none"/>
                      <a:tailEnd len="sm" w="sm" type="none"/>
                    </a:lnL>
                    <a:lnR cap="flat" cmpd="sng" w="9525">
                      <a:solidFill>
                        <a:schemeClr val="accent4">
                          <a:alpha val="0"/>
                        </a:schemeClr>
                      </a:solidFill>
                      <a:prstDash val="solid"/>
                      <a:round/>
                      <a:headEnd len="sm" w="sm" type="none"/>
                      <a:tailEnd len="sm" w="sm" type="none"/>
                    </a:lnR>
                    <a:lnT cap="flat" cmpd="sng" w="9525">
                      <a:solidFill>
                        <a:schemeClr val="accent4">
                          <a:alpha val="0"/>
                        </a:schemeClr>
                      </a:solidFill>
                      <a:prstDash val="solid"/>
                      <a:round/>
                      <a:headEnd len="sm" w="sm" type="none"/>
                      <a:tailEnd len="sm" w="sm" type="none"/>
                    </a:lnT>
                    <a:lnB cap="flat" cmpd="sng" w="9525">
                      <a:solidFill>
                        <a:schemeClr val="accent4">
                          <a:alpha val="0"/>
                        </a:schemeClr>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Kalam"/>
                          <a:ea typeface="Kalam"/>
                          <a:cs typeface="Kalam"/>
                          <a:sym typeface="Kalam"/>
                        </a:rPr>
                        <a:t>93</a:t>
                      </a:r>
                      <a:endParaRPr sz="2000">
                        <a:latin typeface="Kalam"/>
                        <a:ea typeface="Kalam"/>
                        <a:cs typeface="Kalam"/>
                        <a:sym typeface="Kalam"/>
                      </a:endParaRPr>
                    </a:p>
                  </a:txBody>
                  <a:tcPr marT="0" marB="0" marR="0" marL="0" anchor="ctr">
                    <a:lnL cap="flat" cmpd="sng" w="9525">
                      <a:solidFill>
                        <a:schemeClr val="accent4">
                          <a:alpha val="0"/>
                        </a:schemeClr>
                      </a:solidFill>
                      <a:prstDash val="solid"/>
                      <a:round/>
                      <a:headEnd len="sm" w="sm" type="none"/>
                      <a:tailEnd len="sm" w="sm" type="none"/>
                    </a:lnL>
                    <a:lnR cap="flat" cmpd="sng" w="9525">
                      <a:solidFill>
                        <a:schemeClr val="accent4">
                          <a:alpha val="0"/>
                        </a:schemeClr>
                      </a:solidFill>
                      <a:prstDash val="solid"/>
                      <a:round/>
                      <a:headEnd len="sm" w="sm" type="none"/>
                      <a:tailEnd len="sm" w="sm" type="none"/>
                    </a:lnR>
                    <a:lnT cap="flat" cmpd="sng" w="9525">
                      <a:solidFill>
                        <a:schemeClr val="accent4">
                          <a:alpha val="0"/>
                        </a:schemeClr>
                      </a:solidFill>
                      <a:prstDash val="solid"/>
                      <a:round/>
                      <a:headEnd len="sm" w="sm" type="none"/>
                      <a:tailEnd len="sm" w="sm" type="none"/>
                    </a:lnT>
                    <a:lnB cap="flat" cmpd="sng" w="9525">
                      <a:solidFill>
                        <a:schemeClr val="accent4">
                          <a:alpha val="0"/>
                        </a:scheme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latin typeface="Kalam"/>
                        <a:ea typeface="Kalam"/>
                        <a:cs typeface="Kalam"/>
                        <a:sym typeface="Kalam"/>
                      </a:endParaRPr>
                    </a:p>
                  </a:txBody>
                  <a:tcPr marT="0" marB="0" marR="0" marL="0" anchor="ctr">
                    <a:lnL cap="flat" cmpd="sng" w="9525">
                      <a:solidFill>
                        <a:schemeClr val="accent4">
                          <a:alpha val="0"/>
                        </a:schemeClr>
                      </a:solidFill>
                      <a:prstDash val="solid"/>
                      <a:round/>
                      <a:headEnd len="sm" w="sm" type="none"/>
                      <a:tailEnd len="sm" w="sm" type="none"/>
                    </a:lnL>
                    <a:lnR cap="flat" cmpd="sng" w="9525">
                      <a:solidFill>
                        <a:schemeClr val="accent4">
                          <a:alpha val="0"/>
                        </a:schemeClr>
                      </a:solidFill>
                      <a:prstDash val="solid"/>
                      <a:round/>
                      <a:headEnd len="sm" w="sm" type="none"/>
                      <a:tailEnd len="sm" w="sm" type="none"/>
                    </a:lnR>
                    <a:lnT cap="flat" cmpd="sng" w="9525">
                      <a:solidFill>
                        <a:schemeClr val="accent4">
                          <a:alpha val="0"/>
                        </a:schemeClr>
                      </a:solidFill>
                      <a:prstDash val="solid"/>
                      <a:round/>
                      <a:headEnd len="sm" w="sm" type="none"/>
                      <a:tailEnd len="sm" w="sm" type="none"/>
                    </a:lnT>
                    <a:lnB cap="flat" cmpd="sng" w="9525">
                      <a:solidFill>
                        <a:schemeClr val="accent4">
                          <a:alpha val="0"/>
                        </a:schemeClr>
                      </a:solidFill>
                      <a:prstDash val="solid"/>
                      <a:round/>
                      <a:headEnd len="sm" w="sm" type="none"/>
                      <a:tailEnd len="sm" w="sm" type="none"/>
                    </a:lnB>
                  </a:tcPr>
                </a:tc>
              </a:tr>
              <a:tr h="389825">
                <a:tc>
                  <a:txBody>
                    <a:bodyPr/>
                    <a:lstStyle/>
                    <a:p>
                      <a:pPr indent="0" lvl="0" marL="0" rtl="0" algn="ctr">
                        <a:spcBef>
                          <a:spcPts val="0"/>
                        </a:spcBef>
                        <a:spcAft>
                          <a:spcPts val="0"/>
                        </a:spcAft>
                        <a:buNone/>
                      </a:pPr>
                      <a:r>
                        <a:t/>
                      </a:r>
                      <a:endParaRPr sz="2000">
                        <a:latin typeface="Kalam"/>
                        <a:ea typeface="Kalam"/>
                        <a:cs typeface="Kalam"/>
                        <a:sym typeface="Kalam"/>
                      </a:endParaRPr>
                    </a:p>
                  </a:txBody>
                  <a:tcPr marT="0" marB="0" marR="0" marL="0" anchor="ctr">
                    <a:lnL cap="flat" cmpd="sng" w="9525">
                      <a:solidFill>
                        <a:schemeClr val="accent4">
                          <a:alpha val="0"/>
                        </a:schemeClr>
                      </a:solidFill>
                      <a:prstDash val="solid"/>
                      <a:round/>
                      <a:headEnd len="sm" w="sm" type="none"/>
                      <a:tailEnd len="sm" w="sm" type="none"/>
                    </a:lnL>
                    <a:lnR cap="flat" cmpd="sng" w="9525">
                      <a:solidFill>
                        <a:schemeClr val="accent4">
                          <a:alpha val="0"/>
                        </a:schemeClr>
                      </a:solidFill>
                      <a:prstDash val="solid"/>
                      <a:round/>
                      <a:headEnd len="sm" w="sm" type="none"/>
                      <a:tailEnd len="sm" w="sm" type="none"/>
                    </a:lnR>
                    <a:lnT cap="flat" cmpd="sng" w="9525">
                      <a:solidFill>
                        <a:schemeClr val="accent4">
                          <a:alpha val="0"/>
                        </a:schemeClr>
                      </a:solidFill>
                      <a:prstDash val="solid"/>
                      <a:round/>
                      <a:headEnd len="sm" w="sm" type="none"/>
                      <a:tailEnd len="sm" w="sm" type="none"/>
                    </a:lnT>
                    <a:lnB cap="flat" cmpd="sng" w="9525">
                      <a:solidFill>
                        <a:schemeClr val="accent4">
                          <a:alpha val="0"/>
                        </a:schemeClr>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Kalam"/>
                          <a:ea typeface="Kalam"/>
                          <a:cs typeface="Kalam"/>
                          <a:sym typeface="Kalam"/>
                        </a:rPr>
                        <a:t>26</a:t>
                      </a:r>
                      <a:endParaRPr sz="2000">
                        <a:latin typeface="Kalam"/>
                        <a:ea typeface="Kalam"/>
                        <a:cs typeface="Kalam"/>
                        <a:sym typeface="Kalam"/>
                      </a:endParaRPr>
                    </a:p>
                  </a:txBody>
                  <a:tcPr marT="0" marB="0" marR="0" marL="0" anchor="ctr">
                    <a:lnL cap="flat" cmpd="sng" w="9525">
                      <a:solidFill>
                        <a:schemeClr val="accent4">
                          <a:alpha val="0"/>
                        </a:schemeClr>
                      </a:solidFill>
                      <a:prstDash val="solid"/>
                      <a:round/>
                      <a:headEnd len="sm" w="sm" type="none"/>
                      <a:tailEnd len="sm" w="sm" type="none"/>
                    </a:lnL>
                    <a:lnR cap="flat" cmpd="sng" w="9525">
                      <a:solidFill>
                        <a:schemeClr val="accent4">
                          <a:alpha val="0"/>
                        </a:schemeClr>
                      </a:solidFill>
                      <a:prstDash val="solid"/>
                      <a:round/>
                      <a:headEnd len="sm" w="sm" type="none"/>
                      <a:tailEnd len="sm" w="sm" type="none"/>
                    </a:lnR>
                    <a:lnT cap="flat" cmpd="sng" w="9525">
                      <a:solidFill>
                        <a:schemeClr val="accent4">
                          <a:alpha val="0"/>
                        </a:schemeClr>
                      </a:solidFill>
                      <a:prstDash val="solid"/>
                      <a:round/>
                      <a:headEnd len="sm" w="sm" type="none"/>
                      <a:tailEnd len="sm" w="sm" type="none"/>
                    </a:lnT>
                    <a:lnB cap="flat" cmpd="sng" w="9525">
                      <a:solidFill>
                        <a:schemeClr val="accent4">
                          <a:alpha val="0"/>
                        </a:schemeClr>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Kalam"/>
                          <a:ea typeface="Kalam"/>
                          <a:cs typeface="Kalam"/>
                          <a:sym typeface="Kalam"/>
                        </a:rPr>
                        <a:t>50</a:t>
                      </a:r>
                      <a:endParaRPr sz="2000">
                        <a:latin typeface="Kalam"/>
                        <a:ea typeface="Kalam"/>
                        <a:cs typeface="Kalam"/>
                        <a:sym typeface="Kalam"/>
                      </a:endParaRPr>
                    </a:p>
                  </a:txBody>
                  <a:tcPr marT="0" marB="0" marR="0" marL="0" anchor="ctr">
                    <a:lnL cap="flat" cmpd="sng" w="9525">
                      <a:solidFill>
                        <a:schemeClr val="accent4">
                          <a:alpha val="0"/>
                        </a:schemeClr>
                      </a:solidFill>
                      <a:prstDash val="solid"/>
                      <a:round/>
                      <a:headEnd len="sm" w="sm" type="none"/>
                      <a:tailEnd len="sm" w="sm" type="none"/>
                    </a:lnL>
                    <a:lnR cap="flat" cmpd="sng" w="9525">
                      <a:solidFill>
                        <a:schemeClr val="accent4">
                          <a:alpha val="0"/>
                        </a:schemeClr>
                      </a:solidFill>
                      <a:prstDash val="solid"/>
                      <a:round/>
                      <a:headEnd len="sm" w="sm" type="none"/>
                      <a:tailEnd len="sm" w="sm" type="none"/>
                    </a:lnR>
                    <a:lnT cap="flat" cmpd="sng" w="9525">
                      <a:solidFill>
                        <a:schemeClr val="accent4">
                          <a:alpha val="0"/>
                        </a:schemeClr>
                      </a:solidFill>
                      <a:prstDash val="solid"/>
                      <a:round/>
                      <a:headEnd len="sm" w="sm" type="none"/>
                      <a:tailEnd len="sm" w="sm" type="none"/>
                    </a:lnT>
                    <a:lnB cap="flat" cmpd="sng" w="9525">
                      <a:solidFill>
                        <a:schemeClr val="accent4">
                          <a:alpha val="0"/>
                        </a:schemeClr>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Kalam"/>
                          <a:ea typeface="Kalam"/>
                          <a:cs typeface="Kalam"/>
                          <a:sym typeface="Kalam"/>
                        </a:rPr>
                        <a:t>74</a:t>
                      </a:r>
                      <a:endParaRPr sz="2000">
                        <a:latin typeface="Kalam"/>
                        <a:ea typeface="Kalam"/>
                        <a:cs typeface="Kalam"/>
                        <a:sym typeface="Kalam"/>
                      </a:endParaRPr>
                    </a:p>
                  </a:txBody>
                  <a:tcPr marT="0" marB="0" marR="0" marL="0" anchor="ctr">
                    <a:lnL cap="flat" cmpd="sng" w="9525">
                      <a:solidFill>
                        <a:schemeClr val="accent4">
                          <a:alpha val="0"/>
                        </a:schemeClr>
                      </a:solidFill>
                      <a:prstDash val="solid"/>
                      <a:round/>
                      <a:headEnd len="sm" w="sm" type="none"/>
                      <a:tailEnd len="sm" w="sm" type="none"/>
                    </a:lnL>
                    <a:lnR cap="flat" cmpd="sng" w="9525">
                      <a:solidFill>
                        <a:schemeClr val="accent4">
                          <a:alpha val="0"/>
                        </a:schemeClr>
                      </a:solidFill>
                      <a:prstDash val="solid"/>
                      <a:round/>
                      <a:headEnd len="sm" w="sm" type="none"/>
                      <a:tailEnd len="sm" w="sm" type="none"/>
                    </a:lnR>
                    <a:lnT cap="flat" cmpd="sng" w="9525">
                      <a:solidFill>
                        <a:schemeClr val="accent4">
                          <a:alpha val="0"/>
                        </a:schemeClr>
                      </a:solidFill>
                      <a:prstDash val="solid"/>
                      <a:round/>
                      <a:headEnd len="sm" w="sm" type="none"/>
                      <a:tailEnd len="sm" w="sm" type="none"/>
                    </a:lnT>
                    <a:lnB cap="flat" cmpd="sng" w="9525">
                      <a:solidFill>
                        <a:schemeClr val="accent4">
                          <a:alpha val="0"/>
                        </a:schemeClr>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Kalam"/>
                          <a:ea typeface="Kalam"/>
                          <a:cs typeface="Kalam"/>
                          <a:sym typeface="Kalam"/>
                        </a:rPr>
                        <a:t>98</a:t>
                      </a:r>
                      <a:endParaRPr sz="2000">
                        <a:latin typeface="Kalam"/>
                        <a:ea typeface="Kalam"/>
                        <a:cs typeface="Kalam"/>
                        <a:sym typeface="Kalam"/>
                      </a:endParaRPr>
                    </a:p>
                  </a:txBody>
                  <a:tcPr marT="0" marB="0" marR="0" marL="0" anchor="ctr">
                    <a:lnL cap="flat" cmpd="sng" w="9525">
                      <a:solidFill>
                        <a:schemeClr val="accent4">
                          <a:alpha val="0"/>
                        </a:schemeClr>
                      </a:solidFill>
                      <a:prstDash val="solid"/>
                      <a:round/>
                      <a:headEnd len="sm" w="sm" type="none"/>
                      <a:tailEnd len="sm" w="sm" type="none"/>
                    </a:lnL>
                    <a:lnR cap="flat" cmpd="sng" w="9525">
                      <a:solidFill>
                        <a:schemeClr val="accent4">
                          <a:alpha val="0"/>
                        </a:schemeClr>
                      </a:solidFill>
                      <a:prstDash val="solid"/>
                      <a:round/>
                      <a:headEnd len="sm" w="sm" type="none"/>
                      <a:tailEnd len="sm" w="sm" type="none"/>
                    </a:lnR>
                    <a:lnT cap="flat" cmpd="sng" w="9525">
                      <a:solidFill>
                        <a:schemeClr val="accent4">
                          <a:alpha val="0"/>
                        </a:schemeClr>
                      </a:solidFill>
                      <a:prstDash val="solid"/>
                      <a:round/>
                      <a:headEnd len="sm" w="sm" type="none"/>
                      <a:tailEnd len="sm" w="sm" type="none"/>
                    </a:lnT>
                    <a:lnB cap="flat" cmpd="sng" w="9525">
                      <a:solidFill>
                        <a:schemeClr val="accent4">
                          <a:alpha val="0"/>
                        </a:schemeClr>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Kalam"/>
                          <a:ea typeface="Kalam"/>
                          <a:cs typeface="Kalam"/>
                          <a:sym typeface="Kalam"/>
                        </a:rPr>
                        <a:t>122</a:t>
                      </a:r>
                      <a:endParaRPr sz="2000">
                        <a:latin typeface="Kalam"/>
                        <a:ea typeface="Kalam"/>
                        <a:cs typeface="Kalam"/>
                        <a:sym typeface="Kalam"/>
                      </a:endParaRPr>
                    </a:p>
                  </a:txBody>
                  <a:tcPr marT="0" marB="0" marR="0" marL="0" anchor="ctr">
                    <a:lnL cap="flat" cmpd="sng" w="9525">
                      <a:solidFill>
                        <a:schemeClr val="accent4">
                          <a:alpha val="0"/>
                        </a:schemeClr>
                      </a:solidFill>
                      <a:prstDash val="solid"/>
                      <a:round/>
                      <a:headEnd len="sm" w="sm" type="none"/>
                      <a:tailEnd len="sm" w="sm" type="none"/>
                    </a:lnL>
                    <a:lnR cap="flat" cmpd="sng" w="9525">
                      <a:solidFill>
                        <a:schemeClr val="accent4">
                          <a:alpha val="0"/>
                        </a:schemeClr>
                      </a:solidFill>
                      <a:prstDash val="solid"/>
                      <a:round/>
                      <a:headEnd len="sm" w="sm" type="none"/>
                      <a:tailEnd len="sm" w="sm" type="none"/>
                    </a:lnR>
                    <a:lnT cap="flat" cmpd="sng" w="9525">
                      <a:solidFill>
                        <a:schemeClr val="accent4">
                          <a:alpha val="0"/>
                        </a:schemeClr>
                      </a:solidFill>
                      <a:prstDash val="solid"/>
                      <a:round/>
                      <a:headEnd len="sm" w="sm" type="none"/>
                      <a:tailEnd len="sm" w="sm" type="none"/>
                    </a:lnT>
                    <a:lnB cap="flat" cmpd="sng" w="9525">
                      <a:solidFill>
                        <a:schemeClr val="accent4">
                          <a:alpha val="0"/>
                        </a:scheme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latin typeface="Kalam"/>
                        <a:ea typeface="Kalam"/>
                        <a:cs typeface="Kalam"/>
                        <a:sym typeface="Kalam"/>
                      </a:endParaRPr>
                    </a:p>
                  </a:txBody>
                  <a:tcPr marT="0" marB="0" marR="0" marL="0" anchor="ctr">
                    <a:lnL cap="flat" cmpd="sng" w="9525">
                      <a:solidFill>
                        <a:schemeClr val="accent4">
                          <a:alpha val="0"/>
                        </a:schemeClr>
                      </a:solidFill>
                      <a:prstDash val="solid"/>
                      <a:round/>
                      <a:headEnd len="sm" w="sm" type="none"/>
                      <a:tailEnd len="sm" w="sm" type="none"/>
                    </a:lnL>
                    <a:lnR cap="flat" cmpd="sng" w="9525">
                      <a:solidFill>
                        <a:schemeClr val="accent4">
                          <a:alpha val="0"/>
                        </a:schemeClr>
                      </a:solidFill>
                      <a:prstDash val="solid"/>
                      <a:round/>
                      <a:headEnd len="sm" w="sm" type="none"/>
                      <a:tailEnd len="sm" w="sm" type="none"/>
                    </a:lnR>
                    <a:lnT cap="flat" cmpd="sng" w="9525">
                      <a:solidFill>
                        <a:schemeClr val="accent4">
                          <a:alpha val="0"/>
                        </a:schemeClr>
                      </a:solidFill>
                      <a:prstDash val="solid"/>
                      <a:round/>
                      <a:headEnd len="sm" w="sm" type="none"/>
                      <a:tailEnd len="sm" w="sm" type="none"/>
                    </a:lnT>
                    <a:lnB cap="flat" cmpd="sng" w="9525">
                      <a:solidFill>
                        <a:schemeClr val="accent4">
                          <a:alpha val="0"/>
                        </a:schemeClr>
                      </a:solidFill>
                      <a:prstDash val="solid"/>
                      <a:round/>
                      <a:headEnd len="sm" w="sm" type="none"/>
                      <a:tailEnd len="sm" w="sm" type="none"/>
                    </a:lnB>
                  </a:tcPr>
                </a:tc>
              </a:tr>
            </a:tbl>
          </a:graphicData>
        </a:graphic>
      </p:graphicFrame>
      <p:cxnSp>
        <p:nvCxnSpPr>
          <p:cNvPr id="1217" name="Google Shape;1217;p87"/>
          <p:cNvCxnSpPr/>
          <p:nvPr/>
        </p:nvCxnSpPr>
        <p:spPr>
          <a:xfrm>
            <a:off x="951635" y="2065975"/>
            <a:ext cx="0" cy="2713200"/>
          </a:xfrm>
          <a:prstGeom prst="straightConnector1">
            <a:avLst/>
          </a:prstGeom>
          <a:noFill/>
          <a:ln cap="flat" cmpd="sng" w="19050">
            <a:solidFill>
              <a:schemeClr val="dk1"/>
            </a:solidFill>
            <a:prstDash val="solid"/>
            <a:round/>
            <a:headEnd len="med" w="med" type="none"/>
            <a:tailEnd len="med" w="med" type="none"/>
          </a:ln>
        </p:spPr>
      </p:cxnSp>
      <p:cxnSp>
        <p:nvCxnSpPr>
          <p:cNvPr id="1218" name="Google Shape;1218;p87"/>
          <p:cNvCxnSpPr/>
          <p:nvPr/>
        </p:nvCxnSpPr>
        <p:spPr>
          <a:xfrm>
            <a:off x="1338810" y="2065975"/>
            <a:ext cx="0" cy="2713200"/>
          </a:xfrm>
          <a:prstGeom prst="straightConnector1">
            <a:avLst/>
          </a:prstGeom>
          <a:noFill/>
          <a:ln cap="flat" cmpd="sng" w="19050">
            <a:solidFill>
              <a:schemeClr val="dk1"/>
            </a:solidFill>
            <a:prstDash val="solid"/>
            <a:round/>
            <a:headEnd len="med" w="med" type="none"/>
            <a:tailEnd len="med" w="med" type="none"/>
          </a:ln>
        </p:spPr>
      </p:cxnSp>
      <p:sp>
        <p:nvSpPr>
          <p:cNvPr id="1219" name="Google Shape;1219;p87"/>
          <p:cNvSpPr txBox="1"/>
          <p:nvPr>
            <p:ph idx="1" type="body"/>
          </p:nvPr>
        </p:nvSpPr>
        <p:spPr>
          <a:xfrm>
            <a:off x="959490" y="2050591"/>
            <a:ext cx="196500" cy="209100"/>
          </a:xfrm>
          <a:prstGeom prst="rect">
            <a:avLst/>
          </a:prstGeom>
          <a:ln>
            <a:noFill/>
          </a:ln>
        </p:spPr>
        <p:txBody>
          <a:bodyPr anchorCtr="0" anchor="t" bIns="0" lIns="0" spcFirstLastPara="1" rIns="0" wrap="square" tIns="0">
            <a:noAutofit/>
          </a:bodyPr>
          <a:lstStyle/>
          <a:p>
            <a:pPr indent="0" lvl="0" marL="0" rtl="0" algn="l">
              <a:spcBef>
                <a:spcPts val="0"/>
              </a:spcBef>
              <a:spcAft>
                <a:spcPts val="1000"/>
              </a:spcAft>
              <a:buNone/>
            </a:pPr>
            <a:r>
              <a:rPr lang="en-GB" sz="1400">
                <a:solidFill>
                  <a:schemeClr val="dk2"/>
                </a:solidFill>
              </a:rPr>
              <a:t>A</a:t>
            </a:r>
            <a:endParaRPr sz="1400">
              <a:solidFill>
                <a:schemeClr val="dk2"/>
              </a:solidFill>
            </a:endParaRPr>
          </a:p>
        </p:txBody>
      </p:sp>
      <p:cxnSp>
        <p:nvCxnSpPr>
          <p:cNvPr id="1220" name="Google Shape;1220;p87"/>
          <p:cNvCxnSpPr/>
          <p:nvPr/>
        </p:nvCxnSpPr>
        <p:spPr>
          <a:xfrm>
            <a:off x="1728585" y="2446025"/>
            <a:ext cx="0" cy="1570500"/>
          </a:xfrm>
          <a:prstGeom prst="straightConnector1">
            <a:avLst/>
          </a:prstGeom>
          <a:noFill/>
          <a:ln cap="flat" cmpd="sng" w="19050">
            <a:solidFill>
              <a:schemeClr val="dk1"/>
            </a:solidFill>
            <a:prstDash val="solid"/>
            <a:round/>
            <a:headEnd len="med" w="med" type="none"/>
            <a:tailEnd len="med" w="med" type="none"/>
          </a:ln>
        </p:spPr>
      </p:cxnSp>
      <p:cxnSp>
        <p:nvCxnSpPr>
          <p:cNvPr id="1221" name="Google Shape;1221;p87"/>
          <p:cNvCxnSpPr/>
          <p:nvPr/>
        </p:nvCxnSpPr>
        <p:spPr>
          <a:xfrm>
            <a:off x="2118360" y="2446025"/>
            <a:ext cx="0" cy="1570500"/>
          </a:xfrm>
          <a:prstGeom prst="straightConnector1">
            <a:avLst/>
          </a:prstGeom>
          <a:noFill/>
          <a:ln cap="flat" cmpd="sng" w="19050">
            <a:solidFill>
              <a:schemeClr val="dk1"/>
            </a:solidFill>
            <a:prstDash val="solid"/>
            <a:round/>
            <a:headEnd len="med" w="med" type="none"/>
            <a:tailEnd len="med" w="med" type="none"/>
          </a:ln>
        </p:spPr>
      </p:cxnSp>
      <p:cxnSp>
        <p:nvCxnSpPr>
          <p:cNvPr id="1222" name="Google Shape;1222;p87"/>
          <p:cNvCxnSpPr/>
          <p:nvPr/>
        </p:nvCxnSpPr>
        <p:spPr>
          <a:xfrm>
            <a:off x="2508135" y="2446025"/>
            <a:ext cx="0" cy="2325300"/>
          </a:xfrm>
          <a:prstGeom prst="straightConnector1">
            <a:avLst/>
          </a:prstGeom>
          <a:noFill/>
          <a:ln cap="flat" cmpd="sng" w="19050">
            <a:solidFill>
              <a:schemeClr val="dk1"/>
            </a:solidFill>
            <a:prstDash val="solid"/>
            <a:round/>
            <a:headEnd len="med" w="med" type="none"/>
            <a:tailEnd len="med" w="med" type="none"/>
          </a:ln>
        </p:spPr>
      </p:cxnSp>
      <p:cxnSp>
        <p:nvCxnSpPr>
          <p:cNvPr id="1223" name="Google Shape;1223;p87"/>
          <p:cNvCxnSpPr/>
          <p:nvPr/>
        </p:nvCxnSpPr>
        <p:spPr>
          <a:xfrm>
            <a:off x="2887210" y="2446025"/>
            <a:ext cx="0" cy="2325300"/>
          </a:xfrm>
          <a:prstGeom prst="straightConnector1">
            <a:avLst/>
          </a:prstGeom>
          <a:noFill/>
          <a:ln cap="flat" cmpd="sng" w="19050">
            <a:solidFill>
              <a:schemeClr val="dk1"/>
            </a:solidFill>
            <a:prstDash val="solid"/>
            <a:round/>
            <a:headEnd len="med" w="med" type="none"/>
            <a:tailEnd len="med" w="med" type="none"/>
          </a:ln>
        </p:spPr>
      </p:cxnSp>
      <p:cxnSp>
        <p:nvCxnSpPr>
          <p:cNvPr id="1224" name="Google Shape;1224;p87"/>
          <p:cNvCxnSpPr/>
          <p:nvPr/>
        </p:nvCxnSpPr>
        <p:spPr>
          <a:xfrm rot="10800000">
            <a:off x="955725" y="4784975"/>
            <a:ext cx="1954200" cy="0"/>
          </a:xfrm>
          <a:prstGeom prst="straightConnector1">
            <a:avLst/>
          </a:prstGeom>
          <a:noFill/>
          <a:ln cap="flat" cmpd="sng" w="19050">
            <a:solidFill>
              <a:schemeClr val="dk1"/>
            </a:solidFill>
            <a:prstDash val="solid"/>
            <a:round/>
            <a:headEnd len="med" w="med" type="none"/>
            <a:tailEnd len="med" w="med" type="none"/>
          </a:ln>
        </p:spPr>
      </p:cxnSp>
      <p:cxnSp>
        <p:nvCxnSpPr>
          <p:cNvPr id="1225" name="Google Shape;1225;p87"/>
          <p:cNvCxnSpPr/>
          <p:nvPr/>
        </p:nvCxnSpPr>
        <p:spPr>
          <a:xfrm rot="10800000">
            <a:off x="955725" y="4396200"/>
            <a:ext cx="1954200" cy="0"/>
          </a:xfrm>
          <a:prstGeom prst="straightConnector1">
            <a:avLst/>
          </a:prstGeom>
          <a:noFill/>
          <a:ln cap="flat" cmpd="sng" w="19050">
            <a:solidFill>
              <a:schemeClr val="dk1"/>
            </a:solidFill>
            <a:prstDash val="solid"/>
            <a:round/>
            <a:headEnd len="med" w="med" type="none"/>
            <a:tailEnd len="med" w="med" type="none"/>
          </a:ln>
        </p:spPr>
      </p:cxnSp>
      <p:cxnSp>
        <p:nvCxnSpPr>
          <p:cNvPr id="1226" name="Google Shape;1226;p87"/>
          <p:cNvCxnSpPr/>
          <p:nvPr/>
        </p:nvCxnSpPr>
        <p:spPr>
          <a:xfrm rot="10800000">
            <a:off x="554200" y="4016525"/>
            <a:ext cx="2741100" cy="0"/>
          </a:xfrm>
          <a:prstGeom prst="straightConnector1">
            <a:avLst/>
          </a:prstGeom>
          <a:noFill/>
          <a:ln cap="flat" cmpd="sng" w="19050">
            <a:solidFill>
              <a:schemeClr val="dk1"/>
            </a:solidFill>
            <a:prstDash val="solid"/>
            <a:round/>
            <a:headEnd len="med" w="med" type="none"/>
            <a:tailEnd len="med" w="med" type="none"/>
          </a:ln>
        </p:spPr>
      </p:cxnSp>
      <p:cxnSp>
        <p:nvCxnSpPr>
          <p:cNvPr id="1227" name="Google Shape;1227;p87"/>
          <p:cNvCxnSpPr/>
          <p:nvPr/>
        </p:nvCxnSpPr>
        <p:spPr>
          <a:xfrm rot="10800000">
            <a:off x="561946" y="3608675"/>
            <a:ext cx="2730900" cy="0"/>
          </a:xfrm>
          <a:prstGeom prst="straightConnector1">
            <a:avLst/>
          </a:prstGeom>
          <a:noFill/>
          <a:ln cap="flat" cmpd="sng" w="19050">
            <a:solidFill>
              <a:schemeClr val="dk1"/>
            </a:solidFill>
            <a:prstDash val="solid"/>
            <a:round/>
            <a:headEnd len="med" w="med" type="none"/>
            <a:tailEnd len="med" w="med" type="none"/>
          </a:ln>
        </p:spPr>
      </p:cxnSp>
      <p:cxnSp>
        <p:nvCxnSpPr>
          <p:cNvPr id="1228" name="Google Shape;1228;p87"/>
          <p:cNvCxnSpPr/>
          <p:nvPr/>
        </p:nvCxnSpPr>
        <p:spPr>
          <a:xfrm rot="10800000">
            <a:off x="554075" y="2446025"/>
            <a:ext cx="2349000" cy="0"/>
          </a:xfrm>
          <a:prstGeom prst="straightConnector1">
            <a:avLst/>
          </a:prstGeom>
          <a:noFill/>
          <a:ln cap="flat" cmpd="sng" w="19050">
            <a:solidFill>
              <a:schemeClr val="dk1"/>
            </a:solidFill>
            <a:prstDash val="solid"/>
            <a:round/>
            <a:headEnd len="med" w="med" type="none"/>
            <a:tailEnd len="med" w="med" type="none"/>
          </a:ln>
        </p:spPr>
      </p:cxnSp>
      <p:cxnSp>
        <p:nvCxnSpPr>
          <p:cNvPr id="1229" name="Google Shape;1229;p87"/>
          <p:cNvCxnSpPr/>
          <p:nvPr/>
        </p:nvCxnSpPr>
        <p:spPr>
          <a:xfrm rot="10800000">
            <a:off x="554075" y="2821150"/>
            <a:ext cx="2349000" cy="0"/>
          </a:xfrm>
          <a:prstGeom prst="straightConnector1">
            <a:avLst/>
          </a:prstGeom>
          <a:noFill/>
          <a:ln cap="flat" cmpd="sng" w="19050">
            <a:solidFill>
              <a:schemeClr val="dk1"/>
            </a:solidFill>
            <a:prstDash val="solid"/>
            <a:round/>
            <a:headEnd len="med" w="med" type="none"/>
            <a:tailEnd len="med" w="med" type="none"/>
          </a:ln>
        </p:spPr>
      </p:cxnSp>
      <p:cxnSp>
        <p:nvCxnSpPr>
          <p:cNvPr id="1230" name="Google Shape;1230;p87"/>
          <p:cNvCxnSpPr/>
          <p:nvPr/>
        </p:nvCxnSpPr>
        <p:spPr>
          <a:xfrm rot="10800000">
            <a:off x="944056" y="2070900"/>
            <a:ext cx="400800" cy="0"/>
          </a:xfrm>
          <a:prstGeom prst="straightConnector1">
            <a:avLst/>
          </a:prstGeom>
          <a:noFill/>
          <a:ln cap="flat" cmpd="sng" w="19050">
            <a:solidFill>
              <a:schemeClr val="dk1"/>
            </a:solidFill>
            <a:prstDash val="solid"/>
            <a:round/>
            <a:headEnd len="med" w="med" type="none"/>
            <a:tailEnd len="med" w="med" type="none"/>
          </a:ln>
        </p:spPr>
      </p:cxnSp>
      <p:cxnSp>
        <p:nvCxnSpPr>
          <p:cNvPr id="1231" name="Google Shape;1231;p87"/>
          <p:cNvCxnSpPr/>
          <p:nvPr/>
        </p:nvCxnSpPr>
        <p:spPr>
          <a:xfrm rot="10800000">
            <a:off x="944056" y="3213900"/>
            <a:ext cx="400800" cy="0"/>
          </a:xfrm>
          <a:prstGeom prst="straightConnector1">
            <a:avLst/>
          </a:prstGeom>
          <a:noFill/>
          <a:ln cap="flat" cmpd="sng" w="19050">
            <a:solidFill>
              <a:schemeClr val="dk1"/>
            </a:solidFill>
            <a:prstDash val="solid"/>
            <a:round/>
            <a:headEnd len="med" w="med" type="none"/>
            <a:tailEnd len="med" w="med" type="none"/>
          </a:ln>
        </p:spPr>
      </p:cxnSp>
      <p:cxnSp>
        <p:nvCxnSpPr>
          <p:cNvPr id="1232" name="Google Shape;1232;p87"/>
          <p:cNvCxnSpPr/>
          <p:nvPr/>
        </p:nvCxnSpPr>
        <p:spPr>
          <a:xfrm rot="10800000">
            <a:off x="1723068" y="3232346"/>
            <a:ext cx="400800" cy="0"/>
          </a:xfrm>
          <a:prstGeom prst="straightConnector1">
            <a:avLst/>
          </a:prstGeom>
          <a:noFill/>
          <a:ln cap="flat" cmpd="sng" w="19050">
            <a:solidFill>
              <a:schemeClr val="dk1"/>
            </a:solidFill>
            <a:prstDash val="solid"/>
            <a:round/>
            <a:headEnd len="med" w="med" type="none"/>
            <a:tailEnd len="med" w="med" type="none"/>
          </a:ln>
        </p:spPr>
      </p:cxnSp>
      <p:cxnSp>
        <p:nvCxnSpPr>
          <p:cNvPr id="1233" name="Google Shape;1233;p87"/>
          <p:cNvCxnSpPr/>
          <p:nvPr/>
        </p:nvCxnSpPr>
        <p:spPr>
          <a:xfrm rot="10800000">
            <a:off x="2500798" y="3232346"/>
            <a:ext cx="400800" cy="0"/>
          </a:xfrm>
          <a:prstGeom prst="straightConnector1">
            <a:avLst/>
          </a:prstGeom>
          <a:noFill/>
          <a:ln cap="flat" cmpd="sng" w="19050">
            <a:solidFill>
              <a:schemeClr val="dk1"/>
            </a:solidFill>
            <a:prstDash val="solid"/>
            <a:round/>
            <a:headEnd len="med" w="med" type="none"/>
            <a:tailEnd len="med" w="med" type="none"/>
          </a:ln>
        </p:spPr>
      </p:cxnSp>
      <p:cxnSp>
        <p:nvCxnSpPr>
          <p:cNvPr id="1234" name="Google Shape;1234;p87"/>
          <p:cNvCxnSpPr/>
          <p:nvPr/>
        </p:nvCxnSpPr>
        <p:spPr>
          <a:xfrm rot="-5400000">
            <a:off x="1528168" y="4596596"/>
            <a:ext cx="400800" cy="0"/>
          </a:xfrm>
          <a:prstGeom prst="straightConnector1">
            <a:avLst/>
          </a:prstGeom>
          <a:noFill/>
          <a:ln cap="flat" cmpd="sng" w="19050">
            <a:solidFill>
              <a:schemeClr val="dk1"/>
            </a:solidFill>
            <a:prstDash val="solid"/>
            <a:round/>
            <a:headEnd len="med" w="med" type="none"/>
            <a:tailEnd len="med" w="med" type="none"/>
          </a:ln>
        </p:spPr>
      </p:cxnSp>
      <p:cxnSp>
        <p:nvCxnSpPr>
          <p:cNvPr id="1235" name="Google Shape;1235;p87"/>
          <p:cNvCxnSpPr/>
          <p:nvPr/>
        </p:nvCxnSpPr>
        <p:spPr>
          <a:xfrm rot="-5400000">
            <a:off x="1909168" y="4596596"/>
            <a:ext cx="400800" cy="0"/>
          </a:xfrm>
          <a:prstGeom prst="straightConnector1">
            <a:avLst/>
          </a:prstGeom>
          <a:noFill/>
          <a:ln cap="flat" cmpd="sng" w="19050">
            <a:solidFill>
              <a:schemeClr val="dk1"/>
            </a:solidFill>
            <a:prstDash val="solid"/>
            <a:round/>
            <a:headEnd len="med" w="med" type="none"/>
            <a:tailEnd len="med" w="med" type="none"/>
          </a:ln>
        </p:spPr>
      </p:cxnSp>
      <p:cxnSp>
        <p:nvCxnSpPr>
          <p:cNvPr id="1236" name="Google Shape;1236;p87"/>
          <p:cNvCxnSpPr/>
          <p:nvPr/>
        </p:nvCxnSpPr>
        <p:spPr>
          <a:xfrm rot="-5400000">
            <a:off x="359308" y="2631125"/>
            <a:ext cx="400800" cy="0"/>
          </a:xfrm>
          <a:prstGeom prst="straightConnector1">
            <a:avLst/>
          </a:prstGeom>
          <a:noFill/>
          <a:ln cap="flat" cmpd="sng" w="19050">
            <a:solidFill>
              <a:schemeClr val="dk1"/>
            </a:solidFill>
            <a:prstDash val="solid"/>
            <a:round/>
            <a:headEnd len="med" w="med" type="none"/>
            <a:tailEnd len="med" w="med" type="none"/>
          </a:ln>
        </p:spPr>
      </p:cxnSp>
      <p:cxnSp>
        <p:nvCxnSpPr>
          <p:cNvPr id="1237" name="Google Shape;1237;p87"/>
          <p:cNvCxnSpPr/>
          <p:nvPr/>
        </p:nvCxnSpPr>
        <p:spPr>
          <a:xfrm rot="-5400000">
            <a:off x="3083627" y="3811002"/>
            <a:ext cx="400800" cy="0"/>
          </a:xfrm>
          <a:prstGeom prst="straightConnector1">
            <a:avLst/>
          </a:prstGeom>
          <a:noFill/>
          <a:ln cap="flat" cmpd="sng" w="19050">
            <a:solidFill>
              <a:schemeClr val="dk1"/>
            </a:solidFill>
            <a:prstDash val="solid"/>
            <a:round/>
            <a:headEnd len="med" w="med" type="none"/>
            <a:tailEnd len="med" w="med" type="none"/>
          </a:ln>
        </p:spPr>
      </p:cxnSp>
      <p:sp>
        <p:nvSpPr>
          <p:cNvPr id="1238" name="Google Shape;1238;p87"/>
          <p:cNvSpPr txBox="1"/>
          <p:nvPr>
            <p:ph idx="1" type="body"/>
          </p:nvPr>
        </p:nvSpPr>
        <p:spPr>
          <a:xfrm>
            <a:off x="4320000" y="2027250"/>
            <a:ext cx="980700" cy="400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u="sng"/>
              <a:t>Across</a:t>
            </a:r>
            <a:endParaRPr sz="2000" u="sng"/>
          </a:p>
        </p:txBody>
      </p:sp>
      <p:sp>
        <p:nvSpPr>
          <p:cNvPr id="1239" name="Google Shape;1239;p87"/>
          <p:cNvSpPr txBox="1"/>
          <p:nvPr>
            <p:ph idx="1" type="body"/>
          </p:nvPr>
        </p:nvSpPr>
        <p:spPr>
          <a:xfrm>
            <a:off x="4333650" y="3534388"/>
            <a:ext cx="980700" cy="400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u="sng"/>
              <a:t>Down</a:t>
            </a:r>
            <a:endParaRPr sz="2000" u="sng"/>
          </a:p>
        </p:txBody>
      </p:sp>
      <p:sp>
        <p:nvSpPr>
          <p:cNvPr id="1240" name="Google Shape;1240;p87"/>
          <p:cNvSpPr txBox="1"/>
          <p:nvPr>
            <p:ph idx="1" type="body"/>
          </p:nvPr>
        </p:nvSpPr>
        <p:spPr>
          <a:xfrm>
            <a:off x="4333650" y="2430950"/>
            <a:ext cx="2634600" cy="400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B: add </a:t>
            </a:r>
            <a:r>
              <a:rPr lang="en-GB" sz="1900">
                <a:solidFill>
                  <a:srgbClr val="222222"/>
                </a:solidFill>
              </a:rPr>
              <a:t>−</a:t>
            </a:r>
            <a:r>
              <a:rPr lang="en-GB" sz="1800">
                <a:solidFill>
                  <a:srgbClr val="222222"/>
                </a:solidFill>
              </a:rPr>
              <a:t>6 each time</a:t>
            </a:r>
            <a:endParaRPr sz="1800"/>
          </a:p>
        </p:txBody>
      </p:sp>
      <p:sp>
        <p:nvSpPr>
          <p:cNvPr id="1241" name="Google Shape;1241;p87"/>
          <p:cNvSpPr txBox="1"/>
          <p:nvPr>
            <p:ph idx="1" type="body"/>
          </p:nvPr>
        </p:nvSpPr>
        <p:spPr>
          <a:xfrm>
            <a:off x="567115" y="2430735"/>
            <a:ext cx="278100" cy="330600"/>
          </a:xfrm>
          <a:prstGeom prst="rect">
            <a:avLst/>
          </a:prstGeom>
          <a:ln>
            <a:noFill/>
          </a:ln>
        </p:spPr>
        <p:txBody>
          <a:bodyPr anchorCtr="0" anchor="t" bIns="0" lIns="0" spcFirstLastPara="1" rIns="0" wrap="square" tIns="0">
            <a:noAutofit/>
          </a:bodyPr>
          <a:lstStyle/>
          <a:p>
            <a:pPr indent="0" lvl="0" marL="0" rtl="0" algn="l">
              <a:spcBef>
                <a:spcPts val="0"/>
              </a:spcBef>
              <a:spcAft>
                <a:spcPts val="1000"/>
              </a:spcAft>
              <a:buNone/>
            </a:pPr>
            <a:r>
              <a:rPr lang="en-GB" sz="1400">
                <a:solidFill>
                  <a:schemeClr val="dk2"/>
                </a:solidFill>
              </a:rPr>
              <a:t>B</a:t>
            </a:r>
            <a:endParaRPr sz="1400">
              <a:solidFill>
                <a:schemeClr val="dk2"/>
              </a:solidFill>
            </a:endParaRPr>
          </a:p>
        </p:txBody>
      </p:sp>
      <p:sp>
        <p:nvSpPr>
          <p:cNvPr id="1242" name="Google Shape;1242;p87"/>
          <p:cNvSpPr txBox="1"/>
          <p:nvPr>
            <p:ph idx="1" type="body"/>
          </p:nvPr>
        </p:nvSpPr>
        <p:spPr>
          <a:xfrm>
            <a:off x="567118" y="3614700"/>
            <a:ext cx="115500" cy="330600"/>
          </a:xfrm>
          <a:prstGeom prst="rect">
            <a:avLst/>
          </a:prstGeom>
          <a:ln>
            <a:noFill/>
          </a:ln>
        </p:spPr>
        <p:txBody>
          <a:bodyPr anchorCtr="0" anchor="t" bIns="0" lIns="0" spcFirstLastPara="1" rIns="0" wrap="square" tIns="0">
            <a:noAutofit/>
          </a:bodyPr>
          <a:lstStyle/>
          <a:p>
            <a:pPr indent="0" lvl="0" marL="0" rtl="0" algn="l">
              <a:spcBef>
                <a:spcPts val="0"/>
              </a:spcBef>
              <a:spcAft>
                <a:spcPts val="1000"/>
              </a:spcAft>
              <a:buNone/>
            </a:pPr>
            <a:r>
              <a:rPr lang="en-GB" sz="1400">
                <a:solidFill>
                  <a:schemeClr val="dk2"/>
                </a:solidFill>
              </a:rPr>
              <a:t>C</a:t>
            </a:r>
            <a:endParaRPr sz="1400">
              <a:solidFill>
                <a:schemeClr val="dk2"/>
              </a:solidFill>
            </a:endParaRPr>
          </a:p>
        </p:txBody>
      </p:sp>
      <p:sp>
        <p:nvSpPr>
          <p:cNvPr id="1243" name="Google Shape;1243;p87"/>
          <p:cNvSpPr txBox="1"/>
          <p:nvPr>
            <p:ph idx="1" type="body"/>
          </p:nvPr>
        </p:nvSpPr>
        <p:spPr>
          <a:xfrm>
            <a:off x="940250" y="4372601"/>
            <a:ext cx="278100" cy="330600"/>
          </a:xfrm>
          <a:prstGeom prst="rect">
            <a:avLst/>
          </a:prstGeom>
          <a:ln>
            <a:noFill/>
          </a:ln>
        </p:spPr>
        <p:txBody>
          <a:bodyPr anchorCtr="0" anchor="t" bIns="0" lIns="0" spcFirstLastPara="1" rIns="0" wrap="square" tIns="0">
            <a:noAutofit/>
          </a:bodyPr>
          <a:lstStyle/>
          <a:p>
            <a:pPr indent="0" lvl="0" marL="0" rtl="0" algn="l">
              <a:spcBef>
                <a:spcPts val="0"/>
              </a:spcBef>
              <a:spcAft>
                <a:spcPts val="1000"/>
              </a:spcAft>
              <a:buNone/>
            </a:pPr>
            <a:r>
              <a:rPr lang="en-GB" sz="1400">
                <a:solidFill>
                  <a:schemeClr val="dk2"/>
                </a:solidFill>
              </a:rPr>
              <a:t>D</a:t>
            </a:r>
            <a:endParaRPr sz="1400">
              <a:solidFill>
                <a:schemeClr val="dk2"/>
              </a:solidFill>
            </a:endParaRPr>
          </a:p>
        </p:txBody>
      </p:sp>
      <p:sp>
        <p:nvSpPr>
          <p:cNvPr id="1244" name="Google Shape;1244;p87"/>
          <p:cNvSpPr txBox="1"/>
          <p:nvPr>
            <p:ph idx="1" type="body"/>
          </p:nvPr>
        </p:nvSpPr>
        <p:spPr>
          <a:xfrm>
            <a:off x="1727163" y="2423547"/>
            <a:ext cx="278100" cy="330600"/>
          </a:xfrm>
          <a:prstGeom prst="rect">
            <a:avLst/>
          </a:prstGeom>
          <a:ln>
            <a:noFill/>
          </a:ln>
        </p:spPr>
        <p:txBody>
          <a:bodyPr anchorCtr="0" anchor="t" bIns="0" lIns="0" spcFirstLastPara="1" rIns="0" wrap="square" tIns="0">
            <a:noAutofit/>
          </a:bodyPr>
          <a:lstStyle/>
          <a:p>
            <a:pPr indent="0" lvl="0" marL="0" rtl="0" algn="l">
              <a:spcBef>
                <a:spcPts val="0"/>
              </a:spcBef>
              <a:spcAft>
                <a:spcPts val="1000"/>
              </a:spcAft>
              <a:buNone/>
            </a:pPr>
            <a:r>
              <a:rPr lang="en-GB" sz="1400">
                <a:solidFill>
                  <a:schemeClr val="dk2"/>
                </a:solidFill>
              </a:rPr>
              <a:t>E</a:t>
            </a:r>
            <a:endParaRPr sz="1400">
              <a:solidFill>
                <a:schemeClr val="dk2"/>
              </a:solidFill>
            </a:endParaRPr>
          </a:p>
        </p:txBody>
      </p:sp>
      <p:sp>
        <p:nvSpPr>
          <p:cNvPr id="1245" name="Google Shape;1245;p87"/>
          <p:cNvSpPr txBox="1"/>
          <p:nvPr>
            <p:ph idx="1" type="body"/>
          </p:nvPr>
        </p:nvSpPr>
        <p:spPr>
          <a:xfrm>
            <a:off x="2512752" y="2423549"/>
            <a:ext cx="196500" cy="242700"/>
          </a:xfrm>
          <a:prstGeom prst="rect">
            <a:avLst/>
          </a:prstGeom>
          <a:ln>
            <a:noFill/>
          </a:ln>
        </p:spPr>
        <p:txBody>
          <a:bodyPr anchorCtr="0" anchor="t" bIns="0" lIns="0" spcFirstLastPara="1" rIns="0" wrap="square" tIns="0">
            <a:noAutofit/>
          </a:bodyPr>
          <a:lstStyle/>
          <a:p>
            <a:pPr indent="0" lvl="0" marL="0" rtl="0" algn="l">
              <a:spcBef>
                <a:spcPts val="0"/>
              </a:spcBef>
              <a:spcAft>
                <a:spcPts val="1000"/>
              </a:spcAft>
              <a:buNone/>
            </a:pPr>
            <a:r>
              <a:rPr lang="en-GB" sz="1400">
                <a:solidFill>
                  <a:schemeClr val="dk2"/>
                </a:solidFill>
              </a:rPr>
              <a:t>F</a:t>
            </a:r>
            <a:endParaRPr sz="1400">
              <a:solidFill>
                <a:schemeClr val="dk2"/>
              </a:solidFill>
            </a:endParaRPr>
          </a:p>
        </p:txBody>
      </p:sp>
      <p:sp>
        <p:nvSpPr>
          <p:cNvPr id="1246" name="Google Shape;1246;p87"/>
          <p:cNvSpPr txBox="1"/>
          <p:nvPr>
            <p:ph idx="1" type="body"/>
          </p:nvPr>
        </p:nvSpPr>
        <p:spPr>
          <a:xfrm>
            <a:off x="4333650" y="4163250"/>
            <a:ext cx="2634600" cy="400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E: add 17</a:t>
            </a:r>
            <a:r>
              <a:rPr lang="en-GB" sz="1800">
                <a:solidFill>
                  <a:srgbClr val="222222"/>
                </a:solidFill>
              </a:rPr>
              <a:t> each time</a:t>
            </a:r>
            <a:endParaRPr sz="1800"/>
          </a:p>
        </p:txBody>
      </p:sp>
      <p:sp>
        <p:nvSpPr>
          <p:cNvPr id="1247" name="Google Shape;1247;p87"/>
          <p:cNvSpPr txBox="1"/>
          <p:nvPr>
            <p:ph idx="1" type="body"/>
          </p:nvPr>
        </p:nvSpPr>
        <p:spPr>
          <a:xfrm>
            <a:off x="4333650" y="4546500"/>
            <a:ext cx="2634600" cy="400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F: add 29</a:t>
            </a:r>
            <a:r>
              <a:rPr lang="en-GB" sz="1800">
                <a:solidFill>
                  <a:srgbClr val="222222"/>
                </a:solidFill>
              </a:rPr>
              <a:t> each time</a:t>
            </a:r>
            <a:endParaRPr sz="1800"/>
          </a:p>
        </p:txBody>
      </p:sp>
      <p:sp>
        <p:nvSpPr>
          <p:cNvPr id="1248" name="Google Shape;1248;p87"/>
          <p:cNvSpPr txBox="1"/>
          <p:nvPr>
            <p:ph idx="1" type="body"/>
          </p:nvPr>
        </p:nvSpPr>
        <p:spPr>
          <a:xfrm>
            <a:off x="4320000" y="2759650"/>
            <a:ext cx="2634600" cy="400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C: add </a:t>
            </a:r>
            <a:r>
              <a:rPr lang="en-GB" sz="1800">
                <a:solidFill>
                  <a:srgbClr val="222222"/>
                </a:solidFill>
              </a:rPr>
              <a:t>12 each time</a:t>
            </a:r>
            <a:endParaRPr sz="1800"/>
          </a:p>
        </p:txBody>
      </p:sp>
      <p:sp>
        <p:nvSpPr>
          <p:cNvPr id="1249" name="Google Shape;1249;p87"/>
          <p:cNvSpPr txBox="1"/>
          <p:nvPr>
            <p:ph idx="1" type="body"/>
          </p:nvPr>
        </p:nvSpPr>
        <p:spPr>
          <a:xfrm>
            <a:off x="4333650" y="3105475"/>
            <a:ext cx="2634600" cy="400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D: add </a:t>
            </a:r>
            <a:r>
              <a:rPr lang="en-GB" sz="1800">
                <a:solidFill>
                  <a:srgbClr val="222222"/>
                </a:solidFill>
              </a:rPr>
              <a:t>24 each time</a:t>
            </a:r>
            <a:endParaRPr sz="1800"/>
          </a:p>
        </p:txBody>
      </p:sp>
      <p:sp>
        <p:nvSpPr>
          <p:cNvPr id="1250" name="Google Shape;1250;p87"/>
          <p:cNvSpPr txBox="1"/>
          <p:nvPr>
            <p:ph idx="1" type="body"/>
          </p:nvPr>
        </p:nvSpPr>
        <p:spPr>
          <a:xfrm>
            <a:off x="4333650" y="3825988"/>
            <a:ext cx="2634600" cy="400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 add 5 </a:t>
            </a:r>
            <a:r>
              <a:rPr lang="en-GB" sz="1800">
                <a:solidFill>
                  <a:srgbClr val="222222"/>
                </a:solidFill>
              </a:rPr>
              <a:t>each time</a:t>
            </a:r>
            <a:endParaRPr sz="1800"/>
          </a:p>
        </p:txBody>
      </p:sp>
      <p:cxnSp>
        <p:nvCxnSpPr>
          <p:cNvPr id="1251" name="Google Shape;1251;p87"/>
          <p:cNvCxnSpPr/>
          <p:nvPr/>
        </p:nvCxnSpPr>
        <p:spPr>
          <a:xfrm rot="-5400000">
            <a:off x="359308" y="3810996"/>
            <a:ext cx="400800" cy="0"/>
          </a:xfrm>
          <a:prstGeom prst="straightConnector1">
            <a:avLst/>
          </a:prstGeom>
          <a:noFill/>
          <a:ln cap="flat" cmpd="sng" w="19050">
            <a:solidFill>
              <a:schemeClr val="dk1"/>
            </a:solidFill>
            <a:prstDash val="solid"/>
            <a:round/>
            <a:headEnd len="med" w="med" type="none"/>
            <a:tailEnd len="med" w="med" type="none"/>
          </a:ln>
        </p:spPr>
      </p:cxnSp>
      <p:sp>
        <p:nvSpPr>
          <p:cNvPr id="1252" name="Google Shape;1252;p87"/>
          <p:cNvSpPr txBox="1"/>
          <p:nvPr>
            <p:ph idx="1" type="body"/>
          </p:nvPr>
        </p:nvSpPr>
        <p:spPr>
          <a:xfrm>
            <a:off x="324000" y="688938"/>
            <a:ext cx="8237700" cy="1089000"/>
          </a:xfrm>
          <a:prstGeom prst="rect">
            <a:avLst/>
          </a:prstGeom>
        </p:spPr>
        <p:txBody>
          <a:bodyPr anchorCtr="0" anchor="t" bIns="0" lIns="0" spcFirstLastPara="1" rIns="0" wrap="square" tIns="0">
            <a:noAutofit/>
          </a:bodyPr>
          <a:lstStyle/>
          <a:p>
            <a:pPr indent="-355600" lvl="0" marL="457200" rtl="0" algn="l">
              <a:spcBef>
                <a:spcPts val="0"/>
              </a:spcBef>
              <a:spcAft>
                <a:spcPts val="0"/>
              </a:spcAft>
              <a:buSzPts val="2000"/>
              <a:buAutoNum type="arabicParenR"/>
            </a:pPr>
            <a:r>
              <a:rPr lang="en-GB" sz="2000"/>
              <a:t>This crossnumber is made from sequences written from left to right or from top to bottom. Fill in the crossnumber according to the given rules. Fill in the missing rule for ‘A: down’</a:t>
            </a:r>
            <a:endParaRPr sz="20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6" name="Shape 1256"/>
        <p:cNvGrpSpPr/>
        <p:nvPr/>
      </p:nvGrpSpPr>
      <p:grpSpPr>
        <a:xfrm>
          <a:off x="0" y="0"/>
          <a:ext cx="0" cy="0"/>
          <a:chOff x="0" y="0"/>
          <a:chExt cx="0" cy="0"/>
        </a:xfrm>
      </p:grpSpPr>
      <p:sp>
        <p:nvSpPr>
          <p:cNvPr id="1257" name="Google Shape;1257;p88"/>
          <p:cNvSpPr txBox="1"/>
          <p:nvPr>
            <p:ph idx="1" type="body"/>
          </p:nvPr>
        </p:nvSpPr>
        <p:spPr>
          <a:xfrm>
            <a:off x="324000" y="810000"/>
            <a:ext cx="8496000" cy="2970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900"/>
              <a:t>2) For each sequence, use the term to term rule to find the desired term.</a:t>
            </a:r>
            <a:endParaRPr sz="1900"/>
          </a:p>
        </p:txBody>
      </p:sp>
      <p:sp>
        <p:nvSpPr>
          <p:cNvPr id="1258" name="Google Shape;1258;p88"/>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Using term-to-term rules</a:t>
            </a:r>
            <a:endParaRPr/>
          </a:p>
        </p:txBody>
      </p:sp>
      <p:sp>
        <p:nvSpPr>
          <p:cNvPr id="1259" name="Google Shape;1259;p88"/>
          <p:cNvSpPr txBox="1"/>
          <p:nvPr>
            <p:ph idx="1" type="body"/>
          </p:nvPr>
        </p:nvSpPr>
        <p:spPr>
          <a:xfrm>
            <a:off x="324000" y="1419600"/>
            <a:ext cx="7438500" cy="3400800"/>
          </a:xfrm>
          <a:prstGeom prst="rect">
            <a:avLst/>
          </a:prstGeom>
        </p:spPr>
        <p:txBody>
          <a:bodyPr anchorCtr="0" anchor="t" bIns="0" lIns="0" spcFirstLastPara="1" rIns="0" wrap="square" tIns="0">
            <a:noAutofit/>
          </a:bodyPr>
          <a:lstStyle/>
          <a:p>
            <a:pPr indent="-342900" lvl="0" marL="457200" rtl="0" algn="l">
              <a:lnSpc>
                <a:spcPct val="175000"/>
              </a:lnSpc>
              <a:spcBef>
                <a:spcPts val="0"/>
              </a:spcBef>
              <a:spcAft>
                <a:spcPts val="0"/>
              </a:spcAft>
              <a:buSzPts val="1800"/>
              <a:buAutoNum type="alphaLcParenR"/>
            </a:pPr>
            <a:r>
              <a:rPr lang="en-GB" sz="1800"/>
              <a:t>Start on 2 and add 7 each time. Find the value of T</a:t>
            </a:r>
            <a:r>
              <a:rPr baseline="-25000" lang="en-GB" sz="1800"/>
              <a:t>3</a:t>
            </a:r>
            <a:endParaRPr baseline="-25000" sz="1800"/>
          </a:p>
          <a:p>
            <a:pPr indent="-342900" lvl="0" marL="457200" rtl="0" algn="l">
              <a:lnSpc>
                <a:spcPct val="175000"/>
              </a:lnSpc>
              <a:spcBef>
                <a:spcPts val="0"/>
              </a:spcBef>
              <a:spcAft>
                <a:spcPts val="0"/>
              </a:spcAft>
              <a:buSzPts val="1800"/>
              <a:buAutoNum type="alphaLcParenR"/>
            </a:pPr>
            <a:r>
              <a:rPr lang="en-GB" sz="1800"/>
              <a:t>Start on 1 and multiply by 3 each time. Find the value of T</a:t>
            </a:r>
            <a:r>
              <a:rPr baseline="-25000" lang="en-GB" sz="1800"/>
              <a:t>4</a:t>
            </a:r>
            <a:endParaRPr baseline="-25000" sz="1800"/>
          </a:p>
          <a:p>
            <a:pPr indent="-342900" lvl="0" marL="457200" rtl="0" algn="l">
              <a:lnSpc>
                <a:spcPct val="175000"/>
              </a:lnSpc>
              <a:spcBef>
                <a:spcPts val="0"/>
              </a:spcBef>
              <a:spcAft>
                <a:spcPts val="0"/>
              </a:spcAft>
              <a:buSzPts val="1800"/>
              <a:buAutoNum type="alphaLcParenR"/>
            </a:pPr>
            <a:r>
              <a:rPr lang="en-GB" sz="1800"/>
              <a:t>Start on 6, double then add 10 each time. Find the value of T</a:t>
            </a:r>
            <a:r>
              <a:rPr baseline="-25000" lang="en-GB" sz="1800"/>
              <a:t>4</a:t>
            </a:r>
            <a:endParaRPr sz="1800"/>
          </a:p>
          <a:p>
            <a:pPr indent="-342900" lvl="0" marL="457200" rtl="0" algn="l">
              <a:lnSpc>
                <a:spcPct val="175000"/>
              </a:lnSpc>
              <a:spcBef>
                <a:spcPts val="0"/>
              </a:spcBef>
              <a:spcAft>
                <a:spcPts val="0"/>
              </a:spcAft>
              <a:buSzPts val="1800"/>
              <a:buAutoNum type="alphaLcParenR"/>
            </a:pPr>
            <a:r>
              <a:rPr lang="en-GB" sz="1800"/>
              <a:t>Start on 5, add </a:t>
            </a:r>
            <a:r>
              <a:rPr lang="en-GB" sz="1900">
                <a:solidFill>
                  <a:srgbClr val="222222"/>
                </a:solidFill>
              </a:rPr>
              <a:t>−4 each time. Find the value of T</a:t>
            </a:r>
            <a:r>
              <a:rPr baseline="-25000" lang="en-GB" sz="1900">
                <a:solidFill>
                  <a:srgbClr val="222222"/>
                </a:solidFill>
              </a:rPr>
              <a:t>6</a:t>
            </a:r>
            <a:endParaRPr baseline="-25000" sz="1900">
              <a:solidFill>
                <a:srgbClr val="222222"/>
              </a:solidFill>
            </a:endParaRPr>
          </a:p>
          <a:p>
            <a:pPr indent="-342900" lvl="0" marL="457200" rtl="0" algn="l">
              <a:lnSpc>
                <a:spcPct val="175000"/>
              </a:lnSpc>
              <a:spcBef>
                <a:spcPts val="0"/>
              </a:spcBef>
              <a:spcAft>
                <a:spcPts val="0"/>
              </a:spcAft>
              <a:buSzPts val="1800"/>
              <a:buAutoNum type="alphaLcParenR"/>
            </a:pPr>
            <a:r>
              <a:rPr lang="en-GB" sz="1800"/>
              <a:t>Start on 10, multiply by 2 each time. Find the value of T</a:t>
            </a:r>
            <a:r>
              <a:rPr baseline="-25000" lang="en-GB" sz="1800"/>
              <a:t>7</a:t>
            </a:r>
            <a:endParaRPr baseline="-25000" sz="1800"/>
          </a:p>
          <a:p>
            <a:pPr indent="-342900" lvl="0" marL="457200" rtl="0" algn="l">
              <a:lnSpc>
                <a:spcPct val="175000"/>
              </a:lnSpc>
              <a:spcBef>
                <a:spcPts val="0"/>
              </a:spcBef>
              <a:spcAft>
                <a:spcPts val="0"/>
              </a:spcAft>
              <a:buSzPts val="1800"/>
              <a:buAutoNum type="alphaLcParenR"/>
            </a:pPr>
            <a:r>
              <a:rPr lang="en-GB" sz="1800"/>
              <a:t>Start on </a:t>
            </a:r>
            <a:r>
              <a:rPr lang="en-GB" sz="1900">
                <a:solidFill>
                  <a:srgbClr val="222222"/>
                </a:solidFill>
              </a:rPr>
              <a:t>−</a:t>
            </a:r>
            <a:r>
              <a:rPr lang="en-GB" sz="1800"/>
              <a:t>4, add 5 each time. Find the value of T</a:t>
            </a:r>
            <a:r>
              <a:rPr baseline="-25000" lang="en-GB" sz="1800"/>
              <a:t>10</a:t>
            </a:r>
            <a:endParaRPr baseline="-25000" sz="1800"/>
          </a:p>
          <a:p>
            <a:pPr indent="-342900" lvl="0" marL="457200" rtl="0" algn="l">
              <a:lnSpc>
                <a:spcPct val="175000"/>
              </a:lnSpc>
              <a:spcBef>
                <a:spcPts val="0"/>
              </a:spcBef>
              <a:spcAft>
                <a:spcPts val="0"/>
              </a:spcAft>
              <a:buSzPts val="1800"/>
              <a:buAutoNum type="alphaLcParenR"/>
            </a:pPr>
            <a:r>
              <a:rPr lang="en-GB" sz="1800"/>
              <a:t>Start on 24, add </a:t>
            </a:r>
            <a:r>
              <a:rPr lang="en-GB" sz="1900">
                <a:solidFill>
                  <a:srgbClr val="222222"/>
                </a:solidFill>
              </a:rPr>
              <a:t>−2 each time. Find the value of T</a:t>
            </a:r>
            <a:r>
              <a:rPr baseline="-25000" lang="en-GB" sz="1900">
                <a:solidFill>
                  <a:srgbClr val="222222"/>
                </a:solidFill>
              </a:rPr>
              <a:t>25</a:t>
            </a:r>
            <a:r>
              <a:rPr lang="en-GB" sz="1900">
                <a:solidFill>
                  <a:srgbClr val="222222"/>
                </a:solidFill>
              </a:rPr>
              <a:t> </a:t>
            </a:r>
            <a:r>
              <a:rPr lang="en-GB" sz="1800"/>
              <a:t> </a:t>
            </a:r>
            <a:endParaRPr sz="1800"/>
          </a:p>
        </p:txBody>
      </p:sp>
      <p:sp>
        <p:nvSpPr>
          <p:cNvPr id="1260" name="Google Shape;1260;p88"/>
          <p:cNvSpPr txBox="1"/>
          <p:nvPr>
            <p:ph idx="1" type="body"/>
          </p:nvPr>
        </p:nvSpPr>
        <p:spPr>
          <a:xfrm>
            <a:off x="7994600" y="1421400"/>
            <a:ext cx="396600" cy="397200"/>
          </a:xfrm>
          <a:prstGeom prst="rect">
            <a:avLst/>
          </a:prstGeom>
        </p:spPr>
        <p:txBody>
          <a:bodyPr anchorCtr="0" anchor="t" bIns="0" lIns="0" spcFirstLastPara="1" rIns="0" wrap="square" tIns="0">
            <a:noAutofit/>
          </a:bodyPr>
          <a:lstStyle/>
          <a:p>
            <a:pPr indent="0" lvl="0" marL="0" rtl="0" algn="l">
              <a:lnSpc>
                <a:spcPct val="175000"/>
              </a:lnSpc>
              <a:spcBef>
                <a:spcPts val="0"/>
              </a:spcBef>
              <a:spcAft>
                <a:spcPts val="0"/>
              </a:spcAft>
              <a:buNone/>
            </a:pPr>
            <a:r>
              <a:rPr lang="en-GB" sz="2000">
                <a:latin typeface="Kalam"/>
                <a:ea typeface="Kalam"/>
                <a:cs typeface="Kalam"/>
                <a:sym typeface="Kalam"/>
              </a:rPr>
              <a:t>16</a:t>
            </a:r>
            <a:endParaRPr sz="2000">
              <a:latin typeface="Kalam"/>
              <a:ea typeface="Kalam"/>
              <a:cs typeface="Kalam"/>
              <a:sym typeface="Kalam"/>
            </a:endParaRPr>
          </a:p>
        </p:txBody>
      </p:sp>
      <p:sp>
        <p:nvSpPr>
          <p:cNvPr id="1261" name="Google Shape;1261;p88"/>
          <p:cNvSpPr txBox="1"/>
          <p:nvPr>
            <p:ph idx="1" type="body"/>
          </p:nvPr>
        </p:nvSpPr>
        <p:spPr>
          <a:xfrm>
            <a:off x="7994600" y="1901000"/>
            <a:ext cx="396600" cy="397200"/>
          </a:xfrm>
          <a:prstGeom prst="rect">
            <a:avLst/>
          </a:prstGeom>
        </p:spPr>
        <p:txBody>
          <a:bodyPr anchorCtr="0" anchor="t" bIns="0" lIns="0" spcFirstLastPara="1" rIns="0" wrap="square" tIns="0">
            <a:noAutofit/>
          </a:bodyPr>
          <a:lstStyle/>
          <a:p>
            <a:pPr indent="0" lvl="0" marL="0" rtl="0" algn="l">
              <a:lnSpc>
                <a:spcPct val="175000"/>
              </a:lnSpc>
              <a:spcBef>
                <a:spcPts val="0"/>
              </a:spcBef>
              <a:spcAft>
                <a:spcPts val="0"/>
              </a:spcAft>
              <a:buNone/>
            </a:pPr>
            <a:r>
              <a:rPr lang="en-GB" sz="2000">
                <a:latin typeface="Kalam"/>
                <a:ea typeface="Kalam"/>
                <a:cs typeface="Kalam"/>
                <a:sym typeface="Kalam"/>
              </a:rPr>
              <a:t>27</a:t>
            </a:r>
            <a:endParaRPr sz="2000">
              <a:latin typeface="Kalam"/>
              <a:ea typeface="Kalam"/>
              <a:cs typeface="Kalam"/>
              <a:sym typeface="Kalam"/>
            </a:endParaRPr>
          </a:p>
        </p:txBody>
      </p:sp>
      <p:sp>
        <p:nvSpPr>
          <p:cNvPr id="1262" name="Google Shape;1262;p88"/>
          <p:cNvSpPr txBox="1"/>
          <p:nvPr>
            <p:ph idx="1" type="body"/>
          </p:nvPr>
        </p:nvSpPr>
        <p:spPr>
          <a:xfrm>
            <a:off x="7994600" y="2380600"/>
            <a:ext cx="396600" cy="397200"/>
          </a:xfrm>
          <a:prstGeom prst="rect">
            <a:avLst/>
          </a:prstGeom>
        </p:spPr>
        <p:txBody>
          <a:bodyPr anchorCtr="0" anchor="t" bIns="0" lIns="0" spcFirstLastPara="1" rIns="0" wrap="square" tIns="0">
            <a:noAutofit/>
          </a:bodyPr>
          <a:lstStyle/>
          <a:p>
            <a:pPr indent="0" lvl="0" marL="0" rtl="0" algn="l">
              <a:lnSpc>
                <a:spcPct val="175000"/>
              </a:lnSpc>
              <a:spcBef>
                <a:spcPts val="0"/>
              </a:spcBef>
              <a:spcAft>
                <a:spcPts val="0"/>
              </a:spcAft>
              <a:buNone/>
            </a:pPr>
            <a:r>
              <a:rPr lang="en-GB" sz="2000">
                <a:latin typeface="Kalam"/>
                <a:ea typeface="Kalam"/>
                <a:cs typeface="Kalam"/>
                <a:sym typeface="Kalam"/>
              </a:rPr>
              <a:t>118</a:t>
            </a:r>
            <a:endParaRPr sz="2000">
              <a:latin typeface="Kalam"/>
              <a:ea typeface="Kalam"/>
              <a:cs typeface="Kalam"/>
              <a:sym typeface="Kalam"/>
            </a:endParaRPr>
          </a:p>
        </p:txBody>
      </p:sp>
      <p:sp>
        <p:nvSpPr>
          <p:cNvPr id="1263" name="Google Shape;1263;p88"/>
          <p:cNvSpPr txBox="1"/>
          <p:nvPr>
            <p:ph idx="1" type="body"/>
          </p:nvPr>
        </p:nvSpPr>
        <p:spPr>
          <a:xfrm>
            <a:off x="7994600" y="2860200"/>
            <a:ext cx="396600" cy="397200"/>
          </a:xfrm>
          <a:prstGeom prst="rect">
            <a:avLst/>
          </a:prstGeom>
        </p:spPr>
        <p:txBody>
          <a:bodyPr anchorCtr="0" anchor="t" bIns="0" lIns="0" spcFirstLastPara="1" rIns="0" wrap="square" tIns="0">
            <a:noAutofit/>
          </a:bodyPr>
          <a:lstStyle/>
          <a:p>
            <a:pPr indent="0" lvl="0" marL="0" rtl="0" algn="l">
              <a:lnSpc>
                <a:spcPct val="175000"/>
              </a:lnSpc>
              <a:spcBef>
                <a:spcPts val="0"/>
              </a:spcBef>
              <a:spcAft>
                <a:spcPts val="0"/>
              </a:spcAft>
              <a:buNone/>
            </a:pPr>
            <a:r>
              <a:rPr lang="en-GB" sz="2000">
                <a:latin typeface="Kalam"/>
                <a:ea typeface="Kalam"/>
                <a:cs typeface="Kalam"/>
                <a:sym typeface="Kalam"/>
              </a:rPr>
              <a:t>-15</a:t>
            </a:r>
            <a:endParaRPr sz="2000">
              <a:latin typeface="Kalam"/>
              <a:ea typeface="Kalam"/>
              <a:cs typeface="Kalam"/>
              <a:sym typeface="Kalam"/>
            </a:endParaRPr>
          </a:p>
        </p:txBody>
      </p:sp>
      <p:sp>
        <p:nvSpPr>
          <p:cNvPr id="1264" name="Google Shape;1264;p88"/>
          <p:cNvSpPr txBox="1"/>
          <p:nvPr>
            <p:ph idx="1" type="body"/>
          </p:nvPr>
        </p:nvSpPr>
        <p:spPr>
          <a:xfrm>
            <a:off x="7994600" y="3339800"/>
            <a:ext cx="533100" cy="397200"/>
          </a:xfrm>
          <a:prstGeom prst="rect">
            <a:avLst/>
          </a:prstGeom>
        </p:spPr>
        <p:txBody>
          <a:bodyPr anchorCtr="0" anchor="t" bIns="0" lIns="0" spcFirstLastPara="1" rIns="0" wrap="square" tIns="0">
            <a:noAutofit/>
          </a:bodyPr>
          <a:lstStyle/>
          <a:p>
            <a:pPr indent="0" lvl="0" marL="0" rtl="0" algn="l">
              <a:lnSpc>
                <a:spcPct val="175000"/>
              </a:lnSpc>
              <a:spcBef>
                <a:spcPts val="0"/>
              </a:spcBef>
              <a:spcAft>
                <a:spcPts val="0"/>
              </a:spcAft>
              <a:buNone/>
            </a:pPr>
            <a:r>
              <a:rPr lang="en-GB" sz="2000">
                <a:latin typeface="Kalam"/>
                <a:ea typeface="Kalam"/>
                <a:cs typeface="Kalam"/>
                <a:sym typeface="Kalam"/>
              </a:rPr>
              <a:t>640</a:t>
            </a:r>
            <a:endParaRPr sz="2000">
              <a:latin typeface="Kalam"/>
              <a:ea typeface="Kalam"/>
              <a:cs typeface="Kalam"/>
              <a:sym typeface="Kalam"/>
            </a:endParaRPr>
          </a:p>
        </p:txBody>
      </p:sp>
      <p:sp>
        <p:nvSpPr>
          <p:cNvPr id="1265" name="Google Shape;1265;p88"/>
          <p:cNvSpPr txBox="1"/>
          <p:nvPr>
            <p:ph idx="1" type="body"/>
          </p:nvPr>
        </p:nvSpPr>
        <p:spPr>
          <a:xfrm>
            <a:off x="7994600" y="3819400"/>
            <a:ext cx="533100" cy="397200"/>
          </a:xfrm>
          <a:prstGeom prst="rect">
            <a:avLst/>
          </a:prstGeom>
        </p:spPr>
        <p:txBody>
          <a:bodyPr anchorCtr="0" anchor="t" bIns="0" lIns="0" spcFirstLastPara="1" rIns="0" wrap="square" tIns="0">
            <a:noAutofit/>
          </a:bodyPr>
          <a:lstStyle/>
          <a:p>
            <a:pPr indent="0" lvl="0" marL="0" rtl="0" algn="l">
              <a:lnSpc>
                <a:spcPct val="175000"/>
              </a:lnSpc>
              <a:spcBef>
                <a:spcPts val="0"/>
              </a:spcBef>
              <a:spcAft>
                <a:spcPts val="0"/>
              </a:spcAft>
              <a:buNone/>
            </a:pPr>
            <a:r>
              <a:rPr lang="en-GB" sz="2000">
                <a:latin typeface="Kalam"/>
                <a:ea typeface="Kalam"/>
                <a:cs typeface="Kalam"/>
                <a:sym typeface="Kalam"/>
              </a:rPr>
              <a:t>41</a:t>
            </a:r>
            <a:endParaRPr sz="2000">
              <a:latin typeface="Kalam"/>
              <a:ea typeface="Kalam"/>
              <a:cs typeface="Kalam"/>
              <a:sym typeface="Kalam"/>
            </a:endParaRPr>
          </a:p>
        </p:txBody>
      </p:sp>
      <p:sp>
        <p:nvSpPr>
          <p:cNvPr id="1266" name="Google Shape;1266;p88"/>
          <p:cNvSpPr txBox="1"/>
          <p:nvPr>
            <p:ph idx="1" type="body"/>
          </p:nvPr>
        </p:nvSpPr>
        <p:spPr>
          <a:xfrm>
            <a:off x="7994600" y="4299000"/>
            <a:ext cx="533100" cy="397200"/>
          </a:xfrm>
          <a:prstGeom prst="rect">
            <a:avLst/>
          </a:prstGeom>
        </p:spPr>
        <p:txBody>
          <a:bodyPr anchorCtr="0" anchor="t" bIns="0" lIns="0" spcFirstLastPara="1" rIns="0" wrap="square" tIns="0">
            <a:noAutofit/>
          </a:bodyPr>
          <a:lstStyle/>
          <a:p>
            <a:pPr indent="0" lvl="0" marL="0" rtl="0" algn="l">
              <a:lnSpc>
                <a:spcPct val="175000"/>
              </a:lnSpc>
              <a:spcBef>
                <a:spcPts val="0"/>
              </a:spcBef>
              <a:spcAft>
                <a:spcPts val="0"/>
              </a:spcAft>
              <a:buNone/>
            </a:pPr>
            <a:r>
              <a:rPr lang="en-GB" sz="2000">
                <a:latin typeface="Kalam"/>
                <a:ea typeface="Kalam"/>
                <a:cs typeface="Kalam"/>
                <a:sym typeface="Kalam"/>
              </a:rPr>
              <a:t>-24</a:t>
            </a:r>
            <a:endParaRPr sz="2000">
              <a:latin typeface="Kalam"/>
              <a:ea typeface="Kalam"/>
              <a:cs typeface="Kalam"/>
              <a:sym typeface="Kalam"/>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0" name="Shape 1270"/>
        <p:cNvGrpSpPr/>
        <p:nvPr/>
      </p:nvGrpSpPr>
      <p:grpSpPr>
        <a:xfrm>
          <a:off x="0" y="0"/>
          <a:ext cx="0" cy="0"/>
          <a:chOff x="0" y="0"/>
          <a:chExt cx="0" cy="0"/>
        </a:xfrm>
      </p:grpSpPr>
      <p:sp>
        <p:nvSpPr>
          <p:cNvPr id="1271" name="Google Shape;1271;p89"/>
          <p:cNvSpPr txBox="1"/>
          <p:nvPr>
            <p:ph type="title"/>
          </p:nvPr>
        </p:nvSpPr>
        <p:spPr>
          <a:xfrm>
            <a:off x="1225225" y="2090813"/>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term-to-term rules </a:t>
            </a:r>
            <a:endParaRPr/>
          </a:p>
        </p:txBody>
      </p:sp>
      <p:sp>
        <p:nvSpPr>
          <p:cNvPr id="1272" name="Google Shape;1272;p89"/>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Finding term-to-term rules</a:t>
            </a:r>
            <a:endParaRPr/>
          </a:p>
        </p:txBody>
      </p:sp>
      <p:sp>
        <p:nvSpPr>
          <p:cNvPr id="1273" name="Google Shape;1273;p89"/>
          <p:cNvSpPr txBox="1"/>
          <p:nvPr>
            <p:ph idx="3" type="title"/>
          </p:nvPr>
        </p:nvSpPr>
        <p:spPr>
          <a:xfrm>
            <a:off x="324000" y="6576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Generating a sequence using a term-to-term rule</a:t>
            </a:r>
            <a:endParaRPr/>
          </a:p>
        </p:txBody>
      </p:sp>
      <p:pic>
        <p:nvPicPr>
          <p:cNvPr id="1274" name="Google Shape;1274;p89"/>
          <p:cNvPicPr preferRelativeResize="0"/>
          <p:nvPr/>
        </p:nvPicPr>
        <p:blipFill>
          <a:blip r:embed="rId3">
            <a:alphaModFix/>
          </a:blip>
          <a:stretch>
            <a:fillRect/>
          </a:stretch>
        </p:blipFill>
        <p:spPr>
          <a:xfrm>
            <a:off x="415740" y="2987647"/>
            <a:ext cx="450575" cy="44675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8" name="Shape 1278"/>
        <p:cNvGrpSpPr/>
        <p:nvPr/>
      </p:nvGrpSpPr>
      <p:grpSpPr>
        <a:xfrm>
          <a:off x="0" y="0"/>
          <a:ext cx="0" cy="0"/>
          <a:chOff x="0" y="0"/>
          <a:chExt cx="0" cy="0"/>
        </a:xfrm>
      </p:grpSpPr>
      <p:sp>
        <p:nvSpPr>
          <p:cNvPr id="1279" name="Google Shape;1279;p9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Finding term-to-term rules</a:t>
            </a:r>
            <a:endParaRPr/>
          </a:p>
        </p:txBody>
      </p:sp>
      <p:sp>
        <p:nvSpPr>
          <p:cNvPr id="1280" name="Google Shape;1280;p90"/>
          <p:cNvSpPr txBox="1"/>
          <p:nvPr>
            <p:ph idx="1" type="body"/>
          </p:nvPr>
        </p:nvSpPr>
        <p:spPr>
          <a:xfrm>
            <a:off x="324000" y="759300"/>
            <a:ext cx="8237700" cy="613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If you know a sequence has a </a:t>
            </a:r>
            <a:r>
              <a:rPr lang="en-GB" sz="1800">
                <a:solidFill>
                  <a:schemeClr val="accent5"/>
                </a:solidFill>
              </a:rPr>
              <a:t>constant </a:t>
            </a:r>
            <a:r>
              <a:rPr lang="en-GB" sz="1800"/>
              <a:t>additive pattern then you can find a </a:t>
            </a:r>
            <a:r>
              <a:rPr b="1" lang="en-GB" sz="1800"/>
              <a:t>term-to-term</a:t>
            </a:r>
            <a:r>
              <a:rPr lang="en-GB" sz="1800"/>
              <a:t> rule even when you have missing terms.</a:t>
            </a:r>
            <a:endParaRPr sz="1800"/>
          </a:p>
        </p:txBody>
      </p:sp>
      <p:sp>
        <p:nvSpPr>
          <p:cNvPr id="1281" name="Google Shape;1281;p90"/>
          <p:cNvSpPr/>
          <p:nvPr/>
        </p:nvSpPr>
        <p:spPr>
          <a:xfrm>
            <a:off x="2986970" y="2822837"/>
            <a:ext cx="635400" cy="310500"/>
          </a:xfrm>
          <a:prstGeom prst="rect">
            <a:avLst/>
          </a:prstGeom>
          <a:no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t/>
            </a:r>
            <a:endParaRPr sz="2000">
              <a:solidFill>
                <a:srgbClr val="000000"/>
              </a:solidFill>
              <a:latin typeface="Lexend"/>
              <a:ea typeface="Lexend"/>
              <a:cs typeface="Lexend"/>
              <a:sym typeface="Lexend"/>
            </a:endParaRPr>
          </a:p>
        </p:txBody>
      </p:sp>
      <p:sp>
        <p:nvSpPr>
          <p:cNvPr id="1282" name="Google Shape;1282;p90"/>
          <p:cNvSpPr/>
          <p:nvPr/>
        </p:nvSpPr>
        <p:spPr>
          <a:xfrm>
            <a:off x="2076525" y="2822817"/>
            <a:ext cx="635400" cy="310500"/>
          </a:xfrm>
          <a:prstGeom prst="rect">
            <a:avLst/>
          </a:prstGeom>
          <a:no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t/>
            </a:r>
            <a:endParaRPr sz="2000">
              <a:solidFill>
                <a:srgbClr val="000000"/>
              </a:solidFill>
              <a:latin typeface="Lexend"/>
              <a:ea typeface="Lexend"/>
              <a:cs typeface="Lexend"/>
              <a:sym typeface="Lexend"/>
            </a:endParaRPr>
          </a:p>
        </p:txBody>
      </p:sp>
      <p:sp>
        <p:nvSpPr>
          <p:cNvPr id="1283" name="Google Shape;1283;p90"/>
          <p:cNvSpPr/>
          <p:nvPr/>
        </p:nvSpPr>
        <p:spPr>
          <a:xfrm>
            <a:off x="3883540" y="2831612"/>
            <a:ext cx="635400" cy="310500"/>
          </a:xfrm>
          <a:prstGeom prst="rect">
            <a:avLst/>
          </a:prstGeom>
          <a:no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t/>
            </a:r>
            <a:endParaRPr sz="2000">
              <a:solidFill>
                <a:srgbClr val="000000"/>
              </a:solidFill>
              <a:latin typeface="Lexend"/>
              <a:ea typeface="Lexend"/>
              <a:cs typeface="Lexend"/>
              <a:sym typeface="Lexend"/>
            </a:endParaRPr>
          </a:p>
        </p:txBody>
      </p:sp>
      <p:sp>
        <p:nvSpPr>
          <p:cNvPr id="1284" name="Google Shape;1284;p90"/>
          <p:cNvSpPr/>
          <p:nvPr/>
        </p:nvSpPr>
        <p:spPr>
          <a:xfrm>
            <a:off x="4787050" y="2831600"/>
            <a:ext cx="635400" cy="310500"/>
          </a:xfrm>
          <a:prstGeom prst="rect">
            <a:avLst/>
          </a:prstGeom>
          <a:no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t/>
            </a:r>
            <a:endParaRPr sz="2000">
              <a:solidFill>
                <a:srgbClr val="000000"/>
              </a:solidFill>
              <a:latin typeface="Lexend"/>
              <a:ea typeface="Lexend"/>
              <a:cs typeface="Lexend"/>
              <a:sym typeface="Lexend"/>
            </a:endParaRPr>
          </a:p>
        </p:txBody>
      </p:sp>
      <p:sp>
        <p:nvSpPr>
          <p:cNvPr id="1285" name="Google Shape;1285;p90"/>
          <p:cNvSpPr/>
          <p:nvPr/>
        </p:nvSpPr>
        <p:spPr>
          <a:xfrm>
            <a:off x="5647312" y="2831600"/>
            <a:ext cx="635400" cy="310500"/>
          </a:xfrm>
          <a:prstGeom prst="rect">
            <a:avLst/>
          </a:prstGeom>
          <a:no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t/>
            </a:r>
            <a:endParaRPr sz="2000">
              <a:solidFill>
                <a:srgbClr val="000000"/>
              </a:solidFill>
              <a:latin typeface="Lexend"/>
              <a:ea typeface="Lexend"/>
              <a:cs typeface="Lexend"/>
              <a:sym typeface="Lexend"/>
            </a:endParaRPr>
          </a:p>
        </p:txBody>
      </p:sp>
      <p:sp>
        <p:nvSpPr>
          <p:cNvPr id="1286" name="Google Shape;1286;p90"/>
          <p:cNvSpPr txBox="1"/>
          <p:nvPr/>
        </p:nvSpPr>
        <p:spPr>
          <a:xfrm>
            <a:off x="2784425" y="2870110"/>
            <a:ext cx="151500" cy="369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rgbClr val="000000"/>
                </a:solidFill>
                <a:latin typeface="Lexend"/>
                <a:ea typeface="Lexend"/>
                <a:cs typeface="Lexend"/>
                <a:sym typeface="Lexend"/>
              </a:rPr>
              <a:t>,</a:t>
            </a:r>
            <a:endParaRPr sz="2000">
              <a:solidFill>
                <a:srgbClr val="000000"/>
              </a:solidFill>
              <a:latin typeface="Lexend"/>
              <a:ea typeface="Lexend"/>
              <a:cs typeface="Lexend"/>
              <a:sym typeface="Lexend"/>
            </a:endParaRPr>
          </a:p>
        </p:txBody>
      </p:sp>
      <p:sp>
        <p:nvSpPr>
          <p:cNvPr id="1287" name="Google Shape;1287;p90"/>
          <p:cNvSpPr txBox="1"/>
          <p:nvPr/>
        </p:nvSpPr>
        <p:spPr>
          <a:xfrm>
            <a:off x="3673394" y="2870110"/>
            <a:ext cx="151500" cy="369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rgbClr val="000000"/>
                </a:solidFill>
                <a:latin typeface="Lexend"/>
                <a:ea typeface="Lexend"/>
                <a:cs typeface="Lexend"/>
                <a:sym typeface="Lexend"/>
              </a:rPr>
              <a:t>,</a:t>
            </a:r>
            <a:endParaRPr sz="2000">
              <a:solidFill>
                <a:srgbClr val="000000"/>
              </a:solidFill>
              <a:latin typeface="Lexend"/>
              <a:ea typeface="Lexend"/>
              <a:cs typeface="Lexend"/>
              <a:sym typeface="Lexend"/>
            </a:endParaRPr>
          </a:p>
        </p:txBody>
      </p:sp>
      <p:sp>
        <p:nvSpPr>
          <p:cNvPr id="1288" name="Google Shape;1288;p90"/>
          <p:cNvSpPr txBox="1"/>
          <p:nvPr/>
        </p:nvSpPr>
        <p:spPr>
          <a:xfrm>
            <a:off x="4562364" y="2870110"/>
            <a:ext cx="151500" cy="369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rgbClr val="000000"/>
                </a:solidFill>
                <a:latin typeface="Lexend"/>
                <a:ea typeface="Lexend"/>
                <a:cs typeface="Lexend"/>
                <a:sym typeface="Lexend"/>
              </a:rPr>
              <a:t>,</a:t>
            </a:r>
            <a:endParaRPr sz="2000">
              <a:solidFill>
                <a:srgbClr val="000000"/>
              </a:solidFill>
              <a:latin typeface="Lexend"/>
              <a:ea typeface="Lexend"/>
              <a:cs typeface="Lexend"/>
              <a:sym typeface="Lexend"/>
            </a:endParaRPr>
          </a:p>
        </p:txBody>
      </p:sp>
      <p:sp>
        <p:nvSpPr>
          <p:cNvPr id="1289" name="Google Shape;1289;p90"/>
          <p:cNvSpPr txBox="1"/>
          <p:nvPr/>
        </p:nvSpPr>
        <p:spPr>
          <a:xfrm>
            <a:off x="5528065" y="2870110"/>
            <a:ext cx="151500" cy="369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rgbClr val="000000"/>
                </a:solidFill>
                <a:latin typeface="Lexend"/>
                <a:ea typeface="Lexend"/>
                <a:cs typeface="Lexend"/>
                <a:sym typeface="Lexend"/>
              </a:rPr>
              <a:t>,</a:t>
            </a:r>
            <a:endParaRPr sz="2000">
              <a:solidFill>
                <a:srgbClr val="000000"/>
              </a:solidFill>
              <a:latin typeface="Lexend"/>
              <a:ea typeface="Lexend"/>
              <a:cs typeface="Lexend"/>
              <a:sym typeface="Lexend"/>
            </a:endParaRPr>
          </a:p>
        </p:txBody>
      </p:sp>
      <p:sp>
        <p:nvSpPr>
          <p:cNvPr id="1290" name="Google Shape;1290;p90"/>
          <p:cNvSpPr txBox="1"/>
          <p:nvPr/>
        </p:nvSpPr>
        <p:spPr>
          <a:xfrm>
            <a:off x="6353484" y="2870110"/>
            <a:ext cx="455700" cy="369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rgbClr val="000000"/>
                </a:solidFill>
                <a:latin typeface="Lexend"/>
                <a:ea typeface="Lexend"/>
                <a:cs typeface="Lexend"/>
                <a:sym typeface="Lexend"/>
              </a:rPr>
              <a:t>, …</a:t>
            </a:r>
            <a:endParaRPr sz="2000">
              <a:solidFill>
                <a:srgbClr val="000000"/>
              </a:solidFill>
              <a:latin typeface="Lexend"/>
              <a:ea typeface="Lexend"/>
              <a:cs typeface="Lexend"/>
              <a:sym typeface="Lexend"/>
            </a:endParaRPr>
          </a:p>
        </p:txBody>
      </p:sp>
      <p:sp>
        <p:nvSpPr>
          <p:cNvPr id="1291" name="Google Shape;1291;p90"/>
          <p:cNvSpPr/>
          <p:nvPr/>
        </p:nvSpPr>
        <p:spPr>
          <a:xfrm>
            <a:off x="3875928" y="2831612"/>
            <a:ext cx="635400" cy="31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2000">
                <a:latin typeface="Lexend"/>
                <a:ea typeface="Lexend"/>
                <a:cs typeface="Lexend"/>
                <a:sym typeface="Lexend"/>
              </a:rPr>
              <a:t>17</a:t>
            </a:r>
            <a:endParaRPr sz="2000">
              <a:solidFill>
                <a:srgbClr val="000000"/>
              </a:solidFill>
              <a:latin typeface="Lexend"/>
              <a:ea typeface="Lexend"/>
              <a:cs typeface="Lexend"/>
              <a:sym typeface="Lexend"/>
            </a:endParaRPr>
          </a:p>
        </p:txBody>
      </p:sp>
      <p:sp>
        <p:nvSpPr>
          <p:cNvPr id="1292" name="Google Shape;1292;p90"/>
          <p:cNvSpPr/>
          <p:nvPr/>
        </p:nvSpPr>
        <p:spPr>
          <a:xfrm>
            <a:off x="5629350" y="2831600"/>
            <a:ext cx="635400" cy="31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2000">
                <a:latin typeface="Lexend"/>
                <a:ea typeface="Lexend"/>
                <a:cs typeface="Lexend"/>
                <a:sym typeface="Lexend"/>
              </a:rPr>
              <a:t>33</a:t>
            </a:r>
            <a:endParaRPr sz="2000">
              <a:solidFill>
                <a:srgbClr val="000000"/>
              </a:solidFill>
              <a:latin typeface="Lexend"/>
              <a:ea typeface="Lexend"/>
              <a:cs typeface="Lexend"/>
              <a:sym typeface="Lexend"/>
            </a:endParaRPr>
          </a:p>
        </p:txBody>
      </p:sp>
      <p:sp>
        <p:nvSpPr>
          <p:cNvPr id="1293" name="Google Shape;1293;p90"/>
          <p:cNvSpPr/>
          <p:nvPr/>
        </p:nvSpPr>
        <p:spPr>
          <a:xfrm>
            <a:off x="2084128" y="2831612"/>
            <a:ext cx="635400" cy="31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2000">
                <a:latin typeface="Lexend"/>
                <a:ea typeface="Lexend"/>
                <a:cs typeface="Lexend"/>
                <a:sym typeface="Lexend"/>
              </a:rPr>
              <a:t>1</a:t>
            </a:r>
            <a:endParaRPr sz="2000">
              <a:solidFill>
                <a:srgbClr val="000000"/>
              </a:solidFill>
              <a:latin typeface="Lexend"/>
              <a:ea typeface="Lexend"/>
              <a:cs typeface="Lexend"/>
              <a:sym typeface="Lexend"/>
            </a:endParaRPr>
          </a:p>
        </p:txBody>
      </p:sp>
      <p:sp>
        <p:nvSpPr>
          <p:cNvPr id="1294" name="Google Shape;1294;p90"/>
          <p:cNvSpPr txBox="1"/>
          <p:nvPr>
            <p:ph idx="1" type="body"/>
          </p:nvPr>
        </p:nvSpPr>
        <p:spPr>
          <a:xfrm>
            <a:off x="324000" y="1583613"/>
            <a:ext cx="8496000" cy="381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This sequence has a constant additive pattern. How could we find a </a:t>
            </a:r>
            <a:r>
              <a:rPr b="1" lang="en-GB" sz="1800"/>
              <a:t>term-to-term</a:t>
            </a:r>
            <a:r>
              <a:rPr lang="en-GB" sz="1800"/>
              <a:t> rule?</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8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8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8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8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9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9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8" name="Shape 1298"/>
        <p:cNvGrpSpPr/>
        <p:nvPr/>
      </p:nvGrpSpPr>
      <p:grpSpPr>
        <a:xfrm>
          <a:off x="0" y="0"/>
          <a:ext cx="0" cy="0"/>
          <a:chOff x="0" y="0"/>
          <a:chExt cx="0" cy="0"/>
        </a:xfrm>
      </p:grpSpPr>
      <p:pic>
        <p:nvPicPr>
          <p:cNvPr id="1299" name="Google Shape;1299;p91"/>
          <p:cNvPicPr preferRelativeResize="0"/>
          <p:nvPr/>
        </p:nvPicPr>
        <p:blipFill rotWithShape="1">
          <a:blip r:embed="rId3">
            <a:alphaModFix/>
          </a:blip>
          <a:srcRect b="59597" l="61559" r="13951" t="27330"/>
          <a:stretch/>
        </p:blipFill>
        <p:spPr>
          <a:xfrm flipH="1" rot="10800000">
            <a:off x="2302200" y="1195323"/>
            <a:ext cx="2172176" cy="733176"/>
          </a:xfrm>
          <a:prstGeom prst="rect">
            <a:avLst/>
          </a:prstGeom>
          <a:noFill/>
          <a:ln>
            <a:noFill/>
          </a:ln>
        </p:spPr>
      </p:pic>
      <p:sp>
        <p:nvSpPr>
          <p:cNvPr id="1300" name="Google Shape;1300;p9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Finding term-to-term rules</a:t>
            </a:r>
            <a:endParaRPr/>
          </a:p>
        </p:txBody>
      </p:sp>
      <p:sp>
        <p:nvSpPr>
          <p:cNvPr id="1301" name="Google Shape;1301;p91"/>
          <p:cNvSpPr txBox="1"/>
          <p:nvPr>
            <p:ph idx="1" type="body"/>
          </p:nvPr>
        </p:nvSpPr>
        <p:spPr>
          <a:xfrm>
            <a:off x="324000" y="2341276"/>
            <a:ext cx="8496000" cy="381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We need to work out what value is added to T</a:t>
            </a:r>
            <a:r>
              <a:rPr baseline="-25000" lang="en-GB" sz="1800"/>
              <a:t>1</a:t>
            </a:r>
            <a:r>
              <a:rPr lang="en-GB" sz="1800"/>
              <a:t> to get T</a:t>
            </a:r>
            <a:r>
              <a:rPr baseline="-25000" lang="en-GB" sz="1800"/>
              <a:t>2</a:t>
            </a:r>
            <a:endParaRPr sz="1800"/>
          </a:p>
        </p:txBody>
      </p:sp>
      <p:sp>
        <p:nvSpPr>
          <p:cNvPr id="1302" name="Google Shape;1302;p91"/>
          <p:cNvSpPr/>
          <p:nvPr/>
        </p:nvSpPr>
        <p:spPr>
          <a:xfrm>
            <a:off x="2986970" y="994037"/>
            <a:ext cx="635400" cy="310500"/>
          </a:xfrm>
          <a:prstGeom prst="rect">
            <a:avLst/>
          </a:prstGeom>
          <a:no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t/>
            </a:r>
            <a:endParaRPr sz="2000">
              <a:solidFill>
                <a:srgbClr val="000000"/>
              </a:solidFill>
              <a:latin typeface="Lexend"/>
              <a:ea typeface="Lexend"/>
              <a:cs typeface="Lexend"/>
              <a:sym typeface="Lexend"/>
            </a:endParaRPr>
          </a:p>
        </p:txBody>
      </p:sp>
      <p:sp>
        <p:nvSpPr>
          <p:cNvPr id="1303" name="Google Shape;1303;p91"/>
          <p:cNvSpPr/>
          <p:nvPr/>
        </p:nvSpPr>
        <p:spPr>
          <a:xfrm>
            <a:off x="2076525" y="994017"/>
            <a:ext cx="635400" cy="310500"/>
          </a:xfrm>
          <a:prstGeom prst="rect">
            <a:avLst/>
          </a:prstGeom>
          <a:no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t/>
            </a:r>
            <a:endParaRPr sz="2000">
              <a:solidFill>
                <a:srgbClr val="000000"/>
              </a:solidFill>
              <a:latin typeface="Lexend"/>
              <a:ea typeface="Lexend"/>
              <a:cs typeface="Lexend"/>
              <a:sym typeface="Lexend"/>
            </a:endParaRPr>
          </a:p>
        </p:txBody>
      </p:sp>
      <p:sp>
        <p:nvSpPr>
          <p:cNvPr id="1304" name="Google Shape;1304;p91"/>
          <p:cNvSpPr/>
          <p:nvPr/>
        </p:nvSpPr>
        <p:spPr>
          <a:xfrm>
            <a:off x="3883540" y="1002812"/>
            <a:ext cx="635400" cy="310500"/>
          </a:xfrm>
          <a:prstGeom prst="rect">
            <a:avLst/>
          </a:prstGeom>
          <a:no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t/>
            </a:r>
            <a:endParaRPr sz="2000">
              <a:solidFill>
                <a:srgbClr val="000000"/>
              </a:solidFill>
              <a:latin typeface="Lexend"/>
              <a:ea typeface="Lexend"/>
              <a:cs typeface="Lexend"/>
              <a:sym typeface="Lexend"/>
            </a:endParaRPr>
          </a:p>
        </p:txBody>
      </p:sp>
      <p:sp>
        <p:nvSpPr>
          <p:cNvPr id="1305" name="Google Shape;1305;p91"/>
          <p:cNvSpPr/>
          <p:nvPr/>
        </p:nvSpPr>
        <p:spPr>
          <a:xfrm>
            <a:off x="4787050" y="1002800"/>
            <a:ext cx="635400" cy="310500"/>
          </a:xfrm>
          <a:prstGeom prst="rect">
            <a:avLst/>
          </a:prstGeom>
          <a:no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t/>
            </a:r>
            <a:endParaRPr sz="2000">
              <a:solidFill>
                <a:srgbClr val="000000"/>
              </a:solidFill>
              <a:latin typeface="Lexend"/>
              <a:ea typeface="Lexend"/>
              <a:cs typeface="Lexend"/>
              <a:sym typeface="Lexend"/>
            </a:endParaRPr>
          </a:p>
        </p:txBody>
      </p:sp>
      <p:sp>
        <p:nvSpPr>
          <p:cNvPr id="1306" name="Google Shape;1306;p91"/>
          <p:cNvSpPr/>
          <p:nvPr/>
        </p:nvSpPr>
        <p:spPr>
          <a:xfrm>
            <a:off x="5647312" y="1002800"/>
            <a:ext cx="635400" cy="310500"/>
          </a:xfrm>
          <a:prstGeom prst="rect">
            <a:avLst/>
          </a:prstGeom>
          <a:no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t/>
            </a:r>
            <a:endParaRPr sz="2000">
              <a:solidFill>
                <a:srgbClr val="000000"/>
              </a:solidFill>
              <a:latin typeface="Lexend"/>
              <a:ea typeface="Lexend"/>
              <a:cs typeface="Lexend"/>
              <a:sym typeface="Lexend"/>
            </a:endParaRPr>
          </a:p>
        </p:txBody>
      </p:sp>
      <p:sp>
        <p:nvSpPr>
          <p:cNvPr id="1307" name="Google Shape;1307;p91"/>
          <p:cNvSpPr txBox="1"/>
          <p:nvPr/>
        </p:nvSpPr>
        <p:spPr>
          <a:xfrm>
            <a:off x="2784425" y="1041310"/>
            <a:ext cx="151500" cy="369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rgbClr val="000000"/>
                </a:solidFill>
                <a:latin typeface="Lexend"/>
                <a:ea typeface="Lexend"/>
                <a:cs typeface="Lexend"/>
                <a:sym typeface="Lexend"/>
              </a:rPr>
              <a:t>,</a:t>
            </a:r>
            <a:endParaRPr sz="2000">
              <a:solidFill>
                <a:srgbClr val="000000"/>
              </a:solidFill>
              <a:latin typeface="Lexend"/>
              <a:ea typeface="Lexend"/>
              <a:cs typeface="Lexend"/>
              <a:sym typeface="Lexend"/>
            </a:endParaRPr>
          </a:p>
        </p:txBody>
      </p:sp>
      <p:sp>
        <p:nvSpPr>
          <p:cNvPr id="1308" name="Google Shape;1308;p91"/>
          <p:cNvSpPr txBox="1"/>
          <p:nvPr/>
        </p:nvSpPr>
        <p:spPr>
          <a:xfrm>
            <a:off x="3673394" y="1041310"/>
            <a:ext cx="151500" cy="369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rgbClr val="000000"/>
                </a:solidFill>
                <a:latin typeface="Lexend"/>
                <a:ea typeface="Lexend"/>
                <a:cs typeface="Lexend"/>
                <a:sym typeface="Lexend"/>
              </a:rPr>
              <a:t>,</a:t>
            </a:r>
            <a:endParaRPr sz="2000">
              <a:solidFill>
                <a:srgbClr val="000000"/>
              </a:solidFill>
              <a:latin typeface="Lexend"/>
              <a:ea typeface="Lexend"/>
              <a:cs typeface="Lexend"/>
              <a:sym typeface="Lexend"/>
            </a:endParaRPr>
          </a:p>
        </p:txBody>
      </p:sp>
      <p:sp>
        <p:nvSpPr>
          <p:cNvPr id="1309" name="Google Shape;1309;p91"/>
          <p:cNvSpPr txBox="1"/>
          <p:nvPr/>
        </p:nvSpPr>
        <p:spPr>
          <a:xfrm>
            <a:off x="4562364" y="1041310"/>
            <a:ext cx="151500" cy="369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rgbClr val="000000"/>
                </a:solidFill>
                <a:latin typeface="Lexend"/>
                <a:ea typeface="Lexend"/>
                <a:cs typeface="Lexend"/>
                <a:sym typeface="Lexend"/>
              </a:rPr>
              <a:t>,</a:t>
            </a:r>
            <a:endParaRPr sz="2000">
              <a:solidFill>
                <a:srgbClr val="000000"/>
              </a:solidFill>
              <a:latin typeface="Lexend"/>
              <a:ea typeface="Lexend"/>
              <a:cs typeface="Lexend"/>
              <a:sym typeface="Lexend"/>
            </a:endParaRPr>
          </a:p>
        </p:txBody>
      </p:sp>
      <p:sp>
        <p:nvSpPr>
          <p:cNvPr id="1310" name="Google Shape;1310;p91"/>
          <p:cNvSpPr txBox="1"/>
          <p:nvPr/>
        </p:nvSpPr>
        <p:spPr>
          <a:xfrm>
            <a:off x="5528065" y="1041310"/>
            <a:ext cx="151500" cy="369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rgbClr val="000000"/>
                </a:solidFill>
                <a:latin typeface="Lexend"/>
                <a:ea typeface="Lexend"/>
                <a:cs typeface="Lexend"/>
                <a:sym typeface="Lexend"/>
              </a:rPr>
              <a:t>,</a:t>
            </a:r>
            <a:endParaRPr sz="2000">
              <a:solidFill>
                <a:srgbClr val="000000"/>
              </a:solidFill>
              <a:latin typeface="Lexend"/>
              <a:ea typeface="Lexend"/>
              <a:cs typeface="Lexend"/>
              <a:sym typeface="Lexend"/>
            </a:endParaRPr>
          </a:p>
        </p:txBody>
      </p:sp>
      <p:sp>
        <p:nvSpPr>
          <p:cNvPr id="1311" name="Google Shape;1311;p91"/>
          <p:cNvSpPr txBox="1"/>
          <p:nvPr/>
        </p:nvSpPr>
        <p:spPr>
          <a:xfrm>
            <a:off x="6353484" y="1041310"/>
            <a:ext cx="455700" cy="369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rgbClr val="000000"/>
                </a:solidFill>
                <a:latin typeface="Lexend"/>
                <a:ea typeface="Lexend"/>
                <a:cs typeface="Lexend"/>
                <a:sym typeface="Lexend"/>
              </a:rPr>
              <a:t>, …</a:t>
            </a:r>
            <a:endParaRPr sz="2000">
              <a:solidFill>
                <a:srgbClr val="000000"/>
              </a:solidFill>
              <a:latin typeface="Lexend"/>
              <a:ea typeface="Lexend"/>
              <a:cs typeface="Lexend"/>
              <a:sym typeface="Lexend"/>
            </a:endParaRPr>
          </a:p>
        </p:txBody>
      </p:sp>
      <p:sp>
        <p:nvSpPr>
          <p:cNvPr id="1312" name="Google Shape;1312;p91"/>
          <p:cNvSpPr/>
          <p:nvPr/>
        </p:nvSpPr>
        <p:spPr>
          <a:xfrm>
            <a:off x="3875928" y="1002812"/>
            <a:ext cx="635400" cy="31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2000">
                <a:latin typeface="Lexend"/>
                <a:ea typeface="Lexend"/>
                <a:cs typeface="Lexend"/>
                <a:sym typeface="Lexend"/>
              </a:rPr>
              <a:t>17</a:t>
            </a:r>
            <a:endParaRPr sz="2000">
              <a:solidFill>
                <a:srgbClr val="000000"/>
              </a:solidFill>
              <a:latin typeface="Lexend"/>
              <a:ea typeface="Lexend"/>
              <a:cs typeface="Lexend"/>
              <a:sym typeface="Lexend"/>
            </a:endParaRPr>
          </a:p>
        </p:txBody>
      </p:sp>
      <p:sp>
        <p:nvSpPr>
          <p:cNvPr id="1313" name="Google Shape;1313;p91"/>
          <p:cNvSpPr/>
          <p:nvPr/>
        </p:nvSpPr>
        <p:spPr>
          <a:xfrm>
            <a:off x="5629350" y="1002800"/>
            <a:ext cx="635400" cy="31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2000">
                <a:latin typeface="Lexend"/>
                <a:ea typeface="Lexend"/>
                <a:cs typeface="Lexend"/>
                <a:sym typeface="Lexend"/>
              </a:rPr>
              <a:t>33</a:t>
            </a:r>
            <a:endParaRPr sz="2000">
              <a:solidFill>
                <a:srgbClr val="000000"/>
              </a:solidFill>
              <a:latin typeface="Lexend"/>
              <a:ea typeface="Lexend"/>
              <a:cs typeface="Lexend"/>
              <a:sym typeface="Lexend"/>
            </a:endParaRPr>
          </a:p>
        </p:txBody>
      </p:sp>
      <p:sp>
        <p:nvSpPr>
          <p:cNvPr id="1314" name="Google Shape;1314;p91"/>
          <p:cNvSpPr/>
          <p:nvPr/>
        </p:nvSpPr>
        <p:spPr>
          <a:xfrm>
            <a:off x="2084128" y="1002812"/>
            <a:ext cx="635400" cy="31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2000">
                <a:latin typeface="Lexend"/>
                <a:ea typeface="Lexend"/>
                <a:cs typeface="Lexend"/>
                <a:sym typeface="Lexend"/>
              </a:rPr>
              <a:t>1</a:t>
            </a:r>
            <a:endParaRPr sz="2000">
              <a:solidFill>
                <a:srgbClr val="000000"/>
              </a:solidFill>
              <a:latin typeface="Lexend"/>
              <a:ea typeface="Lexend"/>
              <a:cs typeface="Lexend"/>
              <a:sym typeface="Lexend"/>
            </a:endParaRPr>
          </a:p>
        </p:txBody>
      </p:sp>
      <p:sp>
        <p:nvSpPr>
          <p:cNvPr id="1315" name="Google Shape;1315;p91"/>
          <p:cNvSpPr txBox="1"/>
          <p:nvPr>
            <p:ph idx="1" type="body"/>
          </p:nvPr>
        </p:nvSpPr>
        <p:spPr>
          <a:xfrm>
            <a:off x="324000" y="2760851"/>
            <a:ext cx="8496000" cy="381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Start by finding the difference between terms we do know. </a:t>
            </a:r>
            <a:endParaRPr sz="1800"/>
          </a:p>
        </p:txBody>
      </p:sp>
      <p:pic>
        <p:nvPicPr>
          <p:cNvPr id="1316" name="Google Shape;1316;p91"/>
          <p:cNvPicPr preferRelativeResize="0"/>
          <p:nvPr/>
        </p:nvPicPr>
        <p:blipFill rotWithShape="1">
          <a:blip r:embed="rId3">
            <a:alphaModFix/>
          </a:blip>
          <a:srcRect b="59597" l="61559" r="13951" t="27330"/>
          <a:stretch/>
        </p:blipFill>
        <p:spPr>
          <a:xfrm>
            <a:off x="2397200" y="692401"/>
            <a:ext cx="979976" cy="334849"/>
          </a:xfrm>
          <a:prstGeom prst="rect">
            <a:avLst/>
          </a:prstGeom>
          <a:noFill/>
          <a:ln>
            <a:noFill/>
          </a:ln>
        </p:spPr>
      </p:pic>
      <p:sp>
        <p:nvSpPr>
          <p:cNvPr id="1317" name="Google Shape;1317;p91"/>
          <p:cNvSpPr txBox="1"/>
          <p:nvPr/>
        </p:nvSpPr>
        <p:spPr>
          <a:xfrm>
            <a:off x="2623399" y="683550"/>
            <a:ext cx="455700" cy="287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rgbClr val="222222"/>
                </a:solidFill>
                <a:latin typeface="Lexend"/>
                <a:ea typeface="Lexend"/>
                <a:cs typeface="Lexend"/>
                <a:sym typeface="Lexend"/>
              </a:rPr>
              <a:t>+ ?</a:t>
            </a:r>
            <a:endParaRPr sz="1800">
              <a:solidFill>
                <a:srgbClr val="000000"/>
              </a:solidFill>
              <a:latin typeface="Lexend"/>
              <a:ea typeface="Lexend"/>
              <a:cs typeface="Lexend"/>
              <a:sym typeface="Lexend"/>
            </a:endParaRPr>
          </a:p>
        </p:txBody>
      </p:sp>
      <p:sp>
        <p:nvSpPr>
          <p:cNvPr id="1318" name="Google Shape;1318;p91"/>
          <p:cNvSpPr txBox="1"/>
          <p:nvPr>
            <p:ph idx="1" type="body"/>
          </p:nvPr>
        </p:nvSpPr>
        <p:spPr>
          <a:xfrm>
            <a:off x="324000" y="3219971"/>
            <a:ext cx="5590200" cy="381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a:t>
            </a:r>
            <a:r>
              <a:rPr baseline="-25000" lang="en-GB" sz="1800"/>
              <a:t>3</a:t>
            </a:r>
            <a:r>
              <a:rPr lang="en-GB" sz="1800"/>
              <a:t> </a:t>
            </a:r>
            <a:r>
              <a:rPr lang="en-GB" sz="1900">
                <a:solidFill>
                  <a:srgbClr val="222222"/>
                </a:solidFill>
              </a:rPr>
              <a:t>− T</a:t>
            </a:r>
            <a:r>
              <a:rPr baseline="-25000" lang="en-GB" sz="1900">
                <a:solidFill>
                  <a:srgbClr val="222222"/>
                </a:solidFill>
              </a:rPr>
              <a:t>1</a:t>
            </a:r>
            <a:r>
              <a:rPr lang="en-GB" sz="1900">
                <a:solidFill>
                  <a:srgbClr val="222222"/>
                </a:solidFill>
              </a:rPr>
              <a:t>         17 − 1 = 16</a:t>
            </a:r>
            <a:endParaRPr sz="1800"/>
          </a:p>
        </p:txBody>
      </p:sp>
      <p:sp>
        <p:nvSpPr>
          <p:cNvPr id="1319" name="Google Shape;1319;p91"/>
          <p:cNvSpPr txBox="1"/>
          <p:nvPr/>
        </p:nvSpPr>
        <p:spPr>
          <a:xfrm>
            <a:off x="3070575" y="1888838"/>
            <a:ext cx="635400" cy="287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rgbClr val="222222"/>
                </a:solidFill>
                <a:latin typeface="Lexend"/>
                <a:ea typeface="Lexend"/>
                <a:cs typeface="Lexend"/>
                <a:sym typeface="Lexend"/>
              </a:rPr>
              <a:t>+ 16</a:t>
            </a:r>
            <a:endParaRPr sz="1800">
              <a:solidFill>
                <a:srgbClr val="000000"/>
              </a:solidFill>
              <a:latin typeface="Lexend"/>
              <a:ea typeface="Lexend"/>
              <a:cs typeface="Lexend"/>
              <a:sym typeface="Lexend"/>
            </a:endParaRPr>
          </a:p>
        </p:txBody>
      </p:sp>
      <p:sp>
        <p:nvSpPr>
          <p:cNvPr id="1320" name="Google Shape;1320;p91"/>
          <p:cNvSpPr txBox="1"/>
          <p:nvPr>
            <p:ph idx="1" type="body"/>
          </p:nvPr>
        </p:nvSpPr>
        <p:spPr>
          <a:xfrm>
            <a:off x="390125" y="3605313"/>
            <a:ext cx="8496000" cy="381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Now consider how many times our value has been added to T</a:t>
            </a:r>
            <a:r>
              <a:rPr baseline="-25000" lang="en-GB" sz="1800"/>
              <a:t>1</a:t>
            </a:r>
            <a:r>
              <a:rPr lang="en-GB" sz="1800"/>
              <a:t> to get T</a:t>
            </a:r>
            <a:r>
              <a:rPr baseline="-25000" lang="en-GB" sz="1800"/>
              <a:t>3</a:t>
            </a:r>
            <a:r>
              <a:rPr lang="en-GB" sz="1800"/>
              <a:t>  </a:t>
            </a:r>
            <a:endParaRPr sz="1800"/>
          </a:p>
        </p:txBody>
      </p:sp>
      <p:pic>
        <p:nvPicPr>
          <p:cNvPr id="1321" name="Google Shape;1321;p91"/>
          <p:cNvPicPr preferRelativeResize="0"/>
          <p:nvPr/>
        </p:nvPicPr>
        <p:blipFill rotWithShape="1">
          <a:blip r:embed="rId3">
            <a:alphaModFix/>
          </a:blip>
          <a:srcRect b="59597" l="61559" r="13951" t="27330"/>
          <a:stretch/>
        </p:blipFill>
        <p:spPr>
          <a:xfrm>
            <a:off x="3369588" y="692401"/>
            <a:ext cx="979976" cy="334849"/>
          </a:xfrm>
          <a:prstGeom prst="rect">
            <a:avLst/>
          </a:prstGeom>
          <a:noFill/>
          <a:ln>
            <a:noFill/>
          </a:ln>
        </p:spPr>
      </p:pic>
      <p:sp>
        <p:nvSpPr>
          <p:cNvPr id="1322" name="Google Shape;1322;p91"/>
          <p:cNvSpPr txBox="1"/>
          <p:nvPr>
            <p:ph idx="1" type="body"/>
          </p:nvPr>
        </p:nvSpPr>
        <p:spPr>
          <a:xfrm>
            <a:off x="324000" y="4091963"/>
            <a:ext cx="8496000" cy="381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So 16 </a:t>
            </a:r>
            <a:r>
              <a:rPr lang="en-GB" sz="1900">
                <a:solidFill>
                  <a:srgbClr val="222222"/>
                </a:solidFill>
              </a:rPr>
              <a:t>÷ 2 will tell us what each addition is.</a:t>
            </a:r>
            <a:r>
              <a:rPr lang="en-GB" sz="1800"/>
              <a:t>  </a:t>
            </a:r>
            <a:endParaRPr sz="1800"/>
          </a:p>
        </p:txBody>
      </p:sp>
      <p:sp>
        <p:nvSpPr>
          <p:cNvPr id="1323" name="Google Shape;1323;p91"/>
          <p:cNvSpPr txBox="1"/>
          <p:nvPr/>
        </p:nvSpPr>
        <p:spPr>
          <a:xfrm>
            <a:off x="2620318" y="681323"/>
            <a:ext cx="455700" cy="287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rgbClr val="222222"/>
                </a:solidFill>
                <a:latin typeface="Lexend"/>
                <a:ea typeface="Lexend"/>
                <a:cs typeface="Lexend"/>
                <a:sym typeface="Lexend"/>
              </a:rPr>
              <a:t>+ 8</a:t>
            </a:r>
            <a:endParaRPr sz="1800">
              <a:solidFill>
                <a:srgbClr val="000000"/>
              </a:solidFill>
              <a:latin typeface="Lexend"/>
              <a:ea typeface="Lexend"/>
              <a:cs typeface="Lexend"/>
              <a:sym typeface="Lexend"/>
            </a:endParaRPr>
          </a:p>
        </p:txBody>
      </p:sp>
      <p:sp>
        <p:nvSpPr>
          <p:cNvPr id="1324" name="Google Shape;1324;p91"/>
          <p:cNvSpPr txBox="1"/>
          <p:nvPr/>
        </p:nvSpPr>
        <p:spPr>
          <a:xfrm>
            <a:off x="3650116" y="681323"/>
            <a:ext cx="455700" cy="287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rgbClr val="222222"/>
                </a:solidFill>
                <a:latin typeface="Lexend"/>
                <a:ea typeface="Lexend"/>
                <a:cs typeface="Lexend"/>
                <a:sym typeface="Lexend"/>
              </a:rPr>
              <a:t>+ 8</a:t>
            </a:r>
            <a:endParaRPr sz="1800">
              <a:solidFill>
                <a:srgbClr val="000000"/>
              </a:solidFill>
              <a:latin typeface="Lexend"/>
              <a:ea typeface="Lexend"/>
              <a:cs typeface="Lexend"/>
              <a:sym typeface="Lexend"/>
            </a:endParaRPr>
          </a:p>
        </p:txBody>
      </p:sp>
      <p:sp>
        <p:nvSpPr>
          <p:cNvPr id="1325" name="Google Shape;1325;p91"/>
          <p:cNvSpPr txBox="1"/>
          <p:nvPr>
            <p:ph idx="1" type="body"/>
          </p:nvPr>
        </p:nvSpPr>
        <p:spPr>
          <a:xfrm>
            <a:off x="324000" y="4578613"/>
            <a:ext cx="8496000" cy="381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 </a:t>
            </a:r>
            <a:r>
              <a:rPr b="1" lang="en-GB" sz="1800"/>
              <a:t>term-to-term</a:t>
            </a:r>
            <a:r>
              <a:rPr lang="en-GB" sz="1800"/>
              <a:t> rule could be ‘plus 8’  </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1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317"/>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3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2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9" name="Shape 1329"/>
        <p:cNvGrpSpPr/>
        <p:nvPr/>
      </p:nvGrpSpPr>
      <p:grpSpPr>
        <a:xfrm>
          <a:off x="0" y="0"/>
          <a:ext cx="0" cy="0"/>
          <a:chOff x="0" y="0"/>
          <a:chExt cx="0" cy="0"/>
        </a:xfrm>
      </p:grpSpPr>
      <p:sp>
        <p:nvSpPr>
          <p:cNvPr id="1330" name="Google Shape;1330;p9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Finding term-to-term rules</a:t>
            </a:r>
            <a:endParaRPr/>
          </a:p>
        </p:txBody>
      </p:sp>
      <p:sp>
        <p:nvSpPr>
          <p:cNvPr id="1331" name="Google Shape;1331;p92"/>
          <p:cNvSpPr txBox="1"/>
          <p:nvPr>
            <p:ph idx="1" type="body"/>
          </p:nvPr>
        </p:nvSpPr>
        <p:spPr>
          <a:xfrm>
            <a:off x="324000" y="2620588"/>
            <a:ext cx="8496000" cy="381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Check this works by filling in some terms. </a:t>
            </a:r>
            <a:endParaRPr sz="1800"/>
          </a:p>
        </p:txBody>
      </p:sp>
      <p:sp>
        <p:nvSpPr>
          <p:cNvPr id="1332" name="Google Shape;1332;p92"/>
          <p:cNvSpPr/>
          <p:nvPr/>
        </p:nvSpPr>
        <p:spPr>
          <a:xfrm>
            <a:off x="2986970" y="1222637"/>
            <a:ext cx="635400" cy="310500"/>
          </a:xfrm>
          <a:prstGeom prst="rect">
            <a:avLst/>
          </a:prstGeom>
          <a:no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t/>
            </a:r>
            <a:endParaRPr sz="2000">
              <a:solidFill>
                <a:srgbClr val="000000"/>
              </a:solidFill>
              <a:latin typeface="Lexend"/>
              <a:ea typeface="Lexend"/>
              <a:cs typeface="Lexend"/>
              <a:sym typeface="Lexend"/>
            </a:endParaRPr>
          </a:p>
        </p:txBody>
      </p:sp>
      <p:sp>
        <p:nvSpPr>
          <p:cNvPr id="1333" name="Google Shape;1333;p92"/>
          <p:cNvSpPr/>
          <p:nvPr/>
        </p:nvSpPr>
        <p:spPr>
          <a:xfrm>
            <a:off x="2076525" y="1222617"/>
            <a:ext cx="635400" cy="310500"/>
          </a:xfrm>
          <a:prstGeom prst="rect">
            <a:avLst/>
          </a:prstGeom>
          <a:no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t/>
            </a:r>
            <a:endParaRPr sz="2000">
              <a:solidFill>
                <a:srgbClr val="000000"/>
              </a:solidFill>
              <a:latin typeface="Lexend"/>
              <a:ea typeface="Lexend"/>
              <a:cs typeface="Lexend"/>
              <a:sym typeface="Lexend"/>
            </a:endParaRPr>
          </a:p>
        </p:txBody>
      </p:sp>
      <p:sp>
        <p:nvSpPr>
          <p:cNvPr id="1334" name="Google Shape;1334;p92"/>
          <p:cNvSpPr/>
          <p:nvPr/>
        </p:nvSpPr>
        <p:spPr>
          <a:xfrm>
            <a:off x="3883540" y="1231412"/>
            <a:ext cx="635400" cy="310500"/>
          </a:xfrm>
          <a:prstGeom prst="rect">
            <a:avLst/>
          </a:prstGeom>
          <a:no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t/>
            </a:r>
            <a:endParaRPr sz="2000">
              <a:solidFill>
                <a:srgbClr val="000000"/>
              </a:solidFill>
              <a:latin typeface="Lexend"/>
              <a:ea typeface="Lexend"/>
              <a:cs typeface="Lexend"/>
              <a:sym typeface="Lexend"/>
            </a:endParaRPr>
          </a:p>
        </p:txBody>
      </p:sp>
      <p:sp>
        <p:nvSpPr>
          <p:cNvPr id="1335" name="Google Shape;1335;p92"/>
          <p:cNvSpPr/>
          <p:nvPr/>
        </p:nvSpPr>
        <p:spPr>
          <a:xfrm>
            <a:off x="4787050" y="1231400"/>
            <a:ext cx="635400" cy="310500"/>
          </a:xfrm>
          <a:prstGeom prst="rect">
            <a:avLst/>
          </a:prstGeom>
          <a:no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t/>
            </a:r>
            <a:endParaRPr sz="2000">
              <a:solidFill>
                <a:srgbClr val="000000"/>
              </a:solidFill>
              <a:latin typeface="Lexend"/>
              <a:ea typeface="Lexend"/>
              <a:cs typeface="Lexend"/>
              <a:sym typeface="Lexend"/>
            </a:endParaRPr>
          </a:p>
        </p:txBody>
      </p:sp>
      <p:sp>
        <p:nvSpPr>
          <p:cNvPr id="1336" name="Google Shape;1336;p92"/>
          <p:cNvSpPr/>
          <p:nvPr/>
        </p:nvSpPr>
        <p:spPr>
          <a:xfrm>
            <a:off x="5647312" y="1231400"/>
            <a:ext cx="635400" cy="310500"/>
          </a:xfrm>
          <a:prstGeom prst="rect">
            <a:avLst/>
          </a:prstGeom>
          <a:no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t/>
            </a:r>
            <a:endParaRPr sz="2000">
              <a:solidFill>
                <a:srgbClr val="000000"/>
              </a:solidFill>
              <a:latin typeface="Lexend"/>
              <a:ea typeface="Lexend"/>
              <a:cs typeface="Lexend"/>
              <a:sym typeface="Lexend"/>
            </a:endParaRPr>
          </a:p>
        </p:txBody>
      </p:sp>
      <p:sp>
        <p:nvSpPr>
          <p:cNvPr id="1337" name="Google Shape;1337;p92"/>
          <p:cNvSpPr txBox="1"/>
          <p:nvPr/>
        </p:nvSpPr>
        <p:spPr>
          <a:xfrm>
            <a:off x="2784425" y="1269910"/>
            <a:ext cx="151500" cy="369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rgbClr val="000000"/>
                </a:solidFill>
                <a:latin typeface="Lexend"/>
                <a:ea typeface="Lexend"/>
                <a:cs typeface="Lexend"/>
                <a:sym typeface="Lexend"/>
              </a:rPr>
              <a:t>,</a:t>
            </a:r>
            <a:endParaRPr sz="2000">
              <a:solidFill>
                <a:srgbClr val="000000"/>
              </a:solidFill>
              <a:latin typeface="Lexend"/>
              <a:ea typeface="Lexend"/>
              <a:cs typeface="Lexend"/>
              <a:sym typeface="Lexend"/>
            </a:endParaRPr>
          </a:p>
        </p:txBody>
      </p:sp>
      <p:sp>
        <p:nvSpPr>
          <p:cNvPr id="1338" name="Google Shape;1338;p92"/>
          <p:cNvSpPr txBox="1"/>
          <p:nvPr/>
        </p:nvSpPr>
        <p:spPr>
          <a:xfrm>
            <a:off x="3673394" y="1269910"/>
            <a:ext cx="151500" cy="369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rgbClr val="000000"/>
                </a:solidFill>
                <a:latin typeface="Lexend"/>
                <a:ea typeface="Lexend"/>
                <a:cs typeface="Lexend"/>
                <a:sym typeface="Lexend"/>
              </a:rPr>
              <a:t>,</a:t>
            </a:r>
            <a:endParaRPr sz="2000">
              <a:solidFill>
                <a:srgbClr val="000000"/>
              </a:solidFill>
              <a:latin typeface="Lexend"/>
              <a:ea typeface="Lexend"/>
              <a:cs typeface="Lexend"/>
              <a:sym typeface="Lexend"/>
            </a:endParaRPr>
          </a:p>
        </p:txBody>
      </p:sp>
      <p:sp>
        <p:nvSpPr>
          <p:cNvPr id="1339" name="Google Shape;1339;p92"/>
          <p:cNvSpPr txBox="1"/>
          <p:nvPr/>
        </p:nvSpPr>
        <p:spPr>
          <a:xfrm>
            <a:off x="4562364" y="1269910"/>
            <a:ext cx="151500" cy="369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rgbClr val="000000"/>
                </a:solidFill>
                <a:latin typeface="Lexend"/>
                <a:ea typeface="Lexend"/>
                <a:cs typeface="Lexend"/>
                <a:sym typeface="Lexend"/>
              </a:rPr>
              <a:t>,</a:t>
            </a:r>
            <a:endParaRPr sz="2000">
              <a:solidFill>
                <a:srgbClr val="000000"/>
              </a:solidFill>
              <a:latin typeface="Lexend"/>
              <a:ea typeface="Lexend"/>
              <a:cs typeface="Lexend"/>
              <a:sym typeface="Lexend"/>
            </a:endParaRPr>
          </a:p>
        </p:txBody>
      </p:sp>
      <p:sp>
        <p:nvSpPr>
          <p:cNvPr id="1340" name="Google Shape;1340;p92"/>
          <p:cNvSpPr txBox="1"/>
          <p:nvPr/>
        </p:nvSpPr>
        <p:spPr>
          <a:xfrm>
            <a:off x="5528065" y="1269910"/>
            <a:ext cx="151500" cy="369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rgbClr val="000000"/>
                </a:solidFill>
                <a:latin typeface="Lexend"/>
                <a:ea typeface="Lexend"/>
                <a:cs typeface="Lexend"/>
                <a:sym typeface="Lexend"/>
              </a:rPr>
              <a:t>,</a:t>
            </a:r>
            <a:endParaRPr sz="2000">
              <a:solidFill>
                <a:srgbClr val="000000"/>
              </a:solidFill>
              <a:latin typeface="Lexend"/>
              <a:ea typeface="Lexend"/>
              <a:cs typeface="Lexend"/>
              <a:sym typeface="Lexend"/>
            </a:endParaRPr>
          </a:p>
        </p:txBody>
      </p:sp>
      <p:sp>
        <p:nvSpPr>
          <p:cNvPr id="1341" name="Google Shape;1341;p92"/>
          <p:cNvSpPr txBox="1"/>
          <p:nvPr/>
        </p:nvSpPr>
        <p:spPr>
          <a:xfrm>
            <a:off x="6353484" y="1269910"/>
            <a:ext cx="455700" cy="369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rgbClr val="000000"/>
                </a:solidFill>
                <a:latin typeface="Lexend"/>
                <a:ea typeface="Lexend"/>
                <a:cs typeface="Lexend"/>
                <a:sym typeface="Lexend"/>
              </a:rPr>
              <a:t>, …</a:t>
            </a:r>
            <a:endParaRPr sz="2000">
              <a:solidFill>
                <a:srgbClr val="000000"/>
              </a:solidFill>
              <a:latin typeface="Lexend"/>
              <a:ea typeface="Lexend"/>
              <a:cs typeface="Lexend"/>
              <a:sym typeface="Lexend"/>
            </a:endParaRPr>
          </a:p>
        </p:txBody>
      </p:sp>
      <p:sp>
        <p:nvSpPr>
          <p:cNvPr id="1342" name="Google Shape;1342;p92"/>
          <p:cNvSpPr/>
          <p:nvPr/>
        </p:nvSpPr>
        <p:spPr>
          <a:xfrm>
            <a:off x="3875928" y="1231412"/>
            <a:ext cx="635400" cy="31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2000">
                <a:latin typeface="Lexend"/>
                <a:ea typeface="Lexend"/>
                <a:cs typeface="Lexend"/>
                <a:sym typeface="Lexend"/>
              </a:rPr>
              <a:t>17</a:t>
            </a:r>
            <a:endParaRPr sz="2000">
              <a:solidFill>
                <a:srgbClr val="000000"/>
              </a:solidFill>
              <a:latin typeface="Lexend"/>
              <a:ea typeface="Lexend"/>
              <a:cs typeface="Lexend"/>
              <a:sym typeface="Lexend"/>
            </a:endParaRPr>
          </a:p>
        </p:txBody>
      </p:sp>
      <p:sp>
        <p:nvSpPr>
          <p:cNvPr id="1343" name="Google Shape;1343;p92"/>
          <p:cNvSpPr/>
          <p:nvPr/>
        </p:nvSpPr>
        <p:spPr>
          <a:xfrm>
            <a:off x="5629350" y="1231400"/>
            <a:ext cx="635400" cy="31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2000">
                <a:latin typeface="Lexend"/>
                <a:ea typeface="Lexend"/>
                <a:cs typeface="Lexend"/>
                <a:sym typeface="Lexend"/>
              </a:rPr>
              <a:t>33</a:t>
            </a:r>
            <a:endParaRPr sz="2000">
              <a:solidFill>
                <a:srgbClr val="000000"/>
              </a:solidFill>
              <a:latin typeface="Lexend"/>
              <a:ea typeface="Lexend"/>
              <a:cs typeface="Lexend"/>
              <a:sym typeface="Lexend"/>
            </a:endParaRPr>
          </a:p>
        </p:txBody>
      </p:sp>
      <p:sp>
        <p:nvSpPr>
          <p:cNvPr id="1344" name="Google Shape;1344;p92"/>
          <p:cNvSpPr/>
          <p:nvPr/>
        </p:nvSpPr>
        <p:spPr>
          <a:xfrm>
            <a:off x="2084128" y="1231412"/>
            <a:ext cx="635400" cy="31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2000">
                <a:latin typeface="Lexend"/>
                <a:ea typeface="Lexend"/>
                <a:cs typeface="Lexend"/>
                <a:sym typeface="Lexend"/>
              </a:rPr>
              <a:t>1</a:t>
            </a:r>
            <a:endParaRPr sz="2000">
              <a:solidFill>
                <a:srgbClr val="000000"/>
              </a:solidFill>
              <a:latin typeface="Lexend"/>
              <a:ea typeface="Lexend"/>
              <a:cs typeface="Lexend"/>
              <a:sym typeface="Lexend"/>
            </a:endParaRPr>
          </a:p>
        </p:txBody>
      </p:sp>
      <p:pic>
        <p:nvPicPr>
          <p:cNvPr id="1345" name="Google Shape;1345;p92"/>
          <p:cNvPicPr preferRelativeResize="0"/>
          <p:nvPr/>
        </p:nvPicPr>
        <p:blipFill rotWithShape="1">
          <a:blip r:embed="rId3">
            <a:alphaModFix/>
          </a:blip>
          <a:srcRect b="59597" l="61559" r="13951" t="27330"/>
          <a:stretch/>
        </p:blipFill>
        <p:spPr>
          <a:xfrm flipH="1" rot="10800000">
            <a:off x="2409700" y="1593038"/>
            <a:ext cx="979976" cy="334849"/>
          </a:xfrm>
          <a:prstGeom prst="rect">
            <a:avLst/>
          </a:prstGeom>
          <a:noFill/>
          <a:ln>
            <a:noFill/>
          </a:ln>
        </p:spPr>
      </p:pic>
      <p:pic>
        <p:nvPicPr>
          <p:cNvPr id="1346" name="Google Shape;1346;p92"/>
          <p:cNvPicPr preferRelativeResize="0"/>
          <p:nvPr/>
        </p:nvPicPr>
        <p:blipFill rotWithShape="1">
          <a:blip r:embed="rId3">
            <a:alphaModFix/>
          </a:blip>
          <a:srcRect b="59597" l="61559" r="13951" t="27330"/>
          <a:stretch/>
        </p:blipFill>
        <p:spPr>
          <a:xfrm flipH="1" rot="10800000">
            <a:off x="3219837" y="1593038"/>
            <a:ext cx="979976" cy="334849"/>
          </a:xfrm>
          <a:prstGeom prst="rect">
            <a:avLst/>
          </a:prstGeom>
          <a:noFill/>
          <a:ln>
            <a:noFill/>
          </a:ln>
        </p:spPr>
      </p:pic>
      <p:sp>
        <p:nvSpPr>
          <p:cNvPr id="1347" name="Google Shape;1347;p92"/>
          <p:cNvSpPr txBox="1"/>
          <p:nvPr/>
        </p:nvSpPr>
        <p:spPr>
          <a:xfrm>
            <a:off x="2672924" y="1937388"/>
            <a:ext cx="455700" cy="287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rgbClr val="222222"/>
                </a:solidFill>
                <a:latin typeface="Lexend"/>
                <a:ea typeface="Lexend"/>
                <a:cs typeface="Lexend"/>
                <a:sym typeface="Lexend"/>
              </a:rPr>
              <a:t>+ 8</a:t>
            </a:r>
            <a:endParaRPr sz="1800">
              <a:solidFill>
                <a:srgbClr val="000000"/>
              </a:solidFill>
              <a:latin typeface="Lexend"/>
              <a:ea typeface="Lexend"/>
              <a:cs typeface="Lexend"/>
              <a:sym typeface="Lexend"/>
            </a:endParaRPr>
          </a:p>
        </p:txBody>
      </p:sp>
      <p:sp>
        <p:nvSpPr>
          <p:cNvPr id="1348" name="Google Shape;1348;p92"/>
          <p:cNvSpPr txBox="1"/>
          <p:nvPr/>
        </p:nvSpPr>
        <p:spPr>
          <a:xfrm>
            <a:off x="3481986" y="1937388"/>
            <a:ext cx="455700" cy="287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rgbClr val="222222"/>
                </a:solidFill>
                <a:latin typeface="Lexend"/>
                <a:ea typeface="Lexend"/>
                <a:cs typeface="Lexend"/>
                <a:sym typeface="Lexend"/>
              </a:rPr>
              <a:t>+ 8</a:t>
            </a:r>
            <a:endParaRPr sz="1800">
              <a:solidFill>
                <a:srgbClr val="000000"/>
              </a:solidFill>
              <a:latin typeface="Lexend"/>
              <a:ea typeface="Lexend"/>
              <a:cs typeface="Lexend"/>
              <a:sym typeface="Lexend"/>
            </a:endParaRPr>
          </a:p>
        </p:txBody>
      </p:sp>
      <p:sp>
        <p:nvSpPr>
          <p:cNvPr id="1349" name="Google Shape;1349;p92"/>
          <p:cNvSpPr/>
          <p:nvPr/>
        </p:nvSpPr>
        <p:spPr>
          <a:xfrm>
            <a:off x="2986958" y="1231412"/>
            <a:ext cx="635400" cy="31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2000">
                <a:latin typeface="Lexend"/>
                <a:ea typeface="Lexend"/>
                <a:cs typeface="Lexend"/>
                <a:sym typeface="Lexend"/>
              </a:rPr>
              <a:t>9</a:t>
            </a:r>
            <a:endParaRPr sz="2000">
              <a:solidFill>
                <a:srgbClr val="000000"/>
              </a:solidFill>
              <a:latin typeface="Lexend"/>
              <a:ea typeface="Lexend"/>
              <a:cs typeface="Lexend"/>
              <a:sym typeface="Lexend"/>
            </a:endParaRPr>
          </a:p>
        </p:txBody>
      </p:sp>
      <p:sp>
        <p:nvSpPr>
          <p:cNvPr id="1350" name="Google Shape;1350;p92"/>
          <p:cNvSpPr/>
          <p:nvPr/>
        </p:nvSpPr>
        <p:spPr>
          <a:xfrm>
            <a:off x="4803283" y="1231412"/>
            <a:ext cx="635400" cy="31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2000">
                <a:latin typeface="Lexend"/>
                <a:ea typeface="Lexend"/>
                <a:cs typeface="Lexend"/>
                <a:sym typeface="Lexend"/>
              </a:rPr>
              <a:t>25</a:t>
            </a:r>
            <a:endParaRPr sz="2000">
              <a:solidFill>
                <a:srgbClr val="000000"/>
              </a:solidFill>
              <a:latin typeface="Lexend"/>
              <a:ea typeface="Lexend"/>
              <a:cs typeface="Lexend"/>
              <a:sym typeface="Lexend"/>
            </a:endParaRPr>
          </a:p>
        </p:txBody>
      </p:sp>
      <p:pic>
        <p:nvPicPr>
          <p:cNvPr id="1351" name="Google Shape;1351;p92"/>
          <p:cNvPicPr preferRelativeResize="0"/>
          <p:nvPr/>
        </p:nvPicPr>
        <p:blipFill rotWithShape="1">
          <a:blip r:embed="rId3">
            <a:alphaModFix/>
          </a:blip>
          <a:srcRect b="59597" l="61559" r="13951" t="27330"/>
          <a:stretch/>
        </p:blipFill>
        <p:spPr>
          <a:xfrm flipH="1" rot="10800000">
            <a:off x="4186488" y="1593038"/>
            <a:ext cx="979976" cy="334849"/>
          </a:xfrm>
          <a:prstGeom prst="rect">
            <a:avLst/>
          </a:prstGeom>
          <a:noFill/>
          <a:ln>
            <a:noFill/>
          </a:ln>
        </p:spPr>
      </p:pic>
      <p:sp>
        <p:nvSpPr>
          <p:cNvPr id="1352" name="Google Shape;1352;p92"/>
          <p:cNvSpPr txBox="1"/>
          <p:nvPr/>
        </p:nvSpPr>
        <p:spPr>
          <a:xfrm>
            <a:off x="4448636" y="1937388"/>
            <a:ext cx="455700" cy="287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rgbClr val="222222"/>
                </a:solidFill>
                <a:latin typeface="Lexend"/>
                <a:ea typeface="Lexend"/>
                <a:cs typeface="Lexend"/>
                <a:sym typeface="Lexend"/>
              </a:rPr>
              <a:t>+ 8</a:t>
            </a:r>
            <a:endParaRPr sz="1800">
              <a:solidFill>
                <a:srgbClr val="000000"/>
              </a:solidFill>
              <a:latin typeface="Lexend"/>
              <a:ea typeface="Lexend"/>
              <a:cs typeface="Lexend"/>
              <a:sym typeface="Lexend"/>
            </a:endParaRPr>
          </a:p>
        </p:txBody>
      </p:sp>
      <p:pic>
        <p:nvPicPr>
          <p:cNvPr id="1353" name="Google Shape;1353;p92"/>
          <p:cNvPicPr preferRelativeResize="0"/>
          <p:nvPr/>
        </p:nvPicPr>
        <p:blipFill rotWithShape="1">
          <a:blip r:embed="rId3">
            <a:alphaModFix/>
          </a:blip>
          <a:srcRect b="59597" l="61559" r="13951" t="27330"/>
          <a:stretch/>
        </p:blipFill>
        <p:spPr>
          <a:xfrm flipH="1" rot="10800000">
            <a:off x="5138900" y="1593038"/>
            <a:ext cx="979976" cy="334849"/>
          </a:xfrm>
          <a:prstGeom prst="rect">
            <a:avLst/>
          </a:prstGeom>
          <a:noFill/>
          <a:ln>
            <a:noFill/>
          </a:ln>
        </p:spPr>
      </p:pic>
      <p:sp>
        <p:nvSpPr>
          <p:cNvPr id="1354" name="Google Shape;1354;p92"/>
          <p:cNvSpPr txBox="1"/>
          <p:nvPr/>
        </p:nvSpPr>
        <p:spPr>
          <a:xfrm>
            <a:off x="5438674" y="1937388"/>
            <a:ext cx="455700" cy="287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rgbClr val="222222"/>
                </a:solidFill>
                <a:latin typeface="Lexend"/>
                <a:ea typeface="Lexend"/>
                <a:cs typeface="Lexend"/>
                <a:sym typeface="Lexend"/>
              </a:rPr>
              <a:t>+ 8</a:t>
            </a:r>
            <a:endParaRPr sz="1800">
              <a:solidFill>
                <a:srgbClr val="000000"/>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5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8" name="Shape 1358"/>
        <p:cNvGrpSpPr/>
        <p:nvPr/>
      </p:nvGrpSpPr>
      <p:grpSpPr>
        <a:xfrm>
          <a:off x="0" y="0"/>
          <a:ext cx="0" cy="0"/>
          <a:chOff x="0" y="0"/>
          <a:chExt cx="0" cy="0"/>
        </a:xfrm>
      </p:grpSpPr>
      <p:pic>
        <p:nvPicPr>
          <p:cNvPr id="1359" name="Google Shape;1359;p93"/>
          <p:cNvPicPr preferRelativeResize="0"/>
          <p:nvPr/>
        </p:nvPicPr>
        <p:blipFill rotWithShape="1">
          <a:blip r:embed="rId3">
            <a:alphaModFix/>
          </a:blip>
          <a:srcRect b="59597" l="61559" r="13951" t="27330"/>
          <a:stretch/>
        </p:blipFill>
        <p:spPr>
          <a:xfrm flipH="1" rot="10800000">
            <a:off x="2043275" y="1264974"/>
            <a:ext cx="4665300" cy="733176"/>
          </a:xfrm>
          <a:prstGeom prst="rect">
            <a:avLst/>
          </a:prstGeom>
          <a:noFill/>
          <a:ln>
            <a:noFill/>
          </a:ln>
        </p:spPr>
      </p:pic>
      <p:sp>
        <p:nvSpPr>
          <p:cNvPr id="1360" name="Google Shape;1360;p9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Finding term-to-term rules</a:t>
            </a:r>
            <a:endParaRPr/>
          </a:p>
        </p:txBody>
      </p:sp>
      <p:sp>
        <p:nvSpPr>
          <p:cNvPr id="1361" name="Google Shape;1361;p93"/>
          <p:cNvSpPr/>
          <p:nvPr/>
        </p:nvSpPr>
        <p:spPr>
          <a:xfrm>
            <a:off x="2986970" y="994037"/>
            <a:ext cx="635400" cy="310500"/>
          </a:xfrm>
          <a:prstGeom prst="rect">
            <a:avLst/>
          </a:prstGeom>
          <a:no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t/>
            </a:r>
            <a:endParaRPr sz="2000">
              <a:solidFill>
                <a:srgbClr val="000000"/>
              </a:solidFill>
              <a:latin typeface="Lexend"/>
              <a:ea typeface="Lexend"/>
              <a:cs typeface="Lexend"/>
              <a:sym typeface="Lexend"/>
            </a:endParaRPr>
          </a:p>
        </p:txBody>
      </p:sp>
      <p:sp>
        <p:nvSpPr>
          <p:cNvPr id="1362" name="Google Shape;1362;p93"/>
          <p:cNvSpPr/>
          <p:nvPr/>
        </p:nvSpPr>
        <p:spPr>
          <a:xfrm>
            <a:off x="2076525" y="994017"/>
            <a:ext cx="635400" cy="310500"/>
          </a:xfrm>
          <a:prstGeom prst="rect">
            <a:avLst/>
          </a:prstGeom>
          <a:no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2000">
                <a:latin typeface="Lexend"/>
                <a:ea typeface="Lexend"/>
                <a:cs typeface="Lexend"/>
                <a:sym typeface="Lexend"/>
              </a:rPr>
              <a:t>23</a:t>
            </a:r>
            <a:endParaRPr sz="2000">
              <a:solidFill>
                <a:srgbClr val="000000"/>
              </a:solidFill>
              <a:latin typeface="Lexend"/>
              <a:ea typeface="Lexend"/>
              <a:cs typeface="Lexend"/>
              <a:sym typeface="Lexend"/>
            </a:endParaRPr>
          </a:p>
        </p:txBody>
      </p:sp>
      <p:sp>
        <p:nvSpPr>
          <p:cNvPr id="1363" name="Google Shape;1363;p93"/>
          <p:cNvSpPr/>
          <p:nvPr/>
        </p:nvSpPr>
        <p:spPr>
          <a:xfrm>
            <a:off x="3883540" y="1002812"/>
            <a:ext cx="635400" cy="310500"/>
          </a:xfrm>
          <a:prstGeom prst="rect">
            <a:avLst/>
          </a:prstGeom>
          <a:no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t/>
            </a:r>
            <a:endParaRPr sz="2000">
              <a:solidFill>
                <a:srgbClr val="000000"/>
              </a:solidFill>
              <a:latin typeface="Lexend"/>
              <a:ea typeface="Lexend"/>
              <a:cs typeface="Lexend"/>
              <a:sym typeface="Lexend"/>
            </a:endParaRPr>
          </a:p>
        </p:txBody>
      </p:sp>
      <p:sp>
        <p:nvSpPr>
          <p:cNvPr id="1364" name="Google Shape;1364;p93"/>
          <p:cNvSpPr/>
          <p:nvPr/>
        </p:nvSpPr>
        <p:spPr>
          <a:xfrm>
            <a:off x="4787050" y="1002800"/>
            <a:ext cx="635400" cy="310500"/>
          </a:xfrm>
          <a:prstGeom prst="rect">
            <a:avLst/>
          </a:prstGeom>
          <a:no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t/>
            </a:r>
            <a:endParaRPr sz="2000">
              <a:solidFill>
                <a:srgbClr val="000000"/>
              </a:solidFill>
              <a:latin typeface="Lexend"/>
              <a:ea typeface="Lexend"/>
              <a:cs typeface="Lexend"/>
              <a:sym typeface="Lexend"/>
            </a:endParaRPr>
          </a:p>
        </p:txBody>
      </p:sp>
      <p:sp>
        <p:nvSpPr>
          <p:cNvPr id="1365" name="Google Shape;1365;p93"/>
          <p:cNvSpPr/>
          <p:nvPr/>
        </p:nvSpPr>
        <p:spPr>
          <a:xfrm>
            <a:off x="5647312" y="1002800"/>
            <a:ext cx="635400" cy="310500"/>
          </a:xfrm>
          <a:prstGeom prst="rect">
            <a:avLst/>
          </a:prstGeom>
          <a:no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2000">
                <a:latin typeface="Lexend"/>
                <a:ea typeface="Lexend"/>
                <a:cs typeface="Lexend"/>
                <a:sym typeface="Lexend"/>
              </a:rPr>
              <a:t>59</a:t>
            </a:r>
            <a:endParaRPr sz="2000">
              <a:solidFill>
                <a:srgbClr val="000000"/>
              </a:solidFill>
              <a:latin typeface="Lexend"/>
              <a:ea typeface="Lexend"/>
              <a:cs typeface="Lexend"/>
              <a:sym typeface="Lexend"/>
            </a:endParaRPr>
          </a:p>
        </p:txBody>
      </p:sp>
      <p:sp>
        <p:nvSpPr>
          <p:cNvPr id="1366" name="Google Shape;1366;p93"/>
          <p:cNvSpPr txBox="1"/>
          <p:nvPr/>
        </p:nvSpPr>
        <p:spPr>
          <a:xfrm>
            <a:off x="2784425" y="1041310"/>
            <a:ext cx="151500" cy="369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rgbClr val="000000"/>
                </a:solidFill>
                <a:latin typeface="Lexend"/>
                <a:ea typeface="Lexend"/>
                <a:cs typeface="Lexend"/>
                <a:sym typeface="Lexend"/>
              </a:rPr>
              <a:t>,</a:t>
            </a:r>
            <a:endParaRPr sz="2000">
              <a:solidFill>
                <a:srgbClr val="000000"/>
              </a:solidFill>
              <a:latin typeface="Lexend"/>
              <a:ea typeface="Lexend"/>
              <a:cs typeface="Lexend"/>
              <a:sym typeface="Lexend"/>
            </a:endParaRPr>
          </a:p>
        </p:txBody>
      </p:sp>
      <p:sp>
        <p:nvSpPr>
          <p:cNvPr id="1367" name="Google Shape;1367;p93"/>
          <p:cNvSpPr txBox="1"/>
          <p:nvPr/>
        </p:nvSpPr>
        <p:spPr>
          <a:xfrm>
            <a:off x="3673394" y="1041310"/>
            <a:ext cx="151500" cy="369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rgbClr val="000000"/>
                </a:solidFill>
                <a:latin typeface="Lexend"/>
                <a:ea typeface="Lexend"/>
                <a:cs typeface="Lexend"/>
                <a:sym typeface="Lexend"/>
              </a:rPr>
              <a:t>,</a:t>
            </a:r>
            <a:endParaRPr sz="2000">
              <a:solidFill>
                <a:srgbClr val="000000"/>
              </a:solidFill>
              <a:latin typeface="Lexend"/>
              <a:ea typeface="Lexend"/>
              <a:cs typeface="Lexend"/>
              <a:sym typeface="Lexend"/>
            </a:endParaRPr>
          </a:p>
        </p:txBody>
      </p:sp>
      <p:sp>
        <p:nvSpPr>
          <p:cNvPr id="1368" name="Google Shape;1368;p93"/>
          <p:cNvSpPr txBox="1"/>
          <p:nvPr/>
        </p:nvSpPr>
        <p:spPr>
          <a:xfrm>
            <a:off x="4562364" y="1041310"/>
            <a:ext cx="151500" cy="369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rgbClr val="000000"/>
                </a:solidFill>
                <a:latin typeface="Lexend"/>
                <a:ea typeface="Lexend"/>
                <a:cs typeface="Lexend"/>
                <a:sym typeface="Lexend"/>
              </a:rPr>
              <a:t>,</a:t>
            </a:r>
            <a:endParaRPr sz="2000">
              <a:solidFill>
                <a:srgbClr val="000000"/>
              </a:solidFill>
              <a:latin typeface="Lexend"/>
              <a:ea typeface="Lexend"/>
              <a:cs typeface="Lexend"/>
              <a:sym typeface="Lexend"/>
            </a:endParaRPr>
          </a:p>
        </p:txBody>
      </p:sp>
      <p:sp>
        <p:nvSpPr>
          <p:cNvPr id="1369" name="Google Shape;1369;p93"/>
          <p:cNvSpPr txBox="1"/>
          <p:nvPr/>
        </p:nvSpPr>
        <p:spPr>
          <a:xfrm>
            <a:off x="5528065" y="1041310"/>
            <a:ext cx="151500" cy="369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rgbClr val="000000"/>
                </a:solidFill>
                <a:latin typeface="Lexend"/>
                <a:ea typeface="Lexend"/>
                <a:cs typeface="Lexend"/>
                <a:sym typeface="Lexend"/>
              </a:rPr>
              <a:t>,</a:t>
            </a:r>
            <a:endParaRPr sz="2000">
              <a:solidFill>
                <a:srgbClr val="000000"/>
              </a:solidFill>
              <a:latin typeface="Lexend"/>
              <a:ea typeface="Lexend"/>
              <a:cs typeface="Lexend"/>
              <a:sym typeface="Lexend"/>
            </a:endParaRPr>
          </a:p>
        </p:txBody>
      </p:sp>
      <p:sp>
        <p:nvSpPr>
          <p:cNvPr id="1370" name="Google Shape;1370;p93"/>
          <p:cNvSpPr txBox="1"/>
          <p:nvPr/>
        </p:nvSpPr>
        <p:spPr>
          <a:xfrm>
            <a:off x="6353484" y="1041310"/>
            <a:ext cx="455700" cy="369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rgbClr val="000000"/>
                </a:solidFill>
                <a:latin typeface="Lexend"/>
                <a:ea typeface="Lexend"/>
                <a:cs typeface="Lexend"/>
                <a:sym typeface="Lexend"/>
              </a:rPr>
              <a:t>, …</a:t>
            </a:r>
            <a:endParaRPr sz="2000">
              <a:solidFill>
                <a:srgbClr val="000000"/>
              </a:solidFill>
              <a:latin typeface="Lexend"/>
              <a:ea typeface="Lexend"/>
              <a:cs typeface="Lexend"/>
              <a:sym typeface="Lexend"/>
            </a:endParaRPr>
          </a:p>
        </p:txBody>
      </p:sp>
      <p:sp>
        <p:nvSpPr>
          <p:cNvPr id="1371" name="Google Shape;1371;p93"/>
          <p:cNvSpPr txBox="1"/>
          <p:nvPr>
            <p:ph idx="1" type="body"/>
          </p:nvPr>
        </p:nvSpPr>
        <p:spPr>
          <a:xfrm>
            <a:off x="324000" y="2168488"/>
            <a:ext cx="8496000" cy="381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How about when we have more missing terms? </a:t>
            </a:r>
            <a:endParaRPr sz="1800"/>
          </a:p>
        </p:txBody>
      </p:sp>
      <p:pic>
        <p:nvPicPr>
          <p:cNvPr id="1372" name="Google Shape;1372;p93"/>
          <p:cNvPicPr preferRelativeResize="0"/>
          <p:nvPr/>
        </p:nvPicPr>
        <p:blipFill rotWithShape="1">
          <a:blip r:embed="rId3">
            <a:alphaModFix/>
          </a:blip>
          <a:srcRect b="59597" l="61559" r="13951" t="27330"/>
          <a:stretch/>
        </p:blipFill>
        <p:spPr>
          <a:xfrm>
            <a:off x="2409700" y="678651"/>
            <a:ext cx="979976" cy="334849"/>
          </a:xfrm>
          <a:prstGeom prst="rect">
            <a:avLst/>
          </a:prstGeom>
          <a:noFill/>
          <a:ln>
            <a:noFill/>
          </a:ln>
        </p:spPr>
      </p:pic>
      <p:sp>
        <p:nvSpPr>
          <p:cNvPr id="1373" name="Google Shape;1373;p93"/>
          <p:cNvSpPr txBox="1"/>
          <p:nvPr>
            <p:ph idx="1" type="body"/>
          </p:nvPr>
        </p:nvSpPr>
        <p:spPr>
          <a:xfrm>
            <a:off x="324000" y="2781338"/>
            <a:ext cx="5590200" cy="381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a:t>
            </a:r>
            <a:r>
              <a:rPr baseline="-25000" lang="en-GB" sz="1800"/>
              <a:t>5</a:t>
            </a:r>
            <a:r>
              <a:rPr lang="en-GB" sz="1800"/>
              <a:t> </a:t>
            </a:r>
            <a:r>
              <a:rPr lang="en-GB" sz="1900">
                <a:solidFill>
                  <a:srgbClr val="222222"/>
                </a:solidFill>
              </a:rPr>
              <a:t>− T</a:t>
            </a:r>
            <a:r>
              <a:rPr baseline="-25000" lang="en-GB" sz="1900">
                <a:solidFill>
                  <a:srgbClr val="222222"/>
                </a:solidFill>
              </a:rPr>
              <a:t>1</a:t>
            </a:r>
            <a:r>
              <a:rPr lang="en-GB" sz="1900">
                <a:solidFill>
                  <a:srgbClr val="222222"/>
                </a:solidFill>
              </a:rPr>
              <a:t>         59 − 23 = 36</a:t>
            </a:r>
            <a:endParaRPr sz="1800"/>
          </a:p>
        </p:txBody>
      </p:sp>
      <p:sp>
        <p:nvSpPr>
          <p:cNvPr id="1374" name="Google Shape;1374;p93"/>
          <p:cNvSpPr txBox="1"/>
          <p:nvPr/>
        </p:nvSpPr>
        <p:spPr>
          <a:xfrm>
            <a:off x="4058213" y="1952100"/>
            <a:ext cx="635400" cy="287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rgbClr val="222222"/>
                </a:solidFill>
                <a:latin typeface="Lexend"/>
                <a:ea typeface="Lexend"/>
                <a:cs typeface="Lexend"/>
                <a:sym typeface="Lexend"/>
              </a:rPr>
              <a:t>+ 36</a:t>
            </a:r>
            <a:endParaRPr sz="1800">
              <a:solidFill>
                <a:srgbClr val="000000"/>
              </a:solidFill>
              <a:latin typeface="Lexend"/>
              <a:ea typeface="Lexend"/>
              <a:cs typeface="Lexend"/>
              <a:sym typeface="Lexend"/>
            </a:endParaRPr>
          </a:p>
        </p:txBody>
      </p:sp>
      <p:sp>
        <p:nvSpPr>
          <p:cNvPr id="1375" name="Google Shape;1375;p93"/>
          <p:cNvSpPr txBox="1"/>
          <p:nvPr>
            <p:ph idx="1" type="body"/>
          </p:nvPr>
        </p:nvSpPr>
        <p:spPr>
          <a:xfrm>
            <a:off x="324000" y="3267138"/>
            <a:ext cx="8496000" cy="381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How many times has our value been added to T</a:t>
            </a:r>
            <a:r>
              <a:rPr baseline="-25000" lang="en-GB" sz="1800"/>
              <a:t>1</a:t>
            </a:r>
            <a:r>
              <a:rPr lang="en-GB" sz="1800"/>
              <a:t> to get T</a:t>
            </a:r>
            <a:r>
              <a:rPr baseline="-25000" lang="en-GB" sz="1800"/>
              <a:t>5</a:t>
            </a:r>
            <a:r>
              <a:rPr lang="en-GB" sz="1800"/>
              <a:t> ?</a:t>
            </a:r>
            <a:endParaRPr sz="1800"/>
          </a:p>
        </p:txBody>
      </p:sp>
      <p:pic>
        <p:nvPicPr>
          <p:cNvPr id="1376" name="Google Shape;1376;p93"/>
          <p:cNvPicPr preferRelativeResize="0"/>
          <p:nvPr/>
        </p:nvPicPr>
        <p:blipFill rotWithShape="1">
          <a:blip r:embed="rId3">
            <a:alphaModFix/>
          </a:blip>
          <a:srcRect b="59597" l="61559" r="13951" t="27330"/>
          <a:stretch/>
        </p:blipFill>
        <p:spPr>
          <a:xfrm>
            <a:off x="3219837" y="678651"/>
            <a:ext cx="979976" cy="334849"/>
          </a:xfrm>
          <a:prstGeom prst="rect">
            <a:avLst/>
          </a:prstGeom>
          <a:noFill/>
          <a:ln>
            <a:noFill/>
          </a:ln>
        </p:spPr>
      </p:pic>
      <p:sp>
        <p:nvSpPr>
          <p:cNvPr id="1377" name="Google Shape;1377;p93"/>
          <p:cNvSpPr txBox="1"/>
          <p:nvPr>
            <p:ph idx="1" type="body"/>
          </p:nvPr>
        </p:nvSpPr>
        <p:spPr>
          <a:xfrm>
            <a:off x="350613" y="3856188"/>
            <a:ext cx="8496000" cy="381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So 36 </a:t>
            </a:r>
            <a:r>
              <a:rPr lang="en-GB" sz="1900">
                <a:solidFill>
                  <a:srgbClr val="222222"/>
                </a:solidFill>
              </a:rPr>
              <a:t>÷ 4 will tell us what each addition is</a:t>
            </a:r>
            <a:r>
              <a:rPr lang="en-GB" sz="1800"/>
              <a:t>  </a:t>
            </a:r>
            <a:endParaRPr sz="1800"/>
          </a:p>
        </p:txBody>
      </p:sp>
      <p:sp>
        <p:nvSpPr>
          <p:cNvPr id="1378" name="Google Shape;1378;p93"/>
          <p:cNvSpPr txBox="1"/>
          <p:nvPr/>
        </p:nvSpPr>
        <p:spPr>
          <a:xfrm>
            <a:off x="2672924" y="718200"/>
            <a:ext cx="455700" cy="287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rgbClr val="222222"/>
                </a:solidFill>
                <a:latin typeface="Lexend"/>
                <a:ea typeface="Lexend"/>
                <a:cs typeface="Lexend"/>
                <a:sym typeface="Lexend"/>
              </a:rPr>
              <a:t>+ 9</a:t>
            </a:r>
            <a:endParaRPr sz="1800">
              <a:solidFill>
                <a:srgbClr val="000000"/>
              </a:solidFill>
              <a:latin typeface="Lexend"/>
              <a:ea typeface="Lexend"/>
              <a:cs typeface="Lexend"/>
              <a:sym typeface="Lexend"/>
            </a:endParaRPr>
          </a:p>
        </p:txBody>
      </p:sp>
      <p:sp>
        <p:nvSpPr>
          <p:cNvPr id="1379" name="Google Shape;1379;p93"/>
          <p:cNvSpPr txBox="1"/>
          <p:nvPr/>
        </p:nvSpPr>
        <p:spPr>
          <a:xfrm>
            <a:off x="3481986" y="718200"/>
            <a:ext cx="455700" cy="287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rgbClr val="222222"/>
                </a:solidFill>
                <a:latin typeface="Lexend"/>
                <a:ea typeface="Lexend"/>
                <a:cs typeface="Lexend"/>
                <a:sym typeface="Lexend"/>
              </a:rPr>
              <a:t>+ 9</a:t>
            </a:r>
            <a:endParaRPr sz="1800">
              <a:solidFill>
                <a:srgbClr val="000000"/>
              </a:solidFill>
              <a:latin typeface="Lexend"/>
              <a:ea typeface="Lexend"/>
              <a:cs typeface="Lexend"/>
              <a:sym typeface="Lexend"/>
            </a:endParaRPr>
          </a:p>
        </p:txBody>
      </p:sp>
      <p:sp>
        <p:nvSpPr>
          <p:cNvPr id="1380" name="Google Shape;1380;p93"/>
          <p:cNvSpPr txBox="1"/>
          <p:nvPr>
            <p:ph idx="1" type="body"/>
          </p:nvPr>
        </p:nvSpPr>
        <p:spPr>
          <a:xfrm>
            <a:off x="324000" y="4369038"/>
            <a:ext cx="8496000" cy="381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 </a:t>
            </a:r>
            <a:r>
              <a:rPr b="1" lang="en-GB" sz="1800"/>
              <a:t>term-to-term</a:t>
            </a:r>
            <a:r>
              <a:rPr lang="en-GB" sz="1800"/>
              <a:t> rule could be ‘plus 9’  </a:t>
            </a:r>
            <a:endParaRPr sz="1800"/>
          </a:p>
        </p:txBody>
      </p:sp>
      <p:pic>
        <p:nvPicPr>
          <p:cNvPr id="1381" name="Google Shape;1381;p93"/>
          <p:cNvPicPr preferRelativeResize="0"/>
          <p:nvPr/>
        </p:nvPicPr>
        <p:blipFill rotWithShape="1">
          <a:blip r:embed="rId3">
            <a:alphaModFix/>
          </a:blip>
          <a:srcRect b="59597" l="61559" r="13951" t="27330"/>
          <a:stretch/>
        </p:blipFill>
        <p:spPr>
          <a:xfrm>
            <a:off x="4108625" y="678676"/>
            <a:ext cx="979976" cy="334849"/>
          </a:xfrm>
          <a:prstGeom prst="rect">
            <a:avLst/>
          </a:prstGeom>
          <a:noFill/>
          <a:ln>
            <a:noFill/>
          </a:ln>
        </p:spPr>
      </p:pic>
      <p:pic>
        <p:nvPicPr>
          <p:cNvPr id="1382" name="Google Shape;1382;p93"/>
          <p:cNvPicPr preferRelativeResize="0"/>
          <p:nvPr/>
        </p:nvPicPr>
        <p:blipFill rotWithShape="1">
          <a:blip r:embed="rId3">
            <a:alphaModFix/>
          </a:blip>
          <a:srcRect b="59597" l="61559" r="13951" t="27330"/>
          <a:stretch/>
        </p:blipFill>
        <p:spPr>
          <a:xfrm>
            <a:off x="4981388" y="678676"/>
            <a:ext cx="979976" cy="334849"/>
          </a:xfrm>
          <a:prstGeom prst="rect">
            <a:avLst/>
          </a:prstGeom>
          <a:noFill/>
          <a:ln>
            <a:noFill/>
          </a:ln>
        </p:spPr>
      </p:pic>
      <p:sp>
        <p:nvSpPr>
          <p:cNvPr id="1383" name="Google Shape;1383;p93"/>
          <p:cNvSpPr txBox="1"/>
          <p:nvPr/>
        </p:nvSpPr>
        <p:spPr>
          <a:xfrm>
            <a:off x="4344161" y="731600"/>
            <a:ext cx="455700" cy="287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rgbClr val="222222"/>
                </a:solidFill>
                <a:latin typeface="Lexend"/>
                <a:ea typeface="Lexend"/>
                <a:cs typeface="Lexend"/>
                <a:sym typeface="Lexend"/>
              </a:rPr>
              <a:t>+ 9</a:t>
            </a:r>
            <a:endParaRPr sz="1800">
              <a:solidFill>
                <a:srgbClr val="000000"/>
              </a:solidFill>
              <a:latin typeface="Lexend"/>
              <a:ea typeface="Lexend"/>
              <a:cs typeface="Lexend"/>
              <a:sym typeface="Lexend"/>
            </a:endParaRPr>
          </a:p>
        </p:txBody>
      </p:sp>
      <p:sp>
        <p:nvSpPr>
          <p:cNvPr id="1384" name="Google Shape;1384;p93"/>
          <p:cNvSpPr txBox="1"/>
          <p:nvPr/>
        </p:nvSpPr>
        <p:spPr>
          <a:xfrm>
            <a:off x="5206336" y="731600"/>
            <a:ext cx="455700" cy="287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rgbClr val="222222"/>
                </a:solidFill>
                <a:latin typeface="Lexend"/>
                <a:ea typeface="Lexend"/>
                <a:cs typeface="Lexend"/>
                <a:sym typeface="Lexend"/>
              </a:rPr>
              <a:t>+ 9</a:t>
            </a:r>
            <a:endParaRPr sz="1800">
              <a:solidFill>
                <a:srgbClr val="000000"/>
              </a:solidFill>
              <a:latin typeface="Lexend"/>
              <a:ea typeface="Lexend"/>
              <a:cs typeface="Lexend"/>
              <a:sym typeface="Lexend"/>
            </a:endParaRPr>
          </a:p>
        </p:txBody>
      </p:sp>
      <p:sp>
        <p:nvSpPr>
          <p:cNvPr id="1385" name="Google Shape;1385;p93"/>
          <p:cNvSpPr/>
          <p:nvPr/>
        </p:nvSpPr>
        <p:spPr>
          <a:xfrm>
            <a:off x="2986958" y="994037"/>
            <a:ext cx="635400" cy="31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2000">
                <a:latin typeface="Lexend"/>
                <a:ea typeface="Lexend"/>
                <a:cs typeface="Lexend"/>
                <a:sym typeface="Lexend"/>
              </a:rPr>
              <a:t>32</a:t>
            </a:r>
            <a:endParaRPr sz="2000">
              <a:solidFill>
                <a:srgbClr val="000000"/>
              </a:solidFill>
              <a:latin typeface="Lexend"/>
              <a:ea typeface="Lexend"/>
              <a:cs typeface="Lexend"/>
              <a:sym typeface="Lexend"/>
            </a:endParaRPr>
          </a:p>
        </p:txBody>
      </p:sp>
      <p:sp>
        <p:nvSpPr>
          <p:cNvPr id="1386" name="Google Shape;1386;p93"/>
          <p:cNvSpPr/>
          <p:nvPr/>
        </p:nvSpPr>
        <p:spPr>
          <a:xfrm>
            <a:off x="3887020" y="994037"/>
            <a:ext cx="635400" cy="31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2000">
                <a:latin typeface="Lexend"/>
                <a:ea typeface="Lexend"/>
                <a:cs typeface="Lexend"/>
                <a:sym typeface="Lexend"/>
              </a:rPr>
              <a:t>41</a:t>
            </a:r>
            <a:endParaRPr sz="2000">
              <a:solidFill>
                <a:srgbClr val="000000"/>
              </a:solidFill>
              <a:latin typeface="Lexend"/>
              <a:ea typeface="Lexend"/>
              <a:cs typeface="Lexend"/>
              <a:sym typeface="Lexend"/>
            </a:endParaRPr>
          </a:p>
        </p:txBody>
      </p:sp>
      <p:sp>
        <p:nvSpPr>
          <p:cNvPr id="1387" name="Google Shape;1387;p93"/>
          <p:cNvSpPr/>
          <p:nvPr/>
        </p:nvSpPr>
        <p:spPr>
          <a:xfrm>
            <a:off x="4803270" y="994037"/>
            <a:ext cx="635400" cy="31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2000">
                <a:latin typeface="Lexend"/>
                <a:ea typeface="Lexend"/>
                <a:cs typeface="Lexend"/>
                <a:sym typeface="Lexend"/>
              </a:rPr>
              <a:t>50</a:t>
            </a:r>
            <a:endParaRPr sz="2000">
              <a:solidFill>
                <a:srgbClr val="000000"/>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6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6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6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6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6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6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6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6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7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7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8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1" name="Shape 1391"/>
        <p:cNvGrpSpPr/>
        <p:nvPr/>
      </p:nvGrpSpPr>
      <p:grpSpPr>
        <a:xfrm>
          <a:off x="0" y="0"/>
          <a:ext cx="0" cy="0"/>
          <a:chOff x="0" y="0"/>
          <a:chExt cx="0" cy="0"/>
        </a:xfrm>
      </p:grpSpPr>
      <p:sp>
        <p:nvSpPr>
          <p:cNvPr id="1392" name="Google Shape;1392;p94"/>
          <p:cNvSpPr txBox="1"/>
          <p:nvPr>
            <p:ph idx="1" type="subTitle"/>
          </p:nvPr>
        </p:nvSpPr>
        <p:spPr>
          <a:xfrm>
            <a:off x="337825" y="675000"/>
            <a:ext cx="3982200" cy="1061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Find a </a:t>
            </a:r>
            <a:r>
              <a:rPr b="1" lang="en-GB"/>
              <a:t>term-to-term</a:t>
            </a:r>
            <a:r>
              <a:rPr lang="en-GB"/>
              <a:t> rule for a </a:t>
            </a:r>
            <a:r>
              <a:rPr lang="en-GB">
                <a:solidFill>
                  <a:schemeClr val="accent5"/>
                </a:solidFill>
              </a:rPr>
              <a:t>constant additive</a:t>
            </a:r>
            <a:r>
              <a:rPr lang="en-GB"/>
              <a:t> sequence with                  T</a:t>
            </a:r>
            <a:r>
              <a:rPr baseline="-25000" lang="en-GB"/>
              <a:t>2</a:t>
            </a:r>
            <a:r>
              <a:rPr lang="en-GB"/>
              <a:t>= 7 and T</a:t>
            </a:r>
            <a:r>
              <a:rPr baseline="-25000" lang="en-GB"/>
              <a:t>5</a:t>
            </a:r>
            <a:r>
              <a:rPr lang="en-GB"/>
              <a:t>= 19</a:t>
            </a:r>
            <a:endParaRPr/>
          </a:p>
        </p:txBody>
      </p:sp>
      <p:sp>
        <p:nvSpPr>
          <p:cNvPr id="1393" name="Google Shape;1393;p94"/>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Finding term-to-term rules</a:t>
            </a:r>
            <a:endParaRPr/>
          </a:p>
        </p:txBody>
      </p:sp>
      <p:sp>
        <p:nvSpPr>
          <p:cNvPr id="1394" name="Google Shape;1394;p94"/>
          <p:cNvSpPr txBox="1"/>
          <p:nvPr>
            <p:ph idx="1" type="subTitle"/>
          </p:nvPr>
        </p:nvSpPr>
        <p:spPr>
          <a:xfrm>
            <a:off x="476400" y="2259500"/>
            <a:ext cx="3982200" cy="437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T</a:t>
            </a:r>
            <a:r>
              <a:rPr baseline="-25000" lang="en-GB"/>
              <a:t>1   </a:t>
            </a:r>
            <a:r>
              <a:rPr lang="en-GB"/>
              <a:t>,   7   ,  T</a:t>
            </a:r>
            <a:r>
              <a:rPr baseline="-25000" lang="en-GB"/>
              <a:t>3   </a:t>
            </a:r>
            <a:r>
              <a:rPr lang="en-GB"/>
              <a:t>,  T</a:t>
            </a:r>
            <a:r>
              <a:rPr baseline="-25000" lang="en-GB"/>
              <a:t>4   </a:t>
            </a:r>
            <a:r>
              <a:rPr lang="en-GB"/>
              <a:t>,  19</a:t>
            </a:r>
            <a:endParaRPr/>
          </a:p>
        </p:txBody>
      </p:sp>
      <p:sp>
        <p:nvSpPr>
          <p:cNvPr id="1395" name="Google Shape;1395;p94"/>
          <p:cNvSpPr/>
          <p:nvPr/>
        </p:nvSpPr>
        <p:spPr>
          <a:xfrm>
            <a:off x="394769" y="2201400"/>
            <a:ext cx="352500" cy="4377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96" name="Google Shape;1396;p94"/>
          <p:cNvSpPr/>
          <p:nvPr/>
        </p:nvSpPr>
        <p:spPr>
          <a:xfrm>
            <a:off x="928169" y="2201400"/>
            <a:ext cx="352500" cy="4377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97" name="Google Shape;1397;p94"/>
          <p:cNvSpPr/>
          <p:nvPr/>
        </p:nvSpPr>
        <p:spPr>
          <a:xfrm>
            <a:off x="1461569" y="2201400"/>
            <a:ext cx="352500" cy="4377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98" name="Google Shape;1398;p94"/>
          <p:cNvSpPr/>
          <p:nvPr/>
        </p:nvSpPr>
        <p:spPr>
          <a:xfrm>
            <a:off x="1994969" y="2201400"/>
            <a:ext cx="352500" cy="4377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99" name="Google Shape;1399;p94"/>
          <p:cNvSpPr/>
          <p:nvPr/>
        </p:nvSpPr>
        <p:spPr>
          <a:xfrm>
            <a:off x="2528369" y="2201400"/>
            <a:ext cx="352500" cy="4377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00" name="Google Shape;1400;p94"/>
          <p:cNvSpPr txBox="1"/>
          <p:nvPr>
            <p:ph idx="1" type="subTitle"/>
          </p:nvPr>
        </p:nvSpPr>
        <p:spPr>
          <a:xfrm>
            <a:off x="337825" y="3436500"/>
            <a:ext cx="3982200" cy="366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19 </a:t>
            </a:r>
            <a:r>
              <a:rPr lang="en-GB" sz="1900">
                <a:solidFill>
                  <a:srgbClr val="222222"/>
                </a:solidFill>
              </a:rPr>
              <a:t>− 7 = 12</a:t>
            </a:r>
            <a:r>
              <a:rPr lang="en-GB"/>
              <a:t> </a:t>
            </a:r>
            <a:endParaRPr/>
          </a:p>
        </p:txBody>
      </p:sp>
      <p:pic>
        <p:nvPicPr>
          <p:cNvPr id="1401" name="Google Shape;1401;p94"/>
          <p:cNvPicPr preferRelativeResize="0"/>
          <p:nvPr/>
        </p:nvPicPr>
        <p:blipFill rotWithShape="1">
          <a:blip r:embed="rId3">
            <a:alphaModFix/>
          </a:blip>
          <a:srcRect b="59597" l="61559" r="13951" t="27330"/>
          <a:stretch/>
        </p:blipFill>
        <p:spPr>
          <a:xfrm flipH="1" rot="10800000">
            <a:off x="959650" y="2613475"/>
            <a:ext cx="2068252" cy="406025"/>
          </a:xfrm>
          <a:prstGeom prst="rect">
            <a:avLst/>
          </a:prstGeom>
          <a:noFill/>
          <a:ln>
            <a:noFill/>
          </a:ln>
        </p:spPr>
      </p:pic>
      <p:sp>
        <p:nvSpPr>
          <p:cNvPr id="1402" name="Google Shape;1402;p94"/>
          <p:cNvSpPr txBox="1"/>
          <p:nvPr/>
        </p:nvSpPr>
        <p:spPr>
          <a:xfrm>
            <a:off x="1655104" y="2984141"/>
            <a:ext cx="575100" cy="144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rgbClr val="222222"/>
                </a:solidFill>
                <a:latin typeface="Lexend"/>
                <a:ea typeface="Lexend"/>
                <a:cs typeface="Lexend"/>
                <a:sym typeface="Lexend"/>
              </a:rPr>
              <a:t>+ 12</a:t>
            </a:r>
            <a:endParaRPr sz="1800">
              <a:solidFill>
                <a:srgbClr val="000000"/>
              </a:solidFill>
              <a:latin typeface="Lexend"/>
              <a:ea typeface="Lexend"/>
              <a:cs typeface="Lexend"/>
              <a:sym typeface="Lexend"/>
            </a:endParaRPr>
          </a:p>
        </p:txBody>
      </p:sp>
      <p:pic>
        <p:nvPicPr>
          <p:cNvPr id="1403" name="Google Shape;1403;p94"/>
          <p:cNvPicPr preferRelativeResize="0"/>
          <p:nvPr/>
        </p:nvPicPr>
        <p:blipFill rotWithShape="1">
          <a:blip r:embed="rId3">
            <a:alphaModFix/>
          </a:blip>
          <a:srcRect b="59597" l="61559" r="13951" t="27330"/>
          <a:stretch/>
        </p:blipFill>
        <p:spPr>
          <a:xfrm>
            <a:off x="1062175" y="1990419"/>
            <a:ext cx="675920" cy="225023"/>
          </a:xfrm>
          <a:prstGeom prst="rect">
            <a:avLst/>
          </a:prstGeom>
          <a:noFill/>
          <a:ln>
            <a:noFill/>
          </a:ln>
        </p:spPr>
      </p:pic>
      <p:pic>
        <p:nvPicPr>
          <p:cNvPr id="1404" name="Google Shape;1404;p94"/>
          <p:cNvPicPr preferRelativeResize="0"/>
          <p:nvPr/>
        </p:nvPicPr>
        <p:blipFill rotWithShape="1">
          <a:blip r:embed="rId3">
            <a:alphaModFix/>
          </a:blip>
          <a:srcRect b="59597" l="61559" r="13951" t="27330"/>
          <a:stretch/>
        </p:blipFill>
        <p:spPr>
          <a:xfrm>
            <a:off x="1595853" y="1990419"/>
            <a:ext cx="675920" cy="225023"/>
          </a:xfrm>
          <a:prstGeom prst="rect">
            <a:avLst/>
          </a:prstGeom>
          <a:noFill/>
          <a:ln>
            <a:noFill/>
          </a:ln>
        </p:spPr>
      </p:pic>
      <p:pic>
        <p:nvPicPr>
          <p:cNvPr id="1405" name="Google Shape;1405;p94"/>
          <p:cNvPicPr preferRelativeResize="0"/>
          <p:nvPr/>
        </p:nvPicPr>
        <p:blipFill rotWithShape="1">
          <a:blip r:embed="rId3">
            <a:alphaModFix/>
          </a:blip>
          <a:srcRect b="59597" l="61559" r="13951" t="27330"/>
          <a:stretch/>
        </p:blipFill>
        <p:spPr>
          <a:xfrm>
            <a:off x="2129530" y="1990419"/>
            <a:ext cx="675920" cy="225023"/>
          </a:xfrm>
          <a:prstGeom prst="rect">
            <a:avLst/>
          </a:prstGeom>
          <a:noFill/>
          <a:ln>
            <a:noFill/>
          </a:ln>
        </p:spPr>
      </p:pic>
      <p:sp>
        <p:nvSpPr>
          <p:cNvPr id="1406" name="Google Shape;1406;p94"/>
          <p:cNvSpPr txBox="1"/>
          <p:nvPr>
            <p:ph idx="1" type="subTitle"/>
          </p:nvPr>
        </p:nvSpPr>
        <p:spPr>
          <a:xfrm>
            <a:off x="324000" y="3848450"/>
            <a:ext cx="3982200" cy="366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12 </a:t>
            </a:r>
            <a:r>
              <a:rPr lang="en-GB" sz="1900">
                <a:solidFill>
                  <a:srgbClr val="222222"/>
                </a:solidFill>
              </a:rPr>
              <a:t>÷ 3 = 4</a:t>
            </a:r>
            <a:r>
              <a:rPr lang="en-GB"/>
              <a:t> </a:t>
            </a:r>
            <a:endParaRPr/>
          </a:p>
        </p:txBody>
      </p:sp>
      <p:sp>
        <p:nvSpPr>
          <p:cNvPr id="1407" name="Google Shape;1407;p94"/>
          <p:cNvSpPr txBox="1"/>
          <p:nvPr>
            <p:ph idx="1" type="subTitle"/>
          </p:nvPr>
        </p:nvSpPr>
        <p:spPr>
          <a:xfrm>
            <a:off x="337825" y="4234450"/>
            <a:ext cx="3982200" cy="366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The</a:t>
            </a:r>
            <a:r>
              <a:rPr lang="en-GB"/>
              <a:t> </a:t>
            </a:r>
            <a:r>
              <a:rPr b="1" lang="en-GB"/>
              <a:t>term-to-term</a:t>
            </a:r>
            <a:r>
              <a:rPr lang="en-GB"/>
              <a:t> rule is ‘+ 4’ </a:t>
            </a:r>
            <a:endParaRPr/>
          </a:p>
        </p:txBody>
      </p:sp>
      <p:sp>
        <p:nvSpPr>
          <p:cNvPr id="1408" name="Google Shape;1408;p94"/>
          <p:cNvSpPr txBox="1"/>
          <p:nvPr>
            <p:ph idx="1" type="subTitle"/>
          </p:nvPr>
        </p:nvSpPr>
        <p:spPr>
          <a:xfrm>
            <a:off x="4837825" y="704250"/>
            <a:ext cx="3982200" cy="810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Find a </a:t>
            </a:r>
            <a:r>
              <a:rPr b="1" lang="en-GB"/>
              <a:t>term-to-term</a:t>
            </a:r>
            <a:r>
              <a:rPr lang="en-GB"/>
              <a:t> rule for a </a:t>
            </a:r>
            <a:r>
              <a:rPr lang="en-GB">
                <a:solidFill>
                  <a:schemeClr val="accent5"/>
                </a:solidFill>
              </a:rPr>
              <a:t>constant additive</a:t>
            </a:r>
            <a:r>
              <a:rPr lang="en-GB"/>
              <a:t> sequence with                    T</a:t>
            </a:r>
            <a:r>
              <a:rPr baseline="-25000" lang="en-GB"/>
              <a:t>1</a:t>
            </a:r>
            <a:r>
              <a:rPr lang="en-GB"/>
              <a:t>= 2 and T</a:t>
            </a:r>
            <a:r>
              <a:rPr baseline="-25000" lang="en-GB"/>
              <a:t>6</a:t>
            </a:r>
            <a:r>
              <a:rPr lang="en-GB"/>
              <a:t>= 42</a:t>
            </a:r>
            <a:endParaRPr/>
          </a:p>
        </p:txBody>
      </p:sp>
      <p:sp>
        <p:nvSpPr>
          <p:cNvPr id="1409" name="Google Shape;1409;p94"/>
          <p:cNvSpPr txBox="1"/>
          <p:nvPr>
            <p:ph idx="1" type="subTitle"/>
          </p:nvPr>
        </p:nvSpPr>
        <p:spPr>
          <a:xfrm>
            <a:off x="4976400" y="2259442"/>
            <a:ext cx="3982200" cy="437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2 </a:t>
            </a:r>
            <a:r>
              <a:rPr baseline="-25000" lang="en-GB"/>
              <a:t>   </a:t>
            </a:r>
            <a:r>
              <a:rPr lang="en-GB"/>
              <a:t>,   T</a:t>
            </a:r>
            <a:r>
              <a:rPr baseline="-25000" lang="en-GB"/>
              <a:t>2</a:t>
            </a:r>
            <a:r>
              <a:rPr lang="en-GB"/>
              <a:t>  ,  T</a:t>
            </a:r>
            <a:r>
              <a:rPr baseline="-25000" lang="en-GB"/>
              <a:t>3   </a:t>
            </a:r>
            <a:r>
              <a:rPr lang="en-GB"/>
              <a:t>,  T</a:t>
            </a:r>
            <a:r>
              <a:rPr baseline="-25000" lang="en-GB"/>
              <a:t>4   </a:t>
            </a:r>
            <a:r>
              <a:rPr lang="en-GB"/>
              <a:t>,  T</a:t>
            </a:r>
            <a:r>
              <a:rPr baseline="-25000" lang="en-GB"/>
              <a:t>5</a:t>
            </a:r>
            <a:r>
              <a:rPr lang="en-GB"/>
              <a:t>  ,  42</a:t>
            </a:r>
            <a:endParaRPr/>
          </a:p>
        </p:txBody>
      </p:sp>
      <p:sp>
        <p:nvSpPr>
          <p:cNvPr id="1410" name="Google Shape;1410;p94"/>
          <p:cNvSpPr/>
          <p:nvPr/>
        </p:nvSpPr>
        <p:spPr>
          <a:xfrm>
            <a:off x="4894769" y="2164466"/>
            <a:ext cx="352500" cy="4377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11" name="Google Shape;1411;p94"/>
          <p:cNvSpPr/>
          <p:nvPr/>
        </p:nvSpPr>
        <p:spPr>
          <a:xfrm>
            <a:off x="5428169" y="2164466"/>
            <a:ext cx="352500" cy="4377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12" name="Google Shape;1412;p94"/>
          <p:cNvSpPr/>
          <p:nvPr/>
        </p:nvSpPr>
        <p:spPr>
          <a:xfrm>
            <a:off x="5961569" y="2164466"/>
            <a:ext cx="352500" cy="4377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13" name="Google Shape;1413;p94"/>
          <p:cNvSpPr/>
          <p:nvPr/>
        </p:nvSpPr>
        <p:spPr>
          <a:xfrm>
            <a:off x="6494969" y="2164466"/>
            <a:ext cx="352500" cy="4377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14" name="Google Shape;1414;p94"/>
          <p:cNvSpPr/>
          <p:nvPr/>
        </p:nvSpPr>
        <p:spPr>
          <a:xfrm>
            <a:off x="7028369" y="2164466"/>
            <a:ext cx="352500" cy="4377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15" name="Google Shape;1415;p94"/>
          <p:cNvSpPr txBox="1"/>
          <p:nvPr>
            <p:ph idx="1" type="subTitle"/>
          </p:nvPr>
        </p:nvSpPr>
        <p:spPr>
          <a:xfrm>
            <a:off x="4824000" y="3349750"/>
            <a:ext cx="3982200" cy="366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42 </a:t>
            </a:r>
            <a:r>
              <a:rPr lang="en-GB" sz="1900">
                <a:solidFill>
                  <a:srgbClr val="222222"/>
                </a:solidFill>
              </a:rPr>
              <a:t>− 2 = 40</a:t>
            </a:r>
            <a:r>
              <a:rPr lang="en-GB"/>
              <a:t> </a:t>
            </a:r>
            <a:endParaRPr/>
          </a:p>
        </p:txBody>
      </p:sp>
      <p:pic>
        <p:nvPicPr>
          <p:cNvPr id="1416" name="Google Shape;1416;p94"/>
          <p:cNvPicPr preferRelativeResize="0"/>
          <p:nvPr/>
        </p:nvPicPr>
        <p:blipFill rotWithShape="1">
          <a:blip r:embed="rId3">
            <a:alphaModFix/>
          </a:blip>
          <a:srcRect b="59597" l="61559" r="13951" t="27330"/>
          <a:stretch/>
        </p:blipFill>
        <p:spPr>
          <a:xfrm flipH="1" rot="10800000">
            <a:off x="4780200" y="2590129"/>
            <a:ext cx="3468324" cy="504076"/>
          </a:xfrm>
          <a:prstGeom prst="rect">
            <a:avLst/>
          </a:prstGeom>
          <a:noFill/>
          <a:ln>
            <a:noFill/>
          </a:ln>
        </p:spPr>
      </p:pic>
      <p:sp>
        <p:nvSpPr>
          <p:cNvPr id="1417" name="Google Shape;1417;p94"/>
          <p:cNvSpPr txBox="1"/>
          <p:nvPr/>
        </p:nvSpPr>
        <p:spPr>
          <a:xfrm>
            <a:off x="6149679" y="3100692"/>
            <a:ext cx="575100" cy="144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rgbClr val="222222"/>
                </a:solidFill>
                <a:latin typeface="Lexend"/>
                <a:ea typeface="Lexend"/>
                <a:cs typeface="Lexend"/>
                <a:sym typeface="Lexend"/>
              </a:rPr>
              <a:t>+ 40</a:t>
            </a:r>
            <a:endParaRPr sz="1800">
              <a:solidFill>
                <a:srgbClr val="000000"/>
              </a:solidFill>
              <a:latin typeface="Lexend"/>
              <a:ea typeface="Lexend"/>
              <a:cs typeface="Lexend"/>
              <a:sym typeface="Lexend"/>
            </a:endParaRPr>
          </a:p>
        </p:txBody>
      </p:sp>
      <p:pic>
        <p:nvPicPr>
          <p:cNvPr id="1418" name="Google Shape;1418;p94"/>
          <p:cNvPicPr preferRelativeResize="0"/>
          <p:nvPr/>
        </p:nvPicPr>
        <p:blipFill rotWithShape="1">
          <a:blip r:embed="rId3">
            <a:alphaModFix/>
          </a:blip>
          <a:srcRect b="59597" l="61559" r="13951" t="27330"/>
          <a:stretch/>
        </p:blipFill>
        <p:spPr>
          <a:xfrm>
            <a:off x="5564138" y="1943469"/>
            <a:ext cx="675920" cy="225023"/>
          </a:xfrm>
          <a:prstGeom prst="rect">
            <a:avLst/>
          </a:prstGeom>
          <a:noFill/>
          <a:ln>
            <a:noFill/>
          </a:ln>
        </p:spPr>
      </p:pic>
      <p:pic>
        <p:nvPicPr>
          <p:cNvPr id="1419" name="Google Shape;1419;p94"/>
          <p:cNvPicPr preferRelativeResize="0"/>
          <p:nvPr/>
        </p:nvPicPr>
        <p:blipFill rotWithShape="1">
          <a:blip r:embed="rId3">
            <a:alphaModFix/>
          </a:blip>
          <a:srcRect b="59597" l="61559" r="13951" t="27330"/>
          <a:stretch/>
        </p:blipFill>
        <p:spPr>
          <a:xfrm>
            <a:off x="6099267" y="1943469"/>
            <a:ext cx="675920" cy="225023"/>
          </a:xfrm>
          <a:prstGeom prst="rect">
            <a:avLst/>
          </a:prstGeom>
          <a:noFill/>
          <a:ln>
            <a:noFill/>
          </a:ln>
        </p:spPr>
      </p:pic>
      <p:pic>
        <p:nvPicPr>
          <p:cNvPr id="1420" name="Google Shape;1420;p94"/>
          <p:cNvPicPr preferRelativeResize="0"/>
          <p:nvPr/>
        </p:nvPicPr>
        <p:blipFill rotWithShape="1">
          <a:blip r:embed="rId3">
            <a:alphaModFix/>
          </a:blip>
          <a:srcRect b="59597" l="61559" r="13951" t="27330"/>
          <a:stretch/>
        </p:blipFill>
        <p:spPr>
          <a:xfrm>
            <a:off x="6634396" y="1943469"/>
            <a:ext cx="675920" cy="225023"/>
          </a:xfrm>
          <a:prstGeom prst="rect">
            <a:avLst/>
          </a:prstGeom>
          <a:noFill/>
          <a:ln>
            <a:noFill/>
          </a:ln>
        </p:spPr>
      </p:pic>
      <p:sp>
        <p:nvSpPr>
          <p:cNvPr id="1421" name="Google Shape;1421;p94"/>
          <p:cNvSpPr txBox="1"/>
          <p:nvPr>
            <p:ph idx="1" type="subTitle"/>
          </p:nvPr>
        </p:nvSpPr>
        <p:spPr>
          <a:xfrm>
            <a:off x="4824000" y="3792100"/>
            <a:ext cx="3982200" cy="366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40 </a:t>
            </a:r>
            <a:r>
              <a:rPr lang="en-GB" sz="1900">
                <a:solidFill>
                  <a:srgbClr val="222222"/>
                </a:solidFill>
              </a:rPr>
              <a:t>÷ 5 = 8</a:t>
            </a:r>
            <a:r>
              <a:rPr lang="en-GB"/>
              <a:t> </a:t>
            </a:r>
            <a:endParaRPr/>
          </a:p>
        </p:txBody>
      </p:sp>
      <p:sp>
        <p:nvSpPr>
          <p:cNvPr id="1422" name="Google Shape;1422;p94"/>
          <p:cNvSpPr txBox="1"/>
          <p:nvPr>
            <p:ph idx="1" type="subTitle"/>
          </p:nvPr>
        </p:nvSpPr>
        <p:spPr>
          <a:xfrm>
            <a:off x="4824000" y="4234450"/>
            <a:ext cx="3982200" cy="366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The</a:t>
            </a:r>
            <a:r>
              <a:rPr lang="en-GB"/>
              <a:t> </a:t>
            </a:r>
            <a:r>
              <a:rPr b="1" lang="en-GB"/>
              <a:t>term-to-term</a:t>
            </a:r>
            <a:r>
              <a:rPr lang="en-GB"/>
              <a:t> rule is ‘+ 8’ </a:t>
            </a:r>
            <a:endParaRPr/>
          </a:p>
        </p:txBody>
      </p:sp>
      <p:sp>
        <p:nvSpPr>
          <p:cNvPr id="1423" name="Google Shape;1423;p94"/>
          <p:cNvSpPr/>
          <p:nvPr/>
        </p:nvSpPr>
        <p:spPr>
          <a:xfrm>
            <a:off x="7569634" y="2166611"/>
            <a:ext cx="352500" cy="4377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id="1424" name="Google Shape;1424;p94"/>
          <p:cNvPicPr preferRelativeResize="0"/>
          <p:nvPr/>
        </p:nvPicPr>
        <p:blipFill rotWithShape="1">
          <a:blip r:embed="rId3">
            <a:alphaModFix/>
          </a:blip>
          <a:srcRect b="59597" l="61559" r="13951" t="27330"/>
          <a:stretch/>
        </p:blipFill>
        <p:spPr>
          <a:xfrm>
            <a:off x="5029008" y="1943469"/>
            <a:ext cx="675920" cy="225023"/>
          </a:xfrm>
          <a:prstGeom prst="rect">
            <a:avLst/>
          </a:prstGeom>
          <a:noFill/>
          <a:ln>
            <a:noFill/>
          </a:ln>
        </p:spPr>
      </p:pic>
      <p:pic>
        <p:nvPicPr>
          <p:cNvPr id="1425" name="Google Shape;1425;p94"/>
          <p:cNvPicPr preferRelativeResize="0"/>
          <p:nvPr/>
        </p:nvPicPr>
        <p:blipFill rotWithShape="1">
          <a:blip r:embed="rId3">
            <a:alphaModFix/>
          </a:blip>
          <a:srcRect b="59597" l="61559" r="13951" t="27330"/>
          <a:stretch/>
        </p:blipFill>
        <p:spPr>
          <a:xfrm>
            <a:off x="7169525" y="1943469"/>
            <a:ext cx="675920" cy="22502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9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9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9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9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0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1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1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1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1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1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1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2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9" name="Shape 1429"/>
        <p:cNvGrpSpPr/>
        <p:nvPr/>
      </p:nvGrpSpPr>
      <p:grpSpPr>
        <a:xfrm>
          <a:off x="0" y="0"/>
          <a:ext cx="0" cy="0"/>
          <a:chOff x="0" y="0"/>
          <a:chExt cx="0" cy="0"/>
        </a:xfrm>
      </p:grpSpPr>
      <p:sp>
        <p:nvSpPr>
          <p:cNvPr id="1430" name="Google Shape;1430;p95"/>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Finding term-to-term rules</a:t>
            </a:r>
            <a:endParaRPr/>
          </a:p>
        </p:txBody>
      </p:sp>
      <p:sp>
        <p:nvSpPr>
          <p:cNvPr id="1431" name="Google Shape;1431;p95"/>
          <p:cNvSpPr txBox="1"/>
          <p:nvPr>
            <p:ph idx="1" type="body"/>
          </p:nvPr>
        </p:nvSpPr>
        <p:spPr>
          <a:xfrm>
            <a:off x="324000" y="759300"/>
            <a:ext cx="8237700" cy="381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What could the </a:t>
            </a:r>
            <a:r>
              <a:rPr b="1" lang="en-GB" sz="2000"/>
              <a:t>term-to-term</a:t>
            </a:r>
            <a:r>
              <a:rPr lang="en-GB" sz="2000"/>
              <a:t> rule be for this sequence?</a:t>
            </a:r>
            <a:endParaRPr sz="2000"/>
          </a:p>
        </p:txBody>
      </p:sp>
      <p:sp>
        <p:nvSpPr>
          <p:cNvPr id="1432" name="Google Shape;1432;p95"/>
          <p:cNvSpPr txBox="1"/>
          <p:nvPr>
            <p:ph idx="1" type="body"/>
          </p:nvPr>
        </p:nvSpPr>
        <p:spPr>
          <a:xfrm>
            <a:off x="324000" y="1352125"/>
            <a:ext cx="8237700" cy="381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3, 12, 48, 192 ….</a:t>
            </a:r>
            <a:endParaRPr sz="2000"/>
          </a:p>
        </p:txBody>
      </p:sp>
      <p:sp>
        <p:nvSpPr>
          <p:cNvPr id="1433" name="Google Shape;1433;p95"/>
          <p:cNvSpPr txBox="1"/>
          <p:nvPr>
            <p:ph idx="1" type="body"/>
          </p:nvPr>
        </p:nvSpPr>
        <p:spPr>
          <a:xfrm>
            <a:off x="324000" y="1913475"/>
            <a:ext cx="8237700" cy="381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Multiply the previous term by 4 to get the next term</a:t>
            </a:r>
            <a:endParaRPr sz="2000">
              <a:latin typeface="Kalam"/>
              <a:ea typeface="Kalam"/>
              <a:cs typeface="Kalam"/>
              <a:sym typeface="Kalam"/>
            </a:endParaRPr>
          </a:p>
        </p:txBody>
      </p:sp>
      <p:sp>
        <p:nvSpPr>
          <p:cNvPr id="1434" name="Google Shape;1434;p95"/>
          <p:cNvSpPr txBox="1"/>
          <p:nvPr>
            <p:ph idx="1" type="body"/>
          </p:nvPr>
        </p:nvSpPr>
        <p:spPr>
          <a:xfrm>
            <a:off x="324000" y="2700000"/>
            <a:ext cx="8237700" cy="381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How can we write a</a:t>
            </a:r>
            <a:r>
              <a:rPr b="1" lang="en-GB" sz="2000"/>
              <a:t> term-to-term</a:t>
            </a:r>
            <a:r>
              <a:rPr lang="en-GB" sz="2000"/>
              <a:t> rule for this sequence?</a:t>
            </a:r>
            <a:endParaRPr sz="2000"/>
          </a:p>
        </p:txBody>
      </p:sp>
      <p:sp>
        <p:nvSpPr>
          <p:cNvPr id="1435" name="Google Shape;1435;p95"/>
          <p:cNvSpPr txBox="1"/>
          <p:nvPr>
            <p:ph idx="1" type="body"/>
          </p:nvPr>
        </p:nvSpPr>
        <p:spPr>
          <a:xfrm>
            <a:off x="324000" y="3399000"/>
            <a:ext cx="8237700" cy="381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solidFill>
                  <a:srgbClr val="222222"/>
                </a:solidFill>
              </a:rPr>
              <a:t>−</a:t>
            </a:r>
            <a:r>
              <a:rPr lang="en-GB" sz="2000"/>
              <a:t>96, </a:t>
            </a:r>
            <a:r>
              <a:rPr lang="en-GB" sz="2000">
                <a:solidFill>
                  <a:srgbClr val="222222"/>
                </a:solidFill>
              </a:rPr>
              <a:t>48</a:t>
            </a:r>
            <a:r>
              <a:rPr lang="en-GB" sz="2000"/>
              <a:t>, </a:t>
            </a:r>
            <a:r>
              <a:rPr lang="en-GB" sz="2000">
                <a:solidFill>
                  <a:srgbClr val="222222"/>
                </a:solidFill>
              </a:rPr>
              <a:t>-24</a:t>
            </a:r>
            <a:r>
              <a:rPr lang="en-GB" sz="2000"/>
              <a:t>, </a:t>
            </a:r>
            <a:r>
              <a:rPr lang="en-GB" sz="2000">
                <a:solidFill>
                  <a:srgbClr val="222222"/>
                </a:solidFill>
              </a:rPr>
              <a:t>12</a:t>
            </a:r>
            <a:r>
              <a:rPr lang="en-GB" sz="2000"/>
              <a:t>, </a:t>
            </a:r>
            <a:r>
              <a:rPr lang="en-GB" sz="2000">
                <a:solidFill>
                  <a:srgbClr val="222222"/>
                </a:solidFill>
              </a:rPr>
              <a:t>−</a:t>
            </a:r>
            <a:r>
              <a:rPr lang="en-GB" sz="2000"/>
              <a:t>6, ….</a:t>
            </a:r>
            <a:endParaRPr sz="2000"/>
          </a:p>
        </p:txBody>
      </p:sp>
      <p:sp>
        <p:nvSpPr>
          <p:cNvPr id="1436" name="Google Shape;1436;p95"/>
          <p:cNvSpPr txBox="1"/>
          <p:nvPr>
            <p:ph idx="1" type="body"/>
          </p:nvPr>
        </p:nvSpPr>
        <p:spPr>
          <a:xfrm>
            <a:off x="324000" y="4047875"/>
            <a:ext cx="8237700" cy="381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Multiply the previous term by     to get the next term</a:t>
            </a:r>
            <a:endParaRPr sz="2000">
              <a:latin typeface="Kalam"/>
              <a:ea typeface="Kalam"/>
              <a:cs typeface="Kalam"/>
              <a:sym typeface="Kalam"/>
            </a:endParaRPr>
          </a:p>
        </p:txBody>
      </p:sp>
      <p:pic>
        <p:nvPicPr>
          <p:cNvPr descr="&lt;math xmlns=&quot;http://www.w3.org/1998/Math/MathML&quot; display=&quot;block&quot; data-is-equatio=&quot;1&quot; data-latex=&quot;-\frac{1}{2}&quot;&gt;&lt;mo&gt;−&lt;/mo&gt;&lt;mfrac&gt;&lt;mn&gt;1&lt;/mn&gt;&lt;mn&gt;2&lt;/mn&gt;&lt;/mfrac&gt;&lt;/math&gt;" id="1437" name="Google Shape;1437;p95" title="negative one half"/>
          <p:cNvPicPr preferRelativeResize="0"/>
          <p:nvPr/>
        </p:nvPicPr>
        <p:blipFill>
          <a:blip r:embed="rId3">
            <a:alphaModFix/>
          </a:blip>
          <a:stretch>
            <a:fillRect/>
          </a:stretch>
        </p:blipFill>
        <p:spPr>
          <a:xfrm>
            <a:off x="3603777" y="3991050"/>
            <a:ext cx="330975" cy="4946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3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1" name="Shape 1441"/>
        <p:cNvGrpSpPr/>
        <p:nvPr/>
      </p:nvGrpSpPr>
      <p:grpSpPr>
        <a:xfrm>
          <a:off x="0" y="0"/>
          <a:ext cx="0" cy="0"/>
          <a:chOff x="0" y="0"/>
          <a:chExt cx="0" cy="0"/>
        </a:xfrm>
      </p:grpSpPr>
      <p:sp>
        <p:nvSpPr>
          <p:cNvPr id="1442" name="Google Shape;1442;p96"/>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Finding term-to-term rules</a:t>
            </a:r>
            <a:endParaRPr/>
          </a:p>
        </p:txBody>
      </p:sp>
      <p:sp>
        <p:nvSpPr>
          <p:cNvPr id="1443" name="Google Shape;1443;p96"/>
          <p:cNvSpPr txBox="1"/>
          <p:nvPr/>
        </p:nvSpPr>
        <p:spPr>
          <a:xfrm flipH="1">
            <a:off x="226204" y="2312400"/>
            <a:ext cx="1502400" cy="5313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Alex</a:t>
            </a:r>
            <a:endParaRPr b="1" sz="1800">
              <a:latin typeface="Lexend"/>
              <a:ea typeface="Lexend"/>
              <a:cs typeface="Lexend"/>
              <a:sym typeface="Lexend"/>
            </a:endParaRPr>
          </a:p>
        </p:txBody>
      </p:sp>
      <p:pic>
        <p:nvPicPr>
          <p:cNvPr id="1444" name="Google Shape;1444;p96"/>
          <p:cNvPicPr preferRelativeResize="0"/>
          <p:nvPr/>
        </p:nvPicPr>
        <p:blipFill>
          <a:blip r:embed="rId3">
            <a:alphaModFix/>
          </a:blip>
          <a:stretch>
            <a:fillRect/>
          </a:stretch>
        </p:blipFill>
        <p:spPr>
          <a:xfrm flipH="1">
            <a:off x="575623" y="1528409"/>
            <a:ext cx="704470" cy="812433"/>
          </a:xfrm>
          <a:prstGeom prst="rect">
            <a:avLst/>
          </a:prstGeom>
          <a:noFill/>
          <a:ln>
            <a:noFill/>
          </a:ln>
        </p:spPr>
      </p:pic>
      <p:grpSp>
        <p:nvGrpSpPr>
          <p:cNvPr id="1445" name="Google Shape;1445;p96"/>
          <p:cNvGrpSpPr/>
          <p:nvPr/>
        </p:nvGrpSpPr>
        <p:grpSpPr>
          <a:xfrm>
            <a:off x="1334320" y="870862"/>
            <a:ext cx="2401502" cy="1193312"/>
            <a:chOff x="1902376" y="1608375"/>
            <a:chExt cx="2242299" cy="1316250"/>
          </a:xfrm>
        </p:grpSpPr>
        <p:pic>
          <p:nvPicPr>
            <p:cNvPr id="1446" name="Google Shape;1446;p96"/>
            <p:cNvPicPr preferRelativeResize="0"/>
            <p:nvPr/>
          </p:nvPicPr>
          <p:blipFill rotWithShape="1">
            <a:blip r:embed="rId4">
              <a:alphaModFix/>
            </a:blip>
            <a:srcRect b="0" l="0" r="69082" t="56280"/>
            <a:stretch/>
          </p:blipFill>
          <p:spPr>
            <a:xfrm flipH="1">
              <a:off x="1902376" y="1608375"/>
              <a:ext cx="2242299" cy="1316250"/>
            </a:xfrm>
            <a:prstGeom prst="rect">
              <a:avLst/>
            </a:prstGeom>
            <a:noFill/>
            <a:ln>
              <a:noFill/>
            </a:ln>
          </p:spPr>
        </p:pic>
        <p:sp>
          <p:nvSpPr>
            <p:cNvPr id="1447" name="Google Shape;1447;p96"/>
            <p:cNvSpPr txBox="1"/>
            <p:nvPr/>
          </p:nvSpPr>
          <p:spPr>
            <a:xfrm flipH="1">
              <a:off x="2076533" y="1819575"/>
              <a:ext cx="1955100" cy="7329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GB" sz="1800">
                  <a:latin typeface="Lexend"/>
                  <a:ea typeface="Lexend"/>
                  <a:cs typeface="Lexend"/>
                  <a:sym typeface="Lexend"/>
                </a:rPr>
                <a:t>The first number in my sequence is 1 </a:t>
              </a:r>
              <a:endParaRPr sz="1800">
                <a:solidFill>
                  <a:srgbClr val="000000"/>
                </a:solidFill>
                <a:latin typeface="Lexend"/>
                <a:ea typeface="Lexend"/>
                <a:cs typeface="Lexend"/>
                <a:sym typeface="Lexend"/>
              </a:endParaRPr>
            </a:p>
          </p:txBody>
        </p:sp>
      </p:grpSp>
      <p:sp>
        <p:nvSpPr>
          <p:cNvPr id="1448" name="Google Shape;1448;p96"/>
          <p:cNvSpPr txBox="1"/>
          <p:nvPr>
            <p:ph idx="1" type="body"/>
          </p:nvPr>
        </p:nvSpPr>
        <p:spPr>
          <a:xfrm>
            <a:off x="4153800" y="2531850"/>
            <a:ext cx="4759500" cy="896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Is this enough information to work out the </a:t>
            </a:r>
            <a:r>
              <a:rPr b="1" lang="en-GB" sz="1800"/>
              <a:t>term-to-term</a:t>
            </a:r>
            <a:r>
              <a:rPr lang="en-GB" sz="1800"/>
              <a:t> rule for Alex’ sequence?</a:t>
            </a:r>
            <a:endParaRPr sz="1800"/>
          </a:p>
        </p:txBody>
      </p:sp>
      <p:sp>
        <p:nvSpPr>
          <p:cNvPr id="1449" name="Google Shape;1449;p96"/>
          <p:cNvSpPr/>
          <p:nvPr/>
        </p:nvSpPr>
        <p:spPr>
          <a:xfrm>
            <a:off x="6082063" y="924742"/>
            <a:ext cx="635400" cy="310500"/>
          </a:xfrm>
          <a:prstGeom prst="rect">
            <a:avLst/>
          </a:prstGeom>
          <a:no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2000">
                <a:latin typeface="Lexend"/>
                <a:ea typeface="Lexend"/>
                <a:cs typeface="Lexend"/>
                <a:sym typeface="Lexend"/>
              </a:rPr>
              <a:t>1</a:t>
            </a:r>
            <a:endParaRPr sz="2000">
              <a:solidFill>
                <a:srgbClr val="000000"/>
              </a:solidFill>
              <a:latin typeface="Lexend"/>
              <a:ea typeface="Lexend"/>
              <a:cs typeface="Lexend"/>
              <a:sym typeface="Lexend"/>
            </a:endParaRPr>
          </a:p>
        </p:txBody>
      </p:sp>
      <p:sp>
        <p:nvSpPr>
          <p:cNvPr id="1450" name="Google Shape;1450;p96"/>
          <p:cNvSpPr txBox="1"/>
          <p:nvPr>
            <p:ph idx="1" type="body"/>
          </p:nvPr>
        </p:nvSpPr>
        <p:spPr>
          <a:xfrm>
            <a:off x="4191875" y="2023350"/>
            <a:ext cx="4590000" cy="377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No, Alex’ sequence can have any rule.</a:t>
            </a:r>
            <a:endParaRPr sz="2000">
              <a:latin typeface="Kalam"/>
              <a:ea typeface="Kalam"/>
              <a:cs typeface="Kalam"/>
              <a:sym typeface="Kalam"/>
            </a:endParaRPr>
          </a:p>
        </p:txBody>
      </p:sp>
      <p:pic>
        <p:nvPicPr>
          <p:cNvPr id="1451" name="Google Shape;1451;p96"/>
          <p:cNvPicPr preferRelativeResize="0"/>
          <p:nvPr/>
        </p:nvPicPr>
        <p:blipFill rotWithShape="1">
          <a:blip r:embed="rId4">
            <a:alphaModFix/>
          </a:blip>
          <a:srcRect b="0" l="0" r="69082" t="56280"/>
          <a:stretch/>
        </p:blipFill>
        <p:spPr>
          <a:xfrm rot="10800000">
            <a:off x="1329125" y="2103350"/>
            <a:ext cx="2571750" cy="1193300"/>
          </a:xfrm>
          <a:prstGeom prst="rect">
            <a:avLst/>
          </a:prstGeom>
          <a:noFill/>
          <a:ln>
            <a:noFill/>
          </a:ln>
        </p:spPr>
      </p:pic>
      <p:sp>
        <p:nvSpPr>
          <p:cNvPr id="1452" name="Google Shape;1452;p96"/>
          <p:cNvSpPr txBox="1"/>
          <p:nvPr/>
        </p:nvSpPr>
        <p:spPr>
          <a:xfrm flipH="1">
            <a:off x="1570975" y="2367750"/>
            <a:ext cx="2243400" cy="6645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GB" sz="1800">
                <a:latin typeface="Lexend"/>
                <a:ea typeface="Lexend"/>
                <a:cs typeface="Lexend"/>
                <a:sym typeface="Lexend"/>
              </a:rPr>
              <a:t>The second number in my sequence is 2 </a:t>
            </a:r>
            <a:endParaRPr sz="1800">
              <a:solidFill>
                <a:srgbClr val="000000"/>
              </a:solidFill>
              <a:latin typeface="Lexend"/>
              <a:ea typeface="Lexend"/>
              <a:cs typeface="Lexend"/>
              <a:sym typeface="Lexend"/>
            </a:endParaRPr>
          </a:p>
        </p:txBody>
      </p:sp>
      <p:sp>
        <p:nvSpPr>
          <p:cNvPr id="1453" name="Google Shape;1453;p96"/>
          <p:cNvSpPr/>
          <p:nvPr/>
        </p:nvSpPr>
        <p:spPr>
          <a:xfrm>
            <a:off x="6989774" y="924742"/>
            <a:ext cx="635400" cy="310500"/>
          </a:xfrm>
          <a:prstGeom prst="rect">
            <a:avLst/>
          </a:prstGeom>
          <a:no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2000">
                <a:latin typeface="Lexend"/>
                <a:ea typeface="Lexend"/>
                <a:cs typeface="Lexend"/>
                <a:sym typeface="Lexend"/>
              </a:rPr>
              <a:t>2</a:t>
            </a:r>
            <a:endParaRPr sz="2000">
              <a:solidFill>
                <a:srgbClr val="000000"/>
              </a:solidFill>
              <a:latin typeface="Lexend"/>
              <a:ea typeface="Lexend"/>
              <a:cs typeface="Lexend"/>
              <a:sym typeface="Lexend"/>
            </a:endParaRPr>
          </a:p>
        </p:txBody>
      </p:sp>
      <p:sp>
        <p:nvSpPr>
          <p:cNvPr id="1454" name="Google Shape;1454;p96"/>
          <p:cNvSpPr txBox="1"/>
          <p:nvPr>
            <p:ph idx="1" type="body"/>
          </p:nvPr>
        </p:nvSpPr>
        <p:spPr>
          <a:xfrm>
            <a:off x="4153800" y="1391400"/>
            <a:ext cx="4788000" cy="896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Is this enough information to work out the </a:t>
            </a:r>
            <a:r>
              <a:rPr b="1" lang="en-GB" sz="1800"/>
              <a:t>term-to-term</a:t>
            </a:r>
            <a:r>
              <a:rPr lang="en-GB" sz="1800"/>
              <a:t> rule for Alex’ sequence?</a:t>
            </a:r>
            <a:endParaRPr sz="1800"/>
          </a:p>
        </p:txBody>
      </p:sp>
      <p:sp>
        <p:nvSpPr>
          <p:cNvPr id="1455" name="Google Shape;1455;p96"/>
          <p:cNvSpPr txBox="1"/>
          <p:nvPr>
            <p:ph idx="1" type="body"/>
          </p:nvPr>
        </p:nvSpPr>
        <p:spPr>
          <a:xfrm>
            <a:off x="4153800" y="3203150"/>
            <a:ext cx="4590000" cy="310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No.</a:t>
            </a:r>
            <a:endParaRPr sz="2000">
              <a:latin typeface="Kalam"/>
              <a:ea typeface="Kalam"/>
              <a:cs typeface="Kalam"/>
              <a:sym typeface="Kalam"/>
            </a:endParaRPr>
          </a:p>
        </p:txBody>
      </p:sp>
      <p:sp>
        <p:nvSpPr>
          <p:cNvPr id="1456" name="Google Shape;1456;p96"/>
          <p:cNvSpPr txBox="1"/>
          <p:nvPr>
            <p:ph idx="1" type="body"/>
          </p:nvPr>
        </p:nvSpPr>
        <p:spPr>
          <a:xfrm>
            <a:off x="324000" y="3696750"/>
            <a:ext cx="4840500" cy="436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What rules can you think of that will work?</a:t>
            </a:r>
            <a:endParaRPr sz="1800"/>
          </a:p>
        </p:txBody>
      </p:sp>
      <p:sp>
        <p:nvSpPr>
          <p:cNvPr id="1457" name="Google Shape;1457;p96"/>
          <p:cNvSpPr txBox="1"/>
          <p:nvPr>
            <p:ph idx="1" type="body"/>
          </p:nvPr>
        </p:nvSpPr>
        <p:spPr>
          <a:xfrm>
            <a:off x="324000" y="4316050"/>
            <a:ext cx="7705800" cy="50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latin typeface="Kalam"/>
                <a:ea typeface="Kalam"/>
                <a:cs typeface="Kalam"/>
                <a:sym typeface="Kalam"/>
              </a:rPr>
              <a:t>E.g. ‘Add 1’    ‘Multiply by 2’     ‘Multiply by 5 then subtract 3’ …</a:t>
            </a:r>
            <a:endParaRPr sz="1800">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4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4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5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1" name="Shape 1461"/>
        <p:cNvGrpSpPr/>
        <p:nvPr/>
      </p:nvGrpSpPr>
      <p:grpSpPr>
        <a:xfrm>
          <a:off x="0" y="0"/>
          <a:ext cx="0" cy="0"/>
          <a:chOff x="0" y="0"/>
          <a:chExt cx="0" cy="0"/>
        </a:xfrm>
      </p:grpSpPr>
      <p:sp>
        <p:nvSpPr>
          <p:cNvPr id="1462" name="Google Shape;1462;p97"/>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Finding term-to-term rules</a:t>
            </a:r>
            <a:endParaRPr/>
          </a:p>
        </p:txBody>
      </p:sp>
      <p:sp>
        <p:nvSpPr>
          <p:cNvPr id="1463" name="Google Shape;1463;p97"/>
          <p:cNvSpPr txBox="1"/>
          <p:nvPr/>
        </p:nvSpPr>
        <p:spPr>
          <a:xfrm flipH="1">
            <a:off x="457675" y="1729950"/>
            <a:ext cx="876900" cy="4362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Alex</a:t>
            </a:r>
            <a:endParaRPr b="1" sz="1800">
              <a:latin typeface="Lexend"/>
              <a:ea typeface="Lexend"/>
              <a:cs typeface="Lexend"/>
              <a:sym typeface="Lexend"/>
            </a:endParaRPr>
          </a:p>
        </p:txBody>
      </p:sp>
      <p:pic>
        <p:nvPicPr>
          <p:cNvPr id="1464" name="Google Shape;1464;p97"/>
          <p:cNvPicPr preferRelativeResize="0"/>
          <p:nvPr/>
        </p:nvPicPr>
        <p:blipFill>
          <a:blip r:embed="rId3">
            <a:alphaModFix/>
          </a:blip>
          <a:stretch>
            <a:fillRect/>
          </a:stretch>
        </p:blipFill>
        <p:spPr>
          <a:xfrm flipH="1">
            <a:off x="457686" y="1004259"/>
            <a:ext cx="704470" cy="812433"/>
          </a:xfrm>
          <a:prstGeom prst="rect">
            <a:avLst/>
          </a:prstGeom>
          <a:noFill/>
          <a:ln>
            <a:noFill/>
          </a:ln>
        </p:spPr>
      </p:pic>
      <p:grpSp>
        <p:nvGrpSpPr>
          <p:cNvPr id="1465" name="Google Shape;1465;p97"/>
          <p:cNvGrpSpPr/>
          <p:nvPr/>
        </p:nvGrpSpPr>
        <p:grpSpPr>
          <a:xfrm>
            <a:off x="1016021" y="592574"/>
            <a:ext cx="4339873" cy="1224124"/>
            <a:chOff x="1871620" y="1133712"/>
            <a:chExt cx="2013302" cy="1316262"/>
          </a:xfrm>
        </p:grpSpPr>
        <p:pic>
          <p:nvPicPr>
            <p:cNvPr id="1466" name="Google Shape;1466;p97"/>
            <p:cNvPicPr preferRelativeResize="0"/>
            <p:nvPr/>
          </p:nvPicPr>
          <p:blipFill rotWithShape="1">
            <a:blip r:embed="rId4">
              <a:alphaModFix/>
            </a:blip>
            <a:srcRect b="0" l="0" r="69082" t="56280"/>
            <a:stretch/>
          </p:blipFill>
          <p:spPr>
            <a:xfrm flipH="1">
              <a:off x="1871620" y="1133712"/>
              <a:ext cx="2013302" cy="1316262"/>
            </a:xfrm>
            <a:prstGeom prst="rect">
              <a:avLst/>
            </a:prstGeom>
            <a:noFill/>
            <a:ln>
              <a:noFill/>
            </a:ln>
          </p:spPr>
        </p:pic>
        <p:sp>
          <p:nvSpPr>
            <p:cNvPr id="1467" name="Google Shape;1467;p97"/>
            <p:cNvSpPr txBox="1"/>
            <p:nvPr/>
          </p:nvSpPr>
          <p:spPr>
            <a:xfrm flipH="1">
              <a:off x="2029635" y="1400037"/>
              <a:ext cx="1782300" cy="7329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GB" sz="1800">
                  <a:latin typeface="Lexend"/>
                  <a:ea typeface="Lexend"/>
                  <a:cs typeface="Lexend"/>
                  <a:sym typeface="Lexend"/>
                </a:rPr>
                <a:t>My sequence starts 1, 2, 4, …</a:t>
              </a:r>
              <a:endParaRPr sz="1800">
                <a:latin typeface="Lexend"/>
                <a:ea typeface="Lexend"/>
                <a:cs typeface="Lexend"/>
                <a:sym typeface="Lexend"/>
              </a:endParaRPr>
            </a:p>
            <a:p>
              <a:pPr indent="0" lvl="0" marL="0" rtl="0" algn="l">
                <a:lnSpc>
                  <a:spcPct val="115000"/>
                </a:lnSpc>
                <a:spcBef>
                  <a:spcPts val="0"/>
                </a:spcBef>
                <a:spcAft>
                  <a:spcPts val="0"/>
                </a:spcAft>
                <a:buNone/>
              </a:pPr>
              <a:r>
                <a:rPr lang="en-GB" sz="1800">
                  <a:latin typeface="Lexend"/>
                  <a:ea typeface="Lexend"/>
                  <a:cs typeface="Lexend"/>
                  <a:sym typeface="Lexend"/>
                </a:rPr>
                <a:t>There is only one sequence it can be now.</a:t>
              </a:r>
              <a:endParaRPr sz="1800">
                <a:solidFill>
                  <a:srgbClr val="000000"/>
                </a:solidFill>
                <a:latin typeface="Lexend"/>
                <a:ea typeface="Lexend"/>
                <a:cs typeface="Lexend"/>
                <a:sym typeface="Lexend"/>
              </a:endParaRPr>
            </a:p>
          </p:txBody>
        </p:sp>
      </p:grpSp>
      <p:sp>
        <p:nvSpPr>
          <p:cNvPr id="1468" name="Google Shape;1468;p97"/>
          <p:cNvSpPr/>
          <p:nvPr/>
        </p:nvSpPr>
        <p:spPr>
          <a:xfrm>
            <a:off x="6080888" y="924742"/>
            <a:ext cx="635400" cy="310500"/>
          </a:xfrm>
          <a:prstGeom prst="rect">
            <a:avLst/>
          </a:prstGeom>
          <a:no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2000">
                <a:latin typeface="Lexend"/>
                <a:ea typeface="Lexend"/>
                <a:cs typeface="Lexend"/>
                <a:sym typeface="Lexend"/>
              </a:rPr>
              <a:t>1</a:t>
            </a:r>
            <a:endParaRPr sz="2000">
              <a:solidFill>
                <a:srgbClr val="000000"/>
              </a:solidFill>
              <a:latin typeface="Lexend"/>
              <a:ea typeface="Lexend"/>
              <a:cs typeface="Lexend"/>
              <a:sym typeface="Lexend"/>
            </a:endParaRPr>
          </a:p>
        </p:txBody>
      </p:sp>
      <p:sp>
        <p:nvSpPr>
          <p:cNvPr id="1469" name="Google Shape;1469;p97"/>
          <p:cNvSpPr/>
          <p:nvPr/>
        </p:nvSpPr>
        <p:spPr>
          <a:xfrm>
            <a:off x="6980438" y="924742"/>
            <a:ext cx="635400" cy="310500"/>
          </a:xfrm>
          <a:prstGeom prst="rect">
            <a:avLst/>
          </a:prstGeom>
          <a:no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2000">
                <a:latin typeface="Lexend"/>
                <a:ea typeface="Lexend"/>
                <a:cs typeface="Lexend"/>
                <a:sym typeface="Lexend"/>
              </a:rPr>
              <a:t>2</a:t>
            </a:r>
            <a:endParaRPr sz="2000">
              <a:solidFill>
                <a:srgbClr val="000000"/>
              </a:solidFill>
              <a:latin typeface="Lexend"/>
              <a:ea typeface="Lexend"/>
              <a:cs typeface="Lexend"/>
              <a:sym typeface="Lexend"/>
            </a:endParaRPr>
          </a:p>
        </p:txBody>
      </p:sp>
      <p:sp>
        <p:nvSpPr>
          <p:cNvPr id="1470" name="Google Shape;1470;p97"/>
          <p:cNvSpPr txBox="1"/>
          <p:nvPr>
            <p:ph idx="1" type="body"/>
          </p:nvPr>
        </p:nvSpPr>
        <p:spPr>
          <a:xfrm>
            <a:off x="324000" y="2261250"/>
            <a:ext cx="2104800" cy="310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Is Alex correct?</a:t>
            </a:r>
            <a:endParaRPr sz="1800"/>
          </a:p>
        </p:txBody>
      </p:sp>
      <p:sp>
        <p:nvSpPr>
          <p:cNvPr id="1471" name="Google Shape;1471;p97"/>
          <p:cNvSpPr txBox="1"/>
          <p:nvPr>
            <p:ph idx="1" type="body"/>
          </p:nvPr>
        </p:nvSpPr>
        <p:spPr>
          <a:xfrm>
            <a:off x="324000" y="2626588"/>
            <a:ext cx="8496000" cy="531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latin typeface="Kalam"/>
                <a:ea typeface="Kalam"/>
                <a:cs typeface="Kalam"/>
                <a:sym typeface="Kalam"/>
              </a:rPr>
              <a:t>No. Even though there are now fewer rules that work, there are still more than 1. </a:t>
            </a:r>
            <a:endParaRPr sz="1800">
              <a:latin typeface="Kalam"/>
              <a:ea typeface="Kalam"/>
              <a:cs typeface="Kalam"/>
              <a:sym typeface="Kalam"/>
            </a:endParaRPr>
          </a:p>
        </p:txBody>
      </p:sp>
      <p:sp>
        <p:nvSpPr>
          <p:cNvPr id="1472" name="Google Shape;1472;p97"/>
          <p:cNvSpPr txBox="1"/>
          <p:nvPr>
            <p:ph idx="1" type="body"/>
          </p:nvPr>
        </p:nvSpPr>
        <p:spPr>
          <a:xfrm>
            <a:off x="324000" y="3114600"/>
            <a:ext cx="5399400" cy="436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What rules can you think of that will work?</a:t>
            </a:r>
            <a:endParaRPr sz="1800"/>
          </a:p>
        </p:txBody>
      </p:sp>
      <p:sp>
        <p:nvSpPr>
          <p:cNvPr id="1473" name="Google Shape;1473;p97"/>
          <p:cNvSpPr txBox="1"/>
          <p:nvPr>
            <p:ph idx="1" type="body"/>
          </p:nvPr>
        </p:nvSpPr>
        <p:spPr>
          <a:xfrm>
            <a:off x="324000" y="3475625"/>
            <a:ext cx="5932800" cy="310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latin typeface="Kalam"/>
                <a:ea typeface="Kalam"/>
                <a:cs typeface="Kalam"/>
                <a:sym typeface="Kalam"/>
              </a:rPr>
              <a:t>E.g. ‘Multiply by 2’    ‘Add 1, then 2, then 3,...’</a:t>
            </a:r>
            <a:endParaRPr sz="1800">
              <a:latin typeface="Kalam"/>
              <a:ea typeface="Kalam"/>
              <a:cs typeface="Kalam"/>
              <a:sym typeface="Kalam"/>
            </a:endParaRPr>
          </a:p>
        </p:txBody>
      </p:sp>
      <p:sp>
        <p:nvSpPr>
          <p:cNvPr id="1474" name="Google Shape;1474;p97"/>
          <p:cNvSpPr/>
          <p:nvPr/>
        </p:nvSpPr>
        <p:spPr>
          <a:xfrm>
            <a:off x="7879988" y="924742"/>
            <a:ext cx="635400" cy="310500"/>
          </a:xfrm>
          <a:prstGeom prst="rect">
            <a:avLst/>
          </a:prstGeom>
          <a:no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2000">
                <a:latin typeface="Lexend"/>
                <a:ea typeface="Lexend"/>
                <a:cs typeface="Lexend"/>
                <a:sym typeface="Lexend"/>
              </a:rPr>
              <a:t>4</a:t>
            </a:r>
            <a:endParaRPr sz="2000">
              <a:solidFill>
                <a:srgbClr val="000000"/>
              </a:solidFill>
              <a:latin typeface="Lexend"/>
              <a:ea typeface="Lexend"/>
              <a:cs typeface="Lexend"/>
              <a:sym typeface="Lexend"/>
            </a:endParaRPr>
          </a:p>
        </p:txBody>
      </p:sp>
      <p:sp>
        <p:nvSpPr>
          <p:cNvPr id="1475" name="Google Shape;1475;p97"/>
          <p:cNvSpPr txBox="1"/>
          <p:nvPr>
            <p:ph idx="1" type="body"/>
          </p:nvPr>
        </p:nvSpPr>
        <p:spPr>
          <a:xfrm>
            <a:off x="324000" y="3883800"/>
            <a:ext cx="8496000" cy="436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Often when we are given 3 terms we will be able to describe a </a:t>
            </a:r>
            <a:r>
              <a:rPr b="1" lang="en-GB" sz="1800"/>
              <a:t>term-to-term</a:t>
            </a:r>
            <a:r>
              <a:rPr lang="en-GB" sz="1800"/>
              <a:t> rule.</a:t>
            </a:r>
            <a:endParaRPr sz="1800"/>
          </a:p>
        </p:txBody>
      </p:sp>
      <p:sp>
        <p:nvSpPr>
          <p:cNvPr id="1476" name="Google Shape;1476;p97"/>
          <p:cNvSpPr txBox="1"/>
          <p:nvPr>
            <p:ph idx="1" type="body"/>
          </p:nvPr>
        </p:nvSpPr>
        <p:spPr>
          <a:xfrm>
            <a:off x="324000" y="4523650"/>
            <a:ext cx="8496000" cy="436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However it is possible that other rules also work.</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6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6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6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6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6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0" name="Shape 1480"/>
        <p:cNvGrpSpPr/>
        <p:nvPr/>
      </p:nvGrpSpPr>
      <p:grpSpPr>
        <a:xfrm>
          <a:off x="0" y="0"/>
          <a:ext cx="0" cy="0"/>
          <a:chOff x="0" y="0"/>
          <a:chExt cx="0" cy="0"/>
        </a:xfrm>
      </p:grpSpPr>
      <p:sp>
        <p:nvSpPr>
          <p:cNvPr id="1481" name="Google Shape;1481;p98"/>
          <p:cNvSpPr txBox="1"/>
          <p:nvPr>
            <p:ph idx="2"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Finding term-to-term rules</a:t>
            </a:r>
            <a:endParaRPr/>
          </a:p>
        </p:txBody>
      </p:sp>
      <p:sp>
        <p:nvSpPr>
          <p:cNvPr id="1482" name="Google Shape;1482;p98"/>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Multiply the previous term by 3 to get the next term</a:t>
            </a:r>
            <a:endParaRPr sz="1800"/>
          </a:p>
        </p:txBody>
      </p:sp>
      <p:sp>
        <p:nvSpPr>
          <p:cNvPr id="1483" name="Google Shape;1483;p98"/>
          <p:cNvSpPr txBox="1"/>
          <p:nvPr>
            <p:ph type="title"/>
          </p:nvPr>
        </p:nvSpPr>
        <p:spPr>
          <a:xfrm>
            <a:off x="324000" y="810000"/>
            <a:ext cx="8496000" cy="48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Which </a:t>
            </a:r>
            <a:r>
              <a:rPr b="1" lang="en-GB" sz="2000"/>
              <a:t>term-to-term</a:t>
            </a:r>
            <a:r>
              <a:rPr lang="en-GB" sz="2000"/>
              <a:t> rule could describe the sequence which starts: 2, 6, …</a:t>
            </a:r>
            <a:endParaRPr sz="2000"/>
          </a:p>
        </p:txBody>
      </p:sp>
      <p:sp>
        <p:nvSpPr>
          <p:cNvPr id="1484" name="Google Shape;1484;p98"/>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Multiply the previous term by 6 to get the next term</a:t>
            </a:r>
            <a:endParaRPr/>
          </a:p>
        </p:txBody>
      </p:sp>
      <p:sp>
        <p:nvSpPr>
          <p:cNvPr id="1485" name="Google Shape;1485;p98"/>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Add </a:t>
            </a:r>
            <a:r>
              <a:rPr lang="en-GB" sz="1800">
                <a:solidFill>
                  <a:srgbClr val="222222"/>
                </a:solidFill>
              </a:rPr>
              <a:t>−</a:t>
            </a:r>
            <a:r>
              <a:rPr lang="en-GB" sz="1800"/>
              <a:t>4 to the previous term to get the next term</a:t>
            </a:r>
            <a:endParaRPr sz="1800"/>
          </a:p>
        </p:txBody>
      </p:sp>
      <p:sp>
        <p:nvSpPr>
          <p:cNvPr id="1486" name="Google Shape;1486;p98"/>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Add 4 to the previous term to get the next term</a:t>
            </a:r>
            <a:endParaRPr/>
          </a:p>
        </p:txBody>
      </p:sp>
      <p:pic>
        <p:nvPicPr>
          <p:cNvPr id="1487" name="Google Shape;1487;p98"/>
          <p:cNvPicPr preferRelativeResize="0"/>
          <p:nvPr/>
        </p:nvPicPr>
        <p:blipFill>
          <a:blip r:embed="rId3">
            <a:alphaModFix/>
          </a:blip>
          <a:stretch>
            <a:fillRect/>
          </a:stretch>
        </p:blipFill>
        <p:spPr>
          <a:xfrm>
            <a:off x="6891958" y="1590875"/>
            <a:ext cx="396000" cy="419100"/>
          </a:xfrm>
          <a:prstGeom prst="rect">
            <a:avLst/>
          </a:prstGeom>
          <a:noFill/>
          <a:ln>
            <a:noFill/>
          </a:ln>
        </p:spPr>
      </p:pic>
      <p:pic>
        <p:nvPicPr>
          <p:cNvPr id="1488" name="Google Shape;1488;p98"/>
          <p:cNvPicPr preferRelativeResize="0"/>
          <p:nvPr/>
        </p:nvPicPr>
        <p:blipFill>
          <a:blip r:embed="rId3">
            <a:alphaModFix/>
          </a:blip>
          <a:stretch>
            <a:fillRect/>
          </a:stretch>
        </p:blipFill>
        <p:spPr>
          <a:xfrm>
            <a:off x="6891958" y="4021625"/>
            <a:ext cx="396000" cy="419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8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2" name="Shape 1492"/>
        <p:cNvGrpSpPr/>
        <p:nvPr/>
      </p:nvGrpSpPr>
      <p:grpSpPr>
        <a:xfrm>
          <a:off x="0" y="0"/>
          <a:ext cx="0" cy="0"/>
          <a:chOff x="0" y="0"/>
          <a:chExt cx="0" cy="0"/>
        </a:xfrm>
      </p:grpSpPr>
      <p:sp>
        <p:nvSpPr>
          <p:cNvPr id="1493" name="Google Shape;1493;p99"/>
          <p:cNvSpPr txBox="1"/>
          <p:nvPr>
            <p:ph idx="2"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Finding term-to-term rules</a:t>
            </a:r>
            <a:endParaRPr/>
          </a:p>
        </p:txBody>
      </p:sp>
      <p:sp>
        <p:nvSpPr>
          <p:cNvPr id="1494" name="Google Shape;1494;p99"/>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Add 2 to the previous term to get the next term</a:t>
            </a:r>
            <a:endParaRPr sz="1800"/>
          </a:p>
        </p:txBody>
      </p:sp>
      <p:sp>
        <p:nvSpPr>
          <p:cNvPr id="1495" name="Google Shape;1495;p99"/>
          <p:cNvSpPr txBox="1"/>
          <p:nvPr>
            <p:ph type="title"/>
          </p:nvPr>
        </p:nvSpPr>
        <p:spPr>
          <a:xfrm>
            <a:off x="324000" y="810000"/>
            <a:ext cx="8496000" cy="48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Which </a:t>
            </a:r>
            <a:r>
              <a:rPr b="1" lang="en-GB" sz="2000"/>
              <a:t>term-to-term</a:t>
            </a:r>
            <a:r>
              <a:rPr lang="en-GB" sz="2000"/>
              <a:t> rule could describe the sequence which starts: 3, 5, …</a:t>
            </a:r>
            <a:endParaRPr sz="2000"/>
          </a:p>
        </p:txBody>
      </p:sp>
      <p:sp>
        <p:nvSpPr>
          <p:cNvPr id="1496" name="Google Shape;1496;p99"/>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Multiply the previous term by 2 to get the next term</a:t>
            </a:r>
            <a:endParaRPr/>
          </a:p>
        </p:txBody>
      </p:sp>
      <p:sp>
        <p:nvSpPr>
          <p:cNvPr id="1497" name="Google Shape;1497;p99"/>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Multiply the previous term by 2 then subtract 1 to get the next term</a:t>
            </a:r>
            <a:endParaRPr sz="1800"/>
          </a:p>
        </p:txBody>
      </p:sp>
      <p:sp>
        <p:nvSpPr>
          <p:cNvPr id="1498" name="Google Shape;1498;p99"/>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Subtract 2 from the previous term then multiply by 5 to get the next term</a:t>
            </a:r>
            <a:endParaRPr/>
          </a:p>
        </p:txBody>
      </p:sp>
      <p:pic>
        <p:nvPicPr>
          <p:cNvPr id="1499" name="Google Shape;1499;p99"/>
          <p:cNvPicPr preferRelativeResize="0"/>
          <p:nvPr/>
        </p:nvPicPr>
        <p:blipFill>
          <a:blip r:embed="rId3">
            <a:alphaModFix/>
          </a:blip>
          <a:stretch>
            <a:fillRect/>
          </a:stretch>
        </p:blipFill>
        <p:spPr>
          <a:xfrm>
            <a:off x="6379083" y="1620000"/>
            <a:ext cx="396000" cy="419100"/>
          </a:xfrm>
          <a:prstGeom prst="rect">
            <a:avLst/>
          </a:prstGeom>
          <a:noFill/>
          <a:ln>
            <a:noFill/>
          </a:ln>
        </p:spPr>
      </p:pic>
      <p:pic>
        <p:nvPicPr>
          <p:cNvPr id="1500" name="Google Shape;1500;p99"/>
          <p:cNvPicPr preferRelativeResize="0"/>
          <p:nvPr/>
        </p:nvPicPr>
        <p:blipFill>
          <a:blip r:embed="rId3">
            <a:alphaModFix/>
          </a:blip>
          <a:stretch>
            <a:fillRect/>
          </a:stretch>
        </p:blipFill>
        <p:spPr>
          <a:xfrm>
            <a:off x="8254758" y="3570450"/>
            <a:ext cx="396000" cy="419100"/>
          </a:xfrm>
          <a:prstGeom prst="rect">
            <a:avLst/>
          </a:prstGeom>
          <a:noFill/>
          <a:ln>
            <a:noFill/>
          </a:ln>
        </p:spPr>
      </p:pic>
      <p:pic>
        <p:nvPicPr>
          <p:cNvPr id="1501" name="Google Shape;1501;p99"/>
          <p:cNvPicPr preferRelativeResize="0"/>
          <p:nvPr/>
        </p:nvPicPr>
        <p:blipFill>
          <a:blip r:embed="rId3">
            <a:alphaModFix/>
          </a:blip>
          <a:stretch>
            <a:fillRect/>
          </a:stretch>
        </p:blipFill>
        <p:spPr>
          <a:xfrm>
            <a:off x="2010283" y="4367625"/>
            <a:ext cx="396000" cy="419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9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0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0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5" name="Shape 1505"/>
        <p:cNvGrpSpPr/>
        <p:nvPr/>
      </p:nvGrpSpPr>
      <p:grpSpPr>
        <a:xfrm>
          <a:off x="0" y="0"/>
          <a:ext cx="0" cy="0"/>
          <a:chOff x="0" y="0"/>
          <a:chExt cx="0" cy="0"/>
        </a:xfrm>
      </p:grpSpPr>
      <p:pic>
        <p:nvPicPr>
          <p:cNvPr id="1506" name="Google Shape;1506;p100"/>
          <p:cNvPicPr preferRelativeResize="0"/>
          <p:nvPr/>
        </p:nvPicPr>
        <p:blipFill>
          <a:blip r:embed="rId3">
            <a:alphaModFix/>
          </a:blip>
          <a:stretch>
            <a:fillRect/>
          </a:stretch>
        </p:blipFill>
        <p:spPr>
          <a:xfrm>
            <a:off x="227400" y="1382425"/>
            <a:ext cx="7087455" cy="3514175"/>
          </a:xfrm>
          <a:prstGeom prst="rect">
            <a:avLst/>
          </a:prstGeom>
          <a:noFill/>
          <a:ln>
            <a:noFill/>
          </a:ln>
        </p:spPr>
      </p:pic>
      <p:sp>
        <p:nvSpPr>
          <p:cNvPr id="1507" name="Google Shape;1507;p100"/>
          <p:cNvSpPr txBox="1"/>
          <p:nvPr>
            <p:ph idx="1" type="body"/>
          </p:nvPr>
        </p:nvSpPr>
        <p:spPr>
          <a:xfrm>
            <a:off x="324000" y="759300"/>
            <a:ext cx="8496000" cy="860700"/>
          </a:xfrm>
          <a:prstGeom prst="rect">
            <a:avLst/>
          </a:prstGeom>
        </p:spPr>
        <p:txBody>
          <a:bodyPr anchorCtr="0" anchor="t" bIns="0" lIns="0" spcFirstLastPara="1" rIns="0" wrap="square" tIns="0">
            <a:noAutofit/>
          </a:bodyPr>
          <a:lstStyle/>
          <a:p>
            <a:pPr indent="-342900" lvl="0" marL="457200" rtl="0" algn="l">
              <a:spcBef>
                <a:spcPts val="0"/>
              </a:spcBef>
              <a:spcAft>
                <a:spcPts val="0"/>
              </a:spcAft>
              <a:buSzPts val="1800"/>
              <a:buAutoNum type="arabicParenR"/>
            </a:pPr>
            <a:r>
              <a:rPr lang="en-GB" sz="1800"/>
              <a:t>Fill in each row and column so they form a sequence with a constant additive pattern. Then fill in the </a:t>
            </a:r>
            <a:r>
              <a:rPr b="1" lang="en-GB" sz="1800"/>
              <a:t>term-to-term</a:t>
            </a:r>
            <a:r>
              <a:rPr lang="en-GB" sz="1800"/>
              <a:t> rules for the stated rows.</a:t>
            </a:r>
            <a:endParaRPr sz="1800"/>
          </a:p>
        </p:txBody>
      </p:sp>
      <p:sp>
        <p:nvSpPr>
          <p:cNvPr id="1508" name="Google Shape;1508;p100"/>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Finding term-to-term rules</a:t>
            </a:r>
            <a:endParaRPr/>
          </a:p>
        </p:txBody>
      </p:sp>
      <p:sp>
        <p:nvSpPr>
          <p:cNvPr id="1509" name="Google Shape;1509;p100"/>
          <p:cNvSpPr txBox="1"/>
          <p:nvPr>
            <p:ph idx="1" type="body"/>
          </p:nvPr>
        </p:nvSpPr>
        <p:spPr>
          <a:xfrm>
            <a:off x="5916900" y="3076975"/>
            <a:ext cx="2903100" cy="86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 </a:t>
            </a:r>
            <a:r>
              <a:rPr b="1" lang="en-GB" sz="1800"/>
              <a:t>term-to-term</a:t>
            </a:r>
            <a:r>
              <a:rPr lang="en-GB" sz="1800"/>
              <a:t> rule for row A is</a:t>
            </a:r>
            <a:r>
              <a:rPr lang="en-GB" sz="1800" u="sng"/>
              <a:t>                 </a:t>
            </a:r>
            <a:r>
              <a:rPr lang="en-GB" sz="1800"/>
              <a:t>.</a:t>
            </a:r>
            <a:endParaRPr sz="1800"/>
          </a:p>
        </p:txBody>
      </p:sp>
      <p:sp>
        <p:nvSpPr>
          <p:cNvPr id="1510" name="Google Shape;1510;p100"/>
          <p:cNvSpPr txBox="1"/>
          <p:nvPr>
            <p:ph idx="1" type="body"/>
          </p:nvPr>
        </p:nvSpPr>
        <p:spPr>
          <a:xfrm>
            <a:off x="5916900" y="3855400"/>
            <a:ext cx="2903100" cy="86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 </a:t>
            </a:r>
            <a:r>
              <a:rPr b="1" lang="en-GB" sz="1800"/>
              <a:t>term-to-term</a:t>
            </a:r>
            <a:r>
              <a:rPr lang="en-GB" sz="1800"/>
              <a:t> rule for row B is</a:t>
            </a:r>
            <a:r>
              <a:rPr lang="en-GB" sz="1800" u="sng"/>
              <a:t>                 </a:t>
            </a:r>
            <a:r>
              <a:rPr lang="en-GB" sz="1800"/>
              <a:t>.</a:t>
            </a:r>
            <a:endParaRPr sz="1800"/>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514" name="Shape 1514"/>
        <p:cNvGrpSpPr/>
        <p:nvPr/>
      </p:nvGrpSpPr>
      <p:grpSpPr>
        <a:xfrm>
          <a:off x="0" y="0"/>
          <a:ext cx="0" cy="0"/>
          <a:chOff x="0" y="0"/>
          <a:chExt cx="0" cy="0"/>
        </a:xfrm>
      </p:grpSpPr>
      <p:sp>
        <p:nvSpPr>
          <p:cNvPr id="1515" name="Google Shape;1515;p101"/>
          <p:cNvSpPr txBox="1"/>
          <p:nvPr>
            <p:ph idx="1" type="body"/>
          </p:nvPr>
        </p:nvSpPr>
        <p:spPr>
          <a:xfrm>
            <a:off x="324000" y="759300"/>
            <a:ext cx="8496000" cy="860700"/>
          </a:xfrm>
          <a:prstGeom prst="rect">
            <a:avLst/>
          </a:prstGeom>
        </p:spPr>
        <p:txBody>
          <a:bodyPr anchorCtr="0" anchor="t" bIns="0" lIns="0" spcFirstLastPara="1" rIns="0" wrap="square" tIns="0">
            <a:noAutofit/>
          </a:bodyPr>
          <a:lstStyle/>
          <a:p>
            <a:pPr indent="-342900" lvl="0" marL="457200" rtl="0" algn="l">
              <a:spcBef>
                <a:spcPts val="0"/>
              </a:spcBef>
              <a:spcAft>
                <a:spcPts val="0"/>
              </a:spcAft>
              <a:buSzPts val="1800"/>
              <a:buAutoNum type="arabicParenR"/>
            </a:pPr>
            <a:r>
              <a:rPr lang="en-GB" sz="1800"/>
              <a:t>Fill in each row and column so they form a sequence with a constant additive pattern. Then fill in the </a:t>
            </a:r>
            <a:r>
              <a:rPr b="1" lang="en-GB" sz="1800"/>
              <a:t>term-to-term</a:t>
            </a:r>
            <a:r>
              <a:rPr lang="en-GB" sz="1800"/>
              <a:t> rules for the stated rows.</a:t>
            </a:r>
            <a:endParaRPr sz="1800"/>
          </a:p>
        </p:txBody>
      </p:sp>
      <p:sp>
        <p:nvSpPr>
          <p:cNvPr id="1516" name="Google Shape;1516;p101"/>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Finding term-to-term rules</a:t>
            </a:r>
            <a:endParaRPr/>
          </a:p>
        </p:txBody>
      </p:sp>
      <p:graphicFrame>
        <p:nvGraphicFramePr>
          <p:cNvPr id="1517" name="Google Shape;1517;p101"/>
          <p:cNvGraphicFramePr/>
          <p:nvPr/>
        </p:nvGraphicFramePr>
        <p:xfrm>
          <a:off x="382625" y="1476850"/>
          <a:ext cx="3000000" cy="3000000"/>
        </p:xfrm>
        <a:graphic>
          <a:graphicData uri="http://schemas.openxmlformats.org/drawingml/2006/table">
            <a:tbl>
              <a:tblPr>
                <a:noFill/>
                <a:tableStyleId>{75A5DC62-8C51-4004-8FE2-019E2598D443}</a:tableStyleId>
              </a:tblPr>
              <a:tblGrid>
                <a:gridCol w="360000"/>
                <a:gridCol w="360000"/>
                <a:gridCol w="360000"/>
                <a:gridCol w="360000"/>
                <a:gridCol w="360000"/>
                <a:gridCol w="360000"/>
                <a:gridCol w="360000"/>
                <a:gridCol w="360000"/>
                <a:gridCol w="360000"/>
                <a:gridCol w="360000"/>
              </a:tblGrid>
              <a:tr h="360000">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60000">
                <a:tc>
                  <a:txBody>
                    <a:bodyPr/>
                    <a:lstStyle/>
                    <a:p>
                      <a:pPr indent="0" lvl="0" marL="0" rtl="0" algn="ctr">
                        <a:spcBef>
                          <a:spcPts val="0"/>
                        </a:spcBef>
                        <a:spcAft>
                          <a:spcPts val="0"/>
                        </a:spcAft>
                        <a:buNone/>
                      </a:pPr>
                      <a:r>
                        <a:rPr lang="en-GB" sz="1800">
                          <a:latin typeface="Lexend"/>
                          <a:ea typeface="Lexend"/>
                          <a:cs typeface="Lexend"/>
                          <a:sym typeface="Lexend"/>
                        </a:rPr>
                        <a:t>21</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35</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60000">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23</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solidFill>
                          <a:schemeClr val="accent6"/>
                        </a:solidFill>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60000">
                <a:tc>
                  <a:txBody>
                    <a:bodyPr/>
                    <a:lstStyle/>
                    <a:p>
                      <a:pPr indent="0" lvl="0" marL="0" rtl="0" algn="l">
                        <a:spcBef>
                          <a:spcPts val="0"/>
                        </a:spcBef>
                        <a:spcAft>
                          <a:spcPts val="0"/>
                        </a:spcAft>
                        <a:buNone/>
                      </a:pPr>
                      <a:r>
                        <a:t/>
                      </a:r>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30</a:t>
                      </a:r>
                      <a:endParaRPr sz="1800">
                        <a:solidFill>
                          <a:schemeClr val="dk1"/>
                        </a:solidFill>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60000">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40</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60000">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60000">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60000">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60000">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solidFill>
                          <a:schemeClr val="accent5"/>
                        </a:solidFill>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85</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graphicFrame>
        <p:nvGraphicFramePr>
          <p:cNvPr id="1518" name="Google Shape;1518;p101"/>
          <p:cNvGraphicFramePr/>
          <p:nvPr/>
        </p:nvGraphicFramePr>
        <p:xfrm>
          <a:off x="3982625" y="1476850"/>
          <a:ext cx="3000000" cy="3000000"/>
        </p:xfrm>
        <a:graphic>
          <a:graphicData uri="http://schemas.openxmlformats.org/drawingml/2006/table">
            <a:tbl>
              <a:tblPr>
                <a:noFill/>
                <a:tableStyleId>{75A5DC62-8C51-4004-8FE2-019E2598D443}</a:tableStyleId>
              </a:tblPr>
              <a:tblGrid>
                <a:gridCol w="360000"/>
                <a:gridCol w="360000"/>
                <a:gridCol w="360000"/>
                <a:gridCol w="360000"/>
                <a:gridCol w="360000"/>
                <a:gridCol w="360000"/>
                <a:gridCol w="360000"/>
                <a:gridCol w="360000"/>
                <a:gridCol w="360000"/>
                <a:gridCol w="360000"/>
              </a:tblGrid>
              <a:tr h="360000">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60000">
                <a:tc>
                  <a:txBody>
                    <a:bodyPr/>
                    <a:lstStyle/>
                    <a:p>
                      <a:pPr indent="0" lvl="0" marL="0" rtl="0" algn="ctr">
                        <a:spcBef>
                          <a:spcPts val="0"/>
                        </a:spcBef>
                        <a:spcAft>
                          <a:spcPts val="0"/>
                        </a:spcAft>
                        <a:buNone/>
                      </a:pPr>
                      <a:r>
                        <a:rPr lang="en-GB" sz="1800">
                          <a:latin typeface="Lexend"/>
                          <a:ea typeface="Lexend"/>
                          <a:cs typeface="Lexend"/>
                          <a:sym typeface="Lexend"/>
                        </a:rPr>
                        <a:t>28</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34</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solidFill>
                          <a:schemeClr val="accent5"/>
                        </a:solidFill>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51</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60000">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60000">
                <a:tc>
                  <a:txBody>
                    <a:bodyPr/>
                    <a:lstStyle/>
                    <a:p>
                      <a:pPr indent="0" lvl="0" marL="0" rtl="0" algn="l">
                        <a:spcBef>
                          <a:spcPts val="0"/>
                        </a:spcBef>
                        <a:spcAft>
                          <a:spcPts val="0"/>
                        </a:spcAft>
                        <a:buNone/>
                      </a:pPr>
                      <a:r>
                        <a:t/>
                      </a:r>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60000">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60000">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60000">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60000">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60000">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GB" sz="1700">
                          <a:latin typeface="Lexend"/>
                          <a:ea typeface="Lexend"/>
                          <a:cs typeface="Lexend"/>
                          <a:sym typeface="Lexend"/>
                        </a:rPr>
                        <a:t>110</a:t>
                      </a:r>
                      <a:endParaRPr sz="17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cxnSp>
        <p:nvCxnSpPr>
          <p:cNvPr id="1519" name="Google Shape;1519;p101"/>
          <p:cNvCxnSpPr/>
          <p:nvPr/>
        </p:nvCxnSpPr>
        <p:spPr>
          <a:xfrm>
            <a:off x="740025" y="1482137"/>
            <a:ext cx="0" cy="2892000"/>
          </a:xfrm>
          <a:prstGeom prst="straightConnector1">
            <a:avLst/>
          </a:prstGeom>
          <a:noFill/>
          <a:ln cap="flat" cmpd="sng" w="28575">
            <a:solidFill>
              <a:schemeClr val="dk1"/>
            </a:solidFill>
            <a:prstDash val="solid"/>
            <a:round/>
            <a:headEnd len="med" w="med" type="none"/>
            <a:tailEnd len="med" w="med" type="none"/>
          </a:ln>
        </p:spPr>
      </p:cxnSp>
      <p:cxnSp>
        <p:nvCxnSpPr>
          <p:cNvPr id="1520" name="Google Shape;1520;p101"/>
          <p:cNvCxnSpPr/>
          <p:nvPr/>
        </p:nvCxnSpPr>
        <p:spPr>
          <a:xfrm>
            <a:off x="1102625" y="1478546"/>
            <a:ext cx="0" cy="2873700"/>
          </a:xfrm>
          <a:prstGeom prst="straightConnector1">
            <a:avLst/>
          </a:prstGeom>
          <a:noFill/>
          <a:ln cap="flat" cmpd="sng" w="28575">
            <a:solidFill>
              <a:schemeClr val="dk1"/>
            </a:solidFill>
            <a:prstDash val="solid"/>
            <a:round/>
            <a:headEnd len="med" w="med" type="none"/>
            <a:tailEnd len="med" w="med" type="none"/>
          </a:ln>
        </p:spPr>
      </p:cxnSp>
      <p:cxnSp>
        <p:nvCxnSpPr>
          <p:cNvPr id="1521" name="Google Shape;1521;p101"/>
          <p:cNvCxnSpPr/>
          <p:nvPr/>
        </p:nvCxnSpPr>
        <p:spPr>
          <a:xfrm>
            <a:off x="1829825" y="2205400"/>
            <a:ext cx="0" cy="2527800"/>
          </a:xfrm>
          <a:prstGeom prst="straightConnector1">
            <a:avLst/>
          </a:prstGeom>
          <a:noFill/>
          <a:ln cap="flat" cmpd="sng" w="28575">
            <a:solidFill>
              <a:schemeClr val="dk1"/>
            </a:solidFill>
            <a:prstDash val="solid"/>
            <a:round/>
            <a:headEnd len="med" w="med" type="none"/>
            <a:tailEnd len="med" w="med" type="none"/>
          </a:ln>
        </p:spPr>
      </p:cxnSp>
      <p:cxnSp>
        <p:nvCxnSpPr>
          <p:cNvPr id="1522" name="Google Shape;1522;p101"/>
          <p:cNvCxnSpPr/>
          <p:nvPr/>
        </p:nvCxnSpPr>
        <p:spPr>
          <a:xfrm>
            <a:off x="2189825" y="2198075"/>
            <a:ext cx="0" cy="2506800"/>
          </a:xfrm>
          <a:prstGeom prst="straightConnector1">
            <a:avLst/>
          </a:prstGeom>
          <a:noFill/>
          <a:ln cap="flat" cmpd="sng" w="28575">
            <a:solidFill>
              <a:schemeClr val="dk1"/>
            </a:solidFill>
            <a:prstDash val="solid"/>
            <a:round/>
            <a:headEnd len="med" w="med" type="none"/>
            <a:tailEnd len="med" w="med" type="none"/>
          </a:ln>
        </p:spPr>
      </p:cxnSp>
      <p:cxnSp>
        <p:nvCxnSpPr>
          <p:cNvPr id="1523" name="Google Shape;1523;p101"/>
          <p:cNvCxnSpPr/>
          <p:nvPr/>
        </p:nvCxnSpPr>
        <p:spPr>
          <a:xfrm>
            <a:off x="2894525" y="2196850"/>
            <a:ext cx="0" cy="1804500"/>
          </a:xfrm>
          <a:prstGeom prst="straightConnector1">
            <a:avLst/>
          </a:prstGeom>
          <a:noFill/>
          <a:ln cap="flat" cmpd="sng" w="28575">
            <a:solidFill>
              <a:schemeClr val="dk1"/>
            </a:solidFill>
            <a:prstDash val="solid"/>
            <a:round/>
            <a:headEnd len="med" w="med" type="none"/>
            <a:tailEnd len="med" w="med" type="none"/>
          </a:ln>
        </p:spPr>
      </p:cxnSp>
      <p:cxnSp>
        <p:nvCxnSpPr>
          <p:cNvPr id="1524" name="Google Shape;1524;p101"/>
          <p:cNvCxnSpPr/>
          <p:nvPr/>
        </p:nvCxnSpPr>
        <p:spPr>
          <a:xfrm>
            <a:off x="3262625" y="2196850"/>
            <a:ext cx="0" cy="1796400"/>
          </a:xfrm>
          <a:prstGeom prst="straightConnector1">
            <a:avLst/>
          </a:prstGeom>
          <a:noFill/>
          <a:ln cap="flat" cmpd="sng" w="28575">
            <a:solidFill>
              <a:schemeClr val="dk1"/>
            </a:solidFill>
            <a:prstDash val="solid"/>
            <a:round/>
            <a:headEnd len="med" w="med" type="none"/>
            <a:tailEnd len="med" w="med" type="none"/>
          </a:ln>
        </p:spPr>
      </p:cxnSp>
      <p:cxnSp>
        <p:nvCxnSpPr>
          <p:cNvPr id="1525" name="Google Shape;1525;p101"/>
          <p:cNvCxnSpPr/>
          <p:nvPr/>
        </p:nvCxnSpPr>
        <p:spPr>
          <a:xfrm>
            <a:off x="4342752" y="1836850"/>
            <a:ext cx="0" cy="1797300"/>
          </a:xfrm>
          <a:prstGeom prst="straightConnector1">
            <a:avLst/>
          </a:prstGeom>
          <a:noFill/>
          <a:ln cap="flat" cmpd="sng" w="28575">
            <a:solidFill>
              <a:schemeClr val="dk1"/>
            </a:solidFill>
            <a:prstDash val="solid"/>
            <a:round/>
            <a:headEnd len="med" w="med" type="none"/>
            <a:tailEnd len="med" w="med" type="none"/>
          </a:ln>
        </p:spPr>
      </p:cxnSp>
      <p:cxnSp>
        <p:nvCxnSpPr>
          <p:cNvPr id="1526" name="Google Shape;1526;p101"/>
          <p:cNvCxnSpPr/>
          <p:nvPr/>
        </p:nvCxnSpPr>
        <p:spPr>
          <a:xfrm>
            <a:off x="4703523" y="1836850"/>
            <a:ext cx="0" cy="1804500"/>
          </a:xfrm>
          <a:prstGeom prst="straightConnector1">
            <a:avLst/>
          </a:prstGeom>
          <a:noFill/>
          <a:ln cap="flat" cmpd="sng" w="28575">
            <a:solidFill>
              <a:schemeClr val="dk1"/>
            </a:solidFill>
            <a:prstDash val="solid"/>
            <a:round/>
            <a:headEnd len="med" w="med" type="none"/>
            <a:tailEnd len="med" w="med" type="none"/>
          </a:ln>
        </p:spPr>
      </p:cxnSp>
      <p:cxnSp>
        <p:nvCxnSpPr>
          <p:cNvPr id="1527" name="Google Shape;1527;p101"/>
          <p:cNvCxnSpPr/>
          <p:nvPr/>
        </p:nvCxnSpPr>
        <p:spPr>
          <a:xfrm>
            <a:off x="5424425" y="1836850"/>
            <a:ext cx="0" cy="2868300"/>
          </a:xfrm>
          <a:prstGeom prst="straightConnector1">
            <a:avLst/>
          </a:prstGeom>
          <a:noFill/>
          <a:ln cap="flat" cmpd="sng" w="28575">
            <a:solidFill>
              <a:schemeClr val="dk1"/>
            </a:solidFill>
            <a:prstDash val="solid"/>
            <a:round/>
            <a:headEnd len="med" w="med" type="none"/>
            <a:tailEnd len="med" w="med" type="none"/>
          </a:ln>
        </p:spPr>
      </p:cxnSp>
      <p:cxnSp>
        <p:nvCxnSpPr>
          <p:cNvPr id="1528" name="Google Shape;1528;p101"/>
          <p:cNvCxnSpPr/>
          <p:nvPr/>
        </p:nvCxnSpPr>
        <p:spPr>
          <a:xfrm>
            <a:off x="5785200" y="1836850"/>
            <a:ext cx="0" cy="2868300"/>
          </a:xfrm>
          <a:prstGeom prst="straightConnector1">
            <a:avLst/>
          </a:prstGeom>
          <a:noFill/>
          <a:ln cap="flat" cmpd="sng" w="28575">
            <a:solidFill>
              <a:schemeClr val="dk1"/>
            </a:solidFill>
            <a:prstDash val="solid"/>
            <a:round/>
            <a:headEnd len="med" w="med" type="none"/>
            <a:tailEnd len="med" w="med" type="none"/>
          </a:ln>
        </p:spPr>
      </p:cxnSp>
      <p:cxnSp>
        <p:nvCxnSpPr>
          <p:cNvPr id="1529" name="Google Shape;1529;p101"/>
          <p:cNvCxnSpPr/>
          <p:nvPr/>
        </p:nvCxnSpPr>
        <p:spPr>
          <a:xfrm rot="10800000">
            <a:off x="382600" y="1836850"/>
            <a:ext cx="1441800" cy="0"/>
          </a:xfrm>
          <a:prstGeom prst="straightConnector1">
            <a:avLst/>
          </a:prstGeom>
          <a:noFill/>
          <a:ln cap="flat" cmpd="sng" w="28575">
            <a:solidFill>
              <a:schemeClr val="dk1"/>
            </a:solidFill>
            <a:prstDash val="solid"/>
            <a:round/>
            <a:headEnd len="med" w="med" type="none"/>
            <a:tailEnd len="med" w="med" type="none"/>
          </a:ln>
        </p:spPr>
      </p:cxnSp>
      <p:cxnSp>
        <p:nvCxnSpPr>
          <p:cNvPr id="1530" name="Google Shape;1530;p101"/>
          <p:cNvCxnSpPr/>
          <p:nvPr/>
        </p:nvCxnSpPr>
        <p:spPr>
          <a:xfrm rot="10800000">
            <a:off x="388025" y="2196850"/>
            <a:ext cx="1441800" cy="0"/>
          </a:xfrm>
          <a:prstGeom prst="straightConnector1">
            <a:avLst/>
          </a:prstGeom>
          <a:noFill/>
          <a:ln cap="flat" cmpd="sng" w="28575">
            <a:solidFill>
              <a:schemeClr val="dk1"/>
            </a:solidFill>
            <a:prstDash val="solid"/>
            <a:round/>
            <a:headEnd len="med" w="med" type="none"/>
            <a:tailEnd len="med" w="med" type="none"/>
          </a:ln>
        </p:spPr>
      </p:cxnSp>
      <p:cxnSp>
        <p:nvCxnSpPr>
          <p:cNvPr id="1531" name="Google Shape;1531;p101"/>
          <p:cNvCxnSpPr/>
          <p:nvPr/>
        </p:nvCxnSpPr>
        <p:spPr>
          <a:xfrm rot="10800000">
            <a:off x="382633" y="2556850"/>
            <a:ext cx="5738400" cy="0"/>
          </a:xfrm>
          <a:prstGeom prst="straightConnector1">
            <a:avLst/>
          </a:prstGeom>
          <a:noFill/>
          <a:ln cap="flat" cmpd="sng" w="28575">
            <a:solidFill>
              <a:schemeClr val="dk1"/>
            </a:solidFill>
            <a:prstDash val="solid"/>
            <a:round/>
            <a:headEnd len="med" w="med" type="none"/>
            <a:tailEnd len="med" w="med" type="none"/>
          </a:ln>
        </p:spPr>
      </p:cxnSp>
      <p:cxnSp>
        <p:nvCxnSpPr>
          <p:cNvPr id="1532" name="Google Shape;1532;p101"/>
          <p:cNvCxnSpPr/>
          <p:nvPr/>
        </p:nvCxnSpPr>
        <p:spPr>
          <a:xfrm rot="10800000">
            <a:off x="404225" y="2916850"/>
            <a:ext cx="5738400" cy="0"/>
          </a:xfrm>
          <a:prstGeom prst="straightConnector1">
            <a:avLst/>
          </a:prstGeom>
          <a:noFill/>
          <a:ln cap="flat" cmpd="sng" w="28575">
            <a:solidFill>
              <a:schemeClr val="dk1"/>
            </a:solidFill>
            <a:prstDash val="solid"/>
            <a:round/>
            <a:headEnd len="med" w="med" type="none"/>
            <a:tailEnd len="med" w="med" type="none"/>
          </a:ln>
        </p:spPr>
      </p:cxnSp>
      <p:cxnSp>
        <p:nvCxnSpPr>
          <p:cNvPr id="1533" name="Google Shape;1533;p101"/>
          <p:cNvCxnSpPr/>
          <p:nvPr/>
        </p:nvCxnSpPr>
        <p:spPr>
          <a:xfrm rot="10800000">
            <a:off x="3262350" y="1836850"/>
            <a:ext cx="1785900" cy="0"/>
          </a:xfrm>
          <a:prstGeom prst="straightConnector1">
            <a:avLst/>
          </a:prstGeom>
          <a:noFill/>
          <a:ln cap="flat" cmpd="sng" w="28575">
            <a:solidFill>
              <a:schemeClr val="dk1"/>
            </a:solidFill>
            <a:prstDash val="solid"/>
            <a:round/>
            <a:headEnd len="med" w="med" type="none"/>
            <a:tailEnd len="med" w="med" type="none"/>
          </a:ln>
        </p:spPr>
      </p:cxnSp>
      <p:cxnSp>
        <p:nvCxnSpPr>
          <p:cNvPr id="1534" name="Google Shape;1534;p101"/>
          <p:cNvCxnSpPr/>
          <p:nvPr/>
        </p:nvCxnSpPr>
        <p:spPr>
          <a:xfrm rot="10800000">
            <a:off x="3277350" y="2196850"/>
            <a:ext cx="1770900" cy="0"/>
          </a:xfrm>
          <a:prstGeom prst="straightConnector1">
            <a:avLst/>
          </a:prstGeom>
          <a:noFill/>
          <a:ln cap="flat" cmpd="sng" w="28575">
            <a:solidFill>
              <a:schemeClr val="dk1"/>
            </a:solidFill>
            <a:prstDash val="solid"/>
            <a:round/>
            <a:headEnd len="med" w="med" type="none"/>
            <a:tailEnd len="med" w="med" type="none"/>
          </a:ln>
        </p:spPr>
      </p:cxnSp>
      <p:cxnSp>
        <p:nvCxnSpPr>
          <p:cNvPr id="1535" name="Google Shape;1535;p101"/>
          <p:cNvCxnSpPr/>
          <p:nvPr/>
        </p:nvCxnSpPr>
        <p:spPr>
          <a:xfrm rot="10800000">
            <a:off x="743525" y="3271575"/>
            <a:ext cx="2882100" cy="0"/>
          </a:xfrm>
          <a:prstGeom prst="straightConnector1">
            <a:avLst/>
          </a:prstGeom>
          <a:noFill/>
          <a:ln cap="flat" cmpd="sng" w="28575">
            <a:solidFill>
              <a:schemeClr val="dk1"/>
            </a:solidFill>
            <a:prstDash val="solid"/>
            <a:round/>
            <a:headEnd len="med" w="med" type="none"/>
            <a:tailEnd len="med" w="med" type="none"/>
          </a:ln>
        </p:spPr>
      </p:cxnSp>
      <p:cxnSp>
        <p:nvCxnSpPr>
          <p:cNvPr id="1536" name="Google Shape;1536;p101"/>
          <p:cNvCxnSpPr/>
          <p:nvPr/>
        </p:nvCxnSpPr>
        <p:spPr>
          <a:xfrm rot="10800000">
            <a:off x="755525" y="3631575"/>
            <a:ext cx="2870100" cy="0"/>
          </a:xfrm>
          <a:prstGeom prst="straightConnector1">
            <a:avLst/>
          </a:prstGeom>
          <a:noFill/>
          <a:ln cap="flat" cmpd="sng" w="28575">
            <a:solidFill>
              <a:schemeClr val="dk1"/>
            </a:solidFill>
            <a:prstDash val="solid"/>
            <a:round/>
            <a:headEnd len="med" w="med" type="none"/>
            <a:tailEnd len="med" w="med" type="none"/>
          </a:ln>
        </p:spPr>
      </p:cxnSp>
      <p:cxnSp>
        <p:nvCxnSpPr>
          <p:cNvPr id="1537" name="Google Shape;1537;p101"/>
          <p:cNvCxnSpPr/>
          <p:nvPr/>
        </p:nvCxnSpPr>
        <p:spPr>
          <a:xfrm rot="10800000">
            <a:off x="1102626" y="4356850"/>
            <a:ext cx="1436400" cy="0"/>
          </a:xfrm>
          <a:prstGeom prst="straightConnector1">
            <a:avLst/>
          </a:prstGeom>
          <a:noFill/>
          <a:ln cap="flat" cmpd="sng" w="28575">
            <a:solidFill>
              <a:schemeClr val="dk1"/>
            </a:solidFill>
            <a:prstDash val="solid"/>
            <a:round/>
            <a:headEnd len="med" w="med" type="none"/>
            <a:tailEnd len="med" w="med" type="none"/>
          </a:ln>
        </p:spPr>
      </p:cxnSp>
      <p:cxnSp>
        <p:nvCxnSpPr>
          <p:cNvPr id="1538" name="Google Shape;1538;p101"/>
          <p:cNvCxnSpPr/>
          <p:nvPr/>
        </p:nvCxnSpPr>
        <p:spPr>
          <a:xfrm rot="10800000">
            <a:off x="1108030" y="4716850"/>
            <a:ext cx="1436400" cy="0"/>
          </a:xfrm>
          <a:prstGeom prst="straightConnector1">
            <a:avLst/>
          </a:prstGeom>
          <a:noFill/>
          <a:ln cap="flat" cmpd="sng" w="28575">
            <a:solidFill>
              <a:schemeClr val="dk1"/>
            </a:solidFill>
            <a:prstDash val="solid"/>
            <a:round/>
            <a:headEnd len="med" w="med" type="none"/>
            <a:tailEnd len="med" w="med" type="none"/>
          </a:ln>
        </p:spPr>
      </p:cxnSp>
      <p:cxnSp>
        <p:nvCxnSpPr>
          <p:cNvPr id="1539" name="Google Shape;1539;p101"/>
          <p:cNvCxnSpPr/>
          <p:nvPr/>
        </p:nvCxnSpPr>
        <p:spPr>
          <a:xfrm>
            <a:off x="1456198" y="1836850"/>
            <a:ext cx="0" cy="361200"/>
          </a:xfrm>
          <a:prstGeom prst="straightConnector1">
            <a:avLst/>
          </a:prstGeom>
          <a:noFill/>
          <a:ln cap="flat" cmpd="sng" w="28575">
            <a:solidFill>
              <a:schemeClr val="dk1"/>
            </a:solidFill>
            <a:prstDash val="solid"/>
            <a:round/>
            <a:headEnd len="med" w="med" type="none"/>
            <a:tailEnd len="med" w="med" type="none"/>
          </a:ln>
        </p:spPr>
      </p:cxnSp>
      <p:cxnSp>
        <p:nvCxnSpPr>
          <p:cNvPr id="1540" name="Google Shape;1540;p101"/>
          <p:cNvCxnSpPr/>
          <p:nvPr/>
        </p:nvCxnSpPr>
        <p:spPr>
          <a:xfrm>
            <a:off x="1829823" y="1835650"/>
            <a:ext cx="0" cy="361200"/>
          </a:xfrm>
          <a:prstGeom prst="straightConnector1">
            <a:avLst/>
          </a:prstGeom>
          <a:noFill/>
          <a:ln cap="flat" cmpd="sng" w="28575">
            <a:solidFill>
              <a:schemeClr val="dk1"/>
            </a:solidFill>
            <a:prstDash val="solid"/>
            <a:round/>
            <a:headEnd len="med" w="med" type="none"/>
            <a:tailEnd len="med" w="med" type="none"/>
          </a:ln>
        </p:spPr>
      </p:cxnSp>
      <p:cxnSp>
        <p:nvCxnSpPr>
          <p:cNvPr id="1541" name="Google Shape;1541;p101"/>
          <p:cNvCxnSpPr/>
          <p:nvPr/>
        </p:nvCxnSpPr>
        <p:spPr>
          <a:xfrm>
            <a:off x="389696" y="2556850"/>
            <a:ext cx="0" cy="361200"/>
          </a:xfrm>
          <a:prstGeom prst="straightConnector1">
            <a:avLst/>
          </a:prstGeom>
          <a:noFill/>
          <a:ln cap="flat" cmpd="sng" w="28575">
            <a:solidFill>
              <a:schemeClr val="dk1"/>
            </a:solidFill>
            <a:prstDash val="solid"/>
            <a:round/>
            <a:headEnd len="med" w="med" type="none"/>
            <a:tailEnd len="med" w="med" type="none"/>
          </a:ln>
        </p:spPr>
      </p:cxnSp>
      <p:cxnSp>
        <p:nvCxnSpPr>
          <p:cNvPr id="1542" name="Google Shape;1542;p101"/>
          <p:cNvCxnSpPr/>
          <p:nvPr/>
        </p:nvCxnSpPr>
        <p:spPr>
          <a:xfrm>
            <a:off x="1469821" y="2556250"/>
            <a:ext cx="0" cy="361200"/>
          </a:xfrm>
          <a:prstGeom prst="straightConnector1">
            <a:avLst/>
          </a:prstGeom>
          <a:noFill/>
          <a:ln cap="flat" cmpd="sng" w="28575">
            <a:solidFill>
              <a:schemeClr val="dk1"/>
            </a:solidFill>
            <a:prstDash val="solid"/>
            <a:round/>
            <a:headEnd len="med" w="med" type="none"/>
            <a:tailEnd len="med" w="med" type="none"/>
          </a:ln>
        </p:spPr>
      </p:cxnSp>
      <p:cxnSp>
        <p:nvCxnSpPr>
          <p:cNvPr id="1543" name="Google Shape;1543;p101"/>
          <p:cNvCxnSpPr/>
          <p:nvPr/>
        </p:nvCxnSpPr>
        <p:spPr>
          <a:xfrm>
            <a:off x="2542621" y="2556850"/>
            <a:ext cx="0" cy="361200"/>
          </a:xfrm>
          <a:prstGeom prst="straightConnector1">
            <a:avLst/>
          </a:prstGeom>
          <a:noFill/>
          <a:ln cap="flat" cmpd="sng" w="28575">
            <a:solidFill>
              <a:schemeClr val="dk1"/>
            </a:solidFill>
            <a:prstDash val="solid"/>
            <a:round/>
            <a:headEnd len="med" w="med" type="none"/>
            <a:tailEnd len="med" w="med" type="none"/>
          </a:ln>
        </p:spPr>
      </p:cxnSp>
      <p:cxnSp>
        <p:nvCxnSpPr>
          <p:cNvPr id="1544" name="Google Shape;1544;p101"/>
          <p:cNvCxnSpPr/>
          <p:nvPr/>
        </p:nvCxnSpPr>
        <p:spPr>
          <a:xfrm>
            <a:off x="3621846" y="2556250"/>
            <a:ext cx="0" cy="361200"/>
          </a:xfrm>
          <a:prstGeom prst="straightConnector1">
            <a:avLst/>
          </a:prstGeom>
          <a:noFill/>
          <a:ln cap="flat" cmpd="sng" w="28575">
            <a:solidFill>
              <a:schemeClr val="dk1"/>
            </a:solidFill>
            <a:prstDash val="solid"/>
            <a:round/>
            <a:headEnd len="med" w="med" type="none"/>
            <a:tailEnd len="med" w="med" type="none"/>
          </a:ln>
        </p:spPr>
      </p:cxnSp>
      <p:cxnSp>
        <p:nvCxnSpPr>
          <p:cNvPr id="1545" name="Google Shape;1545;p101"/>
          <p:cNvCxnSpPr/>
          <p:nvPr/>
        </p:nvCxnSpPr>
        <p:spPr>
          <a:xfrm>
            <a:off x="3981971" y="2556850"/>
            <a:ext cx="0" cy="361200"/>
          </a:xfrm>
          <a:prstGeom prst="straightConnector1">
            <a:avLst/>
          </a:prstGeom>
          <a:noFill/>
          <a:ln cap="flat" cmpd="sng" w="28575">
            <a:solidFill>
              <a:schemeClr val="dk1"/>
            </a:solidFill>
            <a:prstDash val="solid"/>
            <a:round/>
            <a:headEnd len="med" w="med" type="none"/>
            <a:tailEnd len="med" w="med" type="none"/>
          </a:ln>
        </p:spPr>
      </p:cxnSp>
      <p:cxnSp>
        <p:nvCxnSpPr>
          <p:cNvPr id="1546" name="Google Shape;1546;p101"/>
          <p:cNvCxnSpPr/>
          <p:nvPr/>
        </p:nvCxnSpPr>
        <p:spPr>
          <a:xfrm>
            <a:off x="5063646" y="2556850"/>
            <a:ext cx="0" cy="361200"/>
          </a:xfrm>
          <a:prstGeom prst="straightConnector1">
            <a:avLst/>
          </a:prstGeom>
          <a:noFill/>
          <a:ln cap="flat" cmpd="sng" w="28575">
            <a:solidFill>
              <a:schemeClr val="dk1"/>
            </a:solidFill>
            <a:prstDash val="solid"/>
            <a:round/>
            <a:headEnd len="med" w="med" type="none"/>
            <a:tailEnd len="med" w="med" type="none"/>
          </a:ln>
        </p:spPr>
      </p:cxnSp>
      <p:cxnSp>
        <p:nvCxnSpPr>
          <p:cNvPr id="1547" name="Google Shape;1547;p101"/>
          <p:cNvCxnSpPr/>
          <p:nvPr/>
        </p:nvCxnSpPr>
        <p:spPr>
          <a:xfrm>
            <a:off x="6128348" y="2557096"/>
            <a:ext cx="0" cy="361200"/>
          </a:xfrm>
          <a:prstGeom prst="straightConnector1">
            <a:avLst/>
          </a:prstGeom>
          <a:noFill/>
          <a:ln cap="flat" cmpd="sng" w="28575">
            <a:solidFill>
              <a:schemeClr val="dk1"/>
            </a:solidFill>
            <a:prstDash val="solid"/>
            <a:round/>
            <a:headEnd len="med" w="med" type="none"/>
            <a:tailEnd len="med" w="med" type="none"/>
          </a:ln>
        </p:spPr>
      </p:cxnSp>
      <p:cxnSp>
        <p:nvCxnSpPr>
          <p:cNvPr id="1548" name="Google Shape;1548;p101"/>
          <p:cNvCxnSpPr/>
          <p:nvPr/>
        </p:nvCxnSpPr>
        <p:spPr>
          <a:xfrm>
            <a:off x="3273423" y="1835646"/>
            <a:ext cx="0" cy="361200"/>
          </a:xfrm>
          <a:prstGeom prst="straightConnector1">
            <a:avLst/>
          </a:prstGeom>
          <a:noFill/>
          <a:ln cap="flat" cmpd="sng" w="28575">
            <a:solidFill>
              <a:schemeClr val="dk1"/>
            </a:solidFill>
            <a:prstDash val="solid"/>
            <a:round/>
            <a:headEnd len="med" w="med" type="none"/>
            <a:tailEnd len="med" w="med" type="none"/>
          </a:ln>
        </p:spPr>
      </p:cxnSp>
      <p:cxnSp>
        <p:nvCxnSpPr>
          <p:cNvPr id="1549" name="Google Shape;1549;p101"/>
          <p:cNvCxnSpPr/>
          <p:nvPr/>
        </p:nvCxnSpPr>
        <p:spPr>
          <a:xfrm>
            <a:off x="3621848" y="1835646"/>
            <a:ext cx="0" cy="361200"/>
          </a:xfrm>
          <a:prstGeom prst="straightConnector1">
            <a:avLst/>
          </a:prstGeom>
          <a:noFill/>
          <a:ln cap="flat" cmpd="sng" w="28575">
            <a:solidFill>
              <a:schemeClr val="dk1"/>
            </a:solidFill>
            <a:prstDash val="solid"/>
            <a:round/>
            <a:headEnd len="med" w="med" type="none"/>
            <a:tailEnd len="med" w="med" type="none"/>
          </a:ln>
        </p:spPr>
      </p:cxnSp>
      <p:cxnSp>
        <p:nvCxnSpPr>
          <p:cNvPr id="1550" name="Google Shape;1550;p101"/>
          <p:cNvCxnSpPr/>
          <p:nvPr/>
        </p:nvCxnSpPr>
        <p:spPr>
          <a:xfrm>
            <a:off x="3981973" y="1836846"/>
            <a:ext cx="0" cy="361200"/>
          </a:xfrm>
          <a:prstGeom prst="straightConnector1">
            <a:avLst/>
          </a:prstGeom>
          <a:noFill/>
          <a:ln cap="flat" cmpd="sng" w="28575">
            <a:solidFill>
              <a:schemeClr val="dk1"/>
            </a:solidFill>
            <a:prstDash val="solid"/>
            <a:round/>
            <a:headEnd len="med" w="med" type="none"/>
            <a:tailEnd len="med" w="med" type="none"/>
          </a:ln>
        </p:spPr>
      </p:cxnSp>
      <p:cxnSp>
        <p:nvCxnSpPr>
          <p:cNvPr id="1551" name="Google Shape;1551;p101"/>
          <p:cNvCxnSpPr/>
          <p:nvPr/>
        </p:nvCxnSpPr>
        <p:spPr>
          <a:xfrm>
            <a:off x="5048456" y="1844196"/>
            <a:ext cx="0" cy="361200"/>
          </a:xfrm>
          <a:prstGeom prst="straightConnector1">
            <a:avLst/>
          </a:prstGeom>
          <a:noFill/>
          <a:ln cap="flat" cmpd="sng" w="28575">
            <a:solidFill>
              <a:schemeClr val="dk1"/>
            </a:solidFill>
            <a:prstDash val="solid"/>
            <a:round/>
            <a:headEnd len="med" w="med" type="none"/>
            <a:tailEnd len="med" w="med" type="none"/>
          </a:ln>
        </p:spPr>
      </p:cxnSp>
      <p:cxnSp>
        <p:nvCxnSpPr>
          <p:cNvPr id="1552" name="Google Shape;1552;p101"/>
          <p:cNvCxnSpPr/>
          <p:nvPr/>
        </p:nvCxnSpPr>
        <p:spPr>
          <a:xfrm>
            <a:off x="6128348" y="1835646"/>
            <a:ext cx="0" cy="361200"/>
          </a:xfrm>
          <a:prstGeom prst="straightConnector1">
            <a:avLst/>
          </a:prstGeom>
          <a:noFill/>
          <a:ln cap="flat" cmpd="sng" w="28575">
            <a:solidFill>
              <a:schemeClr val="dk1"/>
            </a:solidFill>
            <a:prstDash val="solid"/>
            <a:round/>
            <a:headEnd len="med" w="med" type="none"/>
            <a:tailEnd len="med" w="med" type="none"/>
          </a:ln>
        </p:spPr>
      </p:cxnSp>
      <p:cxnSp>
        <p:nvCxnSpPr>
          <p:cNvPr id="1553" name="Google Shape;1553;p101"/>
          <p:cNvCxnSpPr/>
          <p:nvPr/>
        </p:nvCxnSpPr>
        <p:spPr>
          <a:xfrm>
            <a:off x="6502623" y="1836846"/>
            <a:ext cx="0" cy="361200"/>
          </a:xfrm>
          <a:prstGeom prst="straightConnector1">
            <a:avLst/>
          </a:prstGeom>
          <a:noFill/>
          <a:ln cap="flat" cmpd="sng" w="28575">
            <a:solidFill>
              <a:schemeClr val="dk1"/>
            </a:solidFill>
            <a:prstDash val="solid"/>
            <a:round/>
            <a:headEnd len="med" w="med" type="none"/>
            <a:tailEnd len="med" w="med" type="none"/>
          </a:ln>
        </p:spPr>
      </p:cxnSp>
      <p:cxnSp>
        <p:nvCxnSpPr>
          <p:cNvPr id="1554" name="Google Shape;1554;p101"/>
          <p:cNvCxnSpPr/>
          <p:nvPr/>
        </p:nvCxnSpPr>
        <p:spPr>
          <a:xfrm>
            <a:off x="6862623" y="1836846"/>
            <a:ext cx="0" cy="361200"/>
          </a:xfrm>
          <a:prstGeom prst="straightConnector1">
            <a:avLst/>
          </a:prstGeom>
          <a:noFill/>
          <a:ln cap="flat" cmpd="sng" w="28575">
            <a:solidFill>
              <a:schemeClr val="dk1"/>
            </a:solidFill>
            <a:prstDash val="solid"/>
            <a:round/>
            <a:headEnd len="med" w="med" type="none"/>
            <a:tailEnd len="med" w="med" type="none"/>
          </a:ln>
        </p:spPr>
      </p:cxnSp>
      <p:cxnSp>
        <p:nvCxnSpPr>
          <p:cNvPr id="1555" name="Google Shape;1555;p101"/>
          <p:cNvCxnSpPr/>
          <p:nvPr/>
        </p:nvCxnSpPr>
        <p:spPr>
          <a:xfrm>
            <a:off x="7215638" y="1844196"/>
            <a:ext cx="0" cy="361200"/>
          </a:xfrm>
          <a:prstGeom prst="straightConnector1">
            <a:avLst/>
          </a:prstGeom>
          <a:noFill/>
          <a:ln cap="flat" cmpd="sng" w="28575">
            <a:solidFill>
              <a:schemeClr val="dk1"/>
            </a:solidFill>
            <a:prstDash val="solid"/>
            <a:round/>
            <a:headEnd len="med" w="med" type="none"/>
            <a:tailEnd len="med" w="med" type="none"/>
          </a:ln>
        </p:spPr>
      </p:cxnSp>
      <p:cxnSp>
        <p:nvCxnSpPr>
          <p:cNvPr id="1556" name="Google Shape;1556;p101"/>
          <p:cNvCxnSpPr/>
          <p:nvPr/>
        </p:nvCxnSpPr>
        <p:spPr>
          <a:xfrm>
            <a:off x="1456198" y="3270976"/>
            <a:ext cx="0" cy="361200"/>
          </a:xfrm>
          <a:prstGeom prst="straightConnector1">
            <a:avLst/>
          </a:prstGeom>
          <a:noFill/>
          <a:ln cap="flat" cmpd="sng" w="28575">
            <a:solidFill>
              <a:schemeClr val="dk1"/>
            </a:solidFill>
            <a:prstDash val="solid"/>
            <a:round/>
            <a:headEnd len="med" w="med" type="none"/>
            <a:tailEnd len="med" w="med" type="none"/>
          </a:ln>
        </p:spPr>
      </p:cxnSp>
      <p:cxnSp>
        <p:nvCxnSpPr>
          <p:cNvPr id="1557" name="Google Shape;1557;p101"/>
          <p:cNvCxnSpPr/>
          <p:nvPr/>
        </p:nvCxnSpPr>
        <p:spPr>
          <a:xfrm>
            <a:off x="2526423" y="3270976"/>
            <a:ext cx="0" cy="361200"/>
          </a:xfrm>
          <a:prstGeom prst="straightConnector1">
            <a:avLst/>
          </a:prstGeom>
          <a:noFill/>
          <a:ln cap="flat" cmpd="sng" w="28575">
            <a:solidFill>
              <a:schemeClr val="dk1"/>
            </a:solidFill>
            <a:prstDash val="solid"/>
            <a:round/>
            <a:headEnd len="med" w="med" type="none"/>
            <a:tailEnd len="med" w="med" type="none"/>
          </a:ln>
        </p:spPr>
      </p:cxnSp>
      <p:cxnSp>
        <p:nvCxnSpPr>
          <p:cNvPr id="1558" name="Google Shape;1558;p101"/>
          <p:cNvCxnSpPr/>
          <p:nvPr/>
        </p:nvCxnSpPr>
        <p:spPr>
          <a:xfrm>
            <a:off x="3621848" y="3271576"/>
            <a:ext cx="0" cy="361200"/>
          </a:xfrm>
          <a:prstGeom prst="straightConnector1">
            <a:avLst/>
          </a:prstGeom>
          <a:noFill/>
          <a:ln cap="flat" cmpd="sng" w="28575">
            <a:solidFill>
              <a:schemeClr val="dk1"/>
            </a:solidFill>
            <a:prstDash val="solid"/>
            <a:round/>
            <a:headEnd len="med" w="med" type="none"/>
            <a:tailEnd len="med" w="med" type="none"/>
          </a:ln>
        </p:spPr>
      </p:cxnSp>
      <p:cxnSp>
        <p:nvCxnSpPr>
          <p:cNvPr id="1559" name="Google Shape;1559;p101"/>
          <p:cNvCxnSpPr/>
          <p:nvPr/>
        </p:nvCxnSpPr>
        <p:spPr>
          <a:xfrm>
            <a:off x="1109696" y="4356846"/>
            <a:ext cx="0" cy="361200"/>
          </a:xfrm>
          <a:prstGeom prst="straightConnector1">
            <a:avLst/>
          </a:prstGeom>
          <a:noFill/>
          <a:ln cap="flat" cmpd="sng" w="28575">
            <a:solidFill>
              <a:schemeClr val="dk1"/>
            </a:solidFill>
            <a:prstDash val="solid"/>
            <a:round/>
            <a:headEnd len="med" w="med" type="none"/>
            <a:tailEnd len="med" w="med" type="none"/>
          </a:ln>
        </p:spPr>
      </p:cxnSp>
      <p:cxnSp>
        <p:nvCxnSpPr>
          <p:cNvPr id="1560" name="Google Shape;1560;p101"/>
          <p:cNvCxnSpPr/>
          <p:nvPr/>
        </p:nvCxnSpPr>
        <p:spPr>
          <a:xfrm>
            <a:off x="1469823" y="4366919"/>
            <a:ext cx="0" cy="361200"/>
          </a:xfrm>
          <a:prstGeom prst="straightConnector1">
            <a:avLst/>
          </a:prstGeom>
          <a:noFill/>
          <a:ln cap="flat" cmpd="sng" w="28575">
            <a:solidFill>
              <a:schemeClr val="dk1"/>
            </a:solidFill>
            <a:prstDash val="solid"/>
            <a:round/>
            <a:headEnd len="med" w="med" type="none"/>
            <a:tailEnd len="med" w="med" type="none"/>
          </a:ln>
        </p:spPr>
      </p:cxnSp>
      <p:cxnSp>
        <p:nvCxnSpPr>
          <p:cNvPr id="1561" name="Google Shape;1561;p101"/>
          <p:cNvCxnSpPr/>
          <p:nvPr/>
        </p:nvCxnSpPr>
        <p:spPr>
          <a:xfrm>
            <a:off x="2542623" y="4356846"/>
            <a:ext cx="0" cy="361200"/>
          </a:xfrm>
          <a:prstGeom prst="straightConnector1">
            <a:avLst/>
          </a:prstGeom>
          <a:noFill/>
          <a:ln cap="flat" cmpd="sng" w="28575">
            <a:solidFill>
              <a:schemeClr val="dk1"/>
            </a:solidFill>
            <a:prstDash val="solid"/>
            <a:round/>
            <a:headEnd len="med" w="med" type="none"/>
            <a:tailEnd len="med" w="med" type="none"/>
          </a:ln>
        </p:spPr>
      </p:cxnSp>
      <p:cxnSp>
        <p:nvCxnSpPr>
          <p:cNvPr id="1562" name="Google Shape;1562;p101"/>
          <p:cNvCxnSpPr/>
          <p:nvPr/>
        </p:nvCxnSpPr>
        <p:spPr>
          <a:xfrm>
            <a:off x="384721" y="1835646"/>
            <a:ext cx="0" cy="361200"/>
          </a:xfrm>
          <a:prstGeom prst="straightConnector1">
            <a:avLst/>
          </a:prstGeom>
          <a:noFill/>
          <a:ln cap="flat" cmpd="sng" w="28575">
            <a:solidFill>
              <a:schemeClr val="dk1"/>
            </a:solidFill>
            <a:prstDash val="solid"/>
            <a:round/>
            <a:headEnd len="med" w="med" type="none"/>
            <a:tailEnd len="med" w="med" type="none"/>
          </a:ln>
        </p:spPr>
      </p:cxnSp>
      <p:cxnSp>
        <p:nvCxnSpPr>
          <p:cNvPr id="1563" name="Google Shape;1563;p101"/>
          <p:cNvCxnSpPr/>
          <p:nvPr/>
        </p:nvCxnSpPr>
        <p:spPr>
          <a:xfrm>
            <a:off x="923971" y="1303573"/>
            <a:ext cx="0" cy="361200"/>
          </a:xfrm>
          <a:prstGeom prst="straightConnector1">
            <a:avLst/>
          </a:prstGeom>
          <a:noFill/>
          <a:ln cap="flat" cmpd="sng" w="28575">
            <a:solidFill>
              <a:schemeClr val="dk1"/>
            </a:solidFill>
            <a:prstDash val="solid"/>
            <a:round/>
            <a:headEnd len="med" w="med" type="none"/>
            <a:tailEnd len="med" w="med" type="none"/>
          </a:ln>
        </p:spPr>
      </p:cxnSp>
      <p:cxnSp>
        <p:nvCxnSpPr>
          <p:cNvPr id="1564" name="Google Shape;1564;p101"/>
          <p:cNvCxnSpPr/>
          <p:nvPr/>
        </p:nvCxnSpPr>
        <p:spPr>
          <a:xfrm>
            <a:off x="904921" y="3813505"/>
            <a:ext cx="0" cy="361200"/>
          </a:xfrm>
          <a:prstGeom prst="straightConnector1">
            <a:avLst/>
          </a:prstGeom>
          <a:noFill/>
          <a:ln cap="flat" cmpd="sng" w="28575">
            <a:solidFill>
              <a:schemeClr val="dk1"/>
            </a:solidFill>
            <a:prstDash val="solid"/>
            <a:round/>
            <a:headEnd len="med" w="med" type="none"/>
            <a:tailEnd len="med" w="med" type="none"/>
          </a:ln>
        </p:spPr>
      </p:cxnSp>
      <p:cxnSp>
        <p:nvCxnSpPr>
          <p:cNvPr id="1565" name="Google Shape;1565;p101"/>
          <p:cNvCxnSpPr/>
          <p:nvPr/>
        </p:nvCxnSpPr>
        <p:spPr>
          <a:xfrm>
            <a:off x="907113" y="4179175"/>
            <a:ext cx="0" cy="361200"/>
          </a:xfrm>
          <a:prstGeom prst="straightConnector1">
            <a:avLst/>
          </a:prstGeom>
          <a:noFill/>
          <a:ln cap="flat" cmpd="sng" w="28575">
            <a:solidFill>
              <a:schemeClr val="dk1"/>
            </a:solidFill>
            <a:prstDash val="solid"/>
            <a:round/>
            <a:headEnd len="med" w="med" type="none"/>
            <a:tailEnd len="med" w="med" type="none"/>
          </a:ln>
        </p:spPr>
      </p:cxnSp>
      <p:cxnSp>
        <p:nvCxnSpPr>
          <p:cNvPr id="1566" name="Google Shape;1566;p101"/>
          <p:cNvCxnSpPr/>
          <p:nvPr/>
        </p:nvCxnSpPr>
        <p:spPr>
          <a:xfrm>
            <a:off x="2012006" y="2017469"/>
            <a:ext cx="0" cy="361200"/>
          </a:xfrm>
          <a:prstGeom prst="straightConnector1">
            <a:avLst/>
          </a:prstGeom>
          <a:noFill/>
          <a:ln cap="flat" cmpd="sng" w="28575">
            <a:solidFill>
              <a:schemeClr val="dk1"/>
            </a:solidFill>
            <a:prstDash val="solid"/>
            <a:round/>
            <a:headEnd len="med" w="med" type="none"/>
            <a:tailEnd len="med" w="med" type="none"/>
          </a:ln>
        </p:spPr>
      </p:cxnSp>
      <p:cxnSp>
        <p:nvCxnSpPr>
          <p:cNvPr id="1567" name="Google Shape;1567;p101"/>
          <p:cNvCxnSpPr/>
          <p:nvPr/>
        </p:nvCxnSpPr>
        <p:spPr>
          <a:xfrm>
            <a:off x="2006428" y="3805634"/>
            <a:ext cx="0" cy="361200"/>
          </a:xfrm>
          <a:prstGeom prst="straightConnector1">
            <a:avLst/>
          </a:prstGeom>
          <a:noFill/>
          <a:ln cap="flat" cmpd="sng" w="28575">
            <a:solidFill>
              <a:schemeClr val="dk1"/>
            </a:solidFill>
            <a:prstDash val="solid"/>
            <a:round/>
            <a:headEnd len="med" w="med" type="none"/>
            <a:tailEnd len="med" w="med" type="none"/>
          </a:ln>
        </p:spPr>
      </p:cxnSp>
      <p:cxnSp>
        <p:nvCxnSpPr>
          <p:cNvPr id="1568" name="Google Shape;1568;p101"/>
          <p:cNvCxnSpPr/>
          <p:nvPr/>
        </p:nvCxnSpPr>
        <p:spPr>
          <a:xfrm>
            <a:off x="3086213" y="2024800"/>
            <a:ext cx="0" cy="361200"/>
          </a:xfrm>
          <a:prstGeom prst="straightConnector1">
            <a:avLst/>
          </a:prstGeom>
          <a:noFill/>
          <a:ln cap="flat" cmpd="sng" w="28575">
            <a:solidFill>
              <a:schemeClr val="dk1"/>
            </a:solidFill>
            <a:prstDash val="solid"/>
            <a:round/>
            <a:headEnd len="med" w="med" type="none"/>
            <a:tailEnd len="med" w="med" type="none"/>
          </a:ln>
        </p:spPr>
      </p:cxnSp>
      <p:cxnSp>
        <p:nvCxnSpPr>
          <p:cNvPr id="1569" name="Google Shape;1569;p101"/>
          <p:cNvCxnSpPr/>
          <p:nvPr/>
        </p:nvCxnSpPr>
        <p:spPr>
          <a:xfrm>
            <a:off x="3086213" y="3096250"/>
            <a:ext cx="0" cy="361200"/>
          </a:xfrm>
          <a:prstGeom prst="straightConnector1">
            <a:avLst/>
          </a:prstGeom>
          <a:noFill/>
          <a:ln cap="flat" cmpd="sng" w="28575">
            <a:solidFill>
              <a:schemeClr val="dk1"/>
            </a:solidFill>
            <a:prstDash val="solid"/>
            <a:round/>
            <a:headEnd len="med" w="med" type="none"/>
            <a:tailEnd len="med" w="med" type="none"/>
          </a:ln>
        </p:spPr>
      </p:cxnSp>
      <p:cxnSp>
        <p:nvCxnSpPr>
          <p:cNvPr id="1570" name="Google Shape;1570;p101"/>
          <p:cNvCxnSpPr/>
          <p:nvPr/>
        </p:nvCxnSpPr>
        <p:spPr>
          <a:xfrm>
            <a:off x="3086213" y="3805635"/>
            <a:ext cx="0" cy="361200"/>
          </a:xfrm>
          <a:prstGeom prst="straightConnector1">
            <a:avLst/>
          </a:prstGeom>
          <a:noFill/>
          <a:ln cap="flat" cmpd="sng" w="28575">
            <a:solidFill>
              <a:schemeClr val="dk1"/>
            </a:solidFill>
            <a:prstDash val="solid"/>
            <a:round/>
            <a:headEnd len="med" w="med" type="none"/>
            <a:tailEnd len="med" w="med" type="none"/>
          </a:ln>
        </p:spPr>
      </p:cxnSp>
      <p:cxnSp>
        <p:nvCxnSpPr>
          <p:cNvPr id="1571" name="Google Shape;1571;p101"/>
          <p:cNvCxnSpPr/>
          <p:nvPr/>
        </p:nvCxnSpPr>
        <p:spPr>
          <a:xfrm>
            <a:off x="4516013" y="3456250"/>
            <a:ext cx="0" cy="361200"/>
          </a:xfrm>
          <a:prstGeom prst="straightConnector1">
            <a:avLst/>
          </a:prstGeom>
          <a:noFill/>
          <a:ln cap="flat" cmpd="sng" w="28575">
            <a:solidFill>
              <a:schemeClr val="dk1"/>
            </a:solidFill>
            <a:prstDash val="solid"/>
            <a:round/>
            <a:headEnd len="med" w="med" type="none"/>
            <a:tailEnd len="med" w="med" type="none"/>
          </a:ln>
        </p:spPr>
      </p:cxnSp>
      <p:cxnSp>
        <p:nvCxnSpPr>
          <p:cNvPr id="1572" name="Google Shape;1572;p101"/>
          <p:cNvCxnSpPr/>
          <p:nvPr/>
        </p:nvCxnSpPr>
        <p:spPr>
          <a:xfrm>
            <a:off x="4523901" y="3090400"/>
            <a:ext cx="0" cy="361200"/>
          </a:xfrm>
          <a:prstGeom prst="straightConnector1">
            <a:avLst/>
          </a:prstGeom>
          <a:noFill/>
          <a:ln cap="flat" cmpd="sng" w="28575">
            <a:solidFill>
              <a:schemeClr val="dk1"/>
            </a:solidFill>
            <a:prstDash val="solid"/>
            <a:round/>
            <a:headEnd len="med" w="med" type="none"/>
            <a:tailEnd len="med" w="med" type="none"/>
          </a:ln>
        </p:spPr>
      </p:cxnSp>
      <p:cxnSp>
        <p:nvCxnSpPr>
          <p:cNvPr id="1573" name="Google Shape;1573;p101"/>
          <p:cNvCxnSpPr/>
          <p:nvPr/>
        </p:nvCxnSpPr>
        <p:spPr>
          <a:xfrm>
            <a:off x="5613026" y="3096250"/>
            <a:ext cx="0" cy="361200"/>
          </a:xfrm>
          <a:prstGeom prst="straightConnector1">
            <a:avLst/>
          </a:prstGeom>
          <a:noFill/>
          <a:ln cap="flat" cmpd="sng" w="28575">
            <a:solidFill>
              <a:schemeClr val="dk1"/>
            </a:solidFill>
            <a:prstDash val="solid"/>
            <a:round/>
            <a:headEnd len="med" w="med" type="none"/>
            <a:tailEnd len="med" w="med" type="none"/>
          </a:ln>
        </p:spPr>
      </p:cxnSp>
      <p:cxnSp>
        <p:nvCxnSpPr>
          <p:cNvPr id="1574" name="Google Shape;1574;p101"/>
          <p:cNvCxnSpPr/>
          <p:nvPr/>
        </p:nvCxnSpPr>
        <p:spPr>
          <a:xfrm>
            <a:off x="5594476" y="3456250"/>
            <a:ext cx="0" cy="361200"/>
          </a:xfrm>
          <a:prstGeom prst="straightConnector1">
            <a:avLst/>
          </a:prstGeom>
          <a:noFill/>
          <a:ln cap="flat" cmpd="sng" w="28575">
            <a:solidFill>
              <a:schemeClr val="dk1"/>
            </a:solidFill>
            <a:prstDash val="solid"/>
            <a:round/>
            <a:headEnd len="med" w="med" type="none"/>
            <a:tailEnd len="med" w="med" type="none"/>
          </a:ln>
        </p:spPr>
      </p:cxnSp>
      <p:cxnSp>
        <p:nvCxnSpPr>
          <p:cNvPr id="1575" name="Google Shape;1575;p101"/>
          <p:cNvCxnSpPr/>
          <p:nvPr/>
        </p:nvCxnSpPr>
        <p:spPr>
          <a:xfrm rot="10800000">
            <a:off x="5407250" y="1836850"/>
            <a:ext cx="1817100" cy="0"/>
          </a:xfrm>
          <a:prstGeom prst="straightConnector1">
            <a:avLst/>
          </a:prstGeom>
          <a:noFill/>
          <a:ln cap="flat" cmpd="sng" w="28575">
            <a:solidFill>
              <a:schemeClr val="dk1"/>
            </a:solidFill>
            <a:prstDash val="solid"/>
            <a:round/>
            <a:headEnd len="med" w="med" type="none"/>
            <a:tailEnd len="med" w="med" type="none"/>
          </a:ln>
        </p:spPr>
      </p:cxnSp>
      <p:cxnSp>
        <p:nvCxnSpPr>
          <p:cNvPr id="1576" name="Google Shape;1576;p101"/>
          <p:cNvCxnSpPr/>
          <p:nvPr/>
        </p:nvCxnSpPr>
        <p:spPr>
          <a:xfrm rot="10800000">
            <a:off x="5407200" y="2196850"/>
            <a:ext cx="1819800" cy="0"/>
          </a:xfrm>
          <a:prstGeom prst="straightConnector1">
            <a:avLst/>
          </a:prstGeom>
          <a:noFill/>
          <a:ln cap="flat" cmpd="sng" w="28575">
            <a:solidFill>
              <a:schemeClr val="dk1"/>
            </a:solidFill>
            <a:prstDash val="solid"/>
            <a:round/>
            <a:headEnd len="med" w="med" type="none"/>
            <a:tailEnd len="med" w="med" type="none"/>
          </a:ln>
        </p:spPr>
      </p:cxnSp>
      <p:cxnSp>
        <p:nvCxnSpPr>
          <p:cNvPr id="1577" name="Google Shape;1577;p101"/>
          <p:cNvCxnSpPr/>
          <p:nvPr/>
        </p:nvCxnSpPr>
        <p:spPr>
          <a:xfrm>
            <a:off x="5597401" y="3816250"/>
            <a:ext cx="0" cy="361200"/>
          </a:xfrm>
          <a:prstGeom prst="straightConnector1">
            <a:avLst/>
          </a:prstGeom>
          <a:noFill/>
          <a:ln cap="flat" cmpd="sng" w="28575">
            <a:solidFill>
              <a:schemeClr val="dk1"/>
            </a:solidFill>
            <a:prstDash val="solid"/>
            <a:round/>
            <a:headEnd len="med" w="med" type="none"/>
            <a:tailEnd len="med" w="med" type="none"/>
          </a:ln>
        </p:spPr>
      </p:cxnSp>
      <p:cxnSp>
        <p:nvCxnSpPr>
          <p:cNvPr id="1578" name="Google Shape;1578;p101"/>
          <p:cNvCxnSpPr/>
          <p:nvPr/>
        </p:nvCxnSpPr>
        <p:spPr>
          <a:xfrm>
            <a:off x="5597401" y="4175269"/>
            <a:ext cx="0" cy="361200"/>
          </a:xfrm>
          <a:prstGeom prst="straightConnector1">
            <a:avLst/>
          </a:prstGeom>
          <a:noFill/>
          <a:ln cap="flat" cmpd="sng" w="28575">
            <a:solidFill>
              <a:schemeClr val="dk1"/>
            </a:solidFill>
            <a:prstDash val="solid"/>
            <a:round/>
            <a:headEnd len="med" w="med" type="none"/>
            <a:tailEnd len="med" w="med" type="none"/>
          </a:ln>
        </p:spPr>
      </p:cxnSp>
      <p:cxnSp>
        <p:nvCxnSpPr>
          <p:cNvPr id="1579" name="Google Shape;1579;p101"/>
          <p:cNvCxnSpPr/>
          <p:nvPr/>
        </p:nvCxnSpPr>
        <p:spPr>
          <a:xfrm>
            <a:off x="5597401" y="4526962"/>
            <a:ext cx="0" cy="361200"/>
          </a:xfrm>
          <a:prstGeom prst="straightConnector1">
            <a:avLst/>
          </a:prstGeom>
          <a:noFill/>
          <a:ln cap="flat" cmpd="sng" w="28575">
            <a:solidFill>
              <a:schemeClr val="dk1"/>
            </a:solidFill>
            <a:prstDash val="solid"/>
            <a:round/>
            <a:headEnd len="med" w="med" type="none"/>
            <a:tailEnd len="med" w="med" type="none"/>
          </a:ln>
        </p:spPr>
      </p:cxnSp>
      <p:sp>
        <p:nvSpPr>
          <p:cNvPr id="1580" name="Google Shape;1580;p101"/>
          <p:cNvSpPr txBox="1"/>
          <p:nvPr>
            <p:ph idx="1" type="body"/>
          </p:nvPr>
        </p:nvSpPr>
        <p:spPr>
          <a:xfrm>
            <a:off x="5916900" y="3076975"/>
            <a:ext cx="2903100" cy="86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 </a:t>
            </a:r>
            <a:r>
              <a:rPr b="1" lang="en-GB" sz="1800"/>
              <a:t>term-to-term</a:t>
            </a:r>
            <a:r>
              <a:rPr lang="en-GB" sz="1800"/>
              <a:t> rule for row A is</a:t>
            </a:r>
            <a:r>
              <a:rPr lang="en-GB" sz="1800" u="sng"/>
              <a:t>                 </a:t>
            </a:r>
            <a:r>
              <a:rPr lang="en-GB" sz="1800"/>
              <a:t>.</a:t>
            </a:r>
            <a:endParaRPr sz="1800"/>
          </a:p>
        </p:txBody>
      </p:sp>
      <p:sp>
        <p:nvSpPr>
          <p:cNvPr id="1581" name="Google Shape;1581;p101"/>
          <p:cNvSpPr txBox="1"/>
          <p:nvPr>
            <p:ph idx="1" type="body"/>
          </p:nvPr>
        </p:nvSpPr>
        <p:spPr>
          <a:xfrm>
            <a:off x="5916900" y="3855400"/>
            <a:ext cx="2903100" cy="86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 </a:t>
            </a:r>
            <a:r>
              <a:rPr b="1" lang="en-GB" sz="1800"/>
              <a:t>term-to-term</a:t>
            </a:r>
            <a:r>
              <a:rPr lang="en-GB" sz="1800"/>
              <a:t> rule for row B is</a:t>
            </a:r>
            <a:r>
              <a:rPr lang="en-GB" sz="1800" u="sng"/>
              <a:t>                 </a:t>
            </a:r>
            <a:r>
              <a:rPr lang="en-GB" sz="1800"/>
              <a:t>.</a:t>
            </a:r>
            <a:endParaRPr sz="1800"/>
          </a:p>
        </p:txBody>
      </p:sp>
      <p:sp>
        <p:nvSpPr>
          <p:cNvPr id="1582" name="Google Shape;1582;p101"/>
          <p:cNvSpPr txBox="1"/>
          <p:nvPr>
            <p:ph idx="1" type="body"/>
          </p:nvPr>
        </p:nvSpPr>
        <p:spPr>
          <a:xfrm>
            <a:off x="3006965" y="1828083"/>
            <a:ext cx="310800" cy="209100"/>
          </a:xfrm>
          <a:prstGeom prst="rect">
            <a:avLst/>
          </a:prstGeom>
          <a:ln>
            <a:noFill/>
          </a:ln>
        </p:spPr>
        <p:txBody>
          <a:bodyPr anchorCtr="0" anchor="t" bIns="0" lIns="0" spcFirstLastPara="1" rIns="0" wrap="square" tIns="0">
            <a:noAutofit/>
          </a:bodyPr>
          <a:lstStyle/>
          <a:p>
            <a:pPr indent="0" lvl="0" marL="0" rtl="0" algn="l">
              <a:spcBef>
                <a:spcPts val="0"/>
              </a:spcBef>
              <a:spcAft>
                <a:spcPts val="1000"/>
              </a:spcAft>
              <a:buNone/>
            </a:pPr>
            <a:r>
              <a:rPr lang="en-GB" sz="1800">
                <a:solidFill>
                  <a:schemeClr val="dk2"/>
                </a:solidFill>
              </a:rPr>
              <a:t>A:</a:t>
            </a:r>
            <a:endParaRPr sz="1800">
              <a:solidFill>
                <a:schemeClr val="dk2"/>
              </a:solidFill>
            </a:endParaRPr>
          </a:p>
        </p:txBody>
      </p:sp>
      <p:sp>
        <p:nvSpPr>
          <p:cNvPr id="1583" name="Google Shape;1583;p101"/>
          <p:cNvSpPr txBox="1"/>
          <p:nvPr>
            <p:ph idx="1" type="body"/>
          </p:nvPr>
        </p:nvSpPr>
        <p:spPr>
          <a:xfrm>
            <a:off x="5158234" y="1828083"/>
            <a:ext cx="310800" cy="209100"/>
          </a:xfrm>
          <a:prstGeom prst="rect">
            <a:avLst/>
          </a:prstGeom>
          <a:ln>
            <a:noFill/>
          </a:ln>
        </p:spPr>
        <p:txBody>
          <a:bodyPr anchorCtr="0" anchor="t" bIns="0" lIns="0" spcFirstLastPara="1" rIns="0" wrap="square" tIns="0">
            <a:noAutofit/>
          </a:bodyPr>
          <a:lstStyle/>
          <a:p>
            <a:pPr indent="0" lvl="0" marL="0" rtl="0" algn="l">
              <a:spcBef>
                <a:spcPts val="0"/>
              </a:spcBef>
              <a:spcAft>
                <a:spcPts val="1000"/>
              </a:spcAft>
              <a:buNone/>
            </a:pPr>
            <a:r>
              <a:rPr lang="en-GB" sz="1800">
                <a:solidFill>
                  <a:schemeClr val="dk2"/>
                </a:solidFill>
              </a:rPr>
              <a:t>B:</a:t>
            </a:r>
            <a:endParaRPr sz="1800">
              <a:solidFill>
                <a:schemeClr val="dk2"/>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7" name="Shape 1587"/>
        <p:cNvGrpSpPr/>
        <p:nvPr/>
      </p:nvGrpSpPr>
      <p:grpSpPr>
        <a:xfrm>
          <a:off x="0" y="0"/>
          <a:ext cx="0" cy="0"/>
          <a:chOff x="0" y="0"/>
          <a:chExt cx="0" cy="0"/>
        </a:xfrm>
      </p:grpSpPr>
      <p:sp>
        <p:nvSpPr>
          <p:cNvPr id="1588" name="Google Shape;1588;p102"/>
          <p:cNvSpPr txBox="1"/>
          <p:nvPr>
            <p:ph idx="1" type="body"/>
          </p:nvPr>
        </p:nvSpPr>
        <p:spPr>
          <a:xfrm>
            <a:off x="324000" y="759300"/>
            <a:ext cx="84960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2)  Describe a </a:t>
            </a:r>
            <a:r>
              <a:rPr b="1" lang="en-GB" sz="1800"/>
              <a:t>term-to-term</a:t>
            </a:r>
            <a:r>
              <a:rPr lang="en-GB" sz="1800"/>
              <a:t> rule for each sequence below</a:t>
            </a:r>
            <a:endParaRPr sz="1800"/>
          </a:p>
        </p:txBody>
      </p:sp>
      <p:sp>
        <p:nvSpPr>
          <p:cNvPr id="1589" name="Google Shape;1589;p102"/>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Finding term-to-term rules</a:t>
            </a:r>
            <a:endParaRPr/>
          </a:p>
        </p:txBody>
      </p:sp>
      <p:sp>
        <p:nvSpPr>
          <p:cNvPr id="1590" name="Google Shape;1590;p102"/>
          <p:cNvSpPr txBox="1"/>
          <p:nvPr>
            <p:ph idx="1" type="body"/>
          </p:nvPr>
        </p:nvSpPr>
        <p:spPr>
          <a:xfrm>
            <a:off x="324000" y="1144700"/>
            <a:ext cx="4248000" cy="1476900"/>
          </a:xfrm>
          <a:prstGeom prst="rect">
            <a:avLst/>
          </a:prstGeom>
        </p:spPr>
        <p:txBody>
          <a:bodyPr anchorCtr="0" anchor="t" bIns="0" lIns="0" spcFirstLastPara="1" rIns="0" wrap="square" tIns="0">
            <a:noAutofit/>
          </a:bodyPr>
          <a:lstStyle/>
          <a:p>
            <a:pPr indent="-342900" lvl="0" marL="457200" rtl="0" algn="l">
              <a:lnSpc>
                <a:spcPct val="200000"/>
              </a:lnSpc>
              <a:spcBef>
                <a:spcPts val="0"/>
              </a:spcBef>
              <a:spcAft>
                <a:spcPts val="0"/>
              </a:spcAft>
              <a:buSzPts val="1800"/>
              <a:buAutoNum type="alphaLcParenR"/>
            </a:pPr>
            <a:r>
              <a:rPr lang="en-GB" sz="1800"/>
              <a:t>4, 7, 10, …</a:t>
            </a:r>
            <a:endParaRPr sz="1800"/>
          </a:p>
          <a:p>
            <a:pPr indent="-342900" lvl="0" marL="457200" rtl="0" algn="l">
              <a:lnSpc>
                <a:spcPct val="200000"/>
              </a:lnSpc>
              <a:spcBef>
                <a:spcPts val="0"/>
              </a:spcBef>
              <a:spcAft>
                <a:spcPts val="0"/>
              </a:spcAft>
              <a:buSzPts val="1800"/>
              <a:buAutoNum type="alphaLcParenR"/>
            </a:pPr>
            <a:r>
              <a:rPr lang="en-GB" sz="1800"/>
              <a:t>13, 26, 52, …</a:t>
            </a:r>
            <a:endParaRPr sz="1800"/>
          </a:p>
          <a:p>
            <a:pPr indent="-342900" lvl="0" marL="457200" rtl="0" algn="l">
              <a:lnSpc>
                <a:spcPct val="200000"/>
              </a:lnSpc>
              <a:spcBef>
                <a:spcPts val="0"/>
              </a:spcBef>
              <a:spcAft>
                <a:spcPts val="0"/>
              </a:spcAft>
              <a:buSzPts val="1800"/>
              <a:buAutoNum type="alphaLcParenR"/>
            </a:pPr>
            <a:r>
              <a:rPr lang="en-GB" sz="1800"/>
              <a:t>0.2, 2, 20, …</a:t>
            </a:r>
            <a:endParaRPr sz="1800"/>
          </a:p>
          <a:p>
            <a:pPr indent="0" lvl="0" marL="0" rtl="0" algn="l">
              <a:lnSpc>
                <a:spcPct val="200000"/>
              </a:lnSpc>
              <a:spcBef>
                <a:spcPts val="1000"/>
              </a:spcBef>
              <a:spcAft>
                <a:spcPts val="0"/>
              </a:spcAft>
              <a:buNone/>
            </a:pPr>
            <a:r>
              <a:t/>
            </a:r>
            <a:endParaRPr sz="1800"/>
          </a:p>
          <a:p>
            <a:pPr indent="0" lvl="0" marL="0" rtl="0" algn="l">
              <a:lnSpc>
                <a:spcPct val="200000"/>
              </a:lnSpc>
              <a:spcBef>
                <a:spcPts val="1000"/>
              </a:spcBef>
              <a:spcAft>
                <a:spcPts val="1000"/>
              </a:spcAft>
              <a:buNone/>
            </a:pPr>
            <a:r>
              <a:t/>
            </a:r>
            <a:endParaRPr sz="1800"/>
          </a:p>
        </p:txBody>
      </p:sp>
      <p:sp>
        <p:nvSpPr>
          <p:cNvPr id="1591" name="Google Shape;1591;p102"/>
          <p:cNvSpPr txBox="1"/>
          <p:nvPr>
            <p:ph idx="1" type="body"/>
          </p:nvPr>
        </p:nvSpPr>
        <p:spPr>
          <a:xfrm>
            <a:off x="4572000" y="1144700"/>
            <a:ext cx="4248000" cy="1476900"/>
          </a:xfrm>
          <a:prstGeom prst="rect">
            <a:avLst/>
          </a:prstGeom>
        </p:spPr>
        <p:txBody>
          <a:bodyPr anchorCtr="0" anchor="t" bIns="0" lIns="0" spcFirstLastPara="1" rIns="0" wrap="square" tIns="0">
            <a:noAutofit/>
          </a:bodyPr>
          <a:lstStyle/>
          <a:p>
            <a:pPr indent="-342900" lvl="0" marL="457200" rtl="0" algn="l">
              <a:lnSpc>
                <a:spcPct val="200000"/>
              </a:lnSpc>
              <a:spcBef>
                <a:spcPts val="0"/>
              </a:spcBef>
              <a:spcAft>
                <a:spcPts val="0"/>
              </a:spcAft>
              <a:buSzPts val="1800"/>
              <a:buAutoNum type="alphaLcParenR" startAt="4"/>
            </a:pPr>
            <a:r>
              <a:rPr lang="en-GB" sz="1800"/>
              <a:t>5, </a:t>
            </a:r>
            <a:r>
              <a:rPr lang="en-GB" sz="1800">
                <a:solidFill>
                  <a:srgbClr val="222222"/>
                </a:solidFill>
              </a:rPr>
              <a:t>−</a:t>
            </a:r>
            <a:r>
              <a:rPr lang="en-GB" sz="1800"/>
              <a:t>3, </a:t>
            </a:r>
            <a:r>
              <a:rPr lang="en-GB" sz="1800">
                <a:solidFill>
                  <a:srgbClr val="222222"/>
                </a:solidFill>
              </a:rPr>
              <a:t>−</a:t>
            </a:r>
            <a:r>
              <a:rPr lang="en-GB" sz="1800"/>
              <a:t>11, …</a:t>
            </a:r>
            <a:endParaRPr sz="1800"/>
          </a:p>
          <a:p>
            <a:pPr indent="-342900" lvl="0" marL="457200" rtl="0" algn="l">
              <a:lnSpc>
                <a:spcPct val="200000"/>
              </a:lnSpc>
              <a:spcBef>
                <a:spcPts val="0"/>
              </a:spcBef>
              <a:spcAft>
                <a:spcPts val="0"/>
              </a:spcAft>
              <a:buSzPts val="1800"/>
              <a:buAutoNum type="alphaLcParenR" startAt="4"/>
            </a:pPr>
            <a:r>
              <a:rPr lang="en-GB" sz="1800"/>
              <a:t>7, -21, 63, …</a:t>
            </a:r>
            <a:endParaRPr sz="1800"/>
          </a:p>
          <a:p>
            <a:pPr indent="-342900" lvl="0" marL="457200" rtl="0" algn="l">
              <a:lnSpc>
                <a:spcPct val="200000"/>
              </a:lnSpc>
              <a:spcBef>
                <a:spcPts val="0"/>
              </a:spcBef>
              <a:spcAft>
                <a:spcPts val="0"/>
              </a:spcAft>
              <a:buSzPts val="1800"/>
              <a:buAutoNum type="alphaLcParenR" startAt="4"/>
            </a:pPr>
            <a:r>
              <a:rPr lang="en-GB" sz="1800"/>
              <a:t>2, </a:t>
            </a:r>
            <a:r>
              <a:rPr lang="en-GB" sz="1800">
                <a:solidFill>
                  <a:srgbClr val="222222"/>
                </a:solidFill>
              </a:rPr>
              <a:t>5</a:t>
            </a:r>
            <a:r>
              <a:rPr lang="en-GB" sz="1800"/>
              <a:t>, </a:t>
            </a:r>
            <a:r>
              <a:rPr lang="en-GB" sz="1800">
                <a:solidFill>
                  <a:srgbClr val="222222"/>
                </a:solidFill>
              </a:rPr>
              <a:t>11</a:t>
            </a:r>
            <a:r>
              <a:rPr lang="en-GB" sz="1800"/>
              <a:t>, …</a:t>
            </a:r>
            <a:endParaRPr sz="1800"/>
          </a:p>
          <a:p>
            <a:pPr indent="0" lvl="0" marL="0" rtl="0" algn="l">
              <a:lnSpc>
                <a:spcPct val="200000"/>
              </a:lnSpc>
              <a:spcBef>
                <a:spcPts val="1000"/>
              </a:spcBef>
              <a:spcAft>
                <a:spcPts val="1000"/>
              </a:spcAft>
              <a:buNone/>
            </a:pPr>
            <a:r>
              <a:t/>
            </a:r>
            <a:endParaRPr sz="1800"/>
          </a:p>
        </p:txBody>
      </p:sp>
      <p:sp>
        <p:nvSpPr>
          <p:cNvPr id="1592" name="Google Shape;1592;p102"/>
          <p:cNvSpPr txBox="1"/>
          <p:nvPr>
            <p:ph idx="1" type="body"/>
          </p:nvPr>
        </p:nvSpPr>
        <p:spPr>
          <a:xfrm>
            <a:off x="324000" y="2809350"/>
            <a:ext cx="84960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3)  Alex and Aisha are writing </a:t>
            </a:r>
            <a:r>
              <a:rPr b="1" lang="en-GB" sz="1800"/>
              <a:t>term-to-term</a:t>
            </a:r>
            <a:r>
              <a:rPr lang="en-GB" sz="1800"/>
              <a:t> rules for a sequence with           T</a:t>
            </a:r>
            <a:r>
              <a:rPr baseline="-25000" lang="en-GB" sz="1800"/>
              <a:t>1</a:t>
            </a:r>
            <a:r>
              <a:rPr lang="en-GB" sz="1800"/>
              <a:t>= 5 and T</a:t>
            </a:r>
            <a:r>
              <a:rPr baseline="-25000" lang="en-GB" sz="1800"/>
              <a:t>2</a:t>
            </a:r>
            <a:r>
              <a:rPr lang="en-GB" sz="1800"/>
              <a:t>= 15</a:t>
            </a:r>
            <a:endParaRPr sz="1800"/>
          </a:p>
        </p:txBody>
      </p:sp>
      <p:sp>
        <p:nvSpPr>
          <p:cNvPr id="1593" name="Google Shape;1593;p102"/>
          <p:cNvSpPr txBox="1"/>
          <p:nvPr/>
        </p:nvSpPr>
        <p:spPr>
          <a:xfrm flipH="1">
            <a:off x="7920253" y="4097146"/>
            <a:ext cx="671400" cy="3339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Alex</a:t>
            </a:r>
            <a:endParaRPr b="1" sz="1800">
              <a:latin typeface="Lexend"/>
              <a:ea typeface="Lexend"/>
              <a:cs typeface="Lexend"/>
              <a:sym typeface="Lexend"/>
            </a:endParaRPr>
          </a:p>
        </p:txBody>
      </p:sp>
      <p:pic>
        <p:nvPicPr>
          <p:cNvPr id="1594" name="Google Shape;1594;p102"/>
          <p:cNvPicPr preferRelativeResize="0"/>
          <p:nvPr/>
        </p:nvPicPr>
        <p:blipFill>
          <a:blip r:embed="rId3">
            <a:alphaModFix/>
          </a:blip>
          <a:stretch>
            <a:fillRect/>
          </a:stretch>
        </p:blipFill>
        <p:spPr>
          <a:xfrm>
            <a:off x="7986307" y="3475190"/>
            <a:ext cx="539302" cy="621961"/>
          </a:xfrm>
          <a:prstGeom prst="rect">
            <a:avLst/>
          </a:prstGeom>
          <a:noFill/>
          <a:ln>
            <a:noFill/>
          </a:ln>
        </p:spPr>
      </p:pic>
      <p:grpSp>
        <p:nvGrpSpPr>
          <p:cNvPr id="1595" name="Google Shape;1595;p102"/>
          <p:cNvGrpSpPr/>
          <p:nvPr/>
        </p:nvGrpSpPr>
        <p:grpSpPr>
          <a:xfrm flipH="1">
            <a:off x="4909160" y="3088176"/>
            <a:ext cx="2999014" cy="1267001"/>
            <a:chOff x="1653323" y="1180077"/>
            <a:chExt cx="2013302" cy="1491116"/>
          </a:xfrm>
        </p:grpSpPr>
        <p:pic>
          <p:nvPicPr>
            <p:cNvPr id="1596" name="Google Shape;1596;p102"/>
            <p:cNvPicPr preferRelativeResize="0"/>
            <p:nvPr/>
          </p:nvPicPr>
          <p:blipFill rotWithShape="1">
            <a:blip r:embed="rId4">
              <a:alphaModFix/>
            </a:blip>
            <a:srcRect b="0" l="0" r="69082" t="56280"/>
            <a:stretch/>
          </p:blipFill>
          <p:spPr>
            <a:xfrm flipH="1">
              <a:off x="1653323" y="1180077"/>
              <a:ext cx="2013302" cy="1491116"/>
            </a:xfrm>
            <a:prstGeom prst="rect">
              <a:avLst/>
            </a:prstGeom>
            <a:noFill/>
            <a:ln>
              <a:noFill/>
            </a:ln>
          </p:spPr>
        </p:pic>
        <p:sp>
          <p:nvSpPr>
            <p:cNvPr id="1597" name="Google Shape;1597;p102"/>
            <p:cNvSpPr txBox="1"/>
            <p:nvPr/>
          </p:nvSpPr>
          <p:spPr>
            <a:xfrm flipH="1">
              <a:off x="1800679" y="1498891"/>
              <a:ext cx="1782300" cy="8535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GB" sz="1800">
                  <a:latin typeface="Lexend"/>
                  <a:ea typeface="Lexend"/>
                  <a:cs typeface="Lexend"/>
                  <a:sym typeface="Lexend"/>
                </a:rPr>
                <a:t>Me and Aisha have different rules so one of us must be wrong</a:t>
              </a:r>
              <a:endParaRPr sz="1800">
                <a:solidFill>
                  <a:srgbClr val="000000"/>
                </a:solidFill>
                <a:latin typeface="Lexend"/>
                <a:ea typeface="Lexend"/>
                <a:cs typeface="Lexend"/>
                <a:sym typeface="Lexend"/>
              </a:endParaRPr>
            </a:p>
          </p:txBody>
        </p:sp>
      </p:grpSp>
      <p:sp>
        <p:nvSpPr>
          <p:cNvPr id="1598" name="Google Shape;1598;p102"/>
          <p:cNvSpPr txBox="1"/>
          <p:nvPr>
            <p:ph idx="1" type="body"/>
          </p:nvPr>
        </p:nvSpPr>
        <p:spPr>
          <a:xfrm>
            <a:off x="324000" y="3537475"/>
            <a:ext cx="4856100" cy="978000"/>
          </a:xfrm>
          <a:prstGeom prst="rect">
            <a:avLst/>
          </a:prstGeom>
        </p:spPr>
        <p:txBody>
          <a:bodyPr anchorCtr="0" anchor="t" bIns="0" lIns="0" spcFirstLastPara="1" rIns="0" wrap="square" tIns="0">
            <a:noAutofit/>
          </a:bodyPr>
          <a:lstStyle/>
          <a:p>
            <a:pPr indent="-342900" lvl="0" marL="457200" rtl="0" algn="l">
              <a:lnSpc>
                <a:spcPct val="100000"/>
              </a:lnSpc>
              <a:spcBef>
                <a:spcPts val="0"/>
              </a:spcBef>
              <a:spcAft>
                <a:spcPts val="0"/>
              </a:spcAft>
              <a:buSzPts val="1800"/>
              <a:buAutoNum type="alphaLcParenR"/>
            </a:pPr>
            <a:r>
              <a:rPr lang="en-GB" sz="1800"/>
              <a:t>Explain why Alex is incorrect.</a:t>
            </a:r>
            <a:br>
              <a:rPr lang="en-GB" sz="1800"/>
            </a:br>
            <a:br>
              <a:rPr lang="en-GB" sz="1800"/>
            </a:br>
            <a:endParaRPr sz="200"/>
          </a:p>
          <a:p>
            <a:pPr indent="-342900" lvl="0" marL="457200" rtl="0" algn="l">
              <a:lnSpc>
                <a:spcPct val="100000"/>
              </a:lnSpc>
              <a:spcBef>
                <a:spcPts val="0"/>
              </a:spcBef>
              <a:spcAft>
                <a:spcPts val="0"/>
              </a:spcAft>
              <a:buSzPts val="1800"/>
              <a:buAutoNum type="alphaLcParenR"/>
            </a:pPr>
            <a:r>
              <a:rPr lang="en-GB" sz="1800"/>
              <a:t>What rules could they have written?</a:t>
            </a:r>
            <a:endParaRPr sz="1800"/>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2" name="Shape 1602"/>
        <p:cNvGrpSpPr/>
        <p:nvPr/>
      </p:nvGrpSpPr>
      <p:grpSpPr>
        <a:xfrm>
          <a:off x="0" y="0"/>
          <a:ext cx="0" cy="0"/>
          <a:chOff x="0" y="0"/>
          <a:chExt cx="0" cy="0"/>
        </a:xfrm>
      </p:grpSpPr>
      <p:pic>
        <p:nvPicPr>
          <p:cNvPr id="1603" name="Google Shape;1603;p103"/>
          <p:cNvPicPr preferRelativeResize="0"/>
          <p:nvPr/>
        </p:nvPicPr>
        <p:blipFill>
          <a:blip r:embed="rId3">
            <a:alphaModFix/>
          </a:blip>
          <a:stretch>
            <a:fillRect/>
          </a:stretch>
        </p:blipFill>
        <p:spPr>
          <a:xfrm>
            <a:off x="248400" y="1260000"/>
            <a:ext cx="7459200" cy="3767817"/>
          </a:xfrm>
          <a:prstGeom prst="rect">
            <a:avLst/>
          </a:prstGeom>
          <a:noFill/>
          <a:ln>
            <a:noFill/>
          </a:ln>
        </p:spPr>
      </p:pic>
      <p:sp>
        <p:nvSpPr>
          <p:cNvPr id="1604" name="Google Shape;1604;p103"/>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Finding term-to-term rules</a:t>
            </a:r>
            <a:endParaRPr/>
          </a:p>
        </p:txBody>
      </p:sp>
      <p:sp>
        <p:nvSpPr>
          <p:cNvPr id="1605" name="Google Shape;1605;p103"/>
          <p:cNvSpPr txBox="1"/>
          <p:nvPr>
            <p:ph idx="1" type="body"/>
          </p:nvPr>
        </p:nvSpPr>
        <p:spPr>
          <a:xfrm>
            <a:off x="324000" y="759300"/>
            <a:ext cx="8496000" cy="860700"/>
          </a:xfrm>
          <a:prstGeom prst="rect">
            <a:avLst/>
          </a:prstGeom>
        </p:spPr>
        <p:txBody>
          <a:bodyPr anchorCtr="0" anchor="t" bIns="0" lIns="0" spcFirstLastPara="1" rIns="0" wrap="square" tIns="0">
            <a:noAutofit/>
          </a:bodyPr>
          <a:lstStyle/>
          <a:p>
            <a:pPr indent="-342900" lvl="0" marL="457200" rtl="0" algn="l">
              <a:spcBef>
                <a:spcPts val="0"/>
              </a:spcBef>
              <a:spcAft>
                <a:spcPts val="0"/>
              </a:spcAft>
              <a:buSzPts val="1800"/>
              <a:buAutoNum type="arabicParenR"/>
            </a:pPr>
            <a:r>
              <a:rPr lang="en-GB" sz="1800"/>
              <a:t>Fill in each row and column so they form a sequence with an additive pattern. Then fill in the </a:t>
            </a:r>
            <a:r>
              <a:rPr b="1" lang="en-GB" sz="1800"/>
              <a:t>term-to-term</a:t>
            </a:r>
            <a:r>
              <a:rPr lang="en-GB" sz="1800"/>
              <a:t> rules for the stated rows.</a:t>
            </a:r>
            <a:endParaRPr sz="1800"/>
          </a:p>
        </p:txBody>
      </p:sp>
      <p:sp>
        <p:nvSpPr>
          <p:cNvPr id="1606" name="Google Shape;1606;p103"/>
          <p:cNvSpPr txBox="1"/>
          <p:nvPr>
            <p:ph idx="1" type="body"/>
          </p:nvPr>
        </p:nvSpPr>
        <p:spPr>
          <a:xfrm>
            <a:off x="5916900" y="3076975"/>
            <a:ext cx="2903100" cy="86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 </a:t>
            </a:r>
            <a:r>
              <a:rPr b="1" lang="en-GB" sz="1800"/>
              <a:t>term-to-term</a:t>
            </a:r>
            <a:r>
              <a:rPr lang="en-GB" sz="1800"/>
              <a:t> rule for row A is </a:t>
            </a:r>
            <a:r>
              <a:rPr lang="en-GB" sz="2000">
                <a:latin typeface="Kalam"/>
                <a:ea typeface="Kalam"/>
                <a:cs typeface="Kalam"/>
                <a:sym typeface="Kalam"/>
              </a:rPr>
              <a:t>‘Add 6’</a:t>
            </a:r>
            <a:r>
              <a:rPr lang="en-GB" sz="1800"/>
              <a:t>.</a:t>
            </a:r>
            <a:endParaRPr sz="1800"/>
          </a:p>
        </p:txBody>
      </p:sp>
      <p:sp>
        <p:nvSpPr>
          <p:cNvPr id="1607" name="Google Shape;1607;p103"/>
          <p:cNvSpPr txBox="1"/>
          <p:nvPr>
            <p:ph idx="1" type="body"/>
          </p:nvPr>
        </p:nvSpPr>
        <p:spPr>
          <a:xfrm>
            <a:off x="5916900" y="3855400"/>
            <a:ext cx="2903100" cy="965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 </a:t>
            </a:r>
            <a:r>
              <a:rPr b="1" lang="en-GB" sz="1800"/>
              <a:t>term-to-term</a:t>
            </a:r>
            <a:r>
              <a:rPr lang="en-GB" sz="1800"/>
              <a:t> rule for row B is </a:t>
            </a:r>
            <a:r>
              <a:rPr lang="en-GB" sz="2000">
                <a:latin typeface="Kalam"/>
                <a:ea typeface="Kalam"/>
                <a:cs typeface="Kalam"/>
                <a:sym typeface="Kalam"/>
              </a:rPr>
              <a:t>‘Add </a:t>
            </a:r>
            <a:r>
              <a:rPr lang="en-GB" sz="2000">
                <a:solidFill>
                  <a:srgbClr val="222222"/>
                </a:solidFill>
              </a:rPr>
              <a:t>−</a:t>
            </a:r>
            <a:r>
              <a:rPr lang="en-GB" sz="2000">
                <a:latin typeface="Kalam"/>
                <a:ea typeface="Kalam"/>
                <a:cs typeface="Kalam"/>
                <a:sym typeface="Kalam"/>
              </a:rPr>
              <a:t>3’ or ‘Minus 3’</a:t>
            </a:r>
            <a:r>
              <a:rPr lang="en-GB" sz="1800"/>
              <a:t>.</a:t>
            </a:r>
            <a:endParaRPr sz="1800"/>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611" name="Shape 1611"/>
        <p:cNvGrpSpPr/>
        <p:nvPr/>
      </p:nvGrpSpPr>
      <p:grpSpPr>
        <a:xfrm>
          <a:off x="0" y="0"/>
          <a:ext cx="0" cy="0"/>
          <a:chOff x="0" y="0"/>
          <a:chExt cx="0" cy="0"/>
        </a:xfrm>
      </p:grpSpPr>
      <p:sp>
        <p:nvSpPr>
          <p:cNvPr id="1612" name="Google Shape;1612;p104"/>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Finding term-to-term rules</a:t>
            </a:r>
            <a:endParaRPr/>
          </a:p>
        </p:txBody>
      </p:sp>
      <p:graphicFrame>
        <p:nvGraphicFramePr>
          <p:cNvPr id="1613" name="Google Shape;1613;p104"/>
          <p:cNvGraphicFramePr/>
          <p:nvPr/>
        </p:nvGraphicFramePr>
        <p:xfrm>
          <a:off x="382625" y="1476850"/>
          <a:ext cx="3000000" cy="3000000"/>
        </p:xfrm>
        <a:graphic>
          <a:graphicData uri="http://schemas.openxmlformats.org/drawingml/2006/table">
            <a:tbl>
              <a:tblPr>
                <a:noFill/>
                <a:tableStyleId>{75A5DC62-8C51-4004-8FE2-019E2598D443}</a:tableStyleId>
              </a:tblPr>
              <a:tblGrid>
                <a:gridCol w="360000"/>
                <a:gridCol w="360000"/>
                <a:gridCol w="360000"/>
                <a:gridCol w="360000"/>
                <a:gridCol w="360000"/>
                <a:gridCol w="360000"/>
                <a:gridCol w="360000"/>
                <a:gridCol w="360000"/>
                <a:gridCol w="360000"/>
                <a:gridCol w="360000"/>
              </a:tblGrid>
              <a:tr h="360000">
                <a:tc>
                  <a:txBody>
                    <a:bodyPr/>
                    <a:lstStyle/>
                    <a:p>
                      <a:pPr indent="0" lvl="0" marL="0" rtl="0" algn="ctr">
                        <a:spcBef>
                          <a:spcPts val="0"/>
                        </a:spcBef>
                        <a:spcAft>
                          <a:spcPts val="0"/>
                        </a:spcAft>
                        <a:buNone/>
                      </a:pPr>
                      <a:r>
                        <a:t/>
                      </a:r>
                      <a:endParaRPr sz="2000">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Kalam"/>
                          <a:ea typeface="Kalam"/>
                          <a:cs typeface="Kalam"/>
                          <a:sym typeface="Kalam"/>
                        </a:rPr>
                        <a:t>33</a:t>
                      </a:r>
                      <a:endParaRPr sz="2000">
                        <a:solidFill>
                          <a:schemeClr val="dk1"/>
                        </a:solidFill>
                        <a:latin typeface="Kalam"/>
                        <a:ea typeface="Kalam"/>
                        <a:cs typeface="Kalam"/>
                        <a:sym typeface="Kalam"/>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60000">
                <a:tc>
                  <a:txBody>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21</a:t>
                      </a:r>
                      <a:endParaRPr sz="1800">
                        <a:solidFill>
                          <a:schemeClr val="dk1"/>
                        </a:solidFill>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Kalam"/>
                          <a:ea typeface="Kalam"/>
                          <a:cs typeface="Kalam"/>
                          <a:sym typeface="Kalam"/>
                        </a:rPr>
                        <a:t>28</a:t>
                      </a:r>
                      <a:endParaRPr sz="2000">
                        <a:solidFill>
                          <a:schemeClr val="dk1"/>
                        </a:solidFill>
                        <a:latin typeface="Kalam"/>
                        <a:ea typeface="Kalam"/>
                        <a:cs typeface="Kalam"/>
                        <a:sym typeface="Kalam"/>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35</a:t>
                      </a:r>
                      <a:endParaRPr sz="1800">
                        <a:solidFill>
                          <a:schemeClr val="dk1"/>
                        </a:solidFill>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Kalam"/>
                          <a:ea typeface="Kalam"/>
                          <a:cs typeface="Kalam"/>
                          <a:sym typeface="Kalam"/>
                        </a:rPr>
                        <a:t>42</a:t>
                      </a:r>
                      <a:endParaRPr sz="2000">
                        <a:solidFill>
                          <a:schemeClr val="dk1"/>
                        </a:solidFill>
                        <a:latin typeface="Kalam"/>
                        <a:ea typeface="Kalam"/>
                        <a:cs typeface="Kalam"/>
                        <a:sym typeface="Kalam"/>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Kalam"/>
                          <a:ea typeface="Kalam"/>
                          <a:cs typeface="Kalam"/>
                          <a:sym typeface="Kalam"/>
                        </a:rPr>
                        <a:t>16</a:t>
                      </a:r>
                      <a:endParaRPr sz="2000">
                        <a:solidFill>
                          <a:schemeClr val="dk1"/>
                        </a:solidFill>
                        <a:latin typeface="Kalam"/>
                        <a:ea typeface="Kalam"/>
                        <a:cs typeface="Kalam"/>
                        <a:sym typeface="Kalam"/>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Kalam"/>
                          <a:ea typeface="Kalam"/>
                          <a:cs typeface="Kalam"/>
                          <a:sym typeface="Kalam"/>
                        </a:rPr>
                        <a:t>22</a:t>
                      </a:r>
                      <a:endParaRPr sz="2000">
                        <a:solidFill>
                          <a:schemeClr val="dk1"/>
                        </a:solidFill>
                        <a:latin typeface="Kalam"/>
                        <a:ea typeface="Kalam"/>
                        <a:cs typeface="Kalam"/>
                        <a:sym typeface="Kalam"/>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60000">
                <a:tc>
                  <a:txBody>
                    <a:bodyPr/>
                    <a:lstStyle/>
                    <a:p>
                      <a:pPr indent="0" lvl="0" marL="0" rtl="0" algn="ctr">
                        <a:spcBef>
                          <a:spcPts val="0"/>
                        </a:spcBef>
                        <a:spcAft>
                          <a:spcPts val="0"/>
                        </a:spcAft>
                        <a:buNone/>
                      </a:pPr>
                      <a:r>
                        <a:t/>
                      </a:r>
                      <a:endParaRPr sz="2000">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23</a:t>
                      </a:r>
                      <a:endParaRPr sz="1800">
                        <a:solidFill>
                          <a:schemeClr val="dk1"/>
                        </a:solidFill>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Kalam"/>
                          <a:ea typeface="Kalam"/>
                          <a:cs typeface="Kalam"/>
                          <a:sym typeface="Kalam"/>
                        </a:rPr>
                        <a:t>20</a:t>
                      </a:r>
                      <a:endParaRPr sz="2000">
                        <a:solidFill>
                          <a:schemeClr val="dk1"/>
                        </a:solidFill>
                        <a:latin typeface="Kalam"/>
                        <a:ea typeface="Kalam"/>
                        <a:cs typeface="Kalam"/>
                        <a:sym typeface="Kalam"/>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Kalam"/>
                          <a:ea typeface="Kalam"/>
                          <a:cs typeface="Kalam"/>
                          <a:sym typeface="Kalam"/>
                        </a:rPr>
                        <a:t>17</a:t>
                      </a:r>
                      <a:endParaRPr sz="2000">
                        <a:solidFill>
                          <a:schemeClr val="dk1"/>
                        </a:solidFill>
                        <a:latin typeface="Kalam"/>
                        <a:ea typeface="Kalam"/>
                        <a:cs typeface="Kalam"/>
                        <a:sym typeface="Kalam"/>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60000">
                <a:tc>
                  <a:txBody>
                    <a:bodyPr/>
                    <a:lstStyle/>
                    <a:p>
                      <a:pPr indent="0" lvl="0" marL="0" rtl="0" algn="ctr">
                        <a:spcBef>
                          <a:spcPts val="0"/>
                        </a:spcBef>
                        <a:spcAft>
                          <a:spcPts val="0"/>
                        </a:spcAft>
                        <a:buNone/>
                      </a:pPr>
                      <a:r>
                        <a:rPr lang="en-GB" sz="2000">
                          <a:solidFill>
                            <a:schemeClr val="dk1"/>
                          </a:solidFill>
                          <a:latin typeface="Kalam"/>
                          <a:ea typeface="Kalam"/>
                          <a:cs typeface="Kalam"/>
                          <a:sym typeface="Kalam"/>
                        </a:rPr>
                        <a:t>14</a:t>
                      </a:r>
                      <a:endParaRPr sz="2000">
                        <a:solidFill>
                          <a:schemeClr val="dk1"/>
                        </a:solidFill>
                        <a:latin typeface="Kalam"/>
                        <a:ea typeface="Kalam"/>
                        <a:cs typeface="Kalam"/>
                        <a:sym typeface="Kalam"/>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Kalam"/>
                          <a:ea typeface="Kalam"/>
                          <a:cs typeface="Kalam"/>
                          <a:sym typeface="Kalam"/>
                        </a:rPr>
                        <a:t>18</a:t>
                      </a:r>
                      <a:endParaRPr sz="2000">
                        <a:solidFill>
                          <a:schemeClr val="dk1"/>
                        </a:solidFill>
                        <a:latin typeface="Kalam"/>
                        <a:ea typeface="Kalam"/>
                        <a:cs typeface="Kalam"/>
                        <a:sym typeface="Kalam"/>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Kalam"/>
                          <a:ea typeface="Kalam"/>
                          <a:cs typeface="Kalam"/>
                          <a:sym typeface="Kalam"/>
                        </a:rPr>
                        <a:t>22</a:t>
                      </a:r>
                      <a:endParaRPr sz="2000">
                        <a:solidFill>
                          <a:schemeClr val="dk1"/>
                        </a:solidFill>
                        <a:latin typeface="Kalam"/>
                        <a:ea typeface="Kalam"/>
                        <a:cs typeface="Kalam"/>
                        <a:sym typeface="Kalam"/>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Kalam"/>
                          <a:ea typeface="Kalam"/>
                          <a:cs typeface="Kalam"/>
                          <a:sym typeface="Kalam"/>
                        </a:rPr>
                        <a:t>24</a:t>
                      </a:r>
                      <a:endParaRPr sz="2000">
                        <a:solidFill>
                          <a:schemeClr val="dk1"/>
                        </a:solidFill>
                        <a:latin typeface="Kalam"/>
                        <a:ea typeface="Kalam"/>
                        <a:cs typeface="Kalam"/>
                        <a:sym typeface="Kalam"/>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30</a:t>
                      </a:r>
                      <a:endParaRPr sz="1800">
                        <a:solidFill>
                          <a:schemeClr val="dk1"/>
                        </a:solidFill>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Kalam"/>
                          <a:ea typeface="Kalam"/>
                          <a:cs typeface="Kalam"/>
                          <a:sym typeface="Kalam"/>
                        </a:rPr>
                        <a:t>34</a:t>
                      </a:r>
                      <a:endParaRPr sz="2000">
                        <a:solidFill>
                          <a:schemeClr val="dk1"/>
                        </a:solidFill>
                        <a:latin typeface="Kalam"/>
                        <a:ea typeface="Kalam"/>
                        <a:cs typeface="Kalam"/>
                        <a:sym typeface="Kalam"/>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Kalam"/>
                          <a:ea typeface="Kalam"/>
                          <a:cs typeface="Kalam"/>
                          <a:sym typeface="Kalam"/>
                        </a:rPr>
                        <a:t>38</a:t>
                      </a:r>
                      <a:endParaRPr sz="2000">
                        <a:solidFill>
                          <a:schemeClr val="dk1"/>
                        </a:solidFill>
                        <a:latin typeface="Kalam"/>
                        <a:ea typeface="Kalam"/>
                        <a:cs typeface="Kalam"/>
                        <a:sym typeface="Kalam"/>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Kalam"/>
                          <a:ea typeface="Kalam"/>
                          <a:cs typeface="Kalam"/>
                          <a:sym typeface="Kalam"/>
                        </a:rPr>
                        <a:t>42</a:t>
                      </a:r>
                      <a:endParaRPr sz="2000">
                        <a:solidFill>
                          <a:schemeClr val="dk1"/>
                        </a:solidFill>
                        <a:latin typeface="Kalam"/>
                        <a:ea typeface="Kalam"/>
                        <a:cs typeface="Kalam"/>
                        <a:sym typeface="Kalam"/>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Kalam"/>
                          <a:ea typeface="Kalam"/>
                          <a:cs typeface="Kalam"/>
                          <a:sym typeface="Kalam"/>
                        </a:rPr>
                        <a:t>46</a:t>
                      </a:r>
                      <a:endParaRPr sz="2000">
                        <a:solidFill>
                          <a:schemeClr val="dk1"/>
                        </a:solidFill>
                        <a:latin typeface="Kalam"/>
                        <a:ea typeface="Kalam"/>
                        <a:cs typeface="Kalam"/>
                        <a:sym typeface="Kalam"/>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Kalam"/>
                          <a:ea typeface="Kalam"/>
                          <a:cs typeface="Kalam"/>
                          <a:sym typeface="Kalam"/>
                        </a:rPr>
                        <a:t>50</a:t>
                      </a:r>
                      <a:endParaRPr sz="2000">
                        <a:solidFill>
                          <a:schemeClr val="dk1"/>
                        </a:solidFill>
                        <a:latin typeface="Kalam"/>
                        <a:ea typeface="Kalam"/>
                        <a:cs typeface="Kalam"/>
                        <a:sym typeface="Kalam"/>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60000">
                <a:tc>
                  <a:txBody>
                    <a:bodyPr/>
                    <a:lstStyle/>
                    <a:p>
                      <a:pPr indent="0" lvl="0" marL="0" rtl="0" algn="ctr">
                        <a:spcBef>
                          <a:spcPts val="0"/>
                        </a:spcBef>
                        <a:spcAft>
                          <a:spcPts val="0"/>
                        </a:spcAft>
                        <a:buNone/>
                      </a:pPr>
                      <a:r>
                        <a:t/>
                      </a:r>
                      <a:endParaRPr sz="2000">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Kalam"/>
                          <a:ea typeface="Kalam"/>
                          <a:cs typeface="Kalam"/>
                          <a:sym typeface="Kalam"/>
                        </a:rPr>
                        <a:t>13</a:t>
                      </a:r>
                      <a:endParaRPr sz="2000">
                        <a:solidFill>
                          <a:schemeClr val="dk1"/>
                        </a:solidFill>
                        <a:latin typeface="Kalam"/>
                        <a:ea typeface="Kalam"/>
                        <a:cs typeface="Kalam"/>
                        <a:sym typeface="Kalam"/>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40</a:t>
                      </a:r>
                      <a:endParaRPr sz="1800">
                        <a:solidFill>
                          <a:schemeClr val="dk1"/>
                        </a:solidFill>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GB" sz="2000">
                          <a:solidFill>
                            <a:schemeClr val="dk1"/>
                          </a:solidFill>
                          <a:latin typeface="Kalam"/>
                          <a:ea typeface="Kalam"/>
                          <a:cs typeface="Kalam"/>
                          <a:sym typeface="Kalam"/>
                        </a:rPr>
                        <a:t>67</a:t>
                      </a:r>
                      <a:endParaRPr sz="2000">
                        <a:solidFill>
                          <a:schemeClr val="dk1"/>
                        </a:solidFill>
                        <a:latin typeface="Kalam"/>
                        <a:ea typeface="Kalam"/>
                        <a:cs typeface="Kalam"/>
                        <a:sym typeface="Kalam"/>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60000">
                <a:tc>
                  <a:txBody>
                    <a:bodyPr/>
                    <a:lstStyle/>
                    <a:p>
                      <a:pPr indent="0" lvl="0" marL="0" rtl="0" algn="ctr">
                        <a:spcBef>
                          <a:spcPts val="0"/>
                        </a:spcBef>
                        <a:spcAft>
                          <a:spcPts val="0"/>
                        </a:spcAft>
                        <a:buNone/>
                      </a:pPr>
                      <a:r>
                        <a:t/>
                      </a:r>
                      <a:endParaRPr sz="2000">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Kalam"/>
                          <a:ea typeface="Kalam"/>
                          <a:cs typeface="Kalam"/>
                          <a:sym typeface="Kalam"/>
                        </a:rPr>
                        <a:t>8</a:t>
                      </a:r>
                      <a:endParaRPr sz="2000">
                        <a:solidFill>
                          <a:schemeClr val="dk1"/>
                        </a:solidFill>
                        <a:latin typeface="Kalam"/>
                        <a:ea typeface="Kalam"/>
                        <a:cs typeface="Kalam"/>
                        <a:sym typeface="Kalam"/>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Kalam"/>
                          <a:ea typeface="Kalam"/>
                          <a:cs typeface="Kalam"/>
                          <a:sym typeface="Kalam"/>
                        </a:rPr>
                        <a:t>22</a:t>
                      </a:r>
                      <a:endParaRPr sz="2000">
                        <a:solidFill>
                          <a:schemeClr val="dk1"/>
                        </a:solidFill>
                        <a:latin typeface="Kalam"/>
                        <a:ea typeface="Kalam"/>
                        <a:cs typeface="Kalam"/>
                        <a:sym typeface="Kalam"/>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Kalam"/>
                          <a:ea typeface="Kalam"/>
                          <a:cs typeface="Kalam"/>
                          <a:sym typeface="Kalam"/>
                        </a:rPr>
                        <a:t>36</a:t>
                      </a:r>
                      <a:endParaRPr sz="2000">
                        <a:solidFill>
                          <a:schemeClr val="dk1"/>
                        </a:solidFill>
                        <a:latin typeface="Kalam"/>
                        <a:ea typeface="Kalam"/>
                        <a:cs typeface="Kalam"/>
                        <a:sym typeface="Kalam"/>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Kalam"/>
                          <a:ea typeface="Kalam"/>
                          <a:cs typeface="Kalam"/>
                          <a:sym typeface="Kalam"/>
                        </a:rPr>
                        <a:t>50</a:t>
                      </a:r>
                      <a:endParaRPr sz="2000">
                        <a:solidFill>
                          <a:schemeClr val="dk1"/>
                        </a:solidFill>
                        <a:latin typeface="Kalam"/>
                        <a:ea typeface="Kalam"/>
                        <a:cs typeface="Kalam"/>
                        <a:sym typeface="Kalam"/>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Kalam"/>
                          <a:ea typeface="Kalam"/>
                          <a:cs typeface="Kalam"/>
                          <a:sym typeface="Kalam"/>
                        </a:rPr>
                        <a:t>64</a:t>
                      </a:r>
                      <a:endParaRPr sz="2000">
                        <a:solidFill>
                          <a:schemeClr val="dk1"/>
                        </a:solidFill>
                        <a:latin typeface="Kalam"/>
                        <a:ea typeface="Kalam"/>
                        <a:cs typeface="Kalam"/>
                        <a:sym typeface="Kalam"/>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Kalam"/>
                          <a:ea typeface="Kalam"/>
                          <a:cs typeface="Kalam"/>
                          <a:sym typeface="Kalam"/>
                        </a:rPr>
                        <a:t>78</a:t>
                      </a:r>
                      <a:endParaRPr sz="2000">
                        <a:solidFill>
                          <a:schemeClr val="dk1"/>
                        </a:solidFill>
                        <a:latin typeface="Kalam"/>
                        <a:ea typeface="Kalam"/>
                        <a:cs typeface="Kalam"/>
                        <a:sym typeface="Kalam"/>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GB" sz="2000">
                          <a:solidFill>
                            <a:schemeClr val="dk1"/>
                          </a:solidFill>
                          <a:latin typeface="Kalam"/>
                          <a:ea typeface="Kalam"/>
                          <a:cs typeface="Kalam"/>
                          <a:sym typeface="Kalam"/>
                        </a:rPr>
                        <a:t>92</a:t>
                      </a:r>
                      <a:endParaRPr sz="2000">
                        <a:solidFill>
                          <a:schemeClr val="dk1"/>
                        </a:solidFill>
                        <a:latin typeface="Kalam"/>
                        <a:ea typeface="Kalam"/>
                        <a:cs typeface="Kalam"/>
                        <a:sym typeface="Kalam"/>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Kalam"/>
                          <a:ea typeface="Kalam"/>
                          <a:cs typeface="Kalam"/>
                          <a:sym typeface="Kalam"/>
                        </a:rPr>
                        <a:t>106</a:t>
                      </a:r>
                      <a:endParaRPr sz="2000">
                        <a:solidFill>
                          <a:schemeClr val="dk1"/>
                        </a:solidFill>
                        <a:latin typeface="Kalam"/>
                        <a:ea typeface="Kalam"/>
                        <a:cs typeface="Kalam"/>
                        <a:sym typeface="Kalam"/>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60000">
                <a:tc>
                  <a:txBody>
                    <a:bodyPr/>
                    <a:lstStyle/>
                    <a:p>
                      <a:pPr indent="0" lvl="0" marL="0" rtl="0" algn="ctr">
                        <a:spcBef>
                          <a:spcPts val="0"/>
                        </a:spcBef>
                        <a:spcAft>
                          <a:spcPts val="0"/>
                        </a:spcAft>
                        <a:buNone/>
                      </a:pPr>
                      <a:r>
                        <a:t/>
                      </a:r>
                      <a:endParaRPr sz="2000">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Kalam"/>
                          <a:ea typeface="Kalam"/>
                          <a:cs typeface="Kalam"/>
                          <a:sym typeface="Kalam"/>
                        </a:rPr>
                        <a:t>3</a:t>
                      </a:r>
                      <a:endParaRPr sz="2000">
                        <a:solidFill>
                          <a:schemeClr val="dk1"/>
                        </a:solidFill>
                        <a:latin typeface="Kalam"/>
                        <a:ea typeface="Kalam"/>
                        <a:cs typeface="Kalam"/>
                        <a:sym typeface="Kalam"/>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Kalam"/>
                          <a:ea typeface="Kalam"/>
                          <a:cs typeface="Kalam"/>
                          <a:sym typeface="Kalam"/>
                        </a:rPr>
                        <a:t>60</a:t>
                      </a:r>
                      <a:endParaRPr sz="2000">
                        <a:solidFill>
                          <a:schemeClr val="dk1"/>
                        </a:solidFill>
                        <a:latin typeface="Kalam"/>
                        <a:ea typeface="Kalam"/>
                        <a:cs typeface="Kalam"/>
                        <a:sym typeface="Kalam"/>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GB" sz="2000">
                          <a:solidFill>
                            <a:schemeClr val="dk1"/>
                          </a:solidFill>
                          <a:latin typeface="Kalam"/>
                          <a:ea typeface="Kalam"/>
                          <a:cs typeface="Kalam"/>
                          <a:sym typeface="Kalam"/>
                        </a:rPr>
                        <a:t>117</a:t>
                      </a:r>
                      <a:endParaRPr sz="2000">
                        <a:solidFill>
                          <a:schemeClr val="dk1"/>
                        </a:solidFill>
                        <a:latin typeface="Kalam"/>
                        <a:ea typeface="Kalam"/>
                        <a:cs typeface="Kalam"/>
                        <a:sym typeface="Kalam"/>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60000">
                <a:tc>
                  <a:txBody>
                    <a:bodyPr/>
                    <a:lstStyle/>
                    <a:p>
                      <a:pPr indent="0" lvl="0" marL="0" rtl="0" algn="ctr">
                        <a:spcBef>
                          <a:spcPts val="0"/>
                        </a:spcBef>
                        <a:spcAft>
                          <a:spcPts val="0"/>
                        </a:spcAft>
                        <a:buNone/>
                      </a:pPr>
                      <a:r>
                        <a:t/>
                      </a:r>
                      <a:endParaRPr sz="2000">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Kalam"/>
                          <a:ea typeface="Kalam"/>
                          <a:cs typeface="Kalam"/>
                          <a:sym typeface="Kalam"/>
                        </a:rPr>
                        <a:t>−2</a:t>
                      </a:r>
                      <a:endParaRPr sz="2000">
                        <a:solidFill>
                          <a:schemeClr val="dk1"/>
                        </a:solidFill>
                        <a:latin typeface="Kalam"/>
                        <a:ea typeface="Kalam"/>
                        <a:cs typeface="Kalam"/>
                        <a:sym typeface="Kalam"/>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Kalam"/>
                          <a:ea typeface="Kalam"/>
                          <a:cs typeface="Kalam"/>
                          <a:sym typeface="Kalam"/>
                        </a:rPr>
                        <a:t>70</a:t>
                      </a:r>
                      <a:endParaRPr sz="2000">
                        <a:solidFill>
                          <a:schemeClr val="dk1"/>
                        </a:solidFill>
                        <a:latin typeface="Kalam"/>
                        <a:ea typeface="Kalam"/>
                        <a:cs typeface="Kalam"/>
                        <a:sym typeface="Kalam"/>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60000">
                <a:tc>
                  <a:txBody>
                    <a:bodyPr/>
                    <a:lstStyle/>
                    <a:p>
                      <a:pPr indent="0" lvl="0" marL="0" rtl="0" algn="ctr">
                        <a:spcBef>
                          <a:spcPts val="0"/>
                        </a:spcBef>
                        <a:spcAft>
                          <a:spcPts val="0"/>
                        </a:spcAft>
                        <a:buNone/>
                      </a:pPr>
                      <a:r>
                        <a:t/>
                      </a:r>
                      <a:endParaRPr sz="2000">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Kalam"/>
                          <a:ea typeface="Kalam"/>
                          <a:cs typeface="Kalam"/>
                          <a:sym typeface="Kalam"/>
                        </a:rPr>
                        <a:t>90</a:t>
                      </a:r>
                      <a:endParaRPr sz="2000">
                        <a:solidFill>
                          <a:schemeClr val="dk1"/>
                        </a:solidFill>
                        <a:latin typeface="Kalam"/>
                        <a:ea typeface="Kalam"/>
                        <a:cs typeface="Kalam"/>
                        <a:sym typeface="Kalam"/>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85</a:t>
                      </a:r>
                      <a:endParaRPr sz="1800">
                        <a:solidFill>
                          <a:schemeClr val="dk1"/>
                        </a:solidFill>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Kalam"/>
                          <a:ea typeface="Kalam"/>
                          <a:cs typeface="Kalam"/>
                          <a:sym typeface="Kalam"/>
                        </a:rPr>
                        <a:t>80</a:t>
                      </a:r>
                      <a:endParaRPr sz="2000">
                        <a:solidFill>
                          <a:schemeClr val="dk1"/>
                        </a:solidFill>
                        <a:latin typeface="Kalam"/>
                        <a:ea typeface="Kalam"/>
                        <a:cs typeface="Kalam"/>
                        <a:sym typeface="Kalam"/>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Kalam"/>
                          <a:ea typeface="Kalam"/>
                          <a:cs typeface="Kalam"/>
                          <a:sym typeface="Kalam"/>
                        </a:rPr>
                        <a:t>75</a:t>
                      </a:r>
                      <a:endParaRPr sz="2000">
                        <a:solidFill>
                          <a:schemeClr val="dk1"/>
                        </a:solidFill>
                        <a:latin typeface="Kalam"/>
                        <a:ea typeface="Kalam"/>
                        <a:cs typeface="Kalam"/>
                        <a:sym typeface="Kalam"/>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graphicFrame>
        <p:nvGraphicFramePr>
          <p:cNvPr id="1614" name="Google Shape;1614;p104"/>
          <p:cNvGraphicFramePr/>
          <p:nvPr/>
        </p:nvGraphicFramePr>
        <p:xfrm>
          <a:off x="3982625" y="1476850"/>
          <a:ext cx="3000000" cy="3000000"/>
        </p:xfrm>
        <a:graphic>
          <a:graphicData uri="http://schemas.openxmlformats.org/drawingml/2006/table">
            <a:tbl>
              <a:tblPr>
                <a:noFill/>
                <a:tableStyleId>{75A5DC62-8C51-4004-8FE2-019E2598D443}</a:tableStyleId>
              </a:tblPr>
              <a:tblGrid>
                <a:gridCol w="360000"/>
                <a:gridCol w="360000"/>
                <a:gridCol w="360000"/>
                <a:gridCol w="360000"/>
                <a:gridCol w="360000"/>
                <a:gridCol w="360000"/>
                <a:gridCol w="360000"/>
                <a:gridCol w="360000"/>
                <a:gridCol w="360000"/>
                <a:gridCol w="360000"/>
              </a:tblGrid>
              <a:tr h="360000">
                <a:tc>
                  <a:txBody>
                    <a:bodyPr/>
                    <a:lstStyle/>
                    <a:p>
                      <a:pPr indent="0" lvl="0" marL="0" rtl="0" algn="ctr">
                        <a:spcBef>
                          <a:spcPts val="0"/>
                        </a:spcBef>
                        <a:spcAft>
                          <a:spcPts val="0"/>
                        </a:spcAft>
                        <a:buNone/>
                      </a:pPr>
                      <a:r>
                        <a:t/>
                      </a:r>
                      <a:endParaRPr sz="2000">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60000">
                <a:tc>
                  <a:txBody>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28</a:t>
                      </a:r>
                      <a:endParaRPr sz="1800">
                        <a:solidFill>
                          <a:schemeClr val="dk1"/>
                        </a:solidFill>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34</a:t>
                      </a:r>
                      <a:endParaRPr sz="1800">
                        <a:solidFill>
                          <a:schemeClr val="dk1"/>
                        </a:solidFill>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Kalam"/>
                          <a:ea typeface="Kalam"/>
                          <a:cs typeface="Kalam"/>
                          <a:sym typeface="Kalam"/>
                        </a:rPr>
                        <a:t>40</a:t>
                      </a:r>
                      <a:endParaRPr sz="2000">
                        <a:solidFill>
                          <a:schemeClr val="dk1"/>
                        </a:solidFill>
                        <a:latin typeface="Kalam"/>
                        <a:ea typeface="Kalam"/>
                        <a:cs typeface="Kalam"/>
                        <a:sym typeface="Kalam"/>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Kalam"/>
                          <a:ea typeface="Kalam"/>
                          <a:cs typeface="Kalam"/>
                          <a:sym typeface="Kalam"/>
                        </a:rPr>
                        <a:t>54</a:t>
                      </a:r>
                      <a:endParaRPr sz="2000">
                        <a:solidFill>
                          <a:schemeClr val="dk1"/>
                        </a:solidFill>
                        <a:latin typeface="Kalam"/>
                        <a:ea typeface="Kalam"/>
                        <a:cs typeface="Kalam"/>
                        <a:sym typeface="Kalam"/>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51</a:t>
                      </a:r>
                      <a:endParaRPr sz="1800">
                        <a:solidFill>
                          <a:schemeClr val="dk1"/>
                        </a:solidFill>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Kalam"/>
                          <a:ea typeface="Kalam"/>
                          <a:cs typeface="Kalam"/>
                          <a:sym typeface="Kalam"/>
                        </a:rPr>
                        <a:t>48</a:t>
                      </a:r>
                      <a:endParaRPr sz="2000">
                        <a:solidFill>
                          <a:schemeClr val="dk1"/>
                        </a:solidFill>
                        <a:latin typeface="Kalam"/>
                        <a:ea typeface="Kalam"/>
                        <a:cs typeface="Kalam"/>
                        <a:sym typeface="Kalam"/>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Kalam"/>
                          <a:ea typeface="Kalam"/>
                          <a:cs typeface="Kalam"/>
                          <a:sym typeface="Kalam"/>
                        </a:rPr>
                        <a:t>45</a:t>
                      </a:r>
                      <a:endParaRPr sz="2000">
                        <a:solidFill>
                          <a:schemeClr val="dk1"/>
                        </a:solidFill>
                        <a:latin typeface="Kalam"/>
                        <a:ea typeface="Kalam"/>
                        <a:cs typeface="Kalam"/>
                        <a:sym typeface="Kalam"/>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Kalam"/>
                          <a:ea typeface="Kalam"/>
                          <a:cs typeface="Kalam"/>
                          <a:sym typeface="Kalam"/>
                        </a:rPr>
                        <a:t>42</a:t>
                      </a:r>
                      <a:endParaRPr sz="2000">
                        <a:solidFill>
                          <a:schemeClr val="dk1"/>
                        </a:solidFill>
                        <a:latin typeface="Kalam"/>
                        <a:ea typeface="Kalam"/>
                        <a:cs typeface="Kalam"/>
                        <a:sym typeface="Kalam"/>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60000">
                <a:tc>
                  <a:txBody>
                    <a:bodyPr/>
                    <a:lstStyle/>
                    <a:p>
                      <a:pPr indent="0" lvl="0" marL="0" rtl="0" algn="ctr">
                        <a:spcBef>
                          <a:spcPts val="0"/>
                        </a:spcBef>
                        <a:spcAft>
                          <a:spcPts val="0"/>
                        </a:spcAft>
                        <a:buNone/>
                      </a:pPr>
                      <a:r>
                        <a:t/>
                      </a:r>
                      <a:endParaRPr sz="2000">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Kalam"/>
                          <a:ea typeface="Kalam"/>
                          <a:cs typeface="Kalam"/>
                          <a:sym typeface="Kalam"/>
                        </a:rPr>
                        <a:t>46</a:t>
                      </a:r>
                      <a:endParaRPr sz="2000">
                        <a:solidFill>
                          <a:schemeClr val="dk1"/>
                        </a:solidFill>
                        <a:latin typeface="Kalam"/>
                        <a:ea typeface="Kalam"/>
                        <a:cs typeface="Kalam"/>
                        <a:sym typeface="Kalam"/>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Kalam"/>
                          <a:ea typeface="Kalam"/>
                          <a:cs typeface="Kalam"/>
                          <a:sym typeface="Kalam"/>
                        </a:rPr>
                        <a:t>62</a:t>
                      </a:r>
                      <a:endParaRPr sz="2000">
                        <a:solidFill>
                          <a:schemeClr val="dk1"/>
                        </a:solidFill>
                        <a:latin typeface="Kalam"/>
                        <a:ea typeface="Kalam"/>
                        <a:cs typeface="Kalam"/>
                        <a:sym typeface="Kalam"/>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60000">
                <a:tc>
                  <a:txBody>
                    <a:bodyPr/>
                    <a:lstStyle/>
                    <a:p>
                      <a:pPr indent="0" lvl="0" marL="0" rtl="0" algn="ctr">
                        <a:spcBef>
                          <a:spcPts val="0"/>
                        </a:spcBef>
                        <a:spcAft>
                          <a:spcPts val="0"/>
                        </a:spcAft>
                        <a:buNone/>
                      </a:pPr>
                      <a:r>
                        <a:rPr lang="en-GB" sz="2000">
                          <a:solidFill>
                            <a:schemeClr val="dk1"/>
                          </a:solidFill>
                          <a:latin typeface="Kalam"/>
                          <a:ea typeface="Kalam"/>
                          <a:cs typeface="Kalam"/>
                          <a:sym typeface="Kalam"/>
                        </a:rPr>
                        <a:t>54</a:t>
                      </a:r>
                      <a:endParaRPr sz="2000">
                        <a:solidFill>
                          <a:schemeClr val="dk1"/>
                        </a:solidFill>
                        <a:latin typeface="Kalam"/>
                        <a:ea typeface="Kalam"/>
                        <a:cs typeface="Kalam"/>
                        <a:sym typeface="Kalam"/>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Kalam"/>
                          <a:ea typeface="Kalam"/>
                          <a:cs typeface="Kalam"/>
                          <a:sym typeface="Kalam"/>
                        </a:rPr>
                        <a:t>58</a:t>
                      </a:r>
                      <a:endParaRPr sz="2000">
                        <a:solidFill>
                          <a:schemeClr val="dk1"/>
                        </a:solidFill>
                        <a:latin typeface="Kalam"/>
                        <a:ea typeface="Kalam"/>
                        <a:cs typeface="Kalam"/>
                        <a:sym typeface="Kalam"/>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Kalam"/>
                          <a:ea typeface="Kalam"/>
                          <a:cs typeface="Kalam"/>
                          <a:sym typeface="Kalam"/>
                        </a:rPr>
                        <a:t>62</a:t>
                      </a:r>
                      <a:endParaRPr sz="2000">
                        <a:solidFill>
                          <a:schemeClr val="dk1"/>
                        </a:solidFill>
                        <a:latin typeface="Kalam"/>
                        <a:ea typeface="Kalam"/>
                        <a:cs typeface="Kalam"/>
                        <a:sym typeface="Kalam"/>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Kalam"/>
                          <a:ea typeface="Kalam"/>
                          <a:cs typeface="Kalam"/>
                          <a:sym typeface="Kalam"/>
                        </a:rPr>
                        <a:t>66</a:t>
                      </a:r>
                      <a:endParaRPr sz="2000">
                        <a:solidFill>
                          <a:schemeClr val="dk1"/>
                        </a:solidFill>
                        <a:latin typeface="Kalam"/>
                        <a:ea typeface="Kalam"/>
                        <a:cs typeface="Kalam"/>
                        <a:sym typeface="Kalam"/>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Kalam"/>
                          <a:ea typeface="Kalam"/>
                          <a:cs typeface="Kalam"/>
                          <a:sym typeface="Kalam"/>
                        </a:rPr>
                        <a:t>70</a:t>
                      </a:r>
                      <a:endParaRPr sz="2000">
                        <a:solidFill>
                          <a:schemeClr val="dk1"/>
                        </a:solidFill>
                        <a:latin typeface="Kalam"/>
                        <a:ea typeface="Kalam"/>
                        <a:cs typeface="Kalam"/>
                        <a:sym typeface="Kalam"/>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Kalam"/>
                          <a:ea typeface="Kalam"/>
                          <a:cs typeface="Kalam"/>
                          <a:sym typeface="Kalam"/>
                        </a:rPr>
                        <a:t>74</a:t>
                      </a:r>
                      <a:endParaRPr sz="2000">
                        <a:solidFill>
                          <a:schemeClr val="dk1"/>
                        </a:solidFill>
                        <a:latin typeface="Kalam"/>
                        <a:ea typeface="Kalam"/>
                        <a:cs typeface="Kalam"/>
                        <a:sym typeface="Kalam"/>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60000">
                <a:tc>
                  <a:txBody>
                    <a:bodyPr/>
                    <a:lstStyle/>
                    <a:p>
                      <a:pPr indent="0" lvl="0" marL="0" rtl="0" algn="ctr">
                        <a:spcBef>
                          <a:spcPts val="0"/>
                        </a:spcBef>
                        <a:spcAft>
                          <a:spcPts val="0"/>
                        </a:spcAft>
                        <a:buNone/>
                      </a:pPr>
                      <a:r>
                        <a:t/>
                      </a:r>
                      <a:endParaRPr sz="2000">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Kalam"/>
                          <a:ea typeface="Kalam"/>
                          <a:cs typeface="Kalam"/>
                          <a:sym typeface="Kalam"/>
                        </a:rPr>
                        <a:t>70</a:t>
                      </a:r>
                      <a:endParaRPr sz="2000">
                        <a:solidFill>
                          <a:schemeClr val="dk1"/>
                        </a:solidFill>
                        <a:latin typeface="Kalam"/>
                        <a:ea typeface="Kalam"/>
                        <a:cs typeface="Kalam"/>
                        <a:sym typeface="Kalam"/>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Kalam"/>
                          <a:ea typeface="Kalam"/>
                          <a:cs typeface="Kalam"/>
                          <a:sym typeface="Kalam"/>
                        </a:rPr>
                        <a:t>78</a:t>
                      </a:r>
                      <a:endParaRPr sz="2000">
                        <a:solidFill>
                          <a:schemeClr val="dk1"/>
                        </a:solidFill>
                        <a:latin typeface="Kalam"/>
                        <a:ea typeface="Kalam"/>
                        <a:cs typeface="Kalam"/>
                        <a:sym typeface="Kalam"/>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60000">
                <a:tc>
                  <a:txBody>
                    <a:bodyPr/>
                    <a:lstStyle/>
                    <a:p>
                      <a:pPr indent="0" lvl="0" marL="0" rtl="0" algn="ctr">
                        <a:spcBef>
                          <a:spcPts val="0"/>
                        </a:spcBef>
                        <a:spcAft>
                          <a:spcPts val="0"/>
                        </a:spcAft>
                        <a:buNone/>
                      </a:pPr>
                      <a:r>
                        <a:t/>
                      </a:r>
                      <a:endParaRPr sz="2000">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Kalam"/>
                          <a:ea typeface="Kalam"/>
                          <a:cs typeface="Kalam"/>
                          <a:sym typeface="Kalam"/>
                        </a:rPr>
                        <a:t>82</a:t>
                      </a:r>
                      <a:endParaRPr sz="2000">
                        <a:solidFill>
                          <a:schemeClr val="dk1"/>
                        </a:solidFill>
                        <a:latin typeface="Kalam"/>
                        <a:ea typeface="Kalam"/>
                        <a:cs typeface="Kalam"/>
                        <a:sym typeface="Kalam"/>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Kalam"/>
                          <a:ea typeface="Kalam"/>
                          <a:cs typeface="Kalam"/>
                          <a:sym typeface="Kalam"/>
                        </a:rPr>
                        <a:t>86</a:t>
                      </a:r>
                      <a:endParaRPr sz="2000">
                        <a:solidFill>
                          <a:schemeClr val="dk1"/>
                        </a:solidFill>
                        <a:latin typeface="Kalam"/>
                        <a:ea typeface="Kalam"/>
                        <a:cs typeface="Kalam"/>
                        <a:sym typeface="Kalam"/>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60000">
                <a:tc>
                  <a:txBody>
                    <a:bodyPr/>
                    <a:lstStyle/>
                    <a:p>
                      <a:pPr indent="0" lvl="0" marL="0" rtl="0" algn="ctr">
                        <a:spcBef>
                          <a:spcPts val="0"/>
                        </a:spcBef>
                        <a:spcAft>
                          <a:spcPts val="0"/>
                        </a:spcAft>
                        <a:buNone/>
                      </a:pPr>
                      <a:r>
                        <a:t/>
                      </a:r>
                      <a:endParaRPr sz="2000">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Kalam"/>
                          <a:ea typeface="Kalam"/>
                          <a:cs typeface="Kalam"/>
                          <a:sym typeface="Kalam"/>
                        </a:rPr>
                        <a:t>94</a:t>
                      </a:r>
                      <a:endParaRPr sz="2000">
                        <a:solidFill>
                          <a:schemeClr val="dk1"/>
                        </a:solidFill>
                        <a:latin typeface="Kalam"/>
                        <a:ea typeface="Kalam"/>
                        <a:cs typeface="Kalam"/>
                        <a:sym typeface="Kalam"/>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60000">
                <a:tc>
                  <a:txBody>
                    <a:bodyPr/>
                    <a:lstStyle/>
                    <a:p>
                      <a:pPr indent="0" lvl="0" marL="0" rtl="0" algn="ctr">
                        <a:spcBef>
                          <a:spcPts val="0"/>
                        </a:spcBef>
                        <a:spcAft>
                          <a:spcPts val="0"/>
                        </a:spcAft>
                        <a:buNone/>
                      </a:pPr>
                      <a:r>
                        <a:t/>
                      </a:r>
                      <a:endParaRPr sz="2000">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Kalam"/>
                          <a:ea typeface="Kalam"/>
                          <a:cs typeface="Kalam"/>
                          <a:sym typeface="Kalam"/>
                        </a:rPr>
                        <a:t>102</a:t>
                      </a:r>
                      <a:endParaRPr sz="2000">
                        <a:solidFill>
                          <a:schemeClr val="dk1"/>
                        </a:solidFill>
                        <a:latin typeface="Kalam"/>
                        <a:ea typeface="Kalam"/>
                        <a:cs typeface="Kalam"/>
                        <a:sym typeface="Kalam"/>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60000">
                <a:tc>
                  <a:txBody>
                    <a:bodyPr/>
                    <a:lstStyle/>
                    <a:p>
                      <a:pPr indent="0" lvl="0" marL="0" rtl="0" algn="ctr">
                        <a:spcBef>
                          <a:spcPts val="0"/>
                        </a:spcBef>
                        <a:spcAft>
                          <a:spcPts val="0"/>
                        </a:spcAft>
                        <a:buNone/>
                      </a:pPr>
                      <a:r>
                        <a:t/>
                      </a:r>
                      <a:endParaRPr sz="2000">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GB" sz="1700">
                          <a:solidFill>
                            <a:schemeClr val="dk1"/>
                          </a:solidFill>
                          <a:latin typeface="Lexend"/>
                          <a:ea typeface="Lexend"/>
                          <a:cs typeface="Lexend"/>
                          <a:sym typeface="Lexend"/>
                        </a:rPr>
                        <a:t>110</a:t>
                      </a:r>
                      <a:endParaRPr sz="1700">
                        <a:solidFill>
                          <a:schemeClr val="dk1"/>
                        </a:solidFill>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solidFill>
                          <a:schemeClr val="dk1"/>
                        </a:solidFill>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2000">
                        <a:solidFill>
                          <a:schemeClr val="dk1"/>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cxnSp>
        <p:nvCxnSpPr>
          <p:cNvPr id="1615" name="Google Shape;1615;p104"/>
          <p:cNvCxnSpPr/>
          <p:nvPr/>
        </p:nvCxnSpPr>
        <p:spPr>
          <a:xfrm>
            <a:off x="740025" y="1482137"/>
            <a:ext cx="0" cy="2892000"/>
          </a:xfrm>
          <a:prstGeom prst="straightConnector1">
            <a:avLst/>
          </a:prstGeom>
          <a:noFill/>
          <a:ln cap="flat" cmpd="sng" w="28575">
            <a:solidFill>
              <a:schemeClr val="dk1"/>
            </a:solidFill>
            <a:prstDash val="solid"/>
            <a:round/>
            <a:headEnd len="med" w="med" type="none"/>
            <a:tailEnd len="med" w="med" type="none"/>
          </a:ln>
        </p:spPr>
      </p:cxnSp>
      <p:cxnSp>
        <p:nvCxnSpPr>
          <p:cNvPr id="1616" name="Google Shape;1616;p104"/>
          <p:cNvCxnSpPr/>
          <p:nvPr/>
        </p:nvCxnSpPr>
        <p:spPr>
          <a:xfrm>
            <a:off x="1102625" y="1478546"/>
            <a:ext cx="0" cy="2873700"/>
          </a:xfrm>
          <a:prstGeom prst="straightConnector1">
            <a:avLst/>
          </a:prstGeom>
          <a:noFill/>
          <a:ln cap="flat" cmpd="sng" w="28575">
            <a:solidFill>
              <a:schemeClr val="dk1"/>
            </a:solidFill>
            <a:prstDash val="solid"/>
            <a:round/>
            <a:headEnd len="med" w="med" type="none"/>
            <a:tailEnd len="med" w="med" type="none"/>
          </a:ln>
        </p:spPr>
      </p:cxnSp>
      <p:cxnSp>
        <p:nvCxnSpPr>
          <p:cNvPr id="1617" name="Google Shape;1617;p104"/>
          <p:cNvCxnSpPr/>
          <p:nvPr/>
        </p:nvCxnSpPr>
        <p:spPr>
          <a:xfrm>
            <a:off x="1829825" y="2205400"/>
            <a:ext cx="0" cy="2527800"/>
          </a:xfrm>
          <a:prstGeom prst="straightConnector1">
            <a:avLst/>
          </a:prstGeom>
          <a:noFill/>
          <a:ln cap="flat" cmpd="sng" w="28575">
            <a:solidFill>
              <a:schemeClr val="dk1"/>
            </a:solidFill>
            <a:prstDash val="solid"/>
            <a:round/>
            <a:headEnd len="med" w="med" type="none"/>
            <a:tailEnd len="med" w="med" type="none"/>
          </a:ln>
        </p:spPr>
      </p:cxnSp>
      <p:cxnSp>
        <p:nvCxnSpPr>
          <p:cNvPr id="1618" name="Google Shape;1618;p104"/>
          <p:cNvCxnSpPr/>
          <p:nvPr/>
        </p:nvCxnSpPr>
        <p:spPr>
          <a:xfrm>
            <a:off x="2189825" y="2198075"/>
            <a:ext cx="0" cy="2506800"/>
          </a:xfrm>
          <a:prstGeom prst="straightConnector1">
            <a:avLst/>
          </a:prstGeom>
          <a:noFill/>
          <a:ln cap="flat" cmpd="sng" w="28575">
            <a:solidFill>
              <a:schemeClr val="dk1"/>
            </a:solidFill>
            <a:prstDash val="solid"/>
            <a:round/>
            <a:headEnd len="med" w="med" type="none"/>
            <a:tailEnd len="med" w="med" type="none"/>
          </a:ln>
        </p:spPr>
      </p:cxnSp>
      <p:cxnSp>
        <p:nvCxnSpPr>
          <p:cNvPr id="1619" name="Google Shape;1619;p104"/>
          <p:cNvCxnSpPr/>
          <p:nvPr/>
        </p:nvCxnSpPr>
        <p:spPr>
          <a:xfrm>
            <a:off x="2894525" y="2196850"/>
            <a:ext cx="0" cy="1804500"/>
          </a:xfrm>
          <a:prstGeom prst="straightConnector1">
            <a:avLst/>
          </a:prstGeom>
          <a:noFill/>
          <a:ln cap="flat" cmpd="sng" w="28575">
            <a:solidFill>
              <a:schemeClr val="dk1"/>
            </a:solidFill>
            <a:prstDash val="solid"/>
            <a:round/>
            <a:headEnd len="med" w="med" type="none"/>
            <a:tailEnd len="med" w="med" type="none"/>
          </a:ln>
        </p:spPr>
      </p:cxnSp>
      <p:cxnSp>
        <p:nvCxnSpPr>
          <p:cNvPr id="1620" name="Google Shape;1620;p104"/>
          <p:cNvCxnSpPr/>
          <p:nvPr/>
        </p:nvCxnSpPr>
        <p:spPr>
          <a:xfrm>
            <a:off x="3262625" y="2196850"/>
            <a:ext cx="0" cy="1804500"/>
          </a:xfrm>
          <a:prstGeom prst="straightConnector1">
            <a:avLst/>
          </a:prstGeom>
          <a:noFill/>
          <a:ln cap="flat" cmpd="sng" w="28575">
            <a:solidFill>
              <a:schemeClr val="dk1"/>
            </a:solidFill>
            <a:prstDash val="solid"/>
            <a:round/>
            <a:headEnd len="med" w="med" type="none"/>
            <a:tailEnd len="med" w="med" type="none"/>
          </a:ln>
        </p:spPr>
      </p:cxnSp>
      <p:cxnSp>
        <p:nvCxnSpPr>
          <p:cNvPr id="1621" name="Google Shape;1621;p104"/>
          <p:cNvCxnSpPr/>
          <p:nvPr/>
        </p:nvCxnSpPr>
        <p:spPr>
          <a:xfrm>
            <a:off x="4342752" y="1836850"/>
            <a:ext cx="0" cy="1797300"/>
          </a:xfrm>
          <a:prstGeom prst="straightConnector1">
            <a:avLst/>
          </a:prstGeom>
          <a:noFill/>
          <a:ln cap="flat" cmpd="sng" w="28575">
            <a:solidFill>
              <a:schemeClr val="dk1"/>
            </a:solidFill>
            <a:prstDash val="solid"/>
            <a:round/>
            <a:headEnd len="med" w="med" type="none"/>
            <a:tailEnd len="med" w="med" type="none"/>
          </a:ln>
        </p:spPr>
      </p:cxnSp>
      <p:cxnSp>
        <p:nvCxnSpPr>
          <p:cNvPr id="1622" name="Google Shape;1622;p104"/>
          <p:cNvCxnSpPr/>
          <p:nvPr/>
        </p:nvCxnSpPr>
        <p:spPr>
          <a:xfrm>
            <a:off x="4703523" y="1836850"/>
            <a:ext cx="0" cy="1804500"/>
          </a:xfrm>
          <a:prstGeom prst="straightConnector1">
            <a:avLst/>
          </a:prstGeom>
          <a:noFill/>
          <a:ln cap="flat" cmpd="sng" w="28575">
            <a:solidFill>
              <a:schemeClr val="dk1"/>
            </a:solidFill>
            <a:prstDash val="solid"/>
            <a:round/>
            <a:headEnd len="med" w="med" type="none"/>
            <a:tailEnd len="med" w="med" type="none"/>
          </a:ln>
        </p:spPr>
      </p:cxnSp>
      <p:cxnSp>
        <p:nvCxnSpPr>
          <p:cNvPr id="1623" name="Google Shape;1623;p104"/>
          <p:cNvCxnSpPr/>
          <p:nvPr/>
        </p:nvCxnSpPr>
        <p:spPr>
          <a:xfrm>
            <a:off x="5424425" y="1836850"/>
            <a:ext cx="0" cy="2868300"/>
          </a:xfrm>
          <a:prstGeom prst="straightConnector1">
            <a:avLst/>
          </a:prstGeom>
          <a:noFill/>
          <a:ln cap="flat" cmpd="sng" w="28575">
            <a:solidFill>
              <a:schemeClr val="dk1"/>
            </a:solidFill>
            <a:prstDash val="solid"/>
            <a:round/>
            <a:headEnd len="med" w="med" type="none"/>
            <a:tailEnd len="med" w="med" type="none"/>
          </a:ln>
        </p:spPr>
      </p:cxnSp>
      <p:cxnSp>
        <p:nvCxnSpPr>
          <p:cNvPr id="1624" name="Google Shape;1624;p104"/>
          <p:cNvCxnSpPr/>
          <p:nvPr/>
        </p:nvCxnSpPr>
        <p:spPr>
          <a:xfrm>
            <a:off x="5785200" y="1836850"/>
            <a:ext cx="0" cy="2868300"/>
          </a:xfrm>
          <a:prstGeom prst="straightConnector1">
            <a:avLst/>
          </a:prstGeom>
          <a:noFill/>
          <a:ln cap="flat" cmpd="sng" w="28575">
            <a:solidFill>
              <a:schemeClr val="dk1"/>
            </a:solidFill>
            <a:prstDash val="solid"/>
            <a:round/>
            <a:headEnd len="med" w="med" type="none"/>
            <a:tailEnd len="med" w="med" type="none"/>
          </a:ln>
        </p:spPr>
      </p:cxnSp>
      <p:cxnSp>
        <p:nvCxnSpPr>
          <p:cNvPr id="1625" name="Google Shape;1625;p104"/>
          <p:cNvCxnSpPr/>
          <p:nvPr/>
        </p:nvCxnSpPr>
        <p:spPr>
          <a:xfrm rot="10800000">
            <a:off x="382600" y="1836850"/>
            <a:ext cx="1441800" cy="0"/>
          </a:xfrm>
          <a:prstGeom prst="straightConnector1">
            <a:avLst/>
          </a:prstGeom>
          <a:noFill/>
          <a:ln cap="flat" cmpd="sng" w="28575">
            <a:solidFill>
              <a:schemeClr val="dk1"/>
            </a:solidFill>
            <a:prstDash val="solid"/>
            <a:round/>
            <a:headEnd len="med" w="med" type="none"/>
            <a:tailEnd len="med" w="med" type="none"/>
          </a:ln>
        </p:spPr>
      </p:cxnSp>
      <p:cxnSp>
        <p:nvCxnSpPr>
          <p:cNvPr id="1626" name="Google Shape;1626;p104"/>
          <p:cNvCxnSpPr/>
          <p:nvPr/>
        </p:nvCxnSpPr>
        <p:spPr>
          <a:xfrm rot="10800000">
            <a:off x="388025" y="2196850"/>
            <a:ext cx="1441800" cy="0"/>
          </a:xfrm>
          <a:prstGeom prst="straightConnector1">
            <a:avLst/>
          </a:prstGeom>
          <a:noFill/>
          <a:ln cap="flat" cmpd="sng" w="28575">
            <a:solidFill>
              <a:schemeClr val="dk1"/>
            </a:solidFill>
            <a:prstDash val="solid"/>
            <a:round/>
            <a:headEnd len="med" w="med" type="none"/>
            <a:tailEnd len="med" w="med" type="none"/>
          </a:ln>
        </p:spPr>
      </p:cxnSp>
      <p:cxnSp>
        <p:nvCxnSpPr>
          <p:cNvPr id="1627" name="Google Shape;1627;p104"/>
          <p:cNvCxnSpPr/>
          <p:nvPr/>
        </p:nvCxnSpPr>
        <p:spPr>
          <a:xfrm rot="10800000">
            <a:off x="382633" y="2556850"/>
            <a:ext cx="5738400" cy="0"/>
          </a:xfrm>
          <a:prstGeom prst="straightConnector1">
            <a:avLst/>
          </a:prstGeom>
          <a:noFill/>
          <a:ln cap="flat" cmpd="sng" w="28575">
            <a:solidFill>
              <a:schemeClr val="dk1"/>
            </a:solidFill>
            <a:prstDash val="solid"/>
            <a:round/>
            <a:headEnd len="med" w="med" type="none"/>
            <a:tailEnd len="med" w="med" type="none"/>
          </a:ln>
        </p:spPr>
      </p:cxnSp>
      <p:cxnSp>
        <p:nvCxnSpPr>
          <p:cNvPr id="1628" name="Google Shape;1628;p104"/>
          <p:cNvCxnSpPr/>
          <p:nvPr/>
        </p:nvCxnSpPr>
        <p:spPr>
          <a:xfrm rot="10800000">
            <a:off x="404225" y="2916850"/>
            <a:ext cx="5738400" cy="0"/>
          </a:xfrm>
          <a:prstGeom prst="straightConnector1">
            <a:avLst/>
          </a:prstGeom>
          <a:noFill/>
          <a:ln cap="flat" cmpd="sng" w="28575">
            <a:solidFill>
              <a:schemeClr val="dk1"/>
            </a:solidFill>
            <a:prstDash val="solid"/>
            <a:round/>
            <a:headEnd len="med" w="med" type="none"/>
            <a:tailEnd len="med" w="med" type="none"/>
          </a:ln>
        </p:spPr>
      </p:cxnSp>
      <p:cxnSp>
        <p:nvCxnSpPr>
          <p:cNvPr id="1629" name="Google Shape;1629;p104"/>
          <p:cNvCxnSpPr/>
          <p:nvPr/>
        </p:nvCxnSpPr>
        <p:spPr>
          <a:xfrm rot="10800000">
            <a:off x="3262350" y="1836850"/>
            <a:ext cx="1785900" cy="0"/>
          </a:xfrm>
          <a:prstGeom prst="straightConnector1">
            <a:avLst/>
          </a:prstGeom>
          <a:noFill/>
          <a:ln cap="flat" cmpd="sng" w="28575">
            <a:solidFill>
              <a:schemeClr val="dk1"/>
            </a:solidFill>
            <a:prstDash val="solid"/>
            <a:round/>
            <a:headEnd len="med" w="med" type="none"/>
            <a:tailEnd len="med" w="med" type="none"/>
          </a:ln>
        </p:spPr>
      </p:cxnSp>
      <p:cxnSp>
        <p:nvCxnSpPr>
          <p:cNvPr id="1630" name="Google Shape;1630;p104"/>
          <p:cNvCxnSpPr/>
          <p:nvPr/>
        </p:nvCxnSpPr>
        <p:spPr>
          <a:xfrm rot="10800000">
            <a:off x="3277350" y="2196850"/>
            <a:ext cx="1770900" cy="0"/>
          </a:xfrm>
          <a:prstGeom prst="straightConnector1">
            <a:avLst/>
          </a:prstGeom>
          <a:noFill/>
          <a:ln cap="flat" cmpd="sng" w="28575">
            <a:solidFill>
              <a:schemeClr val="dk1"/>
            </a:solidFill>
            <a:prstDash val="solid"/>
            <a:round/>
            <a:headEnd len="med" w="med" type="none"/>
            <a:tailEnd len="med" w="med" type="none"/>
          </a:ln>
        </p:spPr>
      </p:cxnSp>
      <p:cxnSp>
        <p:nvCxnSpPr>
          <p:cNvPr id="1631" name="Google Shape;1631;p104"/>
          <p:cNvCxnSpPr/>
          <p:nvPr/>
        </p:nvCxnSpPr>
        <p:spPr>
          <a:xfrm rot="10800000">
            <a:off x="743350" y="3279450"/>
            <a:ext cx="2898000" cy="0"/>
          </a:xfrm>
          <a:prstGeom prst="straightConnector1">
            <a:avLst/>
          </a:prstGeom>
          <a:noFill/>
          <a:ln cap="flat" cmpd="sng" w="28575">
            <a:solidFill>
              <a:schemeClr val="dk1"/>
            </a:solidFill>
            <a:prstDash val="solid"/>
            <a:round/>
            <a:headEnd len="med" w="med" type="none"/>
            <a:tailEnd len="med" w="med" type="none"/>
          </a:ln>
        </p:spPr>
      </p:cxnSp>
      <p:cxnSp>
        <p:nvCxnSpPr>
          <p:cNvPr id="1632" name="Google Shape;1632;p104"/>
          <p:cNvCxnSpPr/>
          <p:nvPr/>
        </p:nvCxnSpPr>
        <p:spPr>
          <a:xfrm rot="10800000">
            <a:off x="755400" y="3639450"/>
            <a:ext cx="2893800" cy="0"/>
          </a:xfrm>
          <a:prstGeom prst="straightConnector1">
            <a:avLst/>
          </a:prstGeom>
          <a:noFill/>
          <a:ln cap="flat" cmpd="sng" w="28575">
            <a:solidFill>
              <a:schemeClr val="dk1"/>
            </a:solidFill>
            <a:prstDash val="solid"/>
            <a:round/>
            <a:headEnd len="med" w="med" type="none"/>
            <a:tailEnd len="med" w="med" type="none"/>
          </a:ln>
        </p:spPr>
      </p:cxnSp>
      <p:cxnSp>
        <p:nvCxnSpPr>
          <p:cNvPr id="1633" name="Google Shape;1633;p104"/>
          <p:cNvCxnSpPr/>
          <p:nvPr/>
        </p:nvCxnSpPr>
        <p:spPr>
          <a:xfrm rot="10800000">
            <a:off x="1102626" y="4356850"/>
            <a:ext cx="1436400" cy="0"/>
          </a:xfrm>
          <a:prstGeom prst="straightConnector1">
            <a:avLst/>
          </a:prstGeom>
          <a:noFill/>
          <a:ln cap="flat" cmpd="sng" w="28575">
            <a:solidFill>
              <a:schemeClr val="dk1"/>
            </a:solidFill>
            <a:prstDash val="solid"/>
            <a:round/>
            <a:headEnd len="med" w="med" type="none"/>
            <a:tailEnd len="med" w="med" type="none"/>
          </a:ln>
        </p:spPr>
      </p:cxnSp>
      <p:cxnSp>
        <p:nvCxnSpPr>
          <p:cNvPr id="1634" name="Google Shape;1634;p104"/>
          <p:cNvCxnSpPr/>
          <p:nvPr/>
        </p:nvCxnSpPr>
        <p:spPr>
          <a:xfrm rot="10800000">
            <a:off x="1108030" y="4716850"/>
            <a:ext cx="1436400" cy="0"/>
          </a:xfrm>
          <a:prstGeom prst="straightConnector1">
            <a:avLst/>
          </a:prstGeom>
          <a:noFill/>
          <a:ln cap="flat" cmpd="sng" w="28575">
            <a:solidFill>
              <a:schemeClr val="dk1"/>
            </a:solidFill>
            <a:prstDash val="solid"/>
            <a:round/>
            <a:headEnd len="med" w="med" type="none"/>
            <a:tailEnd len="med" w="med" type="none"/>
          </a:ln>
        </p:spPr>
      </p:cxnSp>
      <p:cxnSp>
        <p:nvCxnSpPr>
          <p:cNvPr id="1635" name="Google Shape;1635;p104"/>
          <p:cNvCxnSpPr/>
          <p:nvPr/>
        </p:nvCxnSpPr>
        <p:spPr>
          <a:xfrm>
            <a:off x="1456198" y="1836850"/>
            <a:ext cx="0" cy="361200"/>
          </a:xfrm>
          <a:prstGeom prst="straightConnector1">
            <a:avLst/>
          </a:prstGeom>
          <a:noFill/>
          <a:ln cap="flat" cmpd="sng" w="28575">
            <a:solidFill>
              <a:schemeClr val="dk1"/>
            </a:solidFill>
            <a:prstDash val="solid"/>
            <a:round/>
            <a:headEnd len="med" w="med" type="none"/>
            <a:tailEnd len="med" w="med" type="none"/>
          </a:ln>
        </p:spPr>
      </p:cxnSp>
      <p:cxnSp>
        <p:nvCxnSpPr>
          <p:cNvPr id="1636" name="Google Shape;1636;p104"/>
          <p:cNvCxnSpPr/>
          <p:nvPr/>
        </p:nvCxnSpPr>
        <p:spPr>
          <a:xfrm>
            <a:off x="1829823" y="1835650"/>
            <a:ext cx="0" cy="361200"/>
          </a:xfrm>
          <a:prstGeom prst="straightConnector1">
            <a:avLst/>
          </a:prstGeom>
          <a:noFill/>
          <a:ln cap="flat" cmpd="sng" w="28575">
            <a:solidFill>
              <a:schemeClr val="dk1"/>
            </a:solidFill>
            <a:prstDash val="solid"/>
            <a:round/>
            <a:headEnd len="med" w="med" type="none"/>
            <a:tailEnd len="med" w="med" type="none"/>
          </a:ln>
        </p:spPr>
      </p:cxnSp>
      <p:cxnSp>
        <p:nvCxnSpPr>
          <p:cNvPr id="1637" name="Google Shape;1637;p104"/>
          <p:cNvCxnSpPr/>
          <p:nvPr/>
        </p:nvCxnSpPr>
        <p:spPr>
          <a:xfrm>
            <a:off x="389696" y="2556850"/>
            <a:ext cx="0" cy="361200"/>
          </a:xfrm>
          <a:prstGeom prst="straightConnector1">
            <a:avLst/>
          </a:prstGeom>
          <a:noFill/>
          <a:ln cap="flat" cmpd="sng" w="28575">
            <a:solidFill>
              <a:schemeClr val="dk1"/>
            </a:solidFill>
            <a:prstDash val="solid"/>
            <a:round/>
            <a:headEnd len="med" w="med" type="none"/>
            <a:tailEnd len="med" w="med" type="none"/>
          </a:ln>
        </p:spPr>
      </p:cxnSp>
      <p:cxnSp>
        <p:nvCxnSpPr>
          <p:cNvPr id="1638" name="Google Shape;1638;p104"/>
          <p:cNvCxnSpPr/>
          <p:nvPr/>
        </p:nvCxnSpPr>
        <p:spPr>
          <a:xfrm>
            <a:off x="1469821" y="2556250"/>
            <a:ext cx="0" cy="361200"/>
          </a:xfrm>
          <a:prstGeom prst="straightConnector1">
            <a:avLst/>
          </a:prstGeom>
          <a:noFill/>
          <a:ln cap="flat" cmpd="sng" w="28575">
            <a:solidFill>
              <a:schemeClr val="dk1"/>
            </a:solidFill>
            <a:prstDash val="solid"/>
            <a:round/>
            <a:headEnd len="med" w="med" type="none"/>
            <a:tailEnd len="med" w="med" type="none"/>
          </a:ln>
        </p:spPr>
      </p:cxnSp>
      <p:cxnSp>
        <p:nvCxnSpPr>
          <p:cNvPr id="1639" name="Google Shape;1639;p104"/>
          <p:cNvCxnSpPr/>
          <p:nvPr/>
        </p:nvCxnSpPr>
        <p:spPr>
          <a:xfrm>
            <a:off x="2542621" y="2556850"/>
            <a:ext cx="0" cy="361200"/>
          </a:xfrm>
          <a:prstGeom prst="straightConnector1">
            <a:avLst/>
          </a:prstGeom>
          <a:noFill/>
          <a:ln cap="flat" cmpd="sng" w="28575">
            <a:solidFill>
              <a:schemeClr val="dk1"/>
            </a:solidFill>
            <a:prstDash val="solid"/>
            <a:round/>
            <a:headEnd len="med" w="med" type="none"/>
            <a:tailEnd len="med" w="med" type="none"/>
          </a:ln>
        </p:spPr>
      </p:cxnSp>
      <p:cxnSp>
        <p:nvCxnSpPr>
          <p:cNvPr id="1640" name="Google Shape;1640;p104"/>
          <p:cNvCxnSpPr/>
          <p:nvPr/>
        </p:nvCxnSpPr>
        <p:spPr>
          <a:xfrm>
            <a:off x="3621846" y="2556250"/>
            <a:ext cx="0" cy="361200"/>
          </a:xfrm>
          <a:prstGeom prst="straightConnector1">
            <a:avLst/>
          </a:prstGeom>
          <a:noFill/>
          <a:ln cap="flat" cmpd="sng" w="28575">
            <a:solidFill>
              <a:schemeClr val="dk1"/>
            </a:solidFill>
            <a:prstDash val="solid"/>
            <a:round/>
            <a:headEnd len="med" w="med" type="none"/>
            <a:tailEnd len="med" w="med" type="none"/>
          </a:ln>
        </p:spPr>
      </p:cxnSp>
      <p:cxnSp>
        <p:nvCxnSpPr>
          <p:cNvPr id="1641" name="Google Shape;1641;p104"/>
          <p:cNvCxnSpPr/>
          <p:nvPr/>
        </p:nvCxnSpPr>
        <p:spPr>
          <a:xfrm>
            <a:off x="3981971" y="2556850"/>
            <a:ext cx="0" cy="361200"/>
          </a:xfrm>
          <a:prstGeom prst="straightConnector1">
            <a:avLst/>
          </a:prstGeom>
          <a:noFill/>
          <a:ln cap="flat" cmpd="sng" w="28575">
            <a:solidFill>
              <a:schemeClr val="dk1"/>
            </a:solidFill>
            <a:prstDash val="solid"/>
            <a:round/>
            <a:headEnd len="med" w="med" type="none"/>
            <a:tailEnd len="med" w="med" type="none"/>
          </a:ln>
        </p:spPr>
      </p:cxnSp>
      <p:cxnSp>
        <p:nvCxnSpPr>
          <p:cNvPr id="1642" name="Google Shape;1642;p104"/>
          <p:cNvCxnSpPr/>
          <p:nvPr/>
        </p:nvCxnSpPr>
        <p:spPr>
          <a:xfrm>
            <a:off x="5063646" y="2556850"/>
            <a:ext cx="0" cy="361200"/>
          </a:xfrm>
          <a:prstGeom prst="straightConnector1">
            <a:avLst/>
          </a:prstGeom>
          <a:noFill/>
          <a:ln cap="flat" cmpd="sng" w="28575">
            <a:solidFill>
              <a:schemeClr val="dk1"/>
            </a:solidFill>
            <a:prstDash val="solid"/>
            <a:round/>
            <a:headEnd len="med" w="med" type="none"/>
            <a:tailEnd len="med" w="med" type="none"/>
          </a:ln>
        </p:spPr>
      </p:cxnSp>
      <p:cxnSp>
        <p:nvCxnSpPr>
          <p:cNvPr id="1643" name="Google Shape;1643;p104"/>
          <p:cNvCxnSpPr/>
          <p:nvPr/>
        </p:nvCxnSpPr>
        <p:spPr>
          <a:xfrm>
            <a:off x="6128348" y="2557096"/>
            <a:ext cx="0" cy="361200"/>
          </a:xfrm>
          <a:prstGeom prst="straightConnector1">
            <a:avLst/>
          </a:prstGeom>
          <a:noFill/>
          <a:ln cap="flat" cmpd="sng" w="28575">
            <a:solidFill>
              <a:schemeClr val="dk1"/>
            </a:solidFill>
            <a:prstDash val="solid"/>
            <a:round/>
            <a:headEnd len="med" w="med" type="none"/>
            <a:tailEnd len="med" w="med" type="none"/>
          </a:ln>
        </p:spPr>
      </p:cxnSp>
      <p:cxnSp>
        <p:nvCxnSpPr>
          <p:cNvPr id="1644" name="Google Shape;1644;p104"/>
          <p:cNvCxnSpPr/>
          <p:nvPr/>
        </p:nvCxnSpPr>
        <p:spPr>
          <a:xfrm>
            <a:off x="3273423" y="1835646"/>
            <a:ext cx="0" cy="361200"/>
          </a:xfrm>
          <a:prstGeom prst="straightConnector1">
            <a:avLst/>
          </a:prstGeom>
          <a:noFill/>
          <a:ln cap="flat" cmpd="sng" w="28575">
            <a:solidFill>
              <a:schemeClr val="dk1"/>
            </a:solidFill>
            <a:prstDash val="solid"/>
            <a:round/>
            <a:headEnd len="med" w="med" type="none"/>
            <a:tailEnd len="med" w="med" type="none"/>
          </a:ln>
        </p:spPr>
      </p:cxnSp>
      <p:cxnSp>
        <p:nvCxnSpPr>
          <p:cNvPr id="1645" name="Google Shape;1645;p104"/>
          <p:cNvCxnSpPr/>
          <p:nvPr/>
        </p:nvCxnSpPr>
        <p:spPr>
          <a:xfrm>
            <a:off x="3621848" y="1835646"/>
            <a:ext cx="0" cy="361200"/>
          </a:xfrm>
          <a:prstGeom prst="straightConnector1">
            <a:avLst/>
          </a:prstGeom>
          <a:noFill/>
          <a:ln cap="flat" cmpd="sng" w="28575">
            <a:solidFill>
              <a:schemeClr val="dk1"/>
            </a:solidFill>
            <a:prstDash val="solid"/>
            <a:round/>
            <a:headEnd len="med" w="med" type="none"/>
            <a:tailEnd len="med" w="med" type="none"/>
          </a:ln>
        </p:spPr>
      </p:cxnSp>
      <p:cxnSp>
        <p:nvCxnSpPr>
          <p:cNvPr id="1646" name="Google Shape;1646;p104"/>
          <p:cNvCxnSpPr/>
          <p:nvPr/>
        </p:nvCxnSpPr>
        <p:spPr>
          <a:xfrm>
            <a:off x="3981973" y="1836846"/>
            <a:ext cx="0" cy="361200"/>
          </a:xfrm>
          <a:prstGeom prst="straightConnector1">
            <a:avLst/>
          </a:prstGeom>
          <a:noFill/>
          <a:ln cap="flat" cmpd="sng" w="28575">
            <a:solidFill>
              <a:schemeClr val="dk1"/>
            </a:solidFill>
            <a:prstDash val="solid"/>
            <a:round/>
            <a:headEnd len="med" w="med" type="none"/>
            <a:tailEnd len="med" w="med" type="none"/>
          </a:ln>
        </p:spPr>
      </p:cxnSp>
      <p:cxnSp>
        <p:nvCxnSpPr>
          <p:cNvPr id="1647" name="Google Shape;1647;p104"/>
          <p:cNvCxnSpPr/>
          <p:nvPr/>
        </p:nvCxnSpPr>
        <p:spPr>
          <a:xfrm>
            <a:off x="5055783" y="1836331"/>
            <a:ext cx="0" cy="361200"/>
          </a:xfrm>
          <a:prstGeom prst="straightConnector1">
            <a:avLst/>
          </a:prstGeom>
          <a:noFill/>
          <a:ln cap="flat" cmpd="sng" w="28575">
            <a:solidFill>
              <a:schemeClr val="dk1"/>
            </a:solidFill>
            <a:prstDash val="solid"/>
            <a:round/>
            <a:headEnd len="med" w="med" type="none"/>
            <a:tailEnd len="med" w="med" type="none"/>
          </a:ln>
        </p:spPr>
      </p:cxnSp>
      <p:cxnSp>
        <p:nvCxnSpPr>
          <p:cNvPr id="1648" name="Google Shape;1648;p104"/>
          <p:cNvCxnSpPr/>
          <p:nvPr/>
        </p:nvCxnSpPr>
        <p:spPr>
          <a:xfrm>
            <a:off x="6128348" y="1835646"/>
            <a:ext cx="0" cy="361200"/>
          </a:xfrm>
          <a:prstGeom prst="straightConnector1">
            <a:avLst/>
          </a:prstGeom>
          <a:noFill/>
          <a:ln cap="flat" cmpd="sng" w="28575">
            <a:solidFill>
              <a:schemeClr val="dk1"/>
            </a:solidFill>
            <a:prstDash val="solid"/>
            <a:round/>
            <a:headEnd len="med" w="med" type="none"/>
            <a:tailEnd len="med" w="med" type="none"/>
          </a:ln>
        </p:spPr>
      </p:cxnSp>
      <p:cxnSp>
        <p:nvCxnSpPr>
          <p:cNvPr id="1649" name="Google Shape;1649;p104"/>
          <p:cNvCxnSpPr/>
          <p:nvPr/>
        </p:nvCxnSpPr>
        <p:spPr>
          <a:xfrm>
            <a:off x="6502623" y="1836846"/>
            <a:ext cx="0" cy="361200"/>
          </a:xfrm>
          <a:prstGeom prst="straightConnector1">
            <a:avLst/>
          </a:prstGeom>
          <a:noFill/>
          <a:ln cap="flat" cmpd="sng" w="28575">
            <a:solidFill>
              <a:schemeClr val="dk1"/>
            </a:solidFill>
            <a:prstDash val="solid"/>
            <a:round/>
            <a:headEnd len="med" w="med" type="none"/>
            <a:tailEnd len="med" w="med" type="none"/>
          </a:ln>
        </p:spPr>
      </p:cxnSp>
      <p:cxnSp>
        <p:nvCxnSpPr>
          <p:cNvPr id="1650" name="Google Shape;1650;p104"/>
          <p:cNvCxnSpPr/>
          <p:nvPr/>
        </p:nvCxnSpPr>
        <p:spPr>
          <a:xfrm>
            <a:off x="6862623" y="1836846"/>
            <a:ext cx="0" cy="361200"/>
          </a:xfrm>
          <a:prstGeom prst="straightConnector1">
            <a:avLst/>
          </a:prstGeom>
          <a:noFill/>
          <a:ln cap="flat" cmpd="sng" w="28575">
            <a:solidFill>
              <a:schemeClr val="dk1"/>
            </a:solidFill>
            <a:prstDash val="solid"/>
            <a:round/>
            <a:headEnd len="med" w="med" type="none"/>
            <a:tailEnd len="med" w="med" type="none"/>
          </a:ln>
        </p:spPr>
      </p:cxnSp>
      <p:cxnSp>
        <p:nvCxnSpPr>
          <p:cNvPr id="1651" name="Google Shape;1651;p104"/>
          <p:cNvCxnSpPr/>
          <p:nvPr/>
        </p:nvCxnSpPr>
        <p:spPr>
          <a:xfrm>
            <a:off x="7207773" y="1844196"/>
            <a:ext cx="0" cy="361200"/>
          </a:xfrm>
          <a:prstGeom prst="straightConnector1">
            <a:avLst/>
          </a:prstGeom>
          <a:noFill/>
          <a:ln cap="flat" cmpd="sng" w="28575">
            <a:solidFill>
              <a:schemeClr val="dk1"/>
            </a:solidFill>
            <a:prstDash val="solid"/>
            <a:round/>
            <a:headEnd len="med" w="med" type="none"/>
            <a:tailEnd len="med" w="med" type="none"/>
          </a:ln>
        </p:spPr>
      </p:cxnSp>
      <p:cxnSp>
        <p:nvCxnSpPr>
          <p:cNvPr id="1652" name="Google Shape;1652;p104"/>
          <p:cNvCxnSpPr/>
          <p:nvPr/>
        </p:nvCxnSpPr>
        <p:spPr>
          <a:xfrm>
            <a:off x="1456198" y="3278840"/>
            <a:ext cx="0" cy="361200"/>
          </a:xfrm>
          <a:prstGeom prst="straightConnector1">
            <a:avLst/>
          </a:prstGeom>
          <a:noFill/>
          <a:ln cap="flat" cmpd="sng" w="28575">
            <a:solidFill>
              <a:schemeClr val="dk1"/>
            </a:solidFill>
            <a:prstDash val="solid"/>
            <a:round/>
            <a:headEnd len="med" w="med" type="none"/>
            <a:tailEnd len="med" w="med" type="none"/>
          </a:ln>
        </p:spPr>
      </p:cxnSp>
      <p:cxnSp>
        <p:nvCxnSpPr>
          <p:cNvPr id="1653" name="Google Shape;1653;p104"/>
          <p:cNvCxnSpPr/>
          <p:nvPr/>
        </p:nvCxnSpPr>
        <p:spPr>
          <a:xfrm>
            <a:off x="2526423" y="3278840"/>
            <a:ext cx="0" cy="361200"/>
          </a:xfrm>
          <a:prstGeom prst="straightConnector1">
            <a:avLst/>
          </a:prstGeom>
          <a:noFill/>
          <a:ln cap="flat" cmpd="sng" w="28575">
            <a:solidFill>
              <a:schemeClr val="dk1"/>
            </a:solidFill>
            <a:prstDash val="solid"/>
            <a:round/>
            <a:headEnd len="med" w="med" type="none"/>
            <a:tailEnd len="med" w="med" type="none"/>
          </a:ln>
        </p:spPr>
      </p:cxnSp>
      <p:cxnSp>
        <p:nvCxnSpPr>
          <p:cNvPr id="1654" name="Google Shape;1654;p104"/>
          <p:cNvCxnSpPr/>
          <p:nvPr/>
        </p:nvCxnSpPr>
        <p:spPr>
          <a:xfrm>
            <a:off x="3629713" y="3279440"/>
            <a:ext cx="0" cy="361200"/>
          </a:xfrm>
          <a:prstGeom prst="straightConnector1">
            <a:avLst/>
          </a:prstGeom>
          <a:noFill/>
          <a:ln cap="flat" cmpd="sng" w="28575">
            <a:solidFill>
              <a:schemeClr val="dk1"/>
            </a:solidFill>
            <a:prstDash val="solid"/>
            <a:round/>
            <a:headEnd len="med" w="med" type="none"/>
            <a:tailEnd len="med" w="med" type="none"/>
          </a:ln>
        </p:spPr>
      </p:cxnSp>
      <p:cxnSp>
        <p:nvCxnSpPr>
          <p:cNvPr id="1655" name="Google Shape;1655;p104"/>
          <p:cNvCxnSpPr/>
          <p:nvPr/>
        </p:nvCxnSpPr>
        <p:spPr>
          <a:xfrm>
            <a:off x="1109696" y="4356846"/>
            <a:ext cx="0" cy="361200"/>
          </a:xfrm>
          <a:prstGeom prst="straightConnector1">
            <a:avLst/>
          </a:prstGeom>
          <a:noFill/>
          <a:ln cap="flat" cmpd="sng" w="28575">
            <a:solidFill>
              <a:schemeClr val="dk1"/>
            </a:solidFill>
            <a:prstDash val="solid"/>
            <a:round/>
            <a:headEnd len="med" w="med" type="none"/>
            <a:tailEnd len="med" w="med" type="none"/>
          </a:ln>
        </p:spPr>
      </p:cxnSp>
      <p:cxnSp>
        <p:nvCxnSpPr>
          <p:cNvPr id="1656" name="Google Shape;1656;p104"/>
          <p:cNvCxnSpPr/>
          <p:nvPr/>
        </p:nvCxnSpPr>
        <p:spPr>
          <a:xfrm>
            <a:off x="1469823" y="4366919"/>
            <a:ext cx="0" cy="361200"/>
          </a:xfrm>
          <a:prstGeom prst="straightConnector1">
            <a:avLst/>
          </a:prstGeom>
          <a:noFill/>
          <a:ln cap="flat" cmpd="sng" w="28575">
            <a:solidFill>
              <a:schemeClr val="dk1"/>
            </a:solidFill>
            <a:prstDash val="solid"/>
            <a:round/>
            <a:headEnd len="med" w="med" type="none"/>
            <a:tailEnd len="med" w="med" type="none"/>
          </a:ln>
        </p:spPr>
      </p:cxnSp>
      <p:cxnSp>
        <p:nvCxnSpPr>
          <p:cNvPr id="1657" name="Google Shape;1657;p104"/>
          <p:cNvCxnSpPr/>
          <p:nvPr/>
        </p:nvCxnSpPr>
        <p:spPr>
          <a:xfrm>
            <a:off x="2542623" y="4356846"/>
            <a:ext cx="0" cy="361200"/>
          </a:xfrm>
          <a:prstGeom prst="straightConnector1">
            <a:avLst/>
          </a:prstGeom>
          <a:noFill/>
          <a:ln cap="flat" cmpd="sng" w="28575">
            <a:solidFill>
              <a:schemeClr val="dk1"/>
            </a:solidFill>
            <a:prstDash val="solid"/>
            <a:round/>
            <a:headEnd len="med" w="med" type="none"/>
            <a:tailEnd len="med" w="med" type="none"/>
          </a:ln>
        </p:spPr>
      </p:cxnSp>
      <p:cxnSp>
        <p:nvCxnSpPr>
          <p:cNvPr id="1658" name="Google Shape;1658;p104"/>
          <p:cNvCxnSpPr/>
          <p:nvPr/>
        </p:nvCxnSpPr>
        <p:spPr>
          <a:xfrm>
            <a:off x="384721" y="1835646"/>
            <a:ext cx="0" cy="361200"/>
          </a:xfrm>
          <a:prstGeom prst="straightConnector1">
            <a:avLst/>
          </a:prstGeom>
          <a:noFill/>
          <a:ln cap="flat" cmpd="sng" w="28575">
            <a:solidFill>
              <a:schemeClr val="dk1"/>
            </a:solidFill>
            <a:prstDash val="solid"/>
            <a:round/>
            <a:headEnd len="med" w="med" type="none"/>
            <a:tailEnd len="med" w="med" type="none"/>
          </a:ln>
        </p:spPr>
      </p:cxnSp>
      <p:cxnSp>
        <p:nvCxnSpPr>
          <p:cNvPr id="1659" name="Google Shape;1659;p104"/>
          <p:cNvCxnSpPr/>
          <p:nvPr/>
        </p:nvCxnSpPr>
        <p:spPr>
          <a:xfrm>
            <a:off x="923971" y="1303573"/>
            <a:ext cx="0" cy="361200"/>
          </a:xfrm>
          <a:prstGeom prst="straightConnector1">
            <a:avLst/>
          </a:prstGeom>
          <a:noFill/>
          <a:ln cap="flat" cmpd="sng" w="28575">
            <a:solidFill>
              <a:schemeClr val="dk1"/>
            </a:solidFill>
            <a:prstDash val="solid"/>
            <a:round/>
            <a:headEnd len="med" w="med" type="none"/>
            <a:tailEnd len="med" w="med" type="none"/>
          </a:ln>
        </p:spPr>
      </p:cxnSp>
      <p:cxnSp>
        <p:nvCxnSpPr>
          <p:cNvPr id="1660" name="Google Shape;1660;p104"/>
          <p:cNvCxnSpPr/>
          <p:nvPr/>
        </p:nvCxnSpPr>
        <p:spPr>
          <a:xfrm>
            <a:off x="904921" y="3813505"/>
            <a:ext cx="0" cy="361200"/>
          </a:xfrm>
          <a:prstGeom prst="straightConnector1">
            <a:avLst/>
          </a:prstGeom>
          <a:noFill/>
          <a:ln cap="flat" cmpd="sng" w="28575">
            <a:solidFill>
              <a:schemeClr val="dk1"/>
            </a:solidFill>
            <a:prstDash val="solid"/>
            <a:round/>
            <a:headEnd len="med" w="med" type="none"/>
            <a:tailEnd len="med" w="med" type="none"/>
          </a:ln>
        </p:spPr>
      </p:cxnSp>
      <p:cxnSp>
        <p:nvCxnSpPr>
          <p:cNvPr id="1661" name="Google Shape;1661;p104"/>
          <p:cNvCxnSpPr/>
          <p:nvPr/>
        </p:nvCxnSpPr>
        <p:spPr>
          <a:xfrm>
            <a:off x="907113" y="4179175"/>
            <a:ext cx="0" cy="361200"/>
          </a:xfrm>
          <a:prstGeom prst="straightConnector1">
            <a:avLst/>
          </a:prstGeom>
          <a:noFill/>
          <a:ln cap="flat" cmpd="sng" w="28575">
            <a:solidFill>
              <a:schemeClr val="dk1"/>
            </a:solidFill>
            <a:prstDash val="solid"/>
            <a:round/>
            <a:headEnd len="med" w="med" type="none"/>
            <a:tailEnd len="med" w="med" type="none"/>
          </a:ln>
        </p:spPr>
      </p:cxnSp>
      <p:cxnSp>
        <p:nvCxnSpPr>
          <p:cNvPr id="1662" name="Google Shape;1662;p104"/>
          <p:cNvCxnSpPr/>
          <p:nvPr/>
        </p:nvCxnSpPr>
        <p:spPr>
          <a:xfrm>
            <a:off x="2012006" y="2017469"/>
            <a:ext cx="0" cy="361200"/>
          </a:xfrm>
          <a:prstGeom prst="straightConnector1">
            <a:avLst/>
          </a:prstGeom>
          <a:noFill/>
          <a:ln cap="flat" cmpd="sng" w="28575">
            <a:solidFill>
              <a:schemeClr val="dk1"/>
            </a:solidFill>
            <a:prstDash val="solid"/>
            <a:round/>
            <a:headEnd len="med" w="med" type="none"/>
            <a:tailEnd len="med" w="med" type="none"/>
          </a:ln>
        </p:spPr>
      </p:cxnSp>
      <p:cxnSp>
        <p:nvCxnSpPr>
          <p:cNvPr id="1663" name="Google Shape;1663;p104"/>
          <p:cNvCxnSpPr/>
          <p:nvPr/>
        </p:nvCxnSpPr>
        <p:spPr>
          <a:xfrm>
            <a:off x="2009213" y="3816250"/>
            <a:ext cx="0" cy="361200"/>
          </a:xfrm>
          <a:prstGeom prst="straightConnector1">
            <a:avLst/>
          </a:prstGeom>
          <a:noFill/>
          <a:ln cap="flat" cmpd="sng" w="28575">
            <a:solidFill>
              <a:schemeClr val="dk1"/>
            </a:solidFill>
            <a:prstDash val="solid"/>
            <a:round/>
            <a:headEnd len="med" w="med" type="none"/>
            <a:tailEnd len="med" w="med" type="none"/>
          </a:ln>
        </p:spPr>
      </p:cxnSp>
      <p:cxnSp>
        <p:nvCxnSpPr>
          <p:cNvPr id="1664" name="Google Shape;1664;p104"/>
          <p:cNvCxnSpPr/>
          <p:nvPr/>
        </p:nvCxnSpPr>
        <p:spPr>
          <a:xfrm>
            <a:off x="3086213" y="2024800"/>
            <a:ext cx="0" cy="361200"/>
          </a:xfrm>
          <a:prstGeom prst="straightConnector1">
            <a:avLst/>
          </a:prstGeom>
          <a:noFill/>
          <a:ln cap="flat" cmpd="sng" w="28575">
            <a:solidFill>
              <a:schemeClr val="dk1"/>
            </a:solidFill>
            <a:prstDash val="solid"/>
            <a:round/>
            <a:headEnd len="med" w="med" type="none"/>
            <a:tailEnd len="med" w="med" type="none"/>
          </a:ln>
        </p:spPr>
      </p:cxnSp>
      <p:cxnSp>
        <p:nvCxnSpPr>
          <p:cNvPr id="1665" name="Google Shape;1665;p104"/>
          <p:cNvCxnSpPr/>
          <p:nvPr/>
        </p:nvCxnSpPr>
        <p:spPr>
          <a:xfrm>
            <a:off x="3086213" y="3096250"/>
            <a:ext cx="0" cy="361200"/>
          </a:xfrm>
          <a:prstGeom prst="straightConnector1">
            <a:avLst/>
          </a:prstGeom>
          <a:noFill/>
          <a:ln cap="flat" cmpd="sng" w="28575">
            <a:solidFill>
              <a:schemeClr val="dk1"/>
            </a:solidFill>
            <a:prstDash val="solid"/>
            <a:round/>
            <a:headEnd len="med" w="med" type="none"/>
            <a:tailEnd len="med" w="med" type="none"/>
          </a:ln>
        </p:spPr>
      </p:cxnSp>
      <p:cxnSp>
        <p:nvCxnSpPr>
          <p:cNvPr id="1666" name="Google Shape;1666;p104"/>
          <p:cNvCxnSpPr/>
          <p:nvPr/>
        </p:nvCxnSpPr>
        <p:spPr>
          <a:xfrm>
            <a:off x="3086213" y="3816250"/>
            <a:ext cx="0" cy="361200"/>
          </a:xfrm>
          <a:prstGeom prst="straightConnector1">
            <a:avLst/>
          </a:prstGeom>
          <a:noFill/>
          <a:ln cap="flat" cmpd="sng" w="28575">
            <a:solidFill>
              <a:schemeClr val="dk1"/>
            </a:solidFill>
            <a:prstDash val="solid"/>
            <a:round/>
            <a:headEnd len="med" w="med" type="none"/>
            <a:tailEnd len="med" w="med" type="none"/>
          </a:ln>
        </p:spPr>
      </p:cxnSp>
      <p:cxnSp>
        <p:nvCxnSpPr>
          <p:cNvPr id="1667" name="Google Shape;1667;p104"/>
          <p:cNvCxnSpPr/>
          <p:nvPr/>
        </p:nvCxnSpPr>
        <p:spPr>
          <a:xfrm>
            <a:off x="4516013" y="3456250"/>
            <a:ext cx="0" cy="361200"/>
          </a:xfrm>
          <a:prstGeom prst="straightConnector1">
            <a:avLst/>
          </a:prstGeom>
          <a:noFill/>
          <a:ln cap="flat" cmpd="sng" w="28575">
            <a:solidFill>
              <a:schemeClr val="dk1"/>
            </a:solidFill>
            <a:prstDash val="solid"/>
            <a:round/>
            <a:headEnd len="med" w="med" type="none"/>
            <a:tailEnd len="med" w="med" type="none"/>
          </a:ln>
        </p:spPr>
      </p:cxnSp>
      <p:cxnSp>
        <p:nvCxnSpPr>
          <p:cNvPr id="1668" name="Google Shape;1668;p104"/>
          <p:cNvCxnSpPr/>
          <p:nvPr/>
        </p:nvCxnSpPr>
        <p:spPr>
          <a:xfrm>
            <a:off x="4523901" y="3090400"/>
            <a:ext cx="0" cy="361200"/>
          </a:xfrm>
          <a:prstGeom prst="straightConnector1">
            <a:avLst/>
          </a:prstGeom>
          <a:noFill/>
          <a:ln cap="flat" cmpd="sng" w="28575">
            <a:solidFill>
              <a:schemeClr val="dk1"/>
            </a:solidFill>
            <a:prstDash val="solid"/>
            <a:round/>
            <a:headEnd len="med" w="med" type="none"/>
            <a:tailEnd len="med" w="med" type="none"/>
          </a:ln>
        </p:spPr>
      </p:cxnSp>
      <p:cxnSp>
        <p:nvCxnSpPr>
          <p:cNvPr id="1669" name="Google Shape;1669;p104"/>
          <p:cNvCxnSpPr/>
          <p:nvPr/>
        </p:nvCxnSpPr>
        <p:spPr>
          <a:xfrm>
            <a:off x="5613026" y="3096250"/>
            <a:ext cx="0" cy="361200"/>
          </a:xfrm>
          <a:prstGeom prst="straightConnector1">
            <a:avLst/>
          </a:prstGeom>
          <a:noFill/>
          <a:ln cap="flat" cmpd="sng" w="28575">
            <a:solidFill>
              <a:schemeClr val="dk1"/>
            </a:solidFill>
            <a:prstDash val="solid"/>
            <a:round/>
            <a:headEnd len="med" w="med" type="none"/>
            <a:tailEnd len="med" w="med" type="none"/>
          </a:ln>
        </p:spPr>
      </p:cxnSp>
      <p:cxnSp>
        <p:nvCxnSpPr>
          <p:cNvPr id="1670" name="Google Shape;1670;p104"/>
          <p:cNvCxnSpPr/>
          <p:nvPr/>
        </p:nvCxnSpPr>
        <p:spPr>
          <a:xfrm>
            <a:off x="5594476" y="3456250"/>
            <a:ext cx="0" cy="361200"/>
          </a:xfrm>
          <a:prstGeom prst="straightConnector1">
            <a:avLst/>
          </a:prstGeom>
          <a:noFill/>
          <a:ln cap="flat" cmpd="sng" w="28575">
            <a:solidFill>
              <a:schemeClr val="dk1"/>
            </a:solidFill>
            <a:prstDash val="solid"/>
            <a:round/>
            <a:headEnd len="med" w="med" type="none"/>
            <a:tailEnd len="med" w="med" type="none"/>
          </a:ln>
        </p:spPr>
      </p:cxnSp>
      <p:cxnSp>
        <p:nvCxnSpPr>
          <p:cNvPr id="1671" name="Google Shape;1671;p104"/>
          <p:cNvCxnSpPr/>
          <p:nvPr/>
        </p:nvCxnSpPr>
        <p:spPr>
          <a:xfrm rot="10800000">
            <a:off x="5407250" y="1836850"/>
            <a:ext cx="1817100" cy="0"/>
          </a:xfrm>
          <a:prstGeom prst="straightConnector1">
            <a:avLst/>
          </a:prstGeom>
          <a:noFill/>
          <a:ln cap="flat" cmpd="sng" w="28575">
            <a:solidFill>
              <a:schemeClr val="dk1"/>
            </a:solidFill>
            <a:prstDash val="solid"/>
            <a:round/>
            <a:headEnd len="med" w="med" type="none"/>
            <a:tailEnd len="med" w="med" type="none"/>
          </a:ln>
        </p:spPr>
      </p:cxnSp>
      <p:cxnSp>
        <p:nvCxnSpPr>
          <p:cNvPr id="1672" name="Google Shape;1672;p104"/>
          <p:cNvCxnSpPr/>
          <p:nvPr/>
        </p:nvCxnSpPr>
        <p:spPr>
          <a:xfrm rot="10800000">
            <a:off x="5407200" y="2196850"/>
            <a:ext cx="1819800" cy="0"/>
          </a:xfrm>
          <a:prstGeom prst="straightConnector1">
            <a:avLst/>
          </a:prstGeom>
          <a:noFill/>
          <a:ln cap="flat" cmpd="sng" w="28575">
            <a:solidFill>
              <a:schemeClr val="dk1"/>
            </a:solidFill>
            <a:prstDash val="solid"/>
            <a:round/>
            <a:headEnd len="med" w="med" type="none"/>
            <a:tailEnd len="med" w="med" type="none"/>
          </a:ln>
        </p:spPr>
      </p:cxnSp>
      <p:cxnSp>
        <p:nvCxnSpPr>
          <p:cNvPr id="1673" name="Google Shape;1673;p104"/>
          <p:cNvCxnSpPr/>
          <p:nvPr/>
        </p:nvCxnSpPr>
        <p:spPr>
          <a:xfrm>
            <a:off x="5597401" y="3816250"/>
            <a:ext cx="0" cy="361200"/>
          </a:xfrm>
          <a:prstGeom prst="straightConnector1">
            <a:avLst/>
          </a:prstGeom>
          <a:noFill/>
          <a:ln cap="flat" cmpd="sng" w="28575">
            <a:solidFill>
              <a:schemeClr val="dk1"/>
            </a:solidFill>
            <a:prstDash val="solid"/>
            <a:round/>
            <a:headEnd len="med" w="med" type="none"/>
            <a:tailEnd len="med" w="med" type="none"/>
          </a:ln>
        </p:spPr>
      </p:cxnSp>
      <p:cxnSp>
        <p:nvCxnSpPr>
          <p:cNvPr id="1674" name="Google Shape;1674;p104"/>
          <p:cNvCxnSpPr/>
          <p:nvPr/>
        </p:nvCxnSpPr>
        <p:spPr>
          <a:xfrm>
            <a:off x="5597401" y="4175269"/>
            <a:ext cx="0" cy="361200"/>
          </a:xfrm>
          <a:prstGeom prst="straightConnector1">
            <a:avLst/>
          </a:prstGeom>
          <a:noFill/>
          <a:ln cap="flat" cmpd="sng" w="28575">
            <a:solidFill>
              <a:schemeClr val="dk1"/>
            </a:solidFill>
            <a:prstDash val="solid"/>
            <a:round/>
            <a:headEnd len="med" w="med" type="none"/>
            <a:tailEnd len="med" w="med" type="none"/>
          </a:ln>
        </p:spPr>
      </p:cxnSp>
      <p:cxnSp>
        <p:nvCxnSpPr>
          <p:cNvPr id="1675" name="Google Shape;1675;p104"/>
          <p:cNvCxnSpPr/>
          <p:nvPr/>
        </p:nvCxnSpPr>
        <p:spPr>
          <a:xfrm>
            <a:off x="5597401" y="4526962"/>
            <a:ext cx="0" cy="361200"/>
          </a:xfrm>
          <a:prstGeom prst="straightConnector1">
            <a:avLst/>
          </a:prstGeom>
          <a:noFill/>
          <a:ln cap="flat" cmpd="sng" w="28575">
            <a:solidFill>
              <a:schemeClr val="dk1"/>
            </a:solidFill>
            <a:prstDash val="solid"/>
            <a:round/>
            <a:headEnd len="med" w="med" type="none"/>
            <a:tailEnd len="med" w="med" type="none"/>
          </a:ln>
        </p:spPr>
      </p:cxnSp>
      <p:sp>
        <p:nvSpPr>
          <p:cNvPr id="1676" name="Google Shape;1676;p104"/>
          <p:cNvSpPr txBox="1"/>
          <p:nvPr>
            <p:ph idx="1" type="body"/>
          </p:nvPr>
        </p:nvSpPr>
        <p:spPr>
          <a:xfrm>
            <a:off x="324000" y="759300"/>
            <a:ext cx="8496000" cy="860700"/>
          </a:xfrm>
          <a:prstGeom prst="rect">
            <a:avLst/>
          </a:prstGeom>
        </p:spPr>
        <p:txBody>
          <a:bodyPr anchorCtr="0" anchor="t" bIns="0" lIns="0" spcFirstLastPara="1" rIns="0" wrap="square" tIns="0">
            <a:noAutofit/>
          </a:bodyPr>
          <a:lstStyle/>
          <a:p>
            <a:pPr indent="-342900" lvl="0" marL="457200" rtl="0" algn="l">
              <a:spcBef>
                <a:spcPts val="0"/>
              </a:spcBef>
              <a:spcAft>
                <a:spcPts val="0"/>
              </a:spcAft>
              <a:buSzPts val="1800"/>
              <a:buAutoNum type="arabicParenR"/>
            </a:pPr>
            <a:r>
              <a:rPr lang="en-GB" sz="1800"/>
              <a:t>Fill in each row and column so they form a sequence with an additive pattern. Then fill in the </a:t>
            </a:r>
            <a:r>
              <a:rPr b="1" lang="en-GB" sz="1800"/>
              <a:t>term-to-term</a:t>
            </a:r>
            <a:r>
              <a:rPr lang="en-GB" sz="1800"/>
              <a:t> rules for the stated rows.</a:t>
            </a:r>
            <a:endParaRPr sz="1800"/>
          </a:p>
        </p:txBody>
      </p:sp>
      <p:sp>
        <p:nvSpPr>
          <p:cNvPr id="1677" name="Google Shape;1677;p104"/>
          <p:cNvSpPr txBox="1"/>
          <p:nvPr>
            <p:ph idx="1" type="body"/>
          </p:nvPr>
        </p:nvSpPr>
        <p:spPr>
          <a:xfrm>
            <a:off x="5916900" y="3076975"/>
            <a:ext cx="2903100" cy="86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 </a:t>
            </a:r>
            <a:r>
              <a:rPr b="1" lang="en-GB" sz="1800"/>
              <a:t>term-to-term</a:t>
            </a:r>
            <a:r>
              <a:rPr lang="en-GB" sz="1800"/>
              <a:t> rule for row A is </a:t>
            </a:r>
            <a:r>
              <a:rPr lang="en-GB" sz="2000">
                <a:latin typeface="Kalam"/>
                <a:ea typeface="Kalam"/>
                <a:cs typeface="Kalam"/>
                <a:sym typeface="Kalam"/>
              </a:rPr>
              <a:t>‘Add 6’</a:t>
            </a:r>
            <a:r>
              <a:rPr lang="en-GB" sz="1800"/>
              <a:t>.</a:t>
            </a:r>
            <a:endParaRPr sz="1800"/>
          </a:p>
        </p:txBody>
      </p:sp>
      <p:sp>
        <p:nvSpPr>
          <p:cNvPr id="1678" name="Google Shape;1678;p104"/>
          <p:cNvSpPr txBox="1"/>
          <p:nvPr>
            <p:ph idx="1" type="body"/>
          </p:nvPr>
        </p:nvSpPr>
        <p:spPr>
          <a:xfrm>
            <a:off x="5916900" y="3855400"/>
            <a:ext cx="2903100" cy="965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 </a:t>
            </a:r>
            <a:r>
              <a:rPr b="1" lang="en-GB" sz="1800"/>
              <a:t>term-to-term</a:t>
            </a:r>
            <a:r>
              <a:rPr lang="en-GB" sz="1800"/>
              <a:t> rule for row B is </a:t>
            </a:r>
            <a:r>
              <a:rPr lang="en-GB" sz="2000">
                <a:latin typeface="Kalam"/>
                <a:ea typeface="Kalam"/>
                <a:cs typeface="Kalam"/>
                <a:sym typeface="Kalam"/>
              </a:rPr>
              <a:t>‘Add </a:t>
            </a:r>
            <a:r>
              <a:rPr lang="en-GB" sz="2000">
                <a:solidFill>
                  <a:srgbClr val="222222"/>
                </a:solidFill>
              </a:rPr>
              <a:t>−</a:t>
            </a:r>
            <a:r>
              <a:rPr lang="en-GB" sz="2000">
                <a:latin typeface="Kalam"/>
                <a:ea typeface="Kalam"/>
                <a:cs typeface="Kalam"/>
                <a:sym typeface="Kalam"/>
              </a:rPr>
              <a:t>3’ or ‘Minus 3’</a:t>
            </a:r>
            <a:r>
              <a:rPr lang="en-GB" sz="1800"/>
              <a:t>.</a:t>
            </a:r>
            <a:endParaRPr sz="1800"/>
          </a:p>
        </p:txBody>
      </p:sp>
      <p:sp>
        <p:nvSpPr>
          <p:cNvPr id="1679" name="Google Shape;1679;p104"/>
          <p:cNvSpPr txBox="1"/>
          <p:nvPr>
            <p:ph idx="1" type="body"/>
          </p:nvPr>
        </p:nvSpPr>
        <p:spPr>
          <a:xfrm>
            <a:off x="3006965" y="1828083"/>
            <a:ext cx="310800" cy="209100"/>
          </a:xfrm>
          <a:prstGeom prst="rect">
            <a:avLst/>
          </a:prstGeom>
          <a:ln>
            <a:noFill/>
          </a:ln>
        </p:spPr>
        <p:txBody>
          <a:bodyPr anchorCtr="0" anchor="t" bIns="0" lIns="0" spcFirstLastPara="1" rIns="0" wrap="square" tIns="0">
            <a:noAutofit/>
          </a:bodyPr>
          <a:lstStyle/>
          <a:p>
            <a:pPr indent="0" lvl="0" marL="0" rtl="0" algn="l">
              <a:spcBef>
                <a:spcPts val="0"/>
              </a:spcBef>
              <a:spcAft>
                <a:spcPts val="1000"/>
              </a:spcAft>
              <a:buNone/>
            </a:pPr>
            <a:r>
              <a:rPr lang="en-GB" sz="1800">
                <a:solidFill>
                  <a:schemeClr val="dk2"/>
                </a:solidFill>
              </a:rPr>
              <a:t>A:</a:t>
            </a:r>
            <a:endParaRPr sz="1800">
              <a:solidFill>
                <a:schemeClr val="dk2"/>
              </a:solidFill>
            </a:endParaRPr>
          </a:p>
        </p:txBody>
      </p:sp>
      <p:sp>
        <p:nvSpPr>
          <p:cNvPr id="1680" name="Google Shape;1680;p104"/>
          <p:cNvSpPr txBox="1"/>
          <p:nvPr>
            <p:ph idx="1" type="body"/>
          </p:nvPr>
        </p:nvSpPr>
        <p:spPr>
          <a:xfrm>
            <a:off x="5158234" y="1828083"/>
            <a:ext cx="310800" cy="209100"/>
          </a:xfrm>
          <a:prstGeom prst="rect">
            <a:avLst/>
          </a:prstGeom>
          <a:ln>
            <a:noFill/>
          </a:ln>
        </p:spPr>
        <p:txBody>
          <a:bodyPr anchorCtr="0" anchor="t" bIns="0" lIns="0" spcFirstLastPara="1" rIns="0" wrap="square" tIns="0">
            <a:noAutofit/>
          </a:bodyPr>
          <a:lstStyle/>
          <a:p>
            <a:pPr indent="0" lvl="0" marL="0" rtl="0" algn="l">
              <a:spcBef>
                <a:spcPts val="0"/>
              </a:spcBef>
              <a:spcAft>
                <a:spcPts val="1000"/>
              </a:spcAft>
              <a:buNone/>
            </a:pPr>
            <a:r>
              <a:rPr lang="en-GB" sz="1800">
                <a:solidFill>
                  <a:schemeClr val="dk2"/>
                </a:solidFill>
              </a:rPr>
              <a:t>B:</a:t>
            </a:r>
            <a:endParaRPr sz="1800">
              <a:solidFill>
                <a:schemeClr val="dk2"/>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4" name="Shape 1684"/>
        <p:cNvGrpSpPr/>
        <p:nvPr/>
      </p:nvGrpSpPr>
      <p:grpSpPr>
        <a:xfrm>
          <a:off x="0" y="0"/>
          <a:ext cx="0" cy="0"/>
          <a:chOff x="0" y="0"/>
          <a:chExt cx="0" cy="0"/>
        </a:xfrm>
      </p:grpSpPr>
      <p:sp>
        <p:nvSpPr>
          <p:cNvPr id="1685" name="Google Shape;1685;p105"/>
          <p:cNvSpPr txBox="1"/>
          <p:nvPr>
            <p:ph idx="1" type="body"/>
          </p:nvPr>
        </p:nvSpPr>
        <p:spPr>
          <a:xfrm>
            <a:off x="354775" y="911710"/>
            <a:ext cx="8237700" cy="30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2)  Describe a </a:t>
            </a:r>
            <a:r>
              <a:rPr b="1" lang="en-GB" sz="1800"/>
              <a:t>term-to-term</a:t>
            </a:r>
            <a:r>
              <a:rPr lang="en-GB" sz="1800"/>
              <a:t> rule for each sequence below</a:t>
            </a:r>
            <a:endParaRPr sz="1800"/>
          </a:p>
        </p:txBody>
      </p:sp>
      <p:sp>
        <p:nvSpPr>
          <p:cNvPr id="1686" name="Google Shape;1686;p105"/>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Finding term-to-term rules</a:t>
            </a:r>
            <a:endParaRPr/>
          </a:p>
        </p:txBody>
      </p:sp>
      <p:sp>
        <p:nvSpPr>
          <p:cNvPr id="1687" name="Google Shape;1687;p105"/>
          <p:cNvSpPr txBox="1"/>
          <p:nvPr>
            <p:ph idx="1" type="body"/>
          </p:nvPr>
        </p:nvSpPr>
        <p:spPr>
          <a:xfrm>
            <a:off x="354775" y="1297110"/>
            <a:ext cx="2563200" cy="1476900"/>
          </a:xfrm>
          <a:prstGeom prst="rect">
            <a:avLst/>
          </a:prstGeom>
        </p:spPr>
        <p:txBody>
          <a:bodyPr anchorCtr="0" anchor="t" bIns="0" lIns="0" spcFirstLastPara="1" rIns="0" wrap="square" tIns="0">
            <a:noAutofit/>
          </a:bodyPr>
          <a:lstStyle/>
          <a:p>
            <a:pPr indent="-342900" lvl="0" marL="457200" rtl="0" algn="l">
              <a:lnSpc>
                <a:spcPct val="300000"/>
              </a:lnSpc>
              <a:spcBef>
                <a:spcPts val="1000"/>
              </a:spcBef>
              <a:spcAft>
                <a:spcPts val="0"/>
              </a:spcAft>
              <a:buSzPts val="1800"/>
              <a:buAutoNum type="alphaLcParenR"/>
            </a:pPr>
            <a:r>
              <a:rPr lang="en-GB" sz="1800"/>
              <a:t>4, 7, 10, …</a:t>
            </a:r>
            <a:endParaRPr sz="1800"/>
          </a:p>
          <a:p>
            <a:pPr indent="-342900" lvl="0" marL="457200" rtl="0" algn="l">
              <a:lnSpc>
                <a:spcPct val="300000"/>
              </a:lnSpc>
              <a:spcBef>
                <a:spcPts val="1000"/>
              </a:spcBef>
              <a:spcAft>
                <a:spcPts val="0"/>
              </a:spcAft>
              <a:buSzPts val="1800"/>
              <a:buAutoNum type="alphaLcParenR"/>
            </a:pPr>
            <a:r>
              <a:rPr lang="en-GB" sz="1800"/>
              <a:t>13, 26, 52, …</a:t>
            </a:r>
            <a:endParaRPr sz="1800"/>
          </a:p>
          <a:p>
            <a:pPr indent="-342900" lvl="0" marL="457200" rtl="0" algn="l">
              <a:lnSpc>
                <a:spcPct val="300000"/>
              </a:lnSpc>
              <a:spcBef>
                <a:spcPts val="1000"/>
              </a:spcBef>
              <a:spcAft>
                <a:spcPts val="0"/>
              </a:spcAft>
              <a:buSzPts val="1800"/>
              <a:buAutoNum type="alphaLcParenR"/>
            </a:pPr>
            <a:r>
              <a:rPr lang="en-GB" sz="1800"/>
              <a:t>0.2, 2, 20, …</a:t>
            </a:r>
            <a:endParaRPr sz="1800"/>
          </a:p>
          <a:p>
            <a:pPr indent="0" lvl="0" marL="0" rtl="0" algn="l">
              <a:lnSpc>
                <a:spcPct val="300000"/>
              </a:lnSpc>
              <a:spcBef>
                <a:spcPts val="1000"/>
              </a:spcBef>
              <a:spcAft>
                <a:spcPts val="0"/>
              </a:spcAft>
              <a:buNone/>
            </a:pPr>
            <a:r>
              <a:t/>
            </a:r>
            <a:endParaRPr sz="1800"/>
          </a:p>
          <a:p>
            <a:pPr indent="0" lvl="0" marL="0" rtl="0" algn="l">
              <a:lnSpc>
                <a:spcPct val="300000"/>
              </a:lnSpc>
              <a:spcBef>
                <a:spcPts val="1000"/>
              </a:spcBef>
              <a:spcAft>
                <a:spcPts val="1000"/>
              </a:spcAft>
              <a:buNone/>
            </a:pPr>
            <a:r>
              <a:t/>
            </a:r>
            <a:endParaRPr sz="1800"/>
          </a:p>
        </p:txBody>
      </p:sp>
      <p:sp>
        <p:nvSpPr>
          <p:cNvPr id="1688" name="Google Shape;1688;p105"/>
          <p:cNvSpPr txBox="1"/>
          <p:nvPr>
            <p:ph idx="1" type="body"/>
          </p:nvPr>
        </p:nvSpPr>
        <p:spPr>
          <a:xfrm>
            <a:off x="4602775" y="1297110"/>
            <a:ext cx="2080800" cy="1476900"/>
          </a:xfrm>
          <a:prstGeom prst="rect">
            <a:avLst/>
          </a:prstGeom>
        </p:spPr>
        <p:txBody>
          <a:bodyPr anchorCtr="0" anchor="t" bIns="0" lIns="0" spcFirstLastPara="1" rIns="0" wrap="square" tIns="0">
            <a:noAutofit/>
          </a:bodyPr>
          <a:lstStyle/>
          <a:p>
            <a:pPr indent="-342900" lvl="0" marL="457200" rtl="0" algn="l">
              <a:lnSpc>
                <a:spcPct val="300000"/>
              </a:lnSpc>
              <a:spcBef>
                <a:spcPts val="1000"/>
              </a:spcBef>
              <a:spcAft>
                <a:spcPts val="0"/>
              </a:spcAft>
              <a:buSzPts val="1800"/>
              <a:buAutoNum type="alphaLcParenR" startAt="4"/>
            </a:pPr>
            <a:r>
              <a:rPr lang="en-GB" sz="1800"/>
              <a:t>5, </a:t>
            </a:r>
            <a:r>
              <a:rPr lang="en-GB" sz="1800">
                <a:solidFill>
                  <a:srgbClr val="222222"/>
                </a:solidFill>
              </a:rPr>
              <a:t>−</a:t>
            </a:r>
            <a:r>
              <a:rPr lang="en-GB" sz="1800"/>
              <a:t>3, </a:t>
            </a:r>
            <a:r>
              <a:rPr lang="en-GB" sz="1800">
                <a:solidFill>
                  <a:srgbClr val="222222"/>
                </a:solidFill>
              </a:rPr>
              <a:t>−</a:t>
            </a:r>
            <a:r>
              <a:rPr lang="en-GB" sz="1800"/>
              <a:t>11, …</a:t>
            </a:r>
            <a:endParaRPr sz="1800"/>
          </a:p>
          <a:p>
            <a:pPr indent="-342900" lvl="0" marL="457200" rtl="0" algn="l">
              <a:lnSpc>
                <a:spcPct val="300000"/>
              </a:lnSpc>
              <a:spcBef>
                <a:spcPts val="1000"/>
              </a:spcBef>
              <a:spcAft>
                <a:spcPts val="0"/>
              </a:spcAft>
              <a:buSzPts val="1800"/>
              <a:buAutoNum type="alphaLcParenR" startAt="4"/>
            </a:pPr>
            <a:r>
              <a:rPr lang="en-GB" sz="1800"/>
              <a:t>7, -21, 63, …</a:t>
            </a:r>
            <a:endParaRPr sz="1800"/>
          </a:p>
          <a:p>
            <a:pPr indent="-342900" lvl="0" marL="457200" rtl="0" algn="l">
              <a:lnSpc>
                <a:spcPct val="300000"/>
              </a:lnSpc>
              <a:spcBef>
                <a:spcPts val="1000"/>
              </a:spcBef>
              <a:spcAft>
                <a:spcPts val="0"/>
              </a:spcAft>
              <a:buSzPts val="1800"/>
              <a:buAutoNum type="alphaLcParenR" startAt="4"/>
            </a:pPr>
            <a:r>
              <a:rPr lang="en-GB" sz="1800"/>
              <a:t>2, </a:t>
            </a:r>
            <a:r>
              <a:rPr lang="en-GB" sz="1800">
                <a:solidFill>
                  <a:srgbClr val="222222"/>
                </a:solidFill>
              </a:rPr>
              <a:t>5</a:t>
            </a:r>
            <a:r>
              <a:rPr lang="en-GB" sz="1800"/>
              <a:t>, </a:t>
            </a:r>
            <a:r>
              <a:rPr lang="en-GB" sz="1800">
                <a:solidFill>
                  <a:srgbClr val="222222"/>
                </a:solidFill>
              </a:rPr>
              <a:t>11</a:t>
            </a:r>
            <a:r>
              <a:rPr lang="en-GB" sz="1800"/>
              <a:t>, …</a:t>
            </a:r>
            <a:endParaRPr sz="1800"/>
          </a:p>
          <a:p>
            <a:pPr indent="0" lvl="0" marL="0" rtl="0" algn="l">
              <a:lnSpc>
                <a:spcPct val="300000"/>
              </a:lnSpc>
              <a:spcBef>
                <a:spcPts val="1000"/>
              </a:spcBef>
              <a:spcAft>
                <a:spcPts val="0"/>
              </a:spcAft>
              <a:buNone/>
            </a:pPr>
            <a:r>
              <a:t/>
            </a:r>
            <a:endParaRPr sz="1800"/>
          </a:p>
        </p:txBody>
      </p:sp>
      <p:sp>
        <p:nvSpPr>
          <p:cNvPr id="1689" name="Google Shape;1689;p105"/>
          <p:cNvSpPr txBox="1"/>
          <p:nvPr>
            <p:ph idx="1" type="body"/>
          </p:nvPr>
        </p:nvSpPr>
        <p:spPr>
          <a:xfrm>
            <a:off x="354775" y="1866960"/>
            <a:ext cx="1740900" cy="337200"/>
          </a:xfrm>
          <a:prstGeom prst="rect">
            <a:avLst/>
          </a:prstGeom>
        </p:spPr>
        <p:txBody>
          <a:bodyPr anchorCtr="0" anchor="t" bIns="0" lIns="0" spcFirstLastPara="1" rIns="0" wrap="square" tIns="0">
            <a:noAutofit/>
          </a:bodyPr>
          <a:lstStyle/>
          <a:p>
            <a:pPr indent="0" lvl="0" marL="0" rtl="0" algn="l">
              <a:lnSpc>
                <a:spcPct val="200000"/>
              </a:lnSpc>
              <a:spcBef>
                <a:spcPts val="0"/>
              </a:spcBef>
              <a:spcAft>
                <a:spcPts val="1000"/>
              </a:spcAft>
              <a:buNone/>
            </a:pPr>
            <a:r>
              <a:rPr lang="en-GB" sz="2000">
                <a:latin typeface="Kalam"/>
                <a:ea typeface="Kalam"/>
                <a:cs typeface="Kalam"/>
                <a:sym typeface="Kalam"/>
              </a:rPr>
              <a:t>E.g. ‘add 3’</a:t>
            </a:r>
            <a:endParaRPr sz="2000">
              <a:latin typeface="Kalam"/>
              <a:ea typeface="Kalam"/>
              <a:cs typeface="Kalam"/>
              <a:sym typeface="Kalam"/>
            </a:endParaRPr>
          </a:p>
        </p:txBody>
      </p:sp>
      <p:sp>
        <p:nvSpPr>
          <p:cNvPr id="1690" name="Google Shape;1690;p105"/>
          <p:cNvSpPr txBox="1"/>
          <p:nvPr>
            <p:ph idx="1" type="body"/>
          </p:nvPr>
        </p:nvSpPr>
        <p:spPr>
          <a:xfrm>
            <a:off x="354775" y="2838410"/>
            <a:ext cx="2244900" cy="337200"/>
          </a:xfrm>
          <a:prstGeom prst="rect">
            <a:avLst/>
          </a:prstGeom>
        </p:spPr>
        <p:txBody>
          <a:bodyPr anchorCtr="0" anchor="t" bIns="0" lIns="0" spcFirstLastPara="1" rIns="0" wrap="square" tIns="0">
            <a:noAutofit/>
          </a:bodyPr>
          <a:lstStyle/>
          <a:p>
            <a:pPr indent="0" lvl="0" marL="0" rtl="0" algn="l">
              <a:lnSpc>
                <a:spcPct val="200000"/>
              </a:lnSpc>
              <a:spcBef>
                <a:spcPts val="0"/>
              </a:spcBef>
              <a:spcAft>
                <a:spcPts val="1000"/>
              </a:spcAft>
              <a:buNone/>
            </a:pPr>
            <a:r>
              <a:rPr lang="en-GB" sz="2000">
                <a:latin typeface="Kalam"/>
                <a:ea typeface="Kalam"/>
                <a:cs typeface="Kalam"/>
                <a:sym typeface="Kalam"/>
              </a:rPr>
              <a:t>E.g. ‘multiply by 2’</a:t>
            </a:r>
            <a:endParaRPr sz="2000">
              <a:latin typeface="Kalam"/>
              <a:ea typeface="Kalam"/>
              <a:cs typeface="Kalam"/>
              <a:sym typeface="Kalam"/>
            </a:endParaRPr>
          </a:p>
        </p:txBody>
      </p:sp>
      <p:sp>
        <p:nvSpPr>
          <p:cNvPr id="1691" name="Google Shape;1691;p105"/>
          <p:cNvSpPr txBox="1"/>
          <p:nvPr>
            <p:ph idx="1" type="body"/>
          </p:nvPr>
        </p:nvSpPr>
        <p:spPr>
          <a:xfrm>
            <a:off x="354775" y="3780000"/>
            <a:ext cx="2904300" cy="337200"/>
          </a:xfrm>
          <a:prstGeom prst="rect">
            <a:avLst/>
          </a:prstGeom>
        </p:spPr>
        <p:txBody>
          <a:bodyPr anchorCtr="0" anchor="t" bIns="0" lIns="0" spcFirstLastPara="1" rIns="0" wrap="square" tIns="0">
            <a:noAutofit/>
          </a:bodyPr>
          <a:lstStyle/>
          <a:p>
            <a:pPr indent="0" lvl="0" marL="0" rtl="0" algn="l">
              <a:lnSpc>
                <a:spcPct val="200000"/>
              </a:lnSpc>
              <a:spcBef>
                <a:spcPts val="0"/>
              </a:spcBef>
              <a:spcAft>
                <a:spcPts val="1000"/>
              </a:spcAft>
              <a:buNone/>
            </a:pPr>
            <a:r>
              <a:rPr lang="en-GB" sz="2000">
                <a:latin typeface="Kalam"/>
                <a:ea typeface="Kalam"/>
                <a:cs typeface="Kalam"/>
                <a:sym typeface="Kalam"/>
              </a:rPr>
              <a:t>E.g. ‘</a:t>
            </a:r>
            <a:r>
              <a:rPr lang="en-GB" sz="2000">
                <a:solidFill>
                  <a:srgbClr val="222222"/>
                </a:solidFill>
                <a:latin typeface="Kalam"/>
                <a:ea typeface="Kalam"/>
                <a:cs typeface="Kalam"/>
                <a:sym typeface="Kalam"/>
              </a:rPr>
              <a:t>multiply by 10</a:t>
            </a:r>
            <a:r>
              <a:rPr lang="en-GB" sz="2000">
                <a:latin typeface="Kalam"/>
                <a:ea typeface="Kalam"/>
                <a:cs typeface="Kalam"/>
                <a:sym typeface="Kalam"/>
              </a:rPr>
              <a:t>’</a:t>
            </a:r>
            <a:endParaRPr sz="2000">
              <a:latin typeface="Kalam"/>
              <a:ea typeface="Kalam"/>
              <a:cs typeface="Kalam"/>
              <a:sym typeface="Kalam"/>
            </a:endParaRPr>
          </a:p>
        </p:txBody>
      </p:sp>
      <p:sp>
        <p:nvSpPr>
          <p:cNvPr id="1692" name="Google Shape;1692;p105"/>
          <p:cNvSpPr txBox="1"/>
          <p:nvPr>
            <p:ph idx="1" type="body"/>
          </p:nvPr>
        </p:nvSpPr>
        <p:spPr>
          <a:xfrm>
            <a:off x="4602775" y="1866960"/>
            <a:ext cx="1740900" cy="337200"/>
          </a:xfrm>
          <a:prstGeom prst="rect">
            <a:avLst/>
          </a:prstGeom>
        </p:spPr>
        <p:txBody>
          <a:bodyPr anchorCtr="0" anchor="t" bIns="0" lIns="0" spcFirstLastPara="1" rIns="0" wrap="square" tIns="0">
            <a:noAutofit/>
          </a:bodyPr>
          <a:lstStyle/>
          <a:p>
            <a:pPr indent="0" lvl="0" marL="0" rtl="0" algn="l">
              <a:lnSpc>
                <a:spcPct val="200000"/>
              </a:lnSpc>
              <a:spcBef>
                <a:spcPts val="0"/>
              </a:spcBef>
              <a:spcAft>
                <a:spcPts val="1000"/>
              </a:spcAft>
              <a:buNone/>
            </a:pPr>
            <a:r>
              <a:rPr lang="en-GB" sz="2000">
                <a:latin typeface="Kalam"/>
                <a:ea typeface="Kalam"/>
                <a:cs typeface="Kalam"/>
                <a:sym typeface="Kalam"/>
              </a:rPr>
              <a:t>E.g. ‘add </a:t>
            </a:r>
            <a:r>
              <a:rPr lang="en-GB" sz="1800">
                <a:solidFill>
                  <a:srgbClr val="222222"/>
                </a:solidFill>
              </a:rPr>
              <a:t>−8</a:t>
            </a:r>
            <a:r>
              <a:rPr lang="en-GB" sz="2000">
                <a:latin typeface="Kalam"/>
                <a:ea typeface="Kalam"/>
                <a:cs typeface="Kalam"/>
                <a:sym typeface="Kalam"/>
              </a:rPr>
              <a:t>’</a:t>
            </a:r>
            <a:endParaRPr sz="2000">
              <a:latin typeface="Kalam"/>
              <a:ea typeface="Kalam"/>
              <a:cs typeface="Kalam"/>
              <a:sym typeface="Kalam"/>
            </a:endParaRPr>
          </a:p>
        </p:txBody>
      </p:sp>
      <p:sp>
        <p:nvSpPr>
          <p:cNvPr id="1693" name="Google Shape;1693;p105"/>
          <p:cNvSpPr txBox="1"/>
          <p:nvPr>
            <p:ph idx="1" type="body"/>
          </p:nvPr>
        </p:nvSpPr>
        <p:spPr>
          <a:xfrm>
            <a:off x="4572000" y="2774000"/>
            <a:ext cx="2952900" cy="337200"/>
          </a:xfrm>
          <a:prstGeom prst="rect">
            <a:avLst/>
          </a:prstGeom>
        </p:spPr>
        <p:txBody>
          <a:bodyPr anchorCtr="0" anchor="t" bIns="0" lIns="0" spcFirstLastPara="1" rIns="0" wrap="square" tIns="0">
            <a:noAutofit/>
          </a:bodyPr>
          <a:lstStyle/>
          <a:p>
            <a:pPr indent="0" lvl="0" marL="0" rtl="0" algn="l">
              <a:lnSpc>
                <a:spcPct val="200000"/>
              </a:lnSpc>
              <a:spcBef>
                <a:spcPts val="0"/>
              </a:spcBef>
              <a:spcAft>
                <a:spcPts val="1000"/>
              </a:spcAft>
              <a:buNone/>
            </a:pPr>
            <a:r>
              <a:rPr lang="en-GB" sz="2000">
                <a:latin typeface="Kalam"/>
                <a:ea typeface="Kalam"/>
                <a:cs typeface="Kalam"/>
                <a:sym typeface="Kalam"/>
              </a:rPr>
              <a:t>E.g. ‘</a:t>
            </a:r>
            <a:r>
              <a:rPr lang="en-GB" sz="2000">
                <a:solidFill>
                  <a:srgbClr val="222222"/>
                </a:solidFill>
                <a:latin typeface="Kalam"/>
                <a:ea typeface="Kalam"/>
                <a:cs typeface="Kalam"/>
                <a:sym typeface="Kalam"/>
              </a:rPr>
              <a:t>multiply by</a:t>
            </a:r>
            <a:r>
              <a:rPr lang="en-GB" sz="2000">
                <a:latin typeface="Kalam"/>
                <a:ea typeface="Kalam"/>
                <a:cs typeface="Kalam"/>
                <a:sym typeface="Kalam"/>
              </a:rPr>
              <a:t> </a:t>
            </a:r>
            <a:r>
              <a:rPr lang="en-GB" sz="1800">
                <a:solidFill>
                  <a:srgbClr val="222222"/>
                </a:solidFill>
              </a:rPr>
              <a:t>−3</a:t>
            </a:r>
            <a:r>
              <a:rPr lang="en-GB" sz="2000">
                <a:latin typeface="Kalam"/>
                <a:ea typeface="Kalam"/>
                <a:cs typeface="Kalam"/>
                <a:sym typeface="Kalam"/>
              </a:rPr>
              <a:t>’</a:t>
            </a:r>
            <a:endParaRPr sz="2000">
              <a:latin typeface="Kalam"/>
              <a:ea typeface="Kalam"/>
              <a:cs typeface="Kalam"/>
              <a:sym typeface="Kalam"/>
            </a:endParaRPr>
          </a:p>
        </p:txBody>
      </p:sp>
      <p:sp>
        <p:nvSpPr>
          <p:cNvPr id="1694" name="Google Shape;1694;p105"/>
          <p:cNvSpPr txBox="1"/>
          <p:nvPr>
            <p:ph idx="1" type="body"/>
          </p:nvPr>
        </p:nvSpPr>
        <p:spPr>
          <a:xfrm>
            <a:off x="4602775" y="3780000"/>
            <a:ext cx="3764700" cy="337200"/>
          </a:xfrm>
          <a:prstGeom prst="rect">
            <a:avLst/>
          </a:prstGeom>
        </p:spPr>
        <p:txBody>
          <a:bodyPr anchorCtr="0" anchor="t" bIns="0" lIns="0" spcFirstLastPara="1" rIns="0" wrap="square" tIns="0">
            <a:noAutofit/>
          </a:bodyPr>
          <a:lstStyle/>
          <a:p>
            <a:pPr indent="0" lvl="0" marL="0" rtl="0" algn="l">
              <a:lnSpc>
                <a:spcPct val="200000"/>
              </a:lnSpc>
              <a:spcBef>
                <a:spcPts val="0"/>
              </a:spcBef>
              <a:spcAft>
                <a:spcPts val="1000"/>
              </a:spcAft>
              <a:buNone/>
            </a:pPr>
            <a:r>
              <a:rPr lang="en-GB" sz="2000">
                <a:latin typeface="Kalam"/>
                <a:ea typeface="Kalam"/>
                <a:cs typeface="Kalam"/>
                <a:sym typeface="Kalam"/>
              </a:rPr>
              <a:t>E.g. ‘</a:t>
            </a:r>
            <a:r>
              <a:rPr lang="en-GB" sz="2000">
                <a:solidFill>
                  <a:srgbClr val="222222"/>
                </a:solidFill>
                <a:latin typeface="Kalam"/>
                <a:ea typeface="Kalam"/>
                <a:cs typeface="Kalam"/>
                <a:sym typeface="Kalam"/>
              </a:rPr>
              <a:t>multiply by 2 then add 1</a:t>
            </a:r>
            <a:r>
              <a:rPr lang="en-GB" sz="2000">
                <a:latin typeface="Kalam"/>
                <a:ea typeface="Kalam"/>
                <a:cs typeface="Kalam"/>
                <a:sym typeface="Kalam"/>
              </a:rPr>
              <a:t>’</a:t>
            </a:r>
            <a:endParaRPr sz="2000">
              <a:latin typeface="Kalam"/>
              <a:ea typeface="Kalam"/>
              <a:cs typeface="Kalam"/>
              <a:sym typeface="Kalam"/>
            </a:endParaRPr>
          </a:p>
        </p:txBody>
      </p:sp>
      <p:sp>
        <p:nvSpPr>
          <p:cNvPr id="1695" name="Google Shape;1695;p105"/>
          <p:cNvSpPr txBox="1"/>
          <p:nvPr>
            <p:ph idx="1" type="body"/>
          </p:nvPr>
        </p:nvSpPr>
        <p:spPr>
          <a:xfrm>
            <a:off x="4564850" y="4151400"/>
            <a:ext cx="3494700" cy="337200"/>
          </a:xfrm>
          <a:prstGeom prst="rect">
            <a:avLst/>
          </a:prstGeom>
        </p:spPr>
        <p:txBody>
          <a:bodyPr anchorCtr="0" anchor="t" bIns="0" lIns="0" spcFirstLastPara="1" rIns="0" wrap="square" tIns="0">
            <a:noAutofit/>
          </a:bodyPr>
          <a:lstStyle/>
          <a:p>
            <a:pPr indent="0" lvl="0" marL="0" rtl="0" algn="l">
              <a:lnSpc>
                <a:spcPct val="200000"/>
              </a:lnSpc>
              <a:spcBef>
                <a:spcPts val="0"/>
              </a:spcBef>
              <a:spcAft>
                <a:spcPts val="1000"/>
              </a:spcAft>
              <a:buNone/>
            </a:pPr>
            <a:r>
              <a:rPr lang="en-GB" sz="2000">
                <a:latin typeface="Kalam"/>
                <a:ea typeface="Kalam"/>
                <a:cs typeface="Kalam"/>
                <a:sym typeface="Kalam"/>
              </a:rPr>
              <a:t>or   ‘</a:t>
            </a:r>
            <a:r>
              <a:rPr lang="en-GB" sz="2000">
                <a:solidFill>
                  <a:srgbClr val="222222"/>
                </a:solidFill>
                <a:latin typeface="Kalam"/>
                <a:ea typeface="Kalam"/>
                <a:cs typeface="Kalam"/>
                <a:sym typeface="Kalam"/>
              </a:rPr>
              <a:t>add 3, add 6, add 9, …</a:t>
            </a:r>
            <a:r>
              <a:rPr lang="en-GB" sz="2000">
                <a:latin typeface="Kalam"/>
                <a:ea typeface="Kalam"/>
                <a:cs typeface="Kalam"/>
                <a:sym typeface="Kalam"/>
              </a:rPr>
              <a:t>’</a:t>
            </a:r>
            <a:endParaRPr sz="2000">
              <a:latin typeface="Kalam"/>
              <a:ea typeface="Kalam"/>
              <a:cs typeface="Kalam"/>
              <a:sym typeface="Kalam"/>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9" name="Shape 1699"/>
        <p:cNvGrpSpPr/>
        <p:nvPr/>
      </p:nvGrpSpPr>
      <p:grpSpPr>
        <a:xfrm>
          <a:off x="0" y="0"/>
          <a:ext cx="0" cy="0"/>
          <a:chOff x="0" y="0"/>
          <a:chExt cx="0" cy="0"/>
        </a:xfrm>
      </p:grpSpPr>
      <p:sp>
        <p:nvSpPr>
          <p:cNvPr id="1700" name="Google Shape;1700;p106"/>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Finding term-to-term rules</a:t>
            </a:r>
            <a:endParaRPr/>
          </a:p>
        </p:txBody>
      </p:sp>
      <p:sp>
        <p:nvSpPr>
          <p:cNvPr id="1701" name="Google Shape;1701;p106"/>
          <p:cNvSpPr txBox="1"/>
          <p:nvPr>
            <p:ph idx="1" type="body"/>
          </p:nvPr>
        </p:nvSpPr>
        <p:spPr>
          <a:xfrm>
            <a:off x="324000" y="760738"/>
            <a:ext cx="84960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3)  Alex and Aisha are writing </a:t>
            </a:r>
            <a:r>
              <a:rPr b="1" lang="en-GB" sz="1800"/>
              <a:t>term-to-term</a:t>
            </a:r>
            <a:r>
              <a:rPr lang="en-GB" sz="1800"/>
              <a:t> rules for a sequence with           T</a:t>
            </a:r>
            <a:r>
              <a:rPr baseline="-25000" lang="en-GB" sz="1800"/>
              <a:t>1</a:t>
            </a:r>
            <a:r>
              <a:rPr lang="en-GB" sz="1800"/>
              <a:t>= 5 and T</a:t>
            </a:r>
            <a:r>
              <a:rPr baseline="-25000" lang="en-GB" sz="1800"/>
              <a:t>2</a:t>
            </a:r>
            <a:r>
              <a:rPr lang="en-GB" sz="1800"/>
              <a:t>= 15</a:t>
            </a:r>
            <a:endParaRPr sz="1800"/>
          </a:p>
        </p:txBody>
      </p:sp>
      <p:sp>
        <p:nvSpPr>
          <p:cNvPr id="1702" name="Google Shape;1702;p106"/>
          <p:cNvSpPr txBox="1"/>
          <p:nvPr/>
        </p:nvSpPr>
        <p:spPr>
          <a:xfrm flipH="1">
            <a:off x="7920253" y="2420746"/>
            <a:ext cx="671400" cy="3339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Alex</a:t>
            </a:r>
            <a:endParaRPr b="1" sz="1800">
              <a:latin typeface="Lexend"/>
              <a:ea typeface="Lexend"/>
              <a:cs typeface="Lexend"/>
              <a:sym typeface="Lexend"/>
            </a:endParaRPr>
          </a:p>
        </p:txBody>
      </p:sp>
      <p:pic>
        <p:nvPicPr>
          <p:cNvPr id="1703" name="Google Shape;1703;p106"/>
          <p:cNvPicPr preferRelativeResize="0"/>
          <p:nvPr/>
        </p:nvPicPr>
        <p:blipFill>
          <a:blip r:embed="rId3">
            <a:alphaModFix/>
          </a:blip>
          <a:stretch>
            <a:fillRect/>
          </a:stretch>
        </p:blipFill>
        <p:spPr>
          <a:xfrm>
            <a:off x="7986307" y="1798790"/>
            <a:ext cx="539302" cy="621961"/>
          </a:xfrm>
          <a:prstGeom prst="rect">
            <a:avLst/>
          </a:prstGeom>
          <a:noFill/>
          <a:ln>
            <a:noFill/>
          </a:ln>
        </p:spPr>
      </p:pic>
      <p:grpSp>
        <p:nvGrpSpPr>
          <p:cNvPr id="1704" name="Google Shape;1704;p106"/>
          <p:cNvGrpSpPr/>
          <p:nvPr/>
        </p:nvGrpSpPr>
        <p:grpSpPr>
          <a:xfrm flipH="1">
            <a:off x="4909160" y="1411776"/>
            <a:ext cx="2999014" cy="1267001"/>
            <a:chOff x="1653323" y="1180077"/>
            <a:chExt cx="2013302" cy="1491116"/>
          </a:xfrm>
        </p:grpSpPr>
        <p:pic>
          <p:nvPicPr>
            <p:cNvPr id="1705" name="Google Shape;1705;p106"/>
            <p:cNvPicPr preferRelativeResize="0"/>
            <p:nvPr/>
          </p:nvPicPr>
          <p:blipFill rotWithShape="1">
            <a:blip r:embed="rId4">
              <a:alphaModFix/>
            </a:blip>
            <a:srcRect b="0" l="0" r="69082" t="56280"/>
            <a:stretch/>
          </p:blipFill>
          <p:spPr>
            <a:xfrm flipH="1">
              <a:off x="1653323" y="1180077"/>
              <a:ext cx="2013302" cy="1491116"/>
            </a:xfrm>
            <a:prstGeom prst="rect">
              <a:avLst/>
            </a:prstGeom>
            <a:noFill/>
            <a:ln>
              <a:noFill/>
            </a:ln>
          </p:spPr>
        </p:pic>
        <p:sp>
          <p:nvSpPr>
            <p:cNvPr id="1706" name="Google Shape;1706;p106"/>
            <p:cNvSpPr txBox="1"/>
            <p:nvPr/>
          </p:nvSpPr>
          <p:spPr>
            <a:xfrm flipH="1">
              <a:off x="1800679" y="1498891"/>
              <a:ext cx="1782300" cy="8535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GB" sz="1800">
                  <a:latin typeface="Lexend"/>
                  <a:ea typeface="Lexend"/>
                  <a:cs typeface="Lexend"/>
                  <a:sym typeface="Lexend"/>
                </a:rPr>
                <a:t>Aisha and I have different rules so one of us must be wrong.</a:t>
              </a:r>
              <a:endParaRPr sz="1800">
                <a:solidFill>
                  <a:srgbClr val="000000"/>
                </a:solidFill>
                <a:latin typeface="Lexend"/>
                <a:ea typeface="Lexend"/>
                <a:cs typeface="Lexend"/>
                <a:sym typeface="Lexend"/>
              </a:endParaRPr>
            </a:p>
          </p:txBody>
        </p:sp>
      </p:grpSp>
      <p:sp>
        <p:nvSpPr>
          <p:cNvPr id="1707" name="Google Shape;1707;p106"/>
          <p:cNvSpPr txBox="1"/>
          <p:nvPr>
            <p:ph idx="1" type="body"/>
          </p:nvPr>
        </p:nvSpPr>
        <p:spPr>
          <a:xfrm>
            <a:off x="331025" y="1556275"/>
            <a:ext cx="4856100" cy="2763600"/>
          </a:xfrm>
          <a:prstGeom prst="rect">
            <a:avLst/>
          </a:prstGeom>
        </p:spPr>
        <p:txBody>
          <a:bodyPr anchorCtr="0" anchor="t" bIns="0" lIns="0" spcFirstLastPara="1" rIns="0" wrap="square" tIns="0">
            <a:noAutofit/>
          </a:bodyPr>
          <a:lstStyle/>
          <a:p>
            <a:pPr indent="-342900" lvl="0" marL="457200" rtl="0" algn="l">
              <a:lnSpc>
                <a:spcPct val="100000"/>
              </a:lnSpc>
              <a:spcBef>
                <a:spcPts val="0"/>
              </a:spcBef>
              <a:spcAft>
                <a:spcPts val="0"/>
              </a:spcAft>
              <a:buSzPts val="1800"/>
              <a:buAutoNum type="alphaLcParenR"/>
            </a:pPr>
            <a:r>
              <a:rPr lang="en-GB" sz="1800"/>
              <a:t>Explain why Alex is incorrect.</a:t>
            </a:r>
            <a:br>
              <a:rPr lang="en-GB" sz="1800"/>
            </a:br>
            <a:br>
              <a:rPr lang="en-GB" sz="1800"/>
            </a:br>
            <a:br>
              <a:rPr lang="en-GB" sz="1800"/>
            </a:br>
            <a:br>
              <a:rPr lang="en-GB" sz="1800"/>
            </a:br>
            <a:endParaRPr sz="1800"/>
          </a:p>
          <a:p>
            <a:pPr indent="-342900" lvl="0" marL="457200" rtl="0" algn="l">
              <a:lnSpc>
                <a:spcPct val="100000"/>
              </a:lnSpc>
              <a:spcBef>
                <a:spcPts val="0"/>
              </a:spcBef>
              <a:spcAft>
                <a:spcPts val="0"/>
              </a:spcAft>
              <a:buSzPts val="1800"/>
              <a:buAutoNum type="alphaLcParenR"/>
            </a:pPr>
            <a:r>
              <a:rPr lang="en-GB" sz="1800"/>
              <a:t>Wh</a:t>
            </a:r>
            <a:r>
              <a:rPr lang="en-GB" sz="1800"/>
              <a:t>at rules could they have written?</a:t>
            </a:r>
            <a:endParaRPr sz="1800"/>
          </a:p>
        </p:txBody>
      </p:sp>
      <p:sp>
        <p:nvSpPr>
          <p:cNvPr id="1708" name="Google Shape;1708;p106"/>
          <p:cNvSpPr txBox="1"/>
          <p:nvPr>
            <p:ph idx="1" type="body"/>
          </p:nvPr>
        </p:nvSpPr>
        <p:spPr>
          <a:xfrm>
            <a:off x="331025" y="2073650"/>
            <a:ext cx="4500000" cy="6219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latin typeface="Kalam"/>
                <a:ea typeface="Kalam"/>
                <a:cs typeface="Kalam"/>
                <a:sym typeface="Kalam"/>
              </a:rPr>
              <a:t>It is possible that multiple rules can apply to the same two terms. </a:t>
            </a:r>
            <a:endParaRPr sz="2000">
              <a:latin typeface="Kalam"/>
              <a:ea typeface="Kalam"/>
              <a:cs typeface="Kalam"/>
              <a:sym typeface="Kalam"/>
            </a:endParaRPr>
          </a:p>
        </p:txBody>
      </p:sp>
      <p:sp>
        <p:nvSpPr>
          <p:cNvPr id="1709" name="Google Shape;1709;p106"/>
          <p:cNvSpPr txBox="1"/>
          <p:nvPr>
            <p:ph idx="1" type="body"/>
          </p:nvPr>
        </p:nvSpPr>
        <p:spPr>
          <a:xfrm>
            <a:off x="324000" y="3442800"/>
            <a:ext cx="8439300" cy="337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2000">
                <a:latin typeface="Kalam"/>
                <a:ea typeface="Kalam"/>
                <a:cs typeface="Kalam"/>
                <a:sym typeface="Kalam"/>
              </a:rPr>
              <a:t>E.g. ‘add 10’,     ‘Multiply by 3’,     ‘Multiply by 2 then add 5’ </a:t>
            </a:r>
            <a:endParaRPr sz="2000">
              <a:latin typeface="Kalam"/>
              <a:ea typeface="Kalam"/>
              <a:cs typeface="Kalam"/>
              <a:sym typeface="Kalam"/>
            </a:endParaRPr>
          </a:p>
          <a:p>
            <a:pPr indent="0" lvl="0" marL="0" rtl="0" algn="l">
              <a:lnSpc>
                <a:spcPct val="100000"/>
              </a:lnSpc>
              <a:spcBef>
                <a:spcPts val="1000"/>
              </a:spcBef>
              <a:spcAft>
                <a:spcPts val="1000"/>
              </a:spcAft>
              <a:buNone/>
            </a:pPr>
            <a:r>
              <a:rPr lang="en-GB" sz="2000">
                <a:latin typeface="Kalam"/>
                <a:ea typeface="Kalam"/>
                <a:cs typeface="Kalam"/>
                <a:sym typeface="Kalam"/>
              </a:rPr>
              <a:t>‘Add 10, then 20, then 30, …</a:t>
            </a:r>
            <a:endParaRPr sz="2000">
              <a:latin typeface="Kalam"/>
              <a:ea typeface="Kalam"/>
              <a:cs typeface="Kalam"/>
              <a:sym typeface="Kalam"/>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3" name="Shape 1713"/>
        <p:cNvGrpSpPr/>
        <p:nvPr/>
      </p:nvGrpSpPr>
      <p:grpSpPr>
        <a:xfrm>
          <a:off x="0" y="0"/>
          <a:ext cx="0" cy="0"/>
          <a:chOff x="0" y="0"/>
          <a:chExt cx="0" cy="0"/>
        </a:xfrm>
      </p:grpSpPr>
      <p:sp>
        <p:nvSpPr>
          <p:cNvPr id="1714" name="Google Shape;1714;p107"/>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100"/>
              <a:buFont typeface="Arial"/>
              <a:buNone/>
            </a:pPr>
            <a:r>
              <a:rPr lang="en-GB" sz="2000"/>
              <a:t>A </a:t>
            </a:r>
            <a:r>
              <a:rPr b="1" lang="en-GB" sz="2000"/>
              <a:t>term-to-term </a:t>
            </a:r>
            <a:r>
              <a:rPr lang="en-GB" sz="2000"/>
              <a:t>rule tells us how to generate the next term based on the previous term.</a:t>
            </a:r>
            <a:endParaRPr sz="2000"/>
          </a:p>
          <a:p>
            <a:pPr indent="0" lvl="0" marL="0" rtl="0" algn="l">
              <a:lnSpc>
                <a:spcPct val="100000"/>
              </a:lnSpc>
              <a:spcBef>
                <a:spcPts val="0"/>
              </a:spcBef>
              <a:spcAft>
                <a:spcPts val="0"/>
              </a:spcAft>
              <a:buClr>
                <a:schemeClr val="dk1"/>
              </a:buClr>
              <a:buSzPts val="1100"/>
              <a:buFont typeface="Arial"/>
              <a:buNone/>
            </a:pPr>
            <a:r>
              <a:t/>
            </a:r>
            <a:endParaRPr sz="2000"/>
          </a:p>
          <a:p>
            <a:pPr indent="0" lvl="0" marL="0" rtl="0" algn="l">
              <a:lnSpc>
                <a:spcPct val="100000"/>
              </a:lnSpc>
              <a:spcBef>
                <a:spcPts val="0"/>
              </a:spcBef>
              <a:spcAft>
                <a:spcPts val="0"/>
              </a:spcAft>
              <a:buClr>
                <a:schemeClr val="dk1"/>
              </a:buClr>
              <a:buSzPts val="1100"/>
              <a:buFont typeface="Arial"/>
              <a:buNone/>
            </a:pPr>
            <a:r>
              <a:rPr lang="en-GB" sz="2000"/>
              <a:t>Sequences can be generated from a term-to-term rule.</a:t>
            </a:r>
            <a:endParaRPr sz="2000"/>
          </a:p>
          <a:p>
            <a:pPr indent="0" lvl="0" marL="0" rtl="0" algn="l">
              <a:lnSpc>
                <a:spcPct val="100000"/>
              </a:lnSpc>
              <a:spcBef>
                <a:spcPts val="0"/>
              </a:spcBef>
              <a:spcAft>
                <a:spcPts val="0"/>
              </a:spcAft>
              <a:buClr>
                <a:schemeClr val="dk1"/>
              </a:buClr>
              <a:buSzPts val="1100"/>
              <a:buFont typeface="Arial"/>
              <a:buNone/>
            </a:pPr>
            <a:r>
              <a:t/>
            </a:r>
            <a:endParaRPr sz="2000"/>
          </a:p>
          <a:p>
            <a:pPr indent="0" lvl="0" marL="0" rtl="0" algn="l">
              <a:lnSpc>
                <a:spcPct val="100000"/>
              </a:lnSpc>
              <a:spcBef>
                <a:spcPts val="0"/>
              </a:spcBef>
              <a:spcAft>
                <a:spcPts val="0"/>
              </a:spcAft>
              <a:buClr>
                <a:schemeClr val="dk1"/>
              </a:buClr>
              <a:buSzPts val="1100"/>
              <a:buFont typeface="Arial"/>
              <a:buNone/>
            </a:pPr>
            <a:r>
              <a:rPr lang="en-GB" sz="2000"/>
              <a:t>Using a </a:t>
            </a:r>
            <a:r>
              <a:rPr b="1" lang="en-GB" sz="2000"/>
              <a:t>term-to-term</a:t>
            </a:r>
            <a:r>
              <a:rPr lang="en-GB" sz="2000"/>
              <a:t> rule to find higher term numbers in a sequence can be time consuming.</a:t>
            </a:r>
            <a:endParaRPr sz="2000"/>
          </a:p>
          <a:p>
            <a:pPr indent="0" lvl="0" marL="0" rtl="0" algn="l">
              <a:lnSpc>
                <a:spcPct val="100000"/>
              </a:lnSpc>
              <a:spcBef>
                <a:spcPts val="0"/>
              </a:spcBef>
              <a:spcAft>
                <a:spcPts val="0"/>
              </a:spcAft>
              <a:buClr>
                <a:schemeClr val="dk1"/>
              </a:buClr>
              <a:buSzPts val="1100"/>
              <a:buFont typeface="Arial"/>
              <a:buNone/>
            </a:pPr>
            <a:r>
              <a:t/>
            </a:r>
            <a:endParaRPr sz="2000"/>
          </a:p>
          <a:p>
            <a:pPr indent="0" lvl="0" marL="0" rtl="0" algn="l">
              <a:lnSpc>
                <a:spcPct val="100000"/>
              </a:lnSpc>
              <a:spcBef>
                <a:spcPts val="0"/>
              </a:spcBef>
              <a:spcAft>
                <a:spcPts val="0"/>
              </a:spcAft>
              <a:buClr>
                <a:schemeClr val="dk1"/>
              </a:buClr>
              <a:buSzPts val="1100"/>
              <a:buFont typeface="Arial"/>
              <a:buNone/>
            </a:pPr>
            <a:r>
              <a:rPr lang="en-GB" sz="2000"/>
              <a:t>It is possible to describe a sequence using a </a:t>
            </a:r>
            <a:r>
              <a:rPr b="1" lang="en-GB" sz="2000"/>
              <a:t>term-to-term</a:t>
            </a:r>
            <a:r>
              <a:rPr lang="en-GB" sz="2000"/>
              <a:t> rule. This rule may not be unique.</a:t>
            </a:r>
            <a:endParaRPr sz="2000"/>
          </a:p>
        </p:txBody>
      </p:sp>
      <p:sp>
        <p:nvSpPr>
          <p:cNvPr id="1715" name="Google Shape;1715;p107"/>
          <p:cNvSpPr txBox="1"/>
          <p:nvPr>
            <p:ph type="title"/>
          </p:nvPr>
        </p:nvSpPr>
        <p:spPr>
          <a:xfrm>
            <a:off x="1684800" y="157525"/>
            <a:ext cx="5741400" cy="382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Generating a sequence using a term to term rule</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9" name="Shape 1719"/>
        <p:cNvGrpSpPr/>
        <p:nvPr/>
      </p:nvGrpSpPr>
      <p:grpSpPr>
        <a:xfrm>
          <a:off x="0" y="0"/>
          <a:ext cx="0" cy="0"/>
          <a:chOff x="0" y="0"/>
          <a:chExt cx="0" cy="0"/>
        </a:xfrm>
      </p:grpSpPr>
      <p:sp>
        <p:nvSpPr>
          <p:cNvPr id="1720" name="Google Shape;1720;p108"/>
          <p:cNvSpPr txBox="1"/>
          <p:nvPr>
            <p:ph idx="1" type="subTitle"/>
          </p:nvPr>
        </p:nvSpPr>
        <p:spPr>
          <a:xfrm>
            <a:off x="661775" y="1129425"/>
            <a:ext cx="7351200" cy="2358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 Oak National Academy 2023.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Produced in partnership with Mathematics in Education and Industry.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Licensed on the </a:t>
            </a:r>
            <a:r>
              <a:rPr lang="en-GB" u="sng">
                <a:solidFill>
                  <a:schemeClr val="hlink"/>
                </a:solidFill>
                <a:hlinkClick r:id="rId3"/>
              </a:rPr>
              <a:t>Open Government Licence v3.0</a:t>
            </a:r>
            <a:r>
              <a:rPr lang="en-GB"/>
              <a:t>, except where otherwise stated. See </a:t>
            </a:r>
            <a:r>
              <a:rPr lang="en-GB" u="sng">
                <a:solidFill>
                  <a:schemeClr val="accent2"/>
                </a:solidFill>
                <a:hlinkClick r:id="rId4">
                  <a:extLst>
                    <a:ext uri="{A12FA001-AC4F-418D-AE19-62706E023703}">
                      <ahyp:hlinkClr val="tx"/>
                    </a:ext>
                  </a:extLst>
                </a:hlinkClick>
              </a:rPr>
              <a:t>Oak terms and conditions</a:t>
            </a:r>
            <a:r>
              <a:rPr lang="en-GB"/>
              <a:t>.</a:t>
            </a:r>
            <a:endParaRPr/>
          </a:p>
        </p:txBody>
      </p:sp>
      <p:pic>
        <p:nvPicPr>
          <p:cNvPr id="1721" name="Google Shape;1721;p108"/>
          <p:cNvPicPr preferRelativeResize="0"/>
          <p:nvPr/>
        </p:nvPicPr>
        <p:blipFill>
          <a:blip r:embed="rId5">
            <a:alphaModFix/>
          </a:blip>
          <a:stretch>
            <a:fillRect/>
          </a:stretch>
        </p:blipFill>
        <p:spPr>
          <a:xfrm>
            <a:off x="7242100" y="3453600"/>
            <a:ext cx="652800" cy="3264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ak theme - September 2023">
  <a:themeElements>
    <a:clrScheme name="Simple Light">
      <a:dk1>
        <a:srgbClr val="000000"/>
      </a:dk1>
      <a:lt1>
        <a:srgbClr val="FFFFFF"/>
      </a:lt1>
      <a:dk2>
        <a:srgbClr val="808080"/>
      </a:dk2>
      <a:lt2>
        <a:srgbClr val="F0F0F0"/>
      </a:lt2>
      <a:accent1>
        <a:srgbClr val="BEF2BD"/>
      </a:accent1>
      <a:accent2>
        <a:srgbClr val="374CF1"/>
      </a:accent2>
      <a:accent3>
        <a:srgbClr val="D02AA7"/>
      </a:accent3>
      <a:accent4>
        <a:srgbClr val="845AD9"/>
      </a:accent4>
      <a:accent5>
        <a:srgbClr val="037B7D"/>
      </a:accent5>
      <a:accent6>
        <a:srgbClr val="C63D01"/>
      </a:accent6>
      <a:hlink>
        <a:srgbClr val="374CF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