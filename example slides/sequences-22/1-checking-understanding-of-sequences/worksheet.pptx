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B4F0221-7EA0-4B22-A61B-5565B97A72EB}">
  <a:tblStyle styleId="{EB4F0221-7EA0-4B22-A61B-5565B97A72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sequences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5925" y="1774600"/>
            <a:ext cx="6554100" cy="31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pupils are making number patterns from a rule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says any number, Andeep adds a number to it. Each pupil then adds the same number Andeep added. For each question,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Aisha says 6 and Andeep says 10, what will Izzy say?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Aisha says 6 and Andeep says 10, what will Sofia say?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5925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Sequences with a constant additive pattern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367" y="1966959"/>
            <a:ext cx="475439" cy="4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429" y="1980128"/>
            <a:ext cx="336379" cy="433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0884" y="2063819"/>
            <a:ext cx="310278" cy="3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8491" y="2038541"/>
            <a:ext cx="310277" cy="38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934" y="1985598"/>
            <a:ext cx="265975" cy="5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3333167" y="2441490"/>
            <a:ext cx="6006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928128" y="2441490"/>
            <a:ext cx="707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5925" y="2441490"/>
            <a:ext cx="64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225608" y="2441490"/>
            <a:ext cx="707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630647" y="2441490"/>
            <a:ext cx="707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491906" y="2441490"/>
            <a:ext cx="5979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209988" y="2441490"/>
            <a:ext cx="70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987780" y="2441490"/>
            <a:ext cx="5859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78872" y="2441490"/>
            <a:ext cx="70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792164" y="2441490"/>
            <a:ext cx="7044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08236" y="2046091"/>
            <a:ext cx="339272" cy="38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72081" y="2021724"/>
            <a:ext cx="343284" cy="449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26277" y="2023715"/>
            <a:ext cx="330217" cy="380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19434" y="2002359"/>
            <a:ext cx="343286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88583" y="2023710"/>
            <a:ext cx="300015" cy="43204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65925" y="4603925"/>
            <a:ext cx="6624000" cy="43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After a different starting number Sam says 17 and Alex says 19. What did Aisha say?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Aisha says 4 to start and Jun says 40 What will Lucas say?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starts with 10, only Lucas’ number is another integer, what could Andeep have said?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2" name="Google Shape;19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sequences</a:t>
            </a:r>
            <a:endParaRPr/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Sort these sequences into the correct column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Sequences with a constant multiplicative pattern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468000" y="1665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{EB4F0221-7EA0-4B22-A61B-5565B97A72EB}</a:tableStyleId>
              </a:tblPr>
              <a:tblGrid>
                <a:gridCol w="3312000"/>
                <a:gridCol w="3312000"/>
              </a:tblGrid>
              <a:tr h="434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additive relationship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multiplicative relationship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34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468000" y="5619404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numbers in these sequences with constant multiplicative patterns.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6022892"/>
            <a:ext cx="39960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6, 12, 24,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5, 30,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1080, …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160, 80, 40,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0.3, -3, 30,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780000" y="6022904"/>
            <a:ext cx="3312000" cy="3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21, 63, 189,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 1, 0.2, 0.04,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8, 160,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,64 000,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6, 8,      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 descr="&lt;math xmlns=&quot;http://www.w3.org/1998/Math/MathML&quot; display=&quot;block&quot; data-is-equatio=&quot;1&quot; data-latex=&quot;\frac{32}{3}&quot;&gt;&lt;mfrac&gt;&lt;mn&gt;32&lt;/mn&gt;&lt;mn&gt;3&lt;/mn&gt;&lt;/mfrac&gt;&lt;/math&gt;" title="32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266" y="7958857"/>
            <a:ext cx="201044" cy="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66825" y="4104327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10, 15, 20,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6825" y="4458027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2, 4, 8,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6825" y="4811450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30, 300, 3000,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2217025" y="4143652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5.7, 8.1, 10.5, 12.9,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217025" y="4458027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48, 24, 12, 6,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217025" y="4811452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1.5, 0.5, -0.5, -1.5,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545625" y="4163452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-6, 12, -24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545625" y="4477827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48, 90, 132,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545625" y="4831252"/>
            <a:ext cx="25632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0.5, 1.5, 4.5, 13.5,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2023-12-08T09:31:52.391</cp:lastPrinted>
  <dcterms:created xsi:type="dcterms:W3CDTF">2023-12-08T09:31:52Z</dcterms:created>
  <dcterms:modified xsi:type="dcterms:W3CDTF">2023-12-08T09:34:51Z</dcterms:modified>
</cp:coreProperties>
</file>