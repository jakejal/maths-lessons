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BE87096-5E47-44F3-B34B-E53EE8171C7E}">
  <a:tblStyle styleId="{3BE87096-5E47-44F3-B34B-E53EE8171C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5925" y="1774600"/>
            <a:ext cx="6554100" cy="7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pupils are making number patterns from a rule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says any number, Andeep adds a number to it. Each pupil then adds the same number Andeep added. For each question,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Aisha says 6 and Andeep says 10, what will Izzy say?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Aisha says 6 and Andeep says 10, what will Sofia say?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different starting number Sam says 17 and Alex says 19. What did Aisha say?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Aisha says 4 to start and Jun says 40 What will Lucas say?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starts with 10, only Lucas’ number is another integer, what could Andeep have said?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5925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Sequences with a constant additive pattern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367" y="1966959"/>
            <a:ext cx="475439" cy="4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429" y="1980128"/>
            <a:ext cx="336379" cy="433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0884" y="2063819"/>
            <a:ext cx="310278" cy="3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8491" y="2038541"/>
            <a:ext cx="310277" cy="38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934" y="1985598"/>
            <a:ext cx="265975" cy="5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3333167" y="2441490"/>
            <a:ext cx="6006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928128" y="2441490"/>
            <a:ext cx="707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5925" y="2441490"/>
            <a:ext cx="64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225608" y="2441490"/>
            <a:ext cx="707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630647" y="2441490"/>
            <a:ext cx="707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491906" y="2441490"/>
            <a:ext cx="5979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209988" y="2441490"/>
            <a:ext cx="70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987780" y="2441490"/>
            <a:ext cx="5859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578872" y="2441490"/>
            <a:ext cx="70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792164" y="2441490"/>
            <a:ext cx="70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08236" y="2046091"/>
            <a:ext cx="339272" cy="38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72081" y="2021724"/>
            <a:ext cx="343284" cy="449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26277" y="2023715"/>
            <a:ext cx="330217" cy="380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19434" y="2002359"/>
            <a:ext cx="343286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88583" y="2023710"/>
            <a:ext cx="300015" cy="4320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537900" y="3633050"/>
            <a:ext cx="6554100" cy="44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Izzy will say 14 as Andeep added 4 to Aisha’s number and 10 + 4 = 14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Sophia will say 42 as 4 will have been added another 8 times after Andeep says 10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Aisha said 3. Each pupil is adding 2. Subtracting 2 seven times from 17 is 3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Lucas says 49. A number has to be added 4 times to get from Aisha to Jun. The difference between their numbers is 36 so each pupil adds 9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Andeep could have added any number which is a multiple of 0.2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10 + 0.4 = 10.4 or 10 + 5.6 = 15.6 or 10 + 3.2 = 13.2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5 additions between Aisha and Lucas if Lucas said 11 then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÷ 5 = 0.2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If Lucas said 12 then 2 ÷ 5 = 0.4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2" name="Google Shape;20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understanding of sequences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Sort these sequences into the correct column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Sequences with a constant multiplicative pattern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" name="Google Shape;207;p21"/>
          <p:cNvGraphicFramePr>
            <a:graphicFrameLocks noGrp="1"/>
          </p:cNvGraphicFramePr>
          <p:nvPr/>
        </p:nvGraphicFramePr>
        <p:xfrm>
          <a:off x="468000" y="1665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{3BE87096-5E47-44F3-B34B-E53EE8171C7E}</a:tableStyleId>
              </a:tblPr>
              <a:tblGrid>
                <a:gridCol w="3312000"/>
                <a:gridCol w="3312000"/>
              </a:tblGrid>
              <a:tr h="434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additive relationship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multiplicative relationship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34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544200" y="2096273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10, 15, 20,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873925" y="2110939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2, 4, 8,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873925" y="2448481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3, 30, 300, 3000,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44200" y="2492902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5.7, 8.1, 10.5, 12.9,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873925" y="2786022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48, 24, 12, 6,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44200" y="2889531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1.5, 0.5, -0.5, -1.5,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873925" y="3123563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3, -6, 12, -24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44200" y="3286160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6, 48, 90, 132,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873925" y="3461104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0.5, 1.5, 4.5, 13.5 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41244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numbers in these sequences with constant multiplicative patterns.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4527888"/>
            <a:ext cx="39960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6, 12, 24,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5, 30,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1080, …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160, 80, 40,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0.3, -3, 30,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-300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780000" y="4527900"/>
            <a:ext cx="3312000" cy="3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21, 63, 189,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 1, 0.2, 0.04,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8, 160,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,64 000,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6, 8,      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 descr="&lt;math xmlns=&quot;http://www.w3.org/1998/Math/MathML&quot; display=&quot;block&quot; data-is-equatio=&quot;1&quot; data-latex=&quot;\frac{32}{3}&quot;&gt;&lt;mfrac&gt;&lt;mn&gt;32&lt;/mn&gt;&lt;mn&gt;3&lt;/mn&gt;&lt;/mfrac&gt;&lt;/math&gt;" title="32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8833" y="6463853"/>
            <a:ext cx="201044" cy="3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2023-12-08T09:34:43.790</cp:lastPrinted>
  <dcterms:created xsi:type="dcterms:W3CDTF">2023-12-08T09:34:43Z</dcterms:created>
  <dcterms:modified xsi:type="dcterms:W3CDTF">2023-12-08T09:34:53Z</dcterms:modified>
</cp:coreProperties>
</file>