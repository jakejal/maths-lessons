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A21DD59-4D9C-41C4-A316-6EBEE5AE6575}">
  <a:tblStyle styleId="{2A21DD59-4D9C-41C4-A316-6EBEE5AE65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" name="Shape 185"/>
        <p:cNvGrpSpPr/>
        <p:nvPr/>
      </p:nvGrpSpPr>
      <p:grpSpPr>
        <a:xfrm>
          <a:off x="0" y="0"/>
          <a:ext cx="0" cy="0"/>
        </a:xfrm>
      </p:grpSpPr>
      <p:sp>
        <p:nvSpPr>
          <p:cNvPr id="186" name="Google Shape;18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1.png" /><Relationship Id="rId11" Type="http://schemas.openxmlformats.org/officeDocument/2006/relationships/image" Target="../media/image22.png" /><Relationship Id="rId12" Type="http://schemas.openxmlformats.org/officeDocument/2006/relationships/image" Target="../media/image23.png" /><Relationship Id="rId13" Type="http://schemas.openxmlformats.org/officeDocument/2006/relationships/image" Target="../media/image24.png" /><Relationship Id="rId14" Type="http://schemas.openxmlformats.org/officeDocument/2006/relationships/image" Target="../media/image25.png" /><Relationship Id="rId15" Type="http://schemas.openxmlformats.org/officeDocument/2006/relationships/image" Target="../media/image26.png" /><Relationship Id="rId16" Type="http://schemas.openxmlformats.org/officeDocument/2006/relationships/image" Target="../media/image27.png" /><Relationship Id="rId17" Type="http://schemas.openxmlformats.org/officeDocument/2006/relationships/image" Target="../media/image28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4.png" /><Relationship Id="rId4" Type="http://schemas.openxmlformats.org/officeDocument/2006/relationships/image" Target="../media/image15.png" /><Relationship Id="rId5" Type="http://schemas.openxmlformats.org/officeDocument/2006/relationships/image" Target="../media/image16.png" /><Relationship Id="rId6" Type="http://schemas.openxmlformats.org/officeDocument/2006/relationships/image" Target="../media/image17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9" Type="http://schemas.openxmlformats.org/officeDocument/2006/relationships/image" Target="../media/image2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pic>
        <p:nvPicPr>
          <p:cNvPr id="161" name="Google Shape;161;p20" descr="&lt;math xmlns=&quot;http://www.w3.org/1998/Math/MathML&quot; data-is-equatio=&quot;1&quot; data-equatio-url=&quot;https://equatio-api.texthelp.com/desmos/get/27-10-2023/5bead8b2-77db-4926-88a1-195d106632b4&quot; data-equatio-type=&quot;desmos&quot;&gt;&lt;mglyph src=&quot;https://equatio-api.texthelp.com/desmos/get/27-10-2023/5bead8b2-77db-4926-88a1-195d106632b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6658" t="20038" r="52068" b="20953"/>
          <a:stretch>
            <a:fillRect/>
          </a:stretch>
        </p:blipFill>
        <p:spPr>
          <a:xfrm>
            <a:off x="5580629" y="2108006"/>
            <a:ext cx="1255500" cy="261194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sequences graphically</a:t>
            </a:r>
            <a:endParaRPr/>
          </a:p>
        </p:txBody>
      </p:sp>
      <p:sp>
        <p:nvSpPr>
          <p:cNvPr id="163" name="Google Shape;163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800775"/>
            <a:ext cx="5382300" cy="7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and plot the first five terms of these arithmetic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463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Plotting arithmetic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467998" y="2657391"/>
          <a:ext cx="3336475" cy="769200"/>
        </p:xfrm>
        <a:graphic>
          <a:graphicData uri="http://schemas.openxmlformats.org/drawingml/2006/table">
            <a:tbl>
              <a:tblPr>
                <a:noFill/>
                <a:tableStyleId>{2A21DD59-4D9C-41C4-A316-6EBEE5AE6575}</a:tableStyleId>
              </a:tblPr>
              <a:tblGrid>
                <a:gridCol w="1639100"/>
                <a:gridCol w="339475"/>
                <a:gridCol w="339475"/>
                <a:gridCol w="339475"/>
                <a:gridCol w="339475"/>
                <a:gridCol w="339475"/>
              </a:tblGrid>
              <a:tr h="392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7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-6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-3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7" name="Google Shape;167;p20"/>
          <p:cNvSpPr txBox="1"/>
          <p:nvPr/>
        </p:nvSpPr>
        <p:spPr>
          <a:xfrm>
            <a:off x="5666418" y="4694581"/>
            <a:ext cx="10839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 rot="-5400000">
            <a:off x="4878901" y="2579606"/>
            <a:ext cx="10839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 descr="&lt;math xmlns=&quot;http://www.w3.org/1998/Math/MathML&quot; display=&quot;block&quot; data-is-equatio=&quot;1&quot; data-latex=&quot;3n-9&quot;&gt;&lt;mn&gt;3&lt;/mn&gt;&lt;mi&gt;n&lt;/mi&gt;&lt;mo&gt;−&lt;/mo&gt;&lt;mn&gt;9&lt;/mn&gt;&lt;/math&gt;" title="3 n minus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899" y="2143730"/>
            <a:ext cx="720649" cy="2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468000" y="2148475"/>
            <a:ext cx="3654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666299" y="7859150"/>
            <a:ext cx="14181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 rot="-5400000">
            <a:off x="4648553" y="5543273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 descr="&lt;math xmlns=&quot;http://www.w3.org/1998/Math/MathML&quot; display=&quot;block&quot; data-is-equatio=&quot;1&quot; data-latex=&quot;3-n&quot;&gt;&lt;mn&gt;3&lt;/mn&gt;&lt;mo&gt;−&lt;/mo&gt;&lt;mi&gt;n&lt;/mi&gt;&lt;/math&gt;" title="3 minus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899" y="5324241"/>
            <a:ext cx="583328" cy="201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4" name="Google Shape;174;p20"/>
          <p:cNvGraphicFramePr>
            <a:graphicFrameLocks noGrp="1"/>
          </p:cNvGraphicFramePr>
          <p:nvPr/>
        </p:nvGraphicFramePr>
        <p:xfrm>
          <a:off x="468010" y="5767491"/>
          <a:ext cx="3336450" cy="769200"/>
        </p:xfrm>
        <a:graphic>
          <a:graphicData uri="http://schemas.openxmlformats.org/drawingml/2006/table">
            <a:tbl>
              <a:tblPr>
                <a:noFill/>
                <a:tableStyleId>{2A21DD59-4D9C-41C4-A316-6EBEE5AE6575}</a:tableStyleId>
              </a:tblPr>
              <a:tblGrid>
                <a:gridCol w="1639075"/>
                <a:gridCol w="339475"/>
                <a:gridCol w="339475"/>
                <a:gridCol w="339475"/>
                <a:gridCol w="339475"/>
                <a:gridCol w="339475"/>
              </a:tblGrid>
              <a:tr h="392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7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-2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468000" y="5346000"/>
            <a:ext cx="3654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8228175"/>
            <a:ext cx="66240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sequences to their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 descr="&lt;math xmlns=&quot;http://www.w3.org/1998/Math/MathML&quot; display=&quot;block&quot; data-is-equatio=&quot;1&quot; data-latex=&quot;4n+10&quot;&gt;&lt;mn&gt;4&lt;/mn&gt;&lt;mi&gt;n&lt;/mi&gt;&lt;mo&gt;+&lt;/mo&gt;&lt;mn&gt;10&lt;/mn&gt;&lt;/math&gt;" title="4 n plus 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8575" y="8228175"/>
            <a:ext cx="823652" cy="19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&lt;math xmlns=&quot;http://www.w3.org/1998/Math/MathML&quot; display=&quot;block&quot; data-is-equatio=&quot;1&quot; data-latex=&quot;4n-10&quot;&gt;&lt;mn&gt;4&lt;/mn&gt;&lt;mi&gt;n&lt;/mi&gt;&lt;mo&gt;−&lt;/mo&gt;&lt;mn&gt;10&lt;/mn&gt;&lt;/math&gt;" title="4 n minus 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8249" y="8232027"/>
            <a:ext cx="823652" cy="190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&lt;math xmlns=&quot;http://www.w3.org/1998/Math/MathML&quot; display=&quot;block&quot; data-is-equatio=&quot;1&quot; data-latex=&quot;10-4n&quot;&gt;&lt;mn&gt;10&lt;/mn&gt;&lt;mo&gt;−&lt;/mo&gt;&lt;mn&gt;4&lt;/mn&gt;&lt;mi&gt;n&lt;/mi&gt;&lt;/math&gt;" title="10 minus 4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92119" y="8239102"/>
            <a:ext cx="796499" cy="190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&lt;math xmlns=&quot;http://www.w3.org/1998/Math/MathML&quot; data-is-equatio=&quot;1&quot; data-equatio-url=&quot;https://equatio-api.texthelp.com/desmos/get/27-10-2023/b19c4c36-dfd5-4798-9c10-63efc74abb3f&quot; data-equatio-type=&quot;desmos&quot;&gt;&lt;mglyph src=&quot;https://equatio-api.texthelp.com/desmos/get/27-10-2023/b19c4c36-dfd5-4798-9c10-63efc74abb3f&quot; alt=&quot;Equatio Desmos Graph&quot;/&gt;&lt;/math&gt;" title="Equatio Desmos Graph"/>
          <p:cNvPicPr preferRelativeResize="0"/>
          <p:nvPr/>
        </p:nvPicPr>
        <p:blipFill>
          <a:blip r:embed="rId9">
            <a:alphaModFix/>
          </a:blip>
          <a:srcRect l="26937" r="59757" b="21580"/>
          <a:stretch>
            <a:fillRect/>
          </a:stretch>
        </p:blipFill>
        <p:spPr>
          <a:xfrm>
            <a:off x="1298236" y="8648670"/>
            <a:ext cx="342670" cy="1218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&lt;math xmlns=&quot;http://www.w3.org/1998/Math/MathML&quot; data-is-equatio=&quot;1&quot; data-equatio-url=&quot;https://equatio-api.texthelp.com/desmos/get/27-10-2023/1e688b38-da20-419c-bf71-4cfaac09d968&quot; data-equatio-type=&quot;desmos&quot;&gt;&lt;mglyph src=&quot;https://equatio-api.texthelp.com/desmos/get/27-10-2023/1e688b38-da20-419c-bf71-4cfaac09d968&quot; alt=&quot;Equatio Desmos Graph&quot;/&gt;&lt;/math&gt;" title="Equatio Desmos Graph"/>
          <p:cNvPicPr preferRelativeResize="0"/>
          <p:nvPr/>
        </p:nvPicPr>
        <p:blipFill>
          <a:blip r:embed="rId10">
            <a:alphaModFix/>
          </a:blip>
          <a:srcRect l="27541" t="39353" r="60311"/>
          <a:stretch>
            <a:fillRect/>
          </a:stretch>
        </p:blipFill>
        <p:spPr>
          <a:xfrm>
            <a:off x="3624418" y="8648671"/>
            <a:ext cx="386702" cy="1218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ata-is-equatio=&quot;1&quot; data-equatio-url=&quot;https://equatio-api.texthelp.com/desmos/get/27-10-2023/9694d722-9f5b-4668-877c-ecdc06cbad13&quot; data-equatio-type=&quot;desmos&quot;&gt;&lt;mglyph src=&quot;https://equatio-api.texthelp.com/desmos/get/27-10-2023/9694d722-9f5b-4668-877c-ecdc06cbad13&quot; alt=&quot;Equatio Desmos Graph&quot;/&gt;&lt;/math&gt;" title="Equatio Desmos Graph"/>
          <p:cNvPicPr preferRelativeResize="0"/>
          <p:nvPr/>
        </p:nvPicPr>
        <p:blipFill>
          <a:blip r:embed="rId11">
            <a:alphaModFix/>
          </a:blip>
          <a:srcRect l="27544" t="43601" r="60309"/>
          <a:stretch>
            <a:fillRect/>
          </a:stretch>
        </p:blipFill>
        <p:spPr>
          <a:xfrm>
            <a:off x="5994646" y="8648675"/>
            <a:ext cx="386702" cy="12182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0"/>
          <p:cNvCxnSpPr/>
          <p:nvPr/>
        </p:nvCxnSpPr>
        <p:spPr>
          <a:xfrm>
            <a:off x="4637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4" name="Google Shape;184;p20" descr="&lt;math xmlns=&quot;http://www.w3.org/1998/Math/MathML&quot; data-is-equatio=&quot;1&quot; data-equatio-url=&quot;https://equatio-api.texthelp.com/desmos/get/27-10-2023/5bead8b2-77db-4926-88a1-195d106632b4&quot; data-equatio-type=&quot;desmos&quot;&gt;&lt;mglyph src=&quot;https://equatio-api.texthelp.com/desmos/get/27-10-2023/5bead8b2-77db-4926-88a1-195d106632b4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6658" t="20038" r="52068" b="20953"/>
          <a:stretch>
            <a:fillRect/>
          </a:stretch>
        </p:blipFill>
        <p:spPr>
          <a:xfrm>
            <a:off x="5580629" y="5168093"/>
            <a:ext cx="1255500" cy="2611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" name="Shape 188"/>
        <p:cNvGrpSpPr/>
        <p:nvPr/>
      </p:nvGrpSpPr>
      <p:grpSpPr>
        <a:xfrm>
          <a:off x="0" y="0"/>
          <a:ext cx="0" cy="0"/>
        </a:xfrm>
      </p:grpSpPr>
      <p:sp>
        <p:nvSpPr>
          <p:cNvPr id="189" name="Google Shape;18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0" name="Google Shape;19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Representing sequences graphically</a:t>
            </a:r>
            <a:endParaRPr/>
          </a:p>
        </p:txBody>
      </p:sp>
      <p:sp>
        <p:nvSpPr>
          <p:cNvPr id="191" name="Google Shape;19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8000" y="1055625"/>
            <a:ext cx="66240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Match these arithmetic sequences to the correct plotting.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Features of sequences represented graphically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68000" y="1756628"/>
            <a:ext cx="37284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a few sentences explaining how you identified each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" name="Google Shape;196;p21" descr="&lt;math xmlns=&quot;http://www.w3.org/1998/Math/MathML&quot; data-is-equatio=&quot;1&quot; data-equatio-url=&quot;https://equatio-api.texthelp.com/desmos/get/30-10-2023/f0b600bf-d2ad-49f1-b773-4d2ab035404d&quot; data-equatio-type=&quot;desmos&quot;&gt;&lt;mglyph src=&quot;https://equatio-api.texthelp.com/desmos/get/30-10-2023/f0b600bf-d2ad-49f1-b773-4d2ab035404d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20362" r="60634"/>
          <a:stretch>
            <a:fillRect/>
          </a:stretch>
        </p:blipFill>
        <p:spPr>
          <a:xfrm>
            <a:off x="5942522" y="1271473"/>
            <a:ext cx="549592" cy="225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&lt;math xmlns=&quot;http://www.w3.org/1998/Math/MathML&quot; display=&quot;block&quot; data-is-equatio=&quot;1&quot; data-latex=&quot;\frac{3}{2}n&quot;&gt;&lt;mfrac&gt;&lt;mn&gt;3&lt;/mn&gt;&lt;mn&gt;2&lt;/mn&gt;&lt;/mfrac&gt;&lt;mi&gt;n&lt;/mi&gt;&lt;/math&gt;" title="three halves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329" y="1278602"/>
            <a:ext cx="198280" cy="335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&lt;math xmlns=&quot;http://www.w3.org/1998/Math/MathML&quot; data-is-equatio=&quot;1&quot; data-equatio-url=&quot;https://equatio-api.texthelp.com/desmos/get/30-10-2023/9fbd6101-5a6c-4a45-8db3-ebf2d6892569&quot; data-equatio-type=&quot;desmos&quot;&gt;&lt;mglyph src=&quot;https://equatio-api.texthelp.com/desmos/get/30-10-2023/9fbd6101-5a6c-4a45-8db3-ebf2d6892569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21776" t="10498" r="61523"/>
          <a:stretch>
            <a:fillRect/>
          </a:stretch>
        </p:blipFill>
        <p:spPr>
          <a:xfrm>
            <a:off x="4452474" y="1485654"/>
            <a:ext cx="616252" cy="2034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&lt;math xmlns=&quot;http://www.w3.org/1998/Math/MathML&quot; display=&quot;block&quot; data-is-equatio=&quot;1&quot; data-latex=&quot;\frac{3}{2}n+\frac{11}{2}&quot;&gt;&lt;mfrac&gt;&lt;mn&gt;3&lt;/mn&gt;&lt;mn&gt;2&lt;/mn&gt;&lt;/mfrac&gt;&lt;mi&gt;n&lt;/mi&gt;&lt;mo&gt;+&lt;/mo&gt;&lt;mfrac&gt;&lt;mn&gt;11&lt;/mn&gt;&lt;mn&gt;2&lt;/mn&gt;&lt;/mfrac&gt;&lt;/math&gt;" title="three halves n plus eleven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3569" y="1278599"/>
            <a:ext cx="587494" cy="335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&lt;math xmlns=&quot;http://www.w3.org/1998/Math/MathML&quot; display=&quot;block&quot; data-is-equatio=&quot;1&quot; data-latex=&quot;3n&quot;&gt;&lt;mn&gt;3&lt;/mn&gt;&lt;mi&gt;n&lt;/mi&gt;&lt;/math&gt;" title="3 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010" y="1387355"/>
            <a:ext cx="159263" cy="11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&lt;math xmlns=&quot;http://www.w3.org/1998/Math/MathML&quot; display=&quot;block&quot; data-is-equatio=&quot;1&quot; data-latex=&quot;3n-10&quot;&gt;&lt;mn&gt;3&lt;/mn&gt;&lt;mi&gt;n&lt;/mi&gt;&lt;mo&gt;−&lt;/mo&gt;&lt;mn&gt;10&lt;/mn&gt;&lt;/math&gt;" title="3 n minus 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24935" y="1380980"/>
            <a:ext cx="563790" cy="13059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468000" y="3948275"/>
            <a:ext cx="50193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Izzy has plotted the sequence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4293875"/>
            <a:ext cx="3312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term number is wrong? Write a sentence to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 descr="&lt;math xmlns=&quot;http://www.w3.org/1998/Math/MathML&quot; data-is-equatio=&quot;1&quot; data-equatio-url=&quot;https://equatio-api.texthelp.com/desmos/get/30-10-2023/43dc25a8-948e-428b-9c7c-5c9879f38564&quot; data-equatio-type=&quot;desmos&quot;&gt;&lt;mglyph src=&quot;https://equatio-api.texthelp.com/desmos/get/30-10-2023/43dc25a8-948e-428b-9c7c-5c9879f38564&quot; alt=&quot;Equatio Desmos Graph&quot;/&gt;&lt;/math&gt;" title="Equatio Desmos Graph"/>
          <p:cNvPicPr preferRelativeResize="0"/>
          <p:nvPr/>
        </p:nvPicPr>
        <p:blipFill>
          <a:blip r:embed="rId9">
            <a:alphaModFix/>
          </a:blip>
          <a:srcRect l="10688" t="24981" r="34946" b="22590"/>
          <a:stretch>
            <a:fillRect/>
          </a:stretch>
        </p:blipFill>
        <p:spPr>
          <a:xfrm>
            <a:off x="4473881" y="3839425"/>
            <a:ext cx="2162730" cy="156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flipH="1">
            <a:off x="3505201" y="4248994"/>
            <a:ext cx="549599" cy="531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&lt;math xmlns=&quot;http://www.w3.org/1998/Math/MathML&quot; display=&quot;block&quot; data-is-equatio=&quot;1&quot; data-latex=&quot;5-\frac{5}{7}n&quot;&gt;&lt;mn&gt;5&lt;/mn&gt;&lt;mo&gt;−&lt;/mo&gt;&lt;mfrac&gt;&lt;mn&gt;5&lt;/mn&gt;&lt;mn&gt;7&lt;/mn&gt;&lt;/mfrac&gt;&lt;mi&gt;n&lt;/mi&gt;&lt;/math&gt;" title="5 minus five sevenths n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42948" y="3839435"/>
            <a:ext cx="550525" cy="38826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987584" y="4563558"/>
            <a:ext cx="146640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 rot="-5400000">
            <a:off x="3604464" y="4050950"/>
            <a:ext cx="138930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68000" y="5686500"/>
            <a:ext cx="60603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a) Sofia has started to draw the structure of the arithmetic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Finish her diagram for her.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flipH="1">
            <a:off x="5197226" y="7004088"/>
            <a:ext cx="483299" cy="53615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463023" y="6239475"/>
            <a:ext cx="4782600" cy="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Write a sentence explaining why this structure represents the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2" name="Google Shape;212;p21" descr="&lt;math xmlns=&quot;http://www.w3.org/1998/Math/MathML&quot; data-is-equatio=&quot;1&quot; data-equatio-url=&quot;https://equatio-api.texthelp.com/desmos/get/30-10-2023/aab6d9f8-934e-404e-8653-a8856558ebe4&quot; data-equatio-type=&quot;desmos&quot;&gt;&lt;mglyph src=&quot;https://equatio-api.texthelp.com/desmos/get/30-10-2023/aab6d9f8-934e-404e-8653-a8856558ebe4&quot; alt=&quot;Equatio Desmos Graph&quot;/&gt;&lt;/math&gt;" title="Equatio Desmos Graph"/>
          <p:cNvPicPr preferRelativeResize="0"/>
          <p:nvPr/>
        </p:nvPicPr>
        <p:blipFill>
          <a:blip r:embed="rId13">
            <a:alphaModFix/>
          </a:blip>
          <a:srcRect l="29947" t="21392" r="53068" b="21879"/>
          <a:stretch>
            <a:fillRect/>
          </a:stretch>
        </p:blipFill>
        <p:spPr>
          <a:xfrm>
            <a:off x="5942526" y="5859627"/>
            <a:ext cx="964962" cy="20244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21"/>
          <p:cNvGrpSpPr/>
          <p:nvPr/>
        </p:nvGrpSpPr>
        <p:grpSpPr>
          <a:xfrm>
            <a:off x="6114260" y="7007986"/>
            <a:ext cx="103017" cy="221423"/>
            <a:chOff x="2772127" y="3611285"/>
            <a:chExt cx="605624" cy="1200123"/>
          </a:xfrm>
        </p:grpSpPr>
        <p:pic>
          <p:nvPicPr>
            <p:cNvPr id="214" name="Google Shape;214;p21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772127" y="420482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21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772127" y="3611285"/>
              <a:ext cx="605624" cy="60658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21"/>
          <p:cNvSpPr txBox="1"/>
          <p:nvPr/>
        </p:nvSpPr>
        <p:spPr>
          <a:xfrm>
            <a:off x="5956661" y="7716431"/>
            <a:ext cx="1241400" cy="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 rot="-5400000">
            <a:off x="5035450" y="6588881"/>
            <a:ext cx="15456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8" name="Google Shape;218;p21"/>
          <p:cNvGrpSpPr/>
          <p:nvPr/>
        </p:nvGrpSpPr>
        <p:grpSpPr>
          <a:xfrm>
            <a:off x="6113075" y="7255949"/>
            <a:ext cx="102985" cy="510425"/>
            <a:chOff x="6754794" y="2647503"/>
            <a:chExt cx="244620" cy="1212411"/>
          </a:xfrm>
        </p:grpSpPr>
        <p:pic>
          <p:nvPicPr>
            <p:cNvPr id="219" name="Google Shape;219;p21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6754794" y="3614873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1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6754794" y="3368616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1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6754794" y="3122359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1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6754794" y="2876103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1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6754794" y="2647503"/>
              <a:ext cx="244620" cy="2450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4" name="Google Shape;224;p21"/>
          <p:cNvPicPr preferRelativeResize="0"/>
          <p:nvPr/>
        </p:nvPicPr>
        <p:blipFill>
          <a:blip r:embed="rId16">
            <a:alphaModFix/>
          </a:blip>
          <a:srcRect r="57905" b="43690"/>
          <a:stretch>
            <a:fillRect/>
          </a:stretch>
        </p:blipFill>
        <p:spPr>
          <a:xfrm flipH="1">
            <a:off x="658025" y="8436805"/>
            <a:ext cx="4914350" cy="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463025" y="8110250"/>
            <a:ext cx="66240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the arithmetic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 Laura says…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1070798" y="8536228"/>
            <a:ext cx="44358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know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the arithmetic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so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must be double that. It’s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" name="Google Shape;227;p21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63025" y="8608602"/>
            <a:ext cx="483300" cy="131973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1140975" y="9112850"/>
            <a:ext cx="22791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to Laura why this does work for the arithmetic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but it doesn’t for the sequence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− 21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144444" y="1969070"/>
            <a:ext cx="488100" cy="1833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5149641" y="2471299"/>
            <a:ext cx="488100" cy="1833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6557311" y="1109147"/>
            <a:ext cx="488100" cy="1833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562507" y="2113605"/>
            <a:ext cx="488100" cy="1833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Times New Roman</vt:lpstr>
      <vt:lpstr>simple-light-2</vt:lpstr>
      <vt:lpstr>Representing sequences graphically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2023-12-08T09:35:12.670</cp:lastPrinted>
  <dcterms:created xsi:type="dcterms:W3CDTF">2023-12-08T09:35:12Z</dcterms:created>
  <dcterms:modified xsi:type="dcterms:W3CDTF">2023-12-08T09:38:12Z</dcterms:modified>
</cp:coreProperties>
</file>