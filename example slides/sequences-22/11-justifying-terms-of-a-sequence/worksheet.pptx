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9b8a3cd906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9b8a3cd9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terms of a sequence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74600"/>
            <a:ext cx="6624000" cy="78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Will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 in the arithmetic sequence starting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-6, 2, 10, 18, 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consecutive terms in an arithmetic sequence. Will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12 718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 in the sequence?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Will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 in the arithmetic sequence starting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-6, -1, 4, 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consecutive terms in an arithmetic sequence. Will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12 713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 in the sequence? Justify your answer.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37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Justifying terms of a sequence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/>
        </p:nvSpPr>
        <p:spPr>
          <a:xfrm>
            <a:off x="468000" y="5484075"/>
            <a:ext cx="3878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0.83, 0.72, 0.61, 0.3, 0.39, 0.28, 0.17, 0.06,−0.05,−0.16, …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</a:t>
            </a:r>
            <a:r>
              <a:rPr lang="en-GB"/>
              <a:t> terms of a sequence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7857e73a-f38e-488d-9299-f4f64572cf26&quot; data-equatio-type=&quot;desmos&quot;&gt;&lt;mglyph src=&quot;https://equatio-api.texthelp.com/desmos/get/30-10-2023/7857e73a-f38e-488d-9299-f4f64572cf26&quot; alt=&quot;Equatio Desmos Graph&quot;/&gt;&lt;/math&gt;" id="172" name="Google Shape;172;p21" title="Equatio Desmos Graph"/>
          <p:cNvPicPr preferRelativeResize="0"/>
          <p:nvPr/>
        </p:nvPicPr>
        <p:blipFill rotWithShape="1">
          <a:blip r:embed="rId3">
            <a:alphaModFix/>
          </a:blip>
          <a:srcRect b="19780" l="15634" r="54832" t="17723"/>
          <a:stretch/>
        </p:blipFill>
        <p:spPr>
          <a:xfrm>
            <a:off x="5432897" y="874745"/>
            <a:ext cx="1351158" cy="214428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468000" y="1065300"/>
            <a:ext cx="66240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Sam is asked to continue this arithmetic sequence and plot 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127 850, 135 350, 142 850, …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468000" y="720000"/>
            <a:ext cx="66240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Using a graphical representation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5618600" y="2876622"/>
            <a:ext cx="14733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 rot="-5400000">
            <a:off x="4854125" y="1278108"/>
            <a:ext cx="10113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2" y="1686000"/>
            <a:ext cx="431038" cy="6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468000" y="2405800"/>
            <a:ext cx="30153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127 850, 135 350, 142 850, 150 350, 157 850, 165 350, 178 250, 185 750, 193 250, 200 750, …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1141200" y="1717013"/>
            <a:ext cx="2930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write the below values and plot them.</a:t>
            </a:r>
            <a:endParaRPr i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68000" y="3042000"/>
            <a:ext cx="66240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explaining how you know there has been an error.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 rot="-5400000">
            <a:off x="3844731" y="6745483"/>
            <a:ext cx="12447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f253f373-2f00-46d4-aec6-2543d29d860a&quot; data-equatio-type=&quot;desmos&quot;&gt;&lt;mglyph src=&quot;https://equatio-api.texthelp.com/desmos/get/30-10-2023/f253f373-2f00-46d4-aec6-2543d29d860a&quot; alt=&quot;Equatio Desmos Graph&quot;/&gt;&lt;/math&gt;" id="182" name="Google Shape;182;p21" title="Equatio Desmos Graph"/>
          <p:cNvPicPr preferRelativeResize="0"/>
          <p:nvPr/>
        </p:nvPicPr>
        <p:blipFill rotWithShape="1">
          <a:blip r:embed="rId5">
            <a:alphaModFix/>
          </a:blip>
          <a:srcRect b="34755" l="7900" r="25433" t="37534"/>
          <a:stretch/>
        </p:blipFill>
        <p:spPr>
          <a:xfrm>
            <a:off x="4532023" y="6685043"/>
            <a:ext cx="2303188" cy="71799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468000" y="5033900"/>
            <a:ext cx="66240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graphs to spot the incorrect terms in these arithmetic sequences.</a:t>
            </a:r>
            <a:endParaRPr i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903078" y="6094717"/>
            <a:ext cx="244500" cy="2589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d868a5ab-593d-45d6-bb08-95ff346ff987&quot; data-equatio-type=&quot;desmos&quot;&gt;&lt;mglyph src=&quot;https://equatio-api.texthelp.com/desmos/get/30-10-2023/d868a5ab-593d-45d6-bb08-95ff346ff987&quot; alt=&quot;Equatio Desmos Graph&quot;/&gt;&lt;/math&gt;" id="185" name="Google Shape;185;p21" title="Equatio Desmos Graph"/>
          <p:cNvPicPr preferRelativeResize="0"/>
          <p:nvPr/>
        </p:nvPicPr>
        <p:blipFill rotWithShape="1">
          <a:blip r:embed="rId6">
            <a:alphaModFix/>
          </a:blip>
          <a:srcRect b="38861" l="14812" r="38942" t="34618"/>
          <a:stretch/>
        </p:blipFill>
        <p:spPr>
          <a:xfrm>
            <a:off x="4518320" y="5569925"/>
            <a:ext cx="1880846" cy="80894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4684175" y="6126044"/>
            <a:ext cx="13512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 rot="-5400000">
            <a:off x="3794278" y="5703674"/>
            <a:ext cx="11112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63275" y="6643518"/>
            <a:ext cx="71352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−0.1,−0.85,−0.7,−0.55,−0.4,−0.25,−0.1, 0.35, 0.2, 0.35, …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5634702" y="7043133"/>
            <a:ext cx="13512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6730e407-9f2c-4386-b92d-d2b0088a4cd1&quot; data-equatio-type=&quot;desmos&quot;&gt;&lt;mglyph src=&quot;https://equatio-api.texthelp.com/desmos/get/30-10-2023/6730e407-9f2c-4386-b92d-d2b0088a4cd1&quot; alt=&quot;Equatio Desmos Graph&quot;/&gt;&lt;/math&gt;" id="190" name="Google Shape;190;p21" title="Equatio Desmos Graph"/>
          <p:cNvPicPr preferRelativeResize="0"/>
          <p:nvPr/>
        </p:nvPicPr>
        <p:blipFill rotWithShape="1">
          <a:blip r:embed="rId7">
            <a:alphaModFix/>
          </a:blip>
          <a:srcRect b="33410" l="2712" r="29988" t="37508"/>
          <a:stretch/>
        </p:blipFill>
        <p:spPr>
          <a:xfrm>
            <a:off x="4526906" y="8075211"/>
            <a:ext cx="2334136" cy="75648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336267" y="8603416"/>
            <a:ext cx="15528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 rot="-5400000">
            <a:off x="3816764" y="8056116"/>
            <a:ext cx="11637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5900" y="7833230"/>
            <a:ext cx="4548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,\frac{7}{12},\frac{2}{3},\frac{3}{4},\frac{5}{6},\frac{9}{15},1\ ...&quot;&gt;&lt;mfrac&gt;&lt;mn&gt;1&lt;/mn&gt;&lt;mn&gt;2&lt;/mn&gt;&lt;/mfrac&gt;&lt;mo&gt;,&lt;/mo&gt;&lt;mfrac&gt;&lt;mn&gt;7&lt;/mn&gt;&lt;mn&gt;12&lt;/mn&gt;&lt;/mfrac&gt;&lt;mo&gt;,&lt;/mo&gt;&lt;mfrac&gt;&lt;mn&gt;2&lt;/mn&gt;&lt;mn&gt;3&lt;/mn&gt;&lt;/mfrac&gt;&lt;mo&gt;,&lt;/mo&gt;&lt;mfrac&gt;&lt;mn&gt;3&lt;/mn&gt;&lt;mn&gt;4&lt;/mn&gt;&lt;/mfrac&gt;&lt;mo&gt;,&lt;/mo&gt;&lt;mfrac&gt;&lt;mn&gt;5&lt;/mn&gt;&lt;mn&gt;6&lt;/mn&gt;&lt;/mfrac&gt;&lt;mo&gt;,&lt;/mo&gt;&lt;mfrac&gt;&lt;mn&gt;9&lt;/mn&gt;&lt;mn&gt;15&lt;/mn&gt;&lt;/mfrac&gt;&lt;mo&gt;,&lt;/mo&gt;&lt;mn&gt;1&lt;/mn&gt;&lt;mtext&gt;&lt;/mtext&gt;&lt;mo&gt;.&lt;/mo&gt;&lt;mo&gt;.&lt;/mo&gt;&lt;mo&gt;.&lt;/mo&gt;&lt;/math&gt;" id="194" name="Google Shape;194;p21" title="one half comma 7 over 12 comma two thirds comma three fourths comma five sixths comma 9 over 15 comma 1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3325" y="7888041"/>
            <a:ext cx="2303175" cy="46909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1" name="Google Shape;201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terms of a sequence</a:t>
            </a:r>
            <a:endParaRPr/>
          </a:p>
        </p:txBody>
      </p:sp>
      <p:sp>
        <p:nvSpPr>
          <p:cNvPr id="202" name="Google Shape;202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3420493" y="919977"/>
            <a:ext cx="3676800" cy="52887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462713" y="719994"/>
            <a:ext cx="66240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Laura is asked if the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in the sequence starting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−8, −2, 4, 10, 16,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She says: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642495" y="1367306"/>
            <a:ext cx="454800" cy="59566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3561193" y="933227"/>
            <a:ext cx="342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“I’ll draw a graph and see if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in line”</a:t>
            </a:r>
            <a:endParaRPr sz="1200"/>
          </a:p>
        </p:txBody>
      </p:sp>
      <p:sp>
        <p:nvSpPr>
          <p:cNvPr id="208" name="Google Shape;208;p22"/>
          <p:cNvSpPr txBox="1"/>
          <p:nvPr/>
        </p:nvSpPr>
        <p:spPr>
          <a:xfrm>
            <a:off x="462713" y="1254694"/>
            <a:ext cx="29304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explaining why this might not be the most efficient method to use on this occasion.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2"/>
          <p:cNvCxnSpPr/>
          <p:nvPr/>
        </p:nvCxnSpPr>
        <p:spPr>
          <a:xfrm>
            <a:off x="474757" y="30358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2"/>
          <p:cNvSpPr txBox="1"/>
          <p:nvPr/>
        </p:nvSpPr>
        <p:spPr>
          <a:xfrm>
            <a:off x="468000" y="3524600"/>
            <a:ext cx="60744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and approximation to find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the arithmetic sequence starting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23, 36, 49,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62725" y="3187400"/>
            <a:ext cx="6634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Using the </a:t>
            </a:r>
            <a:r>
              <a:rPr b="1"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462725" y="5283950"/>
            <a:ext cx="6634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the arithmetic sequence starting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−22, −14, −6, 2,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to justify your answer.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457475" y="7805050"/>
            <a:ext cx="52896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−12.75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the arithmetic sequence starting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21.25, 20.9, 20.55, 20.2, …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Fully justify your answer.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