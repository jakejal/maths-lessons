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8A0993C-0374-4F84-847C-54B8A1CD54A5}">
  <a:tblStyle styleId="{88A0993C-0374-4F84-847C-54B8A1CD54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" name="Shape 169"/>
        <p:cNvGrpSpPr/>
        <p:nvPr/>
      </p:nvGrpSpPr>
      <p:grpSpPr>
        <a:xfrm>
          <a:off x="0" y="0"/>
          <a:ext cx="0" cy="0"/>
        </a:xfrm>
      </p:grpSpPr>
      <p:sp>
        <p:nvSpPr>
          <p:cNvPr id="170" name="Google Shape;17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61" name="Google Shape;161;p20"/>
          <p:cNvGraphicFramePr>
            <a:graphicFrameLocks noGrp="1"/>
          </p:cNvGraphicFramePr>
          <p:nvPr/>
        </p:nvGraphicFramePr>
        <p:xfrm>
          <a:off x="461225" y="2665575"/>
          <a:ext cx="6611850" cy="6181500"/>
        </p:xfrm>
        <a:graphic>
          <a:graphicData uri="http://schemas.openxmlformats.org/drawingml/2006/table">
            <a:tbl>
              <a:tblPr>
                <a:noFill/>
                <a:tableStyleId>{88A0993C-0374-4F84-847C-54B8A1CD54A5}</a:tableStyleId>
              </a:tblPr>
              <a:tblGrid>
                <a:gridCol w="1110625"/>
                <a:gridCol w="2456000"/>
                <a:gridCol w="3045225"/>
              </a:tblGrid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Additive pattern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Multiplicative pattern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1, 3,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1, 3,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Sequence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0.1, 1,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0.1, 1,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 </a:t>
                      </a:r>
                      <a:endParaRPr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0.5, 1.5,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0.5, 1.5,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Sequence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25, 10,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25, 10,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sequences</a:t>
            </a:r>
            <a:endParaRPr/>
          </a:p>
        </p:txBody>
      </p:sp>
      <p:sp>
        <p:nvSpPr>
          <p:cNvPr id="163" name="Google Shape;163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1225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Continuing sequences from a rule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5150" y="180487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two starting numbers: continue the sequence with a constant additive pattern, then a constant multiplicative pattern. Describe each of your sequences in words.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950" y="7035104"/>
            <a:ext cx="361436" cy="33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377" y="7017872"/>
            <a:ext cx="356254" cy="3323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46798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" name="Shape 172"/>
        <p:cNvGrpSpPr/>
        <p:nvPr/>
      </p:nvGrpSpPr>
      <p:grpSpPr>
        <a:xfrm>
          <a:off x="0" y="0"/>
          <a:ext cx="0" cy="0"/>
        </a:xfrm>
      </p:grpSpPr>
      <p:sp>
        <p:nvSpPr>
          <p:cNvPr id="173" name="Google Shape;17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4" name="Google Shape;17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understanding of sequences</a:t>
            </a:r>
            <a:endParaRPr/>
          </a:p>
        </p:txBody>
      </p:sp>
      <p:sp>
        <p:nvSpPr>
          <p:cNvPr id="175" name="Google Shape;17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1075225"/>
            <a:ext cx="66240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has built these patterns using blocks. Which two patterns could she combine to make a sequence 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</a:t>
            </a:r>
            <a:r>
              <a:rPr lang="en-GB" sz="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Increases by 5 each 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68000" y="73803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Representations of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8000" y="3820400"/>
            <a:ext cx="662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 </a:t>
            </a:r>
            <a:r>
              <a:rPr lang="en-GB" sz="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Increases by 2 each time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5052325"/>
            <a:ext cx="6624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  </a:t>
            </a:r>
            <a:r>
              <a:rPr lang="en-GB" sz="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Decreases by 1 each 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468000" y="61259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Laura and Andeep are making a repeating pattern from different shaped counters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57073" y="6417575"/>
            <a:ext cx="645000" cy="336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1087387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1608817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130246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651675" y="6417575"/>
            <a:ext cx="392400" cy="336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088987" y="6417575"/>
            <a:ext cx="645000" cy="336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719301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240730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762160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283589" y="6417575"/>
            <a:ext cx="392400" cy="336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76000" y="6417575"/>
            <a:ext cx="690000" cy="336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351215" y="64175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813300" y="6547489"/>
            <a:ext cx="2679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57075" y="6891325"/>
            <a:ext cx="66348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shape counter will the number 25 be?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puts down the counters 144, 145 and 146, what shapes are they?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57075" y="8181575"/>
            <a:ext cx="6634800" cy="15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 puts down three counters in a row which are all oval shapes. They are all greater than 50 but less than 60, what numbers could they be?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and Andeep run out of counters when they put down the counter 178. How many of each type did they use in total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015669" y="1507733"/>
            <a:ext cx="1294200" cy="1030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425898" y="1507733"/>
            <a:ext cx="1294200" cy="1030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195213" y="1507733"/>
            <a:ext cx="1294200" cy="1030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605441" y="1507733"/>
            <a:ext cx="1294200" cy="1030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1"/>
          <p:cNvGrpSpPr/>
          <p:nvPr/>
        </p:nvGrpSpPr>
        <p:grpSpPr>
          <a:xfrm>
            <a:off x="2725327" y="2013306"/>
            <a:ext cx="1046517" cy="444983"/>
            <a:chOff x="2353790" y="4173355"/>
            <a:chExt cx="1521764" cy="647060"/>
          </a:xfrm>
        </p:grpSpPr>
        <p:pic>
          <p:nvPicPr>
            <p:cNvPr id="202" name="Google Shape;20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3790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9044" y="43890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3790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9044" y="46047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3790" y="41733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69044" y="41733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415" y="438906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4669" y="438906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415" y="46047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4669" y="46047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45040" y="46046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60294" y="46046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21"/>
          <p:cNvGrpSpPr/>
          <p:nvPr/>
        </p:nvGrpSpPr>
        <p:grpSpPr>
          <a:xfrm>
            <a:off x="4113312" y="1566636"/>
            <a:ext cx="1081647" cy="891674"/>
            <a:chOff x="4244842" y="3523842"/>
            <a:chExt cx="1572847" cy="1296603"/>
          </a:xfrm>
        </p:grpSpPr>
        <p:pic>
          <p:nvPicPr>
            <p:cNvPr id="215" name="Google Shape;21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44850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60104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44842" y="41733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44842" y="43890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60103" y="43890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86500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01754" y="4604698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6492" y="41733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6492" y="43890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01753" y="43890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001753" y="41732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001753" y="39576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786492" y="39576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87175" y="4604773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02429" y="4604773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41734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43890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02428" y="43890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602428" y="41733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602428" y="39577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5387167" y="39577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352384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87167" y="373949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02428" y="373949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21"/>
          <p:cNvSpPr txBox="1"/>
          <p:nvPr/>
        </p:nvSpPr>
        <p:spPr>
          <a:xfrm>
            <a:off x="1287989" y="1516945"/>
            <a:ext cx="2424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2688515" y="1516945"/>
            <a:ext cx="2424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089041" y="1516945"/>
            <a:ext cx="2424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489567" y="1516945"/>
            <a:ext cx="2424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5503397" y="1713234"/>
            <a:ext cx="1139212" cy="745087"/>
            <a:chOff x="6586027" y="3432217"/>
            <a:chExt cx="1656553" cy="1083447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6027" y="4299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12402" y="38686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15652" y="34322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12392" y="40843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112392" y="43000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7653" y="43000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327653" y="40842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36529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38686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27328" y="38686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27328" y="36529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40817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12067" y="42974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27328" y="42974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27328" y="40816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" name="Google Shape;259;p21"/>
          <p:cNvGrpSpPr/>
          <p:nvPr/>
        </p:nvGrpSpPr>
        <p:grpSpPr>
          <a:xfrm>
            <a:off x="1283377" y="1864990"/>
            <a:ext cx="1127082" cy="593290"/>
            <a:chOff x="323990" y="3957686"/>
            <a:chExt cx="1638916" cy="862716"/>
          </a:xfrm>
        </p:grpSpPr>
        <p:pic>
          <p:nvPicPr>
            <p:cNvPr id="260" name="Google Shape;26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90" y="4389055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1" name="Google Shape;26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9244" y="4389055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2" name="Google Shape;26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90" y="4604730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3" name="Google Shape;26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9244" y="4604730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4" name="Google Shape;26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8190" y="4389055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5" name="Google Shape;26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3444" y="4389055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6" name="Google Shape;26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43453" y="4173375"/>
              <a:ext cx="215253" cy="2156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7" name="Google Shape;26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8190" y="4604730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8" name="Google Shape;26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3444" y="4604730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69" name="Google Shape;26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2390" y="4389055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0" name="Google Shape;27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7644" y="4389055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1" name="Google Shape;27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47653" y="4173375"/>
              <a:ext cx="215253" cy="2156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2" name="Google Shape;27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2390" y="4604730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3" name="Google Shape;27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7644" y="4604730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4" name="Google Shape;27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32392" y="3957686"/>
              <a:ext cx="215253" cy="2156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5" name="Google Shape;27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3990" y="4170817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6" name="Google Shape;27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8190" y="4170817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277" name="Google Shape;27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2390" y="4173417"/>
              <a:ext cx="215260" cy="21567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Securing understanding of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2023-12-08T09:34:48.896</cp:lastPrinted>
  <dcterms:created xsi:type="dcterms:W3CDTF">2023-12-08T09:34:48Z</dcterms:created>
  <dcterms:modified xsi:type="dcterms:W3CDTF">2023-12-08T09:32:08Z</dcterms:modified>
</cp:coreProperties>
</file>