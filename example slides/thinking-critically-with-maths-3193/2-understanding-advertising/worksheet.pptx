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4B2F3C-6EC0-404D-AC06-5C8B5CC5D58D}">
  <a:tblStyle styleId="{F04B2F3C-6EC0-404D-AC06-5C8B5CC5D5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0f5f450b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80f5f450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80f5f450b_0_6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080f5f450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278175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Comparing promotions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686858"/>
            <a:ext cx="6521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two different methods to show that packs of 6 rolls are better value for money than packs of 4 rolls.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1445987" y="2298756"/>
            <a:ext cx="19563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1515202" y="2347036"/>
            <a:ext cx="1887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pack of soft rolls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4101025" y="2298756"/>
            <a:ext cx="19851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170239" y="2347036"/>
            <a:ext cx="1850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pack of soft rolls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468000" y="5038247"/>
            <a:ext cx="6422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needs 500 g of mushrooms for a recipe which feeds 2 people.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566647" y="5418683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635861" y="5466963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150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2852047" y="5402758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2921262" y="5451039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400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5050224" y="5402758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5119438" y="5451039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600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68000" y="6130318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For each pack, what is the price per 100 grams?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7224378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would be the cheapest way to buy enough mushrooms to feed 2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7946725"/>
            <a:ext cx="6624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would be the cheapest way to buy enough mushrooms to feed 4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9048191"/>
            <a:ext cx="6624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would be the cheapest way to buy enough mushrooms to feed 8 people?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68000" y="720000"/>
            <a:ext cx="61509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of these promotions are good value for money?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63882" y="1010054"/>
            <a:ext cx="2004600" cy="73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533545" y="1058218"/>
            <a:ext cx="1142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Pears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 p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815873" y="1115192"/>
            <a:ext cx="584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for £1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60301" y="2241563"/>
            <a:ext cx="2004600" cy="88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529964" y="2289726"/>
            <a:ext cx="1142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Ice cream tubs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£5.30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739686" y="2406188"/>
            <a:ext cx="753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Any 4 for £21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1735588" y="1014615"/>
            <a:ext cx="732900" cy="7374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672323" y="2241563"/>
            <a:ext cx="782400" cy="8832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57067" y="3993860"/>
            <a:ext cx="2004600" cy="88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26721" y="4042017"/>
            <a:ext cx="1251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Veggie sausages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£2.30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777718" y="4158385"/>
            <a:ext cx="615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Any 3 for £7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718783" y="3989300"/>
            <a:ext cx="732900" cy="8832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68426" y="5256525"/>
            <a:ext cx="63576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Lucas sees this promotion in a supermarket.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709377" y="5815336"/>
            <a:ext cx="2486100" cy="8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778336" y="5892958"/>
            <a:ext cx="1269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Fizzy orange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214030" y="5863013"/>
            <a:ext cx="948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Buy 1 get 1 half price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2108932" y="5815336"/>
            <a:ext cx="1086600" cy="8400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58717" y="6254790"/>
            <a:ext cx="451640" cy="4995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3"/>
          <p:cNvGrpSpPr/>
          <p:nvPr/>
        </p:nvGrpSpPr>
        <p:grpSpPr>
          <a:xfrm flipH="1">
            <a:off x="3717003" y="5701760"/>
            <a:ext cx="2826829" cy="953610"/>
            <a:chOff x="1902381" y="1608371"/>
            <a:chExt cx="1814979" cy="1553870"/>
          </a:xfrm>
        </p:grpSpPr>
        <p:pic>
          <p:nvPicPr>
            <p:cNvPr id="146" name="Google Shape;146;p1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81" y="1608371"/>
              <a:ext cx="1814979" cy="1553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3"/>
            <p:cNvSpPr txBox="1"/>
            <p:nvPr/>
          </p:nvSpPr>
          <p:spPr>
            <a:xfrm flipH="1">
              <a:off x="2059054" y="1858586"/>
              <a:ext cx="1578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When I was in here last week they cost £1.30 each but there was no promotion.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" name="Google Shape;148;p13"/>
          <p:cNvSpPr txBox="1"/>
          <p:nvPr/>
        </p:nvSpPr>
        <p:spPr>
          <a:xfrm>
            <a:off x="468426" y="6857593"/>
            <a:ext cx="6557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Does this promotion offer a better deal than the price Lucas saw last week?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3"/>
          <p:cNvCxnSpPr/>
          <p:nvPr/>
        </p:nvCxnSpPr>
        <p:spPr>
          <a:xfrm>
            <a:off x="51502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468001" y="707725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Unit pricing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68000" y="1116405"/>
            <a:ext cx="642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unit pricings are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710143" y="1514734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Strawberries (400 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£1.89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£4.73 per kg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118919" y="2990593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Wrapping foil (20 m)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99 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p per metre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710143" y="2931183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Twin pack Mango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£1.79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89 p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4123499" y="1538124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Silverskin onions (440 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79 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p per 100 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68000" y="1517190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468000" y="2931183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3881356" y="1538124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827540" y="2993049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481822" y="4352550"/>
            <a:ext cx="646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is the best value for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521277" y="4790527"/>
            <a:ext cx="2042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6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25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0.83 p per gram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2718223" y="4790527"/>
            <a:ext cx="2225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4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30 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p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5049240" y="4790527"/>
            <a:ext cx="2042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15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30 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£3.80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£0.84 per 100 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14"/>
          <p:cNvCxnSpPr/>
          <p:nvPr/>
        </p:nvCxnSpPr>
        <p:spPr>
          <a:xfrm>
            <a:off x="51502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78" name="Google Shape;178;p1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471391" y="2725344"/>
            <a:ext cx="2812800" cy="111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67998" y="610258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C: Analysing adverts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468000" y="956225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‘low sugar’ box of muesli advertises 20% less sugar.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691468" y="1322438"/>
            <a:ext cx="1030500" cy="1269300"/>
          </a:xfrm>
          <a:prstGeom prst="cube">
            <a:avLst>
              <a:gd fmla="val 12500" name="adj"/>
            </a:avLst>
          </a:prstGeom>
          <a:solidFill>
            <a:srgbClr val="374CF1">
              <a:alpha val="4747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607461" y="1682638"/>
            <a:ext cx="963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Normal muesli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511057" y="2794363"/>
            <a:ext cx="627900" cy="8280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214155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917253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2620352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723454" y="2362494"/>
            <a:ext cx="497700" cy="17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730473" y="2374707"/>
            <a:ext cx="103500" cy="1467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54907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979341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1103774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87714" y="297044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Energy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598200" y="3188123"/>
            <a:ext cx="497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375 Kcal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1192527" y="297044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1178738" y="318813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1883062" y="2970447"/>
            <a:ext cx="678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Saturates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1934283" y="318813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2620352" y="2990640"/>
            <a:ext cx="584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Sugars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2622697" y="3208325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1570879" y="3639491"/>
            <a:ext cx="16341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Amounts Per 100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1998481" y="1322438"/>
            <a:ext cx="1030500" cy="1269300"/>
          </a:xfrm>
          <a:prstGeom prst="cube">
            <a:avLst>
              <a:gd fmla="val 12500" name="adj"/>
            </a:avLst>
          </a:prstGeom>
          <a:solidFill>
            <a:srgbClr val="374CF1">
              <a:alpha val="4747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1914473" y="1801457"/>
            <a:ext cx="963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muesli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2030466" y="2362494"/>
            <a:ext cx="497700" cy="17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2037485" y="2374707"/>
            <a:ext cx="103500" cy="1467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2161919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2286353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2410787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1998481" y="1505559"/>
            <a:ext cx="905400" cy="222300"/>
          </a:xfrm>
          <a:prstGeom prst="rect">
            <a:avLst/>
          </a:prstGeom>
          <a:solidFill>
            <a:srgbClr val="C63D0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Low sugar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15"/>
          <p:cNvCxnSpPr>
            <a:stCxn id="192" idx="2"/>
          </p:cNvCxnSpPr>
          <p:nvPr/>
        </p:nvCxnSpPr>
        <p:spPr>
          <a:xfrm>
            <a:off x="1031091" y="2521407"/>
            <a:ext cx="1419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5"/>
          <p:cNvSpPr txBox="1"/>
          <p:nvPr/>
        </p:nvSpPr>
        <p:spPr>
          <a:xfrm>
            <a:off x="3204878" y="1292734"/>
            <a:ext cx="38871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sugar would be in 100 g of low sugar muesli?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3202929" y="1977463"/>
            <a:ext cx="38871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a teaspoon is 4.2 grams how many teaspoons of sugar are in a 30 gram serving of low sugar muesli?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456452" y="3978923"/>
            <a:ext cx="66336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different brand of muesli advertises   5.5 g of sugar per 40 gram serving. Which muesli has the least sugar?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536189" y="5449199"/>
            <a:ext cx="6499500" cy="32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467575" y="5143398"/>
            <a:ext cx="6422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Roy’s rides makes and sells motorbikes. Their advert claims: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520085" y="5495461"/>
            <a:ext cx="6570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Our motorbikes hold their value much better than our competitors.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5"/>
          <p:cNvSpPr txBox="1"/>
          <p:nvPr/>
        </p:nvSpPr>
        <p:spPr>
          <a:xfrm>
            <a:off x="492795" y="5923423"/>
            <a:ext cx="639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average depreciation of the value of a motorbike in its first year is 20%. What would a motorbike worth £2500 new be worth after one year?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5"/>
          <p:cNvSpPr txBox="1"/>
          <p:nvPr/>
        </p:nvSpPr>
        <p:spPr>
          <a:xfrm>
            <a:off x="466351" y="8276797"/>
            <a:ext cx="6516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Give a statistic to support the claim made by Roy’s rides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542551" y="6923848"/>
            <a:ext cx="6446700" cy="129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659450" y="6982298"/>
            <a:ext cx="6245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 figures for the value of a motorbike from Roy’s rides and a motorbike from their nearest competitor.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15"/>
          <p:cNvGraphicFramePr/>
          <p:nvPr/>
        </p:nvGraphicFramePr>
        <p:xfrm>
          <a:off x="661623" y="7425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{F04B2F3C-6EC0-404D-AC06-5C8B5CC5D58D}</a:tableStyleId>
              </a:tblPr>
              <a:tblGrid>
                <a:gridCol w="572725"/>
                <a:gridCol w="1743775"/>
              </a:tblGrid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Roy’s rides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yr 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15"/>
          <p:cNvGraphicFramePr/>
          <p:nvPr/>
        </p:nvGraphicFramePr>
        <p:xfrm>
          <a:off x="4471623" y="7425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{F04B2F3C-6EC0-404D-AC06-5C8B5CC5D58D}</a:tableStyleId>
              </a:tblPr>
              <a:tblGrid>
                <a:gridCol w="572725"/>
                <a:gridCol w="1743775"/>
              </a:tblGrid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Competitor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yr 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£4420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5"/>
          <p:cNvSpPr txBox="1"/>
          <p:nvPr/>
        </p:nvSpPr>
        <p:spPr>
          <a:xfrm>
            <a:off x="464173" y="9023298"/>
            <a:ext cx="66336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a statistic which does not support the claim.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