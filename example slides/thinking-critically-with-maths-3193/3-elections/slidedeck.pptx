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90" r:id="rId4"/>
    <p:sldMasterId id="214748379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752F47-66CC-440C-8F5B-30DC647B3B76}">
  <a:tblStyle styleId="{9C752F47-66CC-440C-8F5B-30DC647B3B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g2fcdcf486b6_0_2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g2fcdcf486b6_0_2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2fcdcf486b6_0_2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7" name="Google Shape;1687;g2fcdcf486b6_0_2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g3020c5a525c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2" name="Google Shape;1692;g3020c5a525c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g3020c5a525c_0_1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7" name="Google Shape;1697;g3020c5a525c_0_1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3020c5a525c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3020c5a525c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g3020c5a525c_0_1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1" name="Google Shape;1711;g3020c5a525c_0_1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g3020c5a525c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2" name="Google Shape;1722;g3020c5a525c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3020c5a525c_0_1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3020c5a525c_0_1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g3020c5a525c_0_1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3020c5a525c_0_1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3020c5a525c_0_1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1" name="Google Shape;1761;g3020c5a525c_0_1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g3020c5a525c_0_1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9" name="Google Shape;1779;g3020c5a525c_0_1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g3020c5a525c_0_1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g3020c5a525c_0_1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3020c5a525c_0_1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1" name="Google Shape;1791;g3020c5a525c_0_1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3020c5a525c_0_1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3020c5a525c_0_1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3020c5a525c_0_1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5" name="Google Shape;1805;g3020c5a525c_0_1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g3020c5a525c_0_1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3" name="Google Shape;1813;g3020c5a525c_0_1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3020c5a525c_0_1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3020c5a525c_0_1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g3020c5a525c_0_1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g3020c5a525c_0_1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g30265dd4a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3" name="Google Shape;1833;g30265dd4a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30265dd4a0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30265dd4a0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g30265dd4a0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5" name="Google Shape;1845;g30265dd4a0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30265dd4a0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30265dd4a0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30265dd4a0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30265dd4a0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30265dd4a0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3" name="Google Shape;1863;g30265dd4a0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g30265dd4a0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9" name="Google Shape;1869;g30265dd4a0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g30265dd4a0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5" name="Google Shape;1875;g30265dd4a0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30265dd4a0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g30265dd4a0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3020c5a525c_0_1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3020c5a525c_0_1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30265dd4a0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30265dd4a0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g30265dd4a0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2" name="Google Shape;1912;g30265dd4a0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g30265dd4a0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8" name="Google Shape;1928;g30265dd4a0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g30265dd4a00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2" name="Google Shape;1942;g30265dd4a0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g30265dd4a00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8" name="Google Shape;1948;g30265dd4a0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g30265dd4a0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6" name="Google Shape;1956;g30265dd4a0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g30265dd4a0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3" name="Google Shape;1963;g30265dd4a0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30265dd4a0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" name="Google Shape;1970;g30265dd4a0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g30265dd4a00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7" name="Google Shape;1977;g30265dd4a0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30265dd4a00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30265dd4a00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30265dd4a0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30265dd4a0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g30265dd4a00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7" name="Google Shape;1997;g30265dd4a0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30265dd4a00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30265dd4a00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g30265dd4a00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2" name="Google Shape;2012;g30265dd4a00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g30265dd4a00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0" name="Google Shape;2020;g30265dd4a00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g30265dd4a00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7" name="Google Shape;2027;g30265dd4a0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g30265dd4a00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5" name="Google Shape;2035;g30265dd4a00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g30265dd4a00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1" name="Google Shape;2041;g30265dd4a00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g30265dd4a00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8" name="Google Shape;2048;g30265dd4a00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g2fcdcf486b6_0_2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5" name="Google Shape;2055;g2fcdcf486b6_0_2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g2fcdcf486b6_0_2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1" name="Google Shape;2061;g2fcdcf486b6_0_2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40.png"/><Relationship Id="rId4" Type="http://schemas.openxmlformats.org/officeDocument/2006/relationships/image" Target="../media/image30.png"/><Relationship Id="rId5" Type="http://schemas.openxmlformats.org/officeDocument/2006/relationships/image" Target="../media/image39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122.png"/><Relationship Id="rId5" Type="http://schemas.openxmlformats.org/officeDocument/2006/relationships/image" Target="../media/image35.png"/><Relationship Id="rId6" Type="http://schemas.openxmlformats.org/officeDocument/2006/relationships/image" Target="../media/image37.png"/><Relationship Id="rId7" Type="http://schemas.openxmlformats.org/officeDocument/2006/relationships/image" Target="../media/image3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122.png"/><Relationship Id="rId4" Type="http://schemas.openxmlformats.org/officeDocument/2006/relationships/image" Target="../media/image34.png"/><Relationship Id="rId9" Type="http://schemas.openxmlformats.org/officeDocument/2006/relationships/image" Target="../media/image32.png"/><Relationship Id="rId5" Type="http://schemas.openxmlformats.org/officeDocument/2006/relationships/image" Target="../media/image38.png"/><Relationship Id="rId6" Type="http://schemas.openxmlformats.org/officeDocument/2006/relationships/image" Target="../media/image42.png"/><Relationship Id="rId7" Type="http://schemas.openxmlformats.org/officeDocument/2006/relationships/image" Target="../media/image35.png"/><Relationship Id="rId8" Type="http://schemas.openxmlformats.org/officeDocument/2006/relationships/image" Target="../media/image3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122.png"/><Relationship Id="rId4" Type="http://schemas.openxmlformats.org/officeDocument/2006/relationships/image" Target="../media/image43.png"/><Relationship Id="rId11" Type="http://schemas.openxmlformats.org/officeDocument/2006/relationships/image" Target="../media/image32.png"/><Relationship Id="rId10" Type="http://schemas.openxmlformats.org/officeDocument/2006/relationships/image" Target="../media/image48.png"/><Relationship Id="rId9" Type="http://schemas.openxmlformats.org/officeDocument/2006/relationships/image" Target="../media/image37.png"/><Relationship Id="rId5" Type="http://schemas.openxmlformats.org/officeDocument/2006/relationships/image" Target="../media/image34.png"/><Relationship Id="rId6" Type="http://schemas.openxmlformats.org/officeDocument/2006/relationships/image" Target="../media/image38.png"/><Relationship Id="rId7" Type="http://schemas.openxmlformats.org/officeDocument/2006/relationships/image" Target="../media/image42.png"/><Relationship Id="rId8" Type="http://schemas.openxmlformats.org/officeDocument/2006/relationships/image" Target="../media/image3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Relationship Id="rId3" Type="http://schemas.openxmlformats.org/officeDocument/2006/relationships/image" Target="../media/image4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7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47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47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Relationship Id="rId3" Type="http://schemas.openxmlformats.org/officeDocument/2006/relationships/image" Target="../media/image47.png"/><Relationship Id="rId4" Type="http://schemas.openxmlformats.org/officeDocument/2006/relationships/image" Target="../media/image5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7.png"/><Relationship Id="rId4" Type="http://schemas.openxmlformats.org/officeDocument/2006/relationships/image" Target="../media/image5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47.png"/><Relationship Id="rId4" Type="http://schemas.openxmlformats.org/officeDocument/2006/relationships/image" Target="../media/image5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47.png"/><Relationship Id="rId4" Type="http://schemas.openxmlformats.org/officeDocument/2006/relationships/image" Target="../media/image5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45.png"/><Relationship Id="rId4" Type="http://schemas.openxmlformats.org/officeDocument/2006/relationships/image" Target="../media/image5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Relationship Id="rId3" Type="http://schemas.openxmlformats.org/officeDocument/2006/relationships/image" Target="../media/image5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Relationship Id="rId3" Type="http://schemas.openxmlformats.org/officeDocument/2006/relationships/image" Target="../media/image6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1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Relationship Id="rId3" Type="http://schemas.openxmlformats.org/officeDocument/2006/relationships/image" Target="../media/image6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4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6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7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9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40.png"/><Relationship Id="rId4" Type="http://schemas.openxmlformats.org/officeDocument/2006/relationships/image" Target="../media/image30.png"/><Relationship Id="rId5" Type="http://schemas.openxmlformats.org/officeDocument/2006/relationships/image" Target="../media/image39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122.png"/><Relationship Id="rId5" Type="http://schemas.openxmlformats.org/officeDocument/2006/relationships/image" Target="../media/image35.png"/><Relationship Id="rId6" Type="http://schemas.openxmlformats.org/officeDocument/2006/relationships/image" Target="../media/image37.png"/><Relationship Id="rId7" Type="http://schemas.openxmlformats.org/officeDocument/2006/relationships/image" Target="../media/image32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122.png"/><Relationship Id="rId4" Type="http://schemas.openxmlformats.org/officeDocument/2006/relationships/image" Target="../media/image34.png"/><Relationship Id="rId9" Type="http://schemas.openxmlformats.org/officeDocument/2006/relationships/image" Target="../media/image32.png"/><Relationship Id="rId5" Type="http://schemas.openxmlformats.org/officeDocument/2006/relationships/image" Target="../media/image38.png"/><Relationship Id="rId6" Type="http://schemas.openxmlformats.org/officeDocument/2006/relationships/image" Target="../media/image42.png"/><Relationship Id="rId7" Type="http://schemas.openxmlformats.org/officeDocument/2006/relationships/image" Target="../media/image35.png"/><Relationship Id="rId8" Type="http://schemas.openxmlformats.org/officeDocument/2006/relationships/image" Target="../media/image37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122.png"/><Relationship Id="rId4" Type="http://schemas.openxmlformats.org/officeDocument/2006/relationships/image" Target="../media/image43.png"/><Relationship Id="rId11" Type="http://schemas.openxmlformats.org/officeDocument/2006/relationships/image" Target="../media/image32.png"/><Relationship Id="rId10" Type="http://schemas.openxmlformats.org/officeDocument/2006/relationships/image" Target="../media/image48.png"/><Relationship Id="rId9" Type="http://schemas.openxmlformats.org/officeDocument/2006/relationships/image" Target="../media/image37.png"/><Relationship Id="rId5" Type="http://schemas.openxmlformats.org/officeDocument/2006/relationships/image" Target="../media/image34.png"/><Relationship Id="rId6" Type="http://schemas.openxmlformats.org/officeDocument/2006/relationships/image" Target="../media/image38.png"/><Relationship Id="rId7" Type="http://schemas.openxmlformats.org/officeDocument/2006/relationships/image" Target="../media/image42.png"/><Relationship Id="rId8" Type="http://schemas.openxmlformats.org/officeDocument/2006/relationships/image" Target="../media/image35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5.png"/><Relationship Id="rId3" Type="http://schemas.openxmlformats.org/officeDocument/2006/relationships/image" Target="../media/image47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47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47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1.png"/><Relationship Id="rId3" Type="http://schemas.openxmlformats.org/officeDocument/2006/relationships/image" Target="../media/image47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5.png"/><Relationship Id="rId3" Type="http://schemas.openxmlformats.org/officeDocument/2006/relationships/image" Target="../media/image47.png"/><Relationship Id="rId4" Type="http://schemas.openxmlformats.org/officeDocument/2006/relationships/image" Target="../media/image52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47.png"/><Relationship Id="rId4" Type="http://schemas.openxmlformats.org/officeDocument/2006/relationships/image" Target="../media/image5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47.png"/><Relationship Id="rId4" Type="http://schemas.openxmlformats.org/officeDocument/2006/relationships/image" Target="../media/image5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1.png"/><Relationship Id="rId3" Type="http://schemas.openxmlformats.org/officeDocument/2006/relationships/image" Target="../media/image47.png"/><Relationship Id="rId4" Type="http://schemas.openxmlformats.org/officeDocument/2006/relationships/image" Target="../media/image5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4.png"/><Relationship Id="rId3" Type="http://schemas.openxmlformats.org/officeDocument/2006/relationships/image" Target="../media/image45.png"/><Relationship Id="rId4" Type="http://schemas.openxmlformats.org/officeDocument/2006/relationships/image" Target="../media/image5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5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5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5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60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5.png"/><Relationship Id="rId3" Type="http://schemas.openxmlformats.org/officeDocument/2006/relationships/image" Target="../media/image52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52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52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5.png"/><Relationship Id="rId3" Type="http://schemas.openxmlformats.org/officeDocument/2006/relationships/image" Target="../media/image61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61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61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1.png"/><Relationship Id="rId3" Type="http://schemas.openxmlformats.org/officeDocument/2006/relationships/image" Target="../media/image61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5.png"/><Relationship Id="rId3" Type="http://schemas.openxmlformats.org/officeDocument/2006/relationships/image" Target="../media/image62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62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62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1.png"/><Relationship Id="rId3" Type="http://schemas.openxmlformats.org/officeDocument/2006/relationships/image" Target="../media/image62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8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" name="Google Shape;1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2" name="Google Shape;16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4" name="Google Shape;16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3" name="Google Shape;173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5" name="Google Shape;17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2" name="Google Shape;222;p23"/>
          <p:cNvGrpSpPr/>
          <p:nvPr/>
        </p:nvGrpSpPr>
        <p:grpSpPr>
          <a:xfrm>
            <a:off x="2475040" y="1859748"/>
            <a:ext cx="1688103" cy="1373213"/>
            <a:chOff x="2642961" y="1644312"/>
            <a:chExt cx="1454634" cy="1195657"/>
          </a:xfrm>
        </p:grpSpPr>
        <p:pic>
          <p:nvPicPr>
            <p:cNvPr id="223" name="Google Shape;223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5" name="Google Shape;225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6" name="Google Shape;226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7" name="Google Shape;227;p23"/>
          <p:cNvPicPr preferRelativeResize="0"/>
          <p:nvPr/>
        </p:nvPicPr>
        <p:blipFill rotWithShape="1">
          <a:blip r:embed="rId6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5475" y="2016159"/>
            <a:ext cx="1976824" cy="111785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29" name="Google Shape;229;p23"/>
          <p:cNvPicPr preferRelativeResize="0"/>
          <p:nvPr/>
        </p:nvPicPr>
        <p:blipFill rotWithShape="1">
          <a:blip r:embed="rId6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/>
          <p:cNvPicPr preferRelativeResize="0"/>
          <p:nvPr/>
        </p:nvPicPr>
        <p:blipFill rotWithShape="1">
          <a:blip r:embed="rId6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/>
          <p:cNvPicPr preferRelativeResize="0"/>
          <p:nvPr/>
        </p:nvPicPr>
        <p:blipFill rotWithShape="1">
          <a:blip r:embed="rId6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24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36" name="Google Shape;236;p24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7" name="Google Shape;237;p24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" name="Google Shape;238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0" name="Google Shape;240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2" name="Google Shape;242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5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47" name="Google Shape;247;p25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8" name="Google Shape;248;p25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" name="Google Shape;253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4" name="Google Shape;254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2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60" name="Google Shape;260;p2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1" name="Google Shape;261;p26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2" name="Google Shape;262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5" name="Google Shape;265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6" name="Google Shape;266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8" name="Google Shape;268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2" name="Google Shape;272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27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75" name="Google Shape;275;p27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6" name="Google Shape;276;p27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28"/>
          <p:cNvCxnSpPr>
            <a:endCxn id="28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8" name="Google Shape;28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87" name="Google Shape;287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0" name="Google Shape;290;p28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91" name="Google Shape;291;p28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2" name="Google Shape;292;p28"/>
            <p:cNvPicPr preferRelativeResize="0"/>
            <p:nvPr/>
          </p:nvPicPr>
          <p:blipFill rotWithShape="1">
            <a:blip r:embed="rId7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3" name="Google Shape;29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8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95" name="Google Shape;295;p28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3" name="Google Shape;303;p29"/>
          <p:cNvCxnSpPr>
            <a:endCxn id="304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04" name="Google Shape;30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" name="Google Shape;307;p29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308" name="Google Shape;308;p29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9" name="Google Shape;309;p29"/>
            <p:cNvPicPr preferRelativeResize="0"/>
            <p:nvPr/>
          </p:nvPicPr>
          <p:blipFill rotWithShape="1">
            <a:blip r:embed="rId9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0" name="Google Shape;310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12" name="Google Shape;312;p29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3" name="Google Shape;313;p29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4" name="Google Shape;314;p29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4" name="Google Shape;324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25" name="Google Shape;325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" name="Google Shape;329;p30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330" name="Google Shape;330;p30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1" name="Google Shape;331;p30"/>
            <p:cNvPicPr preferRelativeResize="0"/>
            <p:nvPr/>
          </p:nvPicPr>
          <p:blipFill rotWithShape="1">
            <a:blip r:embed="rId11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34" name="Google Shape;334;p30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5" name="Google Shape;335;p30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6" name="Google Shape;336;p30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7" name="Google Shape;337;p30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31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340" name="Google Shape;340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1" name="Google Shape;341;p31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3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343" name="Google Shape;34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31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348" name="Google Shape;348;p32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" name="Google Shape;350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1" name="Google Shape;35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3" name="Google Shape;353;p3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8" name="Google Shape;35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0" name="Google Shape;360;p3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5" name="Google Shape;36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4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p3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5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3" name="Google Shape;373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4" name="Google Shape;374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5" name="Google Shape;37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" name="Google Shape;376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7" name="Google Shape;377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8" name="Google Shape;378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" name="Google Shape;379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80" name="Google Shape;380;p35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3" name="Google Shape;383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6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92" name="Google Shape;392;p36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3" name="Google Shape;393;p36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6" name="Google Shape;39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7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9" name="Google Shape;399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05" name="Google Shape;405;p37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9" name="Google Shape;40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8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12" name="Google Shape;412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13" name="Google Shape;413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16" name="Google Shape;41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18" name="Google Shape;418;p38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9" name="Google Shape;419;p38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8" name="Google Shape;428;p39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9" name="Google Shape;429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0" name="Google Shape;430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2" name="Google Shape;43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3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40" name="Google Shape;44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40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7" name="Google Shape;447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5" name="Google Shape;45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41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2" name="Google Shape;462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8" name="Google Shape;46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70" name="Google Shape;47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4" name="Google Shape;474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5" name="Google Shape;475;p42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6" name="Google Shape;476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77" name="Google Shape;477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8" name="Google Shape;478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4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3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4" name="Google Shape;48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43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43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9" name="Google Shape;489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0" name="Google Shape;490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3" name="Google Shape;49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96" name="Google Shape;49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98" name="Google Shape;498;p43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2" name="Google Shape;50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5" name="Google Shape;505;p44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44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7" name="Google Shape;507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08" name="Google Shape;50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9" name="Google Shape;50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0" name="Google Shape;510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1" name="Google Shape;51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16" name="Google Shape;516;p4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7" name="Google Shape;517;p44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1" name="Google Shape;52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3" name="Google Shape;523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4" name="Google Shape;524;p45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5" name="Google Shape;525;p45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26" name="Google Shape;526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27" name="Google Shape;52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8" name="Google Shape;52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9" name="Google Shape;529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0" name="Google Shape;53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1" name="Google Shape;53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2" name="Google Shape;532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3" name="Google Shape;533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35" name="Google Shape;535;p4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6" name="Google Shape;536;p45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0" name="Google Shape;54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2" name="Google Shape;542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3" name="Google Shape;543;p46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4" name="Google Shape;544;p46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45" name="Google Shape;545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46" name="Google Shape;54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8" name="Google Shape;548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49" name="Google Shape;54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0" name="Google Shape;55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1" name="Google Shape;551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52" name="Google Shape;552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" name="Google Shape;553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54" name="Google Shape;554;p4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6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9" name="Google Shape;55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62" name="Google Shape;562;p47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63" name="Google Shape;563;p47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64" name="Google Shape;564;p47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65" name="Google Shape;565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66" name="Google Shape;56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7" name="Google Shape;56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8" name="Google Shape;568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69" name="Google Shape;56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0" name="Google Shape;57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1" name="Google Shape;571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72" name="Google Shape;57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3" name="Google Shape;57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4" name="Google Shape;574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75" name="Google Shape;575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77" name="Google Shape;577;p4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8" name="Google Shape;578;p47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2" name="Google Shape;58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4" name="Google Shape;584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85" name="Google Shape;585;p48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86" name="Google Shape;586;p48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87" name="Google Shape;587;p48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88" name="Google Shape;588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89" name="Google Shape;58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" name="Google Shape;59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1" name="Google Shape;591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92" name="Google Shape;59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3" name="Google Shape;59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4" name="Google Shape;594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95" name="Google Shape;59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6" name="Google Shape;59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7" name="Google Shape;597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98" name="Google Shape;598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9" name="Google Shape;599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00" name="Google Shape;600;p4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1" name="Google Shape;601;p48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09" name="Google Shape;609;p49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0" name="Google Shape;610;p49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1" name="Google Shape;611;p49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12" name="Google Shape;612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13" name="Google Shape;613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16" name="Google Shape;616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19" name="Google Shape;61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22" name="Google Shape;62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24" name="Google Shape;624;p49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29" name="Google Shape;62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1" name="Google Shape;631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32" name="Google Shape;632;p50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33" name="Google Shape;633;p50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34" name="Google Shape;634;p50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35" name="Google Shape;635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36" name="Google Shape;636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7" name="Google Shape;637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8" name="Google Shape;638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39" name="Google Shape;639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0" name="Google Shape;640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1" name="Google Shape;641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42" name="Google Shape;64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3" name="Google Shape;64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4" name="Google Shape;644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45" name="Google Shape;64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6" name="Google Shape;64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47" name="Google Shape;647;p50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1" name="Google Shape;65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3" name="Google Shape;653;p51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51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55" name="Google Shape;655;p51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56" name="Google Shape;656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57" name="Google Shape;65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8" name="Google Shape;65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9" name="Google Shape;659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0" name="Google Shape;66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1" name="Google Shape;66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2" name="Google Shape;662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65" name="Google Shape;665;p5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6" name="Google Shape;666;p51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0" name="Google Shape;67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2" name="Google Shape;672;p52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3" name="Google Shape;673;p52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4" name="Google Shape;674;p52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75" name="Google Shape;675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76" name="Google Shape;67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7" name="Google Shape;67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8" name="Google Shape;678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79" name="Google Shape;67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0" name="Google Shape;68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1" name="Google Shape;681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84" name="Google Shape;684;p5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52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9" name="Google Shape;68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1" name="Google Shape;691;p53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2" name="Google Shape;692;p53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3" name="Google Shape;693;p53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94" name="Google Shape;694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95" name="Google Shape;69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6" name="Google Shape;69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97" name="Google Shape;697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98" name="Google Shape;69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0" name="Google Shape;700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03" name="Google Shape;703;p5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4" name="Google Shape;704;p53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8" name="Google Shape;70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4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11" name="Google Shape;711;p54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12" name="Google Shape;712;p54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13" name="Google Shape;713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14" name="Google Shape;71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5" name="Google Shape;71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16" name="Google Shape;716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17" name="Google Shape;71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19" name="Google Shape;719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20" name="Google Shape;720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1" name="Google Shape;721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22" name="Google Shape;722;p5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3" name="Google Shape;723;p54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7" name="Google Shape;72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0" name="Google Shape;730;p5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Google Shape;732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4" name="Google Shape;73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7" name="Google Shape;737;p5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1" name="Google Shape;74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4" name="Google Shape;744;p5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5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9" name="Google Shape;74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1" name="Google Shape;751;p5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3" name="Google Shape;753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5" name="Google Shape;75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7" name="Google Shape;757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59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9" name="Google Shape;759;p5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" name="Google Shape;761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4" name="Google Shape;76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6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7" name="Google Shape;767;p6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9" name="Google Shape;769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2" name="Google Shape;77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5" name="Google Shape;775;p6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7" name="Google Shape;777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0" name="Google Shape;78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2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3" name="Google Shape;783;p6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5" name="Google Shape;785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7" name="Google Shape;78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3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1" name="Google Shape;791;p6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6" name="Google Shape;79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4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9" name="Google Shape;799;p6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4" name="Google Shape;80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5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7" name="Google Shape;807;p6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6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2" name="Google Shape;81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66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5" name="Google Shape;815;p6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7" name="Google Shape;817;p67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818" name="Google Shape;818;p67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9" name="Google Shape;819;p67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0" name="Google Shape;820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67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2" name="Google Shape;822;p6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4" name="Google Shape;824;p68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825" name="Google Shape;825;p68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6" name="Google Shape;826;p68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7" name="Google Shape;827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8" name="Google Shape;828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6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6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6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6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6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6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6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6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6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0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1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7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51" name="Google Shape;851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" name="Google Shape;852;p7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53" name="Google Shape;853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4" name="Google Shape;854;p7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5" name="Google Shape;85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73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Google Shape;861;p7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4" name="Google Shape;864;p7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5" name="Google Shape;865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7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9" name="Google Shape;869;p7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1" name="Google Shape;871;p7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2" name="Google Shape;872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7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7" name="Google Shape;877;p7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9" name="Google Shape;879;p7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0" name="Google Shape;880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1" name="Google Shape;881;p7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82" name="Google Shape;882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3" name="Google Shape;883;p7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84" name="Google Shape;884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8" name="Google Shape;888;p7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7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0" name="Google Shape;890;p7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1" name="Google Shape;891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2" name="Google Shape;892;p7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93" name="Google Shape;893;p7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4" name="Google Shape;894;p7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95" name="Google Shape;895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7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9" name="Google Shape;899;p7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1" name="Google Shape;901;p78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2" name="Google Shape;902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3" name="Google Shape;903;p7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04" name="Google Shape;904;p7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5" name="Google Shape;905;p7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06" name="Google Shape;906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7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7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7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9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13" name="Google Shape;913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7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8" name="Google Shape;918;p8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0" name="Google Shape;920;p8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1" name="Google Shape;92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2" name="Google Shape;922;p8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23" name="Google Shape;923;p8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4" name="Google Shape;924;p8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25" name="Google Shape;925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8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8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Google Shape;929;p8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8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2" name="Google Shape;932;p8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3" name="Google Shape;933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8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8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7" name="Google Shape;937;p8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8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9" name="Google Shape;939;p8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0" name="Google Shape;940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1" name="Google Shape;941;p8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42" name="Google Shape;942;p8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3" name="Google Shape;943;p8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44" name="Google Shape;944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8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8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8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8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0" name="Google Shape;950;p8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1" name="Google Shape;951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2" name="Google Shape;952;p8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53" name="Google Shape;953;p8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4" name="Google Shape;954;p83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55" name="Google Shape;955;p8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6" name="Google Shape;956;p8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9" name="Google Shape;959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8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1" name="Google Shape;961;p8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2" name="Google Shape;962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8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8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8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9" name="Google Shape;969;p8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0" name="Google Shape;970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85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8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8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5" name="Google Shape;975;p8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7" name="Google Shape;977;p86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8" name="Google Shape;978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9" name="Google Shape;979;p8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80" name="Google Shape;980;p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1" name="Google Shape;981;p8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82" name="Google Shape;982;p8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8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84" name="Google Shape;984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8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8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8" name="Google Shape;988;p8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9" name="Google Shape;989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0" name="Google Shape;990;p8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91" name="Google Shape;991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2" name="Google Shape;992;p87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93" name="Google Shape;993;p8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4" name="Google Shape;994;p8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8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98" name="Google Shape;998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9" name="Google Shape;999;p8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00" name="Google Shape;1000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1" name="Google Shape;1001;p8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02" name="Google Shape;1002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8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8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005" name="Google Shape;1005;p88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88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8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09" name="Google Shape;1009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0" name="Google Shape;1010;p8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11" name="Google Shape;1011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8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13" name="Google Shape;1013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8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8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016" name="Google Shape;1016;p89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89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p9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9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1" name="Google Shape;1021;p90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2" name="Google Shape;1022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3" name="Google Shape;1023;p9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4" name="Google Shape;1024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26" name="Google Shape;1026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9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9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9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1" name="Google Shape;1031;p9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2" name="Google Shape;1032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91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4" name="Google Shape;1034;p9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35" name="Google Shape;1035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6" name="Google Shape;1036;p91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37" name="Google Shape;1037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8" name="Google Shape;1038;p9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1" name="Google Shape;1041;p9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9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3" name="Google Shape;1043;p9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4" name="Google Shape;1044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5" name="Google Shape;1045;p9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46" name="Google Shape;1046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7" name="Google Shape;1047;p9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8" name="Google Shape;104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9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9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Google Shape;1052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93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3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94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94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4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4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0" name="Google Shape;1060;p94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61" name="Google Shape;1061;p9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62" name="Google Shape;1062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63" name="Google Shape;1063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64" name="Google Shape;1064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65" name="Google Shape;1065;p94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9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7" name="Google Shape;1067;p9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9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0" name="Google Shape;1070;p9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9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9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3" name="Google Shape;1073;p9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4" name="Google Shape;1074;p95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5" name="Google Shape;1075;p95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6" name="Google Shape;1076;p95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7" name="Google Shape;1077;p95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0" name="Google Shape;1080;p9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9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3" name="Google Shape;1083;p9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4" name="Google Shape;1084;p96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5" name="Google Shape;1085;p96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6" name="Google Shape;1086;p96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7" name="Google Shape;1087;p96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8" name="Google Shape;1088;p96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9" name="Google Shape;1089;p96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9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2" name="Google Shape;1092;p9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9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95" name="Google Shape;1095;p9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96" name="Google Shape;1096;p97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97" name="Google Shape;1097;p97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98" name="Google Shape;1098;p97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99" name="Google Shape;1099;p97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00" name="Google Shape;1100;p97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01" name="Google Shape;1101;p97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02" name="Google Shape;1102;p97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03" name="Google Shape;1103;p97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6" name="Google Shape;1106;p9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9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98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09" name="Google Shape;1109;p98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10" name="Google Shape;1110;p98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11" name="Google Shape;1111;p98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9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4" name="Google Shape;1114;p9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9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9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7" name="Google Shape;1117;p99"/>
          <p:cNvCxnSpPr>
            <a:endCxn id="111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19" name="Google Shape;1119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21" name="Google Shape;1121;p9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18" name="Google Shape;1118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9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10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10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8" name="Google Shape;1128;p10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10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10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p10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2" name="Google Shape;1132;p100"/>
          <p:cNvCxnSpPr>
            <a:endCxn id="113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33" name="Google Shape;1133;p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p1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10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36" name="Google Shape;1136;p10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37" name="Google Shape;1137;p10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8" name="Google Shape;1138;p1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10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0" name="Google Shape;1140;p10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10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10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4" name="Google Shape;1144;p10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10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10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10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10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10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10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10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2" name="Google Shape;1152;p10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53" name="Google Shape;1153;p10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4" name="Google Shape;1154;p10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10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10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7" name="Google Shape;1157;p10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8" name="Google Shape;1158;p10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9" name="Google Shape;1159;p10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60" name="Google Shape;1160;p10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10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2" name="Google Shape;1162;p10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10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10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6" name="Google Shape;1166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10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9" name="Google Shape;1169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0" name="Google Shape;1170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10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3" name="Google Shape;1173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6" name="Google Shape;1176;p10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8" name="Google Shape;1178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0" name="Google Shape;1180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83" name="Google Shape;1183;p10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5" name="Google Shape;1185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" name="Google Shape;1187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10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1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0" name="Google Shape;1190;p10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2" name="Google Shape;1192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0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5" name="Google Shape;1195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10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8" name="Google Shape;1198;p10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9" name="Google Shape;1199;p10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00" name="Google Shape;1200;p10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201" name="Google Shape;1201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2" name="Google Shape;1202;p10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3" name="Google Shape;1203;p10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204" name="Google Shape;1204;p10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5" name="Google Shape;1205;p10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10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8" name="Google Shape;1208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10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1" name="Google Shape;1211;p10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2" name="Google Shape;1212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13" name="Google Shape;1213;p10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214" name="Google Shape;1214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5" name="Google Shape;1215;p10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6" name="Google Shape;1216;p10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217" name="Google Shape;1217;p1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8" name="Google Shape;1218;p10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0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1" name="Google Shape;1221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10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4" name="Google Shape;1224;p10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26" name="Google Shape;1226;p10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227" name="Google Shape;1227;p10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8" name="Google Shape;1228;p10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9" name="Google Shape;1229;p10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230" name="Google Shape;1230;p10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1" name="Google Shape;1231;p10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10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4" name="Google Shape;1234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10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10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7" name="Google Shape;1237;p10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8" name="Google Shape;1238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39" name="Google Shape;1239;p10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240" name="Google Shape;1240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1" name="Google Shape;1241;p10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2" name="Google Shape;1242;p10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243" name="Google Shape;1243;p10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4" name="Google Shape;1244;p10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6" name="Google Shape;1246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11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11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11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3" name="Google Shape;1253;p11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4" name="Google Shape;1254;p11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255" name="Google Shape;1255;p11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11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7" name="Google Shape;1257;p1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1" name="Google Shape;1261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3" name="Google Shape;1263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6" name="Google Shape;1266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7" name="Google Shape;1267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1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11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11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1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1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273" name="Google Shape;1273;p11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11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6" name="Google Shape;1276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8" name="Google Shape;1278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1" name="Google Shape;1281;p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3" name="Google Shape;1283;p11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11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11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86" name="Google Shape;1286;p11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87" name="Google Shape;1287;p11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288" name="Google Shape;1288;p11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11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1" name="Google Shape;1291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1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3" name="Google Shape;1293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4" name="Google Shape;1294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1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6" name="Google Shape;1296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113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113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113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01" name="Google Shape;1301;p11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02" name="Google Shape;1302;p11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303" name="Google Shape;1303;p113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113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6" name="Google Shape;1306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1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9" name="Google Shape;1309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1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2" name="Google Shape;1312;p11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13" name="Google Shape;1313;p11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14" name="Google Shape;1314;p11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15" name="Google Shape;1315;p11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316" name="Google Shape;1316;p1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1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8" name="Google Shape;1318;p11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319" name="Google Shape;1319;p1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1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11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322" name="Google Shape;1322;p1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5" name="Google Shape;1325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1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8" name="Google Shape;132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11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1" name="Google Shape;1331;p11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32" name="Google Shape;1332;p11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33" name="Google Shape;1333;p11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34" name="Google Shape;1334;p11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335" name="Google Shape;1335;p1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1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7" name="Google Shape;1337;p11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338" name="Google Shape;1338;p1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9" name="Google Shape;1339;p1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11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341" name="Google Shape;1341;p1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4" name="Google Shape;1344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1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7" name="Google Shape;1347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11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0" name="Google Shape;1350;p11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51" name="Google Shape;1351;p11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52" name="Google Shape;1352;p11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53" name="Google Shape;1353;p11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354" name="Google Shape;1354;p1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5" name="Google Shape;1355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6" name="Google Shape;1356;p11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357" name="Google Shape;1357;p1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1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360" name="Google Shape;1360;p1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3" name="Google Shape;1363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1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66" name="Google Shape;1366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11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9" name="Google Shape;1369;p11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70" name="Google Shape;1370;p11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71" name="Google Shape;1371;p11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72" name="Google Shape;1372;p11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373" name="Google Shape;1373;p1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4" name="Google Shape;1374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5" name="Google Shape;1375;p11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376" name="Google Shape;1376;p1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7" name="Google Shape;1377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8" name="Google Shape;1378;p11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379" name="Google Shape;1379;p1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0" name="Google Shape;1380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" name="Google Shape;1382;p1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3" name="Google Shape;1383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11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85" name="Google Shape;1385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6" name="Google Shape;1386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11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8" name="Google Shape;1388;p11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89" name="Google Shape;1389;p11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90" name="Google Shape;1390;p11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91" name="Google Shape;1391;p11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92" name="Google Shape;1392;p11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393" name="Google Shape;1393;p1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4" name="Google Shape;1394;p1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5" name="Google Shape;1395;p11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396" name="Google Shape;1396;p1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7" name="Google Shape;1397;p1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8" name="Google Shape;1398;p11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399" name="Google Shape;1399;p1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0" name="Google Shape;1400;p1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1" name="Google Shape;1401;p11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402" name="Google Shape;1402;p1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3" name="Google Shape;1403;p1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5" name="Google Shape;1405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11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08" name="Google Shape;1408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11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1" name="Google Shape;1411;p11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12" name="Google Shape;1412;p11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13" name="Google Shape;1413;p11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14" name="Google Shape;1414;p11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415" name="Google Shape;1415;p11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416" name="Google Shape;1416;p1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7" name="Google Shape;1417;p11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8" name="Google Shape;1418;p11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419" name="Google Shape;1419;p1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0" name="Google Shape;1420;p11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21" name="Google Shape;1421;p11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422" name="Google Shape;1422;p1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3" name="Google Shape;1423;p11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24" name="Google Shape;1424;p11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425" name="Google Shape;1425;p1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6" name="Google Shape;1426;p11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8" name="Google Shape;1428;p12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12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12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31" name="Google Shape;1431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12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4" name="Google Shape;1434;p12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35" name="Google Shape;1435;p12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36" name="Google Shape;1436;p12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37" name="Google Shape;1437;p12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438" name="Google Shape;1438;p12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439" name="Google Shape;1439;p1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0" name="Google Shape;1440;p1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1" name="Google Shape;1441;p12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442" name="Google Shape;1442;p1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3" name="Google Shape;1443;p1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4" name="Google Shape;1444;p12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445" name="Google Shape;1445;p1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6" name="Google Shape;1446;p1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7" name="Google Shape;1447;p12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448" name="Google Shape;1448;p1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9" name="Google Shape;1449;p1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1" name="Google Shape;1451;p1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12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2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54" name="Google Shape;1454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5" name="Google Shape;1455;p12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12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7" name="Google Shape;1457;p12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58" name="Google Shape;1458;p12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59" name="Google Shape;1459;p12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60" name="Google Shape;1460;p12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461" name="Google Shape;1461;p12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462" name="Google Shape;1462;p1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3" name="Google Shape;1463;p1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64" name="Google Shape;1464;p12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465" name="Google Shape;1465;p1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6" name="Google Shape;1466;p1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67" name="Google Shape;1467;p12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468" name="Google Shape;1468;p1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9" name="Google Shape;1469;p1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0" name="Google Shape;1470;p12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471" name="Google Shape;1471;p1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2" name="Google Shape;1472;p1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" name="Google Shape;1474;p1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1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12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77" name="Google Shape;1477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12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2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0" name="Google Shape;1480;p12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481" name="Google Shape;1481;p12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482" name="Google Shape;1482;p12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83" name="Google Shape;1483;p12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484" name="Google Shape;1484;p1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5" name="Google Shape;1485;p1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6" name="Google Shape;1486;p12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487" name="Google Shape;1487;p1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8" name="Google Shape;1488;p1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9" name="Google Shape;1489;p12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490" name="Google Shape;1490;p1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1" name="Google Shape;1491;p1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3" name="Google Shape;1493;p1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1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12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96" name="Google Shape;1496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7" name="Google Shape;1497;p12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12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9" name="Google Shape;1499;p12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00" name="Google Shape;1500;p12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01" name="Google Shape;1501;p12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02" name="Google Shape;1502;p12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503" name="Google Shape;1503;p1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4" name="Google Shape;1504;p12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5" name="Google Shape;1505;p12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506" name="Google Shape;1506;p1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7" name="Google Shape;1507;p12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8" name="Google Shape;1508;p12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509" name="Google Shape;1509;p1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0" name="Google Shape;1510;p12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2" name="Google Shape;1512;p1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13" name="Google Shape;1513;p1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12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15" name="Google Shape;1515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12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12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8" name="Google Shape;1518;p12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19" name="Google Shape;1519;p12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20" name="Google Shape;1520;p12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21" name="Google Shape;1521;p12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522" name="Google Shape;1522;p1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3" name="Google Shape;1523;p12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4" name="Google Shape;1524;p12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525" name="Google Shape;1525;p1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6" name="Google Shape;1526;p12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7" name="Google Shape;1527;p12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528" name="Google Shape;1528;p1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9" name="Google Shape;1529;p12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1" name="Google Shape;1531;p1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1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12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34" name="Google Shape;1534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5" name="Google Shape;1535;p12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12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7" name="Google Shape;1537;p12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38" name="Google Shape;1538;p12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39" name="Google Shape;1539;p12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40" name="Google Shape;1540;p12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541" name="Google Shape;1541;p1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2" name="Google Shape;1542;p12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3" name="Google Shape;1543;p12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544" name="Google Shape;1544;p1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5" name="Google Shape;1545;p12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6" name="Google Shape;1546;p12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547" name="Google Shape;1547;p1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8" name="Google Shape;1548;p12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0" name="Google Shape;1550;p1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1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12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53" name="Google Shape;1553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4" name="Google Shape;1554;p12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1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7" name="Google Shape;1557;p1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1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12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60" name="Google Shape;1560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1" name="Google Shape;1561;p12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1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4" name="Google Shape;1564;p1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65" name="Google Shape;1565;p1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12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67" name="Google Shape;1567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8" name="Google Shape;1568;p1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1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1" name="Google Shape;1571;p1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1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12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74" name="Google Shape;1574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5" name="Google Shape;1575;p1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1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1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1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13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81" name="Google Shape;1581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2" name="Google Shape;1582;p1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13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4" name="Google Shape;1584;p13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6" name="Google Shape;1586;p1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1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1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9" name="Google Shape;1589;p1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90" name="Google Shape;1590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1" name="Google Shape;1591;p13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2" name="Google Shape;1592;p13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4" name="Google Shape;1594;p1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1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1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7" name="Google Shape;1597;p1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98" name="Google Shape;1598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9" name="Google Shape;1599;p13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0" name="Google Shape;1600;p13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2" name="Google Shape;1602;p1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1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1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5" name="Google Shape;1605;p1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6" name="Google Shape;1606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7" name="Google Shape;1607;p13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8" name="Google Shape;1608;p13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0" name="Google Shape;1610;p1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1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1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613" name="Google Shape;1613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1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13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6" name="Google Shape;1616;p13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8" name="Google Shape;1618;p1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19" name="Google Shape;1619;p1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13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21" name="Google Shape;1621;p1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2" name="Google Shape;1622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3" name="Google Shape;1623;p13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24" name="Google Shape;1624;p13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6" name="Google Shape;1626;p1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7" name="Google Shape;1627;p1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13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29" name="Google Shape;1629;p1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0" name="Google Shape;1630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1" name="Google Shape;1631;p13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2" name="Google Shape;1632;p13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4" name="Google Shape;1634;p137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pic>
          <p:nvPicPr>
            <p:cNvPr id="1635" name="Google Shape;1635;p137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6" name="Google Shape;1636;p137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7" name="Google Shape;1637;p13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38" name="Google Shape;1638;p1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9" name="Google Shape;1639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0" name="Google Shape;1640;p13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13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13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4" name="Google Shape;1644;p13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45" name="Google Shape;1645;p13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46" name="Google Shape;1646;p13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13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13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0" name="Google Shape;1650;p13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51" name="Google Shape;1651;p13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52" name="Google Shape;1652;p13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3" name="Google Shape;1653;p139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5" name="Google Shape;1655;p1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656" name="Google Shape;1656;p14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14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14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14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14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14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14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14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14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4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8" name="Google Shape;1668;p1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69" name="Google Shape;1669;p14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4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14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4" name="Google Shape;1674;p14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75" name="Google Shape;1675;p14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14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77" name="Google Shape;1677;p14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78" name="Google Shape;1678;p14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6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2" Type="http://schemas.openxmlformats.org/officeDocument/2006/relationships/theme" Target="../theme/theme3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9.xml"/><Relationship Id="rId42" Type="http://schemas.openxmlformats.org/officeDocument/2006/relationships/slideLayout" Target="../slideLayouts/slideLayout111.xml"/><Relationship Id="rId41" Type="http://schemas.openxmlformats.org/officeDocument/2006/relationships/slideLayout" Target="../slideLayouts/slideLayout110.xml"/><Relationship Id="rId44" Type="http://schemas.openxmlformats.org/officeDocument/2006/relationships/slideLayout" Target="../slideLayouts/slideLayout113.xml"/><Relationship Id="rId43" Type="http://schemas.openxmlformats.org/officeDocument/2006/relationships/slideLayout" Target="../slideLayouts/slideLayout112.xml"/><Relationship Id="rId46" Type="http://schemas.openxmlformats.org/officeDocument/2006/relationships/slideLayout" Target="../slideLayouts/slideLayout115.xml"/><Relationship Id="rId45" Type="http://schemas.openxmlformats.org/officeDocument/2006/relationships/slideLayout" Target="../slideLayouts/slideLayout114.xml"/><Relationship Id="rId1" Type="http://schemas.openxmlformats.org/officeDocument/2006/relationships/image" Target="../media/image68.png"/><Relationship Id="rId2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48" Type="http://schemas.openxmlformats.org/officeDocument/2006/relationships/slideLayout" Target="../slideLayouts/slideLayout117.xml"/><Relationship Id="rId47" Type="http://schemas.openxmlformats.org/officeDocument/2006/relationships/slideLayout" Target="../slideLayouts/slideLayout116.xml"/><Relationship Id="rId49" Type="http://schemas.openxmlformats.org/officeDocument/2006/relationships/slideLayout" Target="../slideLayouts/slideLayout118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73" Type="http://schemas.openxmlformats.org/officeDocument/2006/relationships/slideLayout" Target="../slideLayouts/slideLayout142.xml"/><Relationship Id="rId72" Type="http://schemas.openxmlformats.org/officeDocument/2006/relationships/slideLayout" Target="../slideLayouts/slideLayout141.xml"/><Relationship Id="rId31" Type="http://schemas.openxmlformats.org/officeDocument/2006/relationships/slideLayout" Target="../slideLayouts/slideLayout100.xml"/><Relationship Id="rId30" Type="http://schemas.openxmlformats.org/officeDocument/2006/relationships/slideLayout" Target="../slideLayouts/slideLayout99.xml"/><Relationship Id="rId74" Type="http://schemas.openxmlformats.org/officeDocument/2006/relationships/theme" Target="../theme/theme1.xml"/><Relationship Id="rId33" Type="http://schemas.openxmlformats.org/officeDocument/2006/relationships/slideLayout" Target="../slideLayouts/slideLayout102.xml"/><Relationship Id="rId32" Type="http://schemas.openxmlformats.org/officeDocument/2006/relationships/slideLayout" Target="../slideLayouts/slideLayout101.xml"/><Relationship Id="rId35" Type="http://schemas.openxmlformats.org/officeDocument/2006/relationships/slideLayout" Target="../slideLayouts/slideLayout104.xml"/><Relationship Id="rId34" Type="http://schemas.openxmlformats.org/officeDocument/2006/relationships/slideLayout" Target="../slideLayouts/slideLayout103.xml"/><Relationship Id="rId71" Type="http://schemas.openxmlformats.org/officeDocument/2006/relationships/slideLayout" Target="../slideLayouts/slideLayout140.xml"/><Relationship Id="rId70" Type="http://schemas.openxmlformats.org/officeDocument/2006/relationships/slideLayout" Target="../slideLayouts/slideLayout139.xml"/><Relationship Id="rId37" Type="http://schemas.openxmlformats.org/officeDocument/2006/relationships/slideLayout" Target="../slideLayouts/slideLayout106.xml"/><Relationship Id="rId36" Type="http://schemas.openxmlformats.org/officeDocument/2006/relationships/slideLayout" Target="../slideLayouts/slideLayout105.xml"/><Relationship Id="rId39" Type="http://schemas.openxmlformats.org/officeDocument/2006/relationships/slideLayout" Target="../slideLayouts/slideLayout108.xml"/><Relationship Id="rId38" Type="http://schemas.openxmlformats.org/officeDocument/2006/relationships/slideLayout" Target="../slideLayouts/slideLayout107.xml"/><Relationship Id="rId62" Type="http://schemas.openxmlformats.org/officeDocument/2006/relationships/slideLayout" Target="../slideLayouts/slideLayout131.xml"/><Relationship Id="rId61" Type="http://schemas.openxmlformats.org/officeDocument/2006/relationships/slideLayout" Target="../slideLayouts/slideLayout130.xml"/><Relationship Id="rId20" Type="http://schemas.openxmlformats.org/officeDocument/2006/relationships/slideLayout" Target="../slideLayouts/slideLayout89.xml"/><Relationship Id="rId64" Type="http://schemas.openxmlformats.org/officeDocument/2006/relationships/slideLayout" Target="../slideLayouts/slideLayout133.xml"/><Relationship Id="rId63" Type="http://schemas.openxmlformats.org/officeDocument/2006/relationships/slideLayout" Target="../slideLayouts/slideLayout132.xml"/><Relationship Id="rId22" Type="http://schemas.openxmlformats.org/officeDocument/2006/relationships/slideLayout" Target="../slideLayouts/slideLayout91.xml"/><Relationship Id="rId66" Type="http://schemas.openxmlformats.org/officeDocument/2006/relationships/slideLayout" Target="../slideLayouts/slideLayout135.xml"/><Relationship Id="rId21" Type="http://schemas.openxmlformats.org/officeDocument/2006/relationships/slideLayout" Target="../slideLayouts/slideLayout90.xml"/><Relationship Id="rId65" Type="http://schemas.openxmlformats.org/officeDocument/2006/relationships/slideLayout" Target="../slideLayouts/slideLayout134.xml"/><Relationship Id="rId24" Type="http://schemas.openxmlformats.org/officeDocument/2006/relationships/slideLayout" Target="../slideLayouts/slideLayout93.xml"/><Relationship Id="rId68" Type="http://schemas.openxmlformats.org/officeDocument/2006/relationships/slideLayout" Target="../slideLayouts/slideLayout137.xml"/><Relationship Id="rId23" Type="http://schemas.openxmlformats.org/officeDocument/2006/relationships/slideLayout" Target="../slideLayouts/slideLayout92.xml"/><Relationship Id="rId67" Type="http://schemas.openxmlformats.org/officeDocument/2006/relationships/slideLayout" Target="../slideLayouts/slideLayout136.xml"/><Relationship Id="rId60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95.xml"/><Relationship Id="rId25" Type="http://schemas.openxmlformats.org/officeDocument/2006/relationships/slideLayout" Target="../slideLayouts/slideLayout94.xml"/><Relationship Id="rId69" Type="http://schemas.openxmlformats.org/officeDocument/2006/relationships/slideLayout" Target="../slideLayouts/slideLayout138.xml"/><Relationship Id="rId28" Type="http://schemas.openxmlformats.org/officeDocument/2006/relationships/slideLayout" Target="../slideLayouts/slideLayout97.xml"/><Relationship Id="rId27" Type="http://schemas.openxmlformats.org/officeDocument/2006/relationships/slideLayout" Target="../slideLayouts/slideLayout96.xml"/><Relationship Id="rId29" Type="http://schemas.openxmlformats.org/officeDocument/2006/relationships/slideLayout" Target="../slideLayouts/slideLayout98.xml"/><Relationship Id="rId51" Type="http://schemas.openxmlformats.org/officeDocument/2006/relationships/slideLayout" Target="../slideLayouts/slideLayout120.xml"/><Relationship Id="rId50" Type="http://schemas.openxmlformats.org/officeDocument/2006/relationships/slideLayout" Target="../slideLayouts/slideLayout119.xml"/><Relationship Id="rId53" Type="http://schemas.openxmlformats.org/officeDocument/2006/relationships/slideLayout" Target="../slideLayouts/slideLayout122.xml"/><Relationship Id="rId52" Type="http://schemas.openxmlformats.org/officeDocument/2006/relationships/slideLayout" Target="../slideLayouts/slideLayout121.xml"/><Relationship Id="rId11" Type="http://schemas.openxmlformats.org/officeDocument/2006/relationships/slideLayout" Target="../slideLayouts/slideLayout80.xml"/><Relationship Id="rId5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79.xml"/><Relationship Id="rId54" Type="http://schemas.openxmlformats.org/officeDocument/2006/relationships/slideLayout" Target="../slideLayouts/slideLayout123.xml"/><Relationship Id="rId13" Type="http://schemas.openxmlformats.org/officeDocument/2006/relationships/slideLayout" Target="../slideLayouts/slideLayout82.xml"/><Relationship Id="rId57" Type="http://schemas.openxmlformats.org/officeDocument/2006/relationships/slideLayout" Target="../slideLayouts/slideLayout126.xml"/><Relationship Id="rId12" Type="http://schemas.openxmlformats.org/officeDocument/2006/relationships/slideLayout" Target="../slideLayouts/slideLayout81.xml"/><Relationship Id="rId56" Type="http://schemas.openxmlformats.org/officeDocument/2006/relationships/slideLayout" Target="../slideLayouts/slideLayout125.xml"/><Relationship Id="rId15" Type="http://schemas.openxmlformats.org/officeDocument/2006/relationships/slideLayout" Target="../slideLayouts/slideLayout84.xml"/><Relationship Id="rId59" Type="http://schemas.openxmlformats.org/officeDocument/2006/relationships/slideLayout" Target="../slideLayouts/slideLayout128.xml"/><Relationship Id="rId14" Type="http://schemas.openxmlformats.org/officeDocument/2006/relationships/slideLayout" Target="../slideLayouts/slideLayout83.xml"/><Relationship Id="rId58" Type="http://schemas.openxmlformats.org/officeDocument/2006/relationships/slideLayout" Target="../slideLayouts/slideLayout127.xml"/><Relationship Id="rId17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88.xml"/><Relationship Id="rId18" Type="http://schemas.openxmlformats.org/officeDocument/2006/relationships/slideLayout" Target="../slideLayouts/slideLayout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847" name="Google Shape;847;p7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48" name="Google Shape;848;p7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  <p:sldLayoutId id="2147483744" r:id="rId28"/>
    <p:sldLayoutId id="2147483745" r:id="rId29"/>
    <p:sldLayoutId id="2147483746" r:id="rId30"/>
    <p:sldLayoutId id="2147483747" r:id="rId31"/>
    <p:sldLayoutId id="2147483748" r:id="rId32"/>
    <p:sldLayoutId id="2147483749" r:id="rId33"/>
    <p:sldLayoutId id="2147483750" r:id="rId34"/>
    <p:sldLayoutId id="2147483751" r:id="rId35"/>
    <p:sldLayoutId id="2147483752" r:id="rId36"/>
    <p:sldLayoutId id="2147483753" r:id="rId37"/>
    <p:sldLayoutId id="2147483754" r:id="rId38"/>
    <p:sldLayoutId id="2147483755" r:id="rId39"/>
    <p:sldLayoutId id="2147483756" r:id="rId40"/>
    <p:sldLayoutId id="2147483757" r:id="rId41"/>
    <p:sldLayoutId id="2147483758" r:id="rId42"/>
    <p:sldLayoutId id="2147483759" r:id="rId43"/>
    <p:sldLayoutId id="2147483760" r:id="rId44"/>
    <p:sldLayoutId id="2147483761" r:id="rId45"/>
    <p:sldLayoutId id="2147483762" r:id="rId46"/>
    <p:sldLayoutId id="2147483763" r:id="rId47"/>
    <p:sldLayoutId id="2147483764" r:id="rId48"/>
    <p:sldLayoutId id="2147483765" r:id="rId49"/>
    <p:sldLayoutId id="2147483766" r:id="rId50"/>
    <p:sldLayoutId id="2147483767" r:id="rId51"/>
    <p:sldLayoutId id="2147483768" r:id="rId52"/>
    <p:sldLayoutId id="2147483769" r:id="rId53"/>
    <p:sldLayoutId id="2147483770" r:id="rId54"/>
    <p:sldLayoutId id="2147483771" r:id="rId55"/>
    <p:sldLayoutId id="2147483772" r:id="rId56"/>
    <p:sldLayoutId id="2147483773" r:id="rId57"/>
    <p:sldLayoutId id="2147483774" r:id="rId58"/>
    <p:sldLayoutId id="2147483775" r:id="rId59"/>
    <p:sldLayoutId id="2147483776" r:id="rId60"/>
    <p:sldLayoutId id="2147483777" r:id="rId61"/>
    <p:sldLayoutId id="2147483778" r:id="rId62"/>
    <p:sldLayoutId id="2147483779" r:id="rId63"/>
    <p:sldLayoutId id="2147483780" r:id="rId64"/>
    <p:sldLayoutId id="2147483781" r:id="rId65"/>
    <p:sldLayoutId id="2147483782" r:id="rId66"/>
    <p:sldLayoutId id="2147483783" r:id="rId67"/>
    <p:sldLayoutId id="2147483784" r:id="rId68"/>
    <p:sldLayoutId id="2147483785" r:id="rId69"/>
    <p:sldLayoutId id="2147483786" r:id="rId70"/>
    <p:sldLayoutId id="2147483787" r:id="rId71"/>
    <p:sldLayoutId id="2147483788" r:id="rId72"/>
    <p:sldLayoutId id="2147483789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8.png"/><Relationship Id="rId4" Type="http://schemas.openxmlformats.org/officeDocument/2006/relationships/image" Target="../media/image140.png"/><Relationship Id="rId5" Type="http://schemas.openxmlformats.org/officeDocument/2006/relationships/image" Target="../media/image13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8.png"/><Relationship Id="rId4" Type="http://schemas.openxmlformats.org/officeDocument/2006/relationships/image" Target="../media/image140.png"/><Relationship Id="rId5" Type="http://schemas.openxmlformats.org/officeDocument/2006/relationships/image" Target="../media/image1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8.png"/><Relationship Id="rId4" Type="http://schemas.openxmlformats.org/officeDocument/2006/relationships/image" Target="../media/image140.png"/><Relationship Id="rId5" Type="http://schemas.openxmlformats.org/officeDocument/2006/relationships/image" Target="../media/image1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8.png"/><Relationship Id="rId4" Type="http://schemas.openxmlformats.org/officeDocument/2006/relationships/image" Target="../media/image140.png"/><Relationship Id="rId5" Type="http://schemas.openxmlformats.org/officeDocument/2006/relationships/image" Target="../media/image139.png"/><Relationship Id="rId6" Type="http://schemas.openxmlformats.org/officeDocument/2006/relationships/image" Target="../media/image1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8.png"/><Relationship Id="rId4" Type="http://schemas.openxmlformats.org/officeDocument/2006/relationships/image" Target="../media/image140.png"/><Relationship Id="rId5" Type="http://schemas.openxmlformats.org/officeDocument/2006/relationships/image" Target="../media/image1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8.png"/><Relationship Id="rId4" Type="http://schemas.openxmlformats.org/officeDocument/2006/relationships/image" Target="../media/image140.png"/><Relationship Id="rId5" Type="http://schemas.openxmlformats.org/officeDocument/2006/relationships/image" Target="../media/image139.png"/><Relationship Id="rId6" Type="http://schemas.openxmlformats.org/officeDocument/2006/relationships/image" Target="../media/image14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8.png"/><Relationship Id="rId4" Type="http://schemas.openxmlformats.org/officeDocument/2006/relationships/image" Target="../media/image139.png"/><Relationship Id="rId5" Type="http://schemas.openxmlformats.org/officeDocument/2006/relationships/image" Target="../media/image14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9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4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Elections</a:t>
            </a:r>
            <a:endParaRPr/>
          </a:p>
        </p:txBody>
      </p:sp>
      <p:sp>
        <p:nvSpPr>
          <p:cNvPr id="1684" name="Google Shape;1684;p14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Thinking critically with maths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146"/>
          <p:cNvSpPr txBox="1"/>
          <p:nvPr>
            <p:ph idx="1" type="subTitle"/>
          </p:nvPr>
        </p:nvSpPr>
        <p:spPr>
          <a:xfrm>
            <a:off x="666000" y="1620000"/>
            <a:ext cx="73512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how members of parliament are elected.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147"/>
          <p:cNvSpPr txBox="1"/>
          <p:nvPr>
            <p:ph idx="1" type="subTitle"/>
          </p:nvPr>
        </p:nvSpPr>
        <p:spPr>
          <a:xfrm>
            <a:off x="324000" y="1069850"/>
            <a:ext cx="8496000" cy="9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First Past the Post</a:t>
            </a:r>
            <a:r>
              <a:rPr b="0" lang="en-GB" sz="2000">
                <a:solidFill>
                  <a:schemeClr val="dk1"/>
                </a:solidFill>
              </a:rPr>
              <a:t> (</a:t>
            </a:r>
            <a:r>
              <a:rPr lang="en-GB" sz="2000">
                <a:solidFill>
                  <a:schemeClr val="dk1"/>
                </a:solidFill>
              </a:rPr>
              <a:t>FPTP</a:t>
            </a:r>
            <a:r>
              <a:rPr b="0" lang="en-GB" sz="2000">
                <a:solidFill>
                  <a:schemeClr val="dk1"/>
                </a:solidFill>
              </a:rPr>
              <a:t>) is the name for the electoral system used to elect MPs to Westminster.</a:t>
            </a:r>
            <a:endParaRPr b="0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14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  <p:sp>
        <p:nvSpPr>
          <p:cNvPr id="1700" name="Google Shape;1700;p14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1701" name="Google Shape;1701;p14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Elections</a:t>
            </a:r>
            <a:endParaRPr/>
          </a:p>
        </p:txBody>
      </p:sp>
      <p:pic>
        <p:nvPicPr>
          <p:cNvPr id="1702" name="Google Shape;1702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76" y="205195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  <p:sp>
        <p:nvSpPr>
          <p:cNvPr id="1708" name="Google Shape;1708;p1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First Past the Post</a:t>
            </a:r>
            <a:r>
              <a:rPr lang="en-GB"/>
              <a:t> (</a:t>
            </a:r>
            <a:r>
              <a:rPr b="1" lang="en-GB"/>
              <a:t>FPTP</a:t>
            </a:r>
            <a:r>
              <a:rPr lang="en-GB"/>
              <a:t>) is the name for the electoral system used to elect MPs (members of parliament) to Westminster.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UK is </a:t>
            </a:r>
            <a:r>
              <a:rPr lang="en-GB"/>
              <a:t>divided</a:t>
            </a:r>
            <a:r>
              <a:rPr lang="en-GB"/>
              <a:t> into 650 constituencies. Each constituency votes to </a:t>
            </a:r>
            <a:r>
              <a:rPr lang="en-GB"/>
              <a:t>elect an MP.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Each voter gets to vote for one candidate. The candidate with the most votes wins.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It doesn’t matter how many votes they win by.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1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  <p:sp>
        <p:nvSpPr>
          <p:cNvPr id="1714" name="Google Shape;1714;p15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None</a:t>
            </a:r>
            <a:endParaRPr/>
          </a:p>
        </p:txBody>
      </p:sp>
      <p:sp>
        <p:nvSpPr>
          <p:cNvPr id="1715" name="Google Shape;1715;p15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many candidates can a voter vote for?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15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One</a:t>
            </a:r>
            <a:endParaRPr/>
          </a:p>
        </p:txBody>
      </p:sp>
      <p:sp>
        <p:nvSpPr>
          <p:cNvPr id="1717" name="Google Shape;1717;p15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Two</a:t>
            </a:r>
            <a:endParaRPr/>
          </a:p>
        </p:txBody>
      </p:sp>
      <p:pic>
        <p:nvPicPr>
          <p:cNvPr id="1718" name="Google Shape;1718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1058" y="27551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150"/>
          <p:cNvSpPr txBox="1"/>
          <p:nvPr/>
        </p:nvSpPr>
        <p:spPr>
          <a:xfrm>
            <a:off x="1712975" y="3683775"/>
            <a:ext cx="6679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might be the case for local council elections where there is more than one vacancy.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  <p:sp>
        <p:nvSpPr>
          <p:cNvPr id="1725" name="Google Shape;1725;p1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pupils at Oak National Academy are voting for their form Captain.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There are three pupils standing for the position.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726" name="Google Shape;1726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7446" y="2666286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7" name="Google Shape;1727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0907" y="2634427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8" name="Google Shape;1728;p1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3988" y="2467150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9" name="Google Shape;1729;p151"/>
          <p:cNvSpPr txBox="1"/>
          <p:nvPr/>
        </p:nvSpPr>
        <p:spPr>
          <a:xfrm>
            <a:off x="324000" y="3699375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151"/>
          <p:cNvSpPr txBox="1"/>
          <p:nvPr/>
        </p:nvSpPr>
        <p:spPr>
          <a:xfrm>
            <a:off x="3867450" y="3695498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151"/>
          <p:cNvSpPr txBox="1"/>
          <p:nvPr/>
        </p:nvSpPr>
        <p:spPr>
          <a:xfrm>
            <a:off x="7459200" y="3701275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  <p:sp>
        <p:nvSpPr>
          <p:cNvPr id="1737" name="Google Shape;1737;p1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other seven pupils vote for who they want to be form Captain. Using </a:t>
            </a:r>
            <a:r>
              <a:rPr b="1" lang="en-GB"/>
              <a:t>FPTP</a:t>
            </a:r>
            <a:r>
              <a:rPr lang="en-GB"/>
              <a:t>, they can each cast one vote only.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738" name="Google Shape;1738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7446" y="2666286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9" name="Google Shape;1739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0907" y="2634427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0" name="Google Shape;1740;p1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3988" y="2467150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1" name="Google Shape;1741;p152"/>
          <p:cNvSpPr txBox="1"/>
          <p:nvPr/>
        </p:nvSpPr>
        <p:spPr>
          <a:xfrm>
            <a:off x="324000" y="3699375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152"/>
          <p:cNvSpPr txBox="1"/>
          <p:nvPr/>
        </p:nvSpPr>
        <p:spPr>
          <a:xfrm>
            <a:off x="3867450" y="3695498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152"/>
          <p:cNvSpPr txBox="1"/>
          <p:nvPr/>
        </p:nvSpPr>
        <p:spPr>
          <a:xfrm>
            <a:off x="7459200" y="3701275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  <p:sp>
        <p:nvSpPr>
          <p:cNvPr id="1749" name="Google Shape;1749;p153"/>
          <p:cNvSpPr txBox="1"/>
          <p:nvPr>
            <p:ph idx="1" type="body"/>
          </p:nvPr>
        </p:nvSpPr>
        <p:spPr>
          <a:xfrm>
            <a:off x="324000" y="759300"/>
            <a:ext cx="8237700" cy="4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are the results: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750" name="Google Shape;1750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7446" y="2666286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1" name="Google Shape;1751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0907" y="2634427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2" name="Google Shape;1752;p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3988" y="2467150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3" name="Google Shape;1753;p153"/>
          <p:cNvSpPr txBox="1"/>
          <p:nvPr/>
        </p:nvSpPr>
        <p:spPr>
          <a:xfrm>
            <a:off x="324000" y="3699375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153"/>
          <p:cNvSpPr txBox="1"/>
          <p:nvPr/>
        </p:nvSpPr>
        <p:spPr>
          <a:xfrm>
            <a:off x="3867450" y="3695498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153"/>
          <p:cNvSpPr txBox="1"/>
          <p:nvPr/>
        </p:nvSpPr>
        <p:spPr>
          <a:xfrm>
            <a:off x="7459200" y="3701275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153"/>
          <p:cNvSpPr txBox="1"/>
          <p:nvPr/>
        </p:nvSpPr>
        <p:spPr>
          <a:xfrm>
            <a:off x="324100" y="1910150"/>
            <a:ext cx="12951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2 votes				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153"/>
          <p:cNvSpPr txBox="1"/>
          <p:nvPr/>
        </p:nvSpPr>
        <p:spPr>
          <a:xfrm>
            <a:off x="3753100" y="1910150"/>
            <a:ext cx="12951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3 votes				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153"/>
          <p:cNvSpPr txBox="1"/>
          <p:nvPr/>
        </p:nvSpPr>
        <p:spPr>
          <a:xfrm>
            <a:off x="7182100" y="1910150"/>
            <a:ext cx="12951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2 votes				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1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  <p:pic>
        <p:nvPicPr>
          <p:cNvPr id="1764" name="Google Shape;1764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080" y="2666286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5" name="Google Shape;1765;p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4535" y="2634427"/>
            <a:ext cx="705943" cy="1016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6" name="Google Shape;1766;p154"/>
          <p:cNvGrpSpPr/>
          <p:nvPr/>
        </p:nvGrpSpPr>
        <p:grpSpPr>
          <a:xfrm>
            <a:off x="1057560" y="2467150"/>
            <a:ext cx="1114250" cy="1545725"/>
            <a:chOff x="323988" y="2467150"/>
            <a:chExt cx="1114250" cy="1545725"/>
          </a:xfrm>
        </p:grpSpPr>
        <p:pic>
          <p:nvPicPr>
            <p:cNvPr id="1767" name="Google Shape;1767;p15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323988" y="2467150"/>
              <a:ext cx="1114250" cy="107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8" name="Google Shape;1768;p154"/>
            <p:cNvSpPr txBox="1"/>
            <p:nvPr/>
          </p:nvSpPr>
          <p:spPr>
            <a:xfrm>
              <a:off x="324000" y="3699375"/>
              <a:ext cx="11142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69" name="Google Shape;1769;p154"/>
          <p:cNvSpPr txBox="1"/>
          <p:nvPr/>
        </p:nvSpPr>
        <p:spPr>
          <a:xfrm>
            <a:off x="4010768" y="3695498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154"/>
          <p:cNvSpPr txBox="1"/>
          <p:nvPr/>
        </p:nvSpPr>
        <p:spPr>
          <a:xfrm>
            <a:off x="7030428" y="3701275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1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 won the election? How do you know?</a:t>
            </a:r>
            <a:endParaRPr/>
          </a:p>
        </p:txBody>
      </p:sp>
      <p:pic>
        <p:nvPicPr>
          <p:cNvPr id="1772" name="Google Shape;1772;p1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4008" y="41421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3" name="Google Shape;1773;p154"/>
          <p:cNvSpPr/>
          <p:nvPr/>
        </p:nvSpPr>
        <p:spPr>
          <a:xfrm>
            <a:off x="3996950" y="1842100"/>
            <a:ext cx="1223100" cy="472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4" name="Google Shape;1774;p154"/>
          <p:cNvSpPr txBox="1"/>
          <p:nvPr/>
        </p:nvSpPr>
        <p:spPr>
          <a:xfrm>
            <a:off x="1086100" y="1910150"/>
            <a:ext cx="12951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2 votes				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5" name="Google Shape;1775;p154"/>
          <p:cNvSpPr txBox="1"/>
          <p:nvPr/>
        </p:nvSpPr>
        <p:spPr>
          <a:xfrm>
            <a:off x="3981700" y="1910150"/>
            <a:ext cx="12951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3 votes				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6" name="Google Shape;1776;p154"/>
          <p:cNvSpPr txBox="1"/>
          <p:nvPr/>
        </p:nvSpPr>
        <p:spPr>
          <a:xfrm>
            <a:off x="6953500" y="1910150"/>
            <a:ext cx="12951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2 votes				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  <p:sp>
        <p:nvSpPr>
          <p:cNvPr id="1782" name="Google Shape;1782;p1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</a:t>
            </a:r>
            <a:r>
              <a:rPr lang="en-GB"/>
              <a:t>system </a:t>
            </a:r>
            <a:r>
              <a:rPr b="1" lang="en-GB"/>
              <a:t>First Past the Post</a:t>
            </a:r>
            <a:r>
              <a:rPr lang="en-GB"/>
              <a:t> (</a:t>
            </a:r>
            <a:r>
              <a:rPr b="1" lang="en-GB"/>
              <a:t>FPTP</a:t>
            </a:r>
            <a:r>
              <a:rPr lang="en-GB"/>
              <a:t>), it is possible to know who has won an election before all the votes are </a:t>
            </a:r>
            <a:r>
              <a:rPr lang="en-GB"/>
              <a:t>counted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  <p:sp>
        <p:nvSpPr>
          <p:cNvPr id="1788" name="Google Shape;1788;p1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four candidates standing in an election.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There are 100 people voting.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Candidate A wins the election. How many votes could they have received?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is the </a:t>
            </a:r>
            <a:r>
              <a:rPr lang="en-GB">
                <a:solidFill>
                  <a:schemeClr val="accent4"/>
                </a:solidFill>
              </a:rPr>
              <a:t>smallest</a:t>
            </a:r>
            <a:r>
              <a:rPr lang="en-GB"/>
              <a:t> number of votes that A could have received?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  <p:sp>
        <p:nvSpPr>
          <p:cNvPr id="1794" name="Google Shape;1794;p1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four candidates standing in an election.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There are 100 people votin</a:t>
            </a:r>
            <a:r>
              <a:rPr lang="en-GB"/>
              <a:t>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Candidate A wins the election. How many votes could they have received?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They could have received all the votes (100).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They could have received 97 votes (and the other candidates got 1 vote each).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There are lots of possible answers!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  <p:sp>
        <p:nvSpPr>
          <p:cNvPr id="1800" name="Google Shape;1800;p1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</a:t>
            </a:r>
            <a:r>
              <a:rPr lang="en-GB">
                <a:solidFill>
                  <a:schemeClr val="accent4"/>
                </a:solidFill>
              </a:rPr>
              <a:t>smallest</a:t>
            </a:r>
            <a:r>
              <a:rPr lang="en-GB"/>
              <a:t> number of votes that A could have received?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8-09-2024/bed2227b-6c4b-4071-b971-15d17404aa47&quot; data-equatio-type=&quot;desmos&quot;&gt;&lt;mglyph src=&quot;https://equatio-api.texthelp.com/desmos/get/18-09-2024/bed2227b-6c4b-4071-b971-15d17404aa47&quot; alt=&quot;Equatio Desmos Graph&quot;/&gt;&lt;/math&gt;" id="1801" name="Google Shape;1801;p158" title="Equatio Desmos Graph"/>
          <p:cNvPicPr preferRelativeResize="0"/>
          <p:nvPr/>
        </p:nvPicPr>
        <p:blipFill rotWithShape="1">
          <a:blip r:embed="rId3">
            <a:alphaModFix/>
          </a:blip>
          <a:srcRect b="6284" l="3766" r="23090" t="36942"/>
          <a:stretch/>
        </p:blipFill>
        <p:spPr>
          <a:xfrm>
            <a:off x="324000" y="1620000"/>
            <a:ext cx="5188864" cy="30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2" name="Google Shape;1802;p158"/>
          <p:cNvSpPr txBox="1"/>
          <p:nvPr/>
        </p:nvSpPr>
        <p:spPr>
          <a:xfrm>
            <a:off x="5774400" y="1677350"/>
            <a:ext cx="2787300" cy="15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everyone received 25 votes, it would have been a 4-way tie.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only needs one more vote than the next closest candidate.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8-09-2024/4ec5728b-d2d6-42c6-aa40-e8da1a5a5a8f&quot; data-equatio-type=&quot;desmos&quot;&gt;&lt;mglyph src=&quot;https://equatio-api.texthelp.com/desmos/get/18-09-2024/4ec5728b-d2d6-42c6-aa40-e8da1a5a5a8f&quot; alt=&quot;Equatio Desmos Graph&quot;/&gt;&lt;/math&gt;" id="1807" name="Google Shape;1807;p159" title="Equatio Desmos Graph"/>
          <p:cNvPicPr preferRelativeResize="0"/>
          <p:nvPr/>
        </p:nvPicPr>
        <p:blipFill rotWithShape="1">
          <a:blip r:embed="rId3">
            <a:alphaModFix/>
          </a:blip>
          <a:srcRect b="6278" l="4007" r="23648" t="37567"/>
          <a:stretch/>
        </p:blipFill>
        <p:spPr>
          <a:xfrm>
            <a:off x="324000" y="1620000"/>
            <a:ext cx="5188874" cy="30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8" name="Google Shape;1808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  <p:sp>
        <p:nvSpPr>
          <p:cNvPr id="1809" name="Google Shape;1809;p1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is the </a:t>
            </a:r>
            <a:r>
              <a:rPr lang="en-GB">
                <a:solidFill>
                  <a:schemeClr val="accent4"/>
                </a:solidFill>
              </a:rPr>
              <a:t>smallest</a:t>
            </a:r>
            <a:r>
              <a:rPr lang="en-GB"/>
              <a:t> number of votes that A could have received?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159"/>
          <p:cNvSpPr txBox="1"/>
          <p:nvPr/>
        </p:nvSpPr>
        <p:spPr>
          <a:xfrm>
            <a:off x="5774400" y="1677350"/>
            <a:ext cx="2787300" cy="15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26 votes is the smallest number of votes possible.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Any less than that and A would not have won the election.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1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500 people voting in an election.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There are 3 candidates - A, B and C.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smallest number of votes that C could receive and still win the election?</a:t>
            </a:r>
            <a:endParaRPr/>
          </a:p>
        </p:txBody>
      </p:sp>
      <p:sp>
        <p:nvSpPr>
          <p:cNvPr id="1816" name="Google Shape;1816;p16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1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500 people voting in an election.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There are 3 candidates - A, B and C.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smallest number of votes that C could receive and still win the election?</a:t>
            </a:r>
            <a:endParaRPr/>
          </a:p>
        </p:txBody>
      </p:sp>
      <p:sp>
        <p:nvSpPr>
          <p:cNvPr id="1822" name="Google Shape;1822;p16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  <p:sp>
        <p:nvSpPr>
          <p:cNvPr id="1823" name="Google Shape;1823;p161"/>
          <p:cNvSpPr txBox="1"/>
          <p:nvPr/>
        </p:nvSpPr>
        <p:spPr>
          <a:xfrm>
            <a:off x="324000" y="2700000"/>
            <a:ext cx="8237700" cy="21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500 ÷ 3 = 166.66…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If C receives 167 votes, then A and B split the remaining votes 167 and 166 so 167 votes is not enough for C to win.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1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500 people voting in an election.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There are 3 candidates - A, B and C.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smallest number of votes that C could receive and still win the election?</a:t>
            </a:r>
            <a:endParaRPr/>
          </a:p>
        </p:txBody>
      </p:sp>
      <p:sp>
        <p:nvSpPr>
          <p:cNvPr id="1829" name="Google Shape;1829;p16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  <p:sp>
        <p:nvSpPr>
          <p:cNvPr id="1830" name="Google Shape;1830;p162"/>
          <p:cNvSpPr txBox="1"/>
          <p:nvPr/>
        </p:nvSpPr>
        <p:spPr>
          <a:xfrm>
            <a:off x="324000" y="2700000"/>
            <a:ext cx="8237700" cy="21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Therefore the smallest number of votes that C could receive (and still win) is 168.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1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200 people are voting in an election. There are four candidates (A, B, C, D) standing in the election.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Given that candidate B won the election, suggest a possible number of votes that each candidate received.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Given that candidate B won the election, what is the smallest number of votes candidate B could have received? </a:t>
            </a:r>
            <a:endParaRPr/>
          </a:p>
        </p:txBody>
      </p:sp>
      <p:sp>
        <p:nvSpPr>
          <p:cNvPr id="1836" name="Google Shape;1836;p1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1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400 people are voting in an election. There are four candidates (A, B, C, D) standing in the election.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Given that candidate D won the election, suggest a possible number of votes that each candidate received.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Given that candidate D won the election, what is the smallest number of votes candidate D could have received? </a:t>
            </a:r>
            <a:endParaRPr/>
          </a:p>
        </p:txBody>
      </p:sp>
      <p:sp>
        <p:nvSpPr>
          <p:cNvPr id="1842" name="Google Shape;1842;p1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p1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(where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is a multiple of four) people are voting in an election. There are four candidates (A, B, C, D) standing in the election.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Given that candidate A won the election, write a general rule for the smallest number of votes candidate A could have received.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Write an expression for the proportion of the total vote that </a:t>
            </a:r>
            <a:r>
              <a:rPr lang="en-GB"/>
              <a:t>candidate</a:t>
            </a:r>
            <a:r>
              <a:rPr lang="en-GB"/>
              <a:t> A received.</a:t>
            </a:r>
            <a:endParaRPr/>
          </a:p>
        </p:txBody>
      </p:sp>
      <p:sp>
        <p:nvSpPr>
          <p:cNvPr id="1848" name="Google Shape;1848;p1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1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200 people are voting in an election. There are four candidates (A, B, C, D) standing in the election.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Given that candidate B won the election, suggest a possible number of votes that each candidate received.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There are many possibilities however your solution should have candidate B with the highest number of votes and the number of votes cast should sum to 200.</a:t>
            </a:r>
            <a:r>
              <a:rPr lang="en-GB"/>
              <a:t> </a:t>
            </a:r>
            <a:endParaRPr/>
          </a:p>
        </p:txBody>
      </p:sp>
      <p:sp>
        <p:nvSpPr>
          <p:cNvPr id="1854" name="Google Shape;1854;p1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16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200 people are voting in an election. There are four candidates (A, B, C, D) standing in the election.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Given that candidate B won the election, what is the smallest number of votes candidate B could have received?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51 votes.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(The other candidates could have received 50, 50 and 49 votes.)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0" name="Google Shape;1860;p16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16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400 people are voting in an election. There are four candidates (A, B, C, D) standing in the election.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Given that candidate D won the election, suggest a possible number of votes that each candidate received.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There are many possibilities however your solution should have candidate D with the highest number of votes and the number of votes cast should sum to 400.</a:t>
            </a:r>
            <a:endParaRPr/>
          </a:p>
        </p:txBody>
      </p:sp>
      <p:sp>
        <p:nvSpPr>
          <p:cNvPr id="1866" name="Google Shape;1866;p16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16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400 people are voting in an election. There are four candidates (A, B, C, D) standing in the election.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Given that candidate D won the election, what is the smallest number of votes candidate D could have received?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101 votes.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(The other candidates could have received 100, 100 and 99 votes.)</a:t>
            </a:r>
            <a:r>
              <a:rPr lang="en-GB"/>
              <a:t> </a:t>
            </a:r>
            <a:endParaRPr/>
          </a:p>
        </p:txBody>
      </p:sp>
      <p:sp>
        <p:nvSpPr>
          <p:cNvPr id="1872" name="Google Shape;1872;p16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17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(where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is a multiple of four) people are voting in an election. There are four candidates (A, B, C, D) standing in the election.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Given that candidate A won the election, write a general rule for the smallest number of votes candidate A could have received.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17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n}{4}+1&quot;&gt;&lt;mfrac&gt;&lt;mi&gt;n&lt;/mi&gt;&lt;mn&gt;4&lt;/mn&gt;&lt;/mfrac&gt;&lt;mo&gt;+&lt;/mo&gt;&lt;mn&gt;1&lt;/mn&gt;&lt;/math&gt;" id="1879" name="Google Shape;1879;p170" title="n over 4 pl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1363" y="3399000"/>
            <a:ext cx="942975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17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(where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is a multiple of four) people are voting in an election. There are four candidates (A, B, C, D) standing in the election.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Write an expression for the proportion of the total vote that candidate A received.</a:t>
            </a:r>
            <a:endParaRPr/>
          </a:p>
        </p:txBody>
      </p:sp>
      <p:sp>
        <p:nvSpPr>
          <p:cNvPr id="1885" name="Google Shape;1885;p17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First Past the Post (FPTP)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\frac{n}{4}+1}{n}&quot;&gt;&lt;mfrac&gt;&lt;mrow&gt;&lt;mfrac&gt;&lt;mi&gt;n&lt;/mi&gt;&lt;mn&gt;4&lt;/mn&gt;&lt;/mfrac&gt;&lt;mo&gt;+&lt;/mo&gt;&lt;mn&gt;1&lt;/mn&gt;&lt;/mrow&gt;&lt;mi&gt;n&lt;/mi&gt;&lt;/mfrac&gt;&lt;/math&gt;" id="1886" name="Google Shape;1886;p171" title="the fraction with numerator n over 4 plus 1 and denominator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4222" y="3550225"/>
            <a:ext cx="97155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17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</a:t>
            </a:r>
            <a:r>
              <a:rPr lang="en-GB"/>
              <a:t>First Past the Post (FPTP)</a:t>
            </a:r>
            <a:endParaRPr/>
          </a:p>
        </p:txBody>
      </p:sp>
      <p:sp>
        <p:nvSpPr>
          <p:cNvPr id="1892" name="Google Shape;1892;p172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1893" name="Google Shape;1893;p17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Elections</a:t>
            </a:r>
            <a:endParaRPr/>
          </a:p>
        </p:txBody>
      </p:sp>
      <p:pic>
        <p:nvPicPr>
          <p:cNvPr id="1894" name="Google Shape;1894;p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76" y="29982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1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1900" name="Google Shape;1900;p17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Earlier we saw the results of a form Captain election at Oak National Academy.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901" name="Google Shape;1901;p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7446" y="2666286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2" name="Google Shape;1902;p1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0907" y="2634427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3" name="Google Shape;1903;p1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3988" y="2467150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4" name="Google Shape;1904;p173"/>
          <p:cNvSpPr txBox="1"/>
          <p:nvPr/>
        </p:nvSpPr>
        <p:spPr>
          <a:xfrm>
            <a:off x="324000" y="3699375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5" name="Google Shape;1905;p173"/>
          <p:cNvSpPr txBox="1"/>
          <p:nvPr/>
        </p:nvSpPr>
        <p:spPr>
          <a:xfrm>
            <a:off x="3867450" y="3695498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6" name="Google Shape;1906;p173"/>
          <p:cNvSpPr txBox="1"/>
          <p:nvPr/>
        </p:nvSpPr>
        <p:spPr>
          <a:xfrm>
            <a:off x="7459200" y="3701275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7" name="Google Shape;1907;p173"/>
          <p:cNvSpPr txBox="1"/>
          <p:nvPr/>
        </p:nvSpPr>
        <p:spPr>
          <a:xfrm>
            <a:off x="324100" y="1910150"/>
            <a:ext cx="12951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2 votes				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8" name="Google Shape;1908;p173"/>
          <p:cNvSpPr txBox="1"/>
          <p:nvPr/>
        </p:nvSpPr>
        <p:spPr>
          <a:xfrm>
            <a:off x="3753100" y="1910150"/>
            <a:ext cx="12951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3 votes				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9" name="Google Shape;1909;p173"/>
          <p:cNvSpPr txBox="1"/>
          <p:nvPr/>
        </p:nvSpPr>
        <p:spPr>
          <a:xfrm>
            <a:off x="7182100" y="1910150"/>
            <a:ext cx="12951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2 votes				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1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1915" name="Google Shape;1915;p1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Lucas had the most votes so Lucas won the election.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percentage of the total vote did Lucas receive?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916" name="Google Shape;1916;p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7446" y="2666286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7" name="Google Shape;1917;p1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0907" y="2634427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8" name="Google Shape;1918;p1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3988" y="2467150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9" name="Google Shape;1919;p174"/>
          <p:cNvSpPr txBox="1"/>
          <p:nvPr/>
        </p:nvSpPr>
        <p:spPr>
          <a:xfrm>
            <a:off x="324000" y="3699375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0" name="Google Shape;1920;p174"/>
          <p:cNvSpPr txBox="1"/>
          <p:nvPr/>
        </p:nvSpPr>
        <p:spPr>
          <a:xfrm>
            <a:off x="3867450" y="3695498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74"/>
          <p:cNvSpPr txBox="1"/>
          <p:nvPr/>
        </p:nvSpPr>
        <p:spPr>
          <a:xfrm>
            <a:off x="7459200" y="3701275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7}\times100\approx43\%&quot;&gt;&lt;mfrac&gt;&lt;mn&gt;3&lt;/mn&gt;&lt;mn&gt;7&lt;/mn&gt;&lt;/mfrac&gt;&lt;mo&gt;×&lt;/mo&gt;&lt;mn&gt;100&lt;/mn&gt;&lt;mo&gt;≈&lt;/mo&gt;&lt;mn&gt;43&lt;/mn&gt;&lt;mi mathvariant=&quot;normal&quot;&gt;%&lt;/mi&gt;&lt;/math&gt;" id="1922" name="Google Shape;1922;p174" title="three sevenths times 100 almost equals 43 percent sig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12690" y="4013250"/>
            <a:ext cx="1860512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3" name="Google Shape;1923;p174"/>
          <p:cNvSpPr txBox="1"/>
          <p:nvPr/>
        </p:nvSpPr>
        <p:spPr>
          <a:xfrm>
            <a:off x="324100" y="1910150"/>
            <a:ext cx="12951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2 votes				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74"/>
          <p:cNvSpPr txBox="1"/>
          <p:nvPr/>
        </p:nvSpPr>
        <p:spPr>
          <a:xfrm>
            <a:off x="3753100" y="1910150"/>
            <a:ext cx="12951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3 votes				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174"/>
          <p:cNvSpPr txBox="1"/>
          <p:nvPr/>
        </p:nvSpPr>
        <p:spPr>
          <a:xfrm>
            <a:off x="7182100" y="1910150"/>
            <a:ext cx="12951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2 votes				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1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1931" name="Google Shape;1931;p175"/>
          <p:cNvSpPr txBox="1"/>
          <p:nvPr>
            <p:ph idx="1" type="body"/>
          </p:nvPr>
        </p:nvSpPr>
        <p:spPr>
          <a:xfrm>
            <a:off x="324000" y="759300"/>
            <a:ext cx="8237700" cy="10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Lucas received approximately 43% of the votes.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932" name="Google Shape;1932;p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4046" y="2666286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3" name="Google Shape;1933;p1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3988" y="2467150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4" name="Google Shape;1934;p175"/>
          <p:cNvSpPr txBox="1"/>
          <p:nvPr/>
        </p:nvSpPr>
        <p:spPr>
          <a:xfrm>
            <a:off x="324000" y="3699375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175"/>
          <p:cNvSpPr txBox="1"/>
          <p:nvPr/>
        </p:nvSpPr>
        <p:spPr>
          <a:xfrm>
            <a:off x="7144050" y="3695498"/>
            <a:ext cx="111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6" name="Google Shape;1936;p175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>
            <a:off x="1195419" y="1852200"/>
            <a:ext cx="3042831" cy="122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7" name="Google Shape;1937;p175"/>
          <p:cNvSpPr txBox="1"/>
          <p:nvPr/>
        </p:nvSpPr>
        <p:spPr>
          <a:xfrm>
            <a:off x="1424107" y="1560050"/>
            <a:ext cx="2841000" cy="16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Wait a minute! You didn’t get over 50% of the vote, so why have you won?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8" name="Google Shape;1938;p175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 flipH="1">
            <a:off x="4651150" y="1748625"/>
            <a:ext cx="2561300" cy="14705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9" name="Google Shape;1939;p175"/>
          <p:cNvSpPr txBox="1"/>
          <p:nvPr/>
        </p:nvSpPr>
        <p:spPr>
          <a:xfrm flipH="1">
            <a:off x="4684876" y="1824965"/>
            <a:ext cx="23913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True, but I got more votes than you or Sam so I won.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1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1945" name="Google Shape;1945;p176"/>
          <p:cNvSpPr txBox="1"/>
          <p:nvPr>
            <p:ph idx="1" type="body"/>
          </p:nvPr>
        </p:nvSpPr>
        <p:spPr>
          <a:xfrm>
            <a:off x="324000" y="759300"/>
            <a:ext cx="8237700" cy="10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the </a:t>
            </a:r>
            <a:r>
              <a:rPr b="1" lang="en-GB"/>
              <a:t>FPTP</a:t>
            </a:r>
            <a:r>
              <a:rPr lang="en-GB"/>
              <a:t> system, it is </a:t>
            </a:r>
            <a:r>
              <a:rPr lang="en-GB"/>
              <a:t>possible</a:t>
            </a:r>
            <a:r>
              <a:rPr lang="en-GB"/>
              <a:t> for a candidate to be elected even though more people have voted against them, rather than for them.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1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1951" name="Google Shape;1951;p177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candidate wins the election if they receive more votes than any other candidate.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177"/>
          <p:cNvSpPr txBox="1"/>
          <p:nvPr>
            <p:ph idx="2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In the </a:t>
            </a:r>
            <a:r>
              <a:rPr b="1" lang="en-GB" sz="2000"/>
              <a:t>FPTP</a:t>
            </a:r>
            <a:r>
              <a:rPr lang="en-GB" sz="2000"/>
              <a:t> system, it is possible for a candidate to be elected even though more people have voted against them, rather than for them.</a:t>
            </a:r>
            <a:endParaRPr sz="2000"/>
          </a:p>
        </p:txBody>
      </p:sp>
      <p:pic>
        <p:nvPicPr>
          <p:cNvPr id="1953" name="Google Shape;1953;p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1583" y="20736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1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1959" name="Google Shape;1959;p178"/>
          <p:cNvSpPr txBox="1"/>
          <p:nvPr>
            <p:ph idx="4294967295" type="body"/>
          </p:nvPr>
        </p:nvSpPr>
        <p:spPr>
          <a:xfrm>
            <a:off x="324000" y="759300"/>
            <a:ext cx="8237700" cy="10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178"/>
          <p:cNvSpPr txBox="1"/>
          <p:nvPr>
            <p:ph idx="1" type="body"/>
          </p:nvPr>
        </p:nvSpPr>
        <p:spPr>
          <a:xfrm>
            <a:off x="324000" y="759300"/>
            <a:ext cx="8322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are going to consider a model of a general election.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There are four parties - Party A, Party B, Party C and Party 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There are 3 constituencies that we are considering.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This task looks at what happens in each constituency and how this affects the overall outcome.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1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1966" name="Google Shape;1966;p179"/>
          <p:cNvSpPr txBox="1"/>
          <p:nvPr>
            <p:ph idx="4294967295" type="body"/>
          </p:nvPr>
        </p:nvSpPr>
        <p:spPr>
          <a:xfrm>
            <a:off x="324000" y="7593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Constituency 1 - this is the breakdown of the vote.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Which party won the election in this constituency?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What percentage of the total vote did each party receive? (Round to the nearest percent.)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67" name="Google Shape;1967;p179"/>
          <p:cNvGraphicFramePr/>
          <p:nvPr/>
        </p:nvGraphicFramePr>
        <p:xfrm>
          <a:off x="324000" y="133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{9C752F47-66CC-440C-8F5B-30DC647B3B76}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6889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1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1973" name="Google Shape;1973;p180"/>
          <p:cNvSpPr txBox="1"/>
          <p:nvPr>
            <p:ph idx="4294967295" type="body"/>
          </p:nvPr>
        </p:nvSpPr>
        <p:spPr>
          <a:xfrm>
            <a:off x="324000" y="7593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Constituency 2 - this is the breakdown of the vote.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Which party won the election in this constituency?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What percentage of the total vote did each party receive? (Round to the nearest percent.)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74" name="Google Shape;1974;p180"/>
          <p:cNvGraphicFramePr/>
          <p:nvPr/>
        </p:nvGraphicFramePr>
        <p:xfrm>
          <a:off x="324000" y="133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{9C752F47-66CC-440C-8F5B-30DC647B3B76}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1291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p1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1980" name="Google Shape;1980;p181"/>
          <p:cNvSpPr txBox="1"/>
          <p:nvPr>
            <p:ph idx="4294967295" type="body"/>
          </p:nvPr>
        </p:nvSpPr>
        <p:spPr>
          <a:xfrm>
            <a:off x="324000" y="7593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Constituency 3 - this is the breakdown of the vote.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Which party won the election in this constituency?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What percentage of the total vote did each party receive? (Round to the nearest percent.)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81" name="Google Shape;1981;p181"/>
          <p:cNvGraphicFramePr/>
          <p:nvPr/>
        </p:nvGraphicFramePr>
        <p:xfrm>
          <a:off x="324000" y="133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{9C752F47-66CC-440C-8F5B-30DC647B3B76}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21 953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2093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1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1987" name="Google Shape;1987;p182"/>
          <p:cNvSpPr txBox="1"/>
          <p:nvPr>
            <p:ph idx="4294967295" type="body"/>
          </p:nvPr>
        </p:nvSpPr>
        <p:spPr>
          <a:xfrm>
            <a:off x="324000" y="7593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By considering your answers to questions 1-3, answer the following: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Which party won the election in the most constituencies?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By considering the total number of votes cast across the three constituencies, what percentage of the vote did each party win? Write a paragraph explaining what this means.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1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1993" name="Google Shape;1993;p183"/>
          <p:cNvSpPr txBox="1"/>
          <p:nvPr>
            <p:ph idx="4294967295" type="body"/>
          </p:nvPr>
        </p:nvSpPr>
        <p:spPr>
          <a:xfrm>
            <a:off x="324000" y="7593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Constituency 1 - this is the breakdown of the vote.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Which party won the election in this constituency?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Party B as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they received more votes than any other party.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94" name="Google Shape;1994;p183"/>
          <p:cNvGraphicFramePr/>
          <p:nvPr/>
        </p:nvGraphicFramePr>
        <p:xfrm>
          <a:off x="324000" y="133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{9C752F47-66CC-440C-8F5B-30DC647B3B76}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6889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p1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2000" name="Google Shape;2000;p184"/>
          <p:cNvSpPr txBox="1"/>
          <p:nvPr>
            <p:ph idx="4294967295" type="body"/>
          </p:nvPr>
        </p:nvSpPr>
        <p:spPr>
          <a:xfrm>
            <a:off x="324000" y="7593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Constituency 1 - this is the breakdown of the vote.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What percentage of the total vote did each party receive? (Round to the nearest percent.)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01" name="Google Shape;2001;p184"/>
          <p:cNvGraphicFramePr/>
          <p:nvPr/>
        </p:nvGraphicFramePr>
        <p:xfrm>
          <a:off x="324000" y="133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{9C752F47-66CC-440C-8F5B-30DC647B3B76}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6889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graphicFrame>
        <p:nvGraphicFramePr>
          <p:cNvPr id="2002" name="Google Shape;2002;p184"/>
          <p:cNvGraphicFramePr/>
          <p:nvPr/>
        </p:nvGraphicFramePr>
        <p:xfrm>
          <a:off x="324000" y="346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{9C752F47-66CC-440C-8F5B-30DC647B3B76}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34%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41%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20%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1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2008" name="Google Shape;2008;p185"/>
          <p:cNvSpPr txBox="1"/>
          <p:nvPr>
            <p:ph idx="4294967295" type="body"/>
          </p:nvPr>
        </p:nvSpPr>
        <p:spPr>
          <a:xfrm>
            <a:off x="324000" y="7593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Constituency 2 - this is the breakdown of the vote.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Which party won the election in this constituency?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Party B as they received more votes than any other party.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09" name="Google Shape;2009;p185"/>
          <p:cNvGraphicFramePr/>
          <p:nvPr/>
        </p:nvGraphicFramePr>
        <p:xfrm>
          <a:off x="324000" y="133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{9C752F47-66CC-440C-8F5B-30DC647B3B76}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1291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p1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2015" name="Google Shape;2015;p186"/>
          <p:cNvSpPr txBox="1"/>
          <p:nvPr>
            <p:ph idx="4294967295" type="body"/>
          </p:nvPr>
        </p:nvSpPr>
        <p:spPr>
          <a:xfrm>
            <a:off x="324000" y="7593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Constituency 2 - this is the breakdown of the vote.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What percentage of the total vote did each party receive? (Round to the nearest percent.)</a:t>
            </a:r>
            <a:endParaRPr/>
          </a:p>
        </p:txBody>
      </p:sp>
      <p:graphicFrame>
        <p:nvGraphicFramePr>
          <p:cNvPr id="2016" name="Google Shape;2016;p186"/>
          <p:cNvGraphicFramePr/>
          <p:nvPr/>
        </p:nvGraphicFramePr>
        <p:xfrm>
          <a:off x="324000" y="133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{9C752F47-66CC-440C-8F5B-30DC647B3B76}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1291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graphicFrame>
        <p:nvGraphicFramePr>
          <p:cNvPr id="2017" name="Google Shape;2017;p186"/>
          <p:cNvGraphicFramePr/>
          <p:nvPr/>
        </p:nvGraphicFramePr>
        <p:xfrm>
          <a:off x="324000" y="346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{9C752F47-66CC-440C-8F5B-30DC647B3B76}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33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29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1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2023" name="Google Shape;2023;p187"/>
          <p:cNvSpPr txBox="1"/>
          <p:nvPr>
            <p:ph idx="4294967295" type="body"/>
          </p:nvPr>
        </p:nvSpPr>
        <p:spPr>
          <a:xfrm>
            <a:off x="324000" y="7593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Constituency 3 - this is the breakdown of the vote.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Which party won the election in this constituency?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Party A as they received more votes than any other party.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24" name="Google Shape;2024;p187"/>
          <p:cNvGraphicFramePr/>
          <p:nvPr/>
        </p:nvGraphicFramePr>
        <p:xfrm>
          <a:off x="324000" y="133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{9C752F47-66CC-440C-8F5B-30DC647B3B76}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21 953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2093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1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2030" name="Google Shape;2030;p188"/>
          <p:cNvSpPr txBox="1"/>
          <p:nvPr>
            <p:ph idx="4294967295" type="body"/>
          </p:nvPr>
        </p:nvSpPr>
        <p:spPr>
          <a:xfrm>
            <a:off x="324000" y="7593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Constituency 3 - this is the breakdown of the vote.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What percentage of the total vote did each party receive? (Round to the nearest percent.)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31" name="Google Shape;2031;p188"/>
          <p:cNvGraphicFramePr/>
          <p:nvPr/>
        </p:nvGraphicFramePr>
        <p:xfrm>
          <a:off x="324000" y="133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{9C752F47-66CC-440C-8F5B-30DC647B3B76}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21 953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2093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graphicFrame>
        <p:nvGraphicFramePr>
          <p:cNvPr id="2032" name="Google Shape;2032;p188"/>
          <p:cNvGraphicFramePr/>
          <p:nvPr/>
        </p:nvGraphicFramePr>
        <p:xfrm>
          <a:off x="324000" y="346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{9C752F47-66CC-440C-8F5B-30DC647B3B76}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61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p1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2038" name="Google Shape;2038;p189"/>
          <p:cNvSpPr txBox="1"/>
          <p:nvPr>
            <p:ph idx="4294967295" type="body"/>
          </p:nvPr>
        </p:nvSpPr>
        <p:spPr>
          <a:xfrm>
            <a:off x="324000" y="7593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By considering your answers to questions 1-3, answer the following: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Which party won the election in the most constituencies?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Party B as they won two out of three constituencies.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1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2044" name="Google Shape;2044;p190"/>
          <p:cNvSpPr txBox="1"/>
          <p:nvPr>
            <p:ph idx="4294967295" type="body"/>
          </p:nvPr>
        </p:nvSpPr>
        <p:spPr>
          <a:xfrm>
            <a:off x="324000" y="7593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By considering your answers to questions 1-3, answer the following: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By considering the total number of votes cast across the three constituencies, what percentage of the vote did each party win? Write a paragraph explaining what this means.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68 948 votes cast in total. (Approximate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percentages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below.)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45" name="Google Shape;2045;p190"/>
          <p:cNvGraphicFramePr/>
          <p:nvPr/>
        </p:nvGraphicFramePr>
        <p:xfrm>
          <a:off x="324000" y="376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{9C752F47-66CC-440C-8F5B-30DC647B3B76}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47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28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p1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of FPTP</a:t>
            </a:r>
            <a:endParaRPr/>
          </a:p>
        </p:txBody>
      </p:sp>
      <p:sp>
        <p:nvSpPr>
          <p:cNvPr id="2051" name="Google Shape;2051;p191"/>
          <p:cNvSpPr txBox="1"/>
          <p:nvPr>
            <p:ph idx="4294967295" type="body"/>
          </p:nvPr>
        </p:nvSpPr>
        <p:spPr>
          <a:xfrm>
            <a:off x="324000" y="759300"/>
            <a:ext cx="82377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b) Write a paragraph explaining what this means.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68 948 votes cast in total.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Despite Party A receiving the most votes across the constituencies, Party B still won more individual constituencies. Party A may be more popular but it does not have as many elected members as Party B does.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52" name="Google Shape;2052;p191"/>
          <p:cNvGraphicFramePr/>
          <p:nvPr/>
        </p:nvGraphicFramePr>
        <p:xfrm>
          <a:off x="324000" y="194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{9C752F47-66CC-440C-8F5B-30DC647B3B76}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47%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28%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18%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6%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192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Elections</a:t>
            </a:r>
            <a:endParaRPr/>
          </a:p>
        </p:txBody>
      </p:sp>
      <p:sp>
        <p:nvSpPr>
          <p:cNvPr id="2058" name="Google Shape;2058;p192"/>
          <p:cNvSpPr txBox="1"/>
          <p:nvPr>
            <p:ph idx="1" type="body"/>
          </p:nvPr>
        </p:nvSpPr>
        <p:spPr>
          <a:xfrm>
            <a:off x="324000" y="810000"/>
            <a:ext cx="8237700" cy="40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First Past the Post</a:t>
            </a:r>
            <a:r>
              <a:rPr lang="en-GB"/>
              <a:t> (</a:t>
            </a:r>
            <a:r>
              <a:rPr b="1" lang="en-GB"/>
              <a:t>FPTP</a:t>
            </a:r>
            <a:r>
              <a:rPr lang="en-GB"/>
              <a:t>) is the name for the electoral system used to elect MPs to Westminster.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number of MPs a party has in parliament rarely matches their popularity.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Fewer people can vote for a party but they can win more seats.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p193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064" name="Google Shape;2064;p1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