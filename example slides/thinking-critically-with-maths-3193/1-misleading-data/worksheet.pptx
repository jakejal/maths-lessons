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181AC3-0A56-43F2-AD34-F877AA880FE6}">
  <a:tblStyle styleId="{66181AC3-0A56-43F2-AD34-F877AA880F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0cd5d8e3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80cd5d8e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80cd5d8e3_0_8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80cd5d8e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490922" y="2078233"/>
            <a:ext cx="3222600" cy="2740500"/>
          </a:xfrm>
          <a:prstGeom prst="roundRect">
            <a:avLst>
              <a:gd fmla="val 6008" name="adj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266875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Misleading graphs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675558"/>
            <a:ext cx="64227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Why might the graph in this advert be misleading?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" name="Google Shape;107;p12"/>
          <p:cNvCxnSpPr/>
          <p:nvPr/>
        </p:nvCxnSpPr>
        <p:spPr>
          <a:xfrm rot="10800000">
            <a:off x="1063758" y="3114309"/>
            <a:ext cx="0" cy="118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2"/>
          <p:cNvCxnSpPr/>
          <p:nvPr/>
        </p:nvCxnSpPr>
        <p:spPr>
          <a:xfrm>
            <a:off x="1063758" y="4300209"/>
            <a:ext cx="1721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2"/>
          <p:cNvSpPr/>
          <p:nvPr/>
        </p:nvSpPr>
        <p:spPr>
          <a:xfrm>
            <a:off x="1160787" y="4033013"/>
            <a:ext cx="483900" cy="264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764342" y="3364089"/>
            <a:ext cx="910800" cy="927300"/>
          </a:xfrm>
          <a:prstGeom prst="rect">
            <a:avLst/>
          </a:prstGeom>
          <a:solidFill>
            <a:srgbClr val="845A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101494" y="4360204"/>
            <a:ext cx="970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Regular toothpaste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820322" y="3417886"/>
            <a:ext cx="970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Premium toothpaste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527936" y="2168791"/>
            <a:ext cx="31209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“Studies show our toothpaste is much more effective at promoting healthy teeth and gums than regular toothpaste.”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468000" y="5318000"/>
            <a:ext cx="3312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chart shows the profit of a company (in thousands) over a 5 year period.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468000" y="5994725"/>
            <a:ext cx="4026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elements of this chart might make it misleading?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68000" y="7581482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Why do you think the company chose to draw it this way?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0" l="7952" r="0" t="0"/>
          <a:stretch/>
        </p:blipFill>
        <p:spPr>
          <a:xfrm>
            <a:off x="4613769" y="5260372"/>
            <a:ext cx="2424434" cy="176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 txBox="1"/>
          <p:nvPr/>
        </p:nvSpPr>
        <p:spPr>
          <a:xfrm rot="-5401897">
            <a:off x="4046324" y="5972685"/>
            <a:ext cx="10872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Profit (1000s)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/>
        </p:nvSpPr>
        <p:spPr>
          <a:xfrm>
            <a:off x="2456763" y="4776578"/>
            <a:ext cx="45741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type of chart could Sofia draw to display this data?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464707" y="2439213"/>
            <a:ext cx="2818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Why is his graph misleading?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57199" y="1301120"/>
            <a:ext cx="29007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conclusion might he be trying to convey with this graph?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7338" t="0"/>
          <a:stretch/>
        </p:blipFill>
        <p:spPr>
          <a:xfrm>
            <a:off x="4565789" y="1192225"/>
            <a:ext cx="2265816" cy="19110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457199" y="720000"/>
            <a:ext cx="65754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records the average temperature in one of his classrooms each month and draws this graph.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6199" y="1192225"/>
            <a:ext cx="2445197" cy="19110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3"/>
          <p:cNvGrpSpPr/>
          <p:nvPr/>
        </p:nvGrpSpPr>
        <p:grpSpPr>
          <a:xfrm>
            <a:off x="3732885" y="1144132"/>
            <a:ext cx="3248125" cy="1957528"/>
            <a:chOff x="4667503" y="2040830"/>
            <a:chExt cx="2977200" cy="2465400"/>
          </a:xfrm>
        </p:grpSpPr>
        <p:cxnSp>
          <p:nvCxnSpPr>
            <p:cNvPr id="132" name="Google Shape;132;p13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4667503" y="4321393"/>
              <a:ext cx="297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4" name="Google Shape;134;p13"/>
          <p:cNvSpPr txBox="1"/>
          <p:nvPr/>
        </p:nvSpPr>
        <p:spPr>
          <a:xfrm>
            <a:off x="6366299" y="2639050"/>
            <a:ext cx="725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Month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3649150" y="2962575"/>
            <a:ext cx="666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March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229450" y="2962575"/>
            <a:ext cx="596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April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4802443" y="2962586"/>
            <a:ext cx="539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May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5326550" y="2962575"/>
            <a:ext cx="547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893525" y="2962575"/>
            <a:ext cx="53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 rot="-5400000">
            <a:off x="2245174" y="1923535"/>
            <a:ext cx="2549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Classroom temperature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(°C)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3590900" y="1477926"/>
            <a:ext cx="290677" cy="1308928"/>
            <a:chOff x="5206856" y="2170985"/>
            <a:chExt cx="375600" cy="1691340"/>
          </a:xfrm>
        </p:grpSpPr>
        <p:sp>
          <p:nvSpPr>
            <p:cNvPr id="142" name="Google Shape;142;p13"/>
            <p:cNvSpPr/>
            <p:nvPr/>
          </p:nvSpPr>
          <p:spPr>
            <a:xfrm>
              <a:off x="5206856" y="354402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5206856" y="2873177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206856" y="2170985"/>
              <a:ext cx="3756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 rot="118958">
            <a:off x="3826812" y="2772275"/>
            <a:ext cx="149399" cy="114935"/>
            <a:chOff x="4801213" y="3827588"/>
            <a:chExt cx="265062" cy="145183"/>
          </a:xfrm>
        </p:grpSpPr>
        <p:cxnSp>
          <p:nvCxnSpPr>
            <p:cNvPr id="146" name="Google Shape;146;p13"/>
            <p:cNvCxnSpPr/>
            <p:nvPr/>
          </p:nvCxnSpPr>
          <p:spPr>
            <a:xfrm flipH="1" rot="10800000">
              <a:off x="4801213" y="3827588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13"/>
            <p:cNvCxnSpPr/>
            <p:nvPr/>
          </p:nvCxnSpPr>
          <p:spPr>
            <a:xfrm flipH="1" rot="10800000">
              <a:off x="4814108" y="3860654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13"/>
            <p:cNvCxnSpPr/>
            <p:nvPr/>
          </p:nvCxnSpPr>
          <p:spPr>
            <a:xfrm flipH="1" rot="10800000">
              <a:off x="4826275" y="3892671"/>
              <a:ext cx="240000" cy="80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" name="Google Shape;149;p13"/>
          <p:cNvSpPr txBox="1"/>
          <p:nvPr/>
        </p:nvSpPr>
        <p:spPr>
          <a:xfrm>
            <a:off x="3816637" y="2415842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3"/>
          <p:cNvCxnSpPr/>
          <p:nvPr/>
        </p:nvCxnSpPr>
        <p:spPr>
          <a:xfrm>
            <a:off x="3907371" y="2534506"/>
            <a:ext cx="546900" cy="1383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3"/>
          <p:cNvSpPr txBox="1"/>
          <p:nvPr/>
        </p:nvSpPr>
        <p:spPr>
          <a:xfrm>
            <a:off x="4371476" y="2548517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4902370" y="2280514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5449196" y="2157214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5985221" y="1345419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" name="Google Shape;155;p13"/>
          <p:cNvCxnSpPr/>
          <p:nvPr/>
        </p:nvCxnSpPr>
        <p:spPr>
          <a:xfrm flipH="1">
            <a:off x="4454289" y="2401580"/>
            <a:ext cx="531600" cy="2736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3"/>
          <p:cNvCxnSpPr/>
          <p:nvPr/>
        </p:nvCxnSpPr>
        <p:spPr>
          <a:xfrm flipH="1">
            <a:off x="4985939" y="2282721"/>
            <a:ext cx="547500" cy="1239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3"/>
          <p:cNvCxnSpPr/>
          <p:nvPr/>
        </p:nvCxnSpPr>
        <p:spPr>
          <a:xfrm flipH="1">
            <a:off x="5533435" y="1466223"/>
            <a:ext cx="533100" cy="811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3"/>
          <p:cNvSpPr txBox="1"/>
          <p:nvPr/>
        </p:nvSpPr>
        <p:spPr>
          <a:xfrm>
            <a:off x="6366305" y="2955012"/>
            <a:ext cx="666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Sept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6520616" y="2281247"/>
            <a:ext cx="1707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" name="Google Shape;160;p13"/>
          <p:cNvCxnSpPr/>
          <p:nvPr/>
        </p:nvCxnSpPr>
        <p:spPr>
          <a:xfrm rot="10800000">
            <a:off x="6066615" y="1466168"/>
            <a:ext cx="544800" cy="9429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3"/>
          <p:cNvSpPr txBox="1"/>
          <p:nvPr/>
        </p:nvSpPr>
        <p:spPr>
          <a:xfrm>
            <a:off x="461375" y="4400322"/>
            <a:ext cx="6412800" cy="23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Sofia collects this data on how long she spends on different activities on a Saturday.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13"/>
          <p:cNvGraphicFramePr/>
          <p:nvPr/>
        </p:nvGraphicFramePr>
        <p:xfrm>
          <a:off x="461375" y="47649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{66181AC3-0A56-43F2-AD34-F877AA880FE6}</a:tableStyleId>
              </a:tblPr>
              <a:tblGrid>
                <a:gridCol w="1146975"/>
                <a:gridCol w="803650"/>
              </a:tblGrid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Sleeping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hrs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Exercising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Seeing friends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hrs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Screen time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hrs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Family time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hrs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3"/>
          <p:cNvSpPr txBox="1"/>
          <p:nvPr/>
        </p:nvSpPr>
        <p:spPr>
          <a:xfrm>
            <a:off x="2456763" y="5408447"/>
            <a:ext cx="46185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wants to make it look like she spends lots of time exercising, how could she manipulate her chart to imply this?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 rot="-5400000">
            <a:off x="-146700" y="2132665"/>
            <a:ext cx="1643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Percentage of pupils who walk to school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467999" y="720000"/>
            <a:ext cx="6246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Misinterpreting graphs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91775" y="1126670"/>
            <a:ext cx="6399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Alex drew this chart from data he collected about how pupils travel to school.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14"/>
          <p:cNvPicPr preferRelativeResize="0"/>
          <p:nvPr/>
        </p:nvPicPr>
        <p:blipFill rotWithShape="1">
          <a:blip r:embed="rId3">
            <a:alphaModFix/>
          </a:blip>
          <a:srcRect b="0" l="0" r="7097" t="2733"/>
          <a:stretch/>
        </p:blipFill>
        <p:spPr>
          <a:xfrm>
            <a:off x="1098152" y="1534633"/>
            <a:ext cx="2280191" cy="186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4"/>
          <p:cNvSpPr txBox="1"/>
          <p:nvPr/>
        </p:nvSpPr>
        <p:spPr>
          <a:xfrm>
            <a:off x="2021163" y="3409281"/>
            <a:ext cx="6282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939530" y="2835762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14"/>
          <p:cNvGrpSpPr/>
          <p:nvPr/>
        </p:nvGrpSpPr>
        <p:grpSpPr>
          <a:xfrm>
            <a:off x="1074710" y="1433962"/>
            <a:ext cx="2393013" cy="1964924"/>
            <a:chOff x="4667503" y="2040830"/>
            <a:chExt cx="2185200" cy="2465400"/>
          </a:xfrm>
        </p:grpSpPr>
        <p:cxnSp>
          <p:nvCxnSpPr>
            <p:cNvPr id="177" name="Google Shape;177;p14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" name="Google Shape;178;p14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9" name="Google Shape;179;p14"/>
          <p:cNvSpPr/>
          <p:nvPr/>
        </p:nvSpPr>
        <p:spPr>
          <a:xfrm>
            <a:off x="939530" y="2570232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939530" y="2039172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436863" y="2033557"/>
            <a:ext cx="171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939530" y="2304702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939577" y="1773635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1986473" y="1628217"/>
            <a:ext cx="171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2524617" y="1773464"/>
            <a:ext cx="171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3068124" y="2166716"/>
            <a:ext cx="1713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14"/>
          <p:cNvCxnSpPr/>
          <p:nvPr/>
        </p:nvCxnSpPr>
        <p:spPr>
          <a:xfrm flipH="1" rot="10800000">
            <a:off x="1517885" y="1759413"/>
            <a:ext cx="545400" cy="392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4"/>
          <p:cNvCxnSpPr/>
          <p:nvPr/>
        </p:nvCxnSpPr>
        <p:spPr>
          <a:xfrm>
            <a:off x="2063223" y="1743758"/>
            <a:ext cx="544200" cy="155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4"/>
          <p:cNvCxnSpPr/>
          <p:nvPr/>
        </p:nvCxnSpPr>
        <p:spPr>
          <a:xfrm>
            <a:off x="2607414" y="1894446"/>
            <a:ext cx="541500" cy="4038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4"/>
          <p:cNvSpPr txBox="1"/>
          <p:nvPr/>
        </p:nvSpPr>
        <p:spPr>
          <a:xfrm>
            <a:off x="2855281" y="3203665"/>
            <a:ext cx="628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23/24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2311787" y="3193057"/>
            <a:ext cx="628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22/23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779015" y="3198428"/>
            <a:ext cx="628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21/22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1246242" y="3198428"/>
            <a:ext cx="628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20/21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3596117" y="1490806"/>
            <a:ext cx="34959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school newspaper reports, ‘Only 50 pupils walked to school in the 2022/23 academic year’.  Is this supported by Alex’s chart?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939577" y="1536847"/>
            <a:ext cx="2919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468000" y="3815525"/>
            <a:ext cx="66240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headline of the article states, ‘Fewer young people choose to walk to school now than in the past’. Is this supported by Alex’s chart?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483713" y="5063057"/>
            <a:ext cx="27573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time series graph shows the number of shark attacks and the number of heat stroke sufferers throughout the year.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66001" y="7267194"/>
            <a:ext cx="480756" cy="59374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 txBox="1"/>
          <p:nvPr/>
        </p:nvSpPr>
        <p:spPr>
          <a:xfrm flipH="1">
            <a:off x="460335" y="7814655"/>
            <a:ext cx="7683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14"/>
          <p:cNvGrpSpPr/>
          <p:nvPr/>
        </p:nvGrpSpPr>
        <p:grpSpPr>
          <a:xfrm>
            <a:off x="863873" y="5885949"/>
            <a:ext cx="2451179" cy="1698768"/>
            <a:chOff x="1622589" y="1504158"/>
            <a:chExt cx="2086287" cy="1182492"/>
          </a:xfrm>
        </p:grpSpPr>
        <p:pic>
          <p:nvPicPr>
            <p:cNvPr id="201" name="Google Shape;201;p1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22589" y="1504158"/>
              <a:ext cx="2086287" cy="1182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4"/>
            <p:cNvSpPr txBox="1"/>
            <p:nvPr/>
          </p:nvSpPr>
          <p:spPr>
            <a:xfrm flipH="1">
              <a:off x="1760949" y="1734886"/>
              <a:ext cx="1863300" cy="6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more shark attacks there are the less likely people are to go in the sea so they are more likely to get heat stroke. Shark attacks cause heat stroke!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14"/>
          <p:cNvSpPr txBox="1"/>
          <p:nvPr/>
        </p:nvSpPr>
        <p:spPr>
          <a:xfrm>
            <a:off x="3284521" y="6973927"/>
            <a:ext cx="3311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Does the graph support the claim that shark attacks cause heat stroke?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4525" y="5113966"/>
            <a:ext cx="2757300" cy="1827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 txBox="1"/>
          <p:nvPr/>
        </p:nvSpPr>
        <p:spPr>
          <a:xfrm>
            <a:off x="6085951" y="4938399"/>
            <a:ext cx="1827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6119201" y="5537445"/>
            <a:ext cx="1827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14"/>
          <p:cNvCxnSpPr/>
          <p:nvPr/>
        </p:nvCxnSpPr>
        <p:spPr>
          <a:xfrm>
            <a:off x="6047363" y="5673159"/>
            <a:ext cx="336900" cy="0"/>
          </a:xfrm>
          <a:prstGeom prst="straightConnector1">
            <a:avLst/>
          </a:prstGeom>
          <a:noFill/>
          <a:ln cap="flat" cmpd="sng" w="1905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14"/>
          <p:cNvCxnSpPr/>
          <p:nvPr/>
        </p:nvCxnSpPr>
        <p:spPr>
          <a:xfrm>
            <a:off x="6027192" y="5058435"/>
            <a:ext cx="3261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14"/>
          <p:cNvSpPr txBox="1"/>
          <p:nvPr/>
        </p:nvSpPr>
        <p:spPr>
          <a:xfrm>
            <a:off x="5891906" y="5048221"/>
            <a:ext cx="10236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Shark attacks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5831999" y="5632217"/>
            <a:ext cx="1260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Cases of heat stroke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4"/>
          <p:cNvSpPr txBox="1"/>
          <p:nvPr/>
        </p:nvSpPr>
        <p:spPr>
          <a:xfrm>
            <a:off x="457200" y="8125050"/>
            <a:ext cx="66240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Suggest a possible reason why there is a similar pattern between these variables.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Misleading data</a:t>
            </a:r>
            <a:endParaRPr/>
          </a:p>
        </p:txBody>
      </p:sp>
      <p:sp>
        <p:nvSpPr>
          <p:cNvPr id="219" name="Google Shape;219;p1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468000" y="720000"/>
            <a:ext cx="64443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sketch of a scatter graph showing the number of times  people visit restaurants and the value of their car.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" name="Google Shape;222;p15"/>
          <p:cNvGrpSpPr/>
          <p:nvPr/>
        </p:nvGrpSpPr>
        <p:grpSpPr>
          <a:xfrm>
            <a:off x="749109" y="1495360"/>
            <a:ext cx="2409839" cy="1978484"/>
            <a:chOff x="4667503" y="2040830"/>
            <a:chExt cx="2185200" cy="2465400"/>
          </a:xfrm>
        </p:grpSpPr>
        <p:cxnSp>
          <p:nvCxnSpPr>
            <p:cNvPr id="223" name="Google Shape;223;p15"/>
            <p:cNvCxnSpPr/>
            <p:nvPr/>
          </p:nvCxnSpPr>
          <p:spPr>
            <a:xfrm rot="10800000">
              <a:off x="4820745" y="2040830"/>
              <a:ext cx="0" cy="2465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4" name="Google Shape;224;p15"/>
            <p:cNvCxnSpPr/>
            <p:nvPr/>
          </p:nvCxnSpPr>
          <p:spPr>
            <a:xfrm>
              <a:off x="4667503" y="4321393"/>
              <a:ext cx="2185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5" name="Google Shape;225;p15"/>
          <p:cNvSpPr txBox="1"/>
          <p:nvPr/>
        </p:nvSpPr>
        <p:spPr>
          <a:xfrm>
            <a:off x="989085" y="2853270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1167916" y="2793660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1167916" y="2614829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1346747" y="2674439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1346747" y="2376388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1585188" y="2435998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1644798" y="2257167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1823629" y="2137946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2300512" y="1661064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2121681" y="1899505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883239" y="1839895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1525578" y="2018726"/>
            <a:ext cx="17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1099834" y="3385214"/>
            <a:ext cx="1708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Number of times at a restaurant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 rot="-5400000">
            <a:off x="123979" y="2163284"/>
            <a:ext cx="1099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Value of car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15"/>
          <p:cNvGrpSpPr/>
          <p:nvPr/>
        </p:nvGrpSpPr>
        <p:grpSpPr>
          <a:xfrm>
            <a:off x="3297954" y="1393351"/>
            <a:ext cx="3744491" cy="936414"/>
            <a:chOff x="3873775" y="2894163"/>
            <a:chExt cx="4786515" cy="1197001"/>
          </a:xfrm>
        </p:grpSpPr>
        <p:sp>
          <p:nvSpPr>
            <p:cNvPr id="240" name="Google Shape;240;p15"/>
            <p:cNvSpPr txBox="1"/>
            <p:nvPr/>
          </p:nvSpPr>
          <p:spPr>
            <a:xfrm>
              <a:off x="7682290" y="3091930"/>
              <a:ext cx="978000" cy="4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1" name="Google Shape;24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63474" y="3468824"/>
              <a:ext cx="560997" cy="622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5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3873775" y="2894162"/>
              <a:ext cx="3989699" cy="1046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5"/>
            <p:cNvSpPr/>
            <p:nvPr/>
          </p:nvSpPr>
          <p:spPr>
            <a:xfrm flipH="1">
              <a:off x="3978400" y="2933500"/>
              <a:ext cx="3480600" cy="7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So all I need to do is eat out more then I will be able to get a fancy car!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4" name="Google Shape;244;p15"/>
          <p:cNvSpPr txBox="1"/>
          <p:nvPr/>
        </p:nvSpPr>
        <p:spPr>
          <a:xfrm>
            <a:off x="3229550" y="2347050"/>
            <a:ext cx="3862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Does this graph show correlation between the number of times people visit restaurants and the value of their car? How do you know?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504725" y="4004750"/>
            <a:ext cx="5059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Sofia’s statement is incorrect.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465077" y="4890522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This chart shows the number of people who live in rural areas compared to urban areas.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15"/>
          <p:cNvCxnSpPr/>
          <p:nvPr/>
        </p:nvCxnSpPr>
        <p:spPr>
          <a:xfrm rot="10800000">
            <a:off x="709092" y="5488675"/>
            <a:ext cx="0" cy="153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5"/>
          <p:cNvCxnSpPr/>
          <p:nvPr/>
        </p:nvCxnSpPr>
        <p:spPr>
          <a:xfrm>
            <a:off x="709092" y="7021075"/>
            <a:ext cx="1721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9" name="Google Shape;249;p15"/>
          <p:cNvGrpSpPr/>
          <p:nvPr/>
        </p:nvGrpSpPr>
        <p:grpSpPr>
          <a:xfrm>
            <a:off x="877244" y="6276735"/>
            <a:ext cx="288819" cy="724282"/>
            <a:chOff x="3291525" y="2055200"/>
            <a:chExt cx="749400" cy="1879300"/>
          </a:xfrm>
        </p:grpSpPr>
        <p:sp>
          <p:nvSpPr>
            <p:cNvPr id="250" name="Google Shape;250;p15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15"/>
          <p:cNvGrpSpPr/>
          <p:nvPr/>
        </p:nvGrpSpPr>
        <p:grpSpPr>
          <a:xfrm>
            <a:off x="1416933" y="5468396"/>
            <a:ext cx="611061" cy="1532381"/>
            <a:chOff x="3291525" y="2055200"/>
            <a:chExt cx="749400" cy="1879300"/>
          </a:xfrm>
        </p:grpSpPr>
        <p:sp>
          <p:nvSpPr>
            <p:cNvPr id="258" name="Google Shape;258;p15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15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15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5" name="Google Shape;265;p15"/>
          <p:cNvSpPr txBox="1"/>
          <p:nvPr/>
        </p:nvSpPr>
        <p:spPr>
          <a:xfrm>
            <a:off x="709092" y="7083818"/>
            <a:ext cx="70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6403307" y="5306630"/>
            <a:ext cx="6108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7" name="Google Shape;26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388" y="5699571"/>
            <a:ext cx="490787" cy="566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15"/>
          <p:cNvGrpSpPr/>
          <p:nvPr/>
        </p:nvGrpSpPr>
        <p:grpSpPr>
          <a:xfrm flipH="1">
            <a:off x="3280945" y="5306586"/>
            <a:ext cx="3205135" cy="774208"/>
            <a:chOff x="1902376" y="1608382"/>
            <a:chExt cx="2242294" cy="1130395"/>
          </a:xfrm>
        </p:grpSpPr>
        <p:pic>
          <p:nvPicPr>
            <p:cNvPr id="269" name="Google Shape;269;p1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08382"/>
              <a:ext cx="2242294" cy="1088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5"/>
            <p:cNvSpPr txBox="1"/>
            <p:nvPr/>
          </p:nvSpPr>
          <p:spPr>
            <a:xfrm flipH="1">
              <a:off x="2027144" y="1749378"/>
              <a:ext cx="2021400" cy="9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This shows twice as many people live in urban areas than rural.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" name="Google Shape;271;p15"/>
          <p:cNvSpPr txBox="1"/>
          <p:nvPr/>
        </p:nvSpPr>
        <p:spPr>
          <a:xfrm flipH="1">
            <a:off x="2687039" y="6221900"/>
            <a:ext cx="7626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870990" y="6515748"/>
            <a:ext cx="437387" cy="48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296378" y="6080866"/>
            <a:ext cx="2756997" cy="81585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/>
          <p:nvPr/>
        </p:nvSpPr>
        <p:spPr>
          <a:xfrm>
            <a:off x="3492520" y="6111526"/>
            <a:ext cx="24948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think it shows that 4 times as many people live in urban areas than rural areas.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760958" y="7087405"/>
            <a:ext cx="43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Rural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1503936" y="7119916"/>
            <a:ext cx="490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Urban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466624" y="7437975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 a reason why Alex may be 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15"/>
          <p:cNvGrpSpPr/>
          <p:nvPr/>
        </p:nvGrpSpPr>
        <p:grpSpPr>
          <a:xfrm>
            <a:off x="1276750" y="6289853"/>
            <a:ext cx="288819" cy="724282"/>
            <a:chOff x="3291525" y="2055200"/>
            <a:chExt cx="749400" cy="1879300"/>
          </a:xfrm>
        </p:grpSpPr>
        <p:sp>
          <p:nvSpPr>
            <p:cNvPr id="279" name="Google Shape;279;p15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" name="Google Shape;286;p15"/>
          <p:cNvGrpSpPr/>
          <p:nvPr/>
        </p:nvGrpSpPr>
        <p:grpSpPr>
          <a:xfrm>
            <a:off x="1276760" y="5455394"/>
            <a:ext cx="288819" cy="724282"/>
            <a:chOff x="3291525" y="2055200"/>
            <a:chExt cx="749400" cy="1879300"/>
          </a:xfrm>
        </p:grpSpPr>
        <p:sp>
          <p:nvSpPr>
            <p:cNvPr id="287" name="Google Shape;287;p15"/>
            <p:cNvSpPr/>
            <p:nvPr/>
          </p:nvSpPr>
          <p:spPr>
            <a:xfrm>
              <a:off x="3480125" y="2055200"/>
              <a:ext cx="370500" cy="370500"/>
            </a:xfrm>
            <a:prstGeom prst="ellipse">
              <a:avLst/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3291550" y="2487900"/>
              <a:ext cx="747900" cy="2565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 rot="5400000">
              <a:off x="29895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 rot="5400000">
              <a:off x="3599175" y="2798300"/>
              <a:ext cx="7437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 rot="5400000">
              <a:off x="3293537" y="2682964"/>
              <a:ext cx="743700" cy="3705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 rot="5400000">
              <a:off x="31307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 rot="5400000">
              <a:off x="3359375" y="3445350"/>
              <a:ext cx="838500" cy="139800"/>
            </a:xfrm>
            <a:prstGeom prst="roundRect">
              <a:avLst>
                <a:gd fmla="val 16667" name="adj"/>
              </a:avLst>
            </a:prstGeom>
            <a:solidFill>
              <a:srgbClr val="037B7D"/>
            </a:solidFill>
            <a:ln cap="flat" cmpd="sng" w="1905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4" name="Google Shape;294;p15"/>
          <p:cNvSpPr txBox="1"/>
          <p:nvPr/>
        </p:nvSpPr>
        <p:spPr>
          <a:xfrm>
            <a:off x="453600" y="81825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Give a reason why Sofia may be 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468000" y="89482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a reason why both may be incorrect.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