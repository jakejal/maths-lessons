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EC247C-0C50-425D-B0F0-0592D565C3B2}">
  <a:tblStyle styleId="{F6EC247C-0C50-425D-B0F0-0592D565C3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Deepening understanding of place value in integers</a:t>
            </a:r>
            <a:endParaRPr sz="1600"/>
          </a:p>
        </p:txBody>
      </p:sp>
      <p:sp>
        <p:nvSpPr>
          <p:cNvPr id="168" name="Google Shape;168;p20"/>
          <p:cNvSpPr txBox="1"/>
          <p:nvPr/>
        </p:nvSpPr>
        <p:spPr>
          <a:xfrm>
            <a:off x="544200" y="2054700"/>
            <a:ext cx="287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integers or words.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44200" y="2633475"/>
            <a:ext cx="44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300 000  =  300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hundreds  =  30 000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44200" y="3526750"/>
            <a:ext cx="41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45 000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hundreds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44200" y="4435650"/>
            <a:ext cx="533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5 600 000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10 thousands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hundreds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44200" y="5344525"/>
            <a:ext cx="508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84 500 000  =  8450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thousands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8 450 000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tens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84.5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millions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150" y="1485350"/>
            <a:ext cx="49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 integers aloud and consider the context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90650" y="60858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vjh2.1kh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99827" y="1368900"/>
            <a:ext cx="2952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	Find the odd one out in each 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/>
          <p:nvPr/>
        </p:nvGraphicFramePr>
        <p:xfrm>
          <a:off x="810863" y="171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{F6EC247C-0C50-425D-B0F0-0592D565C3B2}</a:tableStyleId>
              </a:tblPr>
              <a:tblGrid>
                <a:gridCol w="1601125"/>
                <a:gridCol w="1575875"/>
                <a:gridCol w="1504275"/>
                <a:gridCol w="1599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600 000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hundred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5 780 000 tens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578 000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 million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 ten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8400 hundreds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 hundred thousands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183" name="Google Shape;183;p21"/>
          <p:cNvSpPr/>
          <p:nvPr/>
        </p:nvSpPr>
        <p:spPr>
          <a:xfrm>
            <a:off x="2411975" y="1728050"/>
            <a:ext cx="1575900" cy="532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4" name="Google Shape;184;p21"/>
          <p:cNvSpPr/>
          <p:nvPr/>
        </p:nvSpPr>
        <p:spPr>
          <a:xfrm>
            <a:off x="3987875" y="2273338"/>
            <a:ext cx="1504200" cy="532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21"/>
          <p:cNvSpPr/>
          <p:nvPr/>
        </p:nvSpPr>
        <p:spPr>
          <a:xfrm>
            <a:off x="810875" y="2816615"/>
            <a:ext cx="1601100" cy="532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6" name="Google Shape;186;p21"/>
          <p:cNvSpPr/>
          <p:nvPr/>
        </p:nvSpPr>
        <p:spPr>
          <a:xfrm>
            <a:off x="5492150" y="3361013"/>
            <a:ext cx="1601100" cy="532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21"/>
          <p:cNvSpPr/>
          <p:nvPr/>
        </p:nvSpPr>
        <p:spPr>
          <a:xfrm>
            <a:off x="3987875" y="3890650"/>
            <a:ext cx="1504200" cy="553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21"/>
          <p:cNvSpPr txBox="1"/>
          <p:nvPr/>
        </p:nvSpPr>
        <p:spPr>
          <a:xfrm>
            <a:off x="447504" y="1704825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47504" y="2257100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2950" y="2815010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47504" y="3368871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47504" y="3894819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99827" y="4859550"/>
            <a:ext cx="6625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	Use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digit cards to create: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integer with 76 hundreds	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87 609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976 hundreds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97 680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 tens	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90 768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integer with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 hundreds 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79 06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 flipH="1">
            <a:off x="2278312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 flipH="1">
            <a:off x="2925656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 flipH="1">
            <a:off x="3573000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 flipH="1">
            <a:off x="4220344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 flipH="1">
            <a:off x="4867688" y="5331925"/>
            <a:ext cx="414000" cy="453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>
            <a:off x="490650" y="7686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1"/>
          <p:cNvSpPr txBox="1"/>
          <p:nvPr/>
        </p:nvSpPr>
        <p:spPr>
          <a:xfrm>
            <a:off x="14634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Lexend"/>
                <a:ea typeface="Lexend"/>
                <a:cs typeface="Lexend"/>
                <a:sym typeface="Lexend"/>
              </a:rPr>
              <a:t>Deepening understanding of place value in integers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150" y="723350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an integer described in different ways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