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E0F22E-4781-4E3D-941E-EAB428FC7141}">
  <a:tblStyle styleId="{18E0F22E-4781-4E3D-941E-EAB428FC71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8"/>
          <p:cNvSpPr txBox="1"/>
          <p:nvPr>
            <p:ph idx="1" type="subTitle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place value in integers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90650" y="60858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0"/>
          <p:cNvSpPr txBox="1"/>
          <p:nvPr/>
        </p:nvSpPr>
        <p:spPr>
          <a:xfrm>
            <a:off x="544200" y="2054700"/>
            <a:ext cx="287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missing integers or words.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544200" y="2633475"/>
            <a:ext cx="654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300 000  =  300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hundreds  =  30 000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544200" y="3526750"/>
            <a:ext cx="654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45 000  = 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thousands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544200" y="4435650"/>
            <a:ext cx="654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5 600 000  = 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100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thousands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hundreds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544200" y="5344525"/>
            <a:ext cx="654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84 500 000  =  8450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tens  = 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millions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68150" y="1485350"/>
            <a:ext cx="495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ask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A: Read integers aloud and consider the context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place value in integers</a:t>
            </a:r>
            <a:endParaRPr/>
          </a:p>
        </p:txBody>
      </p:sp>
      <p:sp>
        <p:nvSpPr>
          <p:cNvPr id="174" name="Google Shape;174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499827" y="1368900"/>
            <a:ext cx="2952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	Find the odd one out in each set.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" name="Google Shape;177;p21"/>
          <p:cNvGraphicFramePr/>
          <p:nvPr/>
        </p:nvGraphicFramePr>
        <p:xfrm>
          <a:off x="810863" y="1716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{18E0F22E-4781-4E3D-941E-EAB428FC7141}</a:tableStyleId>
              </a:tblPr>
              <a:tblGrid>
                <a:gridCol w="1601125"/>
                <a:gridCol w="1575875"/>
                <a:gridCol w="1504275"/>
                <a:gridCol w="1599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 thousands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 ten thousands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4000 tens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 hundreds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million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600 000 tens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60 000 thousands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 hundred thousands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 tens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 thousands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 ten thousands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 hundreds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5780 ten thousands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5 780 000 tens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578 000 hundreds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578 million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 million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840 ten thousands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8400 hundreds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 hundred thousands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sp>
        <p:nvSpPr>
          <p:cNvPr id="178" name="Google Shape;178;p21"/>
          <p:cNvSpPr txBox="1"/>
          <p:nvPr/>
        </p:nvSpPr>
        <p:spPr>
          <a:xfrm>
            <a:off x="447504" y="1704825"/>
            <a:ext cx="44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447504" y="2257100"/>
            <a:ext cx="44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462950" y="2815010"/>
            <a:ext cx="44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447504" y="3368871"/>
            <a:ext cx="44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447504" y="3894819"/>
            <a:ext cx="44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99826" y="4859550"/>
            <a:ext cx="29520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	Use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all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digit cards to create: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 integer with 76 hundreds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integer with 976 hundreds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integer with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76 tens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integer with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90 hundreds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/>
          <p:nvPr/>
        </p:nvSpPr>
        <p:spPr>
          <a:xfrm flipH="1">
            <a:off x="2278312" y="5331925"/>
            <a:ext cx="414000" cy="453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/>
          <p:nvPr/>
        </p:nvSpPr>
        <p:spPr>
          <a:xfrm flipH="1">
            <a:off x="2925656" y="5331925"/>
            <a:ext cx="414000" cy="453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/>
          <p:nvPr/>
        </p:nvSpPr>
        <p:spPr>
          <a:xfrm flipH="1">
            <a:off x="3573000" y="5331925"/>
            <a:ext cx="414000" cy="453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/>
          <p:nvPr/>
        </p:nvSpPr>
        <p:spPr>
          <a:xfrm flipH="1">
            <a:off x="4220344" y="5331925"/>
            <a:ext cx="414000" cy="453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/>
          <p:nvPr/>
        </p:nvSpPr>
        <p:spPr>
          <a:xfrm flipH="1">
            <a:off x="4867688" y="5331925"/>
            <a:ext cx="414000" cy="453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21"/>
          <p:cNvCxnSpPr/>
          <p:nvPr/>
        </p:nvCxnSpPr>
        <p:spPr>
          <a:xfrm>
            <a:off x="490650" y="76860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21"/>
          <p:cNvSpPr txBox="1"/>
          <p:nvPr/>
        </p:nvSpPr>
        <p:spPr>
          <a:xfrm>
            <a:off x="468150" y="723350"/>
            <a:ext cx="4782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ask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B: Write an integer described in different ways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Worksheets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Worksheets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