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1A078A2-15D9-420B-8F18-F15110406A19}">
  <a:tblStyle styleId="{31A078A2-15D9-420B-8F18-F15110406A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Exponential and fractional column headings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4650" y="1506575"/>
            <a:ext cx="5651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Place value headings expressed in exponential form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Fill in the blanks in the table: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>
            <a:graphicFrameLocks noGrp="1"/>
          </p:cNvGraphicFramePr>
          <p:nvPr/>
        </p:nvGraphicFramePr>
        <p:xfrm>
          <a:off x="2329200" y="2228850"/>
          <a:ext cx="2844875" cy="2951800"/>
        </p:xfrm>
        <a:graphic>
          <a:graphicData uri="http://schemas.openxmlformats.org/drawingml/2006/table">
            <a:tbl>
              <a:tblPr>
                <a:noFill/>
                <a:tableStyleId>{31A078A2-15D9-420B-8F18-F15110406A19}</a:tableStyleId>
              </a:tblPr>
              <a:tblGrid>
                <a:gridCol w="1020050"/>
                <a:gridCol w="1824825"/>
              </a:tblGrid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54000" marB="54000">
                    <a:lnL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54000" marB="54000">
                    <a:lnL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54000" marB="54000">
                    <a:lnT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>
                    <a:lnT w="9525" cap="flat" cmpd="sng">
                      <a:solidFill>
                        <a:srgbClr val="037B7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/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/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/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/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  <a:tr h="36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54000" marB="54000"/>
                </a:tc>
              </a:tr>
            </a:tbl>
          </a:graphicData>
        </a:graphic>
      </p:graphicFrame>
      <p:cxnSp>
        <p:nvCxnSpPr>
          <p:cNvPr id="163" name="Google Shape;163;p20"/>
          <p:cNvCxnSpPr/>
          <p:nvPr/>
        </p:nvCxnSpPr>
        <p:spPr>
          <a:xfrm>
            <a:off x="3821100" y="4026000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4082425" y="3390050"/>
            <a:ext cx="5469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3821100" y="2918625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3821100" y="3292450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0"/>
          <p:cNvCxnSpPr/>
          <p:nvPr/>
        </p:nvCxnSpPr>
        <p:spPr>
          <a:xfrm>
            <a:off x="3821100" y="4399825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0"/>
          <p:cNvCxnSpPr/>
          <p:nvPr/>
        </p:nvCxnSpPr>
        <p:spPr>
          <a:xfrm>
            <a:off x="3821100" y="4773650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3821100" y="5128425"/>
            <a:ext cx="84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474650" y="5407500"/>
            <a:ext cx="196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179750" y="5778900"/>
            <a:ext cx="1684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372 500</a:t>
            </a:r>
            <a:endParaRPr sz="2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 flipH="1">
            <a:off x="2600925" y="6193700"/>
            <a:ext cx="567900" cy="44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0"/>
          <p:cNvSpPr txBox="1"/>
          <p:nvPr/>
        </p:nvSpPr>
        <p:spPr>
          <a:xfrm>
            <a:off x="3954450" y="6779100"/>
            <a:ext cx="844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flipH="1">
            <a:off x="3279300" y="6193800"/>
            <a:ext cx="137100" cy="438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3717300" y="6193800"/>
            <a:ext cx="351900" cy="42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4022100" y="6193800"/>
            <a:ext cx="932700" cy="43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20"/>
          <p:cNvSpPr txBox="1"/>
          <p:nvPr/>
        </p:nvSpPr>
        <p:spPr>
          <a:xfrm>
            <a:off x="474650" y="7464900"/>
            <a:ext cx="3401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these numbers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00275" y="7845900"/>
            <a:ext cx="436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+ 5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+ 4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0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900275" y="8531700"/>
            <a:ext cx="3243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900275" y="9217500"/>
            <a:ext cx="3186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 × 10</a:t>
            </a:r>
            <a:r>
              <a:rPr lang="en-GB" sz="20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0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5076825" y="7102800"/>
            <a:ext cx="790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2886075" y="7102800"/>
            <a:ext cx="790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1647825" y="7102800"/>
            <a:ext cx="790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10800000" flipH="1">
            <a:off x="497200" y="9852575"/>
            <a:ext cx="6600900" cy="9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1282851" y="5143650"/>
            <a:ext cx="2367124" cy="141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Exponential and fractional column headings</a:t>
            </a:r>
            <a:endParaRPr sz="100"/>
          </a:p>
        </p:txBody>
      </p:sp>
      <p:sp>
        <p:nvSpPr>
          <p:cNvPr id="192" name="Google Shape;19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2600" y="720000"/>
            <a:ext cx="6634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Place value headings expressed in fractional form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Write the value of each non-zero digit in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endParaRPr sz="1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3155475" y="1521300"/>
            <a:ext cx="146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0.01204</a:t>
            </a:r>
            <a:endParaRPr sz="2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 flipH="1">
            <a:off x="2405600" y="1927475"/>
            <a:ext cx="1212900" cy="39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1"/>
          <p:cNvCxnSpPr/>
          <p:nvPr/>
        </p:nvCxnSpPr>
        <p:spPr>
          <a:xfrm>
            <a:off x="3892975" y="1927475"/>
            <a:ext cx="8700" cy="39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4425575" y="1927475"/>
            <a:ext cx="1070700" cy="40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6875" y="3426300"/>
            <a:ext cx="345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this number in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1" descr="&lt;math xmlns=&quot;http://www.w3.org/1998/Math/MathML&quot; display=&quot;block&quot; data-is-equatio=&quot;1&quot; data-latex=&quot;4\ +\ \frac{4}{10}+\frac{1}{100}+\frac{7}{1000}+\frac{7}{100\ 000}&quot;&gt;&lt;mn&gt;4&lt;/mn&gt;&lt;mtext&gt;&lt;/mtext&gt;&lt;mo&gt;+&lt;/mo&gt;&lt;mtext&gt;&lt;/mtext&gt;&lt;mfrac&gt;&lt;mn&gt;4&lt;/mn&gt;&lt;mn&gt;10&lt;/mn&gt;&lt;/mfrac&gt;&lt;mo&gt;+&lt;/mo&gt;&lt;mfrac&gt;&lt;mn&gt;1&lt;/mn&gt;&lt;mn&gt;100&lt;/mn&gt;&lt;/mfrac&gt;&lt;mo&gt;+&lt;/mo&gt;&lt;mfrac&gt;&lt;mn&gt;7&lt;/mn&gt;&lt;mn&gt;1000&lt;/mn&gt;&lt;/mfrac&gt;&lt;mo&gt;+&lt;/mo&gt;&lt;mfrac&gt;&lt;mn&gt;7&lt;/mn&gt;&lt;mrow&gt;&lt;mn&gt;100&lt;/mn&gt;&lt;mtext&gt;&lt;/mtext&gt;&lt;mn&gt;000&lt;/mn&gt;&lt;/mrow&gt;&lt;/mfrac&gt;&lt;/math&gt;" title="4 plus four tenths plus 1 over 100 plus 7 over 1000 plus the fraction with numerator 7 and denominator 100 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25" y="3927600"/>
            <a:ext cx="3997276" cy="5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66875" y="5102700"/>
            <a:ext cx="268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6875" y="7752700"/>
            <a:ext cx="53358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Justify, by referring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one or two sentences.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571775" y="5240125"/>
            <a:ext cx="20781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is bigger than 30. There are more zeros. That’s why 0.03 is bigger than 0.3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798" y="6450985"/>
            <a:ext cx="923149" cy="115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Exponential and fractional column headings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2023-11-02T13:27:32.042</cp:lastPrinted>
  <dcterms:created xsi:type="dcterms:W3CDTF">2023-11-02T13:27:32Z</dcterms:created>
  <dcterms:modified xsi:type="dcterms:W3CDTF">2023-11-02T13:27:40Z</dcterms:modified>
</cp:coreProperties>
</file>