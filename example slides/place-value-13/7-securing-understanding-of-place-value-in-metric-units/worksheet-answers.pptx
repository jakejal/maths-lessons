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2CD5BC-8E7D-40D5-BBC2-DD0E835ED124}">
  <a:tblStyle styleId="{562CD5BC-8E7D-40D5-BBC2-DD0E835ED1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83e25cb657_1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83e25cb65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83bac239a8_0_18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83bac239a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" name="Google Shape;103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 rot="-5400000">
            <a:off x="-3503100" y="5177175"/>
            <a:ext cx="808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4" name="Google Shape;15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 rot="-5400000">
            <a:off x="5502263" y="5467588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Relationship Id="rId10" Type="http://schemas.openxmlformats.org/officeDocument/2006/relationships/image" Target="../media/image10.png"/><Relationship Id="rId9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11" Type="http://schemas.openxmlformats.org/officeDocument/2006/relationships/image" Target="../media/image10.png"/><Relationship Id="rId10" Type="http://schemas.openxmlformats.org/officeDocument/2006/relationships/image" Target="../media/image25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6.jp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Convert metric measures using place value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3315650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425 ml into litres.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9" name="Google Shape;169;p20"/>
          <p:cNvGraphicFramePr/>
          <p:nvPr/>
        </p:nvGraphicFramePr>
        <p:xfrm>
          <a:off x="1590075" y="3568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{562CD5BC-8E7D-40D5-BBC2-DD0E835ED124}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0" name="Google Shape;170;p20"/>
          <p:cNvSpPr/>
          <p:nvPr/>
        </p:nvSpPr>
        <p:spPr>
          <a:xfrm>
            <a:off x="4108988" y="3645842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1633950"/>
            <a:ext cx="19440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Convert 7 km into: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metres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centimetres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millimetres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2590429" y="2022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{562CD5BC-8E7D-40D5-BBC2-DD0E835ED124}</a:tableStyleId>
              </a:tblPr>
              <a:tblGrid>
                <a:gridCol w="500175"/>
                <a:gridCol w="500175"/>
                <a:gridCol w="500175"/>
                <a:gridCol w="468250"/>
                <a:gridCol w="550125"/>
                <a:gridCol w="482150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20"/>
          <p:cNvSpPr/>
          <p:nvPr/>
        </p:nvSpPr>
        <p:spPr>
          <a:xfrm>
            <a:off x="4573575" y="2110100"/>
            <a:ext cx="521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5829348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What is the capacity of this teapot in ml?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/>
          <p:nvPr/>
        </p:nvGraphicFramePr>
        <p:xfrm>
          <a:off x="1590075" y="6081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{562CD5BC-8E7D-40D5-BBC2-DD0E835ED124}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0"/>
          <p:cNvSpPr/>
          <p:nvPr/>
        </p:nvSpPr>
        <p:spPr>
          <a:xfrm>
            <a:off x="4108988" y="6167823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7" name="Google Shape;177;p20"/>
          <p:cNvSpPr txBox="1"/>
          <p:nvPr/>
        </p:nvSpPr>
        <p:spPr>
          <a:xfrm>
            <a:off x="468010" y="6707345"/>
            <a:ext cx="915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1.15 litres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75" y="6131469"/>
            <a:ext cx="796861" cy="5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2438342" y="8679910"/>
            <a:ext cx="1331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capacity of a jug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630 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704482" y="7519368"/>
            <a:ext cx="7863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d) 6300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9093391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e) 6.3 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422625" y="7885061"/>
            <a:ext cx="9255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f) 0.63 litres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84287" y="8886475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i) 6300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84287" y="9559415"/>
            <a:ext cx="2348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a motorcycle travels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6 300 000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44503" y="8391489"/>
            <a:ext cx="1201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mass of a drum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6.3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63" y="7612001"/>
            <a:ext cx="843218" cy="78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3813" y="7846346"/>
            <a:ext cx="600873" cy="84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7340" y="8961562"/>
            <a:ext cx="1082522" cy="586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67875" y="7178900"/>
            <a:ext cx="6624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Match the objects with all the possible measures.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53500" y="7524978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630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5753500" y="7807306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6.3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53500" y="9218944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630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753489" y="8089638"/>
            <a:ext cx="956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strike="sng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6300 g</a:t>
            </a:r>
            <a:endParaRPr sz="1200" strike="sng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753489" y="7242651"/>
            <a:ext cx="995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0.0063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53500" y="8371961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strike="sng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6.3 km</a:t>
            </a:r>
            <a:endParaRPr sz="1200" strike="sng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53489" y="8654284"/>
            <a:ext cx="1017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strike="sng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0.63 litres</a:t>
            </a:r>
            <a:endParaRPr sz="1200" strike="sng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53500" y="9501271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strike="sng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6300 m</a:t>
            </a:r>
            <a:endParaRPr sz="1200" strike="sng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53489" y="8936607"/>
            <a:ext cx="1331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63 000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00" name="Google Shape;200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 txBox="1"/>
          <p:nvPr/>
        </p:nvSpPr>
        <p:spPr>
          <a:xfrm>
            <a:off x="468000" y="4564495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What is the mass of this pear in kilograms?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1590075" y="4816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{562CD5BC-8E7D-40D5-BBC2-DD0E835ED124}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grams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/>
          <p:nvPr/>
        </p:nvSpPr>
        <p:spPr>
          <a:xfrm>
            <a:off x="4108988" y="4906594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04" name="Google Shape;204;p20"/>
          <p:cNvPicPr preferRelativeResize="0"/>
          <p:nvPr/>
        </p:nvPicPr>
        <p:blipFill rotWithShape="1">
          <a:blip r:embed="rId7">
            <a:alphaModFix/>
          </a:blip>
          <a:srcRect b="0" l="0" r="73500" t="47881"/>
          <a:stretch/>
        </p:blipFill>
        <p:spPr>
          <a:xfrm>
            <a:off x="750416" y="4849592"/>
            <a:ext cx="350222" cy="5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1100650" y="2005275"/>
            <a:ext cx="11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7000 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68002" y="5376156"/>
            <a:ext cx="915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163 g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100650" y="2421070"/>
            <a:ext cx="11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700 000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1100650" y="2818398"/>
            <a:ext cx="11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7 000 000 mm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3758900" y="4276373"/>
            <a:ext cx="11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0.425 litres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450041" y="3683150"/>
            <a:ext cx="1968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952380" y="4943840"/>
            <a:ext cx="1968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solidFill>
                <a:srgbClr val="000000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758900" y="5547423"/>
            <a:ext cx="11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0.163 kg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450053" y="6212131"/>
            <a:ext cx="1968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Kalam"/>
                <a:ea typeface="Kalam"/>
                <a:cs typeface="Kalam"/>
                <a:sym typeface="Kalam"/>
              </a:rPr>
              <a:t>.</a:t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506" y="3821790"/>
            <a:ext cx="553366" cy="9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870" y="3617249"/>
            <a:ext cx="686057" cy="115692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Use conversion to compare different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2" name="Google Shape;222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68011" y="1944608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451380" y="1944605"/>
            <a:ext cx="81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607250" y="1944605"/>
            <a:ext cx="815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1.06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537625" y="214955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1009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641900" y="2149550"/>
            <a:ext cx="77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1060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468000" y="2330425"/>
            <a:ext cx="778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cat is the longest.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8000" y="2149550"/>
            <a:ext cx="919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1070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cats is the longest?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110" y="1316457"/>
            <a:ext cx="541494" cy="56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9660" y="1266600"/>
            <a:ext cx="703876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988" y="1359586"/>
            <a:ext cx="778065" cy="53941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4140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dogs has a greater mass?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6" name="Google Shape;23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5726" y="1342399"/>
            <a:ext cx="830467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36550" y="1373269"/>
            <a:ext cx="707790" cy="60235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4470361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470349" y="2174452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6500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5840873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5840862" y="2174452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148000" y="2335158"/>
            <a:ext cx="194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dog has the greater mass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3358465"/>
            <a:ext cx="1847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1.3 litre bottle has a larger capacity. What number could go onto the smaller bottle?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140000" y="3358465"/>
            <a:ext cx="194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 different car has a greater mass than this car.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5" name="Google Shape;24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01913" y="3353267"/>
            <a:ext cx="830475" cy="44195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6201913" y="3783125"/>
            <a:ext cx="830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2300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4140000" y="4491391"/>
            <a:ext cx="295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2 300 000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140000" y="4059543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a possible mass for this other car in 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2398506" y="4181301"/>
            <a:ext cx="449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033700" y="4456676"/>
            <a:ext cx="3225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3084094" y="4322855"/>
            <a:ext cx="221700" cy="13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468000" y="4252665"/>
            <a:ext cx="1765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less than 1300 ml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638324" y="5882654"/>
            <a:ext cx="6283146" cy="373487"/>
            <a:chOff x="409825" y="1605025"/>
            <a:chExt cx="7691450" cy="457200"/>
          </a:xfrm>
        </p:grpSpPr>
        <p:grpSp>
          <p:nvGrpSpPr>
            <p:cNvPr id="254" name="Google Shape;254;p21"/>
            <p:cNvGrpSpPr/>
            <p:nvPr/>
          </p:nvGrpSpPr>
          <p:grpSpPr>
            <a:xfrm>
              <a:off x="409825" y="1605025"/>
              <a:ext cx="457200" cy="457200"/>
              <a:chOff x="1020916" y="1442088"/>
              <a:chExt cx="457200" cy="457200"/>
            </a:xfrm>
          </p:grpSpPr>
          <p:pic>
            <p:nvPicPr>
              <p:cNvPr id="255" name="Google Shape;255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6" name="Google Shape;256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57" name="Google Shape;257;p21"/>
            <p:cNvGrpSpPr/>
            <p:nvPr/>
          </p:nvGrpSpPr>
          <p:grpSpPr>
            <a:xfrm>
              <a:off x="1856675" y="1605025"/>
              <a:ext cx="457200" cy="457200"/>
              <a:chOff x="1020916" y="1442088"/>
              <a:chExt cx="457200" cy="457200"/>
            </a:xfrm>
          </p:grpSpPr>
          <p:pic>
            <p:nvPicPr>
              <p:cNvPr id="258" name="Google Shape;258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9" name="Google Shape;259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60" name="Google Shape;260;p21"/>
            <p:cNvGrpSpPr/>
            <p:nvPr/>
          </p:nvGrpSpPr>
          <p:grpSpPr>
            <a:xfrm>
              <a:off x="3303525" y="1605025"/>
              <a:ext cx="457200" cy="457200"/>
              <a:chOff x="1020916" y="1442088"/>
              <a:chExt cx="457200" cy="457200"/>
            </a:xfrm>
          </p:grpSpPr>
          <p:pic>
            <p:nvPicPr>
              <p:cNvPr id="261" name="Google Shape;261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" name="Google Shape;26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63" name="Google Shape;263;p21"/>
            <p:cNvGrpSpPr/>
            <p:nvPr/>
          </p:nvGrpSpPr>
          <p:grpSpPr>
            <a:xfrm>
              <a:off x="4750375" y="1605025"/>
              <a:ext cx="457200" cy="457200"/>
              <a:chOff x="1020916" y="1442088"/>
              <a:chExt cx="457200" cy="457200"/>
            </a:xfrm>
          </p:grpSpPr>
          <p:pic>
            <p:nvPicPr>
              <p:cNvPr id="264" name="Google Shape;264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66" name="Google Shape;266;p21"/>
            <p:cNvGrpSpPr/>
            <p:nvPr/>
          </p:nvGrpSpPr>
          <p:grpSpPr>
            <a:xfrm>
              <a:off x="6197225" y="1605025"/>
              <a:ext cx="457200" cy="457200"/>
              <a:chOff x="1020916" y="1442088"/>
              <a:chExt cx="457200" cy="457200"/>
            </a:xfrm>
          </p:grpSpPr>
          <p:pic>
            <p:nvPicPr>
              <p:cNvPr id="267" name="Google Shape;267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8" name="Google Shape;268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69" name="Google Shape;269;p21"/>
            <p:cNvGrpSpPr/>
            <p:nvPr/>
          </p:nvGrpSpPr>
          <p:grpSpPr>
            <a:xfrm>
              <a:off x="7644075" y="1605025"/>
              <a:ext cx="457200" cy="457200"/>
              <a:chOff x="1020916" y="1442088"/>
              <a:chExt cx="457200" cy="457200"/>
            </a:xfrm>
          </p:grpSpPr>
          <p:pic>
            <p:nvPicPr>
              <p:cNvPr id="270" name="Google Shape;270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1" name="Google Shape;271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72" name="Google Shape;272;p21"/>
          <p:cNvSpPr txBox="1"/>
          <p:nvPr/>
        </p:nvSpPr>
        <p:spPr>
          <a:xfrm>
            <a:off x="467963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641397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2814831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988265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161699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6335132" y="65250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0.018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>
            <a:off x="1857227" y="6726110"/>
            <a:ext cx="3847298" cy="563362"/>
            <a:chOff x="409825" y="3714425"/>
            <a:chExt cx="6244600" cy="914400"/>
          </a:xfrm>
        </p:grpSpPr>
        <p:cxnSp>
          <p:nvCxnSpPr>
            <p:cNvPr id="279" name="Google Shape;279;p21"/>
            <p:cNvCxnSpPr>
              <a:stCxn id="280" idx="3"/>
              <a:endCxn id="281" idx="1"/>
            </p:cNvCxnSpPr>
            <p:nvPr/>
          </p:nvCxnSpPr>
          <p:spPr>
            <a:xfrm>
              <a:off x="84243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2" name="Google Shape;282;p21"/>
            <p:cNvCxnSpPr/>
            <p:nvPr/>
          </p:nvCxnSpPr>
          <p:spPr>
            <a:xfrm>
              <a:off x="228923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" name="Google Shape;283;p21"/>
            <p:cNvCxnSpPr/>
            <p:nvPr/>
          </p:nvCxnSpPr>
          <p:spPr>
            <a:xfrm>
              <a:off x="3736063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4" name="Google Shape;284;p21"/>
            <p:cNvCxnSpPr/>
            <p:nvPr/>
          </p:nvCxnSpPr>
          <p:spPr>
            <a:xfrm>
              <a:off x="518288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85" name="Google Shape;285;p21"/>
            <p:cNvGrpSpPr/>
            <p:nvPr/>
          </p:nvGrpSpPr>
          <p:grpSpPr>
            <a:xfrm>
              <a:off x="409825" y="3714425"/>
              <a:ext cx="457200" cy="457200"/>
              <a:chOff x="1020916" y="1442088"/>
              <a:chExt cx="457200" cy="457200"/>
            </a:xfrm>
          </p:grpSpPr>
          <p:pic>
            <p:nvPicPr>
              <p:cNvPr id="286" name="Google Shape;286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7" name="Google Shape;287;p21"/>
            <p:cNvGrpSpPr/>
            <p:nvPr/>
          </p:nvGrpSpPr>
          <p:grpSpPr>
            <a:xfrm>
              <a:off x="1856675" y="3714425"/>
              <a:ext cx="457200" cy="457200"/>
              <a:chOff x="1020916" y="1442088"/>
              <a:chExt cx="457200" cy="457200"/>
            </a:xfrm>
          </p:grpSpPr>
          <p:pic>
            <p:nvPicPr>
              <p:cNvPr id="288" name="Google Shape;288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1" name="Google Shape;281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89" name="Google Shape;289;p21"/>
            <p:cNvGrpSpPr/>
            <p:nvPr/>
          </p:nvGrpSpPr>
          <p:grpSpPr>
            <a:xfrm>
              <a:off x="3303525" y="3714425"/>
              <a:ext cx="457200" cy="457200"/>
              <a:chOff x="1020916" y="1442088"/>
              <a:chExt cx="457200" cy="457200"/>
            </a:xfrm>
          </p:grpSpPr>
          <p:pic>
            <p:nvPicPr>
              <p:cNvPr id="290" name="Google Shape;290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1" name="Google Shape;291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2" name="Google Shape;292;p21"/>
            <p:cNvGrpSpPr/>
            <p:nvPr/>
          </p:nvGrpSpPr>
          <p:grpSpPr>
            <a:xfrm>
              <a:off x="3303525" y="4171625"/>
              <a:ext cx="457200" cy="457200"/>
              <a:chOff x="1020916" y="1442088"/>
              <a:chExt cx="457200" cy="457200"/>
            </a:xfrm>
          </p:grpSpPr>
          <p:pic>
            <p:nvPicPr>
              <p:cNvPr id="293" name="Google Shape;293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4" name="Google Shape;294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5" name="Google Shape;295;p21"/>
            <p:cNvGrpSpPr/>
            <p:nvPr/>
          </p:nvGrpSpPr>
          <p:grpSpPr>
            <a:xfrm>
              <a:off x="4750375" y="3714425"/>
              <a:ext cx="457200" cy="457200"/>
              <a:chOff x="1020916" y="1442088"/>
              <a:chExt cx="457200" cy="457200"/>
            </a:xfrm>
          </p:grpSpPr>
          <p:pic>
            <p:nvPicPr>
              <p:cNvPr id="296" name="Google Shape;296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7" name="Google Shape;29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98" name="Google Shape;298;p21"/>
            <p:cNvGrpSpPr/>
            <p:nvPr/>
          </p:nvGrpSpPr>
          <p:grpSpPr>
            <a:xfrm>
              <a:off x="6197225" y="3714425"/>
              <a:ext cx="457200" cy="457200"/>
              <a:chOff x="1020916" y="1442088"/>
              <a:chExt cx="457200" cy="457200"/>
            </a:xfrm>
          </p:grpSpPr>
          <p:pic>
            <p:nvPicPr>
              <p:cNvPr id="299" name="Google Shape;299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0" name="Google Shape;300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01" name="Google Shape;301;p21"/>
          <p:cNvSpPr txBox="1"/>
          <p:nvPr/>
        </p:nvSpPr>
        <p:spPr>
          <a:xfrm>
            <a:off x="1710673" y="7007734"/>
            <a:ext cx="57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shortest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5274527" y="7007734"/>
            <a:ext cx="57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longest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3905326" y="62910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15135" y="62910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558467" y="62910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5208952" y="62910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2862043" y="62910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382406" y="62910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68000" y="5659712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Place these distances in order of size, smallest first.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68000" y="8314812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Fill in each blank with any number that makes the descriptions underneath correct.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469648" y="855004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1"/>
          <p:cNvSpPr/>
          <p:nvPr/>
        </p:nvSpPr>
        <p:spPr>
          <a:xfrm>
            <a:off x="1655620" y="855004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469648" y="9183574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1694967" y="8638192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1653972" y="862592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68000" y="862592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1"/>
          <p:cNvCxnSpPr>
            <a:stCxn id="316" idx="3"/>
          </p:cNvCxnSpPr>
          <p:nvPr/>
        </p:nvCxnSpPr>
        <p:spPr>
          <a:xfrm>
            <a:off x="1311900" y="8773075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 txBox="1"/>
          <p:nvPr/>
        </p:nvSpPr>
        <p:spPr>
          <a:xfrm>
            <a:off x="468000" y="899471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653972" y="899471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/>
          <p:nvPr/>
        </p:nvSpPr>
        <p:spPr>
          <a:xfrm flipH="1">
            <a:off x="3952102" y="855004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"/>
          <p:cNvSpPr/>
          <p:nvPr/>
        </p:nvSpPr>
        <p:spPr>
          <a:xfrm flipH="1">
            <a:off x="2766130" y="855004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"/>
          <p:cNvSpPr txBox="1"/>
          <p:nvPr/>
        </p:nvSpPr>
        <p:spPr>
          <a:xfrm>
            <a:off x="2765114" y="9183574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less than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18.5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3" name="Google Shape;323;p21"/>
          <p:cNvSpPr/>
          <p:nvPr/>
        </p:nvSpPr>
        <p:spPr>
          <a:xfrm flipH="1">
            <a:off x="2806481" y="8638192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 flipH="1">
            <a:off x="2767778" y="862592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 flipH="1">
            <a:off x="3953750" y="862592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>
            <a:stCxn id="325" idx="3"/>
          </p:cNvCxnSpPr>
          <p:nvPr/>
        </p:nvCxnSpPr>
        <p:spPr>
          <a:xfrm rot="10800000">
            <a:off x="3611450" y="8773075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21"/>
          <p:cNvSpPr txBox="1"/>
          <p:nvPr/>
        </p:nvSpPr>
        <p:spPr>
          <a:xfrm>
            <a:off x="2767880" y="899471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953852" y="899471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062229" y="8550039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5060581" y="8625924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1"/>
          <p:cNvCxnSpPr>
            <a:stCxn id="330" idx="3"/>
          </p:cNvCxnSpPr>
          <p:nvPr/>
        </p:nvCxnSpPr>
        <p:spPr>
          <a:xfrm>
            <a:off x="5904481" y="8773074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1"/>
          <p:cNvSpPr/>
          <p:nvPr/>
        </p:nvSpPr>
        <p:spPr>
          <a:xfrm>
            <a:off x="6248201" y="8550039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6246553" y="8625924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6287548" y="8638191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5062229" y="9202938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7500 ml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5060581" y="8994714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smaller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6246553" y="8994714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" name="Google Shape;338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Use conversion to compare different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5" name="Google Shape;34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468011" y="1944608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1451380" y="1944605"/>
            <a:ext cx="81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2607250" y="1944605"/>
            <a:ext cx="815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1.06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1537625" y="230195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1009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2641900" y="2301950"/>
            <a:ext cx="77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1060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68000" y="2482825"/>
            <a:ext cx="778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cat is the longest.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468000" y="2301950"/>
            <a:ext cx="9192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1070 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2"/>
          <p:cNvSpPr txBox="1"/>
          <p:nvPr/>
        </p:nvSpPr>
        <p:spPr>
          <a:xfrm>
            <a:off x="468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cats is the longest?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5" name="Google Shape;3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110" y="1316457"/>
            <a:ext cx="541494" cy="56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9660" y="1266600"/>
            <a:ext cx="703876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988" y="1359586"/>
            <a:ext cx="778065" cy="53941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4140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dogs has a greater mass?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9" name="Google Shape;35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5726" y="1342399"/>
            <a:ext cx="830467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36550" y="1373269"/>
            <a:ext cx="707790" cy="602354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2"/>
          <p:cNvSpPr txBox="1"/>
          <p:nvPr/>
        </p:nvSpPr>
        <p:spPr>
          <a:xfrm>
            <a:off x="4470361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4470349" y="2326852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6500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840873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2"/>
          <p:cNvSpPr txBox="1"/>
          <p:nvPr/>
        </p:nvSpPr>
        <p:spPr>
          <a:xfrm>
            <a:off x="5840862" y="2326852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5148000" y="2487558"/>
            <a:ext cx="194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dog has the greater mass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6" name="Google Shape;366;p22"/>
          <p:cNvSpPr txBox="1"/>
          <p:nvPr/>
        </p:nvSpPr>
        <p:spPr>
          <a:xfrm>
            <a:off x="468000" y="3387075"/>
            <a:ext cx="1847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1.3 litre bottle has a larger capacity. What number could go onto the smaller bottle?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4140000" y="3387075"/>
            <a:ext cx="194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 different car has a greater mass than this car.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8" name="Google Shape;36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1913" y="3381877"/>
            <a:ext cx="830475" cy="44195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2"/>
          <p:cNvSpPr txBox="1"/>
          <p:nvPr/>
        </p:nvSpPr>
        <p:spPr>
          <a:xfrm>
            <a:off x="6201913" y="3811734"/>
            <a:ext cx="830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2300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4140000" y="4748600"/>
            <a:ext cx="2952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2 300 000 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71" name="Google Shape;371;p22"/>
          <p:cNvSpPr txBox="1"/>
          <p:nvPr/>
        </p:nvSpPr>
        <p:spPr>
          <a:xfrm>
            <a:off x="4140000" y="4088153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a possible mass for this other car in 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2" name="Google Shape;37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96874" y="3387068"/>
            <a:ext cx="652986" cy="130596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2398506" y="4209910"/>
            <a:ext cx="449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4" name="Google Shape;374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85905" y="3856915"/>
            <a:ext cx="418069" cy="836128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2"/>
          <p:cNvSpPr txBox="1"/>
          <p:nvPr/>
        </p:nvSpPr>
        <p:spPr>
          <a:xfrm>
            <a:off x="3033700" y="4485286"/>
            <a:ext cx="3225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/>
          <p:nvPr/>
        </p:nvSpPr>
        <p:spPr>
          <a:xfrm>
            <a:off x="3084094" y="4351464"/>
            <a:ext cx="221700" cy="13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468000" y="4509875"/>
            <a:ext cx="1765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less than 1300 ml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78" name="Google Shape;378;p22"/>
          <p:cNvGrpSpPr/>
          <p:nvPr/>
        </p:nvGrpSpPr>
        <p:grpSpPr>
          <a:xfrm>
            <a:off x="638324" y="5730254"/>
            <a:ext cx="6283146" cy="373487"/>
            <a:chOff x="409825" y="1605025"/>
            <a:chExt cx="7691450" cy="457200"/>
          </a:xfrm>
        </p:grpSpPr>
        <p:grpSp>
          <p:nvGrpSpPr>
            <p:cNvPr id="379" name="Google Shape;379;p22"/>
            <p:cNvGrpSpPr/>
            <p:nvPr/>
          </p:nvGrpSpPr>
          <p:grpSpPr>
            <a:xfrm>
              <a:off x="409825" y="1605025"/>
              <a:ext cx="457200" cy="457200"/>
              <a:chOff x="1020916" y="1442088"/>
              <a:chExt cx="457200" cy="457200"/>
            </a:xfrm>
          </p:grpSpPr>
          <p:pic>
            <p:nvPicPr>
              <p:cNvPr id="380" name="Google Shape;380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" name="Google Shape;381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2" name="Google Shape;382;p22"/>
            <p:cNvGrpSpPr/>
            <p:nvPr/>
          </p:nvGrpSpPr>
          <p:grpSpPr>
            <a:xfrm>
              <a:off x="1856675" y="1605025"/>
              <a:ext cx="457200" cy="457200"/>
              <a:chOff x="1020916" y="1442088"/>
              <a:chExt cx="457200" cy="457200"/>
            </a:xfrm>
          </p:grpSpPr>
          <p:pic>
            <p:nvPicPr>
              <p:cNvPr id="383" name="Google Shape;383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4" name="Google Shape;384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5" name="Google Shape;385;p22"/>
            <p:cNvGrpSpPr/>
            <p:nvPr/>
          </p:nvGrpSpPr>
          <p:grpSpPr>
            <a:xfrm>
              <a:off x="3303525" y="1605025"/>
              <a:ext cx="457200" cy="457200"/>
              <a:chOff x="1020916" y="1442088"/>
              <a:chExt cx="457200" cy="457200"/>
            </a:xfrm>
          </p:grpSpPr>
          <p:pic>
            <p:nvPicPr>
              <p:cNvPr id="386" name="Google Shape;386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" name="Google Shape;387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8" name="Google Shape;388;p22"/>
            <p:cNvGrpSpPr/>
            <p:nvPr/>
          </p:nvGrpSpPr>
          <p:grpSpPr>
            <a:xfrm>
              <a:off x="4750375" y="1605025"/>
              <a:ext cx="457200" cy="457200"/>
              <a:chOff x="1020916" y="1442088"/>
              <a:chExt cx="457200" cy="457200"/>
            </a:xfrm>
          </p:grpSpPr>
          <p:pic>
            <p:nvPicPr>
              <p:cNvPr id="389" name="Google Shape;389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" name="Google Shape;390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91" name="Google Shape;391;p22"/>
            <p:cNvGrpSpPr/>
            <p:nvPr/>
          </p:nvGrpSpPr>
          <p:grpSpPr>
            <a:xfrm>
              <a:off x="6197225" y="1605025"/>
              <a:ext cx="457200" cy="457200"/>
              <a:chOff x="1020916" y="1442088"/>
              <a:chExt cx="457200" cy="457200"/>
            </a:xfrm>
          </p:grpSpPr>
          <p:pic>
            <p:nvPicPr>
              <p:cNvPr id="392" name="Google Shape;392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" name="Google Shape;393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>
              <a:off x="7644075" y="1605025"/>
              <a:ext cx="457200" cy="457200"/>
              <a:chOff x="1020916" y="1442088"/>
              <a:chExt cx="457200" cy="457200"/>
            </a:xfrm>
          </p:grpSpPr>
          <p:pic>
            <p:nvPicPr>
              <p:cNvPr id="395" name="Google Shape;395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6" name="Google Shape;396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397" name="Google Shape;397;p22"/>
          <p:cNvSpPr txBox="1"/>
          <p:nvPr/>
        </p:nvSpPr>
        <p:spPr>
          <a:xfrm>
            <a:off x="467963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1641397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2814831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180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3988265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5161699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6335132" y="6372672"/>
            <a:ext cx="756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0.018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403" name="Google Shape;403;p22"/>
          <p:cNvGrpSpPr/>
          <p:nvPr/>
        </p:nvGrpSpPr>
        <p:grpSpPr>
          <a:xfrm>
            <a:off x="1857227" y="6802310"/>
            <a:ext cx="3847298" cy="563362"/>
            <a:chOff x="409825" y="3714425"/>
            <a:chExt cx="6244600" cy="914400"/>
          </a:xfrm>
        </p:grpSpPr>
        <p:cxnSp>
          <p:nvCxnSpPr>
            <p:cNvPr id="404" name="Google Shape;404;p22"/>
            <p:cNvCxnSpPr>
              <a:stCxn id="405" idx="3"/>
              <a:endCxn id="406" idx="1"/>
            </p:cNvCxnSpPr>
            <p:nvPr/>
          </p:nvCxnSpPr>
          <p:spPr>
            <a:xfrm>
              <a:off x="84243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7" name="Google Shape;407;p22"/>
            <p:cNvCxnSpPr/>
            <p:nvPr/>
          </p:nvCxnSpPr>
          <p:spPr>
            <a:xfrm>
              <a:off x="228923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8" name="Google Shape;408;p22"/>
            <p:cNvCxnSpPr/>
            <p:nvPr/>
          </p:nvCxnSpPr>
          <p:spPr>
            <a:xfrm>
              <a:off x="3736063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9" name="Google Shape;409;p22"/>
            <p:cNvCxnSpPr/>
            <p:nvPr/>
          </p:nvCxnSpPr>
          <p:spPr>
            <a:xfrm>
              <a:off x="5182888" y="3937338"/>
              <a:ext cx="10389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410" name="Google Shape;410;p22"/>
            <p:cNvGrpSpPr/>
            <p:nvPr/>
          </p:nvGrpSpPr>
          <p:grpSpPr>
            <a:xfrm>
              <a:off x="409825" y="3714425"/>
              <a:ext cx="457200" cy="457200"/>
              <a:chOff x="1020916" y="1442088"/>
              <a:chExt cx="457200" cy="457200"/>
            </a:xfrm>
          </p:grpSpPr>
          <p:pic>
            <p:nvPicPr>
              <p:cNvPr id="411" name="Google Shape;411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5" name="Google Shape;405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2" name="Google Shape;412;p22"/>
            <p:cNvGrpSpPr/>
            <p:nvPr/>
          </p:nvGrpSpPr>
          <p:grpSpPr>
            <a:xfrm>
              <a:off x="1856675" y="3714425"/>
              <a:ext cx="457200" cy="457200"/>
              <a:chOff x="1020916" y="1442088"/>
              <a:chExt cx="457200" cy="457200"/>
            </a:xfrm>
          </p:grpSpPr>
          <p:pic>
            <p:nvPicPr>
              <p:cNvPr id="413" name="Google Shape;413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4" name="Google Shape;414;p22"/>
            <p:cNvGrpSpPr/>
            <p:nvPr/>
          </p:nvGrpSpPr>
          <p:grpSpPr>
            <a:xfrm>
              <a:off x="3303525" y="3714425"/>
              <a:ext cx="457200" cy="457200"/>
              <a:chOff x="1020916" y="1442088"/>
              <a:chExt cx="457200" cy="457200"/>
            </a:xfrm>
          </p:grpSpPr>
          <p:pic>
            <p:nvPicPr>
              <p:cNvPr id="415" name="Google Shape;415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6" name="Google Shape;416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7" name="Google Shape;417;p22"/>
            <p:cNvGrpSpPr/>
            <p:nvPr/>
          </p:nvGrpSpPr>
          <p:grpSpPr>
            <a:xfrm>
              <a:off x="3303525" y="4171625"/>
              <a:ext cx="457200" cy="457200"/>
              <a:chOff x="1020916" y="1442088"/>
              <a:chExt cx="457200" cy="457200"/>
            </a:xfrm>
          </p:grpSpPr>
          <p:pic>
            <p:nvPicPr>
              <p:cNvPr id="418" name="Google Shape;418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9" name="Google Shape;419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0" name="Google Shape;420;p22"/>
            <p:cNvGrpSpPr/>
            <p:nvPr/>
          </p:nvGrpSpPr>
          <p:grpSpPr>
            <a:xfrm>
              <a:off x="4750375" y="3714425"/>
              <a:ext cx="457200" cy="457200"/>
              <a:chOff x="1020916" y="1442088"/>
              <a:chExt cx="457200" cy="457200"/>
            </a:xfrm>
          </p:grpSpPr>
          <p:pic>
            <p:nvPicPr>
              <p:cNvPr id="421" name="Google Shape;421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2" name="Google Shape;422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3" name="Google Shape;423;p22"/>
            <p:cNvGrpSpPr/>
            <p:nvPr/>
          </p:nvGrpSpPr>
          <p:grpSpPr>
            <a:xfrm>
              <a:off x="6197225" y="3714425"/>
              <a:ext cx="457200" cy="457200"/>
              <a:chOff x="1020916" y="1442088"/>
              <a:chExt cx="457200" cy="457200"/>
            </a:xfrm>
          </p:grpSpPr>
          <p:pic>
            <p:nvPicPr>
              <p:cNvPr id="424" name="Google Shape;424;p22"/>
              <p:cNvPicPr preferRelativeResize="0"/>
              <p:nvPr/>
            </p:nvPicPr>
            <p:blipFill>
              <a:blip r:embed="rId11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25" name="Google Shape;425;p22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426" name="Google Shape;426;p22"/>
          <p:cNvSpPr txBox="1"/>
          <p:nvPr/>
        </p:nvSpPr>
        <p:spPr>
          <a:xfrm>
            <a:off x="1710673" y="7083934"/>
            <a:ext cx="57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shortest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5274527" y="7083934"/>
            <a:ext cx="5748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longest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3905326" y="61386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515135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1558467" y="61386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5208952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2862043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6382406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 txBox="1"/>
          <p:nvPr/>
        </p:nvSpPr>
        <p:spPr>
          <a:xfrm>
            <a:off x="468000" y="5507312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Place these distances in order of size, smallest first.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22"/>
          <p:cNvSpPr txBox="1"/>
          <p:nvPr/>
        </p:nvSpPr>
        <p:spPr>
          <a:xfrm>
            <a:off x="468000" y="7657587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Fill in each blank with any number that makes the descriptions underneath correct.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774448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"/>
          <p:cNvSpPr/>
          <p:nvPr/>
        </p:nvSpPr>
        <p:spPr>
          <a:xfrm>
            <a:off x="1960420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 txBox="1"/>
          <p:nvPr/>
        </p:nvSpPr>
        <p:spPr>
          <a:xfrm>
            <a:off x="774448" y="8526349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39" name="Google Shape;439;p22"/>
          <p:cNvSpPr/>
          <p:nvPr/>
        </p:nvSpPr>
        <p:spPr>
          <a:xfrm>
            <a:off x="1999767" y="7980967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958772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772800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2" name="Google Shape;442;p22"/>
          <p:cNvCxnSpPr>
            <a:stCxn id="441" idx="3"/>
          </p:cNvCxnSpPr>
          <p:nvPr/>
        </p:nvCxnSpPr>
        <p:spPr>
          <a:xfrm>
            <a:off x="1616700" y="8115850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22"/>
          <p:cNvSpPr txBox="1"/>
          <p:nvPr/>
        </p:nvSpPr>
        <p:spPr>
          <a:xfrm>
            <a:off x="772800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1958772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22"/>
          <p:cNvSpPr/>
          <p:nvPr/>
        </p:nvSpPr>
        <p:spPr>
          <a:xfrm flipH="1">
            <a:off x="5894352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2"/>
          <p:cNvSpPr/>
          <p:nvPr/>
        </p:nvSpPr>
        <p:spPr>
          <a:xfrm flipH="1">
            <a:off x="4708380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2"/>
          <p:cNvSpPr txBox="1"/>
          <p:nvPr/>
        </p:nvSpPr>
        <p:spPr>
          <a:xfrm>
            <a:off x="4707364" y="8526349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less than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18.5 kg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48" name="Google Shape;448;p22"/>
          <p:cNvSpPr/>
          <p:nvPr/>
        </p:nvSpPr>
        <p:spPr>
          <a:xfrm flipH="1">
            <a:off x="4748731" y="7980967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 txBox="1"/>
          <p:nvPr/>
        </p:nvSpPr>
        <p:spPr>
          <a:xfrm flipH="1">
            <a:off x="4710028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2"/>
          <p:cNvSpPr txBox="1"/>
          <p:nvPr/>
        </p:nvSpPr>
        <p:spPr>
          <a:xfrm flipH="1">
            <a:off x="5896000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1" name="Google Shape;451;p22"/>
          <p:cNvCxnSpPr>
            <a:stCxn id="450" idx="3"/>
          </p:cNvCxnSpPr>
          <p:nvPr/>
        </p:nvCxnSpPr>
        <p:spPr>
          <a:xfrm rot="10800000">
            <a:off x="5553700" y="8115850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22"/>
          <p:cNvSpPr txBox="1"/>
          <p:nvPr/>
        </p:nvSpPr>
        <p:spPr>
          <a:xfrm>
            <a:off x="4710130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5896102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22"/>
          <p:cNvSpPr/>
          <p:nvPr/>
        </p:nvSpPr>
        <p:spPr>
          <a:xfrm>
            <a:off x="2766766" y="887992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"/>
          <p:cNvSpPr txBox="1"/>
          <p:nvPr/>
        </p:nvSpPr>
        <p:spPr>
          <a:xfrm>
            <a:off x="2765118" y="895580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6" name="Google Shape;456;p22"/>
          <p:cNvCxnSpPr>
            <a:stCxn id="455" idx="3"/>
          </p:cNvCxnSpPr>
          <p:nvPr/>
        </p:nvCxnSpPr>
        <p:spPr>
          <a:xfrm>
            <a:off x="3609018" y="9102955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22"/>
          <p:cNvSpPr/>
          <p:nvPr/>
        </p:nvSpPr>
        <p:spPr>
          <a:xfrm>
            <a:off x="3952739" y="887992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 txBox="1"/>
          <p:nvPr/>
        </p:nvSpPr>
        <p:spPr>
          <a:xfrm>
            <a:off x="3951091" y="895580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2"/>
          <p:cNvSpPr/>
          <p:nvPr/>
        </p:nvSpPr>
        <p:spPr>
          <a:xfrm>
            <a:off x="3992086" y="8968072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2"/>
          <p:cNvSpPr txBox="1"/>
          <p:nvPr/>
        </p:nvSpPr>
        <p:spPr>
          <a:xfrm>
            <a:off x="2766766" y="9532820"/>
            <a:ext cx="2029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Any number greater than 7500 ml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1" name="Google Shape;461;p22"/>
          <p:cNvSpPr txBox="1"/>
          <p:nvPr/>
        </p:nvSpPr>
        <p:spPr>
          <a:xfrm>
            <a:off x="2765118" y="932459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smaller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3951091" y="932459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3" name="Google Shape;463;p22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place value in metric units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1581598" y="2003358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14.57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1581592" y="2020896"/>
            <a:ext cx="724800" cy="262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4461375" y="2613026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18 200 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3"/>
          <p:cNvSpPr txBox="1"/>
          <p:nvPr/>
        </p:nvSpPr>
        <p:spPr>
          <a:xfrm>
            <a:off x="5148000" y="1115525"/>
            <a:ext cx="19440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capacity of this bathtub when full is      182 000 ml.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3"/>
          <p:cNvSpPr txBox="1"/>
          <p:nvPr/>
        </p:nvSpPr>
        <p:spPr>
          <a:xfrm>
            <a:off x="468000" y="1115525"/>
            <a:ext cx="19440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mass of the bike below is 14 570 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values below also represents this bike?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467998" y="2003350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1.457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3"/>
          <p:cNvSpPr txBox="1"/>
          <p:nvPr/>
        </p:nvSpPr>
        <p:spPr>
          <a:xfrm>
            <a:off x="4461375" y="2250232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18 200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3"/>
          <p:cNvSpPr txBox="1"/>
          <p:nvPr/>
        </p:nvSpPr>
        <p:spPr>
          <a:xfrm>
            <a:off x="2695198" y="2003351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145.7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7" name="Google Shape;477;p23"/>
          <p:cNvSpPr txBox="1"/>
          <p:nvPr/>
        </p:nvSpPr>
        <p:spPr>
          <a:xfrm>
            <a:off x="4444788" y="2975820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182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8" name="Google Shape;478;p23"/>
          <p:cNvSpPr txBox="1"/>
          <p:nvPr/>
        </p:nvSpPr>
        <p:spPr>
          <a:xfrm>
            <a:off x="5940650" y="2247426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182 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23"/>
          <p:cNvSpPr txBox="1"/>
          <p:nvPr/>
        </p:nvSpPr>
        <p:spPr>
          <a:xfrm>
            <a:off x="5935550" y="2613034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18.2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0" name="Google Shape;4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975" y="1168800"/>
            <a:ext cx="983024" cy="74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800" y="1171300"/>
            <a:ext cx="724799" cy="54336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3"/>
          <p:cNvSpPr/>
          <p:nvPr/>
        </p:nvSpPr>
        <p:spPr>
          <a:xfrm>
            <a:off x="4444798" y="2613025"/>
            <a:ext cx="687000" cy="29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4403549" y="2982486"/>
            <a:ext cx="769500" cy="297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3"/>
          <p:cNvSpPr txBox="1"/>
          <p:nvPr/>
        </p:nvSpPr>
        <p:spPr>
          <a:xfrm>
            <a:off x="4140000" y="1733935"/>
            <a:ext cx="2952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values below also represents the bathtub?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468000" y="3880200"/>
            <a:ext cx="6624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This ship is 0.29 km long and has a mass of 113 000 000 kg.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below with the correct numbers and metric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3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Check if conversions of real examples are sensible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7" name="Google Shape;487;p23"/>
          <p:cNvPicPr preferRelativeResize="0"/>
          <p:nvPr/>
        </p:nvPicPr>
        <p:blipFill rotWithShape="1">
          <a:blip r:embed="rId5">
            <a:alphaModFix/>
          </a:blip>
          <a:srcRect b="16498" l="0" r="0" t="16491"/>
          <a:stretch/>
        </p:blipFill>
        <p:spPr>
          <a:xfrm>
            <a:off x="5452250" y="3761000"/>
            <a:ext cx="1639750" cy="8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23"/>
          <p:cNvSpPr txBox="1"/>
          <p:nvPr/>
        </p:nvSpPr>
        <p:spPr>
          <a:xfrm>
            <a:off x="772800" y="4540882"/>
            <a:ext cx="27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23"/>
          <p:cNvSpPr txBox="1"/>
          <p:nvPr/>
        </p:nvSpPr>
        <p:spPr>
          <a:xfrm>
            <a:off x="2139847" y="4540375"/>
            <a:ext cx="502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1050300" y="4522582"/>
            <a:ext cx="4347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1" name="Google Shape;491;p23"/>
          <p:cNvSpPr/>
          <p:nvPr/>
        </p:nvSpPr>
        <p:spPr>
          <a:xfrm>
            <a:off x="2642651" y="4522075"/>
            <a:ext cx="5661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2" name="Google Shape;492;p23"/>
          <p:cNvSpPr/>
          <p:nvPr/>
        </p:nvSpPr>
        <p:spPr>
          <a:xfrm>
            <a:off x="3805288" y="4509307"/>
            <a:ext cx="1358400" cy="3738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93" name="Google Shape;493;p23"/>
          <p:cNvSpPr txBox="1"/>
          <p:nvPr/>
        </p:nvSpPr>
        <p:spPr>
          <a:xfrm>
            <a:off x="5185537" y="4527625"/>
            <a:ext cx="502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4" name="Google Shape;494;p23"/>
          <p:cNvSpPr txBox="1"/>
          <p:nvPr/>
        </p:nvSpPr>
        <p:spPr>
          <a:xfrm>
            <a:off x="1062819" y="4518382"/>
            <a:ext cx="434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5" name="Google Shape;495;p23"/>
          <p:cNvSpPr txBox="1"/>
          <p:nvPr/>
        </p:nvSpPr>
        <p:spPr>
          <a:xfrm>
            <a:off x="2642646" y="4517875"/>
            <a:ext cx="566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6" name="Google Shape;496;p23"/>
          <p:cNvSpPr txBox="1"/>
          <p:nvPr/>
        </p:nvSpPr>
        <p:spPr>
          <a:xfrm>
            <a:off x="3805295" y="4505107"/>
            <a:ext cx="1358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113 000 000 000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7" name="Google Shape;497;p23"/>
          <p:cNvSpPr txBox="1"/>
          <p:nvPr/>
        </p:nvSpPr>
        <p:spPr>
          <a:xfrm>
            <a:off x="3803000" y="4819351"/>
            <a:ext cx="1358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(that is 9 zeros)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468000" y="6031800"/>
            <a:ext cx="6624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Write down all the possible units of measure that could go in the blanks to make the descriptions underneath 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494877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0" name="Google Shape;500;p23"/>
          <p:cNvSpPr txBox="1"/>
          <p:nvPr/>
        </p:nvSpPr>
        <p:spPr>
          <a:xfrm>
            <a:off x="492582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1" name="Google Shape;501;p23"/>
          <p:cNvSpPr/>
          <p:nvPr/>
        </p:nvSpPr>
        <p:spPr>
          <a:xfrm>
            <a:off x="2146702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3"/>
          <p:cNvSpPr txBox="1"/>
          <p:nvPr/>
        </p:nvSpPr>
        <p:spPr>
          <a:xfrm>
            <a:off x="2144406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Longer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3" name="Google Shape;503;p23"/>
          <p:cNvSpPr txBox="1"/>
          <p:nvPr/>
        </p:nvSpPr>
        <p:spPr>
          <a:xfrm>
            <a:off x="492582" y="8028269"/>
            <a:ext cx="1175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24 400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4" name="Google Shape;504;p23"/>
          <p:cNvCxnSpPr>
            <a:stCxn id="503" idx="3"/>
          </p:cNvCxnSpPr>
          <p:nvPr/>
        </p:nvCxnSpPr>
        <p:spPr>
          <a:xfrm>
            <a:off x="1667982" y="8190269"/>
            <a:ext cx="4764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23"/>
          <p:cNvSpPr/>
          <p:nvPr/>
        </p:nvSpPr>
        <p:spPr>
          <a:xfrm>
            <a:off x="2687632" y="8040098"/>
            <a:ext cx="587100" cy="3003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6" name="Google Shape;506;p23"/>
          <p:cNvSpPr/>
          <p:nvPr/>
        </p:nvSpPr>
        <p:spPr>
          <a:xfrm flipH="1">
            <a:off x="5716356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7" name="Google Shape;507;p23"/>
          <p:cNvSpPr txBox="1"/>
          <p:nvPr/>
        </p:nvSpPr>
        <p:spPr>
          <a:xfrm flipH="1">
            <a:off x="5718652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Taller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3"/>
          <p:cNvSpPr/>
          <p:nvPr/>
        </p:nvSpPr>
        <p:spPr>
          <a:xfrm flipH="1">
            <a:off x="4064532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3"/>
          <p:cNvSpPr txBox="1"/>
          <p:nvPr/>
        </p:nvSpPr>
        <p:spPr>
          <a:xfrm flipH="1">
            <a:off x="4066827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 flipH="1">
            <a:off x="5718652" y="8028269"/>
            <a:ext cx="1175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0.0017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1" name="Google Shape;511;p23"/>
          <p:cNvCxnSpPr>
            <a:stCxn id="510" idx="3"/>
          </p:cNvCxnSpPr>
          <p:nvPr/>
        </p:nvCxnSpPr>
        <p:spPr>
          <a:xfrm rot="10800000">
            <a:off x="5242252" y="8190269"/>
            <a:ext cx="4764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23"/>
          <p:cNvSpPr txBox="1"/>
          <p:nvPr/>
        </p:nvSpPr>
        <p:spPr>
          <a:xfrm flipH="1">
            <a:off x="4150119" y="8028261"/>
            <a:ext cx="1004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16.5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3"/>
          <p:cNvSpPr/>
          <p:nvPr/>
        </p:nvSpPr>
        <p:spPr>
          <a:xfrm flipH="1">
            <a:off x="4602430" y="8040098"/>
            <a:ext cx="587100" cy="3003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14" name="Google Shape;514;p23"/>
          <p:cNvSpPr txBox="1"/>
          <p:nvPr/>
        </p:nvSpPr>
        <p:spPr>
          <a:xfrm>
            <a:off x="2352819" y="8028261"/>
            <a:ext cx="883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225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3"/>
          <p:cNvSpPr txBox="1"/>
          <p:nvPr/>
        </p:nvSpPr>
        <p:spPr>
          <a:xfrm>
            <a:off x="5516118" y="7693741"/>
            <a:ext cx="1575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height of 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3"/>
          <p:cNvSpPr txBox="1"/>
          <p:nvPr/>
        </p:nvSpPr>
        <p:spPr>
          <a:xfrm>
            <a:off x="468000" y="7461500"/>
            <a:ext cx="1202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of Tower Bridge, London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3"/>
          <p:cNvSpPr txBox="1"/>
          <p:nvPr/>
        </p:nvSpPr>
        <p:spPr>
          <a:xfrm>
            <a:off x="2687623" y="8064037"/>
            <a:ext cx="587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8" name="Google Shape;518;p23"/>
          <p:cNvSpPr txBox="1"/>
          <p:nvPr/>
        </p:nvSpPr>
        <p:spPr>
          <a:xfrm>
            <a:off x="775575" y="8600847"/>
            <a:ext cx="587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244 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19" name="Google Shape;519;p23"/>
          <p:cNvSpPr txBox="1"/>
          <p:nvPr/>
        </p:nvSpPr>
        <p:spPr>
          <a:xfrm>
            <a:off x="5718747" y="8606728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1.7 m = 170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0" name="Google Shape;520;p23"/>
          <p:cNvSpPr txBox="1"/>
          <p:nvPr/>
        </p:nvSpPr>
        <p:spPr>
          <a:xfrm>
            <a:off x="4602526" y="8058341"/>
            <a:ext cx="587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521" name="Google Shape;5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500" y="6643424"/>
            <a:ext cx="1202099" cy="80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6713" y="6217382"/>
            <a:ext cx="434700" cy="146176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524" name="Google Shape;524;p23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