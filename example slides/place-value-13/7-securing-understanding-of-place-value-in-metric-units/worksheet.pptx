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95D8EC-C6DC-49E2-86E2-D48CAA9A4D73}">
  <a:tblStyle styleId="{6395D8EC-C6DC-49E2-86E2-D48CAA9A4D7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8416fd5004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8416fd50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-4028250" y="5702575"/>
            <a:ext cx="9131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-4028250" y="5702575"/>
            <a:ext cx="9131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8"/>
          <p:cNvSpPr txBox="1"/>
          <p:nvPr>
            <p:ph idx="1" type="subTitle"/>
          </p:nvPr>
        </p:nvSpPr>
        <p:spPr>
          <a:xfrm rot="-5400000">
            <a:off x="5502263" y="5467588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502263" y="5467588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Relationship Id="rId10" Type="http://schemas.openxmlformats.org/officeDocument/2006/relationships/image" Target="../media/image10.png"/><Relationship Id="rId9" Type="http://schemas.openxmlformats.org/officeDocument/2006/relationships/image" Target="../media/image12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13.png"/><Relationship Id="rId8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/>
        </p:nvSpPr>
        <p:spPr>
          <a:xfrm>
            <a:off x="467875" y="7178900"/>
            <a:ext cx="66240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Match the objects with all the possible measures.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5753489" y="8089638"/>
            <a:ext cx="9564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6300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5753489" y="7242651"/>
            <a:ext cx="9954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0.0063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5753489" y="8654284"/>
            <a:ext cx="10176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0.63 litres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5753489" y="8936607"/>
            <a:ext cx="13317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 63 000 litres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Convert metric measures using place value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Securing understanding of place value in metric units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68000" y="3315650"/>
            <a:ext cx="36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Convert 425 ml into litres.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7" name="Google Shape;167;p20"/>
          <p:cNvGraphicFramePr/>
          <p:nvPr/>
        </p:nvGraphicFramePr>
        <p:xfrm>
          <a:off x="1590075" y="35680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{6395D8EC-C6DC-49E2-86E2-D48CAA9A4D73}</a:tableStyleId>
              </a:tblPr>
              <a:tblGrid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litres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8" name="Google Shape;168;p20"/>
          <p:cNvSpPr/>
          <p:nvPr/>
        </p:nvSpPr>
        <p:spPr>
          <a:xfrm>
            <a:off x="4108988" y="3645842"/>
            <a:ext cx="464100" cy="208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9" name="Google Shape;169;p20"/>
          <p:cNvSpPr txBox="1"/>
          <p:nvPr/>
        </p:nvSpPr>
        <p:spPr>
          <a:xfrm>
            <a:off x="468000" y="1633950"/>
            <a:ext cx="1944000" cy="12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Convert 7 km into: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metres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centimetres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millimetres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0" name="Google Shape;170;p20"/>
          <p:cNvGraphicFramePr/>
          <p:nvPr/>
        </p:nvGraphicFramePr>
        <p:xfrm>
          <a:off x="2590429" y="20223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{6395D8EC-C6DC-49E2-86E2-D48CAA9A4D73}</a:tableStyleId>
              </a:tblPr>
              <a:tblGrid>
                <a:gridCol w="500175"/>
                <a:gridCol w="500175"/>
                <a:gridCol w="500175"/>
                <a:gridCol w="468250"/>
                <a:gridCol w="550125"/>
                <a:gridCol w="482150"/>
                <a:gridCol w="500175"/>
                <a:gridCol w="500175"/>
                <a:gridCol w="500175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metres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milli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000000"/>
                        </a:solidFill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1" name="Google Shape;171;p20"/>
          <p:cNvSpPr/>
          <p:nvPr/>
        </p:nvSpPr>
        <p:spPr>
          <a:xfrm>
            <a:off x="4573575" y="2110100"/>
            <a:ext cx="521100" cy="208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5829348"/>
            <a:ext cx="36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What is the capacity of this teapot in ml?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3" name="Google Shape;173;p20"/>
          <p:cNvGraphicFramePr/>
          <p:nvPr/>
        </p:nvGraphicFramePr>
        <p:xfrm>
          <a:off x="1590075" y="60817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{6395D8EC-C6DC-49E2-86E2-D48CAA9A4D73}</a:tableStyleId>
              </a:tblPr>
              <a:tblGrid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</a:tblGrid>
              <a:tr h="3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20"/>
          <p:cNvSpPr/>
          <p:nvPr/>
        </p:nvSpPr>
        <p:spPr>
          <a:xfrm>
            <a:off x="4108988" y="6167823"/>
            <a:ext cx="464100" cy="208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5" name="Google Shape;175;p20"/>
          <p:cNvSpPr txBox="1"/>
          <p:nvPr/>
        </p:nvSpPr>
        <p:spPr>
          <a:xfrm>
            <a:off x="468010" y="6707345"/>
            <a:ext cx="9150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1.15 litres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075" y="6131469"/>
            <a:ext cx="796861" cy="52722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2438342" y="8679910"/>
            <a:ext cx="13317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capacity of a jug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630 ml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84287" y="9559415"/>
            <a:ext cx="23487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distance a motorcycle travels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6 300 000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644503" y="8391489"/>
            <a:ext cx="12012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mass of a drum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6.3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563" y="7612001"/>
            <a:ext cx="843218" cy="78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3813" y="7846346"/>
            <a:ext cx="600873" cy="846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17340" y="8961562"/>
            <a:ext cx="1082522" cy="58619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753500" y="7524978"/>
            <a:ext cx="8151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630 km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753500" y="7807306"/>
            <a:ext cx="8151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6.3 litres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753500" y="9218944"/>
            <a:ext cx="8151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 630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5753500" y="8371961"/>
            <a:ext cx="8151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6.3 km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5753500" y="9501271"/>
            <a:ext cx="8151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6300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cxnSp>
        <p:nvCxnSpPr>
          <p:cNvPr id="189" name="Google Shape;189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20"/>
          <p:cNvSpPr txBox="1"/>
          <p:nvPr/>
        </p:nvSpPr>
        <p:spPr>
          <a:xfrm>
            <a:off x="468000" y="4564495"/>
            <a:ext cx="367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What is the mass of this pear in kilograms?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1" name="Google Shape;191;p20"/>
          <p:cNvGraphicFramePr/>
          <p:nvPr/>
        </p:nvGraphicFramePr>
        <p:xfrm>
          <a:off x="1590075" y="48168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{6395D8EC-C6DC-49E2-86E2-D48CAA9A4D73}</a:tableStyleId>
              </a:tblPr>
              <a:tblGrid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  <a:gridCol w="500175"/>
              </a:tblGrid>
              <a:tr h="369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CCCCCC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0" marL="0" anchor="ctr">
                    <a:lnL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87878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20"/>
          <p:cNvSpPr/>
          <p:nvPr/>
        </p:nvSpPr>
        <p:spPr>
          <a:xfrm>
            <a:off x="4108988" y="4894687"/>
            <a:ext cx="464100" cy="208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193" name="Google Shape;193;p20"/>
          <p:cNvPicPr preferRelativeResize="0"/>
          <p:nvPr/>
        </p:nvPicPr>
        <p:blipFill rotWithShape="1">
          <a:blip r:embed="rId7">
            <a:alphaModFix/>
          </a:blip>
          <a:srcRect b="0" l="0" r="73500" t="47881"/>
          <a:stretch/>
        </p:blipFill>
        <p:spPr>
          <a:xfrm>
            <a:off x="750416" y="4849592"/>
            <a:ext cx="350222" cy="56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468002" y="5376156"/>
            <a:ext cx="9150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163 g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7506" y="3821790"/>
            <a:ext cx="553366" cy="93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4870" y="3617249"/>
            <a:ext cx="686057" cy="115692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Use conversion to compare different measures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74750" y="360000"/>
            <a:ext cx="478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Securing understanding of place value in metric units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68011" y="1944608"/>
            <a:ext cx="640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1451380" y="1944605"/>
            <a:ext cx="812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1009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2607250" y="1944605"/>
            <a:ext cx="815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1.06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68000" y="970750"/>
            <a:ext cx="2952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these cats is the longest?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8" name="Google Shape;2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2110" y="1316457"/>
            <a:ext cx="541494" cy="564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79660" y="1266600"/>
            <a:ext cx="703876" cy="66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7988" y="1359586"/>
            <a:ext cx="778065" cy="53941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4140000" y="970750"/>
            <a:ext cx="2952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Which of these dogs has a greater mass?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2" name="Google Shape;21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45726" y="1342399"/>
            <a:ext cx="830467" cy="66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36550" y="1373269"/>
            <a:ext cx="707790" cy="60235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4470361" y="1969510"/>
            <a:ext cx="640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6500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5840873" y="1969510"/>
            <a:ext cx="640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68000" y="3387075"/>
            <a:ext cx="1847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The 1.3 litre bottle has a larger capacity. What number could go onto the smaller bottle?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4140000" y="3387075"/>
            <a:ext cx="1944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A different car has a greater mass than this car.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8" name="Google Shape;21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01913" y="3381877"/>
            <a:ext cx="830475" cy="44195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6201913" y="3811734"/>
            <a:ext cx="8304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2300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140000" y="4088153"/>
            <a:ext cx="2952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Write down a possible mass for this other car in grams.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2398506" y="4209910"/>
            <a:ext cx="449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3033700" y="4485286"/>
            <a:ext cx="322500" cy="1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ml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3084094" y="4351464"/>
            <a:ext cx="221700" cy="133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4" name="Google Shape;224;p21"/>
          <p:cNvGrpSpPr/>
          <p:nvPr/>
        </p:nvGrpSpPr>
        <p:grpSpPr>
          <a:xfrm>
            <a:off x="638324" y="5730254"/>
            <a:ext cx="6283146" cy="373487"/>
            <a:chOff x="409825" y="1605025"/>
            <a:chExt cx="7691450" cy="457200"/>
          </a:xfrm>
        </p:grpSpPr>
        <p:grpSp>
          <p:nvGrpSpPr>
            <p:cNvPr id="225" name="Google Shape;225;p21"/>
            <p:cNvGrpSpPr/>
            <p:nvPr/>
          </p:nvGrpSpPr>
          <p:grpSpPr>
            <a:xfrm>
              <a:off x="409825" y="1605025"/>
              <a:ext cx="457200" cy="457200"/>
              <a:chOff x="1020916" y="1442088"/>
              <a:chExt cx="457200" cy="457200"/>
            </a:xfrm>
          </p:grpSpPr>
          <p:pic>
            <p:nvPicPr>
              <p:cNvPr id="226" name="Google Shape;226;p2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7" name="Google Shape;227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a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28" name="Google Shape;228;p21"/>
            <p:cNvGrpSpPr/>
            <p:nvPr/>
          </p:nvGrpSpPr>
          <p:grpSpPr>
            <a:xfrm>
              <a:off x="1856675" y="1605025"/>
              <a:ext cx="457200" cy="457200"/>
              <a:chOff x="1020916" y="1442088"/>
              <a:chExt cx="457200" cy="457200"/>
            </a:xfrm>
          </p:grpSpPr>
          <p:pic>
            <p:nvPicPr>
              <p:cNvPr id="229" name="Google Shape;229;p2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0" name="Google Shape;230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b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31" name="Google Shape;231;p21"/>
            <p:cNvGrpSpPr/>
            <p:nvPr/>
          </p:nvGrpSpPr>
          <p:grpSpPr>
            <a:xfrm>
              <a:off x="3303525" y="1605025"/>
              <a:ext cx="457200" cy="457200"/>
              <a:chOff x="1020916" y="1442088"/>
              <a:chExt cx="457200" cy="457200"/>
            </a:xfrm>
          </p:grpSpPr>
          <p:pic>
            <p:nvPicPr>
              <p:cNvPr id="232" name="Google Shape;232;p2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3" name="Google Shape;233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c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34" name="Google Shape;234;p21"/>
            <p:cNvGrpSpPr/>
            <p:nvPr/>
          </p:nvGrpSpPr>
          <p:grpSpPr>
            <a:xfrm>
              <a:off x="4750375" y="1605025"/>
              <a:ext cx="457200" cy="457200"/>
              <a:chOff x="1020916" y="1442088"/>
              <a:chExt cx="457200" cy="457200"/>
            </a:xfrm>
          </p:grpSpPr>
          <p:pic>
            <p:nvPicPr>
              <p:cNvPr id="235" name="Google Shape;235;p2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6" name="Google Shape;236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d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37" name="Google Shape;237;p21"/>
            <p:cNvGrpSpPr/>
            <p:nvPr/>
          </p:nvGrpSpPr>
          <p:grpSpPr>
            <a:xfrm>
              <a:off x="6197225" y="1605025"/>
              <a:ext cx="457200" cy="457200"/>
              <a:chOff x="1020916" y="1442088"/>
              <a:chExt cx="457200" cy="457200"/>
            </a:xfrm>
          </p:grpSpPr>
          <p:pic>
            <p:nvPicPr>
              <p:cNvPr id="238" name="Google Shape;238;p2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9" name="Google Shape;239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e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40" name="Google Shape;240;p21"/>
            <p:cNvGrpSpPr/>
            <p:nvPr/>
          </p:nvGrpSpPr>
          <p:grpSpPr>
            <a:xfrm>
              <a:off x="7644075" y="1605025"/>
              <a:ext cx="457200" cy="457200"/>
              <a:chOff x="1020916" y="1442088"/>
              <a:chExt cx="457200" cy="457200"/>
            </a:xfrm>
          </p:grpSpPr>
          <p:pic>
            <p:nvPicPr>
              <p:cNvPr id="241" name="Google Shape;241;p21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020916" y="1442088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2" name="Google Shape;242;p21"/>
              <p:cNvSpPr txBox="1"/>
              <p:nvPr/>
            </p:nvSpPr>
            <p:spPr>
              <a:xfrm>
                <a:off x="1045528" y="1526400"/>
                <a:ext cx="4080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rPr>
                  <a:t>f</a:t>
                </a:r>
                <a:endParaRPr b="1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43" name="Google Shape;243;p21"/>
          <p:cNvSpPr txBox="1"/>
          <p:nvPr/>
        </p:nvSpPr>
        <p:spPr>
          <a:xfrm>
            <a:off x="3905326" y="6138662"/>
            <a:ext cx="9225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515135" y="6138664"/>
            <a:ext cx="6624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1.8 km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1558467" y="6138662"/>
            <a:ext cx="9225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7500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5208952" y="6138664"/>
            <a:ext cx="6624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2862043" y="6138664"/>
            <a:ext cx="6624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6382406" y="6138664"/>
            <a:ext cx="6624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468000" y="5507312"/>
            <a:ext cx="66240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Place these distances in order of size, smallest first.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468000" y="7657587"/>
            <a:ext cx="66240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6) Fill in each blank with any number that makes the descriptions underneath correct.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774448" y="7892815"/>
            <a:ext cx="843900" cy="44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1960420" y="7892815"/>
            <a:ext cx="843900" cy="44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1999767" y="7980967"/>
            <a:ext cx="504000" cy="272400"/>
          </a:xfrm>
          <a:prstGeom prst="roundRect">
            <a:avLst>
              <a:gd fmla="val 0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1958772" y="7968700"/>
            <a:ext cx="8439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772800" y="7968700"/>
            <a:ext cx="8439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900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6" name="Google Shape;256;p21"/>
          <p:cNvCxnSpPr>
            <a:stCxn id="255" idx="3"/>
          </p:cNvCxnSpPr>
          <p:nvPr/>
        </p:nvCxnSpPr>
        <p:spPr>
          <a:xfrm>
            <a:off x="1616700" y="8115850"/>
            <a:ext cx="342300" cy="0"/>
          </a:xfrm>
          <a:prstGeom prst="straightConnector1">
            <a:avLst/>
          </a:prstGeom>
          <a:noFill/>
          <a:ln cap="flat" cmpd="sng" w="38100">
            <a:solidFill>
              <a:srgbClr val="8787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21"/>
          <p:cNvSpPr txBox="1"/>
          <p:nvPr/>
        </p:nvSpPr>
        <p:spPr>
          <a:xfrm>
            <a:off x="772800" y="8337490"/>
            <a:ext cx="843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lighter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1958772" y="8337490"/>
            <a:ext cx="843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heavier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/>
          <p:nvPr/>
        </p:nvSpPr>
        <p:spPr>
          <a:xfrm flipH="1">
            <a:off x="5894352" y="7892815"/>
            <a:ext cx="843900" cy="44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"/>
          <p:cNvSpPr/>
          <p:nvPr/>
        </p:nvSpPr>
        <p:spPr>
          <a:xfrm flipH="1">
            <a:off x="4708380" y="7892815"/>
            <a:ext cx="843900" cy="44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1"/>
          <p:cNvSpPr/>
          <p:nvPr/>
        </p:nvSpPr>
        <p:spPr>
          <a:xfrm flipH="1">
            <a:off x="4748731" y="7980967"/>
            <a:ext cx="504000" cy="272400"/>
          </a:xfrm>
          <a:prstGeom prst="roundRect">
            <a:avLst>
              <a:gd fmla="val 0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 flipH="1">
            <a:off x="4710028" y="7968700"/>
            <a:ext cx="8439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 flipH="1">
            <a:off x="5896000" y="7968700"/>
            <a:ext cx="8439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18 500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4" name="Google Shape;264;p21"/>
          <p:cNvCxnSpPr>
            <a:stCxn id="263" idx="3"/>
          </p:cNvCxnSpPr>
          <p:nvPr/>
        </p:nvCxnSpPr>
        <p:spPr>
          <a:xfrm rot="10800000">
            <a:off x="5553700" y="8115850"/>
            <a:ext cx="342300" cy="0"/>
          </a:xfrm>
          <a:prstGeom prst="straightConnector1">
            <a:avLst/>
          </a:prstGeom>
          <a:noFill/>
          <a:ln cap="flat" cmpd="sng" w="38100">
            <a:solidFill>
              <a:srgbClr val="8787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21"/>
          <p:cNvSpPr txBox="1"/>
          <p:nvPr/>
        </p:nvSpPr>
        <p:spPr>
          <a:xfrm>
            <a:off x="4710130" y="8337490"/>
            <a:ext cx="843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lighter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5896102" y="8337490"/>
            <a:ext cx="843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heavier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/>
          <p:nvPr/>
        </p:nvSpPr>
        <p:spPr>
          <a:xfrm>
            <a:off x="2766766" y="8879920"/>
            <a:ext cx="843900" cy="44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2765118" y="8955805"/>
            <a:ext cx="8439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7.5 litres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9" name="Google Shape;269;p21"/>
          <p:cNvCxnSpPr>
            <a:stCxn id="268" idx="3"/>
          </p:cNvCxnSpPr>
          <p:nvPr/>
        </p:nvCxnSpPr>
        <p:spPr>
          <a:xfrm>
            <a:off x="3609018" y="9102955"/>
            <a:ext cx="342300" cy="0"/>
          </a:xfrm>
          <a:prstGeom prst="straightConnector1">
            <a:avLst/>
          </a:prstGeom>
          <a:noFill/>
          <a:ln cap="flat" cmpd="sng" w="38100">
            <a:solidFill>
              <a:srgbClr val="8787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1"/>
          <p:cNvSpPr/>
          <p:nvPr/>
        </p:nvSpPr>
        <p:spPr>
          <a:xfrm>
            <a:off x="3952739" y="8879920"/>
            <a:ext cx="843900" cy="44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3951091" y="8955805"/>
            <a:ext cx="8439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ml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3992086" y="8968072"/>
            <a:ext cx="504000" cy="272400"/>
          </a:xfrm>
          <a:prstGeom prst="roundRect">
            <a:avLst>
              <a:gd fmla="val 0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2765118" y="9324595"/>
            <a:ext cx="843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smaller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3951091" y="9324595"/>
            <a:ext cx="8439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larger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5" name="Google Shape;275;p21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486809" y="360000"/>
            <a:ext cx="4782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Securing understanding of place value in metric units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1581598" y="2003358"/>
            <a:ext cx="7248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14.57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4461375" y="2613026"/>
            <a:ext cx="8913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18 200 cl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>
            <a:off x="5148000" y="1115525"/>
            <a:ext cx="19440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capacity of this bathtub when full is      182 000 ml.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468000" y="1115525"/>
            <a:ext cx="19440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mass of the bike below is 14 570 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 values below also represents this bike?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467998" y="2003350"/>
            <a:ext cx="7248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1.457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4461375" y="2250232"/>
            <a:ext cx="8913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18 200 litres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2"/>
          <p:cNvSpPr txBox="1"/>
          <p:nvPr/>
        </p:nvSpPr>
        <p:spPr>
          <a:xfrm>
            <a:off x="2695198" y="2003351"/>
            <a:ext cx="7248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145.7 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2"/>
          <p:cNvSpPr txBox="1"/>
          <p:nvPr/>
        </p:nvSpPr>
        <p:spPr>
          <a:xfrm>
            <a:off x="4444788" y="2975820"/>
            <a:ext cx="8913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182 litres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5940650" y="2247426"/>
            <a:ext cx="8913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182 cl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2"/>
          <p:cNvSpPr txBox="1"/>
          <p:nvPr/>
        </p:nvSpPr>
        <p:spPr>
          <a:xfrm>
            <a:off x="5935550" y="2613034"/>
            <a:ext cx="8913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18.2 litres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2" name="Google Shape;29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6975" y="1168800"/>
            <a:ext cx="983024" cy="741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8800" y="1171300"/>
            <a:ext cx="724799" cy="54336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2"/>
          <p:cNvSpPr txBox="1"/>
          <p:nvPr/>
        </p:nvSpPr>
        <p:spPr>
          <a:xfrm>
            <a:off x="4140000" y="1733935"/>
            <a:ext cx="29520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Which of the values below also represents the bathtub?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468000" y="3880200"/>
            <a:ext cx="6624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This ship is 0.29 km long and has a mass of 113 000 000 kg.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Fill in the blanks below with the correct numbers and metric units.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 Check if conversions of real examples are sensible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7" name="Google Shape;297;p22"/>
          <p:cNvPicPr preferRelativeResize="0"/>
          <p:nvPr/>
        </p:nvPicPr>
        <p:blipFill rotWithShape="1">
          <a:blip r:embed="rId5">
            <a:alphaModFix/>
          </a:blip>
          <a:srcRect b="16498" l="0" r="0" t="16491"/>
          <a:stretch/>
        </p:blipFill>
        <p:spPr>
          <a:xfrm>
            <a:off x="5452250" y="3761000"/>
            <a:ext cx="1639750" cy="8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2"/>
          <p:cNvSpPr txBox="1"/>
          <p:nvPr/>
        </p:nvSpPr>
        <p:spPr>
          <a:xfrm>
            <a:off x="772800" y="4617082"/>
            <a:ext cx="277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290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2139847" y="4616575"/>
            <a:ext cx="502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29 000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1050300" y="4598782"/>
            <a:ext cx="434700" cy="373800"/>
          </a:xfrm>
          <a:prstGeom prst="rect">
            <a:avLst/>
          </a:prstGeom>
          <a:noFill/>
          <a:ln cap="flat" cmpd="sng" w="38100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1" name="Google Shape;301;p22"/>
          <p:cNvSpPr/>
          <p:nvPr/>
        </p:nvSpPr>
        <p:spPr>
          <a:xfrm>
            <a:off x="2642651" y="4598275"/>
            <a:ext cx="566100" cy="373800"/>
          </a:xfrm>
          <a:prstGeom prst="rect">
            <a:avLst/>
          </a:prstGeom>
          <a:noFill/>
          <a:ln cap="flat" cmpd="sng" w="38100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2" name="Google Shape;302;p22"/>
          <p:cNvSpPr/>
          <p:nvPr/>
        </p:nvSpPr>
        <p:spPr>
          <a:xfrm>
            <a:off x="3805288" y="4585507"/>
            <a:ext cx="1358400" cy="373800"/>
          </a:xfrm>
          <a:prstGeom prst="rect">
            <a:avLst/>
          </a:prstGeom>
          <a:noFill/>
          <a:ln cap="flat" cmpd="sng" w="38100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3" name="Google Shape;303;p22"/>
          <p:cNvSpPr txBox="1"/>
          <p:nvPr/>
        </p:nvSpPr>
        <p:spPr>
          <a:xfrm>
            <a:off x="5185537" y="4603825"/>
            <a:ext cx="502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468000" y="6031800"/>
            <a:ext cx="6624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Write down all the possible units of measure that could go in the blanks to make the descriptions underneath correct.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494877" y="7944683"/>
            <a:ext cx="1175400" cy="49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6" name="Google Shape;306;p22"/>
          <p:cNvSpPr txBox="1"/>
          <p:nvPr/>
        </p:nvSpPr>
        <p:spPr>
          <a:xfrm>
            <a:off x="492582" y="8434485"/>
            <a:ext cx="1175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Shorter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2146702" y="7944683"/>
            <a:ext cx="1175400" cy="49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2144406" y="8434485"/>
            <a:ext cx="1175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Longer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492582" y="8028269"/>
            <a:ext cx="1175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24 400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0" name="Google Shape;310;p22"/>
          <p:cNvCxnSpPr>
            <a:stCxn id="309" idx="3"/>
          </p:cNvCxnSpPr>
          <p:nvPr/>
        </p:nvCxnSpPr>
        <p:spPr>
          <a:xfrm>
            <a:off x="1667982" y="8190269"/>
            <a:ext cx="476400" cy="0"/>
          </a:xfrm>
          <a:prstGeom prst="straightConnector1">
            <a:avLst/>
          </a:prstGeom>
          <a:noFill/>
          <a:ln cap="flat" cmpd="sng" w="38100">
            <a:solidFill>
              <a:srgbClr val="8787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p22"/>
          <p:cNvSpPr/>
          <p:nvPr/>
        </p:nvSpPr>
        <p:spPr>
          <a:xfrm>
            <a:off x="2687632" y="8040098"/>
            <a:ext cx="587100" cy="300300"/>
          </a:xfrm>
          <a:prstGeom prst="roundRect">
            <a:avLst>
              <a:gd fmla="val 0" name="adj"/>
            </a:avLst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2" name="Google Shape;312;p22"/>
          <p:cNvSpPr/>
          <p:nvPr/>
        </p:nvSpPr>
        <p:spPr>
          <a:xfrm flipH="1">
            <a:off x="5716356" y="7944683"/>
            <a:ext cx="1175400" cy="49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3" name="Google Shape;313;p22"/>
          <p:cNvSpPr txBox="1"/>
          <p:nvPr/>
        </p:nvSpPr>
        <p:spPr>
          <a:xfrm flipH="1">
            <a:off x="5718652" y="8434485"/>
            <a:ext cx="1175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Taller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2"/>
          <p:cNvSpPr/>
          <p:nvPr/>
        </p:nvSpPr>
        <p:spPr>
          <a:xfrm flipH="1">
            <a:off x="4064532" y="7944683"/>
            <a:ext cx="1175400" cy="49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2"/>
          <p:cNvSpPr txBox="1"/>
          <p:nvPr/>
        </p:nvSpPr>
        <p:spPr>
          <a:xfrm flipH="1">
            <a:off x="4066827" y="8434485"/>
            <a:ext cx="11754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Shorter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 flipH="1">
            <a:off x="5718652" y="8028269"/>
            <a:ext cx="1175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0.0017 km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7" name="Google Shape;317;p22"/>
          <p:cNvCxnSpPr>
            <a:stCxn id="316" idx="3"/>
          </p:cNvCxnSpPr>
          <p:nvPr/>
        </p:nvCxnSpPr>
        <p:spPr>
          <a:xfrm rot="10800000">
            <a:off x="5242252" y="8190269"/>
            <a:ext cx="476400" cy="0"/>
          </a:xfrm>
          <a:prstGeom prst="straightConnector1">
            <a:avLst/>
          </a:prstGeom>
          <a:noFill/>
          <a:ln cap="flat" cmpd="sng" w="38100">
            <a:solidFill>
              <a:srgbClr val="87878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22"/>
          <p:cNvSpPr txBox="1"/>
          <p:nvPr/>
        </p:nvSpPr>
        <p:spPr>
          <a:xfrm flipH="1">
            <a:off x="4150119" y="8028261"/>
            <a:ext cx="1004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16.5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2"/>
          <p:cNvSpPr/>
          <p:nvPr/>
        </p:nvSpPr>
        <p:spPr>
          <a:xfrm flipH="1">
            <a:off x="4602430" y="8040098"/>
            <a:ext cx="587100" cy="300300"/>
          </a:xfrm>
          <a:prstGeom prst="roundRect">
            <a:avLst>
              <a:gd fmla="val 0" name="adj"/>
            </a:avLst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0" name="Google Shape;320;p22"/>
          <p:cNvSpPr txBox="1"/>
          <p:nvPr/>
        </p:nvSpPr>
        <p:spPr>
          <a:xfrm>
            <a:off x="2352819" y="8028261"/>
            <a:ext cx="883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225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2"/>
          <p:cNvSpPr txBox="1"/>
          <p:nvPr/>
        </p:nvSpPr>
        <p:spPr>
          <a:xfrm>
            <a:off x="5516118" y="7693741"/>
            <a:ext cx="15759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height of Izzy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2"/>
          <p:cNvSpPr txBox="1"/>
          <p:nvPr/>
        </p:nvSpPr>
        <p:spPr>
          <a:xfrm>
            <a:off x="468000" y="7461500"/>
            <a:ext cx="12021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length of Tower Bridge, London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3" name="Google Shape;32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1500" y="6643424"/>
            <a:ext cx="1202099" cy="801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86713" y="6217382"/>
            <a:ext cx="434700" cy="146176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cxnSp>
        <p:nvCxnSpPr>
          <p:cNvPr id="326" name="Google Shape;326;p22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Worksheets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Worksheets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