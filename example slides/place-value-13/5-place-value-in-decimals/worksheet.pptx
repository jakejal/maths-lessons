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CB1D96-54B8-4C91-9FA9-938384459719}">
  <a:tblStyle styleId="{2DCB1D96-54B8-4C91-9FA9-9383844597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390625" y="1320800"/>
            <a:ext cx="69162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Exponential and fractional forms for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latin typeface="Lexend"/>
              <a:ea typeface="Lexend"/>
              <a:cs typeface="Lexend"/>
              <a:sym typeface="Lexend"/>
            </a:endParaRPr>
          </a:p>
          <a:p>
            <a:pPr indent="-185249" lvl="0" marL="269999" rtl="0" algn="l">
              <a:spcBef>
                <a:spcPts val="0"/>
              </a:spcBef>
              <a:spcAft>
                <a:spcPts val="0"/>
              </a:spcAft>
              <a:buSzPts val="1500"/>
              <a:buFont typeface="Lexend"/>
              <a:buAutoNum type="arabicParenR"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Fill in the gaps so that each column shows a different way of writing the same value.</a:t>
            </a:r>
            <a:endParaRPr sz="1500"/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498838" y="238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{2DCB1D96-54B8-4C91-9FA9-938384459719}</a:tableStyleId>
              </a:tblPr>
              <a:tblGrid>
                <a:gridCol w="1365950"/>
                <a:gridCol w="1295675"/>
                <a:gridCol w="1295675"/>
                <a:gridCol w="1295675"/>
                <a:gridCol w="1295675"/>
              </a:tblGrid>
              <a:tr h="6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fractional form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decimal form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exponent form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tenth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 hundredth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63" name="Google Shape;163;p20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199" y="2450475"/>
            <a:ext cx="387000" cy="493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01&quot;&gt;&lt;mn&gt;0.01&lt;/mn&gt;&lt;/math&gt;" id="164" name="Google Shape;164;p20" title="0.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676" y="3304225"/>
            <a:ext cx="387000" cy="162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65" name="Google Shape;165;p20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000" y="3766201"/>
            <a:ext cx="387005" cy="55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01\end{array}&quot;&gt;&lt;mtable columnalign=&quot;left&quot; columnspacing=&quot;1em&quot; rowspacing=&quot;4pt&quot;&gt;&lt;mtr&gt;&lt;mtd&gt;&lt;mn&gt;0.001&lt;/mn&gt;&lt;/mtd&gt;&lt;/mtr&gt;&lt;/mtable&gt;&lt;/math&gt;" id="166" name="Google Shape;166;p20" title="1 lines Line 1: 0.0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1212" y="3304226"/>
            <a:ext cx="491974" cy="16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67" name="Google Shape;167;p20" title="the fraction with numerator 1 and denominator 1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2975" y="2446375"/>
            <a:ext cx="695325" cy="50127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391800" y="5373938"/>
            <a:ext cx="691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2) Write the following in decimal form: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\times10^3\ +\ 3\times10^2+4+9\times\frac{1}{10}=&quot;&gt;&lt;mn&gt;2&lt;/mn&gt;&lt;mo&gt;×&lt;/mo&gt;&lt;msup&gt;&lt;mn&gt;10&lt;/mn&gt;&lt;mn&gt;3&lt;/mn&gt;&lt;/msup&gt;&lt;mtext&gt;&lt;/mtext&gt;&lt;mo&gt;+&lt;/mo&gt;&lt;mtext&gt;&lt;/mtext&gt;&lt;mn&gt;3&lt;/mn&gt;&lt;mo&gt;×&lt;/mo&gt;&lt;msup&gt;&lt;mn&gt;10&lt;/mn&gt;&lt;mn&gt;2&lt;/mn&gt;&lt;/msup&gt;&lt;mo&gt;+&lt;/mo&gt;&lt;mn&gt;4&lt;/mn&gt;&lt;mo&gt;+&lt;/mo&gt;&lt;mn&gt;9&lt;/mn&gt;&lt;mo&gt;×&lt;/mo&gt;&lt;mfrac&gt;&lt;mn&gt;1&lt;/mn&gt;&lt;mn&gt;10&lt;/mn&gt;&lt;/mfrac&gt;&lt;mo&gt;=&lt;/mo&gt;&lt;/math&gt;" id="169" name="Google Shape;169;p20" title="2 times 10 cubed plus 3 times 10 squared plus 4 plus 9 times one tenth equal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750" y="5802625"/>
            <a:ext cx="3388055" cy="49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times10^3\ +4+0.7\ +\ 0.02=&quot;&gt;&lt;mn&gt;8&lt;/mn&gt;&lt;mo&gt;×&lt;/mo&gt;&lt;msup&gt;&lt;mn&gt;10&lt;/mn&gt;&lt;mn&gt;3&lt;/mn&gt;&lt;/msup&gt;&lt;mtext&gt;&lt;/mtext&gt;&lt;mo&gt;+&lt;/mo&gt;&lt;mn&gt;4&lt;/mn&gt;&lt;mo&gt;+&lt;/mo&gt;&lt;mn&gt;0.7&lt;/mn&gt;&lt;mtext&gt;&lt;/mtext&gt;&lt;mo&gt;+&lt;/mo&gt;&lt;mtext&gt;&lt;/mtext&gt;&lt;mn&gt;0.02&lt;/mn&gt;&lt;mo&gt;=&lt;/mo&gt;&lt;/math&gt;" id="170" name="Google Shape;170;p20" title="8 times 10 cubed positive 4 plus 0.7 plus 0.02 equal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3750" y="6903275"/>
            <a:ext cx="2783290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10^3\ +\ 40+0.003\ +4\times\frac{1}{10}+6\times\frac{1}{10^3}=&quot;&gt;&lt;mn&gt;2&lt;/mn&gt;&lt;mo&gt;×&lt;/mo&gt;&lt;msup&gt;&lt;mn&gt;10&lt;/mn&gt;&lt;mn&gt;3&lt;/mn&gt;&lt;/msup&gt;&lt;mtext&gt;&lt;/mtext&gt;&lt;mo&gt;+&lt;/mo&gt;&lt;mtext&gt;&lt;/mtext&gt;&lt;mn&gt;40&lt;/mn&gt;&lt;mo&gt;+&lt;/mo&gt;&lt;mn&gt;0.003&lt;/mn&gt;&lt;mtext&gt;&lt;/mtext&gt;&lt;mo&gt;+&lt;/mo&gt;&lt;mn&gt;4&lt;/mn&gt;&lt;mo&gt;×&lt;/mo&gt;&lt;mfrac&gt;&lt;mn&gt;1&lt;/mn&gt;&lt;mn&gt;10&lt;/mn&gt;&lt;/mfrac&gt;&lt;mo&gt;+&lt;/mo&gt;&lt;mn&gt;6&lt;/mn&gt;&lt;mo&gt;×&lt;/mo&gt;&lt;mfrac&gt;&lt;mn&gt;1&lt;/mn&gt;&lt;msup&gt;&lt;mn&gt;10&lt;/mn&gt;&lt;mn&gt;3&lt;/mn&gt;&lt;/msup&gt;&lt;/mfrac&gt;&lt;mo&gt;=&lt;/mo&gt;&lt;/math&gt;" id="171" name="Google Shape;171;p20" title="2 times 10 cubed plus 40 plus 0.003 positive 4 times one tenth plus 6 times the fraction with numerator 1 and denominator 10 cubed equal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7388" y="8892200"/>
            <a:ext cx="4159225" cy="5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10^2\ +\ 6+0.8+7\times\frac{1}{10^3}=&quot;&gt;&lt;mn&gt;9&lt;/mn&gt;&lt;mo&gt;×&lt;/mo&gt;&lt;msup&gt;&lt;mn&gt;10&lt;/mn&gt;&lt;mn&gt;2&lt;/mn&gt;&lt;/msup&gt;&lt;mtext&gt;&lt;/mtext&gt;&lt;mo&gt;+&lt;/mo&gt;&lt;mtext&gt;&lt;/mtext&gt;&lt;mn&gt;6&lt;/mn&gt;&lt;mo&gt;+&lt;/mo&gt;&lt;mn&gt;0.8&lt;/mn&gt;&lt;mo&gt;+&lt;/mo&gt;&lt;mn&gt;7&lt;/mn&gt;&lt;mo&gt;×&lt;/mo&gt;&lt;mfrac&gt;&lt;mn&gt;1&lt;/mn&gt;&lt;msup&gt;&lt;mn&gt;10&lt;/mn&gt;&lt;mn&gt;3&lt;/mn&gt;&lt;/msup&gt;&lt;/mfrac&gt;&lt;mo&gt;=&lt;/mo&gt;&lt;/math&gt;" id="172" name="Google Shape;172;p20" title="9 times 10 squared plus 6 plus 0.8 plus 7 times the fraction with numerator 1 and denominator 10 cubed equal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750" y="7804975"/>
            <a:ext cx="3127194" cy="5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12075" y="5855075"/>
            <a:ext cx="651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700"/>
          </a:p>
        </p:txBody>
      </p:sp>
      <p:cxnSp>
        <p:nvCxnSpPr>
          <p:cNvPr id="174" name="Google Shape;174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decimals</a:t>
            </a:r>
            <a:endParaRPr/>
          </a:p>
        </p:txBody>
      </p:sp>
      <p:sp>
        <p:nvSpPr>
          <p:cNvPr id="181" name="Google Shape;18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Different representations of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Complete the charts to make the decimals.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020225" y="3792175"/>
            <a:ext cx="978000" cy="277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751.15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3230025" y="3792175"/>
            <a:ext cx="978000" cy="277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262.26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309575" y="3808675"/>
            <a:ext cx="955800" cy="244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93.191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97513" y="4042513"/>
            <a:ext cx="691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students have different numbers.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/>
          </a:p>
        </p:txBody>
      </p:sp>
      <p:grpSp>
        <p:nvGrpSpPr>
          <p:cNvPr id="188" name="Google Shape;188;p21"/>
          <p:cNvGrpSpPr/>
          <p:nvPr/>
        </p:nvGrpSpPr>
        <p:grpSpPr>
          <a:xfrm>
            <a:off x="419200" y="4505119"/>
            <a:ext cx="6681226" cy="1809559"/>
            <a:chOff x="466825" y="4733719"/>
            <a:chExt cx="6681226" cy="1809559"/>
          </a:xfrm>
        </p:grpSpPr>
        <p:pic>
          <p:nvPicPr>
            <p:cNvPr id="189" name="Google Shape;18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6825" y="4733719"/>
              <a:ext cx="4139626" cy="18095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6450" y="4733726"/>
              <a:ext cx="2541601" cy="1061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21"/>
          <p:cNvSpPr txBox="1"/>
          <p:nvPr/>
        </p:nvSpPr>
        <p:spPr>
          <a:xfrm>
            <a:off x="425525" y="6328525"/>
            <a:ext cx="66252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Insert all the digits 6, 5, 4 and 2 into Sofia’s place value chart to make: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 a decimal greater than Laura’s.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 a decimal less than Alex’s.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c) a decimal in between Alex’s number and Laura’s number.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Try to find more than one answer for each.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/>
          </a:p>
        </p:txBody>
      </p:sp>
      <p:cxnSp>
        <p:nvCxnSpPr>
          <p:cNvPr id="192" name="Google Shape;192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039" y="1594838"/>
            <a:ext cx="6466936" cy="2071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