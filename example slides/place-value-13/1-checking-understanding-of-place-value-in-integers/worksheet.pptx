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" name="Shape 166"/>
        <p:cNvGrpSpPr/>
        <p:nvPr/>
      </p:nvGrpSpPr>
      <p:grpSpPr>
        <a:xfrm>
          <a:off x="0" y="0"/>
          <a:ext cx="0" cy="0"/>
        </a:xfrm>
      </p:grpSpPr>
      <p:sp>
        <p:nvSpPr>
          <p:cNvPr id="167" name="Google Shape;16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73300"/>
            <a:ext cx="66240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Reviewing integer place value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58500"/>
            <a:ext cx="6367500" cy="19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Write down the value of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in each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2805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20 805 205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5 000 308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58 353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20 805 205 in words.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7900" y="4342003"/>
            <a:ext cx="58842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these using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digits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could use a place value chart to help.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Five hundred and sixteen thousand, two hundred and twelve.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Forty-two million, ninety-three thousand, seven hundred and one.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2950" y="6505650"/>
            <a:ext cx="5894100" cy="3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Give an example of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greater than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and is less than 2000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and has a 5 in the tens place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and contains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and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1" name="Google Shape;17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sp>
        <p:nvSpPr>
          <p:cNvPr id="172" name="Google Shape;17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000" y="1105200"/>
            <a:ext cx="6158100" cy="4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are some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cards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Use the digit cards to create: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a)  the largest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b) the smallest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c) the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is closest to 90 000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d) the smallest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321692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sp>
        <p:nvSpPr>
          <p:cNvPr id="176" name="Google Shape;176;p21"/>
          <p:cNvSpPr/>
          <p:nvPr/>
        </p:nvSpPr>
        <p:spPr>
          <a:xfrm>
            <a:off x="2871822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sp>
        <p:nvSpPr>
          <p:cNvPr id="177" name="Google Shape;177;p21"/>
          <p:cNvSpPr/>
          <p:nvPr/>
        </p:nvSpPr>
        <p:spPr>
          <a:xfrm>
            <a:off x="3421951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78" name="Google Shape;178;p21"/>
          <p:cNvSpPr/>
          <p:nvPr/>
        </p:nvSpPr>
        <p:spPr>
          <a:xfrm>
            <a:off x="3972081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79" name="Google Shape;179;p21"/>
          <p:cNvSpPr/>
          <p:nvPr/>
        </p:nvSpPr>
        <p:spPr>
          <a:xfrm>
            <a:off x="4522210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720000"/>
            <a:ext cx="66240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place value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72650" y="5346000"/>
            <a:ext cx="62718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Using these cards, how many different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create between 50 000 and 70 000?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do you know?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place value in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2023-11-02T13:26:45.523</cp:lastPrinted>
  <dcterms:created xsi:type="dcterms:W3CDTF">2023-11-02T13:26:45Z</dcterms:created>
  <dcterms:modified xsi:type="dcterms:W3CDTF">2023-11-02T13:26:11Z</dcterms:modified>
</cp:coreProperties>
</file>