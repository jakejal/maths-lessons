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8" name="Shape 178"/>
        <p:cNvGrpSpPr/>
        <p:nvPr/>
      </p:nvGrpSpPr>
      <p:grpSpPr>
        <a:xfrm>
          <a:off x="0" y="0"/>
          <a:ext cx="0" cy="0"/>
        </a:xfrm>
      </p:grpSpPr>
      <p:sp>
        <p:nvSpPr>
          <p:cNvPr id="179" name="Google Shape;17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3" name="Google Shape;153;p18"/>
          <p:cNvSpPr txBox="1"/>
          <p:nvPr>
            <p:ph type="subTitle" idx="1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place value in integers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73300"/>
            <a:ext cx="66240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Reviewing integer place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58500"/>
            <a:ext cx="6624000" cy="25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down the value of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in each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285               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2805             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800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20 805 205  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800 000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5 000 308    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58 353          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8000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20 805 205 in words.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Twenty million, eight hundred and five thousand, two hundred and five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7900" y="4342000"/>
            <a:ext cx="66240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Write these using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digits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You could use a place value chart to help.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Five hundred and sixteen thousand, two hundred and twelve.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516 212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Forty-two million, ninety-three thousand, seven hundred and one.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42 093 701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2950" y="6505650"/>
            <a:ext cx="6624000" cy="3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Give an example of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is greater than 1000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35 678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and is less than 2000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1678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and has a 5 in the tens place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1658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and contains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and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1359 or 1953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49065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" name="Shape 181"/>
        <p:cNvGrpSpPr/>
        <p:nvPr/>
      </p:nvGrpSpPr>
      <p:grpSpPr>
        <a:xfrm>
          <a:off x="0" y="0"/>
          <a:ext cx="0" cy="0"/>
        </a:xfrm>
      </p:grpSpPr>
      <p:sp>
        <p:nvSpPr>
          <p:cNvPr id="182" name="Google Shape;18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3" name="Google Shape;18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place value in integers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468000" y="6204175"/>
            <a:ext cx="3672000" cy="11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60 789, 60 798, 60 879, 60 897, 60 978, 60 987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67 089, 67 098, 67 809, 67 890, 67 908, 67 980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68 079, 68 097, 68 709, 68 790, 68 907, 68 970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69 078, 69 087, 69 708, 69 780, 69 807, 69 870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332000" y="6190825"/>
            <a:ext cx="2760000" cy="12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 know the only digit I can start with is the 6. I then used the other digits, writing the integers in ascending order.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8000" y="1105200"/>
            <a:ext cx="6158100" cy="45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Here are some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cards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Use the digit cards to create: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a)  the largest possible 5-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98 760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b) the smallest possible 5-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60 789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c) the 5-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that is closest to 90 000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89 760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d) the smallest possible 5-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60 798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2321692" y="1522075"/>
            <a:ext cx="431400" cy="6960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9</a:t>
            </a:r>
            <a:endParaRPr sz="1800"/>
          </a:p>
        </p:txBody>
      </p:sp>
      <p:sp>
        <p:nvSpPr>
          <p:cNvPr id="190" name="Google Shape;190;p21"/>
          <p:cNvSpPr/>
          <p:nvPr/>
        </p:nvSpPr>
        <p:spPr>
          <a:xfrm>
            <a:off x="2871822" y="1522075"/>
            <a:ext cx="431400" cy="6960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7</a:t>
            </a:r>
            <a:endParaRPr sz="1800"/>
          </a:p>
        </p:txBody>
      </p:sp>
      <p:sp>
        <p:nvSpPr>
          <p:cNvPr id="191" name="Google Shape;191;p21"/>
          <p:cNvSpPr/>
          <p:nvPr/>
        </p:nvSpPr>
        <p:spPr>
          <a:xfrm>
            <a:off x="3421951" y="1522075"/>
            <a:ext cx="431400" cy="6960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192" name="Google Shape;192;p21"/>
          <p:cNvSpPr/>
          <p:nvPr/>
        </p:nvSpPr>
        <p:spPr>
          <a:xfrm>
            <a:off x="3972081" y="1522075"/>
            <a:ext cx="431400" cy="6960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0</a:t>
            </a:r>
            <a:endParaRPr sz="1800"/>
          </a:p>
        </p:txBody>
      </p:sp>
      <p:sp>
        <p:nvSpPr>
          <p:cNvPr id="193" name="Google Shape;193;p21"/>
          <p:cNvSpPr/>
          <p:nvPr/>
        </p:nvSpPr>
        <p:spPr>
          <a:xfrm>
            <a:off x="4522210" y="1522075"/>
            <a:ext cx="431400" cy="6960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8</a:t>
            </a:r>
            <a:endParaRPr sz="1800"/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720000"/>
            <a:ext cx="66240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place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72650" y="5346000"/>
            <a:ext cx="62721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Using these cards, how many different 5-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create between 50 000 and 70 000?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do you know?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" name="Google Shape;196;p21"/>
          <p:cNvCxnSpPr/>
          <p:nvPr/>
        </p:nvCxnSpPr>
        <p:spPr>
          <a:xfrm>
            <a:off x="485400" y="7547850"/>
            <a:ext cx="65985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understanding of place value in integers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2023-11-02T13:26:02.671</cp:lastPrinted>
  <dcterms:created xsi:type="dcterms:W3CDTF">2023-11-02T13:26:02Z</dcterms:created>
  <dcterms:modified xsi:type="dcterms:W3CDTF">2023-11-02T13:26:10Z</dcterms:modified>
</cp:coreProperties>
</file>