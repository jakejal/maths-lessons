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sp>
        <p:nvSpPr>
          <p:cNvPr id="187" name="Google Shape;187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 rot="-5400000">
            <a:off x="-3503100" y="5177175"/>
            <a:ext cx="8080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" name="Google Shape;14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 rot="-5400000">
            <a:off x="-3503100" y="5177175"/>
            <a:ext cx="8080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4011413" y="73257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105813" y="85976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 rot="-5400000">
            <a:off x="5502263" y="55612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3" name="Google Shape;153;p18"/>
          <p:cNvSpPr txBox="1"/>
          <p:nvPr>
            <p:ph type="subTitle" idx="1"/>
          </p:nvPr>
        </p:nvSpPr>
        <p:spPr>
          <a:xfrm rot="-5400000">
            <a:off x="5502263" y="55612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4011413" y="73257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105813" y="85976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502263" y="55612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502263" y="55612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/>
        </p:nvSpPr>
        <p:spPr>
          <a:xfrm>
            <a:off x="468000" y="6323850"/>
            <a:ext cx="6624000" cy="12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5.1 cm, 0.000053 km, 50.3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None of the lengths have the same digits in the same order. None of the lengths will be the same when converted.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None of the lengths are the same. This is a set of lengths for a scalene triangle.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" name="Google Shape;17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place value</a:t>
            </a:r>
            <a:endParaRPr/>
          </a:p>
        </p:txBody>
      </p:sp>
      <p:cxnSp>
        <p:nvCxnSpPr>
          <p:cNvPr id="174" name="Google Shape;174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" name="Google Shape;175;p20"/>
          <p:cNvSpPr txBox="1"/>
          <p:nvPr/>
        </p:nvSpPr>
        <p:spPr>
          <a:xfrm>
            <a:off x="468000" y="1682775"/>
            <a:ext cx="6624000" cy="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is an important reminder about two types of triangles.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isosceles triangle has two sides which are the same length.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 descr="&lt;math xmlns=&quot;http://www.w3.org/1998/Math/MathML&quot; data-is-equatio=&quot;1&quot; data-equatio-url=&quot;https://equatio-api.texthelp.com/desmos/get/07-09-2023/3e8a5577-778f-47f0-a229-185fefc77daf&quot; data-equatio-type=&quot;image&quot;&gt;&lt;mglyph src=&quot;https://equatio-api.texthelp.com/desmos/get/07-09-2023/3e8a5577-778f-47f0-a229-185fefc77daf&quot; alt=&quot;Equatio Image&quot;/&gt;&lt;/math&gt;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6800" y="1813050"/>
            <a:ext cx="290658" cy="48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468000" y="2389400"/>
            <a:ext cx="4485600" cy="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scalene triangle has no sides with the same length.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" name="Google Shape;178;p20" descr="&lt;math xmlns=&quot;http://www.w3.org/1998/Math/MathML&quot; data-is-equatio=&quot;1&quot; data-equatio-url=&quot;https://equatio-api.texthelp.com/desmos/get/07-09-2023/eb2e52e5-dda3-4e38-a381-ad86981204d8&quot; data-equatio-type=&quot;image&quot;&gt;&lt;mglyph src=&quot;https://equatio-api.texthelp.com/desmos/get/07-09-2023/eb2e52e5-dda3-4e38-a381-ad86981204d8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8000" y="2429925"/>
            <a:ext cx="890725" cy="2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Same measure, different units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68000" y="2744425"/>
            <a:ext cx="6624000" cy="20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set of measurements, deduce if they are the lengths of a scalene or an isosceles triangle.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1.739 m, 173.9 cm, 1793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Only the lengths 1.739 m and 173.9 cm have the same digits in the same order. These are the lengths I need to check.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1.739 m × 100 = 173.9 cm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These lengths are the same. This is a set of lengths for an isosceles triangle.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68000" y="4776300"/>
            <a:ext cx="6624000" cy="15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0.032 km, 3020 cm, 32 000 mm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Only the lengths 0.032 km and 32 000 mm have the same digits in the same order. These are the lengths I need to check.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0.032 km × 1000 × 100 × 10 = 32 000 mm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These lengths are the same. This is a set of lengths for an isosceles triangle.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74750" y="7576950"/>
            <a:ext cx="3816600" cy="22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Izzy has measured the sides of a triangle.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Why might you think that Izzy has made an error?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Izzy has measured one length in mm. This might be ok but when converted to cm, it is 0.93cm. This seems a lot smaller than the other measurements.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could you check?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I could remeasure that side to see if I get the same measurement again. I could try to draw a triangle with Izzy’s measurements.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3750" y="7620825"/>
            <a:ext cx="1605548" cy="105989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 flipH="1">
            <a:off x="5227175" y="7704225"/>
            <a:ext cx="1406100" cy="8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measured lengths of 31.2 cm, 24.9 cm and 9.3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93950" y="8192413"/>
            <a:ext cx="730500" cy="70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9" name="Shape 189"/>
        <p:cNvGrpSpPr/>
        <p:nvPr/>
      </p:nvGrpSpPr>
      <p:grpSpPr>
        <a:xfrm>
          <a:off x="0" y="0"/>
          <a:ext cx="0" cy="0"/>
        </a:xfrm>
      </p:grpSpPr>
      <p:sp>
        <p:nvSpPr>
          <p:cNvPr id="190" name="Google Shape;19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1" name="Google Shape;191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place value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Determining useful units of measure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68000" y="1057200"/>
            <a:ext cx="6624000" cy="10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gaps using an appropriate unit of measure from the box.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recently visited Paris. It took 2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hours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and 37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minutes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get there by train. I visited the Eiffel Tower, which is 330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metres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tall. Whilst at the Eiffel Tower, I visited a souvenir shop and bought 0.5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kilograms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of sweets to share with my friends.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468000" y="2309550"/>
            <a:ext cx="6624000" cy="17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Which metric measures might be used to measure the following?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Length of an ant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millimeters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Mass of a person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kilograms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Capacity of a bucket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litres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Height of a house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metres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468000" y="4140450"/>
            <a:ext cx="6624000" cy="17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Which imperial measures might be used to measure the following?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Length of an ant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inches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Mass of a person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stones or pounds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Capacity of a bucket	     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pints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Height of a house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feet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40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Problem solving with place value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2023-11-02T14:17:52.853</cp:lastPrinted>
  <dcterms:created xsi:type="dcterms:W3CDTF">2023-11-02T14:17:52Z</dcterms:created>
  <dcterms:modified xsi:type="dcterms:W3CDTF">2023-11-02T14:18:43Z</dcterms:modified>
</cp:coreProperties>
</file>