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0-->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765" r:id="rId1"/>
    <p:sldMasterId id="2147483766"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9144000" cy="5143500"/>
  <p:notesSz cx="6858000" cy="9144000"/>
  <p:embeddedFontLst>
    <p:embeddedFont>
      <p:font typeface="Lexend" panose="00000000000000000000"/>
      <p:regular r:id="rId39"/>
    </p:embeddedFont>
    <p:embeddedFont>
      <p:font typeface="Lexend Medium" panose="00000000000000000000"/>
      <p:regular r:id="rId40"/>
    </p:embeddedFont>
    <p:embeddedFont>
      <p:font typeface="Kalam" panose="02000000000000000000"/>
      <p:regular r:id="rId41"/>
    </p:embeddedFont>
    <p:embeddedFont>
      <p:font typeface="Lexend Light" panose="00000000000000000000"/>
      <p:regular r:id="rId42"/>
    </p:embeddedFont>
  </p:embeddedFontLst>
  <p:custDataLst>
    <p:tags r:id="rId38"/>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slideMaster" Target="slideMasters/slideMaster2.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notesMaster" Target="notesMasters/notes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tags" Target="tags/tag1.xml" /><Relationship Id="rId39" Type="http://schemas.openxmlformats.org/officeDocument/2006/relationships/font" Target="fonts/font1.fntdata" /><Relationship Id="rId4" Type="http://schemas.openxmlformats.org/officeDocument/2006/relationships/slide" Target="slides/slide1.xml" /><Relationship Id="rId40" Type="http://schemas.openxmlformats.org/officeDocument/2006/relationships/font" Target="fonts/font2.fntdata" /><Relationship Id="rId41" Type="http://schemas.openxmlformats.org/officeDocument/2006/relationships/font" Target="fonts/font3.fntdata" /><Relationship Id="rId42" Type="http://schemas.openxmlformats.org/officeDocument/2006/relationships/font" Target="fonts/font4.fntdata" /><Relationship Id="rId43" Type="http://schemas.openxmlformats.org/officeDocument/2006/relationships/presProps" Target="presProps.xml" /><Relationship Id="rId44" Type="http://schemas.openxmlformats.org/officeDocument/2006/relationships/viewProps" Target="viewProps.xml" /><Relationship Id="rId45" Type="http://schemas.openxmlformats.org/officeDocument/2006/relationships/theme" Target="theme/theme1.xml" /><Relationship Id="rId46" Type="http://schemas.openxmlformats.org/officeDocument/2006/relationships/tableStyles" Target="tableStyles.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381300" y="685800"/>
            <a:ext cx="6096075"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ct val="0"/>
              </a:spcBef>
              <a:spcAft>
                <a:spcPct val="0"/>
              </a:spcAft>
              <a:buSzPts val="1100"/>
              <a:buChar char="●"/>
              <a:defRPr sz="1100"/>
            </a:lvl1pPr>
            <a:lvl2pPr marL="914400" lvl="1" indent="-298450">
              <a:spcBef>
                <a:spcPct val="0"/>
              </a:spcBef>
              <a:spcAft>
                <a:spcPct val="0"/>
              </a:spcAft>
              <a:buSzPts val="1100"/>
              <a:buChar char="○"/>
              <a:defRPr sz="1100"/>
            </a:lvl2pPr>
            <a:lvl3pPr marL="1371600" lvl="2" indent="-298450">
              <a:spcBef>
                <a:spcPct val="0"/>
              </a:spcBef>
              <a:spcAft>
                <a:spcPct val="0"/>
              </a:spcAft>
              <a:buSzPts val="1100"/>
              <a:buChar char="■"/>
              <a:defRPr sz="1100"/>
            </a:lvl3pPr>
            <a:lvl4pPr marL="1828800" lvl="3" indent="-298450">
              <a:spcBef>
                <a:spcPct val="0"/>
              </a:spcBef>
              <a:spcAft>
                <a:spcPct val="0"/>
              </a:spcAft>
              <a:buSzPts val="1100"/>
              <a:buChar char="●"/>
              <a:defRPr sz="1100"/>
            </a:lvl4pPr>
            <a:lvl5pPr marL="2286000" lvl="4" indent="-298450">
              <a:spcBef>
                <a:spcPct val="0"/>
              </a:spcBef>
              <a:spcAft>
                <a:spcPct val="0"/>
              </a:spcAft>
              <a:buSzPts val="1100"/>
              <a:buChar char="○"/>
              <a:defRPr sz="1100"/>
            </a:lvl5pPr>
            <a:lvl6pPr marL="2743200" lvl="5" indent="-298450">
              <a:spcBef>
                <a:spcPct val="0"/>
              </a:spcBef>
              <a:spcAft>
                <a:spcPct val="0"/>
              </a:spcAft>
              <a:buSzPts val="1100"/>
              <a:buChar char="■"/>
              <a:defRPr sz="1100"/>
            </a:lvl6pPr>
            <a:lvl7pPr marL="3200400" lvl="6" indent="-298450">
              <a:spcBef>
                <a:spcPct val="0"/>
              </a:spcBef>
              <a:spcAft>
                <a:spcPct val="0"/>
              </a:spcAft>
              <a:buSzPts val="1100"/>
              <a:buChar char="●"/>
              <a:defRPr sz="1100"/>
            </a:lvl7pPr>
            <a:lvl8pPr marL="3657600" lvl="7" indent="-298450">
              <a:spcBef>
                <a:spcPct val="0"/>
              </a:spcBef>
              <a:spcAft>
                <a:spcPct val="0"/>
              </a:spcAft>
              <a:buSzPts val="1100"/>
              <a:buChar char="○"/>
              <a:defRPr sz="1100"/>
            </a:lvl8pPr>
            <a:lvl9pPr marL="4114800" lvl="8" indent="-298450">
              <a:spcBef>
                <a:spcPct val="0"/>
              </a:spcBef>
              <a:spcAft>
                <a:spcPct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&#65279;<?xml version="1.0" encoding="utf-8" standalone="yes"?><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&#65279;<?xml version="1.0" encoding="utf-8" standalone="yes"?><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&#65279;<?xml version="1.0" encoding="utf-8" standalone="yes"?><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92" name="Shape 1392"/>
        <p:cNvGrpSpPr/>
        <p:nvPr/>
      </p:nvGrpSpPr>
      <p:grpSpPr>
        <a:xfrm>
          <a:off x="0" y="0"/>
          <a:ext cx="0" cy="0"/>
        </a:xfrm>
      </p:grpSpPr>
      <p:sp>
        <p:nvSpPr>
          <p:cNvPr id="1393" name="Google Shape;1393;g245e05ab6a1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94" name="Google Shape;1394;g245e05ab6a1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98" name="Shape 1398"/>
        <p:cNvGrpSpPr/>
        <p:nvPr/>
      </p:nvGrpSpPr>
      <p:grpSpPr>
        <a:xfrm>
          <a:off x="0" y="0"/>
          <a:ext cx="0" cy="0"/>
        </a:xfrm>
      </p:grpSpPr>
      <p:sp>
        <p:nvSpPr>
          <p:cNvPr id="1399" name="Google Shape;1399;g27bf2f87fa0_0_232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00" name="Google Shape;1400;g27bf2f87fa0_0_23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03" name="Shape 1403"/>
        <p:cNvGrpSpPr/>
        <p:nvPr/>
      </p:nvGrpSpPr>
      <p:grpSpPr>
        <a:xfrm>
          <a:off x="0" y="0"/>
          <a:ext cx="0" cy="0"/>
        </a:xfrm>
      </p:grpSpPr>
      <p:sp>
        <p:nvSpPr>
          <p:cNvPr id="1404" name="Google Shape;1404;g1e31228a0c0_0_2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05" name="Google Shape;1405;g1e31228a0c0_0_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08" name="Shape 1408"/>
        <p:cNvGrpSpPr/>
        <p:nvPr/>
      </p:nvGrpSpPr>
      <p:grpSpPr>
        <a:xfrm>
          <a:off x="0" y="0"/>
          <a:ext cx="0" cy="0"/>
        </a:xfrm>
      </p:grpSpPr>
      <p:sp>
        <p:nvSpPr>
          <p:cNvPr id="1409" name="Google Shape;1409;g27f8fb449d7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10" name="Google Shape;1410;g27f8fb449d7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19" name="Shape 1419"/>
        <p:cNvGrpSpPr/>
        <p:nvPr/>
      </p:nvGrpSpPr>
      <p:grpSpPr>
        <a:xfrm>
          <a:off x="0" y="0"/>
          <a:ext cx="0" cy="0"/>
        </a:xfrm>
      </p:grpSpPr>
      <p:sp>
        <p:nvSpPr>
          <p:cNvPr id="1420" name="Google Shape;1420;g27daadba9b7_0_76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21" name="Google Shape;1421;g27daadba9b7_0_7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27" name="Shape 1427"/>
        <p:cNvGrpSpPr/>
        <p:nvPr/>
      </p:nvGrpSpPr>
      <p:grpSpPr>
        <a:xfrm>
          <a:off x="0" y="0"/>
          <a:ext cx="0" cy="0"/>
        </a:xfrm>
      </p:grpSpPr>
      <p:sp>
        <p:nvSpPr>
          <p:cNvPr id="1428" name="Google Shape;1428;g27bf2f87fa0_0_460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29" name="Google Shape;1429;g27bf2f87fa0_0_460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39" name="Shape 1439"/>
        <p:cNvGrpSpPr/>
        <p:nvPr/>
      </p:nvGrpSpPr>
      <p:grpSpPr>
        <a:xfrm>
          <a:off x="0" y="0"/>
          <a:ext cx="0" cy="0"/>
        </a:xfrm>
      </p:grpSpPr>
      <p:sp>
        <p:nvSpPr>
          <p:cNvPr id="1440" name="Google Shape;1440;g27bf2f87fa0_0_462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41" name="Google Shape;1441;g27bf2f87fa0_0_46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50" name="Shape 1450"/>
        <p:cNvGrpSpPr/>
        <p:nvPr/>
      </p:nvGrpSpPr>
      <p:grpSpPr>
        <a:xfrm>
          <a:off x="0" y="0"/>
          <a:ext cx="0" cy="0"/>
        </a:xfrm>
      </p:grpSpPr>
      <p:sp>
        <p:nvSpPr>
          <p:cNvPr id="1451" name="Google Shape;1451;g27bf2f87fa0_0_627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52" name="Google Shape;1452;g27bf2f87fa0_0_62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58" name="Shape 1458"/>
        <p:cNvGrpSpPr/>
        <p:nvPr/>
      </p:nvGrpSpPr>
      <p:grpSpPr>
        <a:xfrm>
          <a:off x="0" y="0"/>
          <a:ext cx="0" cy="0"/>
        </a:xfrm>
      </p:grpSpPr>
      <p:sp>
        <p:nvSpPr>
          <p:cNvPr id="1459" name="Google Shape;1459;g27bf2f87fa0_0_628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60" name="Google Shape;1460;g27bf2f87fa0_0_62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80" name="Shape 1480"/>
        <p:cNvGrpSpPr/>
        <p:nvPr/>
      </p:nvGrpSpPr>
      <p:grpSpPr>
        <a:xfrm>
          <a:off x="0" y="0"/>
          <a:ext cx="0" cy="0"/>
        </a:xfrm>
      </p:grpSpPr>
      <p:sp>
        <p:nvSpPr>
          <p:cNvPr id="1481" name="Google Shape;1481;g27bf2f87fa0_0_630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82" name="Google Shape;1482;g27bf2f87fa0_0_63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92" name="Shape 1492"/>
        <p:cNvGrpSpPr/>
        <p:nvPr/>
      </p:nvGrpSpPr>
      <p:grpSpPr>
        <a:xfrm>
          <a:off x="0" y="0"/>
          <a:ext cx="0" cy="0"/>
        </a:xfrm>
      </p:grpSpPr>
      <p:sp>
        <p:nvSpPr>
          <p:cNvPr id="1493" name="Google Shape;1493;g27bf2f87fa0_0_634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94" name="Google Shape;1494;g27bf2f87fa0_0_63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98" name="Shape 1498"/>
        <p:cNvGrpSpPr/>
        <p:nvPr/>
      </p:nvGrpSpPr>
      <p:grpSpPr>
        <a:xfrm>
          <a:off x="0" y="0"/>
          <a:ext cx="0" cy="0"/>
        </a:xfrm>
      </p:grpSpPr>
      <p:sp>
        <p:nvSpPr>
          <p:cNvPr id="1499" name="Google Shape;1499;g27bf2f87fa0_0_635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00" name="Google Shape;1500;g27bf2f87fa0_0_63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04" name="Shape 1504"/>
        <p:cNvGrpSpPr/>
        <p:nvPr/>
      </p:nvGrpSpPr>
      <p:grpSpPr>
        <a:xfrm>
          <a:off x="0" y="0"/>
          <a:ext cx="0" cy="0"/>
        </a:xfrm>
      </p:grpSpPr>
      <p:sp>
        <p:nvSpPr>
          <p:cNvPr id="1505" name="Google Shape;1505;g27bf2f87fa0_0_635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06" name="Google Shape;1506;g27bf2f87fa0_0_635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10" name="Shape 1510"/>
        <p:cNvGrpSpPr/>
        <p:nvPr/>
      </p:nvGrpSpPr>
      <p:grpSpPr>
        <a:xfrm>
          <a:off x="0" y="0"/>
          <a:ext cx="0" cy="0"/>
        </a:xfrm>
      </p:grpSpPr>
      <p:sp>
        <p:nvSpPr>
          <p:cNvPr id="1511" name="Google Shape;1511;g27bf2f87fa0_0_625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12" name="Google Shape;1512;g27bf2f87fa0_0_625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20" name="Shape 1520"/>
        <p:cNvGrpSpPr/>
        <p:nvPr/>
      </p:nvGrpSpPr>
      <p:grpSpPr>
        <a:xfrm>
          <a:off x="0" y="0"/>
          <a:ext cx="0" cy="0"/>
        </a:xfrm>
      </p:grpSpPr>
      <p:sp>
        <p:nvSpPr>
          <p:cNvPr id="1521" name="Google Shape;1521;g27bf2f87fa0_0_626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22" name="Google Shape;1522;g27bf2f87fa0_0_62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26" name="Shape 1526"/>
        <p:cNvGrpSpPr/>
        <p:nvPr/>
      </p:nvGrpSpPr>
      <p:grpSpPr>
        <a:xfrm>
          <a:off x="0" y="0"/>
          <a:ext cx="0" cy="0"/>
        </a:xfrm>
      </p:grpSpPr>
      <p:sp>
        <p:nvSpPr>
          <p:cNvPr id="1527" name="Google Shape;1527;g27c42a6d186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28" name="Google Shape;1528;g27c42a6d186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35" name="Shape 1535"/>
        <p:cNvGrpSpPr/>
        <p:nvPr/>
      </p:nvGrpSpPr>
      <p:grpSpPr>
        <a:xfrm>
          <a:off x="0" y="0"/>
          <a:ext cx="0" cy="0"/>
        </a:xfrm>
      </p:grpSpPr>
      <p:sp>
        <p:nvSpPr>
          <p:cNvPr id="1536" name="Google Shape;1536;g27c42a6d186_0_1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37" name="Google Shape;1537;g27c42a6d186_0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41" name="Shape 1541"/>
        <p:cNvGrpSpPr/>
        <p:nvPr/>
      </p:nvGrpSpPr>
      <p:grpSpPr>
        <a:xfrm>
          <a:off x="0" y="0"/>
          <a:ext cx="0" cy="0"/>
        </a:xfrm>
      </p:grpSpPr>
      <p:sp>
        <p:nvSpPr>
          <p:cNvPr id="1542" name="Google Shape;1542;g27c42a6d186_0_1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43" name="Google Shape;1543;g27c42a6d186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47" name="Shape 1547"/>
        <p:cNvGrpSpPr/>
        <p:nvPr/>
      </p:nvGrpSpPr>
      <p:grpSpPr>
        <a:xfrm>
          <a:off x="0" y="0"/>
          <a:ext cx="0" cy="0"/>
        </a:xfrm>
      </p:grpSpPr>
      <p:sp>
        <p:nvSpPr>
          <p:cNvPr id="1548" name="Google Shape;1548;g27c42a6d186_0_2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49" name="Google Shape;1549;g27c42a6d186_0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53" name="Shape 1553"/>
        <p:cNvGrpSpPr/>
        <p:nvPr/>
      </p:nvGrpSpPr>
      <p:grpSpPr>
        <a:xfrm>
          <a:off x="0" y="0"/>
          <a:ext cx="0" cy="0"/>
        </a:xfrm>
      </p:grpSpPr>
      <p:sp>
        <p:nvSpPr>
          <p:cNvPr id="1554" name="Google Shape;1554;g27c42a6d186_0_2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55" name="Google Shape;1555;g27c42a6d186_0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64" name="Shape 1564"/>
        <p:cNvGrpSpPr/>
        <p:nvPr/>
      </p:nvGrpSpPr>
      <p:grpSpPr>
        <a:xfrm>
          <a:off x="0" y="0"/>
          <a:ext cx="0" cy="0"/>
        </a:xfrm>
      </p:grpSpPr>
      <p:sp>
        <p:nvSpPr>
          <p:cNvPr id="1565" name="Google Shape;1565;g27c42a6d186_0_3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66" name="Google Shape;1566;g27c42a6d186_0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75" name="Shape 1575"/>
        <p:cNvGrpSpPr/>
        <p:nvPr/>
      </p:nvGrpSpPr>
      <p:grpSpPr>
        <a:xfrm>
          <a:off x="0" y="0"/>
          <a:ext cx="0" cy="0"/>
        </a:xfrm>
      </p:grpSpPr>
      <p:sp>
        <p:nvSpPr>
          <p:cNvPr id="1576" name="Google Shape;1576;g27daadbaaef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77" name="Google Shape;1577;g27daadbaaef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83" name="Shape 1583"/>
        <p:cNvGrpSpPr/>
        <p:nvPr/>
      </p:nvGrpSpPr>
      <p:grpSpPr>
        <a:xfrm>
          <a:off x="0" y="0"/>
          <a:ext cx="0" cy="0"/>
        </a:xfrm>
      </p:grpSpPr>
      <p:sp>
        <p:nvSpPr>
          <p:cNvPr id="1584" name="Google Shape;1584;g27c7d2f9be0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85" name="Google Shape;1585;g27c7d2f9be0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89" name="Shape 1589"/>
        <p:cNvGrpSpPr/>
        <p:nvPr/>
      </p:nvGrpSpPr>
      <p:grpSpPr>
        <a:xfrm>
          <a:off x="0" y="0"/>
          <a:ext cx="0" cy="0"/>
        </a:xfrm>
      </p:grpSpPr>
      <p:sp>
        <p:nvSpPr>
          <p:cNvPr id="1590" name="Google Shape;1590;g27c7d2f9be0_0_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91" name="Google Shape;1591;g27c7d2f9be0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97" name="Shape 1597"/>
        <p:cNvGrpSpPr/>
        <p:nvPr/>
      </p:nvGrpSpPr>
      <p:grpSpPr>
        <a:xfrm>
          <a:off x="0" y="0"/>
          <a:ext cx="0" cy="0"/>
        </a:xfrm>
      </p:grpSpPr>
      <p:sp>
        <p:nvSpPr>
          <p:cNvPr id="1598" name="Google Shape;1598;g27c7d2f9be0_0_1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99" name="Google Shape;1599;g27c7d2f9be0_0_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09" name="Shape 1609"/>
        <p:cNvGrpSpPr/>
        <p:nvPr/>
      </p:nvGrpSpPr>
      <p:grpSpPr>
        <a:xfrm>
          <a:off x="0" y="0"/>
          <a:ext cx="0" cy="0"/>
        </a:xfrm>
      </p:grpSpPr>
      <p:sp>
        <p:nvSpPr>
          <p:cNvPr id="1610" name="Google Shape;1610;g27c7d2f9be0_0_2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11" name="Google Shape;1611;g27c7d2f9be0_0_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21" name="Shape 1621"/>
        <p:cNvGrpSpPr/>
        <p:nvPr/>
      </p:nvGrpSpPr>
      <p:grpSpPr>
        <a:xfrm>
          <a:off x="0" y="0"/>
          <a:ext cx="0" cy="0"/>
        </a:xfrm>
      </p:grpSpPr>
      <p:sp>
        <p:nvSpPr>
          <p:cNvPr id="1622" name="Google Shape;1622;g27c42a6d186_0_4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23" name="Google Shape;1623;g27c42a6d186_0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28" name="Shape 1628"/>
        <p:cNvGrpSpPr/>
        <p:nvPr/>
      </p:nvGrpSpPr>
      <p:grpSpPr>
        <a:xfrm>
          <a:off x="0" y="0"/>
          <a:ext cx="0" cy="0"/>
        </a:xfrm>
      </p:grpSpPr>
      <p:sp>
        <p:nvSpPr>
          <p:cNvPr id="1629" name="Google Shape;1629;g27c42a6d186_0_5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30" name="Google Shape;1630;g27c42a6d186_0_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34" name="Shape 1634"/>
        <p:cNvGrpSpPr/>
        <p:nvPr/>
      </p:nvGrpSpPr>
      <p:grpSpPr>
        <a:xfrm>
          <a:off x="0" y="0"/>
          <a:ext cx="0" cy="0"/>
        </a:xfrm>
      </p:grpSpPr>
      <p:sp>
        <p:nvSpPr>
          <p:cNvPr id="1635" name="Google Shape;1635;g27c42a6d186_0_6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36" name="Google Shape;1636;g27c42a6d186_0_6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40" name="Shape 1640"/>
        <p:cNvGrpSpPr/>
        <p:nvPr/>
      </p:nvGrpSpPr>
      <p:grpSpPr>
        <a:xfrm>
          <a:off x="0" y="0"/>
          <a:ext cx="0" cy="0"/>
        </a:xfrm>
      </p:grpSpPr>
      <p:sp>
        <p:nvSpPr>
          <p:cNvPr id="1641" name="Google Shape;1641;g27c42a6d186_0_4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42" name="Google Shape;1642;g27c42a6d186_0_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46" name="Shape 1646"/>
        <p:cNvGrpSpPr/>
        <p:nvPr/>
      </p:nvGrpSpPr>
      <p:grpSpPr>
        <a:xfrm>
          <a:off x="0" y="0"/>
          <a:ext cx="0" cy="0"/>
        </a:xfrm>
      </p:grpSpPr>
      <p:sp>
        <p:nvSpPr>
          <p:cNvPr id="1647" name="Google Shape;1647;g27c42a6d186_0_6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48" name="Google Shape;1648;g27c42a6d186_0_6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52" name="Shape 1652"/>
        <p:cNvGrpSpPr/>
        <p:nvPr/>
      </p:nvGrpSpPr>
      <p:grpSpPr>
        <a:xfrm>
          <a:off x="0" y="0"/>
          <a:ext cx="0" cy="0"/>
        </a:xfrm>
      </p:grpSpPr>
      <p:sp>
        <p:nvSpPr>
          <p:cNvPr id="1653" name="Google Shape;1653;g27c42a6d186_0_7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54" name="Google Shape;1654;g27c42a6d186_0_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58" name="Shape 1658"/>
        <p:cNvGrpSpPr/>
        <p:nvPr/>
      </p:nvGrpSpPr>
      <p:grpSpPr>
        <a:xfrm>
          <a:off x="0" y="0"/>
          <a:ext cx="0" cy="0"/>
        </a:xfrm>
      </p:grpSpPr>
      <p:sp>
        <p:nvSpPr>
          <p:cNvPr id="1659" name="Google Shape;1659;g1e31228a0c0_1_43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60" name="Google Shape;1660;g1e31228a0c0_1_4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64" name="Shape 1664"/>
        <p:cNvGrpSpPr/>
        <p:nvPr/>
      </p:nvGrpSpPr>
      <p:grpSpPr>
        <a:xfrm>
          <a:off x="0" y="0"/>
          <a:ext cx="0" cy="0"/>
        </a:xfrm>
      </p:grpSpPr>
      <p:sp>
        <p:nvSpPr>
          <p:cNvPr id="1665" name="Google Shape;1665;g27bf2f87fa0_0_384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66" name="Google Shape;1666;g27bf2f87fa0_0_384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7.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9.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10.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11.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2.png" /><Relationship Id="rId2"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3.png" /><Relationship Id="rId2" Type="http://schemas.openxmlformats.org/officeDocument/2006/relationships/image" Target="../media/image14.png" /><Relationship Id="rId3" Type="http://schemas.openxmlformats.org/officeDocument/2006/relationships/image" Target="../media/image15.png" /><Relationship Id="rId4" Type="http://schemas.openxmlformats.org/officeDocument/2006/relationships/image" Target="../media/image16.png" /><Relationship Id="rId5"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1.xml" /></Relationships>
</file>

<file path=ppt/slideLayouts/_rels/slideLayout18.xml.rels>&#65279;<?xml version="1.0" encoding="utf-8" standalone="yes"?><Relationships xmlns="http://schemas.openxmlformats.org/package/2006/relationships"><Relationship Id="rId1" Type="http://schemas.openxmlformats.org/officeDocument/2006/relationships/image" Target="../media/image18.png" /><Relationship Id="rId2" Type="http://schemas.openxmlformats.org/officeDocument/2006/relationships/image" Target="../media/image19.png" /><Relationship Id="rId3" Type="http://schemas.openxmlformats.org/officeDocument/2006/relationships/image" Target="../media/image20.png" /><Relationship Id="rId4" Type="http://schemas.openxmlformats.org/officeDocument/2006/relationships/image" Target="../media/image21.png" /><Relationship Id="rId5" Type="http://schemas.openxmlformats.org/officeDocument/2006/relationships/image" Target="../media/image22.png" /><Relationship Id="rId6" Type="http://schemas.openxmlformats.org/officeDocument/2006/relationships/slideMaster" Target="../slideMasters/slideMaster1.xml" /></Relationships>
</file>

<file path=ppt/slideLayouts/_rels/slideLayout19.xml.rels>&#65279;<?xml version="1.0" encoding="utf-8" standalone="yes"?><Relationships xmlns="http://schemas.openxmlformats.org/package/2006/relationships"><Relationship Id="rId1" Type="http://schemas.openxmlformats.org/officeDocument/2006/relationships/image" Target="../media/image23.png" /><Relationship Id="rId2" Type="http://schemas.openxmlformats.org/officeDocument/2006/relationships/image" Target="../media/image20.png" /><Relationship Id="rId3" Type="http://schemas.openxmlformats.org/officeDocument/2006/relationships/image" Target="../media/image18.png" /><Relationship Id="rId4" Type="http://schemas.openxmlformats.org/officeDocument/2006/relationships/image" Target="../media/image19.png" /><Relationship Id="rId5" Type="http://schemas.openxmlformats.org/officeDocument/2006/relationships/image" Target="../media/image24.png" /><Relationship Id="rId6" Type="http://schemas.openxmlformats.org/officeDocument/2006/relationships/image" Target="../media/image21.png" /><Relationship Id="rId7" Type="http://schemas.openxmlformats.org/officeDocument/2006/relationships/image" Target="../media/image22.png" /><Relationship Id="rId8" Type="http://schemas.openxmlformats.org/officeDocument/2006/relationships/slideMaster" Target="../slideMasters/slideMaster1.xml" /></Relationships>
</file>

<file path=ppt/slideLayouts/_rels/slideLayout20.xml.rels>&#65279;<?xml version="1.0" encoding="utf-8" standalone="yes"?><Relationships xmlns="http://schemas.openxmlformats.org/package/2006/relationships"><Relationship Id="rId1" Type="http://schemas.openxmlformats.org/officeDocument/2006/relationships/image" Target="../media/image23.png" /><Relationship Id="rId10" Type="http://schemas.openxmlformats.org/officeDocument/2006/relationships/slideMaster" Target="../slideMasters/slideMaster1.xml" /><Relationship Id="rId2" Type="http://schemas.openxmlformats.org/officeDocument/2006/relationships/image" Target="../media/image20.png" /><Relationship Id="rId3" Type="http://schemas.openxmlformats.org/officeDocument/2006/relationships/image" Target="../media/image25.png" /><Relationship Id="rId4" Type="http://schemas.openxmlformats.org/officeDocument/2006/relationships/image" Target="../media/image18.png" /><Relationship Id="rId5" Type="http://schemas.openxmlformats.org/officeDocument/2006/relationships/image" Target="../media/image19.png" /><Relationship Id="rId6" Type="http://schemas.openxmlformats.org/officeDocument/2006/relationships/image" Target="../media/image24.png" /><Relationship Id="rId7" Type="http://schemas.openxmlformats.org/officeDocument/2006/relationships/image" Target="../media/image21.png" /><Relationship Id="rId8" Type="http://schemas.openxmlformats.org/officeDocument/2006/relationships/image" Target="../media/image22.png" /><Relationship Id="rId9" Type="http://schemas.openxmlformats.org/officeDocument/2006/relationships/image" Target="../media/image26.png" /></Relationships>
</file>

<file path=ppt/slideLayouts/_rels/slideLayout21.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28.png" /><Relationship Id="rId3" Type="http://schemas.openxmlformats.org/officeDocument/2006/relationships/slideMaster" Target="../slideMasters/slideMaster1.xml" /></Relationships>
</file>

<file path=ppt/slideLayouts/_rels/slideLayout22.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28.png" /><Relationship Id="rId3" Type="http://schemas.openxmlformats.org/officeDocument/2006/relationships/slideMaster" Target="../slideMasters/slideMaster1.xml" /></Relationships>
</file>

<file path=ppt/slideLayouts/_rels/slideLayout23.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28.png" /><Relationship Id="rId3" Type="http://schemas.openxmlformats.org/officeDocument/2006/relationships/slideMaster" Target="../slideMasters/slideMaster1.xml"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28.png" /><Relationship Id="rId3" Type="http://schemas.openxmlformats.org/officeDocument/2006/relationships/slideMaster" Target="../slideMasters/slideMaster1.xml" /></Relationships>
</file>

<file path=ppt/slideLayouts/_rels/slideLayout25.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26.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27.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28.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29.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3.png" /><Relationship Id="rId3" Type="http://schemas.openxmlformats.org/officeDocument/2006/relationships/image" Target="../media/image34.png" /><Relationship Id="rId4" Type="http://schemas.openxmlformats.org/officeDocument/2006/relationships/image" Target="../media/image32.png" /><Relationship Id="rId5" Type="http://schemas.openxmlformats.org/officeDocument/2006/relationships/slideMaster" Target="../slideMasters/slideMaster1.xml" /></Relationships>
</file>

<file path=ppt/slideLayouts/_rels/slideLayout30.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5.png" /><Relationship Id="rId3" Type="http://schemas.openxmlformats.org/officeDocument/2006/relationships/image" Target="../media/image36.png" /><Relationship Id="rId4" Type="http://schemas.openxmlformats.org/officeDocument/2006/relationships/image" Target="../media/image32.png" /><Relationship Id="rId5" Type="http://schemas.openxmlformats.org/officeDocument/2006/relationships/slideMaster" Target="../slideMasters/slideMaster1.xml" /></Relationships>
</file>

<file path=ppt/slideLayouts/_rels/slideLayout31.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7.png" /><Relationship Id="rId3" Type="http://schemas.openxmlformats.org/officeDocument/2006/relationships/image" Target="../media/image38.png" /><Relationship Id="rId4" Type="http://schemas.openxmlformats.org/officeDocument/2006/relationships/image" Target="../media/image32.png" /><Relationship Id="rId5" Type="http://schemas.openxmlformats.org/officeDocument/2006/relationships/slideMaster" Target="../slideMasters/slideMaster1.xml" /></Relationships>
</file>

<file path=ppt/slideLayouts/_rels/slideLayout32.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9.png" /><Relationship Id="rId3" Type="http://schemas.openxmlformats.org/officeDocument/2006/relationships/image" Target="../media/image40.png" /><Relationship Id="rId4" Type="http://schemas.openxmlformats.org/officeDocument/2006/relationships/image" Target="../media/image32.png" /><Relationship Id="rId5" Type="http://schemas.openxmlformats.org/officeDocument/2006/relationships/slideMaster" Target="../slideMasters/slideMaster1.xml" /></Relationships>
</file>

<file path=ppt/slideLayouts/_rels/slideLayout33.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2.png" /><Relationship Id="rId3" Type="http://schemas.openxmlformats.org/officeDocument/2006/relationships/image" Target="../media/image34.png" /><Relationship Id="rId4" Type="http://schemas.openxmlformats.org/officeDocument/2006/relationships/slideMaster" Target="../slideMasters/slideMaster1.xml" /></Relationships>
</file>

<file path=ppt/slideLayouts/_rels/slideLayout34.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2.png" /><Relationship Id="rId3" Type="http://schemas.openxmlformats.org/officeDocument/2006/relationships/image" Target="../media/image36.png" /><Relationship Id="rId4" Type="http://schemas.openxmlformats.org/officeDocument/2006/relationships/slideMaster" Target="../slideMasters/slideMaster1.xml" /></Relationships>
</file>

<file path=ppt/slideLayouts/_rels/slideLayout35.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2.png" /><Relationship Id="rId3" Type="http://schemas.openxmlformats.org/officeDocument/2006/relationships/image" Target="../media/image38.png" /><Relationship Id="rId4" Type="http://schemas.openxmlformats.org/officeDocument/2006/relationships/slideMaster" Target="../slideMasters/slideMaster1.xml" /></Relationships>
</file>

<file path=ppt/slideLayouts/_rels/slideLayout36.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image" Target="../media/image40.png" /><Relationship Id="rId4" Type="http://schemas.openxmlformats.org/officeDocument/2006/relationships/slideMaster" Target="../slideMasters/slideMaster1.xml" /></Relationships>
</file>

<file path=ppt/slideLayouts/_rels/slideLayout37.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4.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38.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6.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39.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8.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40.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40.png" /><Relationship Id="rId3" Type="http://schemas.openxmlformats.org/officeDocument/2006/relationships/image" Target="../media/image32.png" /><Relationship Id="rId4" Type="http://schemas.openxmlformats.org/officeDocument/2006/relationships/slideMaster" Target="../slideMasters/slideMaster1.xml" /></Relationships>
</file>

<file path=ppt/slideLayouts/_rels/slideLayout41.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2.png" /><Relationship Id="rId3" Type="http://schemas.openxmlformats.org/officeDocument/2006/relationships/slideMaster" Target="../slideMasters/slideMaster1.xml" /></Relationships>
</file>

<file path=ppt/slideLayouts/_rels/slideLayout42.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2.png" /><Relationship Id="rId3" Type="http://schemas.openxmlformats.org/officeDocument/2006/relationships/slideMaster" Target="../slideMasters/slideMaster1.xml" /></Relationships>
</file>

<file path=ppt/slideLayouts/_rels/slideLayout43.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2.png" /><Relationship Id="rId3" Type="http://schemas.openxmlformats.org/officeDocument/2006/relationships/slideMaster" Target="../slideMasters/slideMaster1.xml" /></Relationships>
</file>

<file path=ppt/slideLayouts/_rels/slideLayout44.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slideMaster" Target="../slideMasters/slideMaster1.xml" /></Relationships>
</file>

<file path=ppt/slideLayouts/_rels/slideLayout45.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46.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47.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48.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49.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42.png" /><Relationship Id="rId3" Type="http://schemas.openxmlformats.org/officeDocument/2006/relationships/slideMaster" Target="../slideMasters/slideMaster1.xml" /></Relationships>
</file>

<file path=ppt/slideLayouts/_rels/slideLayout50.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42.png" /><Relationship Id="rId3" Type="http://schemas.openxmlformats.org/officeDocument/2006/relationships/slideMaster" Target="../slideMasters/slideMaster1.xml" /></Relationships>
</file>

<file path=ppt/slideLayouts/_rels/slideLayout51.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42.png" /><Relationship Id="rId3" Type="http://schemas.openxmlformats.org/officeDocument/2006/relationships/slideMaster" Target="../slideMasters/slideMaster1.xml" /></Relationships>
</file>

<file path=ppt/slideLayouts/_rels/slideLayout52.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42.png" /><Relationship Id="rId3" Type="http://schemas.openxmlformats.org/officeDocument/2006/relationships/slideMaster" Target="../slideMasters/slideMaster1.xml" /></Relationships>
</file>

<file path=ppt/slideLayouts/_rels/slideLayout53.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1.xml" /></Relationships>
</file>

<file path=ppt/slideLayouts/_rels/slideLayout54.xml.rels>&#65279;<?xml version="1.0" encoding="utf-8" standalone="yes"?><Relationships xmlns="http://schemas.openxmlformats.org/package/2006/relationships"><Relationship Id="rId1" Type="http://schemas.openxmlformats.org/officeDocument/2006/relationships/image" Target="../media/image43.png" /><Relationship Id="rId2" Type="http://schemas.openxmlformats.org/officeDocument/2006/relationships/slideMaster" Target="../slideMasters/slideMaster1.xml" /></Relationships>
</file>

<file path=ppt/slideLayouts/_rels/slideLayout5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57.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2.xml" /></Relationships>
</file>

<file path=ppt/slideLayouts/_rels/slideLayout5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4.png" /><Relationship Id="rId3" Type="http://schemas.openxmlformats.org/officeDocument/2006/relationships/image" Target="../media/image2.png" /><Relationship Id="rId4" Type="http://schemas.openxmlformats.org/officeDocument/2006/relationships/slideMaster" Target="../slideMasters/slideMaster2.xml" /></Relationships>
</file>

<file path=ppt/slideLayouts/_rels/slideLayout5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6.png" /><Relationship Id="rId4" Type="http://schemas.openxmlformats.org/officeDocument/2006/relationships/image" Target="../media/image45.png" /><Relationship Id="rId5" Type="http://schemas.openxmlformats.org/officeDocument/2006/relationships/slideMaster" Target="../slideMasters/slideMaster2.xml" /></Relationships>
</file>

<file path=ppt/slideLayouts/_rels/slideLayout60.xml.rels>&#65279;<?xml version="1.0" encoding="utf-8" standalone="yes"?><Relationships xmlns="http://schemas.openxmlformats.org/package/2006/relationships"><Relationship Id="rId1" Type="http://schemas.openxmlformats.org/officeDocument/2006/relationships/image" Target="../media/image7.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2.xml" /></Relationships>
</file>

<file path=ppt/slideLayouts/_rels/slideLayout61.xml.rels>&#65279;<?xml version="1.0" encoding="utf-8" standalone="yes"?><Relationships xmlns="http://schemas.openxmlformats.org/package/2006/relationships"><Relationship Id="rId1" Type="http://schemas.openxmlformats.org/officeDocument/2006/relationships/image" Target="../media/image2.png" /><Relationship Id="rId2" Type="http://schemas.openxmlformats.org/officeDocument/2006/relationships/image" Target="../media/image1.png" /><Relationship Id="rId3" Type="http://schemas.openxmlformats.org/officeDocument/2006/relationships/image" Target="../media/image8.png" /><Relationship Id="rId4" Type="http://schemas.openxmlformats.org/officeDocument/2006/relationships/image" Target="../media/image46.png" /><Relationship Id="rId5" Type="http://schemas.openxmlformats.org/officeDocument/2006/relationships/slideMaster" Target="../slideMasters/slideMaster2.xml" /></Relationships>
</file>

<file path=ppt/slideLayouts/_rels/slideLayout6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9.png" /><Relationship Id="rId3" Type="http://schemas.openxmlformats.org/officeDocument/2006/relationships/image" Target="../media/image2.png" /><Relationship Id="rId4" Type="http://schemas.openxmlformats.org/officeDocument/2006/relationships/slideMaster" Target="../slideMasters/slideMaster2.xml" /></Relationships>
</file>

<file path=ppt/slideLayouts/_rels/slideLayout6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10.png" /><Relationship Id="rId4" Type="http://schemas.openxmlformats.org/officeDocument/2006/relationships/image" Target="../media/image47.png" /><Relationship Id="rId5" Type="http://schemas.openxmlformats.org/officeDocument/2006/relationships/slideMaster" Target="../slideMasters/slideMaster2.xml" /></Relationships>
</file>

<file path=ppt/slideLayouts/_rels/slideLayout6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11.png" /><Relationship Id="rId3" Type="http://schemas.openxmlformats.org/officeDocument/2006/relationships/image" Target="../media/image2.png" /><Relationship Id="rId4" Type="http://schemas.openxmlformats.org/officeDocument/2006/relationships/slideMaster" Target="../slideMasters/slideMaster2.xml" /></Relationships>
</file>

<file path=ppt/slideLayouts/_rels/slideLayout65.xml.rels>&#65279;<?xml version="1.0" encoding="utf-8" standalone="yes"?><Relationships xmlns="http://schemas.openxmlformats.org/package/2006/relationships"><Relationship Id="rId1" Type="http://schemas.openxmlformats.org/officeDocument/2006/relationships/image" Target="../media/image12.png" /><Relationship Id="rId2" Type="http://schemas.openxmlformats.org/officeDocument/2006/relationships/slideMaster" Target="../slideMasters/slideMaster2.xml" /></Relationships>
</file>

<file path=ppt/slideLayouts/_rels/slideLayout66.xml.rels>&#65279;<?xml version="1.0" encoding="utf-8" standalone="yes"?><Relationships xmlns="http://schemas.openxmlformats.org/package/2006/relationships"><Relationship Id="rId1" Type="http://schemas.openxmlformats.org/officeDocument/2006/relationships/image" Target="../media/image48.png" /><Relationship Id="rId2" Type="http://schemas.openxmlformats.org/officeDocument/2006/relationships/image" Target="../media/image49.png" /><Relationship Id="rId3" Type="http://schemas.openxmlformats.org/officeDocument/2006/relationships/image" Target="../media/image50.png" /><Relationship Id="rId4" Type="http://schemas.openxmlformats.org/officeDocument/2006/relationships/image" Target="../media/image51.png" /><Relationship Id="rId5" Type="http://schemas.openxmlformats.org/officeDocument/2006/relationships/image" Target="../media/image52.png" /><Relationship Id="rId6" Type="http://schemas.openxmlformats.org/officeDocument/2006/relationships/image" Target="../media/image53.png" /><Relationship Id="rId7" Type="http://schemas.openxmlformats.org/officeDocument/2006/relationships/slideMaster" Target="../slideMasters/slideMaster2.xml" /></Relationships>
</file>

<file path=ppt/slideLayouts/_rels/slideLayout67.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68.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69.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70.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71.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72.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73.xml.rels>&#65279;<?xml version="1.0" encoding="utf-8" standalone="yes"?><Relationships xmlns="http://schemas.openxmlformats.org/package/2006/relationships"><Relationship Id="rId1" Type="http://schemas.openxmlformats.org/officeDocument/2006/relationships/image" Target="../media/image18.png" /><Relationship Id="rId2" Type="http://schemas.openxmlformats.org/officeDocument/2006/relationships/image" Target="../media/image19.png" /><Relationship Id="rId3" Type="http://schemas.openxmlformats.org/officeDocument/2006/relationships/image" Target="../media/image20.png" /><Relationship Id="rId4" Type="http://schemas.openxmlformats.org/officeDocument/2006/relationships/image" Target="../media/image21.png" /><Relationship Id="rId5" Type="http://schemas.openxmlformats.org/officeDocument/2006/relationships/image" Target="../media/image22.png" /><Relationship Id="rId6" Type="http://schemas.openxmlformats.org/officeDocument/2006/relationships/image" Target="../media/image17.png" /><Relationship Id="rId7" Type="http://schemas.openxmlformats.org/officeDocument/2006/relationships/slideMaster" Target="../slideMasters/slideMaster2.xml" /></Relationships>
</file>

<file path=ppt/slideLayouts/_rels/slideLayout74.xml.rels>&#65279;<?xml version="1.0" encoding="utf-8" standalone="yes"?><Relationships xmlns="http://schemas.openxmlformats.org/package/2006/relationships"><Relationship Id="rId1" Type="http://schemas.openxmlformats.org/officeDocument/2006/relationships/image" Target="../media/image23.png" /><Relationship Id="rId2" Type="http://schemas.openxmlformats.org/officeDocument/2006/relationships/image" Target="../media/image20.png" /><Relationship Id="rId3" Type="http://schemas.openxmlformats.org/officeDocument/2006/relationships/image" Target="../media/image18.png" /><Relationship Id="rId4" Type="http://schemas.openxmlformats.org/officeDocument/2006/relationships/image" Target="../media/image19.png" /><Relationship Id="rId5" Type="http://schemas.openxmlformats.org/officeDocument/2006/relationships/image" Target="../media/image24.png" /><Relationship Id="rId6" Type="http://schemas.openxmlformats.org/officeDocument/2006/relationships/image" Target="../media/image21.png" /><Relationship Id="rId7" Type="http://schemas.openxmlformats.org/officeDocument/2006/relationships/image" Target="../media/image22.png" /><Relationship Id="rId8" Type="http://schemas.openxmlformats.org/officeDocument/2006/relationships/image" Target="../media/image17.png" /><Relationship Id="rId9" Type="http://schemas.openxmlformats.org/officeDocument/2006/relationships/slideMaster" Target="../slideMasters/slideMaster2.xml" /></Relationships>
</file>

<file path=ppt/slideLayouts/_rels/slideLayout75.xml.rels>&#65279;<?xml version="1.0" encoding="utf-8" standalone="yes"?><Relationships xmlns="http://schemas.openxmlformats.org/package/2006/relationships"><Relationship Id="rId1" Type="http://schemas.openxmlformats.org/officeDocument/2006/relationships/image" Target="../media/image23.png" /><Relationship Id="rId10" Type="http://schemas.openxmlformats.org/officeDocument/2006/relationships/image" Target="../media/image17.png" /><Relationship Id="rId11" Type="http://schemas.openxmlformats.org/officeDocument/2006/relationships/slideMaster" Target="../slideMasters/slideMaster2.xml" /><Relationship Id="rId2" Type="http://schemas.openxmlformats.org/officeDocument/2006/relationships/image" Target="../media/image20.png" /><Relationship Id="rId3" Type="http://schemas.openxmlformats.org/officeDocument/2006/relationships/image" Target="../media/image25.png" /><Relationship Id="rId4" Type="http://schemas.openxmlformats.org/officeDocument/2006/relationships/image" Target="../media/image18.png" /><Relationship Id="rId5" Type="http://schemas.openxmlformats.org/officeDocument/2006/relationships/image" Target="../media/image19.png" /><Relationship Id="rId6" Type="http://schemas.openxmlformats.org/officeDocument/2006/relationships/image" Target="../media/image24.png" /><Relationship Id="rId7" Type="http://schemas.openxmlformats.org/officeDocument/2006/relationships/image" Target="../media/image21.png" /><Relationship Id="rId8" Type="http://schemas.openxmlformats.org/officeDocument/2006/relationships/image" Target="../media/image22.png" /><Relationship Id="rId9" Type="http://schemas.openxmlformats.org/officeDocument/2006/relationships/image" Target="../media/image26.png" /></Relationships>
</file>

<file path=ppt/slideLayouts/_rels/slideLayout76.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28.png" /><Relationship Id="rId3" Type="http://schemas.openxmlformats.org/officeDocument/2006/relationships/slideMaster" Target="../slideMasters/slideMaster2.xml" /></Relationships>
</file>

<file path=ppt/slideLayouts/_rels/slideLayout77.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28.png" /><Relationship Id="rId3" Type="http://schemas.openxmlformats.org/officeDocument/2006/relationships/slideMaster" Target="../slideMasters/slideMaster2.xml" /></Relationships>
</file>

<file path=ppt/slideLayouts/_rels/slideLayout78.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28.png" /><Relationship Id="rId3" Type="http://schemas.openxmlformats.org/officeDocument/2006/relationships/slideMaster" Target="../slideMasters/slideMaster2.xml" /></Relationships>
</file>

<file path=ppt/slideLayouts/_rels/slideLayout79.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28.png" /><Relationship Id="rId3" Type="http://schemas.openxmlformats.org/officeDocument/2006/relationships/slideMaster" Target="../slideMasters/slideMaster2.xml" /></Relationships>
</file>

<file path=ppt/slideLayouts/_rels/slideLayout80.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2.xml" /></Relationships>
</file>

<file path=ppt/slideLayouts/_rels/slideLayout81.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2.xml" /></Relationships>
</file>

<file path=ppt/slideLayouts/_rels/slideLayout82.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2.xml" /></Relationships>
</file>

<file path=ppt/slideLayouts/_rels/slideLayout83.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28.png" /><Relationship Id="rId3" Type="http://schemas.openxmlformats.org/officeDocument/2006/relationships/image" Target="../media/image32.png" /><Relationship Id="rId4" Type="http://schemas.openxmlformats.org/officeDocument/2006/relationships/slideMaster" Target="../slideMasters/slideMaster2.xml" /></Relationships>
</file>

<file path=ppt/slideLayouts/_rels/slideLayout84.xml.rels>&#65279;<?xml version="1.0" encoding="utf-8" standalone="yes"?><Relationships xmlns="http://schemas.openxmlformats.org/package/2006/relationships"><Relationship Id="rId1" Type="http://schemas.openxmlformats.org/officeDocument/2006/relationships/image" Target="../media/image54.png" /><Relationship Id="rId2" Type="http://schemas.openxmlformats.org/officeDocument/2006/relationships/image" Target="../media/image27.png" /><Relationship Id="rId3" Type="http://schemas.openxmlformats.org/officeDocument/2006/relationships/image" Target="../media/image32.png" /><Relationship Id="rId4" Type="http://schemas.openxmlformats.org/officeDocument/2006/relationships/image" Target="../media/image55.png" /><Relationship Id="rId5" Type="http://schemas.openxmlformats.org/officeDocument/2006/relationships/slideMaster" Target="../slideMasters/slideMaster2.xml" /></Relationships>
</file>

<file path=ppt/slideLayouts/_rels/slideLayout85.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image" Target="../media/image54.png" /><Relationship Id="rId5" Type="http://schemas.openxmlformats.org/officeDocument/2006/relationships/slideMaster" Target="../slideMasters/slideMaster2.xml" /></Relationships>
</file>

<file path=ppt/slideLayouts/_rels/slideLayout86.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image" Target="../media/image54.png" /><Relationship Id="rId5" Type="http://schemas.openxmlformats.org/officeDocument/2006/relationships/slideMaster" Target="../slideMasters/slideMaster2.xml" /></Relationships>
</file>

<file path=ppt/slideLayouts/_rels/slideLayout87.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image" Target="../media/image54.png" /><Relationship Id="rId5" Type="http://schemas.openxmlformats.org/officeDocument/2006/relationships/slideMaster" Target="../slideMasters/slideMaster2.xml" /></Relationships>
</file>

<file path=ppt/slideLayouts/_rels/slideLayout88.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89.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0.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1.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2.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3.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4.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5.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6.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7.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8.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99.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image" Target="../media/image55.png" /><Relationship Id="rId4" Type="http://schemas.openxmlformats.org/officeDocument/2006/relationships/slideMaster" Target="../slideMasters/slideMaster2.xml" /></Relationships>
</file>

<file path=ppt/slideLayouts/_rels/slideLayout100.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32.png" /><Relationship Id="rId3" Type="http://schemas.openxmlformats.org/officeDocument/2006/relationships/slideMaster" Target="../slideMasters/slideMaster2.xml" /></Relationships>
</file>

<file path=ppt/slideLayouts/_rels/slideLayout101.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32.png" /><Relationship Id="rId3" Type="http://schemas.openxmlformats.org/officeDocument/2006/relationships/slideMaster" Target="../slideMasters/slideMaster2.xml" /></Relationships>
</file>

<file path=ppt/slideLayouts/_rels/slideLayout102.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32.png" /><Relationship Id="rId3" Type="http://schemas.openxmlformats.org/officeDocument/2006/relationships/slideMaster" Target="../slideMasters/slideMaster2.xml" /></Relationships>
</file>

<file path=ppt/slideLayouts/_rels/slideLayout103.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32.png" /><Relationship Id="rId3" Type="http://schemas.openxmlformats.org/officeDocument/2006/relationships/slideMaster" Target="../slideMasters/slideMaster2.xml" /></Relationships>
</file>

<file path=ppt/slideLayouts/_rels/slideLayout104.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41.png" /><Relationship Id="rId3" Type="http://schemas.openxmlformats.org/officeDocument/2006/relationships/slideMaster" Target="../slideMasters/slideMaster2.xml" /></Relationships>
</file>

<file path=ppt/slideLayouts/_rels/slideLayout105.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41.png" /><Relationship Id="rId3" Type="http://schemas.openxmlformats.org/officeDocument/2006/relationships/slideMaster" Target="../slideMasters/slideMaster2.xml" /></Relationships>
</file>

<file path=ppt/slideLayouts/_rels/slideLayout106.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41.png" /><Relationship Id="rId3" Type="http://schemas.openxmlformats.org/officeDocument/2006/relationships/slideMaster" Target="../slideMasters/slideMaster2.xml" /></Relationships>
</file>

<file path=ppt/slideLayouts/_rels/slideLayout107.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41.png" /><Relationship Id="rId3" Type="http://schemas.openxmlformats.org/officeDocument/2006/relationships/slideMaster" Target="../slideMasters/slideMaster2.xml" /></Relationships>
</file>

<file path=ppt/slideLayouts/_rels/slideLayout108.xml.rels>&#65279;<?xml version="1.0" encoding="utf-8" standalone="yes"?><Relationships xmlns="http://schemas.openxmlformats.org/package/2006/relationships"><Relationship Id="rId1" Type="http://schemas.openxmlformats.org/officeDocument/2006/relationships/image" Target="../media/image27.png" /><Relationship Id="rId2" Type="http://schemas.openxmlformats.org/officeDocument/2006/relationships/image" Target="../media/image42.png" /><Relationship Id="rId3" Type="http://schemas.openxmlformats.org/officeDocument/2006/relationships/slideMaster" Target="../slideMasters/slideMaster2.xml" /></Relationships>
</file>

<file path=ppt/slideLayouts/_rels/slideLayout109.xml.rels>&#65279;<?xml version="1.0" encoding="utf-8" standalone="yes"?><Relationships xmlns="http://schemas.openxmlformats.org/package/2006/relationships"><Relationship Id="rId1" Type="http://schemas.openxmlformats.org/officeDocument/2006/relationships/image" Target="../media/image29.png" /><Relationship Id="rId2" Type="http://schemas.openxmlformats.org/officeDocument/2006/relationships/image" Target="../media/image42.png" /><Relationship Id="rId3" Type="http://schemas.openxmlformats.org/officeDocument/2006/relationships/slideMaster" Target="../slideMasters/slideMaster2.xml" /></Relationships>
</file>

<file path=ppt/slideLayouts/_rels/slideLayout110.xml.rels>&#65279;<?xml version="1.0" encoding="utf-8" standalone="yes"?><Relationships xmlns="http://schemas.openxmlformats.org/package/2006/relationships"><Relationship Id="rId1" Type="http://schemas.openxmlformats.org/officeDocument/2006/relationships/image" Target="../media/image30.png" /><Relationship Id="rId2" Type="http://schemas.openxmlformats.org/officeDocument/2006/relationships/image" Target="../media/image42.png" /><Relationship Id="rId3" Type="http://schemas.openxmlformats.org/officeDocument/2006/relationships/slideMaster" Target="../slideMasters/slideMaster2.xml" /></Relationships>
</file>

<file path=ppt/slideLayouts/_rels/slideLayout111.xml.rels>&#65279;<?xml version="1.0" encoding="utf-8" standalone="yes"?><Relationships xmlns="http://schemas.openxmlformats.org/package/2006/relationships"><Relationship Id="rId1" Type="http://schemas.openxmlformats.org/officeDocument/2006/relationships/image" Target="../media/image31.png" /><Relationship Id="rId2" Type="http://schemas.openxmlformats.org/officeDocument/2006/relationships/image" Target="../media/image42.png" /><Relationship Id="rId3" Type="http://schemas.openxmlformats.org/officeDocument/2006/relationships/slideMaster" Target="../slideMasters/slideMaster2.xml" /></Relationships>
</file>

<file path=ppt/slideLayouts/_rels/slideLayout112.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113.xml.rels>&#65279;<?xml version="1.0" encoding="utf-8" standalone="yes"?><Relationships xmlns="http://schemas.openxmlformats.org/package/2006/relationships"><Relationship Id="rId1" Type="http://schemas.openxmlformats.org/officeDocument/2006/relationships/image" Target="../media/image17.png" /><Relationship Id="rId2" Type="http://schemas.openxmlformats.org/officeDocument/2006/relationships/slideMaster" Target="../slideMasters/slideMaster2.xml" /></Relationships>
</file>

<file path=ppt/slideLayouts/_rels/slideLayout114.xml.rels>&#65279;<?xml version="1.0" encoding="utf-8" standalone="yes"?><Relationships xmlns="http://schemas.openxmlformats.org/package/2006/relationships"><Relationship Id="rId1" Type="http://schemas.openxmlformats.org/officeDocument/2006/relationships/image" Target="../media/image43.png" /><Relationship Id="rId2" Type="http://schemas.openxmlformats.org/officeDocument/2006/relationships/slideMaster" Target="../slideMasters/slideMaster2.xml" /></Relationships>
</file>

<file path=ppt/slideLayouts/_rels/slideLayout115.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16.xml.rels>&#65279;<?xml version="1.0" encoding="utf-8" standalone="yes"?><Relationships xmlns="http://schemas.openxmlformats.org/package/2006/relationships"><Relationship Id="rId1" Type="http://schemas.openxmlformats.org/officeDocument/2006/relationships/image" Target="../media/image12.png" /><Relationship Id="rId2" Type="http://schemas.openxmlformats.org/officeDocument/2006/relationships/slideMaster" Target="../slideMasters/slideMaster2.xml" /></Relationships>
</file>

<file path=ppt/slideLayouts/_rels/slideLayout117.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English">
  <p:cSld name="Title Slide 2_1">
    <p:bg>
      <p:bgPr>
        <a:solidFill>
          <a:srgbClr val="BEF2BD"/>
        </a:solidFill>
      </p:bgPr>
    </p:bg>
    <p:spTree>
      <p:nvGrpSpPr>
        <p:cNvPr id="9" name="Shape 9"/>
        <p:cNvGrpSpPr/>
        <p:nvPr/>
      </p:nvGrpSpPr>
      <p:grpSpPr>
        <a:xfrm>
          <a:off x="0" y="0"/>
          <a:ext cx="0" cy="0"/>
        </a:xfrm>
      </p:grpSpPr>
      <p:pic>
        <p:nvPicPr>
          <p:cNvPr id="10" name="Google Shape;10;p2"/>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English</a:t>
            </a:r>
            <a:endParaRPr sz="1700" b="1">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3" name="Google Shape;13;p2"/>
          <p:cNvSpPr txBox="1"/>
          <p:nvPr>
            <p:ph type="subTitle" idx="1"/>
          </p:nvPr>
        </p:nvSpPr>
        <p:spPr>
          <a:xfrm>
            <a:off x="890225" y="4327975"/>
            <a:ext cx="59862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14" name="Google Shape;14;p2"/>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15" name="Google Shape;15;p2"/>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aths">
  <p:cSld name="Title Slide 2_1_1">
    <p:bg>
      <p:bgPr>
        <a:solidFill>
          <a:srgbClr val="BEF2BD"/>
        </a:solidFill>
      </p:bgPr>
    </p:bg>
    <p:spTree>
      <p:nvGrpSpPr>
        <p:cNvPr id="17" name="Shape 17"/>
        <p:cNvGrpSpPr/>
        <p:nvPr/>
      </p:nvGrpSpPr>
      <p:grpSpPr>
        <a:xfrm>
          <a:off x="0" y="0"/>
          <a:ext cx="0" cy="0"/>
        </a:xfrm>
      </p:grpSpPr>
      <p:pic>
        <p:nvPicPr>
          <p:cNvPr id="18" name="Google Shape;18;p3"/>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Maths</a:t>
            </a:r>
            <a:endParaRPr sz="1700" b="1">
              <a:latin typeface="Lexend"/>
              <a:ea typeface="Lexend"/>
              <a:cs typeface="Lexend"/>
              <a:sym typeface="Lexend"/>
            </a:endParaRPr>
          </a:p>
        </p:txBody>
      </p:sp>
      <p:sp>
        <p:nvSpPr>
          <p:cNvPr id="21" name="Google Shape;21;p3"/>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22" name="Google Shape;22;p3"/>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a:blip r:embed="rId3">
            <a:alphaModFix/>
          </a:blip>
          <a:srcRect l="6209" r="6209"/>
          <a:stretch>
            <a:fillRect/>
          </a:stretch>
        </p:blipFill>
        <p:spPr>
          <a:xfrm>
            <a:off x="324000" y="4008600"/>
            <a:ext cx="707200" cy="128000"/>
          </a:xfrm>
          <a:prstGeom prst="rect">
            <a:avLst/>
          </a:prstGeom>
          <a:noFill/>
          <a:ln>
            <a:noFill/>
          </a:ln>
        </p:spPr>
      </p:pic>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Geography">
  <p:cSld name="Title Slide 2_1_1_1">
    <p:bg>
      <p:bgPr>
        <a:solidFill>
          <a:srgbClr val="BEF2BD"/>
        </a:solidFill>
      </p:bgPr>
    </p:bg>
    <p:spTree>
      <p:nvGrpSpPr>
        <p:cNvPr id="25" name="Shape 25"/>
        <p:cNvGrpSpPr/>
        <p:nvPr/>
      </p:nvGrpSpPr>
      <p:grpSpPr>
        <a:xfrm>
          <a:off x="0" y="0"/>
          <a:ext cx="0" cy="0"/>
        </a:xfrm>
      </p:grpSpPr>
      <p:pic>
        <p:nvPicPr>
          <p:cNvPr id="26" name="Google Shape;26;p4"/>
          <p:cNvPicPr preferRelativeResize="0"/>
          <p:nvPr/>
        </p:nvPicPr>
        <p:blipFill>
          <a:blip r:embed="rId1">
            <a:alphaModFix/>
          </a:blip>
          <a:srcRect l="6209" r="6209"/>
          <a:stretch>
            <a:fillRect/>
          </a:stretch>
        </p:blipFill>
        <p:spPr>
          <a:xfrm>
            <a:off x="324000" y="4008600"/>
            <a:ext cx="1259825" cy="128000"/>
          </a:xfrm>
          <a:prstGeom prst="rect">
            <a:avLst/>
          </a:prstGeom>
          <a:noFill/>
          <a:ln>
            <a:noFill/>
          </a:ln>
        </p:spPr>
      </p:pic>
      <p:pic>
        <p:nvPicPr>
          <p:cNvPr id="27" name="Google Shape;27;p4"/>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Geography</a:t>
            </a:r>
            <a:endParaRPr sz="1700" b="1">
              <a:latin typeface="Lexend"/>
              <a:ea typeface="Lexend"/>
              <a:cs typeface="Lexend"/>
              <a:sym typeface="Lexend"/>
            </a:endParaRPr>
          </a:p>
        </p:txBody>
      </p:sp>
      <p:sp>
        <p:nvSpPr>
          <p:cNvPr id="30" name="Google Shape;30;p4"/>
          <p:cNvSpPr txBox="1"/>
          <p:nvPr>
            <p:ph type="subTitle" idx="1"/>
          </p:nvPr>
        </p:nvSpPr>
        <p:spPr>
          <a:xfrm>
            <a:off x="890225" y="4327975"/>
            <a:ext cx="5997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31" name="Google Shape;31;p4"/>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History">
  <p:cSld name="Title Slide 2_1_1_1_1">
    <p:bg>
      <p:bgPr>
        <a:solidFill>
          <a:srgbClr val="BEF2BD"/>
        </a:solidFill>
      </p:bgPr>
    </p:bg>
    <p:spTree>
      <p:nvGrpSpPr>
        <p:cNvPr id="33" name="Shape 33"/>
        <p:cNvGrpSpPr/>
        <p:nvPr/>
      </p:nvGrpSpPr>
      <p:grpSpPr>
        <a:xfrm>
          <a:off x="0" y="0"/>
          <a:ext cx="0" cy="0"/>
        </a:xfrm>
      </p:grpSpPr>
      <p:pic>
        <p:nvPicPr>
          <p:cNvPr id="34" name="Google Shape;34;p5"/>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pic>
        <p:nvPicPr>
          <p:cNvPr id="35" name="Google Shape;35;p5"/>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36" name="Google Shape;36;p5"/>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7" name="Google Shape;37;p5"/>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History</a:t>
            </a:r>
            <a:endParaRPr sz="1700" b="1">
              <a:latin typeface="Lexend"/>
              <a:ea typeface="Lexend"/>
              <a:cs typeface="Lexend"/>
              <a:sym typeface="Lexend"/>
            </a:endParaRPr>
          </a:p>
        </p:txBody>
      </p:sp>
      <p:sp>
        <p:nvSpPr>
          <p:cNvPr id="38" name="Google Shape;38;p5"/>
          <p:cNvSpPr txBox="1"/>
          <p:nvPr>
            <p:ph type="subTitle" idx="1"/>
          </p:nvPr>
        </p:nvSpPr>
        <p:spPr>
          <a:xfrm>
            <a:off x="890225" y="4327975"/>
            <a:ext cx="5804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40" name="Google Shape;40;p5"/>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usic">
  <p:cSld name="Title Slide 2_1_1_1_1_1">
    <p:bg>
      <p:bgPr>
        <a:solidFill>
          <a:srgbClr val="BEF2BD"/>
        </a:solidFill>
      </p:bgPr>
    </p:bg>
    <p:spTree>
      <p:nvGrpSpPr>
        <p:cNvPr id="41" name="Shape 41"/>
        <p:cNvGrpSpPr/>
        <p:nvPr/>
      </p:nvGrpSpPr>
      <p:grpSpPr>
        <a:xfrm>
          <a:off x="0" y="0"/>
          <a:ext cx="0" cy="0"/>
        </a:xfrm>
      </p:grpSpPr>
      <p:pic>
        <p:nvPicPr>
          <p:cNvPr id="42" name="Google Shape;42;p6"/>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43" name="Google Shape;43;p6"/>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4" name="Google Shape;44;p6"/>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Music</a:t>
            </a:r>
            <a:endParaRPr sz="1700" b="1">
              <a:latin typeface="Lexend"/>
              <a:ea typeface="Lexend"/>
              <a:cs typeface="Lexend"/>
              <a:sym typeface="Lexend"/>
            </a:endParaRPr>
          </a:p>
        </p:txBody>
      </p:sp>
      <p:sp>
        <p:nvSpPr>
          <p:cNvPr id="45" name="Google Shape;45;p6"/>
          <p:cNvSpPr txBox="1"/>
          <p:nvPr>
            <p:ph type="subTitle" idx="1"/>
          </p:nvPr>
        </p:nvSpPr>
        <p:spPr>
          <a:xfrm>
            <a:off x="890225" y="4327975"/>
            <a:ext cx="57870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46" name="Google Shape;46;p6"/>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47" name="Google Shape;47;p6"/>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48" name="Google Shape;48;p6"/>
          <p:cNvPicPr preferRelativeResize="0"/>
          <p:nvPr/>
        </p:nvPicPr>
        <p:blipFill>
          <a:blip r:embed="rId3">
            <a:alphaModFix/>
          </a:blip>
          <a:srcRect l="6209" r="6209"/>
          <a:stretch>
            <a:fillRect/>
          </a:stretch>
        </p:blipFill>
        <p:spPr>
          <a:xfrm>
            <a:off x="324000" y="4008600"/>
            <a:ext cx="661625" cy="128000"/>
          </a:xfrm>
          <a:prstGeom prst="rect">
            <a:avLst/>
          </a:prstGeom>
          <a:noFill/>
          <a:ln>
            <a:noFill/>
          </a:ln>
        </p:spPr>
      </p:pic>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Science">
  <p:cSld name="Title Slide 2_1_1_1_1_1_1">
    <p:bg>
      <p:bgPr>
        <a:solidFill>
          <a:srgbClr val="BEF2BD"/>
        </a:solidFill>
      </p:bgPr>
    </p:bg>
    <p:spTree>
      <p:nvGrpSpPr>
        <p:cNvPr id="49" name="Shape 49"/>
        <p:cNvGrpSpPr/>
        <p:nvPr/>
      </p:nvGrpSpPr>
      <p:grpSpPr>
        <a:xfrm>
          <a:off x="0" y="0"/>
          <a:ext cx="0" cy="0"/>
        </a:xfrm>
      </p:grpSpPr>
      <p:pic>
        <p:nvPicPr>
          <p:cNvPr id="50" name="Google Shape;50;p7"/>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51" name="Google Shape;51;p7"/>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2" name="Google Shape;52;p7"/>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Science</a:t>
            </a:r>
            <a:endParaRPr sz="1700" b="1">
              <a:latin typeface="Lexend"/>
              <a:ea typeface="Lexend"/>
              <a:cs typeface="Lexend"/>
              <a:sym typeface="Lexend"/>
            </a:endParaRPr>
          </a:p>
        </p:txBody>
      </p:sp>
      <p:sp>
        <p:nvSpPr>
          <p:cNvPr id="53" name="Google Shape;53;p7"/>
          <p:cNvSpPr txBox="1"/>
          <p:nvPr>
            <p:ph type="subTitle" idx="1"/>
          </p:nvPr>
        </p:nvSpPr>
        <p:spPr>
          <a:xfrm>
            <a:off x="890225" y="4327975"/>
            <a:ext cx="57927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54" name="Google Shape;54;p7"/>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55" name="Google Shape;55;p7"/>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6" name="Google Shape;56;p7"/>
          <p:cNvPicPr preferRelativeResize="0"/>
          <p:nvPr/>
        </p:nvPicPr>
        <p:blipFill>
          <a:blip r:embed="rId3">
            <a:alphaModFix/>
          </a:blip>
          <a:srcRect l="6209" r="6209"/>
          <a:stretch>
            <a:fillRect/>
          </a:stretch>
        </p:blipFill>
        <p:spPr>
          <a:xfrm>
            <a:off x="324000" y="4008600"/>
            <a:ext cx="859400" cy="127996"/>
          </a:xfrm>
          <a:prstGeom prst="rect">
            <a:avLst/>
          </a:prstGeom>
          <a:noFill/>
          <a:ln>
            <a:noFill/>
          </a:ln>
        </p:spPr>
      </p:pic>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Biology">
  <p:cSld name="Title Slide 2_1_1_1_1_1_1_1">
    <p:bg>
      <p:bgPr>
        <a:solidFill>
          <a:srgbClr val="BEF2BD"/>
        </a:solidFill>
      </p:bgPr>
    </p:bg>
    <p:spTree>
      <p:nvGrpSpPr>
        <p:cNvPr id="57" name="Shape 57"/>
        <p:cNvGrpSpPr/>
        <p:nvPr/>
      </p:nvGrpSpPr>
      <p:grpSpPr>
        <a:xfrm>
          <a:off x="0" y="0"/>
          <a:ext cx="0" cy="0"/>
        </a:xfrm>
      </p:grpSpPr>
      <p:pic>
        <p:nvPicPr>
          <p:cNvPr id="58" name="Google Shape;58;p8"/>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pic>
        <p:nvPicPr>
          <p:cNvPr id="59" name="Google Shape;59;p8"/>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60" name="Google Shape;60;p8"/>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1" name="Google Shape;61;p8"/>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Biology</a:t>
            </a:r>
            <a:endParaRPr sz="1700" b="1">
              <a:latin typeface="Lexend"/>
              <a:ea typeface="Lexend"/>
              <a:cs typeface="Lexend"/>
              <a:sym typeface="Lexend"/>
            </a:endParaRPr>
          </a:p>
        </p:txBody>
      </p:sp>
      <p:sp>
        <p:nvSpPr>
          <p:cNvPr id="62" name="Google Shape;62;p8"/>
          <p:cNvSpPr txBox="1"/>
          <p:nvPr>
            <p:ph type="subTitle" idx="1"/>
          </p:nvPr>
        </p:nvSpPr>
        <p:spPr>
          <a:xfrm>
            <a:off x="890225" y="4327975"/>
            <a:ext cx="5775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3" name="Google Shape;63;p8"/>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64" name="Google Shape;64;p8"/>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Physics">
  <p:cSld name="Title Slide 2_1_1_1_1_1_1_1_1">
    <p:bg>
      <p:bgPr>
        <a:solidFill>
          <a:srgbClr val="BEF2BD"/>
        </a:solidFill>
      </p:bgPr>
    </p:bg>
    <p:spTree>
      <p:nvGrpSpPr>
        <p:cNvPr id="65" name="Shape 65"/>
        <p:cNvGrpSpPr/>
        <p:nvPr/>
      </p:nvGrpSpPr>
      <p:grpSpPr>
        <a:xfrm>
          <a:off x="0" y="0"/>
          <a:ext cx="0" cy="0"/>
        </a:xfrm>
      </p:grpSpPr>
      <p:pic>
        <p:nvPicPr>
          <p:cNvPr id="66" name="Google Shape;66;p9"/>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pic>
        <p:nvPicPr>
          <p:cNvPr id="67" name="Google Shape;67;p9"/>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68" name="Google Shape;68;p9"/>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9" name="Google Shape;69;p9"/>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Physics</a:t>
            </a:r>
            <a:endParaRPr sz="1700" b="1">
              <a:latin typeface="Lexend"/>
              <a:ea typeface="Lexend"/>
              <a:cs typeface="Lexend"/>
              <a:sym typeface="Lexend"/>
            </a:endParaRPr>
          </a:p>
        </p:txBody>
      </p:sp>
      <p:sp>
        <p:nvSpPr>
          <p:cNvPr id="70" name="Google Shape;70;p9"/>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71" name="Google Shape;71;p9"/>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72" name="Google Shape;72;p9"/>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Chemistry">
  <p:cSld name="Title Slide 2_1_1_1_1_1_1_1_1_1">
    <p:bg>
      <p:bgPr>
        <a:solidFill>
          <a:srgbClr val="BEF2BD"/>
        </a:solidFill>
      </p:bgPr>
    </p:bg>
    <p:spTree>
      <p:nvGrpSpPr>
        <p:cNvPr id="73" name="Shape 73"/>
        <p:cNvGrpSpPr/>
        <p:nvPr/>
      </p:nvGrpSpPr>
      <p:grpSpPr>
        <a:xfrm>
          <a:off x="0" y="0"/>
          <a:ext cx="0" cy="0"/>
        </a:xfrm>
      </p:grpSpPr>
      <p:pic>
        <p:nvPicPr>
          <p:cNvPr id="74" name="Google Shape;74;p10"/>
          <p:cNvPicPr preferRelativeResize="0"/>
          <p:nvPr/>
        </p:nvPicPr>
        <p:blipFill>
          <a:blip r:embed="rId1">
            <a:alphaModFix/>
          </a:blip>
          <a:srcRect l="6209" r="6209"/>
          <a:stretch>
            <a:fillRect/>
          </a:stretch>
        </p:blipFill>
        <p:spPr>
          <a:xfrm>
            <a:off x="324000" y="4008600"/>
            <a:ext cx="1117400" cy="128000"/>
          </a:xfrm>
          <a:prstGeom prst="rect">
            <a:avLst/>
          </a:prstGeom>
          <a:noFill/>
          <a:ln>
            <a:noFill/>
          </a:ln>
        </p:spPr>
      </p:pic>
      <p:pic>
        <p:nvPicPr>
          <p:cNvPr id="75" name="Google Shape;75;p10"/>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76" name="Google Shape;76;p10"/>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77" name="Google Shape;77;p10"/>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Chemistry</a:t>
            </a:r>
            <a:endParaRPr sz="1700" b="1">
              <a:latin typeface="Lexend"/>
              <a:ea typeface="Lexend"/>
              <a:cs typeface="Lexend"/>
              <a:sym typeface="Lexend"/>
            </a:endParaRPr>
          </a:p>
        </p:txBody>
      </p:sp>
      <p:sp>
        <p:nvSpPr>
          <p:cNvPr id="78" name="Google Shape;78;p10"/>
          <p:cNvSpPr txBox="1"/>
          <p:nvPr>
            <p:ph type="subTitle" idx="1"/>
          </p:nvPr>
        </p:nvSpPr>
        <p:spPr>
          <a:xfrm>
            <a:off x="890225" y="4327975"/>
            <a:ext cx="5855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79" name="Google Shape;79;p10"/>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80" name="Google Shape;80;p10"/>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1 Outcome">
  <p:cSld name="CUSTOM_5">
    <p:bg>
      <p:bgPr>
        <a:solidFill>
          <a:srgbClr val="BEF2BD"/>
        </a:solidFill>
      </p:bgPr>
    </p:bg>
    <p:spTree>
      <p:nvGrpSpPr>
        <p:cNvPr id="81" name="Shape 81"/>
        <p:cNvGrpSpPr/>
        <p:nvPr/>
      </p:nvGrpSpPr>
      <p:grpSpPr>
        <a:xfrm>
          <a:off x="0" y="0"/>
          <a:ext cx="0" cy="0"/>
        </a:xfrm>
      </p:grpSpPr>
      <p:pic>
        <p:nvPicPr>
          <p:cNvPr id="82" name="Google Shape;82;p11"/>
          <p:cNvPicPr preferRelativeResize="0"/>
          <p:nvPr/>
        </p:nvPicPr>
        <p:blipFill>
          <a:blip r:embed="rId1">
            <a:alphaModFix/>
          </a:blip>
          <a:stretch>
            <a:fillRect/>
          </a:stretch>
        </p:blipFill>
        <p:spPr>
          <a:xfrm>
            <a:off x="343225" y="1388370"/>
            <a:ext cx="7945600" cy="2919776"/>
          </a:xfrm>
          <a:prstGeom prst="rect">
            <a:avLst/>
          </a:prstGeom>
          <a:noFill/>
          <a:ln>
            <a:noFill/>
          </a:ln>
        </p:spPr>
      </p:pic>
      <p:sp>
        <p:nvSpPr>
          <p:cNvPr id="83" name="Google Shape;83;p11"/>
          <p:cNvSpPr txBox="1"/>
          <p:nvPr/>
        </p:nvSpPr>
        <p:spPr>
          <a:xfrm>
            <a:off x="325207" y="454765"/>
            <a:ext cx="45756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800" b="1">
                <a:latin typeface="Lexend"/>
                <a:ea typeface="Lexend"/>
                <a:cs typeface="Lexend"/>
                <a:sym typeface="Lexend"/>
              </a:rPr>
              <a:t>Outcome</a:t>
            </a:r>
            <a:endParaRPr sz="2800" b="1">
              <a:latin typeface="Lexend"/>
              <a:ea typeface="Lexend"/>
              <a:cs typeface="Lexend"/>
              <a:sym typeface="Lexend"/>
            </a:endParaRPr>
          </a:p>
        </p:txBody>
      </p:sp>
      <p:sp>
        <p:nvSpPr>
          <p:cNvPr id="84" name="Google Shape;84;p11"/>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lvl1pPr lvl="0">
              <a:lnSpc>
                <a:spcPct val="115000"/>
              </a:lnSpc>
              <a:spcBef>
                <a:spcPct val="0"/>
              </a:spcBef>
              <a:spcAft>
                <a:spcPct val="0"/>
              </a:spcAft>
              <a:buSzPts val="2000"/>
              <a:buNone/>
              <a:defRPr sz="2000"/>
            </a:lvl1pPr>
            <a:lvl2pPr lvl="1">
              <a:spcBef>
                <a:spcPts val="1000"/>
              </a:spcBef>
              <a:spcAft>
                <a:spcPct val="0"/>
              </a:spcAft>
              <a:buSzPts val="2100"/>
              <a:buNone/>
              <a:defRPr/>
            </a:lvl2pPr>
            <a:lvl3pPr lvl="2">
              <a:spcBef>
                <a:spcPts val="1000"/>
              </a:spcBef>
              <a:spcAft>
                <a:spcPct val="0"/>
              </a:spcAft>
              <a:buSzPts val="2000"/>
              <a:buNone/>
              <a:defRPr/>
            </a:lvl3pPr>
            <a:lvl4pPr lvl="3">
              <a:spcBef>
                <a:spcPts val="800"/>
              </a:spcBef>
              <a:spcAft>
                <a:spcPct val="0"/>
              </a:spcAft>
              <a:buSzPts val="1900"/>
              <a:buNone/>
              <a:defRPr/>
            </a:lvl4pPr>
            <a:lvl5pPr lvl="4">
              <a:spcBef>
                <a:spcPts val="800"/>
              </a:spcBef>
              <a:spcAft>
                <a:spcPct val="0"/>
              </a:spcAft>
              <a:buSzPts val="1800"/>
              <a:buNone/>
              <a:defRPr/>
            </a:lvl5pPr>
            <a:lvl6pPr lvl="5">
              <a:spcBef>
                <a:spcPts val="600"/>
              </a:spcBef>
              <a:spcAft>
                <a:spcPct val="0"/>
              </a:spcAft>
              <a:buSzPts val="1800"/>
              <a:buNone/>
              <a:defRPr/>
            </a:lvl6pPr>
            <a:lvl7pPr lvl="6">
              <a:spcBef>
                <a:spcPts val="600"/>
              </a:spcBef>
              <a:spcAft>
                <a:spcPct val="0"/>
              </a:spcAft>
              <a:buSzPts val="1800"/>
              <a:buNone/>
              <a:defRPr/>
            </a:lvl7pPr>
            <a:lvl8pPr lvl="7">
              <a:spcBef>
                <a:spcPts val="400"/>
              </a:spcBef>
              <a:spcAft>
                <a:spcPct val="0"/>
              </a:spcAft>
              <a:buSzPts val="1800"/>
              <a:buNone/>
              <a:defRPr/>
            </a:lvl8pPr>
            <a:lvl9pPr lvl="8">
              <a:spcBef>
                <a:spcPts val="400"/>
              </a:spcBef>
              <a:spcAft>
                <a:spcPts val="200"/>
              </a:spcAft>
              <a:buSzPts val="1800"/>
              <a:buNone/>
              <a:defRPr/>
            </a:lvl9pPr>
          </a:lstStyle>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2 Hidden guidance slide">
  <p:cSld name="CUSTOM_1">
    <p:spTree>
      <p:nvGrpSpPr>
        <p:cNvPr id="85" name="Shape 85"/>
        <p:cNvGrpSpPr/>
        <p:nvPr/>
      </p:nvGrpSpPr>
      <p:grpSpPr>
        <a:xfrm>
          <a:off x="0" y="0"/>
          <a:ext cx="0" cy="0"/>
        </a:xfrm>
      </p:grpSpPr>
      <p:sp>
        <p:nvSpPr>
          <p:cNvPr id="86" name="Google Shape;86;p12"/>
          <p:cNvSpPr/>
          <p:nvPr/>
        </p:nvSpPr>
        <p:spPr>
          <a:xfrm>
            <a:off x="324000" y="281457"/>
            <a:ext cx="2828400" cy="31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Lesson phase codes</a:t>
            </a:r>
            <a:endParaRPr sz="2000" b="0" i="0" u="none" strike="noStrike" cap="none">
              <a:solidFill>
                <a:srgbClr val="282828"/>
              </a:solidFill>
              <a:latin typeface="Calibri"/>
              <a:ea typeface="Calibri"/>
              <a:cs typeface="Calibri"/>
              <a:sym typeface="Calibri"/>
            </a:endParaRPr>
          </a:p>
        </p:txBody>
      </p:sp>
      <p:sp>
        <p:nvSpPr>
          <p:cNvPr id="87" name="Google Shape;87;p12"/>
          <p:cNvSpPr/>
          <p:nvPr/>
        </p:nvSpPr>
        <p:spPr>
          <a:xfrm>
            <a:off x="1480224" y="1895406"/>
            <a:ext cx="3106500" cy="6558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ct val="0"/>
              </a:spcBef>
              <a:spcAft>
                <a:spcPct val="0"/>
              </a:spcAft>
              <a:buNone/>
            </a:pPr>
            <a:r>
              <a:rPr lang="en-GB" sz="1800" i="0" u="none" strike="noStrike" cap="none">
                <a:solidFill>
                  <a:srgbClr val="282828"/>
                </a:solidFill>
                <a:latin typeface="Lexend"/>
                <a:ea typeface="Lexend"/>
                <a:cs typeface="Lexend"/>
                <a:sym typeface="Lexend"/>
              </a:rPr>
              <a:t>Check for understanding</a:t>
            </a:r>
            <a:endParaRPr sz="1800" i="0" u="none" strike="noStrike" cap="none">
              <a:solidFill>
                <a:srgbClr val="282828"/>
              </a:solidFill>
              <a:latin typeface="Lexend"/>
              <a:ea typeface="Lexend"/>
              <a:cs typeface="Lexend"/>
              <a:sym typeface="Lexend"/>
            </a:endParaRPr>
          </a:p>
        </p:txBody>
      </p:sp>
      <p:sp>
        <p:nvSpPr>
          <p:cNvPr id="88" name="Google Shape;88;p12"/>
          <p:cNvSpPr/>
          <p:nvPr/>
        </p:nvSpPr>
        <p:spPr>
          <a:xfrm>
            <a:off x="1473205" y="1217091"/>
            <a:ext cx="1363500" cy="31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1800" i="0" u="none" strike="noStrike" cap="none">
                <a:latin typeface="Lexend"/>
                <a:ea typeface="Lexend"/>
                <a:cs typeface="Lexend"/>
                <a:sym typeface="Lexend"/>
              </a:rPr>
              <a:t>Explanation</a:t>
            </a:r>
            <a:endParaRPr sz="1800" i="0" u="none" strike="noStrike" cap="none">
              <a:latin typeface="Lexend"/>
              <a:ea typeface="Lexend"/>
              <a:cs typeface="Lexend"/>
              <a:sym typeface="Lexend"/>
            </a:endParaRPr>
          </a:p>
        </p:txBody>
      </p:sp>
      <p:sp>
        <p:nvSpPr>
          <p:cNvPr id="89" name="Google Shape;89;p12"/>
          <p:cNvSpPr/>
          <p:nvPr/>
        </p:nvSpPr>
        <p:spPr>
          <a:xfrm>
            <a:off x="5919121" y="1217091"/>
            <a:ext cx="1485600" cy="31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1800" i="0" u="none" strike="noStrike" cap="none">
                <a:solidFill>
                  <a:srgbClr val="282828"/>
                </a:solidFill>
                <a:latin typeface="Lexend"/>
                <a:ea typeface="Lexend"/>
                <a:cs typeface="Lexend"/>
                <a:sym typeface="Lexend"/>
              </a:rPr>
              <a:t>Practice task</a:t>
            </a:r>
            <a:endParaRPr sz="1800" i="0" u="none" strike="noStrike" cap="none">
              <a:solidFill>
                <a:srgbClr val="282828"/>
              </a:solidFill>
              <a:latin typeface="Lexend"/>
              <a:ea typeface="Lexend"/>
              <a:cs typeface="Lexend"/>
              <a:sym typeface="Lexend"/>
            </a:endParaRPr>
          </a:p>
        </p:txBody>
      </p:sp>
      <p:pic>
        <p:nvPicPr>
          <p:cNvPr id="90" name="Google Shape;90;p12"/>
          <p:cNvPicPr preferRelativeResize="0"/>
          <p:nvPr/>
        </p:nvPicPr>
        <p:blipFill>
          <a:blip r:embed="rId1">
            <a:alphaModFix/>
          </a:blip>
          <a:stretch>
            <a:fillRect/>
          </a:stretch>
        </p:blipFill>
        <p:spPr>
          <a:xfrm>
            <a:off x="659713" y="1926054"/>
            <a:ext cx="594518" cy="594525"/>
          </a:xfrm>
          <a:prstGeom prst="rect">
            <a:avLst/>
          </a:prstGeom>
          <a:noFill/>
          <a:ln>
            <a:noFill/>
          </a:ln>
        </p:spPr>
      </p:pic>
      <p:pic>
        <p:nvPicPr>
          <p:cNvPr id="91" name="Google Shape;91;p12"/>
          <p:cNvPicPr preferRelativeResize="0"/>
          <p:nvPr/>
        </p:nvPicPr>
        <p:blipFill>
          <a:blip r:embed="rId2">
            <a:alphaModFix/>
          </a:blip>
          <a:stretch>
            <a:fillRect/>
          </a:stretch>
        </p:blipFill>
        <p:spPr>
          <a:xfrm>
            <a:off x="659727" y="1079129"/>
            <a:ext cx="594518" cy="594525"/>
          </a:xfrm>
          <a:prstGeom prst="rect">
            <a:avLst/>
          </a:prstGeom>
          <a:noFill/>
          <a:ln>
            <a:noFill/>
          </a:ln>
        </p:spPr>
      </p:pic>
      <p:pic>
        <p:nvPicPr>
          <p:cNvPr id="92" name="Google Shape;92;p12"/>
          <p:cNvPicPr preferRelativeResize="0"/>
          <p:nvPr/>
        </p:nvPicPr>
        <p:blipFill>
          <a:blip r:embed="rId3">
            <a:alphaModFix/>
          </a:blip>
          <a:stretch>
            <a:fillRect/>
          </a:stretch>
        </p:blipFill>
        <p:spPr>
          <a:xfrm>
            <a:off x="5108872" y="1079129"/>
            <a:ext cx="594518" cy="594525"/>
          </a:xfrm>
          <a:prstGeom prst="rect">
            <a:avLst/>
          </a:prstGeom>
          <a:noFill/>
          <a:ln>
            <a:noFill/>
          </a:ln>
        </p:spPr>
      </p:pic>
      <p:sp>
        <p:nvSpPr>
          <p:cNvPr id="93" name="Google Shape;93;p12"/>
          <p:cNvSpPr/>
          <p:nvPr/>
        </p:nvSpPr>
        <p:spPr>
          <a:xfrm>
            <a:off x="5919121" y="2033391"/>
            <a:ext cx="1485600" cy="3186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1800">
                <a:solidFill>
                  <a:srgbClr val="282828"/>
                </a:solidFill>
                <a:latin typeface="Lexend"/>
                <a:ea typeface="Lexend"/>
                <a:cs typeface="Lexend"/>
                <a:sym typeface="Lexend"/>
              </a:rPr>
              <a:t>Feedback</a:t>
            </a:r>
            <a:endParaRPr sz="1800" i="0" u="none" strike="noStrike" cap="none">
              <a:solidFill>
                <a:srgbClr val="282828"/>
              </a:solidFill>
              <a:latin typeface="Lexend"/>
              <a:ea typeface="Lexend"/>
              <a:cs typeface="Lexend"/>
              <a:sym typeface="Lexend"/>
            </a:endParaRPr>
          </a:p>
        </p:txBody>
      </p:sp>
      <p:pic>
        <p:nvPicPr>
          <p:cNvPr id="94" name="Google Shape;94;p12"/>
          <p:cNvPicPr preferRelativeResize="0"/>
          <p:nvPr/>
        </p:nvPicPr>
        <p:blipFill>
          <a:blip r:embed="rId4">
            <a:alphaModFix/>
          </a:blip>
          <a:stretch>
            <a:fillRect/>
          </a:stretch>
        </p:blipFill>
        <p:spPr>
          <a:xfrm>
            <a:off x="5108872" y="1895429"/>
            <a:ext cx="594518" cy="594525"/>
          </a:xfrm>
          <a:prstGeom prst="rect">
            <a:avLst/>
          </a:prstGeom>
          <a:noFill/>
          <a:ln>
            <a:noFill/>
          </a:ln>
        </p:spPr>
      </p:pic>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3)">
  <p:cSld name="CUSTOM_3_1">
    <p:spTree>
      <p:nvGrpSpPr>
        <p:cNvPr id="95" name="Shape 95"/>
        <p:cNvGrpSpPr/>
        <p:nvPr/>
      </p:nvGrpSpPr>
      <p:grpSpPr>
        <a:xfrm>
          <a:off x="0" y="0"/>
          <a:ext cx="0" cy="0"/>
        </a:xfrm>
      </p:grpSpPr>
      <p:sp>
        <p:nvSpPr>
          <p:cNvPr id="96" name="Google Shape;96;p13"/>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97" name="Google Shape;97;p13"/>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98" name="Google Shape;98;p13"/>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99" name="Google Shape;99;p13"/>
          <p:cNvSpPr txBox="1"/>
          <p:nvPr>
            <p:ph type="subTitle" idx="1"/>
          </p:nvPr>
        </p:nvSpPr>
        <p:spPr>
          <a:xfrm>
            <a:off x="323994" y="99364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0" name="Google Shape;100;p13"/>
          <p:cNvSpPr txBox="1"/>
          <p:nvPr>
            <p:ph type="subTitle" idx="2"/>
          </p:nvPr>
        </p:nvSpPr>
        <p:spPr>
          <a:xfrm>
            <a:off x="323994" y="223873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1" name="Google Shape;101;p13"/>
          <p:cNvSpPr txBox="1"/>
          <p:nvPr>
            <p:ph type="subTitle" idx="3"/>
          </p:nvPr>
        </p:nvSpPr>
        <p:spPr>
          <a:xfrm>
            <a:off x="323994" y="348382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1 Keywords definitions (3)">
  <p:cSld name="CUSTOM_3_1_1">
    <p:spTree>
      <p:nvGrpSpPr>
        <p:cNvPr id="102" name="Shape 102"/>
        <p:cNvGrpSpPr/>
        <p:nvPr/>
      </p:nvGrpSpPr>
      <p:grpSpPr>
        <a:xfrm>
          <a:off x="0" y="0"/>
          <a:ext cx="0" cy="0"/>
        </a:xfrm>
      </p:grpSpPr>
      <p:sp>
        <p:nvSpPr>
          <p:cNvPr id="103" name="Google Shape;103;p14"/>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04" name="Google Shape;104;p14"/>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05" name="Google Shape;105;p14"/>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06" name="Google Shape;106;p14"/>
          <p:cNvSpPr txBox="1"/>
          <p:nvPr>
            <p:ph type="subTitle" idx="1"/>
          </p:nvPr>
        </p:nvSpPr>
        <p:spPr>
          <a:xfrm>
            <a:off x="324000" y="993650"/>
            <a:ext cx="8496000" cy="544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None/>
              <a:defRPr>
                <a:solidFill>
                  <a:srgbClr val="282828"/>
                </a:solidFill>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7" name="Google Shape;107;p14"/>
          <p:cNvSpPr txBox="1"/>
          <p:nvPr>
            <p:ph type="subTitle" idx="2"/>
          </p:nvPr>
        </p:nvSpPr>
        <p:spPr>
          <a:xfrm>
            <a:off x="324001" y="2238725"/>
            <a:ext cx="84960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None/>
              <a:defRPr>
                <a:solidFill>
                  <a:srgbClr val="282828"/>
                </a:solidFill>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08" name="Google Shape;108;p14"/>
          <p:cNvSpPr txBox="1"/>
          <p:nvPr>
            <p:ph type="subTitle" idx="3"/>
          </p:nvPr>
        </p:nvSpPr>
        <p:spPr>
          <a:xfrm>
            <a:off x="324001" y="3483825"/>
            <a:ext cx="84960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None/>
              <a:defRPr>
                <a:solidFill>
                  <a:srgbClr val="282828"/>
                </a:solidFill>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1 Keyword (4)">
  <p:cSld name="CUSTOM_27_1">
    <p:spTree>
      <p:nvGrpSpPr>
        <p:cNvPr id="109" name="Shape 109"/>
        <p:cNvGrpSpPr/>
        <p:nvPr/>
      </p:nvGrpSpPr>
      <p:grpSpPr>
        <a:xfrm>
          <a:off x="0" y="0"/>
          <a:ext cx="0" cy="0"/>
        </a:xfrm>
      </p:grpSpPr>
      <p:sp>
        <p:nvSpPr>
          <p:cNvPr id="110" name="Google Shape;110;p15"/>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11" name="Google Shape;111;p15"/>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12" name="Google Shape;112;p15"/>
          <p:cNvSpPr txBox="1"/>
          <p:nvPr>
            <p:ph type="subTitle" idx="1"/>
          </p:nvPr>
        </p:nvSpPr>
        <p:spPr>
          <a:xfrm>
            <a:off x="324000" y="908475"/>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5"/>
          <p:cNvSpPr txBox="1"/>
          <p:nvPr>
            <p:ph type="subTitle" idx="2"/>
          </p:nvPr>
        </p:nvSpPr>
        <p:spPr>
          <a:xfrm>
            <a:off x="324000" y="1905625"/>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4" name="Google Shape;114;p15"/>
          <p:cNvSpPr txBox="1"/>
          <p:nvPr>
            <p:ph type="subTitle" idx="3"/>
          </p:nvPr>
        </p:nvSpPr>
        <p:spPr>
          <a:xfrm>
            <a:off x="324000" y="2897675"/>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5" name="Google Shape;115;p15"/>
          <p:cNvSpPr txBox="1"/>
          <p:nvPr>
            <p:ph type="subTitle" idx="4"/>
          </p:nvPr>
        </p:nvSpPr>
        <p:spPr>
          <a:xfrm>
            <a:off x="324000" y="3887250"/>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6" name="Google Shape;116;p15"/>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1.1 Keyword definitions (4)">
  <p:cSld name="CUSTOM_27_1_2">
    <p:spTree>
      <p:nvGrpSpPr>
        <p:cNvPr id="117" name="Shape 117"/>
        <p:cNvGrpSpPr/>
        <p:nvPr/>
      </p:nvGrpSpPr>
      <p:grpSpPr>
        <a:xfrm>
          <a:off x="0" y="0"/>
          <a:ext cx="0" cy="0"/>
        </a:xfrm>
      </p:grpSpPr>
      <p:sp>
        <p:nvSpPr>
          <p:cNvPr id="118" name="Google Shape;118;p16"/>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19" name="Google Shape;119;p16"/>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20" name="Google Shape;120;p16"/>
          <p:cNvSpPr txBox="1"/>
          <p:nvPr>
            <p:ph type="subTitle" idx="1"/>
          </p:nvPr>
        </p:nvSpPr>
        <p:spPr>
          <a:xfrm>
            <a:off x="324000" y="90847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1" name="Google Shape;121;p16"/>
          <p:cNvSpPr txBox="1"/>
          <p:nvPr>
            <p:ph type="subTitle" idx="2"/>
          </p:nvPr>
        </p:nvSpPr>
        <p:spPr>
          <a:xfrm>
            <a:off x="324000" y="19056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6"/>
          <p:cNvSpPr txBox="1"/>
          <p:nvPr>
            <p:ph type="subTitle" idx="3"/>
          </p:nvPr>
        </p:nvSpPr>
        <p:spPr>
          <a:xfrm>
            <a:off x="324000" y="289767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6"/>
          <p:cNvSpPr txBox="1"/>
          <p:nvPr>
            <p:ph type="subTitle" idx="4"/>
          </p:nvPr>
        </p:nvSpPr>
        <p:spPr>
          <a:xfrm>
            <a:off x="324000" y="3887250"/>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6"/>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2 Keywords (5)">
  <p:cSld name="CUSTOM_27_1_1">
    <p:spTree>
      <p:nvGrpSpPr>
        <p:cNvPr id="125" name="Shape 125"/>
        <p:cNvGrpSpPr/>
        <p:nvPr/>
      </p:nvGrpSpPr>
      <p:grpSpPr>
        <a:xfrm>
          <a:off x="0" y="0"/>
          <a:ext cx="0" cy="0"/>
        </a:xfrm>
      </p:grpSpPr>
      <p:sp>
        <p:nvSpPr>
          <p:cNvPr id="126" name="Google Shape;126;p17"/>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27" name="Google Shape;127;p17"/>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28" name="Google Shape;128;p17"/>
          <p:cNvSpPr txBox="1"/>
          <p:nvPr>
            <p:ph type="subTitle" idx="1"/>
          </p:nvPr>
        </p:nvSpPr>
        <p:spPr>
          <a:xfrm>
            <a:off x="324000" y="744038"/>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7"/>
          <p:cNvSpPr txBox="1"/>
          <p:nvPr>
            <p:ph type="subTitle" idx="2"/>
          </p:nvPr>
        </p:nvSpPr>
        <p:spPr>
          <a:xfrm>
            <a:off x="324000" y="1588788"/>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0" name="Google Shape;130;p17"/>
          <p:cNvSpPr txBox="1"/>
          <p:nvPr>
            <p:ph type="subTitle" idx="3"/>
          </p:nvPr>
        </p:nvSpPr>
        <p:spPr>
          <a:xfrm>
            <a:off x="324000" y="2428437"/>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1" name="Google Shape;131;p17"/>
          <p:cNvSpPr txBox="1"/>
          <p:nvPr>
            <p:ph type="subTitle" idx="4"/>
          </p:nvPr>
        </p:nvSpPr>
        <p:spPr>
          <a:xfrm>
            <a:off x="324000" y="3265613"/>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2" name="Google Shape;132;p17"/>
          <p:cNvSpPr txBox="1"/>
          <p:nvPr>
            <p:ph type="subTitle" idx="5"/>
          </p:nvPr>
        </p:nvSpPr>
        <p:spPr>
          <a:xfrm>
            <a:off x="324000" y="4103813"/>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7"/>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2.1 Keywords definitions (5)">
  <p:cSld name="CUSTOM_27_1_1_1">
    <p:spTree>
      <p:nvGrpSpPr>
        <p:cNvPr id="134" name="Shape 134"/>
        <p:cNvGrpSpPr/>
        <p:nvPr/>
      </p:nvGrpSpPr>
      <p:grpSpPr>
        <a:xfrm>
          <a:off x="0" y="0"/>
          <a:ext cx="0" cy="0"/>
        </a:xfrm>
      </p:grpSpPr>
      <p:sp>
        <p:nvSpPr>
          <p:cNvPr id="135" name="Google Shape;135;p18"/>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36" name="Google Shape;136;p18"/>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37" name="Google Shape;137;p18"/>
          <p:cNvSpPr txBox="1"/>
          <p:nvPr>
            <p:ph type="subTitle" idx="1"/>
          </p:nvPr>
        </p:nvSpPr>
        <p:spPr>
          <a:xfrm>
            <a:off x="324000" y="744050"/>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8"/>
          <p:cNvSpPr txBox="1"/>
          <p:nvPr>
            <p:ph type="subTitle" idx="2"/>
          </p:nvPr>
        </p:nvSpPr>
        <p:spPr>
          <a:xfrm>
            <a:off x="324000" y="1588800"/>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8"/>
          <p:cNvSpPr txBox="1"/>
          <p:nvPr>
            <p:ph type="subTitle" idx="3"/>
          </p:nvPr>
        </p:nvSpPr>
        <p:spPr>
          <a:xfrm>
            <a:off x="324000" y="24284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None/>
              <a:defRPr sz="2000">
                <a:solidFill>
                  <a:srgbClr val="282828"/>
                </a:solidFill>
              </a:defRPr>
            </a:lvl2pPr>
            <a:lvl3pPr lvl="2" rtl="0">
              <a:spcBef>
                <a:spcPts val="1000"/>
              </a:spcBef>
              <a:spcAft>
                <a:spcPct val="0"/>
              </a:spcAft>
              <a:buClr>
                <a:srgbClr val="282828"/>
              </a:buClr>
              <a:buSzPts val="2000"/>
              <a:buNone/>
              <a:defRPr>
                <a:solidFill>
                  <a:srgbClr val="282828"/>
                </a:solidFill>
              </a:defRPr>
            </a:lvl3pPr>
            <a:lvl4pPr lvl="3" rtl="0">
              <a:spcBef>
                <a:spcPts val="800"/>
              </a:spcBef>
              <a:spcAft>
                <a:spcPct val="0"/>
              </a:spcAft>
              <a:buClr>
                <a:srgbClr val="282828"/>
              </a:buClr>
              <a:buSzPts val="2000"/>
              <a:buNone/>
              <a:defRPr sz="2000">
                <a:solidFill>
                  <a:srgbClr val="282828"/>
                </a:solidFill>
              </a:defRPr>
            </a:lvl4pPr>
            <a:lvl5pPr lvl="4" rtl="0">
              <a:spcBef>
                <a:spcPts val="800"/>
              </a:spcBef>
              <a:spcAft>
                <a:spcPct val="0"/>
              </a:spcAft>
              <a:buClr>
                <a:srgbClr val="282828"/>
              </a:buClr>
              <a:buSzPts val="2000"/>
              <a:buNone/>
              <a:defRPr sz="2000">
                <a:solidFill>
                  <a:srgbClr val="282828"/>
                </a:solidFill>
              </a:defRPr>
            </a:lvl5pPr>
            <a:lvl6pPr lvl="5" rtl="0">
              <a:spcBef>
                <a:spcPts val="600"/>
              </a:spcBef>
              <a:spcAft>
                <a:spcPct val="0"/>
              </a:spcAft>
              <a:buClr>
                <a:srgbClr val="282828"/>
              </a:buClr>
              <a:buSzPts val="2000"/>
              <a:buNone/>
              <a:defRPr sz="2000">
                <a:solidFill>
                  <a:srgbClr val="282828"/>
                </a:solidFill>
              </a:defRPr>
            </a:lvl6pPr>
            <a:lvl7pPr lvl="6" rtl="0">
              <a:spcBef>
                <a:spcPts val="600"/>
              </a:spcBef>
              <a:spcAft>
                <a:spcPct val="0"/>
              </a:spcAft>
              <a:buClr>
                <a:srgbClr val="282828"/>
              </a:buClr>
              <a:buSzPts val="2000"/>
              <a:buNone/>
              <a:defRPr sz="2000">
                <a:solidFill>
                  <a:srgbClr val="282828"/>
                </a:solidFill>
              </a:defRPr>
            </a:lvl7pPr>
            <a:lvl8pPr lvl="7" rtl="0">
              <a:spcBef>
                <a:spcPts val="400"/>
              </a:spcBef>
              <a:spcAft>
                <a:spcPct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40" name="Google Shape;140;p18"/>
          <p:cNvSpPr txBox="1"/>
          <p:nvPr>
            <p:ph type="subTitle" idx="4"/>
          </p:nvPr>
        </p:nvSpPr>
        <p:spPr>
          <a:xfrm>
            <a:off x="324000" y="32656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None/>
              <a:defRPr sz="2000">
                <a:solidFill>
                  <a:srgbClr val="282828"/>
                </a:solidFill>
              </a:defRPr>
            </a:lvl2pPr>
            <a:lvl3pPr lvl="2" rtl="0">
              <a:spcBef>
                <a:spcPts val="1000"/>
              </a:spcBef>
              <a:spcAft>
                <a:spcPct val="0"/>
              </a:spcAft>
              <a:buClr>
                <a:srgbClr val="282828"/>
              </a:buClr>
              <a:buSzPts val="2000"/>
              <a:buNone/>
              <a:defRPr>
                <a:solidFill>
                  <a:srgbClr val="282828"/>
                </a:solidFill>
              </a:defRPr>
            </a:lvl3pPr>
            <a:lvl4pPr lvl="3" rtl="0">
              <a:spcBef>
                <a:spcPts val="800"/>
              </a:spcBef>
              <a:spcAft>
                <a:spcPct val="0"/>
              </a:spcAft>
              <a:buClr>
                <a:srgbClr val="282828"/>
              </a:buClr>
              <a:buSzPts val="2000"/>
              <a:buNone/>
              <a:defRPr sz="2000">
                <a:solidFill>
                  <a:srgbClr val="282828"/>
                </a:solidFill>
              </a:defRPr>
            </a:lvl4pPr>
            <a:lvl5pPr lvl="4" rtl="0">
              <a:spcBef>
                <a:spcPts val="800"/>
              </a:spcBef>
              <a:spcAft>
                <a:spcPct val="0"/>
              </a:spcAft>
              <a:buClr>
                <a:srgbClr val="282828"/>
              </a:buClr>
              <a:buSzPts val="2000"/>
              <a:buNone/>
              <a:defRPr sz="2000">
                <a:solidFill>
                  <a:srgbClr val="282828"/>
                </a:solidFill>
              </a:defRPr>
            </a:lvl5pPr>
            <a:lvl6pPr lvl="5" rtl="0">
              <a:spcBef>
                <a:spcPts val="600"/>
              </a:spcBef>
              <a:spcAft>
                <a:spcPct val="0"/>
              </a:spcAft>
              <a:buClr>
                <a:srgbClr val="282828"/>
              </a:buClr>
              <a:buSzPts val="2000"/>
              <a:buNone/>
              <a:defRPr sz="2000">
                <a:solidFill>
                  <a:srgbClr val="282828"/>
                </a:solidFill>
              </a:defRPr>
            </a:lvl6pPr>
            <a:lvl7pPr lvl="6" rtl="0">
              <a:spcBef>
                <a:spcPts val="600"/>
              </a:spcBef>
              <a:spcAft>
                <a:spcPct val="0"/>
              </a:spcAft>
              <a:buClr>
                <a:srgbClr val="282828"/>
              </a:buClr>
              <a:buSzPts val="2000"/>
              <a:buNone/>
              <a:defRPr sz="2000">
                <a:solidFill>
                  <a:srgbClr val="282828"/>
                </a:solidFill>
              </a:defRPr>
            </a:lvl7pPr>
            <a:lvl8pPr lvl="7" rtl="0">
              <a:spcBef>
                <a:spcPts val="400"/>
              </a:spcBef>
              <a:spcAft>
                <a:spcPct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41" name="Google Shape;141;p18"/>
          <p:cNvSpPr txBox="1"/>
          <p:nvPr>
            <p:ph type="subTitle" idx="5"/>
          </p:nvPr>
        </p:nvSpPr>
        <p:spPr>
          <a:xfrm>
            <a:off x="324000" y="41038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8"/>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2)">
  <p:cSld name="CUSTOM_3">
    <p:spTree>
      <p:nvGrpSpPr>
        <p:cNvPr id="143" name="Shape 143"/>
        <p:cNvGrpSpPr/>
        <p:nvPr/>
      </p:nvGrpSpPr>
      <p:grpSpPr>
        <a:xfrm>
          <a:off x="0" y="0"/>
          <a:ext cx="0" cy="0"/>
        </a:xfrm>
      </p:grpSpPr>
      <p:pic>
        <p:nvPicPr>
          <p:cNvPr id="144" name="Google Shape;144;p19"/>
          <p:cNvPicPr preferRelativeResize="0"/>
          <p:nvPr/>
        </p:nvPicPr>
        <p:blipFill>
          <a:blip r:embed="rId1">
            <a:alphaModFix/>
          </a:blip>
          <a:srcRect t="3678" b="3669"/>
          <a:stretch>
            <a:fillRect/>
          </a:stretch>
        </p:blipFill>
        <p:spPr>
          <a:xfrm>
            <a:off x="863550" y="2926477"/>
            <a:ext cx="7168824" cy="572075"/>
          </a:xfrm>
          <a:prstGeom prst="rect">
            <a:avLst/>
          </a:prstGeom>
          <a:noFill/>
          <a:ln>
            <a:noFill/>
          </a:ln>
        </p:spPr>
      </p:pic>
      <p:pic>
        <p:nvPicPr>
          <p:cNvPr id="145" name="Google Shape;145;p19"/>
          <p:cNvPicPr preferRelativeResize="0"/>
          <p:nvPr/>
        </p:nvPicPr>
        <p:blipFill>
          <a:blip r:embed="rId2">
            <a:alphaModFix/>
          </a:blip>
          <a:srcRect t="3678" b="3669"/>
          <a:stretch>
            <a:fillRect/>
          </a:stretch>
        </p:blipFill>
        <p:spPr>
          <a:xfrm>
            <a:off x="863550" y="1989436"/>
            <a:ext cx="7168824" cy="572075"/>
          </a:xfrm>
          <a:prstGeom prst="rect">
            <a:avLst/>
          </a:prstGeom>
          <a:noFill/>
          <a:ln>
            <a:noFill/>
          </a:ln>
        </p:spPr>
      </p:pic>
      <p:pic>
        <p:nvPicPr>
          <p:cNvPr id="146" name="Google Shape;146;p19"/>
          <p:cNvPicPr preferRelativeResize="0"/>
          <p:nvPr/>
        </p:nvPicPr>
        <p:blipFill>
          <a:blip r:embed="rId3">
            <a:alphaModFix/>
          </a:blip>
          <a:srcRect l="74623"/>
          <a:stretch>
            <a:fillRect/>
          </a:stretch>
        </p:blipFill>
        <p:spPr>
          <a:xfrm>
            <a:off x="863550" y="1954586"/>
            <a:ext cx="145900" cy="645874"/>
          </a:xfrm>
          <a:prstGeom prst="rect">
            <a:avLst/>
          </a:prstGeom>
          <a:noFill/>
          <a:ln>
            <a:noFill/>
          </a:ln>
        </p:spPr>
      </p:pic>
      <p:cxnSp>
        <p:nvCxnSpPr>
          <p:cNvPr id="147" name="Google Shape;147;p19"/>
          <p:cNvCxnSpPr>
            <a:endCxn id="148" idx="2"/>
          </p:cNvCxnSpPr>
          <p:nvPr/>
        </p:nvCxnSpPr>
        <p:spPr>
          <a:xfrm flipH="1">
            <a:off x="645063" y="2017282"/>
            <a:ext cx="2700" cy="1480500"/>
          </a:xfrm>
          <a:prstGeom prst="straightConnector1">
            <a:avLst/>
          </a:prstGeom>
          <a:noFill/>
          <a:ln w="38100" cap="flat" cmpd="sng">
            <a:solidFill>
              <a:srgbClr val="282828"/>
            </a:solidFill>
            <a:prstDash val="solid"/>
            <a:round/>
            <a:headEnd type="none" w="med" len="med"/>
            <a:tailEnd type="none" w="med" len="med"/>
          </a:ln>
        </p:spPr>
      </p:cxnSp>
      <p:pic>
        <p:nvPicPr>
          <p:cNvPr id="149" name="Google Shape;149;p19"/>
          <p:cNvPicPr preferRelativeResize="0"/>
          <p:nvPr/>
        </p:nvPicPr>
        <p:blipFill>
          <a:blip r:embed="rId4">
            <a:alphaModFix/>
          </a:blip>
          <a:stretch>
            <a:fillRect/>
          </a:stretch>
        </p:blipFill>
        <p:spPr>
          <a:xfrm>
            <a:off x="363482" y="1993619"/>
            <a:ext cx="563185" cy="572092"/>
          </a:xfrm>
          <a:prstGeom prst="rect">
            <a:avLst/>
          </a:prstGeom>
          <a:noFill/>
          <a:ln>
            <a:noFill/>
          </a:ln>
        </p:spPr>
      </p:pic>
      <p:sp>
        <p:nvSpPr>
          <p:cNvPr id="150" name="Google Shape;150;p19"/>
          <p:cNvSpPr txBox="1"/>
          <p:nvPr>
            <p:ph type="title"/>
          </p:nvPr>
        </p:nvSpPr>
        <p:spPr>
          <a:xfrm>
            <a:off x="1327200" y="2098136"/>
            <a:ext cx="65676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51" name="Google Shape;151;p19"/>
          <p:cNvSpPr txBox="1"/>
          <p:nvPr>
            <p:ph type="title" idx="2"/>
          </p:nvPr>
        </p:nvSpPr>
        <p:spPr>
          <a:xfrm>
            <a:off x="1369099" y="3053058"/>
            <a:ext cx="65676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52" name="Google Shape;152;p19"/>
          <p:cNvSpPr txBox="1"/>
          <p:nvPr>
            <p:ph type="title" idx="3"/>
          </p:nvPr>
        </p:nvSpPr>
        <p:spPr>
          <a:xfrm>
            <a:off x="324000" y="540000"/>
            <a:ext cx="8353200" cy="369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53" name="Google Shape;153;p19"/>
          <p:cNvSpPr txBox="1"/>
          <p:nvPr/>
        </p:nvSpPr>
        <p:spPr>
          <a:xfrm>
            <a:off x="324000" y="141750"/>
            <a:ext cx="23847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pic>
        <p:nvPicPr>
          <p:cNvPr id="148" name="Google Shape;148;p19"/>
          <p:cNvPicPr preferRelativeResize="0"/>
          <p:nvPr/>
        </p:nvPicPr>
        <p:blipFill>
          <a:blip r:embed="rId5">
            <a:alphaModFix/>
          </a:blip>
          <a:stretch>
            <a:fillRect/>
          </a:stretch>
        </p:blipFill>
        <p:spPr>
          <a:xfrm>
            <a:off x="363340" y="2925705"/>
            <a:ext cx="563446" cy="572077"/>
          </a:xfrm>
          <a:prstGeom prst="rect">
            <a:avLst/>
          </a:prstGeom>
          <a:noFill/>
          <a:ln>
            <a:noFill/>
          </a:ln>
        </p:spPr>
      </p:pic>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3) 1">
  <p:cSld name="CUSTOM_3_2">
    <p:spTree>
      <p:nvGrpSpPr>
        <p:cNvPr id="154" name="Shape 154"/>
        <p:cNvGrpSpPr/>
        <p:nvPr/>
      </p:nvGrpSpPr>
      <p:grpSpPr>
        <a:xfrm>
          <a:off x="0" y="0"/>
          <a:ext cx="0" cy="0"/>
        </a:xfrm>
      </p:grpSpPr>
      <p:pic>
        <p:nvPicPr>
          <p:cNvPr id="155" name="Google Shape;155;p20"/>
          <p:cNvPicPr preferRelativeResize="0"/>
          <p:nvPr/>
        </p:nvPicPr>
        <p:blipFill>
          <a:blip r:embed="rId1">
            <a:alphaModFix/>
          </a:blip>
          <a:srcRect t="4429" b="4438"/>
          <a:stretch>
            <a:fillRect/>
          </a:stretch>
        </p:blipFill>
        <p:spPr>
          <a:xfrm>
            <a:off x="863550" y="3642225"/>
            <a:ext cx="7168824" cy="563228"/>
          </a:xfrm>
          <a:prstGeom prst="rect">
            <a:avLst/>
          </a:prstGeom>
          <a:noFill/>
          <a:ln>
            <a:noFill/>
          </a:ln>
        </p:spPr>
      </p:pic>
      <p:pic>
        <p:nvPicPr>
          <p:cNvPr id="156" name="Google Shape;156;p20"/>
          <p:cNvPicPr preferRelativeResize="0"/>
          <p:nvPr/>
        </p:nvPicPr>
        <p:blipFill>
          <a:blip r:embed="rId2">
            <a:alphaModFix/>
          </a:blip>
          <a:srcRect l="74623"/>
          <a:stretch>
            <a:fillRect/>
          </a:stretch>
        </p:blipFill>
        <p:spPr>
          <a:xfrm>
            <a:off x="863550" y="3600900"/>
            <a:ext cx="145900" cy="645874"/>
          </a:xfrm>
          <a:prstGeom prst="rect">
            <a:avLst/>
          </a:prstGeom>
          <a:noFill/>
          <a:ln>
            <a:noFill/>
          </a:ln>
        </p:spPr>
      </p:pic>
      <p:pic>
        <p:nvPicPr>
          <p:cNvPr id="157" name="Google Shape;157;p20"/>
          <p:cNvPicPr preferRelativeResize="0"/>
          <p:nvPr/>
        </p:nvPicPr>
        <p:blipFill>
          <a:blip r:embed="rId3">
            <a:alphaModFix/>
          </a:blip>
          <a:srcRect t="3678" b="3669"/>
          <a:stretch>
            <a:fillRect/>
          </a:stretch>
        </p:blipFill>
        <p:spPr>
          <a:xfrm>
            <a:off x="863550" y="2704188"/>
            <a:ext cx="7168824" cy="572075"/>
          </a:xfrm>
          <a:prstGeom prst="rect">
            <a:avLst/>
          </a:prstGeom>
          <a:noFill/>
          <a:ln>
            <a:noFill/>
          </a:ln>
        </p:spPr>
      </p:pic>
      <p:pic>
        <p:nvPicPr>
          <p:cNvPr id="158" name="Google Shape;158;p20"/>
          <p:cNvPicPr preferRelativeResize="0"/>
          <p:nvPr/>
        </p:nvPicPr>
        <p:blipFill>
          <a:blip r:embed="rId2">
            <a:alphaModFix/>
          </a:blip>
          <a:srcRect l="74623"/>
          <a:stretch>
            <a:fillRect/>
          </a:stretch>
        </p:blipFill>
        <p:spPr>
          <a:xfrm>
            <a:off x="863550" y="2677988"/>
            <a:ext cx="145900" cy="645874"/>
          </a:xfrm>
          <a:prstGeom prst="rect">
            <a:avLst/>
          </a:prstGeom>
          <a:noFill/>
          <a:ln>
            <a:noFill/>
          </a:ln>
        </p:spPr>
      </p:pic>
      <p:pic>
        <p:nvPicPr>
          <p:cNvPr id="159" name="Google Shape;159;p20"/>
          <p:cNvPicPr preferRelativeResize="0"/>
          <p:nvPr/>
        </p:nvPicPr>
        <p:blipFill>
          <a:blip r:embed="rId4">
            <a:alphaModFix/>
          </a:blip>
          <a:srcRect t="3678" b="3669"/>
          <a:stretch>
            <a:fillRect/>
          </a:stretch>
        </p:blipFill>
        <p:spPr>
          <a:xfrm>
            <a:off x="863550" y="1678325"/>
            <a:ext cx="7168824" cy="572075"/>
          </a:xfrm>
          <a:prstGeom prst="rect">
            <a:avLst/>
          </a:prstGeom>
          <a:noFill/>
          <a:ln>
            <a:noFill/>
          </a:ln>
        </p:spPr>
      </p:pic>
      <p:pic>
        <p:nvPicPr>
          <p:cNvPr id="160" name="Google Shape;160;p20"/>
          <p:cNvPicPr preferRelativeResize="0"/>
          <p:nvPr/>
        </p:nvPicPr>
        <p:blipFill>
          <a:blip r:embed="rId2">
            <a:alphaModFix/>
          </a:blip>
          <a:srcRect l="74623"/>
          <a:stretch>
            <a:fillRect/>
          </a:stretch>
        </p:blipFill>
        <p:spPr>
          <a:xfrm>
            <a:off x="863550" y="1643475"/>
            <a:ext cx="145900" cy="645874"/>
          </a:xfrm>
          <a:prstGeom prst="rect">
            <a:avLst/>
          </a:prstGeom>
          <a:noFill/>
          <a:ln>
            <a:noFill/>
          </a:ln>
        </p:spPr>
      </p:pic>
      <p:cxnSp>
        <p:nvCxnSpPr>
          <p:cNvPr id="161" name="Google Shape;161;p20"/>
          <p:cNvCxnSpPr>
            <a:endCxn id="162" idx="2"/>
          </p:cNvCxnSpPr>
          <p:nvPr/>
        </p:nvCxnSpPr>
        <p:spPr>
          <a:xfrm flipH="1">
            <a:off x="647802" y="1841898"/>
            <a:ext cx="0" cy="2366400"/>
          </a:xfrm>
          <a:prstGeom prst="straightConnector1">
            <a:avLst/>
          </a:prstGeom>
          <a:noFill/>
          <a:ln w="38100" cap="flat" cmpd="sng">
            <a:solidFill>
              <a:srgbClr val="282828"/>
            </a:solidFill>
            <a:prstDash val="solid"/>
            <a:round/>
            <a:headEnd type="none" w="med" len="med"/>
            <a:tailEnd type="none" w="med" len="med"/>
          </a:ln>
        </p:spPr>
      </p:cxnSp>
      <p:pic>
        <p:nvPicPr>
          <p:cNvPr id="162" name="Google Shape;162;p20"/>
          <p:cNvPicPr preferRelativeResize="0"/>
          <p:nvPr/>
        </p:nvPicPr>
        <p:blipFill>
          <a:blip r:embed="rId5">
            <a:alphaModFix/>
          </a:blip>
          <a:stretch>
            <a:fillRect/>
          </a:stretch>
        </p:blipFill>
        <p:spPr>
          <a:xfrm>
            <a:off x="366079" y="3636220"/>
            <a:ext cx="563446" cy="572077"/>
          </a:xfrm>
          <a:prstGeom prst="rect">
            <a:avLst/>
          </a:prstGeom>
          <a:noFill/>
          <a:ln>
            <a:noFill/>
          </a:ln>
        </p:spPr>
      </p:pic>
      <p:pic>
        <p:nvPicPr>
          <p:cNvPr id="163" name="Google Shape;163;p20"/>
          <p:cNvPicPr preferRelativeResize="0"/>
          <p:nvPr/>
        </p:nvPicPr>
        <p:blipFill>
          <a:blip r:embed="rId6">
            <a:alphaModFix/>
          </a:blip>
          <a:stretch>
            <a:fillRect/>
          </a:stretch>
        </p:blipFill>
        <p:spPr>
          <a:xfrm>
            <a:off x="363482" y="1682508"/>
            <a:ext cx="563185" cy="572092"/>
          </a:xfrm>
          <a:prstGeom prst="rect">
            <a:avLst/>
          </a:prstGeom>
          <a:noFill/>
          <a:ln>
            <a:noFill/>
          </a:ln>
        </p:spPr>
      </p:pic>
      <p:sp>
        <p:nvSpPr>
          <p:cNvPr id="164" name="Google Shape;164;p20"/>
          <p:cNvSpPr txBox="1"/>
          <p:nvPr>
            <p:ph type="title"/>
          </p:nvPr>
        </p:nvSpPr>
        <p:spPr>
          <a:xfrm>
            <a:off x="1327200" y="1787025"/>
            <a:ext cx="65676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65" name="Google Shape;165;p20"/>
          <p:cNvSpPr txBox="1"/>
          <p:nvPr>
            <p:ph type="title" idx="2"/>
          </p:nvPr>
        </p:nvSpPr>
        <p:spPr>
          <a:xfrm>
            <a:off x="1369099" y="2830769"/>
            <a:ext cx="65676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66" name="Google Shape;166;p20"/>
          <p:cNvSpPr txBox="1"/>
          <p:nvPr>
            <p:ph type="title" idx="3"/>
          </p:nvPr>
        </p:nvSpPr>
        <p:spPr>
          <a:xfrm>
            <a:off x="1346644" y="3758275"/>
            <a:ext cx="66123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67" name="Google Shape;167;p20"/>
          <p:cNvSpPr txBox="1"/>
          <p:nvPr>
            <p:ph type="title" idx="4"/>
          </p:nvPr>
        </p:nvSpPr>
        <p:spPr>
          <a:xfrm>
            <a:off x="324000" y="540000"/>
            <a:ext cx="8353200" cy="369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68" name="Google Shape;168;p20"/>
          <p:cNvSpPr txBox="1"/>
          <p:nvPr/>
        </p:nvSpPr>
        <p:spPr>
          <a:xfrm>
            <a:off x="324000" y="141750"/>
            <a:ext cx="23847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pic>
        <p:nvPicPr>
          <p:cNvPr id="169" name="Google Shape;169;p20"/>
          <p:cNvPicPr preferRelativeResize="0"/>
          <p:nvPr/>
        </p:nvPicPr>
        <p:blipFill>
          <a:blip r:embed="rId7">
            <a:alphaModFix/>
          </a:blip>
          <a:stretch>
            <a:fillRect/>
          </a:stretch>
        </p:blipFill>
        <p:spPr>
          <a:xfrm>
            <a:off x="363340" y="2703416"/>
            <a:ext cx="563446" cy="572077"/>
          </a:xfrm>
          <a:prstGeom prst="rect">
            <a:avLst/>
          </a:prstGeom>
          <a:noFill/>
          <a:ln>
            <a:noFill/>
          </a:ln>
        </p:spPr>
      </p:pic>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4 Lesson outline (4)">
  <p:cSld name="CUSTOM_4">
    <p:spTree>
      <p:nvGrpSpPr>
        <p:cNvPr id="170" name="Shape 170"/>
        <p:cNvGrpSpPr/>
        <p:nvPr/>
      </p:nvGrpSpPr>
      <p:grpSpPr>
        <a:xfrm>
          <a:off x="0" y="0"/>
          <a:ext cx="0" cy="0"/>
        </a:xfrm>
      </p:grpSpPr>
      <p:pic>
        <p:nvPicPr>
          <p:cNvPr id="171" name="Google Shape;171;p21"/>
          <p:cNvPicPr preferRelativeResize="0"/>
          <p:nvPr/>
        </p:nvPicPr>
        <p:blipFill>
          <a:blip r:embed="rId1">
            <a:alphaModFix/>
          </a:blip>
          <a:srcRect t="4429" b="4438"/>
          <a:stretch>
            <a:fillRect/>
          </a:stretch>
        </p:blipFill>
        <p:spPr>
          <a:xfrm>
            <a:off x="863550" y="3146935"/>
            <a:ext cx="7168824" cy="563228"/>
          </a:xfrm>
          <a:prstGeom prst="rect">
            <a:avLst/>
          </a:prstGeom>
          <a:noFill/>
          <a:ln>
            <a:noFill/>
          </a:ln>
        </p:spPr>
      </p:pic>
      <p:pic>
        <p:nvPicPr>
          <p:cNvPr id="172" name="Google Shape;172;p21"/>
          <p:cNvPicPr preferRelativeResize="0"/>
          <p:nvPr/>
        </p:nvPicPr>
        <p:blipFill>
          <a:blip r:embed="rId2">
            <a:alphaModFix/>
          </a:blip>
          <a:srcRect l="74623"/>
          <a:stretch>
            <a:fillRect/>
          </a:stretch>
        </p:blipFill>
        <p:spPr>
          <a:xfrm>
            <a:off x="863550" y="3105610"/>
            <a:ext cx="145900" cy="645874"/>
          </a:xfrm>
          <a:prstGeom prst="rect">
            <a:avLst/>
          </a:prstGeom>
          <a:noFill/>
          <a:ln>
            <a:noFill/>
          </a:ln>
        </p:spPr>
      </p:pic>
      <p:pic>
        <p:nvPicPr>
          <p:cNvPr id="173" name="Google Shape;173;p21"/>
          <p:cNvPicPr preferRelativeResize="0"/>
          <p:nvPr/>
        </p:nvPicPr>
        <p:blipFill>
          <a:blip r:embed="rId3">
            <a:alphaModFix/>
          </a:blip>
          <a:srcRect t="4387" b="4396"/>
          <a:stretch>
            <a:fillRect/>
          </a:stretch>
        </p:blipFill>
        <p:spPr>
          <a:xfrm>
            <a:off x="863550" y="3971358"/>
            <a:ext cx="7168824" cy="563215"/>
          </a:xfrm>
          <a:prstGeom prst="rect">
            <a:avLst/>
          </a:prstGeom>
          <a:noFill/>
          <a:ln>
            <a:noFill/>
          </a:ln>
        </p:spPr>
      </p:pic>
      <p:pic>
        <p:nvPicPr>
          <p:cNvPr id="174" name="Google Shape;174;p21"/>
          <p:cNvPicPr preferRelativeResize="0"/>
          <p:nvPr/>
        </p:nvPicPr>
        <p:blipFill>
          <a:blip r:embed="rId2">
            <a:alphaModFix/>
          </a:blip>
          <a:srcRect l="74623"/>
          <a:stretch>
            <a:fillRect/>
          </a:stretch>
        </p:blipFill>
        <p:spPr>
          <a:xfrm>
            <a:off x="863550" y="3939648"/>
            <a:ext cx="145900" cy="645874"/>
          </a:xfrm>
          <a:prstGeom prst="rect">
            <a:avLst/>
          </a:prstGeom>
          <a:noFill/>
          <a:ln>
            <a:noFill/>
          </a:ln>
        </p:spPr>
      </p:pic>
      <p:pic>
        <p:nvPicPr>
          <p:cNvPr id="175" name="Google Shape;175;p21"/>
          <p:cNvPicPr preferRelativeResize="0"/>
          <p:nvPr/>
        </p:nvPicPr>
        <p:blipFill>
          <a:blip r:embed="rId4">
            <a:alphaModFix/>
          </a:blip>
          <a:srcRect t="3678" b="3669"/>
          <a:stretch>
            <a:fillRect/>
          </a:stretch>
        </p:blipFill>
        <p:spPr>
          <a:xfrm>
            <a:off x="863550" y="2292198"/>
            <a:ext cx="7168824" cy="572075"/>
          </a:xfrm>
          <a:prstGeom prst="rect">
            <a:avLst/>
          </a:prstGeom>
          <a:noFill/>
          <a:ln>
            <a:noFill/>
          </a:ln>
        </p:spPr>
      </p:pic>
      <p:pic>
        <p:nvPicPr>
          <p:cNvPr id="176" name="Google Shape;176;p21"/>
          <p:cNvPicPr preferRelativeResize="0"/>
          <p:nvPr/>
        </p:nvPicPr>
        <p:blipFill>
          <a:blip r:embed="rId2">
            <a:alphaModFix/>
          </a:blip>
          <a:srcRect l="74623"/>
          <a:stretch>
            <a:fillRect/>
          </a:stretch>
        </p:blipFill>
        <p:spPr>
          <a:xfrm>
            <a:off x="863550" y="2265998"/>
            <a:ext cx="145900" cy="645874"/>
          </a:xfrm>
          <a:prstGeom prst="rect">
            <a:avLst/>
          </a:prstGeom>
          <a:noFill/>
          <a:ln>
            <a:noFill/>
          </a:ln>
        </p:spPr>
      </p:pic>
      <p:pic>
        <p:nvPicPr>
          <p:cNvPr id="177" name="Google Shape;177;p21"/>
          <p:cNvPicPr preferRelativeResize="0"/>
          <p:nvPr/>
        </p:nvPicPr>
        <p:blipFill>
          <a:blip r:embed="rId5">
            <a:alphaModFix/>
          </a:blip>
          <a:srcRect t="3678" b="3669"/>
          <a:stretch>
            <a:fillRect/>
          </a:stretch>
        </p:blipFill>
        <p:spPr>
          <a:xfrm>
            <a:off x="863550" y="1457960"/>
            <a:ext cx="7168824" cy="572075"/>
          </a:xfrm>
          <a:prstGeom prst="rect">
            <a:avLst/>
          </a:prstGeom>
          <a:noFill/>
          <a:ln>
            <a:noFill/>
          </a:ln>
        </p:spPr>
      </p:pic>
      <p:pic>
        <p:nvPicPr>
          <p:cNvPr id="178" name="Google Shape;178;p21"/>
          <p:cNvPicPr preferRelativeResize="0"/>
          <p:nvPr/>
        </p:nvPicPr>
        <p:blipFill>
          <a:blip r:embed="rId2">
            <a:alphaModFix/>
          </a:blip>
          <a:srcRect l="74623"/>
          <a:stretch>
            <a:fillRect/>
          </a:stretch>
        </p:blipFill>
        <p:spPr>
          <a:xfrm>
            <a:off x="863550" y="1423110"/>
            <a:ext cx="145900" cy="645874"/>
          </a:xfrm>
          <a:prstGeom prst="rect">
            <a:avLst/>
          </a:prstGeom>
          <a:noFill/>
          <a:ln>
            <a:noFill/>
          </a:ln>
        </p:spPr>
      </p:pic>
      <p:cxnSp>
        <p:nvCxnSpPr>
          <p:cNvPr id="179" name="Google Shape;179;p21"/>
          <p:cNvCxnSpPr/>
          <p:nvPr/>
        </p:nvCxnSpPr>
        <p:spPr>
          <a:xfrm>
            <a:off x="647802" y="1725234"/>
            <a:ext cx="600" cy="2679900"/>
          </a:xfrm>
          <a:prstGeom prst="straightConnector1">
            <a:avLst/>
          </a:prstGeom>
          <a:noFill/>
          <a:ln w="38100" cap="flat" cmpd="sng">
            <a:solidFill>
              <a:srgbClr val="282828"/>
            </a:solidFill>
            <a:prstDash val="solid"/>
            <a:round/>
            <a:headEnd type="none" w="med" len="med"/>
            <a:tailEnd type="none" w="med" len="med"/>
          </a:ln>
        </p:spPr>
      </p:cxnSp>
      <p:pic>
        <p:nvPicPr>
          <p:cNvPr id="180" name="Google Shape;180;p21"/>
          <p:cNvPicPr preferRelativeResize="0"/>
          <p:nvPr/>
        </p:nvPicPr>
        <p:blipFill>
          <a:blip r:embed="rId6">
            <a:alphaModFix/>
          </a:blip>
          <a:stretch>
            <a:fillRect/>
          </a:stretch>
        </p:blipFill>
        <p:spPr>
          <a:xfrm>
            <a:off x="366079" y="3134650"/>
            <a:ext cx="563446" cy="572077"/>
          </a:xfrm>
          <a:prstGeom prst="rect">
            <a:avLst/>
          </a:prstGeom>
          <a:noFill/>
          <a:ln>
            <a:noFill/>
          </a:ln>
        </p:spPr>
      </p:pic>
      <p:pic>
        <p:nvPicPr>
          <p:cNvPr id="181" name="Google Shape;181;p21"/>
          <p:cNvPicPr preferRelativeResize="0"/>
          <p:nvPr/>
        </p:nvPicPr>
        <p:blipFill>
          <a:blip r:embed="rId7">
            <a:alphaModFix/>
          </a:blip>
          <a:stretch>
            <a:fillRect/>
          </a:stretch>
        </p:blipFill>
        <p:spPr>
          <a:xfrm>
            <a:off x="363357" y="1462166"/>
            <a:ext cx="563185" cy="572092"/>
          </a:xfrm>
          <a:prstGeom prst="rect">
            <a:avLst/>
          </a:prstGeom>
          <a:noFill/>
          <a:ln>
            <a:noFill/>
          </a:ln>
        </p:spPr>
      </p:pic>
      <p:pic>
        <p:nvPicPr>
          <p:cNvPr id="182" name="Google Shape;182;p21"/>
          <p:cNvPicPr preferRelativeResize="0"/>
          <p:nvPr/>
        </p:nvPicPr>
        <p:blipFill>
          <a:blip r:embed="rId8">
            <a:alphaModFix/>
          </a:blip>
          <a:stretch>
            <a:fillRect/>
          </a:stretch>
        </p:blipFill>
        <p:spPr>
          <a:xfrm>
            <a:off x="363340" y="2287588"/>
            <a:ext cx="563446" cy="572077"/>
          </a:xfrm>
          <a:prstGeom prst="rect">
            <a:avLst/>
          </a:prstGeom>
          <a:noFill/>
          <a:ln>
            <a:noFill/>
          </a:ln>
        </p:spPr>
      </p:pic>
      <p:sp>
        <p:nvSpPr>
          <p:cNvPr id="183" name="Google Shape;183;p21"/>
          <p:cNvSpPr txBox="1"/>
          <p:nvPr>
            <p:ph type="title"/>
          </p:nvPr>
        </p:nvSpPr>
        <p:spPr>
          <a:xfrm>
            <a:off x="1340800" y="1462160"/>
            <a:ext cx="6586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84" name="Google Shape;184;p21"/>
          <p:cNvSpPr txBox="1"/>
          <p:nvPr>
            <p:ph type="title" idx="2"/>
          </p:nvPr>
        </p:nvSpPr>
        <p:spPr>
          <a:xfrm>
            <a:off x="1340800" y="2292210"/>
            <a:ext cx="6586800" cy="572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85" name="Google Shape;185;p21"/>
          <p:cNvSpPr txBox="1"/>
          <p:nvPr>
            <p:ph type="title" idx="3"/>
          </p:nvPr>
        </p:nvSpPr>
        <p:spPr>
          <a:xfrm>
            <a:off x="1340800" y="3170285"/>
            <a:ext cx="6631800" cy="5364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86" name="Google Shape;186;p21"/>
          <p:cNvSpPr txBox="1"/>
          <p:nvPr>
            <p:ph type="title" idx="4"/>
          </p:nvPr>
        </p:nvSpPr>
        <p:spPr>
          <a:xfrm>
            <a:off x="1340800" y="3971361"/>
            <a:ext cx="6631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2200"/>
              <a:buFont typeface="Lexend"/>
              <a:buNone/>
              <a:defRPr sz="2200" b="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87" name="Google Shape;187;p21"/>
          <p:cNvSpPr txBox="1"/>
          <p:nvPr>
            <p:ph type="title" idx="5"/>
          </p:nvPr>
        </p:nvSpPr>
        <p:spPr>
          <a:xfrm>
            <a:off x="324000" y="540000"/>
            <a:ext cx="8353200" cy="369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88" name="Google Shape;188;p21"/>
          <p:cNvSpPr txBox="1"/>
          <p:nvPr/>
        </p:nvSpPr>
        <p:spPr>
          <a:xfrm>
            <a:off x="324000" y="141750"/>
            <a:ext cx="23847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pic>
        <p:nvPicPr>
          <p:cNvPr id="189" name="Google Shape;189;p21"/>
          <p:cNvPicPr preferRelativeResize="0"/>
          <p:nvPr/>
        </p:nvPicPr>
        <p:blipFill>
          <a:blip r:embed="rId9">
            <a:alphaModFix/>
          </a:blip>
          <a:stretch>
            <a:fillRect/>
          </a:stretch>
        </p:blipFill>
        <p:spPr>
          <a:xfrm>
            <a:off x="363341" y="3969363"/>
            <a:ext cx="563446" cy="572077"/>
          </a:xfrm>
          <a:prstGeom prst="rect">
            <a:avLst/>
          </a:prstGeom>
          <a:noFill/>
          <a:ln>
            <a:noFill/>
          </a:ln>
        </p:spPr>
      </p:pic>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0.1 Explanation blank - purple ">
  <p:cSld name="TITLE_AND_TWO_COLUMNS_1_1_6_2_1_4">
    <p:spTree>
      <p:nvGrpSpPr>
        <p:cNvPr id="190" name="Shape 190"/>
        <p:cNvGrpSpPr/>
        <p:nvPr/>
      </p:nvGrpSpPr>
      <p:grpSpPr>
        <a:xfrm>
          <a:off x="0" y="0"/>
          <a:ext cx="0" cy="0"/>
        </a:xfrm>
      </p:grpSpPr>
      <p:pic>
        <p:nvPicPr>
          <p:cNvPr id="191" name="Google Shape;191;p22"/>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192" name="Google Shape;192;p22"/>
          <p:cNvSpPr/>
          <p:nvPr/>
        </p:nvSpPr>
        <p:spPr>
          <a:xfrm>
            <a:off x="-1" y="-2"/>
            <a:ext cx="91476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93" name="Google Shape;193;p2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94" name="Google Shape;194;p2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95" name="Google Shape;195;p22"/>
          <p:cNvPicPr preferRelativeResize="0"/>
          <p:nvPr/>
        </p:nvPicPr>
        <p:blipFill>
          <a:blip r:embed="rId2">
            <a:alphaModFix/>
          </a:blip>
          <a:stretch>
            <a:fillRect/>
          </a:stretch>
        </p:blipFill>
        <p:spPr>
          <a:xfrm>
            <a:off x="8426950" y="-562"/>
            <a:ext cx="499700" cy="499700"/>
          </a:xfrm>
          <a:prstGeom prst="rect">
            <a:avLst/>
          </a:prstGeom>
          <a:noFill/>
          <a:ln>
            <a:noFill/>
          </a:ln>
        </p:spPr>
      </p:pic>
      <p:sp>
        <p:nvSpPr>
          <p:cNvPr id="196" name="Google Shape;196;p22"/>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Explanation</a:t>
            </a:r>
            <a:endParaRPr sz="900" b="1">
              <a:solidFill>
                <a:srgbClr val="F3EEFB"/>
              </a:solidFill>
              <a:latin typeface="Lexend"/>
              <a:ea typeface="Lexend"/>
              <a:cs typeface="Lexend"/>
              <a:sym typeface="Lexend"/>
            </a:endParaRPr>
          </a:p>
        </p:txBody>
      </p:sp>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0.2 Explanation blank - jade">
  <p:cSld name="TITLE_AND_TWO_COLUMNS_1_1_6_2_1_2">
    <p:spTree>
      <p:nvGrpSpPr>
        <p:cNvPr id="197" name="Shape 197"/>
        <p:cNvGrpSpPr/>
        <p:nvPr/>
      </p:nvGrpSpPr>
      <p:grpSpPr>
        <a:xfrm>
          <a:off x="0" y="0"/>
          <a:ext cx="0" cy="0"/>
        </a:xfrm>
      </p:grpSpPr>
      <p:pic>
        <p:nvPicPr>
          <p:cNvPr id="198" name="Google Shape;198;p2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99" name="Google Shape;199;p2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00" name="Google Shape;200;p2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01" name="Google Shape;201;p23"/>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sp>
        <p:nvSpPr>
          <p:cNvPr id="202" name="Google Shape;202;p2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03" name="Google Shape;203;p23"/>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0.3 Explanation blank - blue ">
  <p:cSld name="TITLE_AND_TWO_COLUMNS_1_1_6_2_2">
    <p:spTree>
      <p:nvGrpSpPr>
        <p:cNvPr id="204" name="Shape 204"/>
        <p:cNvGrpSpPr/>
        <p:nvPr/>
      </p:nvGrpSpPr>
      <p:grpSpPr>
        <a:xfrm>
          <a:off x="0" y="0"/>
          <a:ext cx="0" cy="0"/>
        </a:xfrm>
      </p:grpSpPr>
      <p:pic>
        <p:nvPicPr>
          <p:cNvPr id="205" name="Google Shape;205;p2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06" name="Google Shape;206;p2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07" name="Google Shape;207;p2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4"/>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sp>
        <p:nvSpPr>
          <p:cNvPr id="209" name="Google Shape;209;p24"/>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10" name="Google Shape;210;p24"/>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0.4 Explanation blank - pink ">
  <p:cSld name="TITLE_AND_TWO_COLUMNS_1_1_6_2_1_1">
    <p:spTree>
      <p:nvGrpSpPr>
        <p:cNvPr id="211" name="Shape 211"/>
        <p:cNvGrpSpPr/>
        <p:nvPr/>
      </p:nvGrpSpPr>
      <p:grpSpPr>
        <a:xfrm>
          <a:off x="0" y="0"/>
          <a:ext cx="0" cy="0"/>
        </a:xfrm>
      </p:grpSpPr>
      <p:pic>
        <p:nvPicPr>
          <p:cNvPr id="212" name="Google Shape;212;p2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13" name="Google Shape;213;p2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14" name="Google Shape;214;p2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5"/>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sp>
        <p:nvSpPr>
          <p:cNvPr id="216" name="Google Shape;216;p2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17" name="Google Shape;217;p25"/>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I do We do - purple">
  <p:cSld name="TITLE_AND_TWO_COLUMNS_1_1_9_2_2_1">
    <p:bg>
      <p:bgPr>
        <a:solidFill>
          <a:srgbClr val="F3EEFB"/>
        </a:solidFill>
      </p:bgPr>
    </p:bg>
    <p:spTree>
      <p:nvGrpSpPr>
        <p:cNvPr id="218" name="Shape 218"/>
        <p:cNvGrpSpPr/>
        <p:nvPr/>
      </p:nvGrpSpPr>
      <p:grpSpPr>
        <a:xfrm>
          <a:off x="0" y="0"/>
          <a:ext cx="0" cy="0"/>
        </a:xfrm>
      </p:grpSpPr>
      <p:sp>
        <p:nvSpPr>
          <p:cNvPr id="219" name="Google Shape;219;p26"/>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20" name="Google Shape;220;p26"/>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221" name="Google Shape;221;p26"/>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22" name="Google Shape;222;p26"/>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23" name="Google Shape;223;p26"/>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24" name="Google Shape;224;p26"/>
          <p:cNvSpPr txBox="1"/>
          <p:nvPr>
            <p:ph type="title"/>
          </p:nvPr>
        </p:nvSpPr>
        <p:spPr>
          <a:xfrm>
            <a:off x="324000" y="0"/>
            <a:ext cx="74505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25" name="Google Shape;225;p26"/>
          <p:cNvGrpSpPr/>
          <p:nvPr/>
        </p:nvGrpSpPr>
        <p:grpSpPr>
          <a:xfrm>
            <a:off x="7834231" y="1285"/>
            <a:ext cx="828900" cy="576065"/>
            <a:chOff x="7801496" y="1285"/>
            <a:chExt cx="828900" cy="576065"/>
          </a:xfrm>
        </p:grpSpPr>
        <p:pic>
          <p:nvPicPr>
            <p:cNvPr id="226" name="Google Shape;226;p26"/>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27" name="Google Shape;227;p26"/>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grpSp>
      <p:grpSp>
        <p:nvGrpSpPr>
          <p:cNvPr id="228" name="Google Shape;228;p26"/>
          <p:cNvGrpSpPr/>
          <p:nvPr/>
        </p:nvGrpSpPr>
        <p:grpSpPr>
          <a:xfrm>
            <a:off x="8635663" y="1285"/>
            <a:ext cx="499700" cy="576065"/>
            <a:chOff x="8635663" y="1285"/>
            <a:chExt cx="499700" cy="576065"/>
          </a:xfrm>
        </p:grpSpPr>
        <p:pic>
          <p:nvPicPr>
            <p:cNvPr id="229" name="Google Shape;229;p26"/>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30" name="Google Shape;230;p26"/>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grpSp>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2 I do We do - jade">
  <p:cSld name="TITLE_AND_TWO_COLUMNS_1_1_9_2_2_1_1_2">
    <p:bg>
      <p:bgPr>
        <a:solidFill>
          <a:srgbClr val="E6F2F2"/>
        </a:solidFill>
      </p:bgPr>
    </p:bg>
    <p:spTree>
      <p:nvGrpSpPr>
        <p:cNvPr id="231" name="Shape 231"/>
        <p:cNvGrpSpPr/>
        <p:nvPr/>
      </p:nvGrpSpPr>
      <p:grpSpPr>
        <a:xfrm>
          <a:off x="0" y="0"/>
          <a:ext cx="0" cy="0"/>
        </a:xfrm>
      </p:grpSpPr>
      <p:sp>
        <p:nvSpPr>
          <p:cNvPr id="232" name="Google Shape;232;p27"/>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33" name="Google Shape;233;p2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34" name="Google Shape;234;p27"/>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35" name="Google Shape;235;p27"/>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36" name="Google Shape;236;p27"/>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37" name="Google Shape;237;p2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38" name="Google Shape;238;p27"/>
          <p:cNvGrpSpPr/>
          <p:nvPr/>
        </p:nvGrpSpPr>
        <p:grpSpPr>
          <a:xfrm>
            <a:off x="7834231" y="1285"/>
            <a:ext cx="828900" cy="576065"/>
            <a:chOff x="7801496" y="1285"/>
            <a:chExt cx="828900" cy="576065"/>
          </a:xfrm>
        </p:grpSpPr>
        <p:pic>
          <p:nvPicPr>
            <p:cNvPr id="239" name="Google Shape;239;p27"/>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40" name="Google Shape;240;p27"/>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241" name="Google Shape;241;p27"/>
          <p:cNvGrpSpPr/>
          <p:nvPr/>
        </p:nvGrpSpPr>
        <p:grpSpPr>
          <a:xfrm>
            <a:off x="8635663" y="1285"/>
            <a:ext cx="499700" cy="576065"/>
            <a:chOff x="8635663" y="1285"/>
            <a:chExt cx="499700" cy="576065"/>
          </a:xfrm>
        </p:grpSpPr>
        <p:pic>
          <p:nvPicPr>
            <p:cNvPr id="242" name="Google Shape;242;p27"/>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43" name="Google Shape;243;p27"/>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2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3 I do We do - blue">
  <p:cSld name="TITLE_AND_TWO_COLUMNS_1_1_9_2_3">
    <p:bg>
      <p:bgPr>
        <a:solidFill>
          <a:srgbClr val="EBEDFE"/>
        </a:solidFill>
      </p:bgPr>
    </p:bg>
    <p:spTree>
      <p:nvGrpSpPr>
        <p:cNvPr id="244" name="Shape 244"/>
        <p:cNvGrpSpPr/>
        <p:nvPr/>
      </p:nvGrpSpPr>
      <p:grpSpPr>
        <a:xfrm>
          <a:off x="0" y="0"/>
          <a:ext cx="0" cy="0"/>
        </a:xfrm>
      </p:grpSpPr>
      <p:sp>
        <p:nvSpPr>
          <p:cNvPr id="245" name="Google Shape;245;p28"/>
          <p:cNvSpPr/>
          <p:nvPr/>
        </p:nvSpPr>
        <p:spPr>
          <a:xfrm>
            <a:off x="0" y="18750"/>
            <a:ext cx="4572300" cy="512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46" name="Google Shape;246;p28"/>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47" name="Google Shape;247;p28"/>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48" name="Google Shape;248;p28"/>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49" name="Google Shape;249;p28"/>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50" name="Google Shape;250;p28"/>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51" name="Google Shape;251;p28"/>
          <p:cNvGrpSpPr/>
          <p:nvPr/>
        </p:nvGrpSpPr>
        <p:grpSpPr>
          <a:xfrm>
            <a:off x="7834231" y="1285"/>
            <a:ext cx="828900" cy="576065"/>
            <a:chOff x="7801496" y="1285"/>
            <a:chExt cx="828900" cy="576065"/>
          </a:xfrm>
        </p:grpSpPr>
        <p:pic>
          <p:nvPicPr>
            <p:cNvPr id="252" name="Google Shape;252;p28"/>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53" name="Google Shape;253;p28"/>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254" name="Google Shape;254;p28"/>
          <p:cNvGrpSpPr/>
          <p:nvPr/>
        </p:nvGrpSpPr>
        <p:grpSpPr>
          <a:xfrm>
            <a:off x="8635663" y="1285"/>
            <a:ext cx="499700" cy="576065"/>
            <a:chOff x="8635663" y="1285"/>
            <a:chExt cx="499700" cy="576065"/>
          </a:xfrm>
        </p:grpSpPr>
        <p:pic>
          <p:nvPicPr>
            <p:cNvPr id="255" name="Google Shape;255;p28"/>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56" name="Google Shape;256;p28"/>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4 I do We do - pink">
  <p:cSld name="TITLE_AND_TWO_COLUMNS_1_1_9_2_2_1_1_1">
    <p:bg>
      <p:bgPr>
        <a:solidFill>
          <a:srgbClr val="FAEAF6"/>
        </a:solidFill>
      </p:bgPr>
    </p:bg>
    <p:spTree>
      <p:nvGrpSpPr>
        <p:cNvPr id="257" name="Shape 257"/>
        <p:cNvGrpSpPr/>
        <p:nvPr/>
      </p:nvGrpSpPr>
      <p:grpSpPr>
        <a:xfrm>
          <a:off x="0" y="0"/>
          <a:ext cx="0" cy="0"/>
        </a:xfrm>
      </p:grpSpPr>
      <p:sp>
        <p:nvSpPr>
          <p:cNvPr id="258" name="Google Shape;258;p29"/>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59" name="Google Shape;259;p2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60" name="Google Shape;260;p29"/>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61" name="Google Shape;261;p29"/>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62" name="Google Shape;262;p29"/>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63" name="Google Shape;263;p29"/>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64" name="Google Shape;264;p29"/>
          <p:cNvGrpSpPr/>
          <p:nvPr/>
        </p:nvGrpSpPr>
        <p:grpSpPr>
          <a:xfrm>
            <a:off x="7834231" y="1285"/>
            <a:ext cx="828900" cy="576065"/>
            <a:chOff x="7801496" y="1285"/>
            <a:chExt cx="828900" cy="576065"/>
          </a:xfrm>
        </p:grpSpPr>
        <p:pic>
          <p:nvPicPr>
            <p:cNvPr id="265" name="Google Shape;265;p29"/>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66" name="Google Shape;266;p29"/>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grpSp>
      <p:grpSp>
        <p:nvGrpSpPr>
          <p:cNvPr id="267" name="Google Shape;267;p29"/>
          <p:cNvGrpSpPr/>
          <p:nvPr/>
        </p:nvGrpSpPr>
        <p:grpSpPr>
          <a:xfrm>
            <a:off x="8635663" y="1285"/>
            <a:ext cx="499700" cy="576065"/>
            <a:chOff x="8635663" y="1285"/>
            <a:chExt cx="499700" cy="576065"/>
          </a:xfrm>
        </p:grpSpPr>
        <p:pic>
          <p:nvPicPr>
            <p:cNvPr id="268" name="Google Shape;268;p29"/>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69" name="Google Shape;269;p29"/>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grpSp>
    </p:spTree>
  </p:cSld>
  <p:clrMapOvr>
    <a:masterClrMapping/>
  </p:clrMapOvr>
  <p:transition/>
  <p:timing/>
</p:sldLayout>
</file>

<file path=ppt/slideLayouts/slideLayout2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CfU true/false justify - purple">
  <p:cSld name="TITLE_AND_TWO_COLUMNS_1_1_9_1_3_1">
    <p:bg>
      <p:bgPr>
        <a:solidFill>
          <a:srgbClr val="F3EEFB"/>
        </a:solidFill>
      </p:bgPr>
    </p:bg>
    <p:spTree>
      <p:nvGrpSpPr>
        <p:cNvPr id="270" name="Shape 270"/>
        <p:cNvGrpSpPr/>
        <p:nvPr/>
      </p:nvGrpSpPr>
      <p:grpSpPr>
        <a:xfrm>
          <a:off x="0" y="0"/>
          <a:ext cx="0" cy="0"/>
        </a:xfrm>
      </p:grpSpPr>
      <p:pic>
        <p:nvPicPr>
          <p:cNvPr id="271" name="Google Shape;271;p30"/>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272" name="Google Shape;272;p30"/>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73" name="Google Shape;273;p30"/>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274" name="Google Shape;274;p30"/>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275" name="Google Shape;275;p30"/>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276" name="Google Shape;276;p30"/>
          <p:cNvSpPr txBox="1"/>
          <p:nvPr>
            <p:ph type="subTitle" idx="1"/>
          </p:nvPr>
        </p:nvSpPr>
        <p:spPr>
          <a:xfrm>
            <a:off x="980575" y="31840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77" name="Google Shape;277;p30"/>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78" name="Google Shape;278;p30"/>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79" name="Google Shape;279;p30"/>
          <p:cNvSpPr txBox="1"/>
          <p:nvPr>
            <p:ph type="subTitle" idx="3"/>
          </p:nvPr>
        </p:nvSpPr>
        <p:spPr>
          <a:xfrm>
            <a:off x="980575" y="40222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pic>
        <p:nvPicPr>
          <p:cNvPr id="280" name="Google Shape;280;p30"/>
          <p:cNvPicPr preferRelativeResize="0"/>
          <p:nvPr/>
        </p:nvPicPr>
        <p:blipFill>
          <a:blip r:embed="rId2">
            <a:alphaModFix/>
          </a:blip>
          <a:stretch>
            <a:fillRect/>
          </a:stretch>
        </p:blipFill>
        <p:spPr>
          <a:xfrm>
            <a:off x="2429775" y="1780501"/>
            <a:ext cx="457425" cy="457425"/>
          </a:xfrm>
          <a:prstGeom prst="rect">
            <a:avLst/>
          </a:prstGeom>
          <a:noFill/>
          <a:ln>
            <a:noFill/>
          </a:ln>
        </p:spPr>
      </p:pic>
      <p:sp>
        <p:nvSpPr>
          <p:cNvPr id="281" name="Google Shape;281;p30"/>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pic>
        <p:nvPicPr>
          <p:cNvPr id="282" name="Google Shape;282;p30"/>
          <p:cNvPicPr preferRelativeResize="0"/>
          <p:nvPr/>
        </p:nvPicPr>
        <p:blipFill>
          <a:blip r:embed="rId2">
            <a:alphaModFix/>
          </a:blip>
          <a:stretch>
            <a:fillRect/>
          </a:stretch>
        </p:blipFill>
        <p:spPr>
          <a:xfrm>
            <a:off x="4824000" y="1780501"/>
            <a:ext cx="457425" cy="457425"/>
          </a:xfrm>
          <a:prstGeom prst="rect">
            <a:avLst/>
          </a:prstGeom>
          <a:noFill/>
          <a:ln>
            <a:noFill/>
          </a:ln>
        </p:spPr>
      </p:pic>
      <p:sp>
        <p:nvSpPr>
          <p:cNvPr id="283" name="Google Shape;283;p30"/>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284" name="Google Shape;284;p30"/>
          <p:cNvPicPr preferRelativeResize="0"/>
          <p:nvPr/>
        </p:nvPicPr>
        <p:blipFill>
          <a:blip r:embed="rId3">
            <a:alphaModFix/>
          </a:blip>
          <a:stretch>
            <a:fillRect/>
          </a:stretch>
        </p:blipFill>
        <p:spPr>
          <a:xfrm>
            <a:off x="324000" y="3139351"/>
            <a:ext cx="457425" cy="457425"/>
          </a:xfrm>
          <a:prstGeom prst="rect">
            <a:avLst/>
          </a:prstGeom>
          <a:noFill/>
          <a:ln>
            <a:noFill/>
          </a:ln>
        </p:spPr>
      </p:pic>
      <p:sp>
        <p:nvSpPr>
          <p:cNvPr id="285" name="Google Shape;285;p30"/>
          <p:cNvSpPr txBox="1"/>
          <p:nvPr/>
        </p:nvSpPr>
        <p:spPr>
          <a:xfrm>
            <a:off x="348713" y="322946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pic>
        <p:nvPicPr>
          <p:cNvPr id="286" name="Google Shape;286;p30"/>
          <p:cNvPicPr preferRelativeResize="0"/>
          <p:nvPr/>
        </p:nvPicPr>
        <p:blipFill>
          <a:blip r:embed="rId3">
            <a:alphaModFix/>
          </a:blip>
          <a:stretch>
            <a:fillRect/>
          </a:stretch>
        </p:blipFill>
        <p:spPr>
          <a:xfrm>
            <a:off x="324000" y="3987701"/>
            <a:ext cx="457425" cy="457425"/>
          </a:xfrm>
          <a:prstGeom prst="rect">
            <a:avLst/>
          </a:prstGeom>
          <a:noFill/>
          <a:ln>
            <a:noFill/>
          </a:ln>
        </p:spPr>
      </p:pic>
      <p:sp>
        <p:nvSpPr>
          <p:cNvPr id="287" name="Google Shape;287;p30"/>
          <p:cNvSpPr txBox="1"/>
          <p:nvPr/>
        </p:nvSpPr>
        <p:spPr>
          <a:xfrm>
            <a:off x="348713" y="40778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pic>
        <p:nvPicPr>
          <p:cNvPr id="288" name="Google Shape;288;p30"/>
          <p:cNvPicPr preferRelativeResize="0"/>
          <p:nvPr/>
        </p:nvPicPr>
        <p:blipFill>
          <a:blip r:embed="rId4">
            <a:alphaModFix/>
          </a:blip>
          <a:stretch>
            <a:fillRect/>
          </a:stretch>
        </p:blipFill>
        <p:spPr>
          <a:xfrm>
            <a:off x="8528585" y="-11474"/>
            <a:ext cx="499700" cy="499700"/>
          </a:xfrm>
          <a:prstGeom prst="rect">
            <a:avLst/>
          </a:prstGeom>
          <a:noFill/>
          <a:ln>
            <a:noFill/>
          </a:ln>
        </p:spPr>
      </p:pic>
      <p:sp>
        <p:nvSpPr>
          <p:cNvPr id="289" name="Google Shape;289;p3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Check</a:t>
            </a:r>
            <a:endParaRPr sz="900" b="1">
              <a:solidFill>
                <a:srgbClr val="F3EEFB"/>
              </a:solidFill>
              <a:latin typeface="Lexend"/>
              <a:ea typeface="Lexend"/>
              <a:cs typeface="Lexend"/>
              <a:sym typeface="Lexend"/>
            </a:endParaRPr>
          </a:p>
        </p:txBody>
      </p:sp>
      <p:sp>
        <p:nvSpPr>
          <p:cNvPr id="290" name="Google Shape;290;p30"/>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3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2 CfU true/false justify - jade">
  <p:cSld name="TITLE_AND_TWO_COLUMNS_1_1_9_1_3_1_1_1">
    <p:bg>
      <p:bgPr>
        <a:solidFill>
          <a:srgbClr val="E6F2F2"/>
        </a:solidFill>
      </p:bgPr>
    </p:bg>
    <p:spTree>
      <p:nvGrpSpPr>
        <p:cNvPr id="291" name="Shape 291"/>
        <p:cNvGrpSpPr/>
        <p:nvPr/>
      </p:nvGrpSpPr>
      <p:grpSpPr>
        <a:xfrm>
          <a:off x="0" y="0"/>
          <a:ext cx="0" cy="0"/>
        </a:xfrm>
      </p:grpSpPr>
      <p:pic>
        <p:nvPicPr>
          <p:cNvPr id="292" name="Google Shape;292;p3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93" name="Google Shape;293;p3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94" name="Google Shape;294;p31"/>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295" name="Google Shape;295;p31"/>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296" name="Google Shape;296;p31"/>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297" name="Google Shape;297;p31"/>
          <p:cNvSpPr txBox="1"/>
          <p:nvPr>
            <p:ph type="subTitle" idx="1"/>
          </p:nvPr>
        </p:nvSpPr>
        <p:spPr>
          <a:xfrm>
            <a:off x="980575" y="31840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8" name="Google Shape;298;p31"/>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9" name="Google Shape;299;p31"/>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300" name="Google Shape;300;p31"/>
          <p:cNvSpPr txBox="1"/>
          <p:nvPr>
            <p:ph type="subTitle" idx="3"/>
          </p:nvPr>
        </p:nvSpPr>
        <p:spPr>
          <a:xfrm>
            <a:off x="980575" y="40222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pic>
        <p:nvPicPr>
          <p:cNvPr id="301" name="Google Shape;301;p31"/>
          <p:cNvPicPr preferRelativeResize="0"/>
          <p:nvPr/>
        </p:nvPicPr>
        <p:blipFill>
          <a:blip r:embed="rId2">
            <a:alphaModFix/>
          </a:blip>
          <a:stretch>
            <a:fillRect/>
          </a:stretch>
        </p:blipFill>
        <p:spPr>
          <a:xfrm>
            <a:off x="2429775" y="1780501"/>
            <a:ext cx="457425" cy="457425"/>
          </a:xfrm>
          <a:prstGeom prst="rect">
            <a:avLst/>
          </a:prstGeom>
          <a:noFill/>
          <a:ln>
            <a:noFill/>
          </a:ln>
        </p:spPr>
      </p:pic>
      <p:sp>
        <p:nvSpPr>
          <p:cNvPr id="302" name="Google Shape;302;p31"/>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pic>
        <p:nvPicPr>
          <p:cNvPr id="303" name="Google Shape;303;p31"/>
          <p:cNvPicPr preferRelativeResize="0"/>
          <p:nvPr/>
        </p:nvPicPr>
        <p:blipFill>
          <a:blip r:embed="rId2">
            <a:alphaModFix/>
          </a:blip>
          <a:stretch>
            <a:fillRect/>
          </a:stretch>
        </p:blipFill>
        <p:spPr>
          <a:xfrm>
            <a:off x="4824000" y="1780501"/>
            <a:ext cx="457425" cy="457425"/>
          </a:xfrm>
          <a:prstGeom prst="rect">
            <a:avLst/>
          </a:prstGeom>
          <a:noFill/>
          <a:ln>
            <a:noFill/>
          </a:ln>
        </p:spPr>
      </p:pic>
      <p:sp>
        <p:nvSpPr>
          <p:cNvPr id="304" name="Google Shape;304;p31"/>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305" name="Google Shape;305;p31"/>
          <p:cNvPicPr preferRelativeResize="0"/>
          <p:nvPr/>
        </p:nvPicPr>
        <p:blipFill>
          <a:blip r:embed="rId3">
            <a:alphaModFix/>
          </a:blip>
          <a:stretch>
            <a:fillRect/>
          </a:stretch>
        </p:blipFill>
        <p:spPr>
          <a:xfrm>
            <a:off x="324000" y="3139351"/>
            <a:ext cx="457425" cy="457425"/>
          </a:xfrm>
          <a:prstGeom prst="rect">
            <a:avLst/>
          </a:prstGeom>
          <a:noFill/>
          <a:ln>
            <a:noFill/>
          </a:ln>
        </p:spPr>
      </p:pic>
      <p:sp>
        <p:nvSpPr>
          <p:cNvPr id="306" name="Google Shape;306;p31"/>
          <p:cNvSpPr txBox="1"/>
          <p:nvPr/>
        </p:nvSpPr>
        <p:spPr>
          <a:xfrm>
            <a:off x="348713" y="322946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pic>
        <p:nvPicPr>
          <p:cNvPr id="307" name="Google Shape;307;p31"/>
          <p:cNvPicPr preferRelativeResize="0"/>
          <p:nvPr/>
        </p:nvPicPr>
        <p:blipFill>
          <a:blip r:embed="rId3">
            <a:alphaModFix/>
          </a:blip>
          <a:stretch>
            <a:fillRect/>
          </a:stretch>
        </p:blipFill>
        <p:spPr>
          <a:xfrm>
            <a:off x="324000" y="3987701"/>
            <a:ext cx="457425" cy="457425"/>
          </a:xfrm>
          <a:prstGeom prst="rect">
            <a:avLst/>
          </a:prstGeom>
          <a:noFill/>
          <a:ln>
            <a:noFill/>
          </a:ln>
        </p:spPr>
      </p:pic>
      <p:sp>
        <p:nvSpPr>
          <p:cNvPr id="308" name="Google Shape;308;p31"/>
          <p:cNvSpPr txBox="1"/>
          <p:nvPr/>
        </p:nvSpPr>
        <p:spPr>
          <a:xfrm>
            <a:off x="348713" y="40778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pic>
        <p:nvPicPr>
          <p:cNvPr id="309" name="Google Shape;309;p31"/>
          <p:cNvPicPr preferRelativeResize="0"/>
          <p:nvPr/>
        </p:nvPicPr>
        <p:blipFill>
          <a:blip r:embed="rId4">
            <a:alphaModFix/>
          </a:blip>
          <a:stretch>
            <a:fillRect/>
          </a:stretch>
        </p:blipFill>
        <p:spPr>
          <a:xfrm>
            <a:off x="8528585" y="-11474"/>
            <a:ext cx="499700" cy="499700"/>
          </a:xfrm>
          <a:prstGeom prst="rect">
            <a:avLst/>
          </a:prstGeom>
          <a:noFill/>
          <a:ln>
            <a:noFill/>
          </a:ln>
        </p:spPr>
      </p:pic>
      <p:sp>
        <p:nvSpPr>
          <p:cNvPr id="310" name="Google Shape;310;p3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311" name="Google Shape;311;p3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3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3 CfU true/false justify - blue">
  <p:cSld name="TITLE_AND_TWO_COLUMNS_1_1_9_1_3_2">
    <p:bg>
      <p:bgPr>
        <a:solidFill>
          <a:srgbClr val="EBEDFE"/>
        </a:solidFill>
      </p:bgPr>
    </p:bg>
    <p:spTree>
      <p:nvGrpSpPr>
        <p:cNvPr id="312" name="Shape 312"/>
        <p:cNvGrpSpPr/>
        <p:nvPr/>
      </p:nvGrpSpPr>
      <p:grpSpPr>
        <a:xfrm>
          <a:off x="0" y="0"/>
          <a:ext cx="0" cy="0"/>
        </a:xfrm>
      </p:grpSpPr>
      <p:pic>
        <p:nvPicPr>
          <p:cNvPr id="313" name="Google Shape;313;p3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14" name="Google Shape;314;p3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15" name="Google Shape;315;p32"/>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16" name="Google Shape;316;p32"/>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17" name="Google Shape;317;p32"/>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18" name="Google Shape;318;p32"/>
          <p:cNvSpPr txBox="1"/>
          <p:nvPr>
            <p:ph type="subTitle" idx="1"/>
          </p:nvPr>
        </p:nvSpPr>
        <p:spPr>
          <a:xfrm>
            <a:off x="980575" y="31840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19" name="Google Shape;319;p32"/>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20" name="Google Shape;320;p32"/>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321" name="Google Shape;321;p32"/>
          <p:cNvSpPr txBox="1"/>
          <p:nvPr>
            <p:ph type="subTitle" idx="3"/>
          </p:nvPr>
        </p:nvSpPr>
        <p:spPr>
          <a:xfrm>
            <a:off x="980575" y="40222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pic>
        <p:nvPicPr>
          <p:cNvPr id="322" name="Google Shape;322;p32"/>
          <p:cNvPicPr preferRelativeResize="0"/>
          <p:nvPr/>
        </p:nvPicPr>
        <p:blipFill>
          <a:blip r:embed="rId2">
            <a:alphaModFix/>
          </a:blip>
          <a:stretch>
            <a:fillRect/>
          </a:stretch>
        </p:blipFill>
        <p:spPr>
          <a:xfrm>
            <a:off x="2429775" y="1780501"/>
            <a:ext cx="457425" cy="457425"/>
          </a:xfrm>
          <a:prstGeom prst="rect">
            <a:avLst/>
          </a:prstGeom>
          <a:noFill/>
          <a:ln>
            <a:noFill/>
          </a:ln>
        </p:spPr>
      </p:pic>
      <p:sp>
        <p:nvSpPr>
          <p:cNvPr id="323" name="Google Shape;323;p32"/>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pic>
        <p:nvPicPr>
          <p:cNvPr id="324" name="Google Shape;324;p32"/>
          <p:cNvPicPr preferRelativeResize="0"/>
          <p:nvPr/>
        </p:nvPicPr>
        <p:blipFill>
          <a:blip r:embed="rId2">
            <a:alphaModFix/>
          </a:blip>
          <a:stretch>
            <a:fillRect/>
          </a:stretch>
        </p:blipFill>
        <p:spPr>
          <a:xfrm>
            <a:off x="4824000" y="1780501"/>
            <a:ext cx="457425" cy="457425"/>
          </a:xfrm>
          <a:prstGeom prst="rect">
            <a:avLst/>
          </a:prstGeom>
          <a:noFill/>
          <a:ln>
            <a:noFill/>
          </a:ln>
        </p:spPr>
      </p:pic>
      <p:sp>
        <p:nvSpPr>
          <p:cNvPr id="325" name="Google Shape;325;p32"/>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326" name="Google Shape;326;p32"/>
          <p:cNvPicPr preferRelativeResize="0"/>
          <p:nvPr/>
        </p:nvPicPr>
        <p:blipFill>
          <a:blip r:embed="rId3">
            <a:alphaModFix/>
          </a:blip>
          <a:stretch>
            <a:fillRect/>
          </a:stretch>
        </p:blipFill>
        <p:spPr>
          <a:xfrm>
            <a:off x="324000" y="3139351"/>
            <a:ext cx="457425" cy="457425"/>
          </a:xfrm>
          <a:prstGeom prst="rect">
            <a:avLst/>
          </a:prstGeom>
          <a:noFill/>
          <a:ln>
            <a:noFill/>
          </a:ln>
        </p:spPr>
      </p:pic>
      <p:sp>
        <p:nvSpPr>
          <p:cNvPr id="327" name="Google Shape;327;p32"/>
          <p:cNvSpPr txBox="1"/>
          <p:nvPr/>
        </p:nvSpPr>
        <p:spPr>
          <a:xfrm>
            <a:off x="348713" y="322946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pic>
        <p:nvPicPr>
          <p:cNvPr id="328" name="Google Shape;328;p32"/>
          <p:cNvPicPr preferRelativeResize="0"/>
          <p:nvPr/>
        </p:nvPicPr>
        <p:blipFill>
          <a:blip r:embed="rId3">
            <a:alphaModFix/>
          </a:blip>
          <a:stretch>
            <a:fillRect/>
          </a:stretch>
        </p:blipFill>
        <p:spPr>
          <a:xfrm>
            <a:off x="324000" y="3987701"/>
            <a:ext cx="457425" cy="457425"/>
          </a:xfrm>
          <a:prstGeom prst="rect">
            <a:avLst/>
          </a:prstGeom>
          <a:noFill/>
          <a:ln>
            <a:noFill/>
          </a:ln>
        </p:spPr>
      </p:pic>
      <p:sp>
        <p:nvSpPr>
          <p:cNvPr id="329" name="Google Shape;329;p32"/>
          <p:cNvSpPr txBox="1"/>
          <p:nvPr/>
        </p:nvSpPr>
        <p:spPr>
          <a:xfrm>
            <a:off x="348713" y="40778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pic>
        <p:nvPicPr>
          <p:cNvPr id="330" name="Google Shape;330;p32"/>
          <p:cNvPicPr preferRelativeResize="0"/>
          <p:nvPr/>
        </p:nvPicPr>
        <p:blipFill>
          <a:blip r:embed="rId4">
            <a:alphaModFix/>
          </a:blip>
          <a:stretch>
            <a:fillRect/>
          </a:stretch>
        </p:blipFill>
        <p:spPr>
          <a:xfrm>
            <a:off x="8528585" y="-11474"/>
            <a:ext cx="499700" cy="499700"/>
          </a:xfrm>
          <a:prstGeom prst="rect">
            <a:avLst/>
          </a:prstGeom>
          <a:noFill/>
          <a:ln>
            <a:noFill/>
          </a:ln>
        </p:spPr>
      </p:pic>
      <p:sp>
        <p:nvSpPr>
          <p:cNvPr id="331" name="Google Shape;331;p3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332" name="Google Shape;332;p3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3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4 CfU true/false justify - pink">
  <p:cSld name="TITLE_AND_TWO_COLUMNS_1_1_9_1_3_1_1_1_1">
    <p:bg>
      <p:bgPr>
        <a:solidFill>
          <a:srgbClr val="FAEAF6"/>
        </a:solidFill>
      </p:bgPr>
    </p:bg>
    <p:spTree>
      <p:nvGrpSpPr>
        <p:cNvPr id="333" name="Shape 333"/>
        <p:cNvGrpSpPr/>
        <p:nvPr/>
      </p:nvGrpSpPr>
      <p:grpSpPr>
        <a:xfrm>
          <a:off x="0" y="0"/>
          <a:ext cx="0" cy="0"/>
        </a:xfrm>
      </p:grpSpPr>
      <p:pic>
        <p:nvPicPr>
          <p:cNvPr id="334" name="Google Shape;334;p3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35" name="Google Shape;335;p3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36" name="Google Shape;336;p33"/>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37" name="Google Shape;337;p33"/>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38" name="Google Shape;338;p33"/>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39" name="Google Shape;339;p33"/>
          <p:cNvSpPr txBox="1"/>
          <p:nvPr>
            <p:ph type="subTitle" idx="1"/>
          </p:nvPr>
        </p:nvSpPr>
        <p:spPr>
          <a:xfrm>
            <a:off x="980575" y="31840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40" name="Google Shape;340;p33"/>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41" name="Google Shape;341;p33"/>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342" name="Google Shape;342;p33"/>
          <p:cNvSpPr txBox="1"/>
          <p:nvPr>
            <p:ph type="subTitle" idx="3"/>
          </p:nvPr>
        </p:nvSpPr>
        <p:spPr>
          <a:xfrm>
            <a:off x="980575" y="4022250"/>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pic>
        <p:nvPicPr>
          <p:cNvPr id="343" name="Google Shape;343;p33"/>
          <p:cNvPicPr preferRelativeResize="0"/>
          <p:nvPr/>
        </p:nvPicPr>
        <p:blipFill>
          <a:blip r:embed="rId2">
            <a:alphaModFix/>
          </a:blip>
          <a:stretch>
            <a:fillRect/>
          </a:stretch>
        </p:blipFill>
        <p:spPr>
          <a:xfrm>
            <a:off x="2429775" y="1780501"/>
            <a:ext cx="457425" cy="457425"/>
          </a:xfrm>
          <a:prstGeom prst="rect">
            <a:avLst/>
          </a:prstGeom>
          <a:noFill/>
          <a:ln>
            <a:noFill/>
          </a:ln>
        </p:spPr>
      </p:pic>
      <p:sp>
        <p:nvSpPr>
          <p:cNvPr id="344" name="Google Shape;344;p33"/>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pic>
        <p:nvPicPr>
          <p:cNvPr id="345" name="Google Shape;345;p33"/>
          <p:cNvPicPr preferRelativeResize="0"/>
          <p:nvPr/>
        </p:nvPicPr>
        <p:blipFill>
          <a:blip r:embed="rId2">
            <a:alphaModFix/>
          </a:blip>
          <a:stretch>
            <a:fillRect/>
          </a:stretch>
        </p:blipFill>
        <p:spPr>
          <a:xfrm>
            <a:off x="4824000" y="1780501"/>
            <a:ext cx="457425" cy="457425"/>
          </a:xfrm>
          <a:prstGeom prst="rect">
            <a:avLst/>
          </a:prstGeom>
          <a:noFill/>
          <a:ln>
            <a:noFill/>
          </a:ln>
        </p:spPr>
      </p:pic>
      <p:sp>
        <p:nvSpPr>
          <p:cNvPr id="346" name="Google Shape;346;p33"/>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347" name="Google Shape;347;p33"/>
          <p:cNvPicPr preferRelativeResize="0"/>
          <p:nvPr/>
        </p:nvPicPr>
        <p:blipFill>
          <a:blip r:embed="rId3">
            <a:alphaModFix/>
          </a:blip>
          <a:stretch>
            <a:fillRect/>
          </a:stretch>
        </p:blipFill>
        <p:spPr>
          <a:xfrm>
            <a:off x="324000" y="3139351"/>
            <a:ext cx="457425" cy="457425"/>
          </a:xfrm>
          <a:prstGeom prst="rect">
            <a:avLst/>
          </a:prstGeom>
          <a:noFill/>
          <a:ln>
            <a:noFill/>
          </a:ln>
        </p:spPr>
      </p:pic>
      <p:sp>
        <p:nvSpPr>
          <p:cNvPr id="348" name="Google Shape;348;p33"/>
          <p:cNvSpPr txBox="1"/>
          <p:nvPr/>
        </p:nvSpPr>
        <p:spPr>
          <a:xfrm>
            <a:off x="348713" y="322946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pic>
        <p:nvPicPr>
          <p:cNvPr id="349" name="Google Shape;349;p33"/>
          <p:cNvPicPr preferRelativeResize="0"/>
          <p:nvPr/>
        </p:nvPicPr>
        <p:blipFill>
          <a:blip r:embed="rId3">
            <a:alphaModFix/>
          </a:blip>
          <a:stretch>
            <a:fillRect/>
          </a:stretch>
        </p:blipFill>
        <p:spPr>
          <a:xfrm>
            <a:off x="324000" y="3987701"/>
            <a:ext cx="457425" cy="457425"/>
          </a:xfrm>
          <a:prstGeom prst="rect">
            <a:avLst/>
          </a:prstGeom>
          <a:noFill/>
          <a:ln>
            <a:noFill/>
          </a:ln>
        </p:spPr>
      </p:pic>
      <p:sp>
        <p:nvSpPr>
          <p:cNvPr id="350" name="Google Shape;350;p33"/>
          <p:cNvSpPr txBox="1"/>
          <p:nvPr/>
        </p:nvSpPr>
        <p:spPr>
          <a:xfrm>
            <a:off x="348713" y="40778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pic>
        <p:nvPicPr>
          <p:cNvPr id="351" name="Google Shape;351;p33"/>
          <p:cNvPicPr preferRelativeResize="0"/>
          <p:nvPr/>
        </p:nvPicPr>
        <p:blipFill>
          <a:blip r:embed="rId4">
            <a:alphaModFix/>
          </a:blip>
          <a:stretch>
            <a:fillRect/>
          </a:stretch>
        </p:blipFill>
        <p:spPr>
          <a:xfrm>
            <a:off x="8528585" y="-11474"/>
            <a:ext cx="499700" cy="499700"/>
          </a:xfrm>
          <a:prstGeom prst="rect">
            <a:avLst/>
          </a:prstGeom>
          <a:noFill/>
          <a:ln>
            <a:noFill/>
          </a:ln>
        </p:spPr>
      </p:pic>
      <p:sp>
        <p:nvSpPr>
          <p:cNvPr id="352" name="Google Shape;352;p3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353" name="Google Shape;353;p3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3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CfU 3 options - purple">
  <p:cSld name="TITLE_AND_TWO_COLUMNS_1_1_7_1_1">
    <p:bg>
      <p:bgPr>
        <a:solidFill>
          <a:srgbClr val="F3EEFB"/>
        </a:solidFill>
      </p:bgPr>
    </p:bg>
    <p:spTree>
      <p:nvGrpSpPr>
        <p:cNvPr id="354" name="Shape 354"/>
        <p:cNvGrpSpPr/>
        <p:nvPr/>
      </p:nvGrpSpPr>
      <p:grpSpPr>
        <a:xfrm>
          <a:off x="0" y="0"/>
          <a:ext cx="0" cy="0"/>
        </a:xfrm>
      </p:grpSpPr>
      <p:pic>
        <p:nvPicPr>
          <p:cNvPr id="355" name="Google Shape;355;p34"/>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356" name="Google Shape;356;p34"/>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57" name="Google Shape;357;p34"/>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58" name="Google Shape;358;p3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59" name="Google Shape;359;p3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360" name="Google Shape;360;p34"/>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361" name="Google Shape;361;p34"/>
          <p:cNvGrpSpPr/>
          <p:nvPr/>
        </p:nvGrpSpPr>
        <p:grpSpPr>
          <a:xfrm>
            <a:off x="323541" y="1804023"/>
            <a:ext cx="457425" cy="457425"/>
            <a:chOff x="323541" y="1575423"/>
            <a:chExt cx="457425" cy="457425"/>
          </a:xfrm>
        </p:grpSpPr>
        <p:pic>
          <p:nvPicPr>
            <p:cNvPr id="362" name="Google Shape;362;p34"/>
            <p:cNvPicPr preferRelativeResize="0"/>
            <p:nvPr/>
          </p:nvPicPr>
          <p:blipFill>
            <a:blip r:embed="rId3">
              <a:alphaModFix/>
            </a:blip>
            <a:stretch>
              <a:fillRect/>
            </a:stretch>
          </p:blipFill>
          <p:spPr>
            <a:xfrm>
              <a:off x="323541" y="1575423"/>
              <a:ext cx="457425" cy="457425"/>
            </a:xfrm>
            <a:prstGeom prst="rect">
              <a:avLst/>
            </a:prstGeom>
            <a:noFill/>
            <a:ln>
              <a:noFill/>
            </a:ln>
          </p:spPr>
        </p:pic>
        <p:sp>
          <p:nvSpPr>
            <p:cNvPr id="363" name="Google Shape;363;p34"/>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364" name="Google Shape;364;p34"/>
          <p:cNvGrpSpPr/>
          <p:nvPr/>
        </p:nvGrpSpPr>
        <p:grpSpPr>
          <a:xfrm>
            <a:off x="323541" y="2766477"/>
            <a:ext cx="457425" cy="457425"/>
            <a:chOff x="323541" y="2348699"/>
            <a:chExt cx="457425" cy="457425"/>
          </a:xfrm>
        </p:grpSpPr>
        <p:pic>
          <p:nvPicPr>
            <p:cNvPr id="365" name="Google Shape;365;p34"/>
            <p:cNvPicPr preferRelativeResize="0"/>
            <p:nvPr/>
          </p:nvPicPr>
          <p:blipFill>
            <a:blip r:embed="rId3">
              <a:alphaModFix/>
            </a:blip>
            <a:stretch>
              <a:fillRect/>
            </a:stretch>
          </p:blipFill>
          <p:spPr>
            <a:xfrm>
              <a:off x="323541" y="2348699"/>
              <a:ext cx="457425" cy="457425"/>
            </a:xfrm>
            <a:prstGeom prst="rect">
              <a:avLst/>
            </a:prstGeom>
            <a:noFill/>
            <a:ln>
              <a:noFill/>
            </a:ln>
          </p:spPr>
        </p:pic>
        <p:sp>
          <p:nvSpPr>
            <p:cNvPr id="366" name="Google Shape;366;p34"/>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367" name="Google Shape;367;p34"/>
          <p:cNvGrpSpPr/>
          <p:nvPr/>
        </p:nvGrpSpPr>
        <p:grpSpPr>
          <a:xfrm>
            <a:off x="323541" y="3728931"/>
            <a:ext cx="457425" cy="457425"/>
            <a:chOff x="323541" y="3203422"/>
            <a:chExt cx="457425" cy="457425"/>
          </a:xfrm>
        </p:grpSpPr>
        <p:pic>
          <p:nvPicPr>
            <p:cNvPr id="368" name="Google Shape;368;p34"/>
            <p:cNvPicPr preferRelativeResize="0"/>
            <p:nvPr/>
          </p:nvPicPr>
          <p:blipFill>
            <a:blip r:embed="rId3">
              <a:alphaModFix/>
            </a:blip>
            <a:stretch>
              <a:fillRect/>
            </a:stretch>
          </p:blipFill>
          <p:spPr>
            <a:xfrm>
              <a:off x="323541" y="3203422"/>
              <a:ext cx="457425" cy="457425"/>
            </a:xfrm>
            <a:prstGeom prst="rect">
              <a:avLst/>
            </a:prstGeom>
            <a:noFill/>
            <a:ln>
              <a:noFill/>
            </a:ln>
          </p:spPr>
        </p:pic>
        <p:sp>
          <p:nvSpPr>
            <p:cNvPr id="369" name="Google Shape;369;p34"/>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sp>
        <p:nvSpPr>
          <p:cNvPr id="370" name="Google Shape;370;p34"/>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71" name="Google Shape;371;p34"/>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72" name="Google Shape;372;p34"/>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Tree>
  </p:cSld>
  <p:clrMapOvr>
    <a:masterClrMapping/>
  </p:clrMapOvr>
  <p:transition/>
  <p:timing/>
</p:sldLayout>
</file>

<file path=ppt/slideLayouts/slideLayout3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2 CfU 3 options - jade">
  <p:cSld name="TITLE_AND_TWO_COLUMNS_1_1_7_1_1_1_2">
    <p:bg>
      <p:bgPr>
        <a:solidFill>
          <a:srgbClr val="E6F2F2"/>
        </a:solidFill>
      </p:bgPr>
    </p:bg>
    <p:spTree>
      <p:nvGrpSpPr>
        <p:cNvPr id="373" name="Shape 373"/>
        <p:cNvGrpSpPr/>
        <p:nvPr/>
      </p:nvGrpSpPr>
      <p:grpSpPr>
        <a:xfrm>
          <a:off x="0" y="0"/>
          <a:ext cx="0" cy="0"/>
        </a:xfrm>
      </p:grpSpPr>
      <p:pic>
        <p:nvPicPr>
          <p:cNvPr id="374" name="Google Shape;374;p3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75" name="Google Shape;375;p35"/>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76" name="Google Shape;376;p35"/>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77" name="Google Shape;377;p3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78" name="Google Shape;378;p3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379" name="Google Shape;379;p35"/>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80" name="Google Shape;380;p35"/>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1" name="Google Shape;381;p35"/>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2" name="Google Shape;382;p35"/>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83" name="Google Shape;383;p35"/>
          <p:cNvGrpSpPr/>
          <p:nvPr/>
        </p:nvGrpSpPr>
        <p:grpSpPr>
          <a:xfrm>
            <a:off x="323541" y="1804023"/>
            <a:ext cx="457425" cy="457425"/>
            <a:chOff x="323541" y="1575423"/>
            <a:chExt cx="457425" cy="457425"/>
          </a:xfrm>
        </p:grpSpPr>
        <p:pic>
          <p:nvPicPr>
            <p:cNvPr id="384" name="Google Shape;384;p35"/>
            <p:cNvPicPr preferRelativeResize="0"/>
            <p:nvPr/>
          </p:nvPicPr>
          <p:blipFill>
            <a:blip r:embed="rId3">
              <a:alphaModFix/>
            </a:blip>
            <a:stretch>
              <a:fillRect/>
            </a:stretch>
          </p:blipFill>
          <p:spPr>
            <a:xfrm>
              <a:off x="323541" y="1575423"/>
              <a:ext cx="457425" cy="457425"/>
            </a:xfrm>
            <a:prstGeom prst="rect">
              <a:avLst/>
            </a:prstGeom>
            <a:noFill/>
            <a:ln>
              <a:noFill/>
            </a:ln>
          </p:spPr>
        </p:pic>
        <p:sp>
          <p:nvSpPr>
            <p:cNvPr id="385" name="Google Shape;385;p35"/>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386" name="Google Shape;386;p35"/>
          <p:cNvGrpSpPr/>
          <p:nvPr/>
        </p:nvGrpSpPr>
        <p:grpSpPr>
          <a:xfrm>
            <a:off x="323541" y="2766477"/>
            <a:ext cx="457425" cy="457425"/>
            <a:chOff x="323541" y="2348699"/>
            <a:chExt cx="457425" cy="457425"/>
          </a:xfrm>
        </p:grpSpPr>
        <p:pic>
          <p:nvPicPr>
            <p:cNvPr id="387" name="Google Shape;387;p35"/>
            <p:cNvPicPr preferRelativeResize="0"/>
            <p:nvPr/>
          </p:nvPicPr>
          <p:blipFill>
            <a:blip r:embed="rId3">
              <a:alphaModFix/>
            </a:blip>
            <a:stretch>
              <a:fillRect/>
            </a:stretch>
          </p:blipFill>
          <p:spPr>
            <a:xfrm>
              <a:off x="323541" y="2348699"/>
              <a:ext cx="457425" cy="457425"/>
            </a:xfrm>
            <a:prstGeom prst="rect">
              <a:avLst/>
            </a:prstGeom>
            <a:noFill/>
            <a:ln>
              <a:noFill/>
            </a:ln>
          </p:spPr>
        </p:pic>
        <p:sp>
          <p:nvSpPr>
            <p:cNvPr id="388" name="Google Shape;388;p35"/>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389" name="Google Shape;389;p35"/>
          <p:cNvGrpSpPr/>
          <p:nvPr/>
        </p:nvGrpSpPr>
        <p:grpSpPr>
          <a:xfrm>
            <a:off x="323541" y="3728931"/>
            <a:ext cx="457425" cy="457425"/>
            <a:chOff x="323541" y="3203422"/>
            <a:chExt cx="457425" cy="457425"/>
          </a:xfrm>
        </p:grpSpPr>
        <p:pic>
          <p:nvPicPr>
            <p:cNvPr id="390" name="Google Shape;390;p35"/>
            <p:cNvPicPr preferRelativeResize="0"/>
            <p:nvPr/>
          </p:nvPicPr>
          <p:blipFill>
            <a:blip r:embed="rId3">
              <a:alphaModFix/>
            </a:blip>
            <a:stretch>
              <a:fillRect/>
            </a:stretch>
          </p:blipFill>
          <p:spPr>
            <a:xfrm>
              <a:off x="323541" y="3203422"/>
              <a:ext cx="457425" cy="457425"/>
            </a:xfrm>
            <a:prstGeom prst="rect">
              <a:avLst/>
            </a:prstGeom>
            <a:noFill/>
            <a:ln>
              <a:noFill/>
            </a:ln>
          </p:spPr>
        </p:pic>
        <p:sp>
          <p:nvSpPr>
            <p:cNvPr id="391" name="Google Shape;391;p35"/>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spTree>
  </p:cSld>
  <p:clrMapOvr>
    <a:masterClrMapping/>
  </p:clrMapOvr>
  <p:transition/>
  <p:timing/>
</p:sldLayout>
</file>

<file path=ppt/slideLayouts/slideLayout3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3 CfU 3 options - blue">
  <p:cSld name="TITLE_AND_TWO_COLUMNS_1_1_7_2">
    <p:bg>
      <p:bgPr>
        <a:solidFill>
          <a:srgbClr val="EBEDFE"/>
        </a:solidFill>
      </p:bgPr>
    </p:bg>
    <p:spTree>
      <p:nvGrpSpPr>
        <p:cNvPr id="392" name="Shape 392"/>
        <p:cNvGrpSpPr/>
        <p:nvPr/>
      </p:nvGrpSpPr>
      <p:grpSpPr>
        <a:xfrm>
          <a:off x="0" y="0"/>
          <a:ext cx="0" cy="0"/>
        </a:xfrm>
      </p:grpSpPr>
      <p:pic>
        <p:nvPicPr>
          <p:cNvPr id="393" name="Google Shape;393;p36"/>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94" name="Google Shape;394;p36"/>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95" name="Google Shape;395;p36"/>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96" name="Google Shape;396;p3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97" name="Google Shape;397;p3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398" name="Google Shape;398;p36"/>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99" name="Google Shape;399;p36"/>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00" name="Google Shape;400;p36"/>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01" name="Google Shape;401;p36"/>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02" name="Google Shape;402;p36"/>
          <p:cNvGrpSpPr/>
          <p:nvPr/>
        </p:nvGrpSpPr>
        <p:grpSpPr>
          <a:xfrm>
            <a:off x="323541" y="1804023"/>
            <a:ext cx="457425" cy="457425"/>
            <a:chOff x="323541" y="1575423"/>
            <a:chExt cx="457425" cy="457425"/>
          </a:xfrm>
        </p:grpSpPr>
        <p:pic>
          <p:nvPicPr>
            <p:cNvPr id="403" name="Google Shape;403;p36"/>
            <p:cNvPicPr preferRelativeResize="0"/>
            <p:nvPr/>
          </p:nvPicPr>
          <p:blipFill>
            <a:blip r:embed="rId3">
              <a:alphaModFix/>
            </a:blip>
            <a:stretch>
              <a:fillRect/>
            </a:stretch>
          </p:blipFill>
          <p:spPr>
            <a:xfrm>
              <a:off x="323541" y="1575423"/>
              <a:ext cx="457425" cy="457425"/>
            </a:xfrm>
            <a:prstGeom prst="rect">
              <a:avLst/>
            </a:prstGeom>
            <a:noFill/>
            <a:ln>
              <a:noFill/>
            </a:ln>
          </p:spPr>
        </p:pic>
        <p:sp>
          <p:nvSpPr>
            <p:cNvPr id="404" name="Google Shape;404;p36"/>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405" name="Google Shape;405;p36"/>
          <p:cNvGrpSpPr/>
          <p:nvPr/>
        </p:nvGrpSpPr>
        <p:grpSpPr>
          <a:xfrm>
            <a:off x="323541" y="2766477"/>
            <a:ext cx="457425" cy="457425"/>
            <a:chOff x="323541" y="2348699"/>
            <a:chExt cx="457425" cy="457425"/>
          </a:xfrm>
        </p:grpSpPr>
        <p:pic>
          <p:nvPicPr>
            <p:cNvPr id="406" name="Google Shape;406;p36"/>
            <p:cNvPicPr preferRelativeResize="0"/>
            <p:nvPr/>
          </p:nvPicPr>
          <p:blipFill>
            <a:blip r:embed="rId3">
              <a:alphaModFix/>
            </a:blip>
            <a:stretch>
              <a:fillRect/>
            </a:stretch>
          </p:blipFill>
          <p:spPr>
            <a:xfrm>
              <a:off x="323541" y="2348699"/>
              <a:ext cx="457425" cy="457425"/>
            </a:xfrm>
            <a:prstGeom prst="rect">
              <a:avLst/>
            </a:prstGeom>
            <a:noFill/>
            <a:ln>
              <a:noFill/>
            </a:ln>
          </p:spPr>
        </p:pic>
        <p:sp>
          <p:nvSpPr>
            <p:cNvPr id="407" name="Google Shape;407;p36"/>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408" name="Google Shape;408;p36"/>
          <p:cNvGrpSpPr/>
          <p:nvPr/>
        </p:nvGrpSpPr>
        <p:grpSpPr>
          <a:xfrm>
            <a:off x="323541" y="3728931"/>
            <a:ext cx="457425" cy="457425"/>
            <a:chOff x="323541" y="3203422"/>
            <a:chExt cx="457425" cy="457425"/>
          </a:xfrm>
        </p:grpSpPr>
        <p:pic>
          <p:nvPicPr>
            <p:cNvPr id="409" name="Google Shape;409;p36"/>
            <p:cNvPicPr preferRelativeResize="0"/>
            <p:nvPr/>
          </p:nvPicPr>
          <p:blipFill>
            <a:blip r:embed="rId3">
              <a:alphaModFix/>
            </a:blip>
            <a:stretch>
              <a:fillRect/>
            </a:stretch>
          </p:blipFill>
          <p:spPr>
            <a:xfrm>
              <a:off x="323541" y="3203422"/>
              <a:ext cx="457425" cy="457425"/>
            </a:xfrm>
            <a:prstGeom prst="rect">
              <a:avLst/>
            </a:prstGeom>
            <a:noFill/>
            <a:ln>
              <a:noFill/>
            </a:ln>
          </p:spPr>
        </p:pic>
        <p:sp>
          <p:nvSpPr>
            <p:cNvPr id="410" name="Google Shape;410;p36"/>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spTree>
  </p:cSld>
  <p:clrMapOvr>
    <a:masterClrMapping/>
  </p:clrMapOvr>
  <p:transition/>
  <p:timing/>
</p:sldLayout>
</file>

<file path=ppt/slideLayouts/slideLayout3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4 CfU 3 options - pink">
  <p:cSld name="TITLE_AND_TWO_COLUMNS_1_1_7_1_1_1_1">
    <p:bg>
      <p:bgPr>
        <a:solidFill>
          <a:srgbClr val="FAEAF6"/>
        </a:solidFill>
      </p:bgPr>
    </p:bg>
    <p:spTree>
      <p:nvGrpSpPr>
        <p:cNvPr id="411" name="Shape 411"/>
        <p:cNvGrpSpPr/>
        <p:nvPr/>
      </p:nvGrpSpPr>
      <p:grpSpPr>
        <a:xfrm>
          <a:off x="0" y="0"/>
          <a:ext cx="0" cy="0"/>
        </a:xfrm>
      </p:grpSpPr>
      <p:pic>
        <p:nvPicPr>
          <p:cNvPr id="412" name="Google Shape;412;p3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13" name="Google Shape;413;p37"/>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14" name="Google Shape;414;p37"/>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15" name="Google Shape;415;p3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16" name="Google Shape;416;p3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417" name="Google Shape;417;p37"/>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18" name="Google Shape;418;p37"/>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19" name="Google Shape;419;p37"/>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20" name="Google Shape;420;p37"/>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21" name="Google Shape;421;p37"/>
          <p:cNvGrpSpPr/>
          <p:nvPr/>
        </p:nvGrpSpPr>
        <p:grpSpPr>
          <a:xfrm>
            <a:off x="323541" y="1804023"/>
            <a:ext cx="457425" cy="457425"/>
            <a:chOff x="323541" y="1575423"/>
            <a:chExt cx="457425" cy="457425"/>
          </a:xfrm>
        </p:grpSpPr>
        <p:pic>
          <p:nvPicPr>
            <p:cNvPr id="422" name="Google Shape;422;p37"/>
            <p:cNvPicPr preferRelativeResize="0"/>
            <p:nvPr/>
          </p:nvPicPr>
          <p:blipFill>
            <a:blip r:embed="rId3">
              <a:alphaModFix/>
            </a:blip>
            <a:stretch>
              <a:fillRect/>
            </a:stretch>
          </p:blipFill>
          <p:spPr>
            <a:xfrm>
              <a:off x="323541" y="1575423"/>
              <a:ext cx="457425" cy="457425"/>
            </a:xfrm>
            <a:prstGeom prst="rect">
              <a:avLst/>
            </a:prstGeom>
            <a:noFill/>
            <a:ln>
              <a:noFill/>
            </a:ln>
          </p:spPr>
        </p:pic>
        <p:sp>
          <p:nvSpPr>
            <p:cNvPr id="423" name="Google Shape;423;p37"/>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424" name="Google Shape;424;p37"/>
          <p:cNvGrpSpPr/>
          <p:nvPr/>
        </p:nvGrpSpPr>
        <p:grpSpPr>
          <a:xfrm>
            <a:off x="323541" y="2766477"/>
            <a:ext cx="457425" cy="457425"/>
            <a:chOff x="323541" y="2348699"/>
            <a:chExt cx="457425" cy="457425"/>
          </a:xfrm>
        </p:grpSpPr>
        <p:pic>
          <p:nvPicPr>
            <p:cNvPr id="425" name="Google Shape;425;p37"/>
            <p:cNvPicPr preferRelativeResize="0"/>
            <p:nvPr/>
          </p:nvPicPr>
          <p:blipFill>
            <a:blip r:embed="rId3">
              <a:alphaModFix/>
            </a:blip>
            <a:stretch>
              <a:fillRect/>
            </a:stretch>
          </p:blipFill>
          <p:spPr>
            <a:xfrm>
              <a:off x="323541" y="2348699"/>
              <a:ext cx="457425" cy="457425"/>
            </a:xfrm>
            <a:prstGeom prst="rect">
              <a:avLst/>
            </a:prstGeom>
            <a:noFill/>
            <a:ln>
              <a:noFill/>
            </a:ln>
          </p:spPr>
        </p:pic>
        <p:sp>
          <p:nvSpPr>
            <p:cNvPr id="426" name="Google Shape;426;p37"/>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427" name="Google Shape;427;p37"/>
          <p:cNvGrpSpPr/>
          <p:nvPr/>
        </p:nvGrpSpPr>
        <p:grpSpPr>
          <a:xfrm>
            <a:off x="323541" y="3728931"/>
            <a:ext cx="457425" cy="457425"/>
            <a:chOff x="323541" y="3203422"/>
            <a:chExt cx="457425" cy="457425"/>
          </a:xfrm>
        </p:grpSpPr>
        <p:pic>
          <p:nvPicPr>
            <p:cNvPr id="428" name="Google Shape;428;p37"/>
            <p:cNvPicPr preferRelativeResize="0"/>
            <p:nvPr/>
          </p:nvPicPr>
          <p:blipFill>
            <a:blip r:embed="rId3">
              <a:alphaModFix/>
            </a:blip>
            <a:stretch>
              <a:fillRect/>
            </a:stretch>
          </p:blipFill>
          <p:spPr>
            <a:xfrm>
              <a:off x="323541" y="3203422"/>
              <a:ext cx="457425" cy="457425"/>
            </a:xfrm>
            <a:prstGeom prst="rect">
              <a:avLst/>
            </a:prstGeom>
            <a:noFill/>
            <a:ln>
              <a:noFill/>
            </a:ln>
          </p:spPr>
        </p:pic>
        <p:sp>
          <p:nvSpPr>
            <p:cNvPr id="429" name="Google Shape;429;p37"/>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spTree>
  </p:cSld>
  <p:clrMapOvr>
    <a:masterClrMapping/>
  </p:clrMapOvr>
  <p:transition/>
  <p:timing/>
</p:sldLayout>
</file>

<file path=ppt/slideLayouts/slideLayout3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CfU 4 options - purple">
  <p:cSld name="TITLE_AND_TWO_COLUMNS_1_1_8_1">
    <p:bg>
      <p:bgPr>
        <a:solidFill>
          <a:srgbClr val="F3EEFB"/>
        </a:solidFill>
      </p:bgPr>
    </p:bg>
    <p:spTree>
      <p:nvGrpSpPr>
        <p:cNvPr id="430" name="Shape 430"/>
        <p:cNvGrpSpPr/>
        <p:nvPr/>
      </p:nvGrpSpPr>
      <p:grpSpPr>
        <a:xfrm>
          <a:off x="0" y="0"/>
          <a:ext cx="0" cy="0"/>
        </a:xfrm>
      </p:grpSpPr>
      <p:pic>
        <p:nvPicPr>
          <p:cNvPr id="431" name="Google Shape;431;p38"/>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432" name="Google Shape;432;p38"/>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33" name="Google Shape;433;p38"/>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34" name="Google Shape;434;p38"/>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35" name="Google Shape;435;p38"/>
          <p:cNvSpPr txBox="1"/>
          <p:nvPr>
            <p:ph type="subTitle" idx="2"/>
          </p:nvPr>
        </p:nvSpPr>
        <p:spPr>
          <a:xfrm>
            <a:off x="1034425" y="2477383"/>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36" name="Google Shape;436;p38"/>
          <p:cNvSpPr txBox="1"/>
          <p:nvPr>
            <p:ph type="subTitle" idx="3"/>
          </p:nvPr>
        </p:nvSpPr>
        <p:spPr>
          <a:xfrm>
            <a:off x="1055430" y="3333892"/>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37" name="Google Shape;437;p38"/>
          <p:cNvSpPr txBox="1"/>
          <p:nvPr>
            <p:ph type="subTitle" idx="4"/>
          </p:nvPr>
        </p:nvSpPr>
        <p:spPr>
          <a:xfrm>
            <a:off x="1055430" y="4125900"/>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38" name="Google Shape;438;p38"/>
          <p:cNvGrpSpPr/>
          <p:nvPr/>
        </p:nvGrpSpPr>
        <p:grpSpPr>
          <a:xfrm>
            <a:off x="323541" y="1651623"/>
            <a:ext cx="457425" cy="457425"/>
            <a:chOff x="323541" y="1575423"/>
            <a:chExt cx="457425" cy="457425"/>
          </a:xfrm>
        </p:grpSpPr>
        <p:pic>
          <p:nvPicPr>
            <p:cNvPr id="439" name="Google Shape;439;p38"/>
            <p:cNvPicPr preferRelativeResize="0"/>
            <p:nvPr/>
          </p:nvPicPr>
          <p:blipFill>
            <a:blip r:embed="rId2">
              <a:alphaModFix/>
            </a:blip>
            <a:stretch>
              <a:fillRect/>
            </a:stretch>
          </p:blipFill>
          <p:spPr>
            <a:xfrm>
              <a:off x="323541" y="1575423"/>
              <a:ext cx="457425" cy="457425"/>
            </a:xfrm>
            <a:prstGeom prst="rect">
              <a:avLst/>
            </a:prstGeom>
            <a:noFill/>
            <a:ln>
              <a:noFill/>
            </a:ln>
          </p:spPr>
        </p:pic>
        <p:sp>
          <p:nvSpPr>
            <p:cNvPr id="440" name="Google Shape;440;p38"/>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441" name="Google Shape;441;p38"/>
          <p:cNvGrpSpPr/>
          <p:nvPr/>
        </p:nvGrpSpPr>
        <p:grpSpPr>
          <a:xfrm>
            <a:off x="323541" y="2461677"/>
            <a:ext cx="457425" cy="457425"/>
            <a:chOff x="323541" y="2348699"/>
            <a:chExt cx="457425" cy="457425"/>
          </a:xfrm>
        </p:grpSpPr>
        <p:pic>
          <p:nvPicPr>
            <p:cNvPr id="442" name="Google Shape;442;p38"/>
            <p:cNvPicPr preferRelativeResize="0"/>
            <p:nvPr/>
          </p:nvPicPr>
          <p:blipFill>
            <a:blip r:embed="rId2">
              <a:alphaModFix/>
            </a:blip>
            <a:stretch>
              <a:fillRect/>
            </a:stretch>
          </p:blipFill>
          <p:spPr>
            <a:xfrm>
              <a:off x="323541" y="2348699"/>
              <a:ext cx="457425" cy="457425"/>
            </a:xfrm>
            <a:prstGeom prst="rect">
              <a:avLst/>
            </a:prstGeom>
            <a:noFill/>
            <a:ln>
              <a:noFill/>
            </a:ln>
          </p:spPr>
        </p:pic>
        <p:sp>
          <p:nvSpPr>
            <p:cNvPr id="443" name="Google Shape;443;p38"/>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444" name="Google Shape;444;p38"/>
          <p:cNvGrpSpPr/>
          <p:nvPr/>
        </p:nvGrpSpPr>
        <p:grpSpPr>
          <a:xfrm>
            <a:off x="323541" y="3271731"/>
            <a:ext cx="457425" cy="457425"/>
            <a:chOff x="323541" y="3203422"/>
            <a:chExt cx="457425" cy="457425"/>
          </a:xfrm>
        </p:grpSpPr>
        <p:pic>
          <p:nvPicPr>
            <p:cNvPr id="445" name="Google Shape;445;p38"/>
            <p:cNvPicPr preferRelativeResize="0"/>
            <p:nvPr/>
          </p:nvPicPr>
          <p:blipFill>
            <a:blip r:embed="rId2">
              <a:alphaModFix/>
            </a:blip>
            <a:stretch>
              <a:fillRect/>
            </a:stretch>
          </p:blipFill>
          <p:spPr>
            <a:xfrm>
              <a:off x="323541" y="3203422"/>
              <a:ext cx="457425" cy="457425"/>
            </a:xfrm>
            <a:prstGeom prst="rect">
              <a:avLst/>
            </a:prstGeom>
            <a:noFill/>
            <a:ln>
              <a:noFill/>
            </a:ln>
          </p:spPr>
        </p:pic>
        <p:sp>
          <p:nvSpPr>
            <p:cNvPr id="446" name="Google Shape;446;p38"/>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grpSp>
        <p:nvGrpSpPr>
          <p:cNvPr id="447" name="Google Shape;447;p38"/>
          <p:cNvGrpSpPr/>
          <p:nvPr/>
        </p:nvGrpSpPr>
        <p:grpSpPr>
          <a:xfrm>
            <a:off x="323541" y="4081785"/>
            <a:ext cx="457425" cy="457425"/>
            <a:chOff x="323541" y="4005585"/>
            <a:chExt cx="457425" cy="457425"/>
          </a:xfrm>
        </p:grpSpPr>
        <p:pic>
          <p:nvPicPr>
            <p:cNvPr id="448" name="Google Shape;448;p38"/>
            <p:cNvPicPr preferRelativeResize="0"/>
            <p:nvPr/>
          </p:nvPicPr>
          <p:blipFill>
            <a:blip r:embed="rId2">
              <a:alphaModFix/>
            </a:blip>
            <a:stretch>
              <a:fillRect/>
            </a:stretch>
          </p:blipFill>
          <p:spPr>
            <a:xfrm>
              <a:off x="323541" y="4005585"/>
              <a:ext cx="457425" cy="457425"/>
            </a:xfrm>
            <a:prstGeom prst="rect">
              <a:avLst/>
            </a:prstGeom>
            <a:noFill/>
            <a:ln>
              <a:noFill/>
            </a:ln>
          </p:spPr>
        </p:pic>
        <p:sp>
          <p:nvSpPr>
            <p:cNvPr id="449" name="Google Shape;449;p38"/>
            <p:cNvSpPr txBox="1"/>
            <p:nvPr/>
          </p:nvSpPr>
          <p:spPr>
            <a:xfrm>
              <a:off x="348253" y="4095697"/>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D</a:t>
              </a:r>
              <a:endParaRPr sz="1800" b="1">
                <a:solidFill>
                  <a:schemeClr val="lt1"/>
                </a:solidFill>
                <a:latin typeface="Lexend"/>
                <a:ea typeface="Lexend"/>
                <a:cs typeface="Lexend"/>
                <a:sym typeface="Lexend"/>
              </a:endParaRPr>
            </a:p>
          </p:txBody>
        </p:sp>
      </p:grpSp>
      <p:pic>
        <p:nvPicPr>
          <p:cNvPr id="450" name="Google Shape;450;p38"/>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451" name="Google Shape;451;p3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452" name="Google Shape;452;p38"/>
          <p:cNvSpPr txBox="1"/>
          <p:nvPr>
            <p:ph type="title" idx="5"/>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3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CfU 4 options - jade">
  <p:cSld name="TITLE_AND_TWO_COLUMNS_1_1_8_1_1_1">
    <p:bg>
      <p:bgPr>
        <a:solidFill>
          <a:srgbClr val="E6F2F2"/>
        </a:solidFill>
      </p:bgPr>
    </p:bg>
    <p:spTree>
      <p:nvGrpSpPr>
        <p:cNvPr id="453" name="Shape 453"/>
        <p:cNvGrpSpPr/>
        <p:nvPr/>
      </p:nvGrpSpPr>
      <p:grpSpPr>
        <a:xfrm>
          <a:off x="0" y="0"/>
          <a:ext cx="0" cy="0"/>
        </a:xfrm>
      </p:grpSpPr>
      <p:pic>
        <p:nvPicPr>
          <p:cNvPr id="454" name="Google Shape;454;p3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55" name="Google Shape;455;p39"/>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56" name="Google Shape;456;p39"/>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57" name="Google Shape;457;p39"/>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58" name="Google Shape;458;p39"/>
          <p:cNvSpPr txBox="1"/>
          <p:nvPr>
            <p:ph type="subTitle" idx="2"/>
          </p:nvPr>
        </p:nvSpPr>
        <p:spPr>
          <a:xfrm>
            <a:off x="1034425" y="2477383"/>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59" name="Google Shape;459;p39"/>
          <p:cNvSpPr txBox="1"/>
          <p:nvPr>
            <p:ph type="subTitle" idx="3"/>
          </p:nvPr>
        </p:nvSpPr>
        <p:spPr>
          <a:xfrm>
            <a:off x="1055430" y="3333892"/>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0" name="Google Shape;460;p39"/>
          <p:cNvSpPr txBox="1"/>
          <p:nvPr>
            <p:ph type="subTitle" idx="4"/>
          </p:nvPr>
        </p:nvSpPr>
        <p:spPr>
          <a:xfrm>
            <a:off x="1055430" y="4125900"/>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61" name="Google Shape;461;p39"/>
          <p:cNvGrpSpPr/>
          <p:nvPr/>
        </p:nvGrpSpPr>
        <p:grpSpPr>
          <a:xfrm>
            <a:off x="323541" y="1651623"/>
            <a:ext cx="457425" cy="457425"/>
            <a:chOff x="323541" y="1575423"/>
            <a:chExt cx="457425" cy="457425"/>
          </a:xfrm>
        </p:grpSpPr>
        <p:pic>
          <p:nvPicPr>
            <p:cNvPr id="462" name="Google Shape;462;p39"/>
            <p:cNvPicPr preferRelativeResize="0"/>
            <p:nvPr/>
          </p:nvPicPr>
          <p:blipFill>
            <a:blip r:embed="rId2">
              <a:alphaModFix/>
            </a:blip>
            <a:stretch>
              <a:fillRect/>
            </a:stretch>
          </p:blipFill>
          <p:spPr>
            <a:xfrm>
              <a:off x="323541" y="1575423"/>
              <a:ext cx="457425" cy="457425"/>
            </a:xfrm>
            <a:prstGeom prst="rect">
              <a:avLst/>
            </a:prstGeom>
            <a:noFill/>
            <a:ln>
              <a:noFill/>
            </a:ln>
          </p:spPr>
        </p:pic>
        <p:sp>
          <p:nvSpPr>
            <p:cNvPr id="463" name="Google Shape;463;p39"/>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464" name="Google Shape;464;p39"/>
          <p:cNvGrpSpPr/>
          <p:nvPr/>
        </p:nvGrpSpPr>
        <p:grpSpPr>
          <a:xfrm>
            <a:off x="323541" y="2461677"/>
            <a:ext cx="457425" cy="457425"/>
            <a:chOff x="323541" y="2348699"/>
            <a:chExt cx="457425" cy="457425"/>
          </a:xfrm>
        </p:grpSpPr>
        <p:pic>
          <p:nvPicPr>
            <p:cNvPr id="465" name="Google Shape;465;p39"/>
            <p:cNvPicPr preferRelativeResize="0"/>
            <p:nvPr/>
          </p:nvPicPr>
          <p:blipFill>
            <a:blip r:embed="rId2">
              <a:alphaModFix/>
            </a:blip>
            <a:stretch>
              <a:fillRect/>
            </a:stretch>
          </p:blipFill>
          <p:spPr>
            <a:xfrm>
              <a:off x="323541" y="2348699"/>
              <a:ext cx="457425" cy="457425"/>
            </a:xfrm>
            <a:prstGeom prst="rect">
              <a:avLst/>
            </a:prstGeom>
            <a:noFill/>
            <a:ln>
              <a:noFill/>
            </a:ln>
          </p:spPr>
        </p:pic>
        <p:sp>
          <p:nvSpPr>
            <p:cNvPr id="466" name="Google Shape;466;p39"/>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467" name="Google Shape;467;p39"/>
          <p:cNvGrpSpPr/>
          <p:nvPr/>
        </p:nvGrpSpPr>
        <p:grpSpPr>
          <a:xfrm>
            <a:off x="323541" y="3271731"/>
            <a:ext cx="457425" cy="457425"/>
            <a:chOff x="323541" y="3203422"/>
            <a:chExt cx="457425" cy="457425"/>
          </a:xfrm>
        </p:grpSpPr>
        <p:pic>
          <p:nvPicPr>
            <p:cNvPr id="468" name="Google Shape;468;p39"/>
            <p:cNvPicPr preferRelativeResize="0"/>
            <p:nvPr/>
          </p:nvPicPr>
          <p:blipFill>
            <a:blip r:embed="rId2">
              <a:alphaModFix/>
            </a:blip>
            <a:stretch>
              <a:fillRect/>
            </a:stretch>
          </p:blipFill>
          <p:spPr>
            <a:xfrm>
              <a:off x="323541" y="3203422"/>
              <a:ext cx="457425" cy="457425"/>
            </a:xfrm>
            <a:prstGeom prst="rect">
              <a:avLst/>
            </a:prstGeom>
            <a:noFill/>
            <a:ln>
              <a:noFill/>
            </a:ln>
          </p:spPr>
        </p:pic>
        <p:sp>
          <p:nvSpPr>
            <p:cNvPr id="469" name="Google Shape;469;p39"/>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grpSp>
        <p:nvGrpSpPr>
          <p:cNvPr id="470" name="Google Shape;470;p39"/>
          <p:cNvGrpSpPr/>
          <p:nvPr/>
        </p:nvGrpSpPr>
        <p:grpSpPr>
          <a:xfrm>
            <a:off x="323541" y="4081785"/>
            <a:ext cx="457425" cy="457425"/>
            <a:chOff x="323541" y="4005585"/>
            <a:chExt cx="457425" cy="457425"/>
          </a:xfrm>
        </p:grpSpPr>
        <p:pic>
          <p:nvPicPr>
            <p:cNvPr id="471" name="Google Shape;471;p39"/>
            <p:cNvPicPr preferRelativeResize="0"/>
            <p:nvPr/>
          </p:nvPicPr>
          <p:blipFill>
            <a:blip r:embed="rId2">
              <a:alphaModFix/>
            </a:blip>
            <a:stretch>
              <a:fillRect/>
            </a:stretch>
          </p:blipFill>
          <p:spPr>
            <a:xfrm>
              <a:off x="323541" y="4005585"/>
              <a:ext cx="457425" cy="457425"/>
            </a:xfrm>
            <a:prstGeom prst="rect">
              <a:avLst/>
            </a:prstGeom>
            <a:noFill/>
            <a:ln>
              <a:noFill/>
            </a:ln>
          </p:spPr>
        </p:pic>
        <p:sp>
          <p:nvSpPr>
            <p:cNvPr id="472" name="Google Shape;472;p39"/>
            <p:cNvSpPr txBox="1"/>
            <p:nvPr/>
          </p:nvSpPr>
          <p:spPr>
            <a:xfrm>
              <a:off x="348253" y="4095697"/>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D</a:t>
              </a:r>
              <a:endParaRPr sz="1800" b="1">
                <a:solidFill>
                  <a:schemeClr val="lt1"/>
                </a:solidFill>
                <a:latin typeface="Lexend"/>
                <a:ea typeface="Lexend"/>
                <a:cs typeface="Lexend"/>
                <a:sym typeface="Lexend"/>
              </a:endParaRPr>
            </a:p>
          </p:txBody>
        </p:sp>
      </p:grpSp>
      <p:pic>
        <p:nvPicPr>
          <p:cNvPr id="473" name="Google Shape;473;p39"/>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474" name="Google Shape;474;p3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75" name="Google Shape;475;p39"/>
          <p:cNvSpPr txBox="1"/>
          <p:nvPr>
            <p:ph type="title" idx="5"/>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3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3 CfU 4 options - blue">
  <p:cSld name="TITLE_AND_TWO_COLUMNS_1_1_8_2">
    <p:bg>
      <p:bgPr>
        <a:solidFill>
          <a:srgbClr val="EBEDFE"/>
        </a:solidFill>
      </p:bgPr>
    </p:bg>
    <p:spTree>
      <p:nvGrpSpPr>
        <p:cNvPr id="476" name="Shape 476"/>
        <p:cNvGrpSpPr/>
        <p:nvPr/>
      </p:nvGrpSpPr>
      <p:grpSpPr>
        <a:xfrm>
          <a:off x="0" y="0"/>
          <a:ext cx="0" cy="0"/>
        </a:xfrm>
      </p:grpSpPr>
      <p:pic>
        <p:nvPicPr>
          <p:cNvPr id="477" name="Google Shape;477;p40"/>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78" name="Google Shape;478;p40"/>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79" name="Google Shape;479;p40"/>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80" name="Google Shape;480;p40"/>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1" name="Google Shape;481;p40"/>
          <p:cNvSpPr txBox="1"/>
          <p:nvPr>
            <p:ph type="subTitle" idx="2"/>
          </p:nvPr>
        </p:nvSpPr>
        <p:spPr>
          <a:xfrm>
            <a:off x="1034425" y="2477383"/>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2" name="Google Shape;482;p40"/>
          <p:cNvSpPr txBox="1"/>
          <p:nvPr>
            <p:ph type="subTitle" idx="3"/>
          </p:nvPr>
        </p:nvSpPr>
        <p:spPr>
          <a:xfrm>
            <a:off x="1055430" y="3333892"/>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3" name="Google Shape;483;p40"/>
          <p:cNvSpPr txBox="1"/>
          <p:nvPr>
            <p:ph type="subTitle" idx="4"/>
          </p:nvPr>
        </p:nvSpPr>
        <p:spPr>
          <a:xfrm>
            <a:off x="1055430" y="4125900"/>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84" name="Google Shape;484;p40"/>
          <p:cNvGrpSpPr/>
          <p:nvPr/>
        </p:nvGrpSpPr>
        <p:grpSpPr>
          <a:xfrm>
            <a:off x="323541" y="1651623"/>
            <a:ext cx="457425" cy="457425"/>
            <a:chOff x="323541" y="1575423"/>
            <a:chExt cx="457425" cy="457425"/>
          </a:xfrm>
        </p:grpSpPr>
        <p:pic>
          <p:nvPicPr>
            <p:cNvPr id="485" name="Google Shape;485;p40"/>
            <p:cNvPicPr preferRelativeResize="0"/>
            <p:nvPr/>
          </p:nvPicPr>
          <p:blipFill>
            <a:blip r:embed="rId2">
              <a:alphaModFix/>
            </a:blip>
            <a:stretch>
              <a:fillRect/>
            </a:stretch>
          </p:blipFill>
          <p:spPr>
            <a:xfrm>
              <a:off x="323541" y="1575423"/>
              <a:ext cx="457425" cy="457425"/>
            </a:xfrm>
            <a:prstGeom prst="rect">
              <a:avLst/>
            </a:prstGeom>
            <a:noFill/>
            <a:ln>
              <a:noFill/>
            </a:ln>
          </p:spPr>
        </p:pic>
        <p:sp>
          <p:nvSpPr>
            <p:cNvPr id="486" name="Google Shape;486;p40"/>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487" name="Google Shape;487;p40"/>
          <p:cNvGrpSpPr/>
          <p:nvPr/>
        </p:nvGrpSpPr>
        <p:grpSpPr>
          <a:xfrm>
            <a:off x="323541" y="2461677"/>
            <a:ext cx="457425" cy="457425"/>
            <a:chOff x="323541" y="2348699"/>
            <a:chExt cx="457425" cy="457425"/>
          </a:xfrm>
        </p:grpSpPr>
        <p:pic>
          <p:nvPicPr>
            <p:cNvPr id="488" name="Google Shape;488;p40"/>
            <p:cNvPicPr preferRelativeResize="0"/>
            <p:nvPr/>
          </p:nvPicPr>
          <p:blipFill>
            <a:blip r:embed="rId2">
              <a:alphaModFix/>
            </a:blip>
            <a:stretch>
              <a:fillRect/>
            </a:stretch>
          </p:blipFill>
          <p:spPr>
            <a:xfrm>
              <a:off x="323541" y="2348699"/>
              <a:ext cx="457425" cy="457425"/>
            </a:xfrm>
            <a:prstGeom prst="rect">
              <a:avLst/>
            </a:prstGeom>
            <a:noFill/>
            <a:ln>
              <a:noFill/>
            </a:ln>
          </p:spPr>
        </p:pic>
        <p:sp>
          <p:nvSpPr>
            <p:cNvPr id="489" name="Google Shape;489;p40"/>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490" name="Google Shape;490;p40"/>
          <p:cNvGrpSpPr/>
          <p:nvPr/>
        </p:nvGrpSpPr>
        <p:grpSpPr>
          <a:xfrm>
            <a:off x="323541" y="3271731"/>
            <a:ext cx="457425" cy="457425"/>
            <a:chOff x="323541" y="3203422"/>
            <a:chExt cx="457425" cy="457425"/>
          </a:xfrm>
        </p:grpSpPr>
        <p:pic>
          <p:nvPicPr>
            <p:cNvPr id="491" name="Google Shape;491;p40"/>
            <p:cNvPicPr preferRelativeResize="0"/>
            <p:nvPr/>
          </p:nvPicPr>
          <p:blipFill>
            <a:blip r:embed="rId2">
              <a:alphaModFix/>
            </a:blip>
            <a:stretch>
              <a:fillRect/>
            </a:stretch>
          </p:blipFill>
          <p:spPr>
            <a:xfrm>
              <a:off x="323541" y="3203422"/>
              <a:ext cx="457425" cy="457425"/>
            </a:xfrm>
            <a:prstGeom prst="rect">
              <a:avLst/>
            </a:prstGeom>
            <a:noFill/>
            <a:ln>
              <a:noFill/>
            </a:ln>
          </p:spPr>
        </p:pic>
        <p:sp>
          <p:nvSpPr>
            <p:cNvPr id="492" name="Google Shape;492;p40"/>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grpSp>
        <p:nvGrpSpPr>
          <p:cNvPr id="493" name="Google Shape;493;p40"/>
          <p:cNvGrpSpPr/>
          <p:nvPr/>
        </p:nvGrpSpPr>
        <p:grpSpPr>
          <a:xfrm>
            <a:off x="323541" y="4081785"/>
            <a:ext cx="457425" cy="457425"/>
            <a:chOff x="323541" y="4005585"/>
            <a:chExt cx="457425" cy="457425"/>
          </a:xfrm>
        </p:grpSpPr>
        <p:pic>
          <p:nvPicPr>
            <p:cNvPr id="494" name="Google Shape;494;p40"/>
            <p:cNvPicPr preferRelativeResize="0"/>
            <p:nvPr/>
          </p:nvPicPr>
          <p:blipFill>
            <a:blip r:embed="rId2">
              <a:alphaModFix/>
            </a:blip>
            <a:stretch>
              <a:fillRect/>
            </a:stretch>
          </p:blipFill>
          <p:spPr>
            <a:xfrm>
              <a:off x="323541" y="4005585"/>
              <a:ext cx="457425" cy="457425"/>
            </a:xfrm>
            <a:prstGeom prst="rect">
              <a:avLst/>
            </a:prstGeom>
            <a:noFill/>
            <a:ln>
              <a:noFill/>
            </a:ln>
          </p:spPr>
        </p:pic>
        <p:sp>
          <p:nvSpPr>
            <p:cNvPr id="495" name="Google Shape;495;p40"/>
            <p:cNvSpPr txBox="1"/>
            <p:nvPr/>
          </p:nvSpPr>
          <p:spPr>
            <a:xfrm>
              <a:off x="348253" y="4095697"/>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D</a:t>
              </a:r>
              <a:endParaRPr sz="1800" b="1">
                <a:solidFill>
                  <a:schemeClr val="lt1"/>
                </a:solidFill>
                <a:latin typeface="Lexend"/>
                <a:ea typeface="Lexend"/>
                <a:cs typeface="Lexend"/>
                <a:sym typeface="Lexend"/>
              </a:endParaRPr>
            </a:p>
          </p:txBody>
        </p:sp>
      </p:grpSp>
      <p:pic>
        <p:nvPicPr>
          <p:cNvPr id="496" name="Google Shape;496;p40"/>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497" name="Google Shape;497;p4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98" name="Google Shape;498;p40"/>
          <p:cNvSpPr txBox="1"/>
          <p:nvPr>
            <p:ph type="title" idx="5"/>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4 CfU 4 options - pink">
  <p:cSld name="TITLE_AND_TWO_COLUMNS_1_1_8_1_1_1_1">
    <p:bg>
      <p:bgPr>
        <a:solidFill>
          <a:srgbClr val="FAEAF6"/>
        </a:solidFill>
      </p:bgPr>
    </p:bg>
    <p:spTree>
      <p:nvGrpSpPr>
        <p:cNvPr id="499" name="Shape 499"/>
        <p:cNvGrpSpPr/>
        <p:nvPr/>
      </p:nvGrpSpPr>
      <p:grpSpPr>
        <a:xfrm>
          <a:off x="0" y="0"/>
          <a:ext cx="0" cy="0"/>
        </a:xfrm>
      </p:grpSpPr>
      <p:pic>
        <p:nvPicPr>
          <p:cNvPr id="500" name="Google Shape;500;p4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01" name="Google Shape;501;p41"/>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02" name="Google Shape;502;p41"/>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03" name="Google Shape;503;p41"/>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4" name="Google Shape;504;p41"/>
          <p:cNvSpPr txBox="1"/>
          <p:nvPr>
            <p:ph type="subTitle" idx="2"/>
          </p:nvPr>
        </p:nvSpPr>
        <p:spPr>
          <a:xfrm>
            <a:off x="1034425" y="2477383"/>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5" name="Google Shape;505;p41"/>
          <p:cNvSpPr txBox="1"/>
          <p:nvPr>
            <p:ph type="subTitle" idx="3"/>
          </p:nvPr>
        </p:nvSpPr>
        <p:spPr>
          <a:xfrm>
            <a:off x="1055430" y="3333892"/>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6" name="Google Shape;506;p41"/>
          <p:cNvSpPr txBox="1"/>
          <p:nvPr>
            <p:ph type="subTitle" idx="4"/>
          </p:nvPr>
        </p:nvSpPr>
        <p:spPr>
          <a:xfrm>
            <a:off x="1055430" y="4125900"/>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07" name="Google Shape;507;p41"/>
          <p:cNvGrpSpPr/>
          <p:nvPr/>
        </p:nvGrpSpPr>
        <p:grpSpPr>
          <a:xfrm>
            <a:off x="323541" y="1651623"/>
            <a:ext cx="457425" cy="457425"/>
            <a:chOff x="323541" y="1575423"/>
            <a:chExt cx="457425" cy="457425"/>
          </a:xfrm>
        </p:grpSpPr>
        <p:pic>
          <p:nvPicPr>
            <p:cNvPr id="508" name="Google Shape;508;p41"/>
            <p:cNvPicPr preferRelativeResize="0"/>
            <p:nvPr/>
          </p:nvPicPr>
          <p:blipFill>
            <a:blip r:embed="rId2">
              <a:alphaModFix/>
            </a:blip>
            <a:stretch>
              <a:fillRect/>
            </a:stretch>
          </p:blipFill>
          <p:spPr>
            <a:xfrm>
              <a:off x="323541" y="1575423"/>
              <a:ext cx="457425" cy="457425"/>
            </a:xfrm>
            <a:prstGeom prst="rect">
              <a:avLst/>
            </a:prstGeom>
            <a:noFill/>
            <a:ln>
              <a:noFill/>
            </a:ln>
          </p:spPr>
        </p:pic>
        <p:sp>
          <p:nvSpPr>
            <p:cNvPr id="509" name="Google Shape;509;p41"/>
            <p:cNvSpPr txBox="1"/>
            <p:nvPr/>
          </p:nvSpPr>
          <p:spPr>
            <a:xfrm>
              <a:off x="348253" y="166553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grpSp>
      <p:grpSp>
        <p:nvGrpSpPr>
          <p:cNvPr id="510" name="Google Shape;510;p41"/>
          <p:cNvGrpSpPr/>
          <p:nvPr/>
        </p:nvGrpSpPr>
        <p:grpSpPr>
          <a:xfrm>
            <a:off x="323541" y="2461677"/>
            <a:ext cx="457425" cy="457425"/>
            <a:chOff x="323541" y="2348699"/>
            <a:chExt cx="457425" cy="457425"/>
          </a:xfrm>
        </p:grpSpPr>
        <p:pic>
          <p:nvPicPr>
            <p:cNvPr id="511" name="Google Shape;511;p41"/>
            <p:cNvPicPr preferRelativeResize="0"/>
            <p:nvPr/>
          </p:nvPicPr>
          <p:blipFill>
            <a:blip r:embed="rId2">
              <a:alphaModFix/>
            </a:blip>
            <a:stretch>
              <a:fillRect/>
            </a:stretch>
          </p:blipFill>
          <p:spPr>
            <a:xfrm>
              <a:off x="323541" y="2348699"/>
              <a:ext cx="457425" cy="457425"/>
            </a:xfrm>
            <a:prstGeom prst="rect">
              <a:avLst/>
            </a:prstGeom>
            <a:noFill/>
            <a:ln>
              <a:noFill/>
            </a:ln>
          </p:spPr>
        </p:pic>
        <p:sp>
          <p:nvSpPr>
            <p:cNvPr id="512" name="Google Shape;512;p41"/>
            <p:cNvSpPr txBox="1"/>
            <p:nvPr/>
          </p:nvSpPr>
          <p:spPr>
            <a:xfrm>
              <a:off x="348253" y="243881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grpSp>
      <p:grpSp>
        <p:nvGrpSpPr>
          <p:cNvPr id="513" name="Google Shape;513;p41"/>
          <p:cNvGrpSpPr/>
          <p:nvPr/>
        </p:nvGrpSpPr>
        <p:grpSpPr>
          <a:xfrm>
            <a:off x="323541" y="3271731"/>
            <a:ext cx="457425" cy="457425"/>
            <a:chOff x="323541" y="3203422"/>
            <a:chExt cx="457425" cy="457425"/>
          </a:xfrm>
        </p:grpSpPr>
        <p:pic>
          <p:nvPicPr>
            <p:cNvPr id="514" name="Google Shape;514;p41"/>
            <p:cNvPicPr preferRelativeResize="0"/>
            <p:nvPr/>
          </p:nvPicPr>
          <p:blipFill>
            <a:blip r:embed="rId2">
              <a:alphaModFix/>
            </a:blip>
            <a:stretch>
              <a:fillRect/>
            </a:stretch>
          </p:blipFill>
          <p:spPr>
            <a:xfrm>
              <a:off x="323541" y="3203422"/>
              <a:ext cx="457425" cy="457425"/>
            </a:xfrm>
            <a:prstGeom prst="rect">
              <a:avLst/>
            </a:prstGeom>
            <a:noFill/>
            <a:ln>
              <a:noFill/>
            </a:ln>
          </p:spPr>
        </p:pic>
        <p:sp>
          <p:nvSpPr>
            <p:cNvPr id="515" name="Google Shape;515;p41"/>
            <p:cNvSpPr txBox="1"/>
            <p:nvPr/>
          </p:nvSpPr>
          <p:spPr>
            <a:xfrm>
              <a:off x="348253" y="3293534"/>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grpSp>
        <p:nvGrpSpPr>
          <p:cNvPr id="516" name="Google Shape;516;p41"/>
          <p:cNvGrpSpPr/>
          <p:nvPr/>
        </p:nvGrpSpPr>
        <p:grpSpPr>
          <a:xfrm>
            <a:off x="323541" y="4081785"/>
            <a:ext cx="457425" cy="457425"/>
            <a:chOff x="323541" y="4005585"/>
            <a:chExt cx="457425" cy="457425"/>
          </a:xfrm>
        </p:grpSpPr>
        <p:pic>
          <p:nvPicPr>
            <p:cNvPr id="517" name="Google Shape;517;p41"/>
            <p:cNvPicPr preferRelativeResize="0"/>
            <p:nvPr/>
          </p:nvPicPr>
          <p:blipFill>
            <a:blip r:embed="rId2">
              <a:alphaModFix/>
            </a:blip>
            <a:stretch>
              <a:fillRect/>
            </a:stretch>
          </p:blipFill>
          <p:spPr>
            <a:xfrm>
              <a:off x="323541" y="4005585"/>
              <a:ext cx="457425" cy="457425"/>
            </a:xfrm>
            <a:prstGeom prst="rect">
              <a:avLst/>
            </a:prstGeom>
            <a:noFill/>
            <a:ln>
              <a:noFill/>
            </a:ln>
          </p:spPr>
        </p:pic>
        <p:sp>
          <p:nvSpPr>
            <p:cNvPr id="518" name="Google Shape;518;p41"/>
            <p:cNvSpPr txBox="1"/>
            <p:nvPr/>
          </p:nvSpPr>
          <p:spPr>
            <a:xfrm>
              <a:off x="348253" y="4095697"/>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D</a:t>
              </a:r>
              <a:endParaRPr sz="1800" b="1">
                <a:solidFill>
                  <a:schemeClr val="lt1"/>
                </a:solidFill>
                <a:latin typeface="Lexend"/>
                <a:ea typeface="Lexend"/>
                <a:cs typeface="Lexend"/>
                <a:sym typeface="Lexend"/>
              </a:endParaRPr>
            </a:p>
          </p:txBody>
        </p:sp>
      </p:grpSp>
      <p:pic>
        <p:nvPicPr>
          <p:cNvPr id="519" name="Google Shape;519;p41"/>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520" name="Google Shape;520;p4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521" name="Google Shape;521;p41"/>
          <p:cNvSpPr txBox="1"/>
          <p:nvPr>
            <p:ph type="title" idx="5"/>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1 CfU blank - purple ">
  <p:cSld name="TITLE_AND_TWO_COLUMNS_1_1_6_2">
    <p:bg>
      <p:bgPr>
        <a:solidFill>
          <a:srgbClr val="F3EEFB"/>
        </a:solidFill>
      </p:bgPr>
    </p:bg>
    <p:spTree>
      <p:nvGrpSpPr>
        <p:cNvPr id="522" name="Shape 522"/>
        <p:cNvGrpSpPr/>
        <p:nvPr/>
      </p:nvGrpSpPr>
      <p:grpSpPr>
        <a:xfrm>
          <a:off x="0" y="0"/>
          <a:ext cx="0" cy="0"/>
        </a:xfrm>
      </p:grpSpPr>
      <p:pic>
        <p:nvPicPr>
          <p:cNvPr id="523" name="Google Shape;523;p42"/>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524" name="Google Shape;524;p42"/>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25" name="Google Shape;525;p4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526" name="Google Shape;526;p4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27" name="Google Shape;527;p4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28" name="Google Shape;528;p4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2 CfU blank - jade ">
  <p:cSld name="TITLE_AND_TWO_COLUMNS_1_1_6_2_3_1">
    <p:bg>
      <p:bgPr>
        <a:solidFill>
          <a:srgbClr val="E6F2F2"/>
        </a:solidFill>
      </p:bgPr>
    </p:bg>
    <p:spTree>
      <p:nvGrpSpPr>
        <p:cNvPr id="529" name="Shape 529"/>
        <p:cNvGrpSpPr/>
        <p:nvPr/>
      </p:nvGrpSpPr>
      <p:grpSpPr>
        <a:xfrm>
          <a:off x="0" y="0"/>
          <a:ext cx="0" cy="0"/>
        </a:xfrm>
      </p:grpSpPr>
      <p:pic>
        <p:nvPicPr>
          <p:cNvPr id="530" name="Google Shape;530;p4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31" name="Google Shape;531;p4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32" name="Google Shape;532;p4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533" name="Google Shape;533;p4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34" name="Google Shape;534;p4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535" name="Google Shape;535;p4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3 CfU blank - blue ">
  <p:cSld name="TITLE_AND_TWO_COLUMNS_1_1_6_3">
    <p:bg>
      <p:bgPr>
        <a:solidFill>
          <a:srgbClr val="EBEDFE"/>
        </a:solidFill>
      </p:bgPr>
    </p:bg>
    <p:spTree>
      <p:nvGrpSpPr>
        <p:cNvPr id="536" name="Shape 536"/>
        <p:cNvGrpSpPr/>
        <p:nvPr/>
      </p:nvGrpSpPr>
      <p:grpSpPr>
        <a:xfrm>
          <a:off x="0" y="0"/>
          <a:ext cx="0" cy="0"/>
        </a:xfrm>
      </p:grpSpPr>
      <p:pic>
        <p:nvPicPr>
          <p:cNvPr id="537" name="Google Shape;537;p4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38" name="Google Shape;538;p4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39" name="Google Shape;539;p4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540" name="Google Shape;540;p4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41" name="Google Shape;541;p4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42" name="Google Shape;542;p44"/>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4 CfU blank - pink ">
  <p:cSld name="TITLE_AND_TWO_COLUMNS_1_1_6_2_3_1_1">
    <p:bg>
      <p:bgPr>
        <a:solidFill>
          <a:srgbClr val="FAEAF6"/>
        </a:solidFill>
      </p:bgPr>
    </p:bg>
    <p:spTree>
      <p:nvGrpSpPr>
        <p:cNvPr id="543" name="Shape 543"/>
        <p:cNvGrpSpPr/>
        <p:nvPr/>
      </p:nvGrpSpPr>
      <p:grpSpPr>
        <a:xfrm>
          <a:off x="0" y="0"/>
          <a:ext cx="0" cy="0"/>
        </a:xfrm>
      </p:grpSpPr>
      <p:pic>
        <p:nvPicPr>
          <p:cNvPr id="544" name="Google Shape;544;p4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45" name="Google Shape;545;p4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46" name="Google Shape;546;p4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547" name="Google Shape;547;p4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48" name="Google Shape;548;p4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549" name="Google Shape;549;p4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1 Practice - purple ">
  <p:cSld name="TITLE_AND_TWO_COLUMNS_1_1_5_1_3_1_1">
    <p:spTree>
      <p:nvGrpSpPr>
        <p:cNvPr id="550" name="Shape 550"/>
        <p:cNvGrpSpPr/>
        <p:nvPr/>
      </p:nvGrpSpPr>
      <p:grpSpPr>
        <a:xfrm>
          <a:off x="0" y="0"/>
          <a:ext cx="0" cy="0"/>
        </a:xfrm>
      </p:grpSpPr>
      <p:pic>
        <p:nvPicPr>
          <p:cNvPr id="551" name="Google Shape;551;p46"/>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552" name="Google Shape;552;p46"/>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53" name="Google Shape;553;p46"/>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554" name="Google Shape;554;p46"/>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555" name="Google Shape;555;p46"/>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556" name="Google Shape;556;p46"/>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557" name="Google Shape;557;p46"/>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558" name="Google Shape;558;p4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spTree>
  </p:cSld>
  <p:clrMapOvr>
    <a:masterClrMapping/>
  </p:clrMapOvr>
  <p:transition/>
  <p:timing/>
</p:sldLayout>
</file>

<file path=ppt/slideLayouts/slideLayout4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2 Practice - jade">
  <p:cSld name="TITLE_AND_TWO_COLUMNS_1_1_5_1_3_1_1_1_1">
    <p:spTree>
      <p:nvGrpSpPr>
        <p:cNvPr id="559" name="Shape 559"/>
        <p:cNvGrpSpPr/>
        <p:nvPr/>
      </p:nvGrpSpPr>
      <p:grpSpPr>
        <a:xfrm>
          <a:off x="0" y="0"/>
          <a:ext cx="0" cy="0"/>
        </a:xfrm>
      </p:grpSpPr>
      <p:pic>
        <p:nvPicPr>
          <p:cNvPr id="560" name="Google Shape;560;p4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61" name="Google Shape;561;p47"/>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62" name="Google Shape;562;p47"/>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563" name="Google Shape;563;p4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Practice</a:t>
            </a:r>
            <a:endParaRPr sz="900" b="1">
              <a:solidFill>
                <a:srgbClr val="E6F2F2"/>
              </a:solidFill>
              <a:latin typeface="Lexend"/>
              <a:ea typeface="Lexend"/>
              <a:cs typeface="Lexend"/>
              <a:sym typeface="Lexend"/>
            </a:endParaRPr>
          </a:p>
        </p:txBody>
      </p:sp>
      <p:sp>
        <p:nvSpPr>
          <p:cNvPr id="564" name="Google Shape;564;p47"/>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565" name="Google Shape;565;p47"/>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566" name="Google Shape;566;p47"/>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567" name="Google Shape;567;p47"/>
          <p:cNvPicPr preferRelativeResize="0"/>
          <p:nvPr/>
        </p:nvPicPr>
        <p:blipFill>
          <a:blip r:embed="rId2">
            <a:alphaModFix/>
          </a:blip>
          <a:stretch>
            <a:fillRect/>
          </a:stretch>
        </p:blipFill>
        <p:spPr>
          <a:xfrm>
            <a:off x="8517493" y="-11474"/>
            <a:ext cx="499700" cy="499700"/>
          </a:xfrm>
          <a:prstGeom prst="rect">
            <a:avLst/>
          </a:prstGeom>
          <a:noFill/>
          <a:ln>
            <a:noFill/>
          </a:ln>
        </p:spPr>
      </p:pic>
    </p:spTree>
  </p:cSld>
  <p:clrMapOvr>
    <a:masterClrMapping/>
  </p:clrMapOvr>
  <p:transition/>
  <p:timing/>
</p:sldLayout>
</file>

<file path=ppt/slideLayouts/slideLayout4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3 Practice - blue ">
  <p:cSld name="TITLE_AND_TWO_COLUMNS_1_1_5_1_3_1_2">
    <p:spTree>
      <p:nvGrpSpPr>
        <p:cNvPr id="568" name="Shape 568"/>
        <p:cNvGrpSpPr/>
        <p:nvPr/>
      </p:nvGrpSpPr>
      <p:grpSpPr>
        <a:xfrm>
          <a:off x="0" y="0"/>
          <a:ext cx="0" cy="0"/>
        </a:xfrm>
      </p:grpSpPr>
      <p:pic>
        <p:nvPicPr>
          <p:cNvPr id="569" name="Google Shape;569;p48"/>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70" name="Google Shape;570;p48"/>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71" name="Google Shape;571;p48"/>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572" name="Google Shape;572;p4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sp>
        <p:nvSpPr>
          <p:cNvPr id="573" name="Google Shape;573;p48"/>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574" name="Google Shape;574;p48"/>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575" name="Google Shape;575;p48"/>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576" name="Google Shape;576;p48"/>
          <p:cNvPicPr preferRelativeResize="0"/>
          <p:nvPr/>
        </p:nvPicPr>
        <p:blipFill>
          <a:blip r:embed="rId2">
            <a:alphaModFix/>
          </a:blip>
          <a:stretch>
            <a:fillRect/>
          </a:stretch>
        </p:blipFill>
        <p:spPr>
          <a:xfrm>
            <a:off x="8517493" y="-11474"/>
            <a:ext cx="499700" cy="499700"/>
          </a:xfrm>
          <a:prstGeom prst="rect">
            <a:avLst/>
          </a:prstGeom>
          <a:noFill/>
          <a:ln>
            <a:noFill/>
          </a:ln>
        </p:spPr>
      </p:pic>
    </p:spTree>
  </p:cSld>
  <p:clrMapOvr>
    <a:masterClrMapping/>
  </p:clrMapOvr>
  <p:transition/>
  <p:timing/>
</p:sldLayout>
</file>

<file path=ppt/slideLayouts/slideLayout4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6.4 Practice - pink">
  <p:cSld name="TITLE_AND_TWO_COLUMNS_1_1_5_1_3_1_1_1_1_1">
    <p:spTree>
      <p:nvGrpSpPr>
        <p:cNvPr id="577" name="Shape 577"/>
        <p:cNvGrpSpPr/>
        <p:nvPr/>
      </p:nvGrpSpPr>
      <p:grpSpPr>
        <a:xfrm>
          <a:off x="0" y="0"/>
          <a:ext cx="0" cy="0"/>
        </a:xfrm>
      </p:grpSpPr>
      <p:pic>
        <p:nvPicPr>
          <p:cNvPr id="578" name="Google Shape;578;p4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79" name="Google Shape;579;p49"/>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80" name="Google Shape;580;p49"/>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581" name="Google Shape;581;p4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Practice</a:t>
            </a:r>
            <a:endParaRPr sz="900" b="1">
              <a:solidFill>
                <a:srgbClr val="FAEAF6"/>
              </a:solidFill>
              <a:latin typeface="Lexend"/>
              <a:ea typeface="Lexend"/>
              <a:cs typeface="Lexend"/>
              <a:sym typeface="Lexend"/>
            </a:endParaRPr>
          </a:p>
        </p:txBody>
      </p:sp>
      <p:sp>
        <p:nvSpPr>
          <p:cNvPr id="582" name="Google Shape;582;p49"/>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583" name="Google Shape;583;p49"/>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584" name="Google Shape;584;p49"/>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585" name="Google Shape;585;p49"/>
          <p:cNvPicPr preferRelativeResize="0"/>
          <p:nvPr/>
        </p:nvPicPr>
        <p:blipFill>
          <a:blip r:embed="rId2">
            <a:alphaModFix/>
          </a:blip>
          <a:stretch>
            <a:fillRect/>
          </a:stretch>
        </p:blipFill>
        <p:spPr>
          <a:xfrm>
            <a:off x="8517493" y="-11474"/>
            <a:ext cx="499700" cy="499700"/>
          </a:xfrm>
          <a:prstGeom prst="rect">
            <a:avLst/>
          </a:prstGeom>
          <a:noFill/>
          <a:ln>
            <a:noFill/>
          </a:ln>
        </p:spPr>
      </p:pic>
    </p:spTree>
  </p:cSld>
  <p:clrMapOvr>
    <a:masterClrMapping/>
  </p:clrMapOvr>
  <p:transition/>
  <p:timing/>
</p:sldLayout>
</file>

<file path=ppt/slideLayouts/slideLayout4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7.1 Feedback - purple">
  <p:cSld name="TITLE_AND_TWO_COLUMNS_1_1_5_1_3_1_1_1">
    <p:spTree>
      <p:nvGrpSpPr>
        <p:cNvPr id="586" name="Shape 586"/>
        <p:cNvGrpSpPr/>
        <p:nvPr/>
      </p:nvGrpSpPr>
      <p:grpSpPr>
        <a:xfrm>
          <a:off x="0" y="0"/>
          <a:ext cx="0" cy="0"/>
        </a:xfrm>
      </p:grpSpPr>
      <p:pic>
        <p:nvPicPr>
          <p:cNvPr id="587" name="Google Shape;587;p50"/>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588" name="Google Shape;588;p50"/>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89" name="Google Shape;589;p5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590" name="Google Shape;590;p50"/>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591" name="Google Shape;591;p50"/>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592" name="Google Shape;592;p50"/>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593" name="Google Shape;593;p5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94" name="Google Shape;594;p5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Feedback</a:t>
            </a:r>
            <a:endParaRPr sz="900" b="1">
              <a:solidFill>
                <a:srgbClr val="F3EEFB"/>
              </a:solidFill>
              <a:latin typeface="Lexend"/>
              <a:ea typeface="Lexend"/>
              <a:cs typeface="Lexend"/>
              <a:sym typeface="Lexend"/>
            </a:endParaRPr>
          </a:p>
        </p:txBody>
      </p:sp>
    </p:spTree>
  </p:cSld>
  <p:clrMapOvr>
    <a:masterClrMapping/>
  </p:clrMapOvr>
  <p:transition/>
  <p:timing/>
</p:sldLayout>
</file>

<file path=ppt/slideLayouts/slideLayout5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7.2 Feedback - jade">
  <p:cSld name="TITLE_AND_TWO_COLUMNS_1_1_5_1_3_1_1_1_1_2">
    <p:spTree>
      <p:nvGrpSpPr>
        <p:cNvPr id="595" name="Shape 595"/>
        <p:cNvGrpSpPr/>
        <p:nvPr/>
      </p:nvGrpSpPr>
      <p:grpSpPr>
        <a:xfrm>
          <a:off x="0" y="0"/>
          <a:ext cx="0" cy="0"/>
        </a:xfrm>
      </p:grpSpPr>
      <p:pic>
        <p:nvPicPr>
          <p:cNvPr id="596" name="Google Shape;596;p5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97" name="Google Shape;597;p5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98" name="Google Shape;598;p5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599" name="Google Shape;599;p51"/>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600" name="Google Shape;600;p51"/>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01" name="Google Shape;601;p51"/>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02" name="Google Shape;602;p5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603" name="Google Shape;603;p51"/>
          <p:cNvPicPr preferRelativeResize="0"/>
          <p:nvPr/>
        </p:nvPicPr>
        <p:blipFill>
          <a:blip r:embed="rId2">
            <a:alphaModFix/>
          </a:blip>
          <a:stretch>
            <a:fillRect/>
          </a:stretch>
        </p:blipFill>
        <p:spPr>
          <a:xfrm>
            <a:off x="8528585" y="-11474"/>
            <a:ext cx="499700" cy="499700"/>
          </a:xfrm>
          <a:prstGeom prst="rect">
            <a:avLst/>
          </a:prstGeom>
          <a:noFill/>
          <a:ln>
            <a:noFill/>
          </a:ln>
        </p:spPr>
      </p:pic>
    </p:spTree>
  </p:cSld>
  <p:clrMapOvr>
    <a:masterClrMapping/>
  </p:clrMapOvr>
  <p:transition/>
  <p:timing/>
</p:sldLayout>
</file>

<file path=ppt/slideLayouts/slideLayout5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7.3 Feedback - blue">
  <p:cSld name="TITLE_AND_TWO_COLUMNS_1_1_5_1_3_1_2_1">
    <p:spTree>
      <p:nvGrpSpPr>
        <p:cNvPr id="604" name="Shape 604"/>
        <p:cNvGrpSpPr/>
        <p:nvPr/>
      </p:nvGrpSpPr>
      <p:grpSpPr>
        <a:xfrm>
          <a:off x="0" y="0"/>
          <a:ext cx="0" cy="0"/>
        </a:xfrm>
      </p:grpSpPr>
      <p:pic>
        <p:nvPicPr>
          <p:cNvPr id="605" name="Google Shape;605;p5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06" name="Google Shape;606;p5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07" name="Google Shape;607;p5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08" name="Google Shape;608;p52"/>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609" name="Google Shape;609;p52"/>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10" name="Google Shape;610;p52"/>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11" name="Google Shape;611;p5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612" name="Google Shape;612;p52"/>
          <p:cNvPicPr preferRelativeResize="0"/>
          <p:nvPr/>
        </p:nvPicPr>
        <p:blipFill>
          <a:blip r:embed="rId2">
            <a:alphaModFix/>
          </a:blip>
          <a:stretch>
            <a:fillRect/>
          </a:stretch>
        </p:blipFill>
        <p:spPr>
          <a:xfrm>
            <a:off x="8528585" y="-11474"/>
            <a:ext cx="499700" cy="499700"/>
          </a:xfrm>
          <a:prstGeom prst="rect">
            <a:avLst/>
          </a:prstGeom>
          <a:noFill/>
          <a:ln>
            <a:noFill/>
          </a:ln>
        </p:spPr>
      </p:pic>
    </p:spTree>
  </p:cSld>
  <p:clrMapOvr>
    <a:masterClrMapping/>
  </p:clrMapOvr>
  <p:transition/>
  <p:timing/>
</p:sldLayout>
</file>

<file path=ppt/slideLayouts/slideLayout5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7.4 Feedback - pink">
  <p:cSld name="TITLE_AND_TWO_COLUMNS_1_1_5_1_3_1_1_1_1_1_1">
    <p:spTree>
      <p:nvGrpSpPr>
        <p:cNvPr id="613" name="Shape 613"/>
        <p:cNvGrpSpPr/>
        <p:nvPr/>
      </p:nvGrpSpPr>
      <p:grpSpPr>
        <a:xfrm>
          <a:off x="0" y="0"/>
          <a:ext cx="0" cy="0"/>
        </a:xfrm>
      </p:grpSpPr>
      <p:pic>
        <p:nvPicPr>
          <p:cNvPr id="614" name="Google Shape;614;p5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15" name="Google Shape;615;p5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16" name="Google Shape;616;p5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17" name="Google Shape;617;p53"/>
          <p:cNvSpPr txBox="1"/>
          <p:nvPr/>
        </p:nvSpPr>
        <p:spPr>
          <a:xfrm>
            <a:off x="324000" y="45535"/>
            <a:ext cx="856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a:t>
            </a:r>
            <a:endParaRPr sz="2000" b="1">
              <a:solidFill>
                <a:schemeClr val="lt1"/>
              </a:solidFill>
              <a:latin typeface="Lexend"/>
              <a:ea typeface="Lexend"/>
              <a:cs typeface="Lexend"/>
              <a:sym typeface="Lexend"/>
            </a:endParaRPr>
          </a:p>
        </p:txBody>
      </p:sp>
      <p:sp>
        <p:nvSpPr>
          <p:cNvPr id="618" name="Google Shape;618;p53"/>
          <p:cNvSpPr txBox="1"/>
          <p:nvPr>
            <p:ph type="title"/>
          </p:nvPr>
        </p:nvSpPr>
        <p:spPr>
          <a:xfrm>
            <a:off x="993325" y="134985"/>
            <a:ext cx="2505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2pPr>
            <a:lvl3pPr lvl="2"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3pPr>
            <a:lvl4pPr lvl="3"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4pPr>
            <a:lvl5pPr lvl="4"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5pPr>
            <a:lvl6pPr lvl="5"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6pPr>
            <a:lvl7pPr lvl="6"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7pPr>
            <a:lvl8pPr lvl="7"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8pPr>
            <a:lvl9pPr lvl="8" rtl="0">
              <a:spcBef>
                <a:spcPct val="0"/>
              </a:spcBef>
              <a:spcAft>
                <a:spcPct val="0"/>
              </a:spcAft>
              <a:buClr>
                <a:schemeClr val="lt1"/>
              </a:buClr>
              <a:buSzPts val="2000"/>
              <a:buFont typeface="Lexend Medium"/>
              <a:buNone/>
              <a:defRPr sz="2000">
                <a:solidFill>
                  <a:schemeClr val="lt1"/>
                </a:solidFill>
                <a:latin typeface="Lexend Medium"/>
                <a:ea typeface="Lexend Medium"/>
                <a:cs typeface="Lexend Medium"/>
                <a:sym typeface="Lexend Medium"/>
              </a:defRPr>
            </a:lvl9pPr>
          </a:lstStyle>
          <a:p/>
        </p:txBody>
      </p:sp>
      <p:sp>
        <p:nvSpPr>
          <p:cNvPr id="619" name="Google Shape;619;p53"/>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20" name="Google Shape;620;p5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Feedback</a:t>
            </a:r>
            <a:endParaRPr sz="900" b="1">
              <a:solidFill>
                <a:srgbClr val="FAEAF6"/>
              </a:solidFill>
              <a:latin typeface="Lexend"/>
              <a:ea typeface="Lexend"/>
              <a:cs typeface="Lexend"/>
              <a:sym typeface="Lexend"/>
            </a:endParaRPr>
          </a:p>
        </p:txBody>
      </p:sp>
      <p:pic>
        <p:nvPicPr>
          <p:cNvPr id="621" name="Google Shape;621;p53"/>
          <p:cNvPicPr preferRelativeResize="0"/>
          <p:nvPr/>
        </p:nvPicPr>
        <p:blipFill>
          <a:blip r:embed="rId2">
            <a:alphaModFix/>
          </a:blip>
          <a:stretch>
            <a:fillRect/>
          </a:stretch>
        </p:blipFill>
        <p:spPr>
          <a:xfrm>
            <a:off x="8528585" y="-11474"/>
            <a:ext cx="499700" cy="499700"/>
          </a:xfrm>
          <a:prstGeom prst="rect">
            <a:avLst/>
          </a:prstGeom>
          <a:noFill/>
          <a:ln>
            <a:noFill/>
          </a:ln>
        </p:spPr>
      </p:pic>
    </p:spTree>
  </p:cSld>
  <p:clrMapOvr>
    <a:masterClrMapping/>
  </p:clrMapOvr>
  <p:transition/>
  <p:timing/>
</p:sldLayout>
</file>

<file path=ppt/slideLayouts/slideLayout5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p:cSld name="TITLE_AND_TWO_COLUMNS_1_1_5_1_2">
    <p:spTree>
      <p:nvGrpSpPr>
        <p:cNvPr id="622" name="Shape 622"/>
        <p:cNvGrpSpPr/>
        <p:nvPr/>
      </p:nvGrpSpPr>
      <p:grpSpPr>
        <a:xfrm>
          <a:off x="0" y="0"/>
          <a:ext cx="0" cy="0"/>
        </a:xfrm>
      </p:grpSpPr>
      <p:sp>
        <p:nvSpPr>
          <p:cNvPr id="623" name="Google Shape;623;p54"/>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624" name="Google Shape;624;p54"/>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625" name="Google Shape;625;p54"/>
          <p:cNvSpPr txBox="1"/>
          <p:nvPr>
            <p:ph type="title"/>
          </p:nvPr>
        </p:nvSpPr>
        <p:spPr>
          <a:xfrm>
            <a:off x="1684800" y="115237"/>
            <a:ext cx="6818400" cy="356700"/>
          </a:xfrm>
          <a:prstGeom prst="rect">
            <a:avLst/>
          </a:prstGeom>
        </p:spPr>
        <p:txBody>
          <a:bodyPr spcFirstLastPara="1" wrap="square" lIns="0" tIns="0" rIns="0" bIns="0" anchor="t" anchorCtr="0">
            <a:noAutofit/>
          </a:bodyPr>
          <a:lstStyle>
            <a:lvl1pPr lvl="0" rtl="0">
              <a:spcBef>
                <a:spcPct val="0"/>
              </a:spcBef>
              <a:spcAft>
                <a:spcPct val="0"/>
              </a:spcAft>
              <a:buSzPts val="2000"/>
              <a:buFont typeface="Lexend"/>
              <a:buNone/>
              <a:defRPr sz="20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26" name="Google Shape;626;p54"/>
          <p:cNvSpPr txBox="1"/>
          <p:nvPr>
            <p:ph type="body" idx="1"/>
          </p:nvPr>
        </p:nvSpPr>
        <p:spPr>
          <a:xfrm>
            <a:off x="324000" y="759300"/>
            <a:ext cx="8113800" cy="40611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27" name="Google Shape;627;p54"/>
          <p:cNvSpPr txBox="1"/>
          <p:nvPr/>
        </p:nvSpPr>
        <p:spPr>
          <a:xfrm>
            <a:off x="324000" y="112500"/>
            <a:ext cx="13167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Tree>
  </p:cSld>
  <p:clrMapOvr>
    <a:masterClrMapping/>
  </p:clrMapOvr>
  <p:transition/>
  <p:timing/>
</p:sldLayout>
</file>

<file path=ppt/slideLayouts/slideLayout5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3 Projectable quiz">
  <p:cSld name="Title Slide 3_1">
    <p:bg>
      <p:bgPr>
        <a:solidFill>
          <a:schemeClr val="lt1"/>
        </a:solidFill>
      </p:bgPr>
    </p:bg>
    <p:spTree>
      <p:nvGrpSpPr>
        <p:cNvPr id="628" name="Shape 628"/>
        <p:cNvGrpSpPr/>
        <p:nvPr/>
      </p:nvGrpSpPr>
      <p:grpSpPr>
        <a:xfrm>
          <a:off x="0" y="0"/>
          <a:ext cx="0" cy="0"/>
        </a:xfrm>
      </p:grpSpPr>
      <p:pic>
        <p:nvPicPr>
          <p:cNvPr id="629" name="Google Shape;629;p55"/>
          <p:cNvPicPr preferRelativeResize="0"/>
          <p:nvPr/>
        </p:nvPicPr>
        <p:blipFill>
          <a:blip r:embed="rId1">
            <a:alphaModFix/>
          </a:blip>
          <a:stretch>
            <a:fillRect/>
          </a:stretch>
        </p:blipFill>
        <p:spPr>
          <a:xfrm>
            <a:off x="8524129" y="4430050"/>
            <a:ext cx="234000" cy="318241"/>
          </a:xfrm>
          <a:prstGeom prst="rect">
            <a:avLst/>
          </a:prstGeom>
          <a:noFill/>
          <a:ln>
            <a:noFill/>
          </a:ln>
        </p:spPr>
      </p:pic>
      <p:sp>
        <p:nvSpPr>
          <p:cNvPr id="630" name="Google Shape;630;p55"/>
          <p:cNvSpPr txBox="1"/>
          <p:nvPr/>
        </p:nvSpPr>
        <p:spPr>
          <a:xfrm>
            <a:off x="1977450" y="3132468"/>
            <a:ext cx="5189100" cy="4311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transition/>
  <p:timing/>
</p:sldLayout>
</file>

<file path=ppt/slideLayouts/slideLayout5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4 Items to copy-paste">
  <p:cSld name="CUSTOM_104_1_2_1_1">
    <p:spTree>
      <p:nvGrpSpPr>
        <p:cNvPr id="631" name="Shape 631"/>
        <p:cNvGrpSpPr/>
        <p:nvPr/>
      </p:nvGrpSpPr>
      <p:grpSpPr>
        <a:xfrm>
          <a:off x="0" y="0"/>
          <a:ext cx="0" cy="0"/>
        </a:xfrm>
      </p:grpSpPr>
      <p:sp>
        <p:nvSpPr>
          <p:cNvPr id="632" name="Google Shape;632;p56"/>
          <p:cNvSpPr/>
          <p:nvPr/>
        </p:nvSpPr>
        <p:spPr>
          <a:xfrm>
            <a:off x="3576538" y="4171902"/>
            <a:ext cx="5214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Tick</a:t>
            </a:r>
            <a:endParaRPr sz="1600" i="0" u="none" strike="noStrike" cap="none">
              <a:solidFill>
                <a:schemeClr val="dk1"/>
              </a:solidFill>
              <a:latin typeface="Lexend"/>
              <a:ea typeface="Lexend"/>
              <a:cs typeface="Lexend"/>
              <a:sym typeface="Lexend"/>
            </a:endParaRPr>
          </a:p>
        </p:txBody>
      </p:sp>
      <p:sp>
        <p:nvSpPr>
          <p:cNvPr id="633" name="Google Shape;633;p56"/>
          <p:cNvSpPr/>
          <p:nvPr/>
        </p:nvSpPr>
        <p:spPr>
          <a:xfrm>
            <a:off x="483925" y="193075"/>
            <a:ext cx="6671700" cy="374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chemeClr val="dk1"/>
                </a:solidFill>
                <a:latin typeface="Lexend"/>
                <a:ea typeface="Lexend"/>
                <a:cs typeface="Lexend"/>
                <a:sym typeface="Lexend"/>
              </a:rPr>
              <a:t>Items to copy and paste</a:t>
            </a:r>
            <a:endParaRPr sz="2000" b="0" i="0" u="none" strike="noStrike" cap="none">
              <a:solidFill>
                <a:schemeClr val="dk1"/>
              </a:solidFill>
              <a:latin typeface="Calibri"/>
              <a:ea typeface="Calibri"/>
              <a:cs typeface="Calibri"/>
              <a:sym typeface="Calibri"/>
            </a:endParaRPr>
          </a:p>
        </p:txBody>
      </p:sp>
      <p:sp>
        <p:nvSpPr>
          <p:cNvPr id="634" name="Google Shape;634;p56"/>
          <p:cNvSpPr/>
          <p:nvPr/>
        </p:nvSpPr>
        <p:spPr>
          <a:xfrm>
            <a:off x="7459200" y="352650"/>
            <a:ext cx="1684800" cy="374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i="0" u="none" strike="noStrike" cap="none">
                <a:solidFill>
                  <a:schemeClr val="dk1"/>
                </a:solidFill>
                <a:latin typeface="Lexend"/>
                <a:ea typeface="Lexend"/>
                <a:cs typeface="Lexend"/>
                <a:sym typeface="Lexend"/>
              </a:rPr>
              <a:t>Video frame</a:t>
            </a:r>
            <a:endParaRPr sz="1600" i="0" u="none" strike="noStrike" cap="none">
              <a:solidFill>
                <a:schemeClr val="dk1"/>
              </a:solidFill>
              <a:latin typeface="Lexend"/>
              <a:ea typeface="Lexend"/>
              <a:cs typeface="Lexend"/>
              <a:sym typeface="Lexend"/>
            </a:endParaRPr>
          </a:p>
        </p:txBody>
      </p:sp>
      <p:sp>
        <p:nvSpPr>
          <p:cNvPr id="635" name="Google Shape;635;p56"/>
          <p:cNvSpPr/>
          <p:nvPr/>
        </p:nvSpPr>
        <p:spPr>
          <a:xfrm>
            <a:off x="704988" y="4171893"/>
            <a:ext cx="1579200" cy="2634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636" name="Google Shape;636;p56"/>
          <p:cNvSpPr/>
          <p:nvPr/>
        </p:nvSpPr>
        <p:spPr>
          <a:xfrm>
            <a:off x="5980287" y="4113257"/>
            <a:ext cx="1579200" cy="380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i="0" u="none" strike="noStrike" cap="none">
                <a:solidFill>
                  <a:schemeClr val="dk1"/>
                </a:solidFill>
                <a:latin typeface="Lexend"/>
                <a:ea typeface="Lexend"/>
                <a:cs typeface="Lexend"/>
                <a:sym typeface="Lexend"/>
              </a:rPr>
              <a:t>Speech bubble</a:t>
            </a:r>
            <a:endParaRPr sz="1600" i="0" u="none" strike="noStrike" cap="none">
              <a:solidFill>
                <a:schemeClr val="dk1"/>
              </a:solidFill>
              <a:latin typeface="Lexend"/>
              <a:ea typeface="Lexend"/>
              <a:cs typeface="Lexend"/>
              <a:sym typeface="Lexend"/>
            </a:endParaRPr>
          </a:p>
        </p:txBody>
      </p:sp>
      <p:sp>
        <p:nvSpPr>
          <p:cNvPr id="637" name="Google Shape;637;p56"/>
          <p:cNvSpPr/>
          <p:nvPr/>
        </p:nvSpPr>
        <p:spPr>
          <a:xfrm>
            <a:off x="705003" y="1990659"/>
            <a:ext cx="15792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audio</a:t>
            </a:r>
            <a:endParaRPr sz="1600" i="0" u="none" strike="noStrike" cap="none">
              <a:solidFill>
                <a:schemeClr val="dk1"/>
              </a:solidFill>
              <a:latin typeface="Lexend"/>
              <a:ea typeface="Lexend"/>
              <a:cs typeface="Lexend"/>
              <a:sym typeface="Lexend"/>
            </a:endParaRPr>
          </a:p>
        </p:txBody>
      </p:sp>
      <p:sp>
        <p:nvSpPr>
          <p:cNvPr id="638" name="Google Shape;638;p56"/>
          <p:cNvSpPr/>
          <p:nvPr/>
        </p:nvSpPr>
        <p:spPr>
          <a:xfrm>
            <a:off x="2960816" y="1996197"/>
            <a:ext cx="1579200" cy="2523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video</a:t>
            </a:r>
            <a:endParaRPr sz="1600" i="0" u="none" strike="noStrike" cap="none">
              <a:solidFill>
                <a:schemeClr val="dk1"/>
              </a:solidFill>
              <a:latin typeface="Lexend"/>
              <a:ea typeface="Lexend"/>
              <a:cs typeface="Lexend"/>
              <a:sym typeface="Lexend"/>
            </a:endParaRPr>
          </a:p>
        </p:txBody>
      </p:sp>
    </p:spTree>
  </p:cSld>
  <p:clrMapOvr>
    <a:masterClrMapping/>
  </p:clrMapOvr>
  <p:transition/>
  <p:timing/>
</p:sldLayout>
</file>

<file path=ppt/slideLayouts/slideLayout5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English">
  <p:cSld name="Title Slide 2_1">
    <p:bg>
      <p:bgPr>
        <a:solidFill>
          <a:srgbClr val="BEF2BD"/>
        </a:solidFill>
      </p:bgPr>
    </p:bg>
    <p:spTree>
      <p:nvGrpSpPr>
        <p:cNvPr id="643" name="Shape 643"/>
        <p:cNvGrpSpPr/>
        <p:nvPr/>
      </p:nvGrpSpPr>
      <p:grpSpPr>
        <a:xfrm>
          <a:off x="0" y="0"/>
          <a:ext cx="0" cy="0"/>
        </a:xfrm>
      </p:grpSpPr>
      <p:pic>
        <p:nvPicPr>
          <p:cNvPr id="644" name="Google Shape;644;p58"/>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645" name="Google Shape;645;p58"/>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English</a:t>
            </a:r>
            <a:endParaRPr sz="1700" b="1">
              <a:latin typeface="Lexend"/>
              <a:ea typeface="Lexend"/>
              <a:cs typeface="Lexend"/>
              <a:sym typeface="Lexend"/>
            </a:endParaRPr>
          </a:p>
        </p:txBody>
      </p:sp>
      <p:sp>
        <p:nvSpPr>
          <p:cNvPr id="646" name="Google Shape;646;p58"/>
          <p:cNvSpPr txBox="1"/>
          <p:nvPr>
            <p:ph type="ctrTitle"/>
          </p:nvPr>
        </p:nvSpPr>
        <p:spPr>
          <a:xfrm>
            <a:off x="323850" y="810000"/>
            <a:ext cx="54507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47" name="Google Shape;647;p58"/>
          <p:cNvSpPr txBox="1"/>
          <p:nvPr>
            <p:ph type="subTitle" idx="1"/>
          </p:nvPr>
        </p:nvSpPr>
        <p:spPr>
          <a:xfrm>
            <a:off x="890225" y="4327975"/>
            <a:ext cx="59862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48" name="Google Shape;648;p58"/>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649" name="Google Shape;649;p58"/>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650" name="Google Shape;650;p58"/>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2867">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aths">
  <p:cSld name="Title Slide 2_1_1">
    <p:bg>
      <p:bgPr>
        <a:solidFill>
          <a:srgbClr val="BEF2BD"/>
        </a:solidFill>
      </p:bgPr>
    </p:bg>
    <p:spTree>
      <p:nvGrpSpPr>
        <p:cNvPr id="651" name="Shape 651"/>
        <p:cNvGrpSpPr/>
        <p:nvPr/>
      </p:nvGrpSpPr>
      <p:grpSpPr>
        <a:xfrm>
          <a:off x="0" y="0"/>
          <a:ext cx="0" cy="0"/>
        </a:xfrm>
      </p:grpSpPr>
      <p:pic>
        <p:nvPicPr>
          <p:cNvPr id="652" name="Google Shape;652;p59"/>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653" name="Google Shape;653;p59"/>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54" name="Google Shape;654;p59"/>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Maths</a:t>
            </a:r>
            <a:endParaRPr sz="1700" b="1">
              <a:latin typeface="Lexend"/>
              <a:ea typeface="Lexend"/>
              <a:cs typeface="Lexend"/>
              <a:sym typeface="Lexend"/>
            </a:endParaRPr>
          </a:p>
        </p:txBody>
      </p:sp>
      <p:sp>
        <p:nvSpPr>
          <p:cNvPr id="655" name="Google Shape;655;p59"/>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56" name="Google Shape;656;p59"/>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657" name="Google Shape;657;p59"/>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658" name="Google Shape;658;p59"/>
          <p:cNvPicPr preferRelativeResize="0"/>
          <p:nvPr/>
        </p:nvPicPr>
        <p:blipFill>
          <a:blip r:embed="rId3">
            <a:alphaModFix/>
          </a:blip>
          <a:srcRect l="6209" r="6209"/>
          <a:stretch>
            <a:fillRect/>
          </a:stretch>
        </p:blipFill>
        <p:spPr>
          <a:xfrm>
            <a:off x="324000" y="4008600"/>
            <a:ext cx="707200" cy="128000"/>
          </a:xfrm>
          <a:prstGeom prst="rect">
            <a:avLst/>
          </a:prstGeom>
          <a:noFill/>
          <a:ln>
            <a:noFill/>
          </a:ln>
        </p:spPr>
      </p:pic>
    </p:spTree>
  </p:cSld>
  <p:clrMapOvr>
    <a:masterClrMapping/>
  </p:clrMapOvr>
  <p:transition/>
  <p:timing/>
</p:sldLayout>
</file>

<file path=ppt/slideLayouts/slideLayout5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Geography">
  <p:cSld name="Title Slide 2_1_1_1">
    <p:bg>
      <p:bgPr>
        <a:solidFill>
          <a:srgbClr val="BEF2BD"/>
        </a:solidFill>
      </p:bgPr>
    </p:bg>
    <p:spTree>
      <p:nvGrpSpPr>
        <p:cNvPr id="659" name="Shape 659"/>
        <p:cNvGrpSpPr/>
        <p:nvPr/>
      </p:nvGrpSpPr>
      <p:grpSpPr>
        <a:xfrm>
          <a:off x="0" y="0"/>
          <a:ext cx="0" cy="0"/>
        </a:xfrm>
      </p:grpSpPr>
      <p:pic>
        <p:nvPicPr>
          <p:cNvPr id="660" name="Google Shape;660;p60"/>
          <p:cNvPicPr preferRelativeResize="0"/>
          <p:nvPr/>
        </p:nvPicPr>
        <p:blipFill>
          <a:blip r:embed="rId1">
            <a:alphaModFix/>
          </a:blip>
          <a:srcRect l="6209" r="6209"/>
          <a:stretch>
            <a:fillRect/>
          </a:stretch>
        </p:blipFill>
        <p:spPr>
          <a:xfrm>
            <a:off x="324000" y="4008600"/>
            <a:ext cx="1259825" cy="128000"/>
          </a:xfrm>
          <a:prstGeom prst="rect">
            <a:avLst/>
          </a:prstGeom>
          <a:noFill/>
          <a:ln>
            <a:noFill/>
          </a:ln>
        </p:spPr>
      </p:pic>
      <p:pic>
        <p:nvPicPr>
          <p:cNvPr id="661" name="Google Shape;661;p60"/>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662" name="Google Shape;662;p60"/>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63" name="Google Shape;663;p60"/>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Geography</a:t>
            </a:r>
            <a:endParaRPr sz="1700" b="1">
              <a:latin typeface="Lexend"/>
              <a:ea typeface="Lexend"/>
              <a:cs typeface="Lexend"/>
              <a:sym typeface="Lexend"/>
            </a:endParaRPr>
          </a:p>
        </p:txBody>
      </p:sp>
      <p:sp>
        <p:nvSpPr>
          <p:cNvPr id="664" name="Google Shape;664;p60"/>
          <p:cNvSpPr txBox="1"/>
          <p:nvPr>
            <p:ph type="subTitle" idx="1"/>
          </p:nvPr>
        </p:nvSpPr>
        <p:spPr>
          <a:xfrm>
            <a:off x="890225" y="4327975"/>
            <a:ext cx="5997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65" name="Google Shape;665;p60"/>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666" name="Google Shape;666;p60"/>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5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History">
  <p:cSld name="Title Slide 2_1_1_1_1">
    <p:bg>
      <p:bgPr>
        <a:solidFill>
          <a:srgbClr val="BEF2BD"/>
        </a:solidFill>
      </p:bgPr>
    </p:bg>
    <p:spTree>
      <p:nvGrpSpPr>
        <p:cNvPr id="667" name="Shape 667"/>
        <p:cNvGrpSpPr/>
        <p:nvPr/>
      </p:nvGrpSpPr>
      <p:grpSpPr>
        <a:xfrm>
          <a:off x="0" y="0"/>
          <a:ext cx="0" cy="0"/>
        </a:xfrm>
      </p:grpSpPr>
      <p:pic>
        <p:nvPicPr>
          <p:cNvPr id="668" name="Google Shape;668;p61"/>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669" name="Google Shape;669;p61"/>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70" name="Google Shape;670;p61"/>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History</a:t>
            </a:r>
            <a:endParaRPr sz="1700" b="1">
              <a:latin typeface="Lexend"/>
              <a:ea typeface="Lexend"/>
              <a:cs typeface="Lexend"/>
              <a:sym typeface="Lexend"/>
            </a:endParaRPr>
          </a:p>
        </p:txBody>
      </p:sp>
      <p:sp>
        <p:nvSpPr>
          <p:cNvPr id="671" name="Google Shape;671;p61"/>
          <p:cNvSpPr txBox="1"/>
          <p:nvPr>
            <p:ph type="subTitle" idx="1"/>
          </p:nvPr>
        </p:nvSpPr>
        <p:spPr>
          <a:xfrm>
            <a:off x="890225" y="4327975"/>
            <a:ext cx="5804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72" name="Google Shape;672;p61"/>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673" name="Google Shape;673;p61"/>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674" name="Google Shape;674;p61"/>
          <p:cNvGrpSpPr/>
          <p:nvPr/>
        </p:nvGrpSpPr>
        <p:grpSpPr>
          <a:xfrm>
            <a:off x="6156975" y="0"/>
            <a:ext cx="2987025" cy="3854074"/>
            <a:chOff x="6156975" y="0"/>
            <a:chExt cx="2987025" cy="3854074"/>
          </a:xfrm>
        </p:grpSpPr>
        <p:pic>
          <p:nvPicPr>
            <p:cNvPr id="675" name="Google Shape;675;p61"/>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676" name="Google Shape;676;p61"/>
            <p:cNvSpPr/>
            <p:nvPr/>
          </p:nvSpPr>
          <p:spPr>
            <a:xfrm>
              <a:off x="6860400" y="1205850"/>
              <a:ext cx="1959600" cy="13659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677" name="Google Shape;677;p61"/>
            <p:cNvPicPr preferRelativeResize="0"/>
            <p:nvPr/>
          </p:nvPicPr>
          <p:blipFill>
            <a:blip r:embed="rId4">
              <a:alphaModFix/>
            </a:blip>
            <a:stretch>
              <a:fillRect/>
            </a:stretch>
          </p:blipFill>
          <p:spPr>
            <a:xfrm rot="-378432">
              <a:off x="7001357" y="1317070"/>
              <a:ext cx="1677682" cy="1143462"/>
            </a:xfrm>
            <a:prstGeom prst="rect">
              <a:avLst/>
            </a:prstGeom>
            <a:noFill/>
            <a:ln>
              <a:noFill/>
            </a:ln>
          </p:spPr>
        </p:pic>
      </p:grpSp>
    </p:spTree>
  </p:cSld>
  <p:clrMapOvr>
    <a:masterClrMapping/>
  </p:clrMapOvr>
  <p:transition/>
  <p:timing/>
</p:sldLayout>
</file>

<file path=ppt/slideLayouts/slideLayout6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usic">
  <p:cSld name="Title Slide 2_1_1_1_1_1">
    <p:bg>
      <p:bgPr>
        <a:solidFill>
          <a:srgbClr val="BEF2BD"/>
        </a:solidFill>
      </p:bgPr>
    </p:bg>
    <p:spTree>
      <p:nvGrpSpPr>
        <p:cNvPr id="678" name="Shape 678"/>
        <p:cNvGrpSpPr/>
        <p:nvPr/>
      </p:nvGrpSpPr>
      <p:grpSpPr>
        <a:xfrm>
          <a:off x="0" y="0"/>
          <a:ext cx="0" cy="0"/>
        </a:xfrm>
      </p:grpSpPr>
      <p:pic>
        <p:nvPicPr>
          <p:cNvPr id="679" name="Google Shape;679;p62"/>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680" name="Google Shape;680;p62"/>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81" name="Google Shape;681;p62"/>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Music</a:t>
            </a:r>
            <a:endParaRPr sz="1700" b="1">
              <a:latin typeface="Lexend"/>
              <a:ea typeface="Lexend"/>
              <a:cs typeface="Lexend"/>
              <a:sym typeface="Lexend"/>
            </a:endParaRPr>
          </a:p>
        </p:txBody>
      </p:sp>
      <p:sp>
        <p:nvSpPr>
          <p:cNvPr id="682" name="Google Shape;682;p62"/>
          <p:cNvSpPr txBox="1"/>
          <p:nvPr>
            <p:ph type="subTitle" idx="1"/>
          </p:nvPr>
        </p:nvSpPr>
        <p:spPr>
          <a:xfrm>
            <a:off x="890225" y="4327975"/>
            <a:ext cx="57870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83" name="Google Shape;683;p62"/>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684" name="Google Shape;684;p62"/>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685" name="Google Shape;685;p62"/>
          <p:cNvPicPr preferRelativeResize="0"/>
          <p:nvPr/>
        </p:nvPicPr>
        <p:blipFill>
          <a:blip r:embed="rId3">
            <a:alphaModFix/>
          </a:blip>
          <a:srcRect l="6209" r="6209"/>
          <a:stretch>
            <a:fillRect/>
          </a:stretch>
        </p:blipFill>
        <p:spPr>
          <a:xfrm>
            <a:off x="324000" y="4008600"/>
            <a:ext cx="661625" cy="128000"/>
          </a:xfrm>
          <a:prstGeom prst="rect">
            <a:avLst/>
          </a:prstGeom>
          <a:noFill/>
          <a:ln>
            <a:noFill/>
          </a:ln>
        </p:spPr>
      </p:pic>
    </p:spTree>
  </p:cSld>
  <p:clrMapOvr>
    <a:masterClrMapping/>
  </p:clrMapOvr>
  <p:transition/>
  <p:timing/>
</p:sldLayout>
</file>

<file path=ppt/slideLayouts/slideLayout6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Science">
  <p:cSld name="Title Slide 2_1_1_1_1_1_1">
    <p:bg>
      <p:bgPr>
        <a:solidFill>
          <a:srgbClr val="BEF2BD"/>
        </a:solidFill>
      </p:bgPr>
    </p:bg>
    <p:spTree>
      <p:nvGrpSpPr>
        <p:cNvPr id="686" name="Shape 686"/>
        <p:cNvGrpSpPr/>
        <p:nvPr/>
      </p:nvGrpSpPr>
      <p:grpSpPr>
        <a:xfrm>
          <a:off x="0" y="0"/>
          <a:ext cx="0" cy="0"/>
        </a:xfrm>
      </p:grpSpPr>
      <p:sp>
        <p:nvSpPr>
          <p:cNvPr id="687" name="Google Shape;687;p63"/>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88" name="Google Shape;688;p63"/>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Science</a:t>
            </a:r>
            <a:endParaRPr sz="1700" b="1">
              <a:latin typeface="Lexend"/>
              <a:ea typeface="Lexend"/>
              <a:cs typeface="Lexend"/>
              <a:sym typeface="Lexend"/>
            </a:endParaRPr>
          </a:p>
        </p:txBody>
      </p:sp>
      <p:sp>
        <p:nvSpPr>
          <p:cNvPr id="689" name="Google Shape;689;p63"/>
          <p:cNvSpPr txBox="1"/>
          <p:nvPr>
            <p:ph type="subTitle" idx="1"/>
          </p:nvPr>
        </p:nvSpPr>
        <p:spPr>
          <a:xfrm>
            <a:off x="890225" y="4327975"/>
            <a:ext cx="57927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90" name="Google Shape;690;p63"/>
          <p:cNvPicPr preferRelativeResize="0"/>
          <p:nvPr/>
        </p:nvPicPr>
        <p:blipFill>
          <a:blip r:embed="rId1">
            <a:alphaModFix/>
          </a:blip>
          <a:stretch>
            <a:fillRect/>
          </a:stretch>
        </p:blipFill>
        <p:spPr>
          <a:xfrm>
            <a:off x="7690424" y="4098434"/>
            <a:ext cx="1052750" cy="482825"/>
          </a:xfrm>
          <a:prstGeom prst="rect">
            <a:avLst/>
          </a:prstGeom>
          <a:noFill/>
          <a:ln>
            <a:noFill/>
          </a:ln>
        </p:spPr>
      </p:pic>
      <p:sp>
        <p:nvSpPr>
          <p:cNvPr id="691" name="Google Shape;691;p63"/>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692" name="Google Shape;692;p63"/>
          <p:cNvPicPr preferRelativeResize="0"/>
          <p:nvPr/>
        </p:nvPicPr>
        <p:blipFill>
          <a:blip r:embed="rId2">
            <a:alphaModFix/>
          </a:blip>
          <a:srcRect l="6209" r="6209"/>
          <a:stretch>
            <a:fillRect/>
          </a:stretch>
        </p:blipFill>
        <p:spPr>
          <a:xfrm>
            <a:off x="324000" y="4008600"/>
            <a:ext cx="859400" cy="127996"/>
          </a:xfrm>
          <a:prstGeom prst="rect">
            <a:avLst/>
          </a:prstGeom>
          <a:noFill/>
          <a:ln>
            <a:noFill/>
          </a:ln>
        </p:spPr>
      </p:pic>
      <p:grpSp>
        <p:nvGrpSpPr>
          <p:cNvPr id="693" name="Google Shape;693;p63"/>
          <p:cNvGrpSpPr/>
          <p:nvPr/>
        </p:nvGrpSpPr>
        <p:grpSpPr>
          <a:xfrm>
            <a:off x="6156975" y="0"/>
            <a:ext cx="2987025" cy="3854074"/>
            <a:chOff x="6156975" y="0"/>
            <a:chExt cx="2987025" cy="3854074"/>
          </a:xfrm>
        </p:grpSpPr>
        <p:pic>
          <p:nvPicPr>
            <p:cNvPr id="694" name="Google Shape;694;p63"/>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695" name="Google Shape;695;p63"/>
            <p:cNvSpPr/>
            <p:nvPr/>
          </p:nvSpPr>
          <p:spPr>
            <a:xfrm>
              <a:off x="6860400" y="869975"/>
              <a:ext cx="1959600" cy="20070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696" name="Google Shape;696;p63"/>
            <p:cNvPicPr preferRelativeResize="0"/>
            <p:nvPr/>
          </p:nvPicPr>
          <p:blipFill>
            <a:blip r:embed="rId4">
              <a:alphaModFix/>
            </a:blip>
            <a:stretch>
              <a:fillRect/>
            </a:stretch>
          </p:blipFill>
          <p:spPr>
            <a:xfrm rot="-311816">
              <a:off x="7083000" y="1110274"/>
              <a:ext cx="1514398" cy="1526398"/>
            </a:xfrm>
            <a:prstGeom prst="rect">
              <a:avLst/>
            </a:prstGeom>
            <a:noFill/>
            <a:ln>
              <a:noFill/>
            </a:ln>
          </p:spPr>
        </p:pic>
      </p:grpSp>
    </p:spTree>
  </p:cSld>
  <p:clrMapOvr>
    <a:masterClrMapping/>
  </p:clrMapOvr>
  <p:transition/>
  <p:timing/>
</p:sldLayout>
</file>

<file path=ppt/slideLayouts/slideLayout6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Biology">
  <p:cSld name="Title Slide 2_1_1_1_1_1_1_1">
    <p:bg>
      <p:bgPr>
        <a:solidFill>
          <a:srgbClr val="BEF2BD"/>
        </a:solidFill>
      </p:bgPr>
    </p:bg>
    <p:spTree>
      <p:nvGrpSpPr>
        <p:cNvPr id="697" name="Shape 697"/>
        <p:cNvGrpSpPr/>
        <p:nvPr/>
      </p:nvGrpSpPr>
      <p:grpSpPr>
        <a:xfrm>
          <a:off x="0" y="0"/>
          <a:ext cx="0" cy="0"/>
        </a:xfrm>
      </p:grpSpPr>
      <p:pic>
        <p:nvPicPr>
          <p:cNvPr id="698" name="Google Shape;698;p64"/>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pic>
        <p:nvPicPr>
          <p:cNvPr id="699" name="Google Shape;699;p64"/>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700" name="Google Shape;700;p64"/>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701" name="Google Shape;701;p64"/>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Biology</a:t>
            </a:r>
            <a:endParaRPr sz="1700" b="1">
              <a:latin typeface="Lexend"/>
              <a:ea typeface="Lexend"/>
              <a:cs typeface="Lexend"/>
              <a:sym typeface="Lexend"/>
            </a:endParaRPr>
          </a:p>
        </p:txBody>
      </p:sp>
      <p:sp>
        <p:nvSpPr>
          <p:cNvPr id="702" name="Google Shape;702;p64"/>
          <p:cNvSpPr txBox="1"/>
          <p:nvPr>
            <p:ph type="subTitle" idx="1"/>
          </p:nvPr>
        </p:nvSpPr>
        <p:spPr>
          <a:xfrm>
            <a:off x="890225" y="4327975"/>
            <a:ext cx="5775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703" name="Google Shape;703;p64"/>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704" name="Google Shape;704;p64"/>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6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Physics">
  <p:cSld name="Title Slide 2_1_1_1_1_1_1_1_1">
    <p:bg>
      <p:bgPr>
        <a:solidFill>
          <a:srgbClr val="BEF2BD"/>
        </a:solidFill>
      </p:bgPr>
    </p:bg>
    <p:spTree>
      <p:nvGrpSpPr>
        <p:cNvPr id="705" name="Shape 705"/>
        <p:cNvGrpSpPr/>
        <p:nvPr/>
      </p:nvGrpSpPr>
      <p:grpSpPr>
        <a:xfrm>
          <a:off x="0" y="0"/>
          <a:ext cx="0" cy="0"/>
        </a:xfrm>
      </p:grpSpPr>
      <p:pic>
        <p:nvPicPr>
          <p:cNvPr id="706" name="Google Shape;706;p65"/>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707" name="Google Shape;707;p65"/>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708" name="Google Shape;708;p65"/>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Physics</a:t>
            </a:r>
            <a:endParaRPr sz="1700" b="1">
              <a:latin typeface="Lexend"/>
              <a:ea typeface="Lexend"/>
              <a:cs typeface="Lexend"/>
              <a:sym typeface="Lexend"/>
            </a:endParaRPr>
          </a:p>
        </p:txBody>
      </p:sp>
      <p:sp>
        <p:nvSpPr>
          <p:cNvPr id="709" name="Google Shape;709;p65"/>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710" name="Google Shape;710;p65"/>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711" name="Google Shape;711;p65"/>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12" name="Google Shape;712;p65"/>
          <p:cNvGrpSpPr/>
          <p:nvPr/>
        </p:nvGrpSpPr>
        <p:grpSpPr>
          <a:xfrm>
            <a:off x="6156975" y="0"/>
            <a:ext cx="2987025" cy="3854074"/>
            <a:chOff x="6156975" y="0"/>
            <a:chExt cx="2987025" cy="3854074"/>
          </a:xfrm>
        </p:grpSpPr>
        <p:pic>
          <p:nvPicPr>
            <p:cNvPr id="713" name="Google Shape;713;p65"/>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714" name="Google Shape;714;p65"/>
            <p:cNvSpPr/>
            <p:nvPr/>
          </p:nvSpPr>
          <p:spPr>
            <a:xfrm>
              <a:off x="6898050" y="839288"/>
              <a:ext cx="1959600" cy="2354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15" name="Google Shape;715;p65"/>
            <p:cNvPicPr preferRelativeResize="0"/>
            <p:nvPr/>
          </p:nvPicPr>
          <p:blipFill>
            <a:blip r:embed="rId4">
              <a:alphaModFix/>
            </a:blip>
            <a:stretch>
              <a:fillRect/>
            </a:stretch>
          </p:blipFill>
          <p:spPr>
            <a:xfrm rot="-384492">
              <a:off x="7235674" y="1037850"/>
              <a:ext cx="1204851" cy="1957577"/>
            </a:xfrm>
            <a:prstGeom prst="rect">
              <a:avLst/>
            </a:prstGeom>
            <a:noFill/>
            <a:ln>
              <a:noFill/>
            </a:ln>
          </p:spPr>
        </p:pic>
      </p:grpSp>
    </p:spTree>
  </p:cSld>
  <p:clrMapOvr>
    <a:masterClrMapping/>
  </p:clrMapOvr>
  <p:transition/>
  <p:timing/>
</p:sldLayout>
</file>

<file path=ppt/slideLayouts/slideLayout6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Chemistry">
  <p:cSld name="Title Slide 2_1_1_1_1_1_1_1_1_1">
    <p:bg>
      <p:bgPr>
        <a:solidFill>
          <a:srgbClr val="BEF2BD"/>
        </a:solidFill>
      </p:bgPr>
    </p:bg>
    <p:spTree>
      <p:nvGrpSpPr>
        <p:cNvPr id="716" name="Shape 716"/>
        <p:cNvGrpSpPr/>
        <p:nvPr/>
      </p:nvGrpSpPr>
      <p:grpSpPr>
        <a:xfrm>
          <a:off x="0" y="0"/>
          <a:ext cx="0" cy="0"/>
        </a:xfrm>
      </p:grpSpPr>
      <p:pic>
        <p:nvPicPr>
          <p:cNvPr id="717" name="Google Shape;717;p66"/>
          <p:cNvPicPr preferRelativeResize="0"/>
          <p:nvPr/>
        </p:nvPicPr>
        <p:blipFill>
          <a:blip r:embed="rId1">
            <a:alphaModFix/>
          </a:blip>
          <a:srcRect l="6209" r="6209"/>
          <a:stretch>
            <a:fillRect/>
          </a:stretch>
        </p:blipFill>
        <p:spPr>
          <a:xfrm>
            <a:off x="324000" y="4008600"/>
            <a:ext cx="1117400" cy="128000"/>
          </a:xfrm>
          <a:prstGeom prst="rect">
            <a:avLst/>
          </a:prstGeom>
          <a:noFill/>
          <a:ln>
            <a:noFill/>
          </a:ln>
        </p:spPr>
      </p:pic>
      <p:pic>
        <p:nvPicPr>
          <p:cNvPr id="718" name="Google Shape;718;p66"/>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719" name="Google Shape;719;p66"/>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720" name="Google Shape;720;p66"/>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Chemistry</a:t>
            </a:r>
            <a:endParaRPr sz="1700" b="1">
              <a:latin typeface="Lexend"/>
              <a:ea typeface="Lexend"/>
              <a:cs typeface="Lexend"/>
              <a:sym typeface="Lexend"/>
            </a:endParaRPr>
          </a:p>
        </p:txBody>
      </p:sp>
      <p:sp>
        <p:nvSpPr>
          <p:cNvPr id="721" name="Google Shape;721;p66"/>
          <p:cNvSpPr txBox="1"/>
          <p:nvPr>
            <p:ph type="subTitle" idx="1"/>
          </p:nvPr>
        </p:nvSpPr>
        <p:spPr>
          <a:xfrm>
            <a:off x="890225" y="4327975"/>
            <a:ext cx="5855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722" name="Google Shape;722;p66"/>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723" name="Google Shape;723;p66"/>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6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1 Outcome">
  <p:cSld name="CUSTOM_5">
    <p:bg>
      <p:bgPr>
        <a:solidFill>
          <a:srgbClr val="BEF2BD"/>
        </a:solidFill>
      </p:bgPr>
    </p:bg>
    <p:spTree>
      <p:nvGrpSpPr>
        <p:cNvPr id="724" name="Shape 724"/>
        <p:cNvGrpSpPr/>
        <p:nvPr/>
      </p:nvGrpSpPr>
      <p:grpSpPr>
        <a:xfrm>
          <a:off x="0" y="0"/>
          <a:ext cx="0" cy="0"/>
        </a:xfrm>
      </p:grpSpPr>
      <p:pic>
        <p:nvPicPr>
          <p:cNvPr id="725" name="Google Shape;725;p67"/>
          <p:cNvPicPr preferRelativeResize="0"/>
          <p:nvPr/>
        </p:nvPicPr>
        <p:blipFill>
          <a:blip r:embed="rId1">
            <a:alphaModFix/>
          </a:blip>
          <a:stretch>
            <a:fillRect/>
          </a:stretch>
        </p:blipFill>
        <p:spPr>
          <a:xfrm>
            <a:off x="343225" y="1388370"/>
            <a:ext cx="7945600" cy="2919776"/>
          </a:xfrm>
          <a:prstGeom prst="rect">
            <a:avLst/>
          </a:prstGeom>
          <a:noFill/>
          <a:ln>
            <a:noFill/>
          </a:ln>
        </p:spPr>
      </p:pic>
      <p:sp>
        <p:nvSpPr>
          <p:cNvPr id="726" name="Google Shape;726;p67"/>
          <p:cNvSpPr txBox="1"/>
          <p:nvPr/>
        </p:nvSpPr>
        <p:spPr>
          <a:xfrm>
            <a:off x="325207" y="454765"/>
            <a:ext cx="45756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800" b="1">
                <a:latin typeface="Lexend"/>
                <a:ea typeface="Lexend"/>
                <a:cs typeface="Lexend"/>
                <a:sym typeface="Lexend"/>
              </a:rPr>
              <a:t>Outcome</a:t>
            </a:r>
            <a:endParaRPr sz="2800" b="1">
              <a:latin typeface="Lexend"/>
              <a:ea typeface="Lexend"/>
              <a:cs typeface="Lexend"/>
              <a:sym typeface="Lexend"/>
            </a:endParaRPr>
          </a:p>
        </p:txBody>
      </p:sp>
      <p:sp>
        <p:nvSpPr>
          <p:cNvPr id="727" name="Google Shape;727;p67"/>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lvl1pPr lvl="0" rtl="0">
              <a:lnSpc>
                <a:spcPct val="115000"/>
              </a:lnSpc>
              <a:spcBef>
                <a:spcPct val="0"/>
              </a:spcBef>
              <a:spcAft>
                <a:spcPct val="0"/>
              </a:spcAft>
              <a:buSzPts val="2000"/>
              <a:buNone/>
              <a:defRPr sz="20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Tree>
  </p:cSld>
  <p:clrMapOvr>
    <a:masterClrMapping/>
  </p:clrMapOvr>
  <p:transition/>
  <p:timing/>
</p:sldLayout>
</file>

<file path=ppt/slideLayouts/slideLayout6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2 Hidden guidance slide">
  <p:cSld name="CUSTOM_1">
    <p:spTree>
      <p:nvGrpSpPr>
        <p:cNvPr id="728" name="Shape 728"/>
        <p:cNvGrpSpPr/>
        <p:nvPr/>
      </p:nvGrpSpPr>
      <p:grpSpPr>
        <a:xfrm>
          <a:off x="0" y="0"/>
          <a:ext cx="0" cy="0"/>
        </a:xfrm>
      </p:grpSpPr>
      <p:sp>
        <p:nvSpPr>
          <p:cNvPr id="729" name="Google Shape;729;p68"/>
          <p:cNvSpPr txBox="1"/>
          <p:nvPr/>
        </p:nvSpPr>
        <p:spPr>
          <a:xfrm>
            <a:off x="177375" y="724875"/>
            <a:ext cx="4241400" cy="646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Oak’s lessons are structured around </a:t>
            </a:r>
            <a:r>
              <a:rPr lang="en-GB" sz="1200" b="1">
                <a:latin typeface="Lexend"/>
                <a:ea typeface="Lexend"/>
                <a:cs typeface="Lexend"/>
                <a:sym typeface="Lexend"/>
              </a:rPr>
              <a:t>learning cycles</a:t>
            </a:r>
            <a:r>
              <a:rPr lang="en-GB" sz="1200" i="1">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730" name="Google Shape;730;p68"/>
          <p:cNvSpPr txBox="1"/>
          <p:nvPr/>
        </p:nvSpPr>
        <p:spPr>
          <a:xfrm>
            <a:off x="177375" y="248475"/>
            <a:ext cx="4241400" cy="4617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800" b="1">
                <a:latin typeface="Lexend"/>
                <a:ea typeface="Lexend"/>
                <a:cs typeface="Lexend"/>
                <a:sym typeface="Lexend"/>
              </a:rPr>
              <a:t>Oak’s lesson structure</a:t>
            </a:r>
            <a:endParaRPr sz="1800" b="1">
              <a:latin typeface="Lexend"/>
              <a:ea typeface="Lexend"/>
              <a:cs typeface="Lexend"/>
              <a:sym typeface="Lexend"/>
            </a:endParaRPr>
          </a:p>
        </p:txBody>
      </p:sp>
      <p:sp>
        <p:nvSpPr>
          <p:cNvPr id="731" name="Google Shape;731;p68"/>
          <p:cNvSpPr txBox="1"/>
          <p:nvPr/>
        </p:nvSpPr>
        <p:spPr>
          <a:xfrm>
            <a:off x="4825725" y="248475"/>
            <a:ext cx="4012800" cy="4617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800" b="1">
                <a:latin typeface="Lexend"/>
                <a:ea typeface="Lexend"/>
                <a:cs typeface="Lexend"/>
                <a:sym typeface="Lexend"/>
              </a:rPr>
              <a:t>Useful links</a:t>
            </a:r>
            <a:endParaRPr sz="1800" b="1">
              <a:latin typeface="Lexend"/>
              <a:ea typeface="Lexend"/>
              <a:cs typeface="Lexend"/>
              <a:sym typeface="Lexend"/>
            </a:endParaRPr>
          </a:p>
        </p:txBody>
      </p:sp>
      <p:sp>
        <p:nvSpPr>
          <p:cNvPr id="732" name="Google Shape;732;p68"/>
          <p:cNvSpPr txBox="1"/>
          <p:nvPr/>
        </p:nvSpPr>
        <p:spPr>
          <a:xfrm>
            <a:off x="177375" y="3053550"/>
            <a:ext cx="42072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Each</a:t>
            </a:r>
            <a:r>
              <a:rPr lang="en-GB" sz="1200" b="1">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733" name="Google Shape;733;p68"/>
          <p:cNvSpPr txBox="1"/>
          <p:nvPr/>
        </p:nvSpPr>
        <p:spPr>
          <a:xfrm>
            <a:off x="4825725" y="724875"/>
            <a:ext cx="40128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ct val="0"/>
              </a:spcBef>
              <a:spcAft>
                <a:spcPts val="1000"/>
              </a:spcAft>
              <a:buNone/>
            </a:pPr>
            <a:r>
              <a:rPr lang="en-GB" sz="1200">
                <a:latin typeface="Lexend"/>
                <a:ea typeface="Lexend"/>
                <a:cs typeface="Lexend"/>
                <a:sym typeface="Lexend"/>
              </a:rPr>
              <a:t>Advice on                                          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734" name="Google Shape;734;p68"/>
          <p:cNvGrpSpPr/>
          <p:nvPr/>
        </p:nvGrpSpPr>
        <p:grpSpPr>
          <a:xfrm>
            <a:off x="2498516" y="1415817"/>
            <a:ext cx="1745270" cy="1430724"/>
            <a:chOff x="2642961" y="1644312"/>
            <a:chExt cx="1454634" cy="1195657"/>
          </a:xfrm>
        </p:grpSpPr>
        <p:pic>
          <p:nvPicPr>
            <p:cNvPr id="735" name="Google Shape;735;p68"/>
            <p:cNvPicPr preferRelativeResize="0"/>
            <p:nvPr/>
          </p:nvPicPr>
          <p:blipFill>
            <a:blip r:embed="rId1">
              <a:alphaModFix/>
            </a:blip>
            <a:stretch>
              <a:fillRect/>
            </a:stretch>
          </p:blipFill>
          <p:spPr>
            <a:xfrm>
              <a:off x="2642975" y="1644312"/>
              <a:ext cx="1454621" cy="287396"/>
            </a:xfrm>
            <a:prstGeom prst="rect">
              <a:avLst/>
            </a:prstGeom>
            <a:noFill/>
            <a:ln>
              <a:noFill/>
            </a:ln>
            <a:effectLst>
              <a:outerShdw blurRad="57150" dist="19050" dir="5400000" algn="bl" rotWithShape="0">
                <a:srgbClr val="000000">
                  <a:alpha val="50000"/>
                </a:srgbClr>
              </a:outerShdw>
            </a:effectLst>
          </p:spPr>
        </p:pic>
        <p:pic>
          <p:nvPicPr>
            <p:cNvPr id="736" name="Google Shape;736;p68"/>
            <p:cNvPicPr preferRelativeResize="0"/>
            <p:nvPr/>
          </p:nvPicPr>
          <p:blipFill>
            <a:blip r:embed="rId2">
              <a:alphaModFix/>
            </a:blip>
            <a:stretch>
              <a:fillRect/>
            </a:stretch>
          </p:blipFill>
          <p:spPr>
            <a:xfrm>
              <a:off x="2642975" y="1936215"/>
              <a:ext cx="1454618" cy="287940"/>
            </a:xfrm>
            <a:prstGeom prst="rect">
              <a:avLst/>
            </a:prstGeom>
            <a:noFill/>
            <a:ln>
              <a:noFill/>
            </a:ln>
            <a:effectLst>
              <a:outerShdw blurRad="57150" dist="19050" dir="5400000" algn="bl" rotWithShape="0">
                <a:srgbClr val="000000">
                  <a:alpha val="50000"/>
                </a:srgbClr>
              </a:outerShdw>
            </a:effectLst>
          </p:spPr>
        </p:pic>
        <p:pic>
          <p:nvPicPr>
            <p:cNvPr id="737" name="Google Shape;737;p68"/>
            <p:cNvPicPr preferRelativeResize="0"/>
            <p:nvPr/>
          </p:nvPicPr>
          <p:blipFill>
            <a:blip r:embed="rId3">
              <a:alphaModFix/>
            </a:blip>
            <a:stretch>
              <a:fillRect/>
            </a:stretch>
          </p:blipFill>
          <p:spPr>
            <a:xfrm>
              <a:off x="2642965" y="2251391"/>
              <a:ext cx="1454621" cy="284581"/>
            </a:xfrm>
            <a:prstGeom prst="rect">
              <a:avLst/>
            </a:prstGeom>
            <a:noFill/>
            <a:ln>
              <a:noFill/>
            </a:ln>
            <a:effectLst>
              <a:outerShdw blurRad="57150" dist="19050" dir="5400000" algn="bl" rotWithShape="0">
                <a:srgbClr val="000000">
                  <a:alpha val="50000"/>
                </a:srgbClr>
              </a:outerShdw>
            </a:effectLst>
          </p:spPr>
        </p:pic>
        <p:pic>
          <p:nvPicPr>
            <p:cNvPr id="738" name="Google Shape;738;p68"/>
            <p:cNvPicPr preferRelativeResize="0"/>
            <p:nvPr/>
          </p:nvPicPr>
          <p:blipFill>
            <a:blip r:embed="rId4">
              <a:alphaModFix/>
            </a:blip>
            <a:stretch>
              <a:fillRect/>
            </a:stretch>
          </p:blipFill>
          <p:spPr>
            <a:xfrm>
              <a:off x="2642961" y="2563206"/>
              <a:ext cx="1454620" cy="276764"/>
            </a:xfrm>
            <a:prstGeom prst="rect">
              <a:avLst/>
            </a:prstGeom>
            <a:noFill/>
            <a:ln>
              <a:noFill/>
            </a:ln>
            <a:effectLst>
              <a:outerShdw blurRad="57150" dist="19050" dir="5400000" algn="bl" rotWithShape="0">
                <a:srgbClr val="000000">
                  <a:alpha val="50000"/>
                </a:srgbClr>
              </a:outerShdw>
            </a:effectLst>
          </p:spPr>
        </p:pic>
      </p:grpSp>
      <p:pic>
        <p:nvPicPr>
          <p:cNvPr id="739" name="Google Shape;739;p68"/>
          <p:cNvPicPr preferRelativeResize="0"/>
          <p:nvPr/>
        </p:nvPicPr>
        <p:blipFill>
          <a:blip r:embed="rId5">
            <a:alphaModFix/>
          </a:blip>
          <a:srcRect l="3910" b="5222"/>
          <a:stretch>
            <a:fillRect/>
          </a:stretch>
        </p:blipFill>
        <p:spPr>
          <a:xfrm>
            <a:off x="1252313" y="3417350"/>
            <a:ext cx="2057336" cy="1195675"/>
          </a:xfrm>
          <a:prstGeom prst="rect">
            <a:avLst/>
          </a:prstGeom>
          <a:noFill/>
          <a:ln>
            <a:noFill/>
          </a:ln>
        </p:spPr>
      </p:pic>
      <p:pic>
        <p:nvPicPr>
          <p:cNvPr id="740" name="Google Shape;740;p68"/>
          <p:cNvPicPr preferRelativeResize="0"/>
          <p:nvPr/>
        </p:nvPicPr>
        <p:blipFill>
          <a:blip r:embed="rId6">
            <a:alphaModFix/>
          </a:blip>
          <a:stretch>
            <a:fillRect/>
          </a:stretch>
        </p:blipFill>
        <p:spPr>
          <a:xfrm>
            <a:off x="246350" y="1549488"/>
            <a:ext cx="2057324" cy="1163398"/>
          </a:xfrm>
          <a:prstGeom prst="rect">
            <a:avLst/>
          </a:prstGeom>
          <a:noFill/>
          <a:ln>
            <a:noFill/>
          </a:ln>
          <a:effectLst>
            <a:outerShdw blurRad="57150" dist="19050" dir="5400000" algn="bl" rotWithShape="0">
              <a:srgbClr val="000000">
                <a:alpha val="50000"/>
              </a:srgbClr>
            </a:outerShdw>
          </a:effectLst>
        </p:spPr>
      </p:pic>
    </p:spTree>
  </p:cSld>
  <p:clrMapOvr>
    <a:masterClrMapping/>
  </p:clrMapOvr>
  <p:transition/>
  <p:timing/>
</p:sldLayout>
</file>

<file path=ppt/slideLayouts/slideLayout6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3)">
  <p:cSld name="CUSTOM_3_1">
    <p:spTree>
      <p:nvGrpSpPr>
        <p:cNvPr id="741" name="Shape 741"/>
        <p:cNvGrpSpPr/>
        <p:nvPr/>
      </p:nvGrpSpPr>
      <p:grpSpPr>
        <a:xfrm>
          <a:off x="0" y="0"/>
          <a:ext cx="0" cy="0"/>
        </a:xfrm>
      </p:grpSpPr>
      <p:sp>
        <p:nvSpPr>
          <p:cNvPr id="742" name="Google Shape;742;p69"/>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43" name="Google Shape;743;p69"/>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44" name="Google Shape;744;p69"/>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745" name="Google Shape;745;p69"/>
          <p:cNvSpPr txBox="1"/>
          <p:nvPr>
            <p:ph type="subTitle" idx="1"/>
          </p:nvPr>
        </p:nvSpPr>
        <p:spPr>
          <a:xfrm>
            <a:off x="323994" y="99364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6" name="Google Shape;746;p69"/>
          <p:cNvSpPr txBox="1"/>
          <p:nvPr>
            <p:ph type="subTitle" idx="2"/>
          </p:nvPr>
        </p:nvSpPr>
        <p:spPr>
          <a:xfrm>
            <a:off x="323994" y="223873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7" name="Google Shape;747;p69"/>
          <p:cNvSpPr txBox="1"/>
          <p:nvPr>
            <p:ph type="subTitle" idx="3"/>
          </p:nvPr>
        </p:nvSpPr>
        <p:spPr>
          <a:xfrm>
            <a:off x="323994" y="3483820"/>
            <a:ext cx="7215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6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1 Keywords definitions (3)">
  <p:cSld name="CUSTOM_3_1_1">
    <p:spTree>
      <p:nvGrpSpPr>
        <p:cNvPr id="748" name="Shape 748"/>
        <p:cNvGrpSpPr/>
        <p:nvPr/>
      </p:nvGrpSpPr>
      <p:grpSpPr>
        <a:xfrm>
          <a:off x="0" y="0"/>
          <a:ext cx="0" cy="0"/>
        </a:xfrm>
      </p:grpSpPr>
      <p:sp>
        <p:nvSpPr>
          <p:cNvPr id="749" name="Google Shape;749;p70"/>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50" name="Google Shape;750;p70"/>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51" name="Google Shape;751;p70"/>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752" name="Google Shape;752;p70"/>
          <p:cNvSpPr txBox="1"/>
          <p:nvPr>
            <p:ph type="subTitle" idx="1"/>
          </p:nvPr>
        </p:nvSpPr>
        <p:spPr>
          <a:xfrm>
            <a:off x="324000" y="993650"/>
            <a:ext cx="8496000" cy="544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None/>
              <a:defRPr>
                <a:solidFill>
                  <a:srgbClr val="282828"/>
                </a:solidFill>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53" name="Google Shape;753;p70"/>
          <p:cNvSpPr txBox="1"/>
          <p:nvPr>
            <p:ph type="subTitle" idx="2"/>
          </p:nvPr>
        </p:nvSpPr>
        <p:spPr>
          <a:xfrm>
            <a:off x="324001" y="2238725"/>
            <a:ext cx="84960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None/>
              <a:defRPr>
                <a:solidFill>
                  <a:srgbClr val="282828"/>
                </a:solidFill>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54" name="Google Shape;754;p70"/>
          <p:cNvSpPr txBox="1"/>
          <p:nvPr>
            <p:ph type="subTitle" idx="3"/>
          </p:nvPr>
        </p:nvSpPr>
        <p:spPr>
          <a:xfrm>
            <a:off x="324001" y="3483825"/>
            <a:ext cx="84960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None/>
              <a:defRPr>
                <a:solidFill>
                  <a:srgbClr val="282828"/>
                </a:solidFill>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6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1 Keyword (4)">
  <p:cSld name="CUSTOM_27_1">
    <p:spTree>
      <p:nvGrpSpPr>
        <p:cNvPr id="755" name="Shape 755"/>
        <p:cNvGrpSpPr/>
        <p:nvPr/>
      </p:nvGrpSpPr>
      <p:grpSpPr>
        <a:xfrm>
          <a:off x="0" y="0"/>
          <a:ext cx="0" cy="0"/>
        </a:xfrm>
      </p:grpSpPr>
      <p:sp>
        <p:nvSpPr>
          <p:cNvPr id="756" name="Google Shape;756;p71"/>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57" name="Google Shape;757;p71"/>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58" name="Google Shape;758;p71"/>
          <p:cNvSpPr txBox="1"/>
          <p:nvPr>
            <p:ph type="subTitle" idx="1"/>
          </p:nvPr>
        </p:nvSpPr>
        <p:spPr>
          <a:xfrm>
            <a:off x="324000" y="908475"/>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59" name="Google Shape;759;p71"/>
          <p:cNvSpPr txBox="1"/>
          <p:nvPr>
            <p:ph type="subTitle" idx="2"/>
          </p:nvPr>
        </p:nvSpPr>
        <p:spPr>
          <a:xfrm>
            <a:off x="324000" y="1905625"/>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60" name="Google Shape;760;p71"/>
          <p:cNvSpPr txBox="1"/>
          <p:nvPr>
            <p:ph type="subTitle" idx="3"/>
          </p:nvPr>
        </p:nvSpPr>
        <p:spPr>
          <a:xfrm>
            <a:off x="324000" y="2897675"/>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61" name="Google Shape;761;p71"/>
          <p:cNvSpPr txBox="1"/>
          <p:nvPr>
            <p:ph type="subTitle" idx="4"/>
          </p:nvPr>
        </p:nvSpPr>
        <p:spPr>
          <a:xfrm>
            <a:off x="324000" y="3887250"/>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ct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ct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ct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ct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62" name="Google Shape;762;p71"/>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7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1.1 Keyword definitions (4)">
  <p:cSld name="CUSTOM_27_1_2">
    <p:spTree>
      <p:nvGrpSpPr>
        <p:cNvPr id="763" name="Shape 763"/>
        <p:cNvGrpSpPr/>
        <p:nvPr/>
      </p:nvGrpSpPr>
      <p:grpSpPr>
        <a:xfrm>
          <a:off x="0" y="0"/>
          <a:ext cx="0" cy="0"/>
        </a:xfrm>
      </p:grpSpPr>
      <p:sp>
        <p:nvSpPr>
          <p:cNvPr id="764" name="Google Shape;764;p72"/>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65" name="Google Shape;765;p72"/>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66" name="Google Shape;766;p72"/>
          <p:cNvSpPr txBox="1"/>
          <p:nvPr>
            <p:ph type="subTitle" idx="1"/>
          </p:nvPr>
        </p:nvSpPr>
        <p:spPr>
          <a:xfrm>
            <a:off x="324000" y="90847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67" name="Google Shape;767;p72"/>
          <p:cNvSpPr txBox="1"/>
          <p:nvPr>
            <p:ph type="subTitle" idx="2"/>
          </p:nvPr>
        </p:nvSpPr>
        <p:spPr>
          <a:xfrm>
            <a:off x="324000" y="19056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68" name="Google Shape;768;p72"/>
          <p:cNvSpPr txBox="1"/>
          <p:nvPr>
            <p:ph type="subTitle" idx="3"/>
          </p:nvPr>
        </p:nvSpPr>
        <p:spPr>
          <a:xfrm>
            <a:off x="324000" y="289767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69" name="Google Shape;769;p72"/>
          <p:cNvSpPr txBox="1"/>
          <p:nvPr>
            <p:ph type="subTitle" idx="4"/>
          </p:nvPr>
        </p:nvSpPr>
        <p:spPr>
          <a:xfrm>
            <a:off x="324000" y="3887250"/>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70" name="Google Shape;770;p72"/>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7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2 Keywords (5)">
  <p:cSld name="CUSTOM_27_1_1">
    <p:spTree>
      <p:nvGrpSpPr>
        <p:cNvPr id="771" name="Shape 771"/>
        <p:cNvGrpSpPr/>
        <p:nvPr/>
      </p:nvGrpSpPr>
      <p:grpSpPr>
        <a:xfrm>
          <a:off x="0" y="0"/>
          <a:ext cx="0" cy="0"/>
        </a:xfrm>
      </p:grpSpPr>
      <p:sp>
        <p:nvSpPr>
          <p:cNvPr id="772" name="Google Shape;772;p73"/>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73" name="Google Shape;773;p73"/>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74" name="Google Shape;774;p73"/>
          <p:cNvSpPr txBox="1"/>
          <p:nvPr>
            <p:ph type="subTitle" idx="1"/>
          </p:nvPr>
        </p:nvSpPr>
        <p:spPr>
          <a:xfrm>
            <a:off x="324000" y="744038"/>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75" name="Google Shape;775;p73"/>
          <p:cNvSpPr txBox="1"/>
          <p:nvPr>
            <p:ph type="subTitle" idx="2"/>
          </p:nvPr>
        </p:nvSpPr>
        <p:spPr>
          <a:xfrm>
            <a:off x="324000" y="1588788"/>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76" name="Google Shape;776;p73"/>
          <p:cNvSpPr txBox="1"/>
          <p:nvPr>
            <p:ph type="subTitle" idx="3"/>
          </p:nvPr>
        </p:nvSpPr>
        <p:spPr>
          <a:xfrm>
            <a:off x="324000" y="2428437"/>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77" name="Google Shape;777;p73"/>
          <p:cNvSpPr txBox="1"/>
          <p:nvPr>
            <p:ph type="subTitle" idx="4"/>
          </p:nvPr>
        </p:nvSpPr>
        <p:spPr>
          <a:xfrm>
            <a:off x="324000" y="3265613"/>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78" name="Google Shape;778;p73"/>
          <p:cNvSpPr txBox="1"/>
          <p:nvPr>
            <p:ph type="subTitle" idx="5"/>
          </p:nvPr>
        </p:nvSpPr>
        <p:spPr>
          <a:xfrm>
            <a:off x="324000" y="4103813"/>
            <a:ext cx="72159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79" name="Google Shape;779;p73"/>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7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2.1 Keywords definitions (5)">
  <p:cSld name="CUSTOM_27_1_1_1">
    <p:spTree>
      <p:nvGrpSpPr>
        <p:cNvPr id="780" name="Shape 780"/>
        <p:cNvGrpSpPr/>
        <p:nvPr/>
      </p:nvGrpSpPr>
      <p:grpSpPr>
        <a:xfrm>
          <a:off x="0" y="0"/>
          <a:ext cx="0" cy="0"/>
        </a:xfrm>
      </p:grpSpPr>
      <p:sp>
        <p:nvSpPr>
          <p:cNvPr id="781" name="Google Shape;781;p74"/>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82" name="Google Shape;782;p74"/>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83" name="Google Shape;783;p74"/>
          <p:cNvSpPr txBox="1"/>
          <p:nvPr>
            <p:ph type="subTitle" idx="1"/>
          </p:nvPr>
        </p:nvSpPr>
        <p:spPr>
          <a:xfrm>
            <a:off x="324000" y="744050"/>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84" name="Google Shape;784;p74"/>
          <p:cNvSpPr txBox="1"/>
          <p:nvPr>
            <p:ph type="subTitle" idx="2"/>
          </p:nvPr>
        </p:nvSpPr>
        <p:spPr>
          <a:xfrm>
            <a:off x="324000" y="1588800"/>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85" name="Google Shape;785;p74"/>
          <p:cNvSpPr txBox="1"/>
          <p:nvPr>
            <p:ph type="subTitle" idx="3"/>
          </p:nvPr>
        </p:nvSpPr>
        <p:spPr>
          <a:xfrm>
            <a:off x="324000" y="24284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None/>
              <a:defRPr sz="2000">
                <a:solidFill>
                  <a:srgbClr val="282828"/>
                </a:solidFill>
              </a:defRPr>
            </a:lvl2pPr>
            <a:lvl3pPr lvl="2" rtl="0">
              <a:spcBef>
                <a:spcPts val="1000"/>
              </a:spcBef>
              <a:spcAft>
                <a:spcPct val="0"/>
              </a:spcAft>
              <a:buClr>
                <a:srgbClr val="282828"/>
              </a:buClr>
              <a:buSzPts val="2000"/>
              <a:buNone/>
              <a:defRPr>
                <a:solidFill>
                  <a:srgbClr val="282828"/>
                </a:solidFill>
              </a:defRPr>
            </a:lvl3pPr>
            <a:lvl4pPr lvl="3" rtl="0">
              <a:spcBef>
                <a:spcPts val="800"/>
              </a:spcBef>
              <a:spcAft>
                <a:spcPct val="0"/>
              </a:spcAft>
              <a:buClr>
                <a:srgbClr val="282828"/>
              </a:buClr>
              <a:buSzPts val="2000"/>
              <a:buNone/>
              <a:defRPr sz="2000">
                <a:solidFill>
                  <a:srgbClr val="282828"/>
                </a:solidFill>
              </a:defRPr>
            </a:lvl4pPr>
            <a:lvl5pPr lvl="4" rtl="0">
              <a:spcBef>
                <a:spcPts val="800"/>
              </a:spcBef>
              <a:spcAft>
                <a:spcPct val="0"/>
              </a:spcAft>
              <a:buClr>
                <a:srgbClr val="282828"/>
              </a:buClr>
              <a:buSzPts val="2000"/>
              <a:buNone/>
              <a:defRPr sz="2000">
                <a:solidFill>
                  <a:srgbClr val="282828"/>
                </a:solidFill>
              </a:defRPr>
            </a:lvl5pPr>
            <a:lvl6pPr lvl="5" rtl="0">
              <a:spcBef>
                <a:spcPts val="600"/>
              </a:spcBef>
              <a:spcAft>
                <a:spcPct val="0"/>
              </a:spcAft>
              <a:buClr>
                <a:srgbClr val="282828"/>
              </a:buClr>
              <a:buSzPts val="2000"/>
              <a:buNone/>
              <a:defRPr sz="2000">
                <a:solidFill>
                  <a:srgbClr val="282828"/>
                </a:solidFill>
              </a:defRPr>
            </a:lvl6pPr>
            <a:lvl7pPr lvl="6" rtl="0">
              <a:spcBef>
                <a:spcPts val="600"/>
              </a:spcBef>
              <a:spcAft>
                <a:spcPct val="0"/>
              </a:spcAft>
              <a:buClr>
                <a:srgbClr val="282828"/>
              </a:buClr>
              <a:buSzPts val="2000"/>
              <a:buNone/>
              <a:defRPr sz="2000">
                <a:solidFill>
                  <a:srgbClr val="282828"/>
                </a:solidFill>
              </a:defRPr>
            </a:lvl7pPr>
            <a:lvl8pPr lvl="7" rtl="0">
              <a:spcBef>
                <a:spcPts val="400"/>
              </a:spcBef>
              <a:spcAft>
                <a:spcPct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86" name="Google Shape;786;p74"/>
          <p:cNvSpPr txBox="1"/>
          <p:nvPr>
            <p:ph type="subTitle" idx="4"/>
          </p:nvPr>
        </p:nvSpPr>
        <p:spPr>
          <a:xfrm>
            <a:off x="324000" y="32656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None/>
              <a:defRPr sz="2000">
                <a:solidFill>
                  <a:srgbClr val="282828"/>
                </a:solidFill>
              </a:defRPr>
            </a:lvl2pPr>
            <a:lvl3pPr lvl="2" rtl="0">
              <a:spcBef>
                <a:spcPts val="1000"/>
              </a:spcBef>
              <a:spcAft>
                <a:spcPct val="0"/>
              </a:spcAft>
              <a:buClr>
                <a:srgbClr val="282828"/>
              </a:buClr>
              <a:buSzPts val="2000"/>
              <a:buNone/>
              <a:defRPr>
                <a:solidFill>
                  <a:srgbClr val="282828"/>
                </a:solidFill>
              </a:defRPr>
            </a:lvl3pPr>
            <a:lvl4pPr lvl="3" rtl="0">
              <a:spcBef>
                <a:spcPts val="800"/>
              </a:spcBef>
              <a:spcAft>
                <a:spcPct val="0"/>
              </a:spcAft>
              <a:buClr>
                <a:srgbClr val="282828"/>
              </a:buClr>
              <a:buSzPts val="2000"/>
              <a:buNone/>
              <a:defRPr sz="2000">
                <a:solidFill>
                  <a:srgbClr val="282828"/>
                </a:solidFill>
              </a:defRPr>
            </a:lvl4pPr>
            <a:lvl5pPr lvl="4" rtl="0">
              <a:spcBef>
                <a:spcPts val="800"/>
              </a:spcBef>
              <a:spcAft>
                <a:spcPct val="0"/>
              </a:spcAft>
              <a:buClr>
                <a:srgbClr val="282828"/>
              </a:buClr>
              <a:buSzPts val="2000"/>
              <a:buNone/>
              <a:defRPr sz="2000">
                <a:solidFill>
                  <a:srgbClr val="282828"/>
                </a:solidFill>
              </a:defRPr>
            </a:lvl5pPr>
            <a:lvl6pPr lvl="5" rtl="0">
              <a:spcBef>
                <a:spcPts val="600"/>
              </a:spcBef>
              <a:spcAft>
                <a:spcPct val="0"/>
              </a:spcAft>
              <a:buClr>
                <a:srgbClr val="282828"/>
              </a:buClr>
              <a:buSzPts val="2000"/>
              <a:buNone/>
              <a:defRPr sz="2000">
                <a:solidFill>
                  <a:srgbClr val="282828"/>
                </a:solidFill>
              </a:defRPr>
            </a:lvl6pPr>
            <a:lvl7pPr lvl="6" rtl="0">
              <a:spcBef>
                <a:spcPts val="600"/>
              </a:spcBef>
              <a:spcAft>
                <a:spcPct val="0"/>
              </a:spcAft>
              <a:buClr>
                <a:srgbClr val="282828"/>
              </a:buClr>
              <a:buSzPts val="2000"/>
              <a:buNone/>
              <a:defRPr sz="2000">
                <a:solidFill>
                  <a:srgbClr val="282828"/>
                </a:solidFill>
              </a:defRPr>
            </a:lvl7pPr>
            <a:lvl8pPr lvl="7" rtl="0">
              <a:spcBef>
                <a:spcPts val="400"/>
              </a:spcBef>
              <a:spcAft>
                <a:spcPct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87" name="Google Shape;787;p74"/>
          <p:cNvSpPr txBox="1"/>
          <p:nvPr>
            <p:ph type="subTitle" idx="5"/>
          </p:nvPr>
        </p:nvSpPr>
        <p:spPr>
          <a:xfrm>
            <a:off x="324000" y="41038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88" name="Google Shape;788;p74"/>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7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2)">
  <p:cSld name="CUSTOM_3">
    <p:spTree>
      <p:nvGrpSpPr>
        <p:cNvPr id="789" name="Shape 789"/>
        <p:cNvGrpSpPr/>
        <p:nvPr/>
      </p:nvGrpSpPr>
      <p:grpSpPr>
        <a:xfrm>
          <a:off x="0" y="0"/>
          <a:ext cx="0" cy="0"/>
        </a:xfrm>
      </p:grpSpPr>
      <p:sp>
        <p:nvSpPr>
          <p:cNvPr id="790" name="Google Shape;790;p75"/>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91" name="Google Shape;791;p75"/>
          <p:cNvPicPr preferRelativeResize="0"/>
          <p:nvPr/>
        </p:nvPicPr>
        <p:blipFill>
          <a:blip r:embed="rId1">
            <a:alphaModFix/>
          </a:blip>
          <a:srcRect t="3678" b="3669"/>
          <a:stretch>
            <a:fillRect/>
          </a:stretch>
        </p:blipFill>
        <p:spPr>
          <a:xfrm>
            <a:off x="863550" y="2926472"/>
            <a:ext cx="7439126" cy="572078"/>
          </a:xfrm>
          <a:prstGeom prst="rect">
            <a:avLst/>
          </a:prstGeom>
          <a:noFill/>
          <a:ln>
            <a:noFill/>
          </a:ln>
        </p:spPr>
      </p:pic>
      <p:pic>
        <p:nvPicPr>
          <p:cNvPr id="792" name="Google Shape;792;p75"/>
          <p:cNvPicPr preferRelativeResize="0"/>
          <p:nvPr/>
        </p:nvPicPr>
        <p:blipFill>
          <a:blip r:embed="rId2">
            <a:alphaModFix/>
          </a:blip>
          <a:srcRect t="3678" b="3669"/>
          <a:stretch>
            <a:fillRect/>
          </a:stretch>
        </p:blipFill>
        <p:spPr>
          <a:xfrm>
            <a:off x="863550" y="1989425"/>
            <a:ext cx="7439126" cy="572078"/>
          </a:xfrm>
          <a:prstGeom prst="rect">
            <a:avLst/>
          </a:prstGeom>
          <a:noFill/>
          <a:ln>
            <a:noFill/>
          </a:ln>
        </p:spPr>
      </p:pic>
      <p:pic>
        <p:nvPicPr>
          <p:cNvPr id="793" name="Google Shape;793;p75"/>
          <p:cNvPicPr preferRelativeResize="0"/>
          <p:nvPr/>
        </p:nvPicPr>
        <p:blipFill>
          <a:blip r:embed="rId3">
            <a:alphaModFix/>
          </a:blip>
          <a:srcRect l="74623"/>
          <a:stretch>
            <a:fillRect/>
          </a:stretch>
        </p:blipFill>
        <p:spPr>
          <a:xfrm>
            <a:off x="863550" y="1954586"/>
            <a:ext cx="145900" cy="645874"/>
          </a:xfrm>
          <a:prstGeom prst="rect">
            <a:avLst/>
          </a:prstGeom>
          <a:noFill/>
          <a:ln>
            <a:noFill/>
          </a:ln>
        </p:spPr>
      </p:pic>
      <p:cxnSp>
        <p:nvCxnSpPr>
          <p:cNvPr id="794" name="Google Shape;794;p75"/>
          <p:cNvCxnSpPr>
            <a:endCxn id="795" idx="2"/>
          </p:cNvCxnSpPr>
          <p:nvPr/>
        </p:nvCxnSpPr>
        <p:spPr>
          <a:xfrm flipH="1">
            <a:off x="645063" y="2017282"/>
            <a:ext cx="2700" cy="1480500"/>
          </a:xfrm>
          <a:prstGeom prst="straightConnector1">
            <a:avLst/>
          </a:prstGeom>
          <a:noFill/>
          <a:ln w="38100" cap="flat" cmpd="sng">
            <a:solidFill>
              <a:srgbClr val="282828"/>
            </a:solidFill>
            <a:prstDash val="solid"/>
            <a:round/>
            <a:headEnd type="none" w="med" len="med"/>
            <a:tailEnd type="none" w="med" len="med"/>
          </a:ln>
        </p:spPr>
      </p:cxnSp>
      <p:pic>
        <p:nvPicPr>
          <p:cNvPr id="796" name="Google Shape;796;p75"/>
          <p:cNvPicPr preferRelativeResize="0"/>
          <p:nvPr/>
        </p:nvPicPr>
        <p:blipFill>
          <a:blip r:embed="rId4">
            <a:alphaModFix/>
          </a:blip>
          <a:stretch>
            <a:fillRect/>
          </a:stretch>
        </p:blipFill>
        <p:spPr>
          <a:xfrm>
            <a:off x="363482" y="1993619"/>
            <a:ext cx="563185" cy="572092"/>
          </a:xfrm>
          <a:prstGeom prst="rect">
            <a:avLst/>
          </a:prstGeom>
          <a:noFill/>
          <a:ln>
            <a:noFill/>
          </a:ln>
        </p:spPr>
      </p:pic>
      <p:sp>
        <p:nvSpPr>
          <p:cNvPr id="797" name="Google Shape;797;p75"/>
          <p:cNvSpPr txBox="1"/>
          <p:nvPr>
            <p:ph type="title"/>
          </p:nvPr>
        </p:nvSpPr>
        <p:spPr>
          <a:xfrm>
            <a:off x="1224000" y="2098125"/>
            <a:ext cx="68523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798" name="Google Shape;798;p75"/>
          <p:cNvSpPr txBox="1"/>
          <p:nvPr>
            <p:ph type="title" idx="2"/>
          </p:nvPr>
        </p:nvSpPr>
        <p:spPr>
          <a:xfrm>
            <a:off x="1224000" y="3053050"/>
            <a:ext cx="68523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95" name="Google Shape;795;p75"/>
          <p:cNvPicPr preferRelativeResize="0"/>
          <p:nvPr/>
        </p:nvPicPr>
        <p:blipFill>
          <a:blip r:embed="rId5">
            <a:alphaModFix/>
          </a:blip>
          <a:stretch>
            <a:fillRect/>
          </a:stretch>
        </p:blipFill>
        <p:spPr>
          <a:xfrm>
            <a:off x="363340" y="2925705"/>
            <a:ext cx="563446" cy="572077"/>
          </a:xfrm>
          <a:prstGeom prst="rect">
            <a:avLst/>
          </a:prstGeom>
          <a:noFill/>
          <a:ln>
            <a:noFill/>
          </a:ln>
        </p:spPr>
      </p:pic>
      <p:pic>
        <p:nvPicPr>
          <p:cNvPr id="799" name="Google Shape;799;p75"/>
          <p:cNvPicPr preferRelativeResize="0"/>
          <p:nvPr/>
        </p:nvPicPr>
        <p:blipFill>
          <a:blip r:embed="rId6">
            <a:alphaModFix/>
          </a:blip>
          <a:srcRect t="1699" b="1709"/>
          <a:stretch>
            <a:fillRect/>
          </a:stretch>
        </p:blipFill>
        <p:spPr>
          <a:xfrm>
            <a:off x="-12" y="481650"/>
            <a:ext cx="9151202" cy="116709"/>
          </a:xfrm>
          <a:prstGeom prst="rect">
            <a:avLst/>
          </a:prstGeom>
          <a:noFill/>
          <a:ln>
            <a:noFill/>
          </a:ln>
        </p:spPr>
      </p:pic>
      <p:sp>
        <p:nvSpPr>
          <p:cNvPr id="800" name="Google Shape;800;p75"/>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801" name="Google Shape;801;p75"/>
          <p:cNvSpPr txBox="1"/>
          <p:nvPr>
            <p:ph type="title" idx="3"/>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7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3)">
  <p:cSld name="CUSTOM_3_2">
    <p:spTree>
      <p:nvGrpSpPr>
        <p:cNvPr id="802" name="Shape 802"/>
        <p:cNvGrpSpPr/>
        <p:nvPr/>
      </p:nvGrpSpPr>
      <p:grpSpPr>
        <a:xfrm>
          <a:off x="0" y="0"/>
          <a:ext cx="0" cy="0"/>
        </a:xfrm>
      </p:grpSpPr>
      <p:pic>
        <p:nvPicPr>
          <p:cNvPr id="803" name="Google Shape;803;p76"/>
          <p:cNvPicPr preferRelativeResize="0"/>
          <p:nvPr/>
        </p:nvPicPr>
        <p:blipFill>
          <a:blip r:embed="rId1">
            <a:alphaModFix/>
          </a:blip>
          <a:srcRect t="4429" b="4438"/>
          <a:stretch>
            <a:fillRect/>
          </a:stretch>
        </p:blipFill>
        <p:spPr>
          <a:xfrm>
            <a:off x="863550" y="3642223"/>
            <a:ext cx="7439125" cy="563227"/>
          </a:xfrm>
          <a:prstGeom prst="rect">
            <a:avLst/>
          </a:prstGeom>
          <a:noFill/>
          <a:ln>
            <a:noFill/>
          </a:ln>
        </p:spPr>
      </p:pic>
      <p:pic>
        <p:nvPicPr>
          <p:cNvPr id="804" name="Google Shape;804;p76"/>
          <p:cNvPicPr preferRelativeResize="0"/>
          <p:nvPr/>
        </p:nvPicPr>
        <p:blipFill>
          <a:blip r:embed="rId2">
            <a:alphaModFix/>
          </a:blip>
          <a:srcRect l="74623"/>
          <a:stretch>
            <a:fillRect/>
          </a:stretch>
        </p:blipFill>
        <p:spPr>
          <a:xfrm>
            <a:off x="863550" y="3600900"/>
            <a:ext cx="145900" cy="645874"/>
          </a:xfrm>
          <a:prstGeom prst="rect">
            <a:avLst/>
          </a:prstGeom>
          <a:noFill/>
          <a:ln>
            <a:noFill/>
          </a:ln>
        </p:spPr>
      </p:pic>
      <p:pic>
        <p:nvPicPr>
          <p:cNvPr id="805" name="Google Shape;805;p76"/>
          <p:cNvPicPr preferRelativeResize="0"/>
          <p:nvPr/>
        </p:nvPicPr>
        <p:blipFill>
          <a:blip r:embed="rId3">
            <a:alphaModFix/>
          </a:blip>
          <a:srcRect t="3678" b="3669"/>
          <a:stretch>
            <a:fillRect/>
          </a:stretch>
        </p:blipFill>
        <p:spPr>
          <a:xfrm>
            <a:off x="863550" y="2704186"/>
            <a:ext cx="7439126" cy="572074"/>
          </a:xfrm>
          <a:prstGeom prst="rect">
            <a:avLst/>
          </a:prstGeom>
          <a:noFill/>
          <a:ln>
            <a:noFill/>
          </a:ln>
        </p:spPr>
      </p:pic>
      <p:pic>
        <p:nvPicPr>
          <p:cNvPr id="806" name="Google Shape;806;p76"/>
          <p:cNvPicPr preferRelativeResize="0"/>
          <p:nvPr/>
        </p:nvPicPr>
        <p:blipFill>
          <a:blip r:embed="rId2">
            <a:alphaModFix/>
          </a:blip>
          <a:srcRect l="74623"/>
          <a:stretch>
            <a:fillRect/>
          </a:stretch>
        </p:blipFill>
        <p:spPr>
          <a:xfrm>
            <a:off x="863550" y="2677988"/>
            <a:ext cx="145900" cy="645874"/>
          </a:xfrm>
          <a:prstGeom prst="rect">
            <a:avLst/>
          </a:prstGeom>
          <a:noFill/>
          <a:ln>
            <a:noFill/>
          </a:ln>
        </p:spPr>
      </p:pic>
      <p:pic>
        <p:nvPicPr>
          <p:cNvPr id="807" name="Google Shape;807;p76"/>
          <p:cNvPicPr preferRelativeResize="0"/>
          <p:nvPr/>
        </p:nvPicPr>
        <p:blipFill>
          <a:blip r:embed="rId4">
            <a:alphaModFix/>
          </a:blip>
          <a:srcRect t="3678" b="3669"/>
          <a:stretch>
            <a:fillRect/>
          </a:stretch>
        </p:blipFill>
        <p:spPr>
          <a:xfrm>
            <a:off x="863550" y="1678325"/>
            <a:ext cx="7439126" cy="572074"/>
          </a:xfrm>
          <a:prstGeom prst="rect">
            <a:avLst/>
          </a:prstGeom>
          <a:noFill/>
          <a:ln>
            <a:noFill/>
          </a:ln>
        </p:spPr>
      </p:pic>
      <p:pic>
        <p:nvPicPr>
          <p:cNvPr id="808" name="Google Shape;808;p76"/>
          <p:cNvPicPr preferRelativeResize="0"/>
          <p:nvPr/>
        </p:nvPicPr>
        <p:blipFill>
          <a:blip r:embed="rId2">
            <a:alphaModFix/>
          </a:blip>
          <a:srcRect l="74623"/>
          <a:stretch>
            <a:fillRect/>
          </a:stretch>
        </p:blipFill>
        <p:spPr>
          <a:xfrm>
            <a:off x="863550" y="1643475"/>
            <a:ext cx="145900" cy="645874"/>
          </a:xfrm>
          <a:prstGeom prst="rect">
            <a:avLst/>
          </a:prstGeom>
          <a:noFill/>
          <a:ln>
            <a:noFill/>
          </a:ln>
        </p:spPr>
      </p:pic>
      <p:cxnSp>
        <p:nvCxnSpPr>
          <p:cNvPr id="809" name="Google Shape;809;p76"/>
          <p:cNvCxnSpPr>
            <a:endCxn id="810" idx="2"/>
          </p:cNvCxnSpPr>
          <p:nvPr/>
        </p:nvCxnSpPr>
        <p:spPr>
          <a:xfrm flipH="1">
            <a:off x="647802" y="1841898"/>
            <a:ext cx="0" cy="2366400"/>
          </a:xfrm>
          <a:prstGeom prst="straightConnector1">
            <a:avLst/>
          </a:prstGeom>
          <a:noFill/>
          <a:ln w="38100" cap="flat" cmpd="sng">
            <a:solidFill>
              <a:srgbClr val="282828"/>
            </a:solidFill>
            <a:prstDash val="solid"/>
            <a:round/>
            <a:headEnd type="none" w="med" len="med"/>
            <a:tailEnd type="none" w="med" len="med"/>
          </a:ln>
        </p:spPr>
      </p:cxnSp>
      <p:pic>
        <p:nvPicPr>
          <p:cNvPr id="810" name="Google Shape;810;p76"/>
          <p:cNvPicPr preferRelativeResize="0"/>
          <p:nvPr/>
        </p:nvPicPr>
        <p:blipFill>
          <a:blip r:embed="rId5">
            <a:alphaModFix/>
          </a:blip>
          <a:stretch>
            <a:fillRect/>
          </a:stretch>
        </p:blipFill>
        <p:spPr>
          <a:xfrm>
            <a:off x="366079" y="3636220"/>
            <a:ext cx="563446" cy="572077"/>
          </a:xfrm>
          <a:prstGeom prst="rect">
            <a:avLst/>
          </a:prstGeom>
          <a:noFill/>
          <a:ln>
            <a:noFill/>
          </a:ln>
        </p:spPr>
      </p:pic>
      <p:pic>
        <p:nvPicPr>
          <p:cNvPr id="811" name="Google Shape;811;p76"/>
          <p:cNvPicPr preferRelativeResize="0"/>
          <p:nvPr/>
        </p:nvPicPr>
        <p:blipFill>
          <a:blip r:embed="rId6">
            <a:alphaModFix/>
          </a:blip>
          <a:stretch>
            <a:fillRect/>
          </a:stretch>
        </p:blipFill>
        <p:spPr>
          <a:xfrm>
            <a:off x="363482" y="1682508"/>
            <a:ext cx="563185" cy="572092"/>
          </a:xfrm>
          <a:prstGeom prst="rect">
            <a:avLst/>
          </a:prstGeom>
          <a:noFill/>
          <a:ln>
            <a:noFill/>
          </a:ln>
        </p:spPr>
      </p:pic>
      <p:sp>
        <p:nvSpPr>
          <p:cNvPr id="812" name="Google Shape;812;p76"/>
          <p:cNvSpPr txBox="1"/>
          <p:nvPr>
            <p:ph type="title"/>
          </p:nvPr>
        </p:nvSpPr>
        <p:spPr>
          <a:xfrm>
            <a:off x="1224600" y="1787025"/>
            <a:ext cx="68508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813" name="Google Shape;813;p76"/>
          <p:cNvSpPr txBox="1"/>
          <p:nvPr>
            <p:ph type="title" idx="2"/>
          </p:nvPr>
        </p:nvSpPr>
        <p:spPr>
          <a:xfrm>
            <a:off x="1224000" y="2830775"/>
            <a:ext cx="68508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814" name="Google Shape;814;p76"/>
          <p:cNvSpPr txBox="1"/>
          <p:nvPr>
            <p:ph type="title" idx="3"/>
          </p:nvPr>
        </p:nvSpPr>
        <p:spPr>
          <a:xfrm>
            <a:off x="1224000" y="3758277"/>
            <a:ext cx="6850800" cy="3693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815" name="Google Shape;815;p76"/>
          <p:cNvPicPr preferRelativeResize="0"/>
          <p:nvPr/>
        </p:nvPicPr>
        <p:blipFill>
          <a:blip r:embed="rId7">
            <a:alphaModFix/>
          </a:blip>
          <a:stretch>
            <a:fillRect/>
          </a:stretch>
        </p:blipFill>
        <p:spPr>
          <a:xfrm>
            <a:off x="363340" y="2703416"/>
            <a:ext cx="563446" cy="572077"/>
          </a:xfrm>
          <a:prstGeom prst="rect">
            <a:avLst/>
          </a:prstGeom>
          <a:noFill/>
          <a:ln>
            <a:noFill/>
          </a:ln>
        </p:spPr>
      </p:pic>
      <p:sp>
        <p:nvSpPr>
          <p:cNvPr id="816" name="Google Shape;816;p76"/>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17" name="Google Shape;817;p76"/>
          <p:cNvPicPr preferRelativeResize="0"/>
          <p:nvPr/>
        </p:nvPicPr>
        <p:blipFill>
          <a:blip r:embed="rId8">
            <a:alphaModFix/>
          </a:blip>
          <a:srcRect t="1699" b="1709"/>
          <a:stretch>
            <a:fillRect/>
          </a:stretch>
        </p:blipFill>
        <p:spPr>
          <a:xfrm>
            <a:off x="-12" y="481650"/>
            <a:ext cx="9151202" cy="116709"/>
          </a:xfrm>
          <a:prstGeom prst="rect">
            <a:avLst/>
          </a:prstGeom>
          <a:noFill/>
          <a:ln>
            <a:noFill/>
          </a:ln>
        </p:spPr>
      </p:pic>
      <p:sp>
        <p:nvSpPr>
          <p:cNvPr id="818" name="Google Shape;818;p76"/>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819" name="Google Shape;819;p76"/>
          <p:cNvSpPr txBox="1"/>
          <p:nvPr>
            <p:ph type="title" idx="4"/>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7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4)">
  <p:cSld name="CUSTOM_4">
    <p:spTree>
      <p:nvGrpSpPr>
        <p:cNvPr id="820" name="Shape 820"/>
        <p:cNvGrpSpPr/>
        <p:nvPr/>
      </p:nvGrpSpPr>
      <p:grpSpPr>
        <a:xfrm>
          <a:off x="0" y="0"/>
          <a:ext cx="0" cy="0"/>
        </a:xfrm>
      </p:grpSpPr>
      <p:pic>
        <p:nvPicPr>
          <p:cNvPr id="821" name="Google Shape;821;p77"/>
          <p:cNvPicPr preferRelativeResize="0"/>
          <p:nvPr/>
        </p:nvPicPr>
        <p:blipFill>
          <a:blip r:embed="rId1">
            <a:alphaModFix/>
          </a:blip>
          <a:srcRect t="4429" b="4438"/>
          <a:stretch>
            <a:fillRect/>
          </a:stretch>
        </p:blipFill>
        <p:spPr>
          <a:xfrm>
            <a:off x="863550" y="3146932"/>
            <a:ext cx="7439125" cy="563230"/>
          </a:xfrm>
          <a:prstGeom prst="rect">
            <a:avLst/>
          </a:prstGeom>
          <a:noFill/>
          <a:ln>
            <a:noFill/>
          </a:ln>
        </p:spPr>
      </p:pic>
      <p:pic>
        <p:nvPicPr>
          <p:cNvPr id="822" name="Google Shape;822;p77"/>
          <p:cNvPicPr preferRelativeResize="0"/>
          <p:nvPr/>
        </p:nvPicPr>
        <p:blipFill>
          <a:blip r:embed="rId2">
            <a:alphaModFix/>
          </a:blip>
          <a:srcRect l="74623"/>
          <a:stretch>
            <a:fillRect/>
          </a:stretch>
        </p:blipFill>
        <p:spPr>
          <a:xfrm>
            <a:off x="863550" y="3105610"/>
            <a:ext cx="145900" cy="645874"/>
          </a:xfrm>
          <a:prstGeom prst="rect">
            <a:avLst/>
          </a:prstGeom>
          <a:noFill/>
          <a:ln>
            <a:noFill/>
          </a:ln>
        </p:spPr>
      </p:pic>
      <p:pic>
        <p:nvPicPr>
          <p:cNvPr id="823" name="Google Shape;823;p77"/>
          <p:cNvPicPr preferRelativeResize="0"/>
          <p:nvPr/>
        </p:nvPicPr>
        <p:blipFill>
          <a:blip r:embed="rId3">
            <a:alphaModFix/>
          </a:blip>
          <a:srcRect t="4387" b="4396"/>
          <a:stretch>
            <a:fillRect/>
          </a:stretch>
        </p:blipFill>
        <p:spPr>
          <a:xfrm>
            <a:off x="863550" y="3971358"/>
            <a:ext cx="7439126" cy="563217"/>
          </a:xfrm>
          <a:prstGeom prst="rect">
            <a:avLst/>
          </a:prstGeom>
          <a:noFill/>
          <a:ln>
            <a:noFill/>
          </a:ln>
        </p:spPr>
      </p:pic>
      <p:pic>
        <p:nvPicPr>
          <p:cNvPr id="824" name="Google Shape;824;p77"/>
          <p:cNvPicPr preferRelativeResize="0"/>
          <p:nvPr/>
        </p:nvPicPr>
        <p:blipFill>
          <a:blip r:embed="rId2">
            <a:alphaModFix/>
          </a:blip>
          <a:srcRect l="74623"/>
          <a:stretch>
            <a:fillRect/>
          </a:stretch>
        </p:blipFill>
        <p:spPr>
          <a:xfrm>
            <a:off x="863550" y="3939648"/>
            <a:ext cx="145900" cy="645874"/>
          </a:xfrm>
          <a:prstGeom prst="rect">
            <a:avLst/>
          </a:prstGeom>
          <a:noFill/>
          <a:ln>
            <a:noFill/>
          </a:ln>
        </p:spPr>
      </p:pic>
      <p:pic>
        <p:nvPicPr>
          <p:cNvPr id="825" name="Google Shape;825;p77"/>
          <p:cNvPicPr preferRelativeResize="0"/>
          <p:nvPr/>
        </p:nvPicPr>
        <p:blipFill>
          <a:blip r:embed="rId4">
            <a:alphaModFix/>
          </a:blip>
          <a:srcRect t="3678" b="3669"/>
          <a:stretch>
            <a:fillRect/>
          </a:stretch>
        </p:blipFill>
        <p:spPr>
          <a:xfrm>
            <a:off x="863550" y="2292191"/>
            <a:ext cx="7439126" cy="572077"/>
          </a:xfrm>
          <a:prstGeom prst="rect">
            <a:avLst/>
          </a:prstGeom>
          <a:noFill/>
          <a:ln>
            <a:noFill/>
          </a:ln>
        </p:spPr>
      </p:pic>
      <p:pic>
        <p:nvPicPr>
          <p:cNvPr id="826" name="Google Shape;826;p77"/>
          <p:cNvPicPr preferRelativeResize="0"/>
          <p:nvPr/>
        </p:nvPicPr>
        <p:blipFill>
          <a:blip r:embed="rId2">
            <a:alphaModFix/>
          </a:blip>
          <a:srcRect l="74623"/>
          <a:stretch>
            <a:fillRect/>
          </a:stretch>
        </p:blipFill>
        <p:spPr>
          <a:xfrm>
            <a:off x="863550" y="2265998"/>
            <a:ext cx="145900" cy="645874"/>
          </a:xfrm>
          <a:prstGeom prst="rect">
            <a:avLst/>
          </a:prstGeom>
          <a:noFill/>
          <a:ln>
            <a:noFill/>
          </a:ln>
        </p:spPr>
      </p:pic>
      <p:pic>
        <p:nvPicPr>
          <p:cNvPr id="827" name="Google Shape;827;p77"/>
          <p:cNvPicPr preferRelativeResize="0"/>
          <p:nvPr/>
        </p:nvPicPr>
        <p:blipFill>
          <a:blip r:embed="rId5">
            <a:alphaModFix/>
          </a:blip>
          <a:srcRect t="3678" b="3669"/>
          <a:stretch>
            <a:fillRect/>
          </a:stretch>
        </p:blipFill>
        <p:spPr>
          <a:xfrm>
            <a:off x="863550" y="1457950"/>
            <a:ext cx="7439126" cy="572077"/>
          </a:xfrm>
          <a:prstGeom prst="rect">
            <a:avLst/>
          </a:prstGeom>
          <a:noFill/>
          <a:ln>
            <a:noFill/>
          </a:ln>
        </p:spPr>
      </p:pic>
      <p:pic>
        <p:nvPicPr>
          <p:cNvPr id="828" name="Google Shape;828;p77"/>
          <p:cNvPicPr preferRelativeResize="0"/>
          <p:nvPr/>
        </p:nvPicPr>
        <p:blipFill>
          <a:blip r:embed="rId2">
            <a:alphaModFix/>
          </a:blip>
          <a:srcRect l="74623"/>
          <a:stretch>
            <a:fillRect/>
          </a:stretch>
        </p:blipFill>
        <p:spPr>
          <a:xfrm>
            <a:off x="863550" y="1423110"/>
            <a:ext cx="145900" cy="645874"/>
          </a:xfrm>
          <a:prstGeom prst="rect">
            <a:avLst/>
          </a:prstGeom>
          <a:noFill/>
          <a:ln>
            <a:noFill/>
          </a:ln>
        </p:spPr>
      </p:pic>
      <p:cxnSp>
        <p:nvCxnSpPr>
          <p:cNvPr id="829" name="Google Shape;829;p77"/>
          <p:cNvCxnSpPr/>
          <p:nvPr/>
        </p:nvCxnSpPr>
        <p:spPr>
          <a:xfrm>
            <a:off x="647802" y="1725234"/>
            <a:ext cx="600" cy="2679900"/>
          </a:xfrm>
          <a:prstGeom prst="straightConnector1">
            <a:avLst/>
          </a:prstGeom>
          <a:noFill/>
          <a:ln w="38100" cap="flat" cmpd="sng">
            <a:solidFill>
              <a:srgbClr val="282828"/>
            </a:solidFill>
            <a:prstDash val="solid"/>
            <a:round/>
            <a:headEnd type="none" w="med" len="med"/>
            <a:tailEnd type="none" w="med" len="med"/>
          </a:ln>
        </p:spPr>
      </p:cxnSp>
      <p:pic>
        <p:nvPicPr>
          <p:cNvPr id="830" name="Google Shape;830;p77"/>
          <p:cNvPicPr preferRelativeResize="0"/>
          <p:nvPr/>
        </p:nvPicPr>
        <p:blipFill>
          <a:blip r:embed="rId6">
            <a:alphaModFix/>
          </a:blip>
          <a:stretch>
            <a:fillRect/>
          </a:stretch>
        </p:blipFill>
        <p:spPr>
          <a:xfrm>
            <a:off x="366079" y="3134650"/>
            <a:ext cx="563446" cy="572077"/>
          </a:xfrm>
          <a:prstGeom prst="rect">
            <a:avLst/>
          </a:prstGeom>
          <a:noFill/>
          <a:ln>
            <a:noFill/>
          </a:ln>
        </p:spPr>
      </p:pic>
      <p:pic>
        <p:nvPicPr>
          <p:cNvPr id="831" name="Google Shape;831;p77"/>
          <p:cNvPicPr preferRelativeResize="0"/>
          <p:nvPr/>
        </p:nvPicPr>
        <p:blipFill>
          <a:blip r:embed="rId7">
            <a:alphaModFix/>
          </a:blip>
          <a:stretch>
            <a:fillRect/>
          </a:stretch>
        </p:blipFill>
        <p:spPr>
          <a:xfrm>
            <a:off x="363357" y="1462166"/>
            <a:ext cx="563185" cy="572092"/>
          </a:xfrm>
          <a:prstGeom prst="rect">
            <a:avLst/>
          </a:prstGeom>
          <a:noFill/>
          <a:ln>
            <a:noFill/>
          </a:ln>
        </p:spPr>
      </p:pic>
      <p:pic>
        <p:nvPicPr>
          <p:cNvPr id="832" name="Google Shape;832;p77"/>
          <p:cNvPicPr preferRelativeResize="0"/>
          <p:nvPr/>
        </p:nvPicPr>
        <p:blipFill>
          <a:blip r:embed="rId8">
            <a:alphaModFix/>
          </a:blip>
          <a:stretch>
            <a:fillRect/>
          </a:stretch>
        </p:blipFill>
        <p:spPr>
          <a:xfrm>
            <a:off x="363340" y="2287588"/>
            <a:ext cx="563446" cy="572077"/>
          </a:xfrm>
          <a:prstGeom prst="rect">
            <a:avLst/>
          </a:prstGeom>
          <a:noFill/>
          <a:ln>
            <a:noFill/>
          </a:ln>
        </p:spPr>
      </p:pic>
      <p:sp>
        <p:nvSpPr>
          <p:cNvPr id="833" name="Google Shape;833;p77"/>
          <p:cNvSpPr txBox="1"/>
          <p:nvPr>
            <p:ph type="title"/>
          </p:nvPr>
        </p:nvSpPr>
        <p:spPr>
          <a:xfrm>
            <a:off x="1224600" y="1462150"/>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834" name="Google Shape;834;p77"/>
          <p:cNvSpPr txBox="1"/>
          <p:nvPr>
            <p:ph type="title" idx="2"/>
          </p:nvPr>
        </p:nvSpPr>
        <p:spPr>
          <a:xfrm>
            <a:off x="1224600" y="2292200"/>
            <a:ext cx="6850800" cy="572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835" name="Google Shape;835;p77"/>
          <p:cNvSpPr txBox="1"/>
          <p:nvPr>
            <p:ph type="title" idx="3"/>
          </p:nvPr>
        </p:nvSpPr>
        <p:spPr>
          <a:xfrm>
            <a:off x="1224600" y="3170276"/>
            <a:ext cx="6850800" cy="5364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836" name="Google Shape;836;p77"/>
          <p:cNvSpPr txBox="1"/>
          <p:nvPr>
            <p:ph type="title" idx="4"/>
          </p:nvPr>
        </p:nvSpPr>
        <p:spPr>
          <a:xfrm>
            <a:off x="1224600" y="3971352"/>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837" name="Google Shape;837;p77"/>
          <p:cNvPicPr preferRelativeResize="0"/>
          <p:nvPr/>
        </p:nvPicPr>
        <p:blipFill>
          <a:blip r:embed="rId9">
            <a:alphaModFix/>
          </a:blip>
          <a:stretch>
            <a:fillRect/>
          </a:stretch>
        </p:blipFill>
        <p:spPr>
          <a:xfrm>
            <a:off x="363341" y="3969363"/>
            <a:ext cx="563446" cy="572077"/>
          </a:xfrm>
          <a:prstGeom prst="rect">
            <a:avLst/>
          </a:prstGeom>
          <a:noFill/>
          <a:ln>
            <a:noFill/>
          </a:ln>
        </p:spPr>
      </p:pic>
      <p:sp>
        <p:nvSpPr>
          <p:cNvPr id="838" name="Google Shape;838;p77"/>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39" name="Google Shape;839;p77"/>
          <p:cNvPicPr preferRelativeResize="0"/>
          <p:nvPr/>
        </p:nvPicPr>
        <p:blipFill>
          <a:blip r:embed="rId10">
            <a:alphaModFix/>
          </a:blip>
          <a:srcRect t="1699" b="1709"/>
          <a:stretch>
            <a:fillRect/>
          </a:stretch>
        </p:blipFill>
        <p:spPr>
          <a:xfrm>
            <a:off x="-12" y="481650"/>
            <a:ext cx="9151202" cy="116709"/>
          </a:xfrm>
          <a:prstGeom prst="rect">
            <a:avLst/>
          </a:prstGeom>
          <a:noFill/>
          <a:ln>
            <a:noFill/>
          </a:ln>
        </p:spPr>
      </p:pic>
      <p:sp>
        <p:nvSpPr>
          <p:cNvPr id="840" name="Google Shape;840;p77"/>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841" name="Google Shape;841;p77"/>
          <p:cNvSpPr txBox="1"/>
          <p:nvPr>
            <p:ph type="title" idx="5"/>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7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0 Explanation blank - purple ">
  <p:cSld name="TITLE_AND_TWO_COLUMNS_1_1_6_2_1_4">
    <p:spTree>
      <p:nvGrpSpPr>
        <p:cNvPr id="842" name="Shape 842"/>
        <p:cNvGrpSpPr/>
        <p:nvPr/>
      </p:nvGrpSpPr>
      <p:grpSpPr>
        <a:xfrm>
          <a:off x="0" y="0"/>
          <a:ext cx="0" cy="0"/>
        </a:xfrm>
      </p:grpSpPr>
      <p:pic>
        <p:nvPicPr>
          <p:cNvPr id="843" name="Google Shape;843;p78"/>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844" name="Google Shape;844;p78"/>
          <p:cNvSpPr/>
          <p:nvPr/>
        </p:nvSpPr>
        <p:spPr>
          <a:xfrm>
            <a:off x="-1" y="-2"/>
            <a:ext cx="91476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845" name="Google Shape;845;p78"/>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846" name="Google Shape;846;p78"/>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847" name="Google Shape;847;p78"/>
          <p:cNvPicPr preferRelativeResize="0"/>
          <p:nvPr/>
        </p:nvPicPr>
        <p:blipFill>
          <a:blip r:embed="rId2">
            <a:alphaModFix/>
          </a:blip>
          <a:stretch>
            <a:fillRect/>
          </a:stretch>
        </p:blipFill>
        <p:spPr>
          <a:xfrm>
            <a:off x="8426950" y="-562"/>
            <a:ext cx="499700" cy="499700"/>
          </a:xfrm>
          <a:prstGeom prst="rect">
            <a:avLst/>
          </a:prstGeom>
          <a:noFill/>
          <a:ln>
            <a:noFill/>
          </a:ln>
        </p:spPr>
      </p:pic>
      <p:sp>
        <p:nvSpPr>
          <p:cNvPr id="848" name="Google Shape;848;p78"/>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Explanation</a:t>
            </a:r>
            <a:endParaRPr sz="900" b="1">
              <a:solidFill>
                <a:srgbClr val="F3EEFB"/>
              </a:solidFill>
              <a:latin typeface="Lexend"/>
              <a:ea typeface="Lexend"/>
              <a:cs typeface="Lexend"/>
              <a:sym typeface="Lexend"/>
            </a:endParaRPr>
          </a:p>
        </p:txBody>
      </p:sp>
    </p:spTree>
  </p:cSld>
  <p:clrMapOvr>
    <a:masterClrMapping/>
  </p:clrMapOvr>
  <p:transition/>
  <p:timing/>
</p:sldLayout>
</file>

<file path=ppt/slideLayouts/slideLayout7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0 Explanation blank - jade">
  <p:cSld name="TITLE_AND_TWO_COLUMNS_1_1_6_2_1_2">
    <p:spTree>
      <p:nvGrpSpPr>
        <p:cNvPr id="849" name="Shape 849"/>
        <p:cNvGrpSpPr/>
        <p:nvPr/>
      </p:nvGrpSpPr>
      <p:grpSpPr>
        <a:xfrm>
          <a:off x="0" y="0"/>
          <a:ext cx="0" cy="0"/>
        </a:xfrm>
      </p:grpSpPr>
      <p:pic>
        <p:nvPicPr>
          <p:cNvPr id="850" name="Google Shape;850;p7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851" name="Google Shape;851;p79"/>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852" name="Google Shape;852;p79"/>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853" name="Google Shape;853;p79"/>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sp>
        <p:nvSpPr>
          <p:cNvPr id="854" name="Google Shape;854;p79"/>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855" name="Google Shape;855;p79"/>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7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0 Explanation blank - blue ">
  <p:cSld name="TITLE_AND_TWO_COLUMNS_1_1_6_2_2">
    <p:spTree>
      <p:nvGrpSpPr>
        <p:cNvPr id="856" name="Shape 856"/>
        <p:cNvGrpSpPr/>
        <p:nvPr/>
      </p:nvGrpSpPr>
      <p:grpSpPr>
        <a:xfrm>
          <a:off x="0" y="0"/>
          <a:ext cx="0" cy="0"/>
        </a:xfrm>
      </p:grpSpPr>
      <p:pic>
        <p:nvPicPr>
          <p:cNvPr id="857" name="Google Shape;857;p80"/>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858" name="Google Shape;858;p80"/>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859" name="Google Shape;859;p8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860" name="Google Shape;860;p80"/>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sp>
        <p:nvSpPr>
          <p:cNvPr id="861" name="Google Shape;861;p80"/>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862" name="Google Shape;862;p80"/>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7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0 Explanation blank - pink ">
  <p:cSld name="TITLE_AND_TWO_COLUMNS_1_1_6_2_1_1">
    <p:spTree>
      <p:nvGrpSpPr>
        <p:cNvPr id="863" name="Shape 863"/>
        <p:cNvGrpSpPr/>
        <p:nvPr/>
      </p:nvGrpSpPr>
      <p:grpSpPr>
        <a:xfrm>
          <a:off x="0" y="0"/>
          <a:ext cx="0" cy="0"/>
        </a:xfrm>
      </p:grpSpPr>
      <p:pic>
        <p:nvPicPr>
          <p:cNvPr id="864" name="Google Shape;864;p8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865" name="Google Shape;865;p81"/>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866" name="Google Shape;866;p8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867" name="Google Shape;867;p81"/>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sp>
        <p:nvSpPr>
          <p:cNvPr id="868" name="Google Shape;868;p8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869" name="Google Shape;869;p81"/>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8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1 I do We do - purple">
  <p:cSld name="TITLE_AND_TWO_COLUMNS_1_1_9_2_2">
    <p:bg>
      <p:bgPr>
        <a:solidFill>
          <a:srgbClr val="F3EEFB"/>
        </a:solidFill>
      </p:bgPr>
    </p:bg>
    <p:spTree>
      <p:nvGrpSpPr>
        <p:cNvPr id="870" name="Shape 870"/>
        <p:cNvGrpSpPr/>
        <p:nvPr/>
      </p:nvGrpSpPr>
      <p:grpSpPr>
        <a:xfrm>
          <a:off x="0" y="0"/>
          <a:ext cx="0" cy="0"/>
        </a:xfrm>
      </p:grpSpPr>
      <p:sp>
        <p:nvSpPr>
          <p:cNvPr id="871" name="Google Shape;871;p82"/>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72" name="Google Shape;872;p82"/>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873" name="Google Shape;873;p82"/>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874" name="Google Shape;874;p82"/>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875" name="Google Shape;875;p82"/>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876" name="Google Shape;876;p82"/>
          <p:cNvSpPr txBox="1"/>
          <p:nvPr>
            <p:ph type="title"/>
          </p:nvPr>
        </p:nvSpPr>
        <p:spPr>
          <a:xfrm>
            <a:off x="324000" y="0"/>
            <a:ext cx="74505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877" name="Google Shape;877;p82"/>
          <p:cNvGrpSpPr/>
          <p:nvPr/>
        </p:nvGrpSpPr>
        <p:grpSpPr>
          <a:xfrm>
            <a:off x="7834231" y="1285"/>
            <a:ext cx="828900" cy="576065"/>
            <a:chOff x="7801496" y="1285"/>
            <a:chExt cx="828900" cy="576065"/>
          </a:xfrm>
        </p:grpSpPr>
        <p:pic>
          <p:nvPicPr>
            <p:cNvPr id="878" name="Google Shape;878;p82"/>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879" name="Google Shape;879;p82"/>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grpSp>
      <p:grpSp>
        <p:nvGrpSpPr>
          <p:cNvPr id="880" name="Google Shape;880;p82"/>
          <p:cNvGrpSpPr/>
          <p:nvPr/>
        </p:nvGrpSpPr>
        <p:grpSpPr>
          <a:xfrm>
            <a:off x="8635663" y="1285"/>
            <a:ext cx="499700" cy="576065"/>
            <a:chOff x="8635663" y="1285"/>
            <a:chExt cx="499700" cy="576065"/>
          </a:xfrm>
        </p:grpSpPr>
        <p:pic>
          <p:nvPicPr>
            <p:cNvPr id="881" name="Google Shape;881;p82"/>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882" name="Google Shape;882;p82"/>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grpSp>
    </p:spTree>
  </p:cSld>
  <p:clrMapOvr>
    <a:masterClrMapping/>
  </p:clrMapOvr>
  <p:transition/>
  <p:timing/>
</p:sldLayout>
</file>

<file path=ppt/slideLayouts/slideLayout8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1 I do We do - jade">
  <p:cSld name="TITLE_AND_TWO_COLUMNS_1_1_9_2_2_1_1">
    <p:bg>
      <p:bgPr>
        <a:solidFill>
          <a:srgbClr val="E6F2F2"/>
        </a:solidFill>
      </p:bgPr>
    </p:bg>
    <p:spTree>
      <p:nvGrpSpPr>
        <p:cNvPr id="883" name="Shape 883"/>
        <p:cNvGrpSpPr/>
        <p:nvPr/>
      </p:nvGrpSpPr>
      <p:grpSpPr>
        <a:xfrm>
          <a:off x="0" y="0"/>
          <a:ext cx="0" cy="0"/>
        </a:xfrm>
      </p:grpSpPr>
      <p:sp>
        <p:nvSpPr>
          <p:cNvPr id="884" name="Google Shape;884;p83"/>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85" name="Google Shape;885;p8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886" name="Google Shape;886;p8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887" name="Google Shape;887;p83"/>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888" name="Google Shape;888;p83"/>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889" name="Google Shape;889;p8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890" name="Google Shape;890;p83"/>
          <p:cNvGrpSpPr/>
          <p:nvPr/>
        </p:nvGrpSpPr>
        <p:grpSpPr>
          <a:xfrm>
            <a:off x="7834231" y="1285"/>
            <a:ext cx="828900" cy="576065"/>
            <a:chOff x="7801496" y="1285"/>
            <a:chExt cx="828900" cy="576065"/>
          </a:xfrm>
        </p:grpSpPr>
        <p:pic>
          <p:nvPicPr>
            <p:cNvPr id="891" name="Google Shape;891;p83"/>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892" name="Google Shape;892;p83"/>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893" name="Google Shape;893;p83"/>
          <p:cNvGrpSpPr/>
          <p:nvPr/>
        </p:nvGrpSpPr>
        <p:grpSpPr>
          <a:xfrm>
            <a:off x="8635663" y="1285"/>
            <a:ext cx="499700" cy="576065"/>
            <a:chOff x="8635663" y="1285"/>
            <a:chExt cx="499700" cy="576065"/>
          </a:xfrm>
        </p:grpSpPr>
        <p:pic>
          <p:nvPicPr>
            <p:cNvPr id="894" name="Google Shape;894;p83"/>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895" name="Google Shape;895;p83"/>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8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1 I do We do - blue">
  <p:cSld name="TITLE_AND_TWO_COLUMNS_1_1_9_2_3">
    <p:bg>
      <p:bgPr>
        <a:solidFill>
          <a:srgbClr val="EBEDFE"/>
        </a:solidFill>
      </p:bgPr>
    </p:bg>
    <p:spTree>
      <p:nvGrpSpPr>
        <p:cNvPr id="896" name="Shape 896"/>
        <p:cNvGrpSpPr/>
        <p:nvPr/>
      </p:nvGrpSpPr>
      <p:grpSpPr>
        <a:xfrm>
          <a:off x="0" y="0"/>
          <a:ext cx="0" cy="0"/>
        </a:xfrm>
      </p:grpSpPr>
      <p:sp>
        <p:nvSpPr>
          <p:cNvPr id="897" name="Google Shape;897;p84"/>
          <p:cNvSpPr/>
          <p:nvPr/>
        </p:nvSpPr>
        <p:spPr>
          <a:xfrm>
            <a:off x="0" y="18750"/>
            <a:ext cx="4572300" cy="512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98" name="Google Shape;898;p8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899" name="Google Shape;899;p8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00" name="Google Shape;900;p84"/>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01" name="Google Shape;901;p84"/>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02" name="Google Shape;902;p84"/>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903" name="Google Shape;903;p84"/>
          <p:cNvGrpSpPr/>
          <p:nvPr/>
        </p:nvGrpSpPr>
        <p:grpSpPr>
          <a:xfrm>
            <a:off x="7834231" y="1285"/>
            <a:ext cx="828900" cy="576065"/>
            <a:chOff x="7801496" y="1285"/>
            <a:chExt cx="828900" cy="576065"/>
          </a:xfrm>
        </p:grpSpPr>
        <p:pic>
          <p:nvPicPr>
            <p:cNvPr id="904" name="Google Shape;904;p84"/>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905" name="Google Shape;905;p84"/>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906" name="Google Shape;906;p84"/>
          <p:cNvGrpSpPr/>
          <p:nvPr/>
        </p:nvGrpSpPr>
        <p:grpSpPr>
          <a:xfrm>
            <a:off x="8635663" y="1285"/>
            <a:ext cx="499700" cy="576065"/>
            <a:chOff x="8635663" y="1285"/>
            <a:chExt cx="499700" cy="576065"/>
          </a:xfrm>
        </p:grpSpPr>
        <p:pic>
          <p:nvPicPr>
            <p:cNvPr id="907" name="Google Shape;907;p84"/>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908" name="Google Shape;908;p84"/>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8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1 I do We do - pink">
  <p:cSld name="TITLE_AND_TWO_COLUMNS_1_1_9_2_2_1_1_1">
    <p:bg>
      <p:bgPr>
        <a:solidFill>
          <a:srgbClr val="FAEAF6"/>
        </a:solidFill>
      </p:bgPr>
    </p:bg>
    <p:spTree>
      <p:nvGrpSpPr>
        <p:cNvPr id="909" name="Shape 909"/>
        <p:cNvGrpSpPr/>
        <p:nvPr/>
      </p:nvGrpSpPr>
      <p:grpSpPr>
        <a:xfrm>
          <a:off x="0" y="0"/>
          <a:ext cx="0" cy="0"/>
        </a:xfrm>
      </p:grpSpPr>
      <p:sp>
        <p:nvSpPr>
          <p:cNvPr id="910" name="Google Shape;910;p85"/>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911" name="Google Shape;911;p8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912" name="Google Shape;912;p8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13" name="Google Shape;913;p85"/>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14" name="Google Shape;914;p85"/>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15" name="Google Shape;915;p8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916" name="Google Shape;916;p85"/>
          <p:cNvGrpSpPr/>
          <p:nvPr/>
        </p:nvGrpSpPr>
        <p:grpSpPr>
          <a:xfrm>
            <a:off x="7834231" y="1285"/>
            <a:ext cx="828900" cy="576065"/>
            <a:chOff x="7801496" y="1285"/>
            <a:chExt cx="828900" cy="576065"/>
          </a:xfrm>
        </p:grpSpPr>
        <p:pic>
          <p:nvPicPr>
            <p:cNvPr id="917" name="Google Shape;917;p85"/>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918" name="Google Shape;918;p85"/>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grpSp>
      <p:grpSp>
        <p:nvGrpSpPr>
          <p:cNvPr id="919" name="Google Shape;919;p85"/>
          <p:cNvGrpSpPr/>
          <p:nvPr/>
        </p:nvGrpSpPr>
        <p:grpSpPr>
          <a:xfrm>
            <a:off x="8635663" y="1285"/>
            <a:ext cx="499700" cy="576065"/>
            <a:chOff x="8635663" y="1285"/>
            <a:chExt cx="499700" cy="576065"/>
          </a:xfrm>
        </p:grpSpPr>
        <p:pic>
          <p:nvPicPr>
            <p:cNvPr id="920" name="Google Shape;920;p85"/>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921" name="Google Shape;921;p85"/>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grpSp>
    </p:spTree>
  </p:cSld>
  <p:clrMapOvr>
    <a:masterClrMapping/>
  </p:clrMapOvr>
  <p:transition/>
  <p:timing/>
</p:sldLayout>
</file>

<file path=ppt/slideLayouts/slideLayout8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2 CfU true/false justify - purple">
  <p:cSld name="TITLE_AND_TWO_COLUMNS_1_1_9_1_3_1">
    <p:bg>
      <p:bgPr>
        <a:solidFill>
          <a:srgbClr val="F3EEFB"/>
        </a:solidFill>
      </p:bgPr>
    </p:bg>
    <p:spTree>
      <p:nvGrpSpPr>
        <p:cNvPr id="922" name="Shape 922"/>
        <p:cNvGrpSpPr/>
        <p:nvPr/>
      </p:nvGrpSpPr>
      <p:grpSpPr>
        <a:xfrm>
          <a:off x="0" y="0"/>
          <a:ext cx="0" cy="0"/>
        </a:xfrm>
      </p:grpSpPr>
      <p:pic>
        <p:nvPicPr>
          <p:cNvPr id="923" name="Google Shape;923;p86"/>
          <p:cNvPicPr preferRelativeResize="0"/>
          <p:nvPr/>
        </p:nvPicPr>
        <p:blipFill>
          <a:blip r:embed="rId1">
            <a:alphaModFix/>
          </a:blip>
          <a:stretch>
            <a:fillRect/>
          </a:stretch>
        </p:blipFill>
        <p:spPr>
          <a:xfrm>
            <a:off x="2429763" y="1780516"/>
            <a:ext cx="457425" cy="457425"/>
          </a:xfrm>
          <a:prstGeom prst="rect">
            <a:avLst/>
          </a:prstGeom>
          <a:noFill/>
          <a:ln>
            <a:noFill/>
          </a:ln>
        </p:spPr>
      </p:pic>
      <p:pic>
        <p:nvPicPr>
          <p:cNvPr id="924" name="Google Shape;924;p86"/>
          <p:cNvPicPr preferRelativeResize="0"/>
          <p:nvPr/>
        </p:nvPicPr>
        <p:blipFill>
          <a:blip r:embed="rId1">
            <a:alphaModFix/>
          </a:blip>
          <a:stretch>
            <a:fillRect/>
          </a:stretch>
        </p:blipFill>
        <p:spPr>
          <a:xfrm>
            <a:off x="4823988" y="1780516"/>
            <a:ext cx="457425" cy="457425"/>
          </a:xfrm>
          <a:prstGeom prst="rect">
            <a:avLst/>
          </a:prstGeom>
          <a:noFill/>
          <a:ln>
            <a:noFill/>
          </a:ln>
        </p:spPr>
      </p:pic>
      <p:pic>
        <p:nvPicPr>
          <p:cNvPr id="925" name="Google Shape;925;p8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926" name="Google Shape;926;p86"/>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27" name="Google Shape;927;p86"/>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928" name="Google Shape;928;p86"/>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929" name="Google Shape;929;p86"/>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930" name="Google Shape;930;p86"/>
          <p:cNvSpPr txBox="1"/>
          <p:nvPr>
            <p:ph type="subTitle" idx="1"/>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31" name="Google Shape;931;p86"/>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32" name="Google Shape;932;p86"/>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933" name="Google Shape;933;p86"/>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34" name="Google Shape;934;p86"/>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935" name="Google Shape;935;p86"/>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936" name="Google Shape;936;p86"/>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937" name="Google Shape;937;p8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Check</a:t>
            </a:r>
            <a:endParaRPr sz="900" b="1">
              <a:solidFill>
                <a:srgbClr val="F3EEFB"/>
              </a:solidFill>
              <a:latin typeface="Lexend"/>
              <a:ea typeface="Lexend"/>
              <a:cs typeface="Lexend"/>
              <a:sym typeface="Lexend"/>
            </a:endParaRPr>
          </a:p>
        </p:txBody>
      </p:sp>
      <p:sp>
        <p:nvSpPr>
          <p:cNvPr id="938" name="Google Shape;938;p86"/>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939" name="Google Shape;939;p86"/>
          <p:cNvGrpSpPr/>
          <p:nvPr/>
        </p:nvGrpSpPr>
        <p:grpSpPr>
          <a:xfrm>
            <a:off x="324128" y="3139463"/>
            <a:ext cx="457200" cy="457200"/>
            <a:chOff x="1020916" y="1442088"/>
            <a:chExt cx="457200" cy="457200"/>
          </a:xfrm>
        </p:grpSpPr>
        <p:pic>
          <p:nvPicPr>
            <p:cNvPr id="940" name="Google Shape;940;p8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941" name="Google Shape;941;p8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942" name="Google Shape;942;p86"/>
          <p:cNvGrpSpPr/>
          <p:nvPr/>
        </p:nvGrpSpPr>
        <p:grpSpPr>
          <a:xfrm>
            <a:off x="324128" y="3987825"/>
            <a:ext cx="457200" cy="457200"/>
            <a:chOff x="1020916" y="1442088"/>
            <a:chExt cx="457200" cy="457200"/>
          </a:xfrm>
        </p:grpSpPr>
        <p:pic>
          <p:nvPicPr>
            <p:cNvPr id="943" name="Google Shape;943;p8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944" name="Google Shape;944;p8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8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2 CfU true/false justify - jade">
  <p:cSld name="TITLE_AND_TWO_COLUMNS_1_1_9_1_3_1_1_1">
    <p:bg>
      <p:bgPr>
        <a:solidFill>
          <a:srgbClr val="E6F2F2"/>
        </a:solidFill>
      </p:bgPr>
    </p:bg>
    <p:spTree>
      <p:nvGrpSpPr>
        <p:cNvPr id="945" name="Shape 945"/>
        <p:cNvGrpSpPr/>
        <p:nvPr/>
      </p:nvGrpSpPr>
      <p:grpSpPr>
        <a:xfrm>
          <a:off x="0" y="0"/>
          <a:ext cx="0" cy="0"/>
        </a:xfrm>
      </p:grpSpPr>
      <p:pic>
        <p:nvPicPr>
          <p:cNvPr id="946" name="Google Shape;946;p8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947" name="Google Shape;947;p87"/>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48" name="Google Shape;948;p87"/>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949" name="Google Shape;949;p87"/>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950" name="Google Shape;950;p87"/>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951" name="Google Shape;951;p87"/>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52" name="Google Shape;952;p87"/>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953" name="Google Shape;953;p8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954" name="Google Shape;954;p8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955" name="Google Shape;955;p8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956" name="Google Shape;956;p87"/>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57" name="Google Shape;957;p87"/>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958" name="Google Shape;958;p87"/>
          <p:cNvGrpSpPr/>
          <p:nvPr/>
        </p:nvGrpSpPr>
        <p:grpSpPr>
          <a:xfrm>
            <a:off x="324128" y="3139463"/>
            <a:ext cx="457200" cy="457200"/>
            <a:chOff x="1020916" y="1442088"/>
            <a:chExt cx="457200" cy="457200"/>
          </a:xfrm>
        </p:grpSpPr>
        <p:pic>
          <p:nvPicPr>
            <p:cNvPr id="959" name="Google Shape;959;p8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60" name="Google Shape;960;p8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961" name="Google Shape;961;p87"/>
          <p:cNvGrpSpPr/>
          <p:nvPr/>
        </p:nvGrpSpPr>
        <p:grpSpPr>
          <a:xfrm>
            <a:off x="324128" y="3987825"/>
            <a:ext cx="457200" cy="457200"/>
            <a:chOff x="1020916" y="1442088"/>
            <a:chExt cx="457200" cy="457200"/>
          </a:xfrm>
        </p:grpSpPr>
        <p:pic>
          <p:nvPicPr>
            <p:cNvPr id="962" name="Google Shape;962;p8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63" name="Google Shape;963;p8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964" name="Google Shape;964;p87"/>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965" name="Google Shape;965;p87"/>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966" name="Google Shape;966;p87"/>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967" name="Google Shape;967;p87"/>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8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2 CfU true/false justify - blue">
  <p:cSld name="TITLE_AND_TWO_COLUMNS_1_1_9_1_3_2">
    <p:bg>
      <p:bgPr>
        <a:solidFill>
          <a:srgbClr val="EBEDFE"/>
        </a:solidFill>
      </p:bgPr>
    </p:bg>
    <p:spTree>
      <p:nvGrpSpPr>
        <p:cNvPr id="968" name="Shape 968"/>
        <p:cNvGrpSpPr/>
        <p:nvPr/>
      </p:nvGrpSpPr>
      <p:grpSpPr>
        <a:xfrm>
          <a:off x="0" y="0"/>
          <a:ext cx="0" cy="0"/>
        </a:xfrm>
      </p:grpSpPr>
      <p:pic>
        <p:nvPicPr>
          <p:cNvPr id="969" name="Google Shape;969;p88"/>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970" name="Google Shape;970;p88"/>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71" name="Google Shape;971;p88"/>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972" name="Google Shape;972;p88"/>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973" name="Google Shape;973;p88"/>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974" name="Google Shape;974;p88"/>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75" name="Google Shape;975;p88"/>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976" name="Google Shape;976;p88"/>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977" name="Google Shape;977;p8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978" name="Google Shape;978;p88"/>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979" name="Google Shape;979;p88"/>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80" name="Google Shape;980;p88"/>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981" name="Google Shape;981;p88"/>
          <p:cNvGrpSpPr/>
          <p:nvPr/>
        </p:nvGrpSpPr>
        <p:grpSpPr>
          <a:xfrm>
            <a:off x="324128" y="3139463"/>
            <a:ext cx="457200" cy="457200"/>
            <a:chOff x="1020916" y="1442088"/>
            <a:chExt cx="457200" cy="457200"/>
          </a:xfrm>
        </p:grpSpPr>
        <p:pic>
          <p:nvPicPr>
            <p:cNvPr id="982" name="Google Shape;982;p8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83" name="Google Shape;983;p8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984" name="Google Shape;984;p88"/>
          <p:cNvGrpSpPr/>
          <p:nvPr/>
        </p:nvGrpSpPr>
        <p:grpSpPr>
          <a:xfrm>
            <a:off x="324128" y="3987825"/>
            <a:ext cx="457200" cy="457200"/>
            <a:chOff x="1020916" y="1442088"/>
            <a:chExt cx="457200" cy="457200"/>
          </a:xfrm>
        </p:grpSpPr>
        <p:pic>
          <p:nvPicPr>
            <p:cNvPr id="985" name="Google Shape;985;p8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86" name="Google Shape;986;p8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987" name="Google Shape;987;p88"/>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988" name="Google Shape;988;p88"/>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989" name="Google Shape;989;p88"/>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990" name="Google Shape;990;p88"/>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8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2 CfU true/false justify - pink">
  <p:cSld name="TITLE_AND_TWO_COLUMNS_1_1_9_1_3_1_1_1_1">
    <p:bg>
      <p:bgPr>
        <a:solidFill>
          <a:srgbClr val="FAEAF6"/>
        </a:solidFill>
      </p:bgPr>
    </p:bg>
    <p:spTree>
      <p:nvGrpSpPr>
        <p:cNvPr id="991" name="Shape 991"/>
        <p:cNvGrpSpPr/>
        <p:nvPr/>
      </p:nvGrpSpPr>
      <p:grpSpPr>
        <a:xfrm>
          <a:off x="0" y="0"/>
          <a:ext cx="0" cy="0"/>
        </a:xfrm>
      </p:grpSpPr>
      <p:pic>
        <p:nvPicPr>
          <p:cNvPr id="992" name="Google Shape;992;p8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993" name="Google Shape;993;p89"/>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994" name="Google Shape;994;p89"/>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995" name="Google Shape;995;p89"/>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996" name="Google Shape;996;p89"/>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997" name="Google Shape;997;p89"/>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998" name="Google Shape;998;p89"/>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999" name="Google Shape;999;p89"/>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000" name="Google Shape;1000;p8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1001" name="Google Shape;1001;p89"/>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002" name="Google Shape;1002;p89"/>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03" name="Google Shape;1003;p89"/>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004" name="Google Shape;1004;p89"/>
          <p:cNvGrpSpPr/>
          <p:nvPr/>
        </p:nvGrpSpPr>
        <p:grpSpPr>
          <a:xfrm>
            <a:off x="324128" y="3139463"/>
            <a:ext cx="457200" cy="457200"/>
            <a:chOff x="1020916" y="1442088"/>
            <a:chExt cx="457200" cy="457200"/>
          </a:xfrm>
        </p:grpSpPr>
        <p:pic>
          <p:nvPicPr>
            <p:cNvPr id="1005" name="Google Shape;1005;p8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06" name="Google Shape;1006;p8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007" name="Google Shape;1007;p89"/>
          <p:cNvGrpSpPr/>
          <p:nvPr/>
        </p:nvGrpSpPr>
        <p:grpSpPr>
          <a:xfrm>
            <a:off x="324128" y="3987825"/>
            <a:ext cx="457200" cy="457200"/>
            <a:chOff x="1020916" y="1442088"/>
            <a:chExt cx="457200" cy="457200"/>
          </a:xfrm>
        </p:grpSpPr>
        <p:pic>
          <p:nvPicPr>
            <p:cNvPr id="1008" name="Google Shape;1008;p8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09" name="Google Shape;1009;p8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1010" name="Google Shape;1010;p89"/>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1011" name="Google Shape;1011;p89"/>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1012" name="Google Shape;1012;p89"/>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1013" name="Google Shape;1013;p89"/>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8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3 CfU 3 options - purple">
  <p:cSld name="TITLE_AND_TWO_COLUMNS_1_1_7_1">
    <p:bg>
      <p:bgPr>
        <a:solidFill>
          <a:srgbClr val="F3EEFB"/>
        </a:solidFill>
      </p:bgPr>
    </p:bg>
    <p:spTree>
      <p:nvGrpSpPr>
        <p:cNvPr id="1014" name="Shape 1014"/>
        <p:cNvGrpSpPr/>
        <p:nvPr/>
      </p:nvGrpSpPr>
      <p:grpSpPr>
        <a:xfrm>
          <a:off x="0" y="0"/>
          <a:ext cx="0" cy="0"/>
        </a:xfrm>
      </p:grpSpPr>
      <p:pic>
        <p:nvPicPr>
          <p:cNvPr id="1015" name="Google Shape;1015;p90"/>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1016" name="Google Shape;1016;p90"/>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017" name="Google Shape;1017;p90"/>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018" name="Google Shape;1018;p9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019" name="Google Shape;1019;p9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1020" name="Google Shape;1020;p90"/>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021" name="Google Shape;1021;p90"/>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22" name="Google Shape;1022;p90"/>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23" name="Google Shape;1023;p90"/>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024" name="Google Shape;1024;p90"/>
          <p:cNvGrpSpPr/>
          <p:nvPr/>
        </p:nvGrpSpPr>
        <p:grpSpPr>
          <a:xfrm>
            <a:off x="323653" y="1804438"/>
            <a:ext cx="457200" cy="457200"/>
            <a:chOff x="1020916" y="1442088"/>
            <a:chExt cx="457200" cy="457200"/>
          </a:xfrm>
        </p:grpSpPr>
        <p:pic>
          <p:nvPicPr>
            <p:cNvPr id="1025" name="Google Shape;1025;p9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26" name="Google Shape;1026;p9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027" name="Google Shape;1027;p90"/>
          <p:cNvGrpSpPr/>
          <p:nvPr/>
        </p:nvGrpSpPr>
        <p:grpSpPr>
          <a:xfrm>
            <a:off x="323653" y="2766575"/>
            <a:ext cx="457200" cy="457200"/>
            <a:chOff x="1020916" y="1442088"/>
            <a:chExt cx="457200" cy="457200"/>
          </a:xfrm>
        </p:grpSpPr>
        <p:pic>
          <p:nvPicPr>
            <p:cNvPr id="1028" name="Google Shape;1028;p9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29" name="Google Shape;1029;p9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030" name="Google Shape;1030;p90"/>
          <p:cNvGrpSpPr/>
          <p:nvPr/>
        </p:nvGrpSpPr>
        <p:grpSpPr>
          <a:xfrm>
            <a:off x="323641" y="3729038"/>
            <a:ext cx="457200" cy="457200"/>
            <a:chOff x="1020916" y="1442088"/>
            <a:chExt cx="457200" cy="457200"/>
          </a:xfrm>
        </p:grpSpPr>
        <p:pic>
          <p:nvPicPr>
            <p:cNvPr id="1031" name="Google Shape;1031;p9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2" name="Google Shape;1032;p9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8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3 CfU 3 options - jade">
  <p:cSld name="TITLE_AND_TWO_COLUMNS_1_1_7_1_1_1">
    <p:bg>
      <p:bgPr>
        <a:solidFill>
          <a:srgbClr val="E6F2F2"/>
        </a:solidFill>
      </p:bgPr>
    </p:bg>
    <p:spTree>
      <p:nvGrpSpPr>
        <p:cNvPr id="1033" name="Shape 1033"/>
        <p:cNvGrpSpPr/>
        <p:nvPr/>
      </p:nvGrpSpPr>
      <p:grpSpPr>
        <a:xfrm>
          <a:off x="0" y="0"/>
          <a:ext cx="0" cy="0"/>
        </a:xfrm>
      </p:grpSpPr>
      <p:pic>
        <p:nvPicPr>
          <p:cNvPr id="1034" name="Google Shape;1034;p9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035" name="Google Shape;1035;p9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036" name="Google Shape;1036;p91"/>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037" name="Google Shape;1037;p9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038" name="Google Shape;1038;p9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1039" name="Google Shape;1039;p91"/>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040" name="Google Shape;1040;p91"/>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41" name="Google Shape;1041;p91"/>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42" name="Google Shape;1042;p91"/>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043" name="Google Shape;1043;p91"/>
          <p:cNvGrpSpPr/>
          <p:nvPr/>
        </p:nvGrpSpPr>
        <p:grpSpPr>
          <a:xfrm>
            <a:off x="323653" y="1804438"/>
            <a:ext cx="457200" cy="457200"/>
            <a:chOff x="1020916" y="1442088"/>
            <a:chExt cx="457200" cy="457200"/>
          </a:xfrm>
        </p:grpSpPr>
        <p:pic>
          <p:nvPicPr>
            <p:cNvPr id="1044" name="Google Shape;1044;p9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45" name="Google Shape;1045;p9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046" name="Google Shape;1046;p91"/>
          <p:cNvGrpSpPr/>
          <p:nvPr/>
        </p:nvGrpSpPr>
        <p:grpSpPr>
          <a:xfrm>
            <a:off x="323653" y="2766575"/>
            <a:ext cx="457200" cy="457200"/>
            <a:chOff x="1020916" y="1442088"/>
            <a:chExt cx="457200" cy="457200"/>
          </a:xfrm>
        </p:grpSpPr>
        <p:pic>
          <p:nvPicPr>
            <p:cNvPr id="1047" name="Google Shape;1047;p9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48" name="Google Shape;1048;p9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049" name="Google Shape;1049;p91"/>
          <p:cNvGrpSpPr/>
          <p:nvPr/>
        </p:nvGrpSpPr>
        <p:grpSpPr>
          <a:xfrm>
            <a:off x="323641" y="3729038"/>
            <a:ext cx="457200" cy="457200"/>
            <a:chOff x="1020916" y="1442088"/>
            <a:chExt cx="457200" cy="457200"/>
          </a:xfrm>
        </p:grpSpPr>
        <p:pic>
          <p:nvPicPr>
            <p:cNvPr id="1050" name="Google Shape;1050;p9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51" name="Google Shape;1051;p9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3 CfU 3 options - blue">
  <p:cSld name="TITLE_AND_TWO_COLUMNS_1_1_7_2">
    <p:bg>
      <p:bgPr>
        <a:solidFill>
          <a:srgbClr val="EBEDFE"/>
        </a:solidFill>
      </p:bgPr>
    </p:bg>
    <p:spTree>
      <p:nvGrpSpPr>
        <p:cNvPr id="1052" name="Shape 1052"/>
        <p:cNvGrpSpPr/>
        <p:nvPr/>
      </p:nvGrpSpPr>
      <p:grpSpPr>
        <a:xfrm>
          <a:off x="0" y="0"/>
          <a:ext cx="0" cy="0"/>
        </a:xfrm>
      </p:grpSpPr>
      <p:pic>
        <p:nvPicPr>
          <p:cNvPr id="1053" name="Google Shape;1053;p9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054" name="Google Shape;1054;p9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055" name="Google Shape;1055;p92"/>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056" name="Google Shape;1056;p9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057" name="Google Shape;1057;p9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1058" name="Google Shape;1058;p92"/>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059" name="Google Shape;1059;p92"/>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60" name="Google Shape;1060;p92"/>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61" name="Google Shape;1061;p92"/>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062" name="Google Shape;1062;p92"/>
          <p:cNvGrpSpPr/>
          <p:nvPr/>
        </p:nvGrpSpPr>
        <p:grpSpPr>
          <a:xfrm>
            <a:off x="323653" y="1804438"/>
            <a:ext cx="457200" cy="457200"/>
            <a:chOff x="1020916" y="1442088"/>
            <a:chExt cx="457200" cy="457200"/>
          </a:xfrm>
        </p:grpSpPr>
        <p:pic>
          <p:nvPicPr>
            <p:cNvPr id="1063" name="Google Shape;1063;p9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64" name="Google Shape;1064;p9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065" name="Google Shape;1065;p92"/>
          <p:cNvGrpSpPr/>
          <p:nvPr/>
        </p:nvGrpSpPr>
        <p:grpSpPr>
          <a:xfrm>
            <a:off x="323653" y="2766575"/>
            <a:ext cx="457200" cy="457200"/>
            <a:chOff x="1020916" y="1442088"/>
            <a:chExt cx="457200" cy="457200"/>
          </a:xfrm>
        </p:grpSpPr>
        <p:pic>
          <p:nvPicPr>
            <p:cNvPr id="1066" name="Google Shape;1066;p9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67" name="Google Shape;1067;p9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068" name="Google Shape;1068;p92"/>
          <p:cNvGrpSpPr/>
          <p:nvPr/>
        </p:nvGrpSpPr>
        <p:grpSpPr>
          <a:xfrm>
            <a:off x="323641" y="3729038"/>
            <a:ext cx="457200" cy="457200"/>
            <a:chOff x="1020916" y="1442088"/>
            <a:chExt cx="457200" cy="457200"/>
          </a:xfrm>
        </p:grpSpPr>
        <p:pic>
          <p:nvPicPr>
            <p:cNvPr id="1069" name="Google Shape;1069;p9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70" name="Google Shape;1070;p9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3 CfU 3 options - pink">
  <p:cSld name="TITLE_AND_TWO_COLUMNS_1_1_7_1_1_1_1">
    <p:bg>
      <p:bgPr>
        <a:solidFill>
          <a:srgbClr val="FAEAF6"/>
        </a:solidFill>
      </p:bgPr>
    </p:bg>
    <p:spTree>
      <p:nvGrpSpPr>
        <p:cNvPr id="1071" name="Shape 1071"/>
        <p:cNvGrpSpPr/>
        <p:nvPr/>
      </p:nvGrpSpPr>
      <p:grpSpPr>
        <a:xfrm>
          <a:off x="0" y="0"/>
          <a:ext cx="0" cy="0"/>
        </a:xfrm>
      </p:grpSpPr>
      <p:pic>
        <p:nvPicPr>
          <p:cNvPr id="1072" name="Google Shape;1072;p9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073" name="Google Shape;1073;p9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074" name="Google Shape;1074;p93"/>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075" name="Google Shape;1075;p9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076" name="Google Shape;1076;p9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1077" name="Google Shape;1077;p93"/>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078" name="Google Shape;1078;p93"/>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79" name="Google Shape;1079;p93"/>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80" name="Google Shape;1080;p93"/>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081" name="Google Shape;1081;p93"/>
          <p:cNvGrpSpPr/>
          <p:nvPr/>
        </p:nvGrpSpPr>
        <p:grpSpPr>
          <a:xfrm>
            <a:off x="323653" y="1804438"/>
            <a:ext cx="457200" cy="457200"/>
            <a:chOff x="1020916" y="1442088"/>
            <a:chExt cx="457200" cy="457200"/>
          </a:xfrm>
        </p:grpSpPr>
        <p:pic>
          <p:nvPicPr>
            <p:cNvPr id="1082" name="Google Shape;1082;p9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83" name="Google Shape;1083;p9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084" name="Google Shape;1084;p93"/>
          <p:cNvGrpSpPr/>
          <p:nvPr/>
        </p:nvGrpSpPr>
        <p:grpSpPr>
          <a:xfrm>
            <a:off x="323653" y="2766575"/>
            <a:ext cx="457200" cy="457200"/>
            <a:chOff x="1020916" y="1442088"/>
            <a:chExt cx="457200" cy="457200"/>
          </a:xfrm>
        </p:grpSpPr>
        <p:pic>
          <p:nvPicPr>
            <p:cNvPr id="1085" name="Google Shape;1085;p9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86" name="Google Shape;1086;p9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087" name="Google Shape;1087;p93"/>
          <p:cNvGrpSpPr/>
          <p:nvPr/>
        </p:nvGrpSpPr>
        <p:grpSpPr>
          <a:xfrm>
            <a:off x="323641" y="3729038"/>
            <a:ext cx="457200" cy="457200"/>
            <a:chOff x="1020916" y="1442088"/>
            <a:chExt cx="457200" cy="457200"/>
          </a:xfrm>
        </p:grpSpPr>
        <p:pic>
          <p:nvPicPr>
            <p:cNvPr id="1088" name="Google Shape;1088;p9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89" name="Google Shape;1089;p9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4 CfU 4 options - purple">
  <p:cSld name="TITLE_AND_TWO_COLUMNS_1_1_8_1">
    <p:bg>
      <p:bgPr>
        <a:solidFill>
          <a:srgbClr val="F3EEFB"/>
        </a:solidFill>
      </p:bgPr>
    </p:bg>
    <p:spTree>
      <p:nvGrpSpPr>
        <p:cNvPr id="1090" name="Shape 1090"/>
        <p:cNvGrpSpPr/>
        <p:nvPr/>
      </p:nvGrpSpPr>
      <p:grpSpPr>
        <a:xfrm>
          <a:off x="0" y="0"/>
          <a:ext cx="0" cy="0"/>
        </a:xfrm>
      </p:grpSpPr>
      <p:pic>
        <p:nvPicPr>
          <p:cNvPr id="1091" name="Google Shape;1091;p94"/>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1092" name="Google Shape;1092;p94"/>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093" name="Google Shape;1093;p94"/>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094" name="Google Shape;1094;p9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095" name="Google Shape;1095;p9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1096" name="Google Shape;1096;p94"/>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097" name="Google Shape;1097;p94"/>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98" name="Google Shape;1098;p94"/>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099" name="Google Shape;1099;p94"/>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00" name="Google Shape;1100;p94"/>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101" name="Google Shape;1101;p94"/>
          <p:cNvGrpSpPr/>
          <p:nvPr/>
        </p:nvGrpSpPr>
        <p:grpSpPr>
          <a:xfrm>
            <a:off x="323653" y="1652038"/>
            <a:ext cx="457200" cy="457200"/>
            <a:chOff x="1020916" y="1442088"/>
            <a:chExt cx="457200" cy="457200"/>
          </a:xfrm>
        </p:grpSpPr>
        <p:pic>
          <p:nvPicPr>
            <p:cNvPr id="1102" name="Google Shape;1102;p9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3" name="Google Shape;1103;p9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104" name="Google Shape;1104;p94"/>
          <p:cNvGrpSpPr/>
          <p:nvPr/>
        </p:nvGrpSpPr>
        <p:grpSpPr>
          <a:xfrm>
            <a:off x="323653" y="2461775"/>
            <a:ext cx="457200" cy="457200"/>
            <a:chOff x="1020916" y="1442088"/>
            <a:chExt cx="457200" cy="457200"/>
          </a:xfrm>
        </p:grpSpPr>
        <p:pic>
          <p:nvPicPr>
            <p:cNvPr id="1105" name="Google Shape;1105;p9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6" name="Google Shape;1106;p9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107" name="Google Shape;1107;p94"/>
          <p:cNvGrpSpPr/>
          <p:nvPr/>
        </p:nvGrpSpPr>
        <p:grpSpPr>
          <a:xfrm>
            <a:off x="323641" y="3271838"/>
            <a:ext cx="457200" cy="457200"/>
            <a:chOff x="1020916" y="1442088"/>
            <a:chExt cx="457200" cy="457200"/>
          </a:xfrm>
        </p:grpSpPr>
        <p:pic>
          <p:nvPicPr>
            <p:cNvPr id="1108" name="Google Shape;1108;p9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9" name="Google Shape;1109;p9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1110" name="Google Shape;1110;p94"/>
          <p:cNvGrpSpPr/>
          <p:nvPr/>
        </p:nvGrpSpPr>
        <p:grpSpPr>
          <a:xfrm>
            <a:off x="323641" y="4081763"/>
            <a:ext cx="457200" cy="457200"/>
            <a:chOff x="1020916" y="1442088"/>
            <a:chExt cx="457200" cy="457200"/>
          </a:xfrm>
        </p:grpSpPr>
        <p:pic>
          <p:nvPicPr>
            <p:cNvPr id="1111" name="Google Shape;1111;p9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12" name="Google Shape;1112;p9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4 CfU 4 options - jade">
  <p:cSld name="TITLE_AND_TWO_COLUMNS_1_1_8_1_1_1">
    <p:bg>
      <p:bgPr>
        <a:solidFill>
          <a:srgbClr val="E6F2F2"/>
        </a:solidFill>
      </p:bgPr>
    </p:bg>
    <p:spTree>
      <p:nvGrpSpPr>
        <p:cNvPr id="1113" name="Shape 1113"/>
        <p:cNvGrpSpPr/>
        <p:nvPr/>
      </p:nvGrpSpPr>
      <p:grpSpPr>
        <a:xfrm>
          <a:off x="0" y="0"/>
          <a:ext cx="0" cy="0"/>
        </a:xfrm>
      </p:grpSpPr>
      <p:pic>
        <p:nvPicPr>
          <p:cNvPr id="1114" name="Google Shape;1114;p9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115" name="Google Shape;1115;p95"/>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116" name="Google Shape;1116;p95"/>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117" name="Google Shape;1117;p9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118" name="Google Shape;1118;p9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1119" name="Google Shape;1119;p95"/>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20" name="Google Shape;1120;p95"/>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21" name="Google Shape;1121;p95"/>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22" name="Google Shape;1122;p95"/>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23" name="Google Shape;1123;p95"/>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124" name="Google Shape;1124;p95"/>
          <p:cNvGrpSpPr/>
          <p:nvPr/>
        </p:nvGrpSpPr>
        <p:grpSpPr>
          <a:xfrm>
            <a:off x="323653" y="1652038"/>
            <a:ext cx="457200" cy="457200"/>
            <a:chOff x="1020916" y="1442088"/>
            <a:chExt cx="457200" cy="457200"/>
          </a:xfrm>
        </p:grpSpPr>
        <p:pic>
          <p:nvPicPr>
            <p:cNvPr id="1125" name="Google Shape;1125;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6" name="Google Shape;1126;p9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127" name="Google Shape;1127;p95"/>
          <p:cNvGrpSpPr/>
          <p:nvPr/>
        </p:nvGrpSpPr>
        <p:grpSpPr>
          <a:xfrm>
            <a:off x="323653" y="2461775"/>
            <a:ext cx="457200" cy="457200"/>
            <a:chOff x="1020916" y="1442088"/>
            <a:chExt cx="457200" cy="457200"/>
          </a:xfrm>
        </p:grpSpPr>
        <p:pic>
          <p:nvPicPr>
            <p:cNvPr id="1128" name="Google Shape;1128;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29" name="Google Shape;1129;p9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130" name="Google Shape;1130;p95"/>
          <p:cNvGrpSpPr/>
          <p:nvPr/>
        </p:nvGrpSpPr>
        <p:grpSpPr>
          <a:xfrm>
            <a:off x="323641" y="3271838"/>
            <a:ext cx="457200" cy="457200"/>
            <a:chOff x="1020916" y="1442088"/>
            <a:chExt cx="457200" cy="457200"/>
          </a:xfrm>
        </p:grpSpPr>
        <p:pic>
          <p:nvPicPr>
            <p:cNvPr id="1131" name="Google Shape;1131;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32" name="Google Shape;1132;p9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1133" name="Google Shape;1133;p95"/>
          <p:cNvGrpSpPr/>
          <p:nvPr/>
        </p:nvGrpSpPr>
        <p:grpSpPr>
          <a:xfrm>
            <a:off x="323641" y="4081763"/>
            <a:ext cx="457200" cy="457200"/>
            <a:chOff x="1020916" y="1442088"/>
            <a:chExt cx="457200" cy="457200"/>
          </a:xfrm>
        </p:grpSpPr>
        <p:pic>
          <p:nvPicPr>
            <p:cNvPr id="1134" name="Google Shape;1134;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35" name="Google Shape;1135;p9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4 CfU 4 options - blue">
  <p:cSld name="TITLE_AND_TWO_COLUMNS_1_1_8_2">
    <p:bg>
      <p:bgPr>
        <a:solidFill>
          <a:srgbClr val="EBEDFE"/>
        </a:solidFill>
      </p:bgPr>
    </p:bg>
    <p:spTree>
      <p:nvGrpSpPr>
        <p:cNvPr id="1136" name="Shape 1136"/>
        <p:cNvGrpSpPr/>
        <p:nvPr/>
      </p:nvGrpSpPr>
      <p:grpSpPr>
        <a:xfrm>
          <a:off x="0" y="0"/>
          <a:ext cx="0" cy="0"/>
        </a:xfrm>
      </p:grpSpPr>
      <p:pic>
        <p:nvPicPr>
          <p:cNvPr id="1137" name="Google Shape;1137;p96"/>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138" name="Google Shape;1138;p96"/>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139" name="Google Shape;1139;p96"/>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140" name="Google Shape;1140;p9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141" name="Google Shape;1141;p9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1142" name="Google Shape;1142;p96"/>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43" name="Google Shape;1143;p96"/>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44" name="Google Shape;1144;p96"/>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45" name="Google Shape;1145;p96"/>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46" name="Google Shape;1146;p96"/>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147" name="Google Shape;1147;p96"/>
          <p:cNvGrpSpPr/>
          <p:nvPr/>
        </p:nvGrpSpPr>
        <p:grpSpPr>
          <a:xfrm>
            <a:off x="323653" y="1652038"/>
            <a:ext cx="457200" cy="457200"/>
            <a:chOff x="1020916" y="1442088"/>
            <a:chExt cx="457200" cy="457200"/>
          </a:xfrm>
        </p:grpSpPr>
        <p:pic>
          <p:nvPicPr>
            <p:cNvPr id="1148" name="Google Shape;1148;p9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49" name="Google Shape;1149;p9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150" name="Google Shape;1150;p96"/>
          <p:cNvGrpSpPr/>
          <p:nvPr/>
        </p:nvGrpSpPr>
        <p:grpSpPr>
          <a:xfrm>
            <a:off x="323653" y="2461775"/>
            <a:ext cx="457200" cy="457200"/>
            <a:chOff x="1020916" y="1442088"/>
            <a:chExt cx="457200" cy="457200"/>
          </a:xfrm>
        </p:grpSpPr>
        <p:pic>
          <p:nvPicPr>
            <p:cNvPr id="1151" name="Google Shape;1151;p9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52" name="Google Shape;1152;p9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153" name="Google Shape;1153;p96"/>
          <p:cNvGrpSpPr/>
          <p:nvPr/>
        </p:nvGrpSpPr>
        <p:grpSpPr>
          <a:xfrm>
            <a:off x="323641" y="3271838"/>
            <a:ext cx="457200" cy="457200"/>
            <a:chOff x="1020916" y="1442088"/>
            <a:chExt cx="457200" cy="457200"/>
          </a:xfrm>
        </p:grpSpPr>
        <p:pic>
          <p:nvPicPr>
            <p:cNvPr id="1154" name="Google Shape;1154;p9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55" name="Google Shape;1155;p9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1156" name="Google Shape;1156;p96"/>
          <p:cNvGrpSpPr/>
          <p:nvPr/>
        </p:nvGrpSpPr>
        <p:grpSpPr>
          <a:xfrm>
            <a:off x="323641" y="4081763"/>
            <a:ext cx="457200" cy="457200"/>
            <a:chOff x="1020916" y="1442088"/>
            <a:chExt cx="457200" cy="457200"/>
          </a:xfrm>
        </p:grpSpPr>
        <p:pic>
          <p:nvPicPr>
            <p:cNvPr id="1157" name="Google Shape;1157;p9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58" name="Google Shape;1158;p9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4 CfU 4 options - pink">
  <p:cSld name="TITLE_AND_TWO_COLUMNS_1_1_8_1_1_1_1">
    <p:bg>
      <p:bgPr>
        <a:solidFill>
          <a:srgbClr val="FAEAF6"/>
        </a:solidFill>
      </p:bgPr>
    </p:bg>
    <p:spTree>
      <p:nvGrpSpPr>
        <p:cNvPr id="1159" name="Shape 1159"/>
        <p:cNvGrpSpPr/>
        <p:nvPr/>
      </p:nvGrpSpPr>
      <p:grpSpPr>
        <a:xfrm>
          <a:off x="0" y="0"/>
          <a:ext cx="0" cy="0"/>
        </a:xfrm>
      </p:grpSpPr>
      <p:pic>
        <p:nvPicPr>
          <p:cNvPr id="1160" name="Google Shape;1160;p9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161" name="Google Shape;1161;p97"/>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162" name="Google Shape;1162;p97"/>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163" name="Google Shape;1163;p9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164" name="Google Shape;1164;p9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1165" name="Google Shape;1165;p97"/>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66" name="Google Shape;1166;p97"/>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67" name="Google Shape;1167;p97"/>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68" name="Google Shape;1168;p97"/>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1169" name="Google Shape;1169;p97"/>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1170" name="Google Shape;1170;p97"/>
          <p:cNvGrpSpPr/>
          <p:nvPr/>
        </p:nvGrpSpPr>
        <p:grpSpPr>
          <a:xfrm>
            <a:off x="323653" y="1652038"/>
            <a:ext cx="457200" cy="457200"/>
            <a:chOff x="1020916" y="1442088"/>
            <a:chExt cx="457200" cy="457200"/>
          </a:xfrm>
        </p:grpSpPr>
        <p:pic>
          <p:nvPicPr>
            <p:cNvPr id="1171" name="Google Shape;1171;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72" name="Google Shape;1172;p9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173" name="Google Shape;1173;p97"/>
          <p:cNvGrpSpPr/>
          <p:nvPr/>
        </p:nvGrpSpPr>
        <p:grpSpPr>
          <a:xfrm>
            <a:off x="323653" y="2461775"/>
            <a:ext cx="457200" cy="457200"/>
            <a:chOff x="1020916" y="1442088"/>
            <a:chExt cx="457200" cy="457200"/>
          </a:xfrm>
        </p:grpSpPr>
        <p:pic>
          <p:nvPicPr>
            <p:cNvPr id="1174" name="Google Shape;1174;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75" name="Google Shape;1175;p9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176" name="Google Shape;1176;p97"/>
          <p:cNvGrpSpPr/>
          <p:nvPr/>
        </p:nvGrpSpPr>
        <p:grpSpPr>
          <a:xfrm>
            <a:off x="323641" y="3271838"/>
            <a:ext cx="457200" cy="457200"/>
            <a:chOff x="1020916" y="1442088"/>
            <a:chExt cx="457200" cy="457200"/>
          </a:xfrm>
        </p:grpSpPr>
        <p:pic>
          <p:nvPicPr>
            <p:cNvPr id="1177" name="Google Shape;1177;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78" name="Google Shape;1178;p9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1179" name="Google Shape;1179;p97"/>
          <p:cNvGrpSpPr/>
          <p:nvPr/>
        </p:nvGrpSpPr>
        <p:grpSpPr>
          <a:xfrm>
            <a:off x="323641" y="4081763"/>
            <a:ext cx="457200" cy="457200"/>
            <a:chOff x="1020916" y="1442088"/>
            <a:chExt cx="457200" cy="457200"/>
          </a:xfrm>
        </p:grpSpPr>
        <p:pic>
          <p:nvPicPr>
            <p:cNvPr id="1180" name="Google Shape;1180;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81" name="Google Shape;1181;p9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5 CfU 3 image options - purple">
  <p:cSld name="TITLE_AND_TWO_COLUMNS_1_1_7_1_1_2">
    <p:bg>
      <p:bgPr>
        <a:solidFill>
          <a:srgbClr val="F3EEFB"/>
        </a:solidFill>
      </p:bgPr>
    </p:bg>
    <p:spTree>
      <p:nvGrpSpPr>
        <p:cNvPr id="1182" name="Shape 1182"/>
        <p:cNvGrpSpPr/>
        <p:nvPr/>
      </p:nvGrpSpPr>
      <p:grpSpPr>
        <a:xfrm>
          <a:off x="0" y="0"/>
          <a:ext cx="0" cy="0"/>
        </a:xfrm>
      </p:grpSpPr>
      <p:pic>
        <p:nvPicPr>
          <p:cNvPr id="1183" name="Google Shape;1183;p98"/>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1184" name="Google Shape;1184;p98"/>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185" name="Google Shape;1185;p98"/>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186" name="Google Shape;1186;p98"/>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187" name="Google Shape;1187;p9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1188" name="Google Shape;1188;p98"/>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89" name="Google Shape;1189;p98"/>
          <p:cNvSpPr/>
          <p:nvPr>
            <p:ph type="pic" idx="3"/>
          </p:nvPr>
        </p:nvSpPr>
        <p:spPr>
          <a:xfrm>
            <a:off x="324000" y="1893950"/>
            <a:ext cx="2555400" cy="1939500"/>
          </a:xfrm>
          <a:prstGeom prst="rect">
            <a:avLst/>
          </a:prstGeom>
          <a:noFill/>
          <a:ln>
            <a:noFill/>
          </a:ln>
        </p:spPr>
        <p:txBody>
          <a:bodyPr/>
          <a:lstStyle/>
          <a:p/>
        </p:txBody>
      </p:sp>
      <p:sp>
        <p:nvSpPr>
          <p:cNvPr id="1190" name="Google Shape;1190;p98"/>
          <p:cNvSpPr/>
          <p:nvPr>
            <p:ph type="pic" idx="4"/>
          </p:nvPr>
        </p:nvSpPr>
        <p:spPr>
          <a:xfrm>
            <a:off x="6256800" y="1893950"/>
            <a:ext cx="2555400" cy="1939500"/>
          </a:xfrm>
          <a:prstGeom prst="rect">
            <a:avLst/>
          </a:prstGeom>
          <a:noFill/>
          <a:ln>
            <a:noFill/>
          </a:ln>
        </p:spPr>
        <p:txBody>
          <a:bodyPr/>
          <a:lstStyle/>
          <a:p/>
        </p:txBody>
      </p:sp>
      <p:sp>
        <p:nvSpPr>
          <p:cNvPr id="1191" name="Google Shape;1191;p98"/>
          <p:cNvSpPr/>
          <p:nvPr>
            <p:ph type="pic" idx="5"/>
          </p:nvPr>
        </p:nvSpPr>
        <p:spPr>
          <a:xfrm>
            <a:off x="3294300" y="1893950"/>
            <a:ext cx="2555400" cy="1939500"/>
          </a:xfrm>
          <a:prstGeom prst="rect">
            <a:avLst/>
          </a:prstGeom>
          <a:noFill/>
          <a:ln>
            <a:noFill/>
          </a:ln>
        </p:spPr>
        <p:txBody>
          <a:bodyPr/>
          <a:lstStyle/>
          <a:p/>
        </p:txBody>
      </p:sp>
      <p:sp>
        <p:nvSpPr>
          <p:cNvPr id="1192" name="Google Shape;1192;p98"/>
          <p:cNvSpPr txBox="1"/>
          <p:nvPr/>
        </p:nvSpPr>
        <p:spPr>
          <a:xfrm>
            <a:off x="1405513" y="4467089"/>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sp>
        <p:nvSpPr>
          <p:cNvPr id="1193" name="Google Shape;1193;p98"/>
          <p:cNvSpPr txBox="1"/>
          <p:nvPr/>
        </p:nvSpPr>
        <p:spPr>
          <a:xfrm>
            <a:off x="4368013" y="446712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sp>
        <p:nvSpPr>
          <p:cNvPr id="1194" name="Google Shape;1194;p98"/>
          <p:cNvSpPr txBox="1"/>
          <p:nvPr/>
        </p:nvSpPr>
        <p:spPr>
          <a:xfrm>
            <a:off x="7330513" y="446714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nvGrpSpPr>
          <p:cNvPr id="1195" name="Google Shape;1195;p98"/>
          <p:cNvGrpSpPr/>
          <p:nvPr/>
        </p:nvGrpSpPr>
        <p:grpSpPr>
          <a:xfrm>
            <a:off x="1381028" y="4148538"/>
            <a:ext cx="457200" cy="457200"/>
            <a:chOff x="1020916" y="1442088"/>
            <a:chExt cx="457200" cy="457200"/>
          </a:xfrm>
        </p:grpSpPr>
        <p:pic>
          <p:nvPicPr>
            <p:cNvPr id="1196" name="Google Shape;1196;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97" name="Google Shape;1197;p9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198" name="Google Shape;1198;p98"/>
          <p:cNvGrpSpPr/>
          <p:nvPr/>
        </p:nvGrpSpPr>
        <p:grpSpPr>
          <a:xfrm>
            <a:off x="4331066" y="4148550"/>
            <a:ext cx="457200" cy="457200"/>
            <a:chOff x="1020916" y="1442088"/>
            <a:chExt cx="457200" cy="457200"/>
          </a:xfrm>
        </p:grpSpPr>
        <p:pic>
          <p:nvPicPr>
            <p:cNvPr id="1199" name="Google Shape;1199;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00" name="Google Shape;1200;p9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201" name="Google Shape;1201;p98"/>
          <p:cNvGrpSpPr/>
          <p:nvPr/>
        </p:nvGrpSpPr>
        <p:grpSpPr>
          <a:xfrm>
            <a:off x="7305791" y="4148538"/>
            <a:ext cx="457200" cy="457200"/>
            <a:chOff x="1020916" y="1442088"/>
            <a:chExt cx="457200" cy="457200"/>
          </a:xfrm>
        </p:grpSpPr>
        <p:pic>
          <p:nvPicPr>
            <p:cNvPr id="1202" name="Google Shape;1202;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03" name="Google Shape;1203;p9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5 CfU 3 image options - jade">
  <p:cSld name="TITLE_AND_TWO_COLUMNS_1_1_7_1_1_1_2">
    <p:bg>
      <p:bgPr>
        <a:solidFill>
          <a:srgbClr val="E6F2F2"/>
        </a:solidFill>
      </p:bgPr>
    </p:bg>
    <p:spTree>
      <p:nvGrpSpPr>
        <p:cNvPr id="1204" name="Shape 1204"/>
        <p:cNvGrpSpPr/>
        <p:nvPr/>
      </p:nvGrpSpPr>
      <p:grpSpPr>
        <a:xfrm>
          <a:off x="0" y="0"/>
          <a:ext cx="0" cy="0"/>
        </a:xfrm>
      </p:grpSpPr>
      <p:pic>
        <p:nvPicPr>
          <p:cNvPr id="1205" name="Google Shape;1205;p9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206" name="Google Shape;1206;p99"/>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07" name="Google Shape;1207;p99"/>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208" name="Google Shape;1208;p99"/>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209" name="Google Shape;1209;p9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1210" name="Google Shape;1210;p99"/>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211" name="Google Shape;1211;p99"/>
          <p:cNvSpPr/>
          <p:nvPr>
            <p:ph type="pic" idx="3"/>
          </p:nvPr>
        </p:nvSpPr>
        <p:spPr>
          <a:xfrm>
            <a:off x="324000" y="1893950"/>
            <a:ext cx="2555400" cy="1939500"/>
          </a:xfrm>
          <a:prstGeom prst="rect">
            <a:avLst/>
          </a:prstGeom>
          <a:noFill/>
          <a:ln>
            <a:noFill/>
          </a:ln>
        </p:spPr>
        <p:txBody>
          <a:bodyPr/>
          <a:lstStyle/>
          <a:p/>
        </p:txBody>
      </p:sp>
      <p:sp>
        <p:nvSpPr>
          <p:cNvPr id="1212" name="Google Shape;1212;p99"/>
          <p:cNvSpPr/>
          <p:nvPr>
            <p:ph type="pic" idx="4"/>
          </p:nvPr>
        </p:nvSpPr>
        <p:spPr>
          <a:xfrm>
            <a:off x="6256800" y="1893950"/>
            <a:ext cx="2555400" cy="1939500"/>
          </a:xfrm>
          <a:prstGeom prst="rect">
            <a:avLst/>
          </a:prstGeom>
          <a:noFill/>
          <a:ln>
            <a:noFill/>
          </a:ln>
        </p:spPr>
        <p:txBody>
          <a:bodyPr/>
          <a:lstStyle/>
          <a:p/>
        </p:txBody>
      </p:sp>
      <p:sp>
        <p:nvSpPr>
          <p:cNvPr id="1213" name="Google Shape;1213;p99"/>
          <p:cNvSpPr/>
          <p:nvPr>
            <p:ph type="pic" idx="5"/>
          </p:nvPr>
        </p:nvSpPr>
        <p:spPr>
          <a:xfrm>
            <a:off x="3294300" y="1893950"/>
            <a:ext cx="2555400" cy="1939500"/>
          </a:xfrm>
          <a:prstGeom prst="rect">
            <a:avLst/>
          </a:prstGeom>
          <a:noFill/>
          <a:ln>
            <a:noFill/>
          </a:ln>
        </p:spPr>
        <p:txBody>
          <a:bodyPr/>
          <a:lstStyle/>
          <a:p/>
        </p:txBody>
      </p:sp>
      <p:sp>
        <p:nvSpPr>
          <p:cNvPr id="1214" name="Google Shape;1214;p99"/>
          <p:cNvSpPr txBox="1"/>
          <p:nvPr/>
        </p:nvSpPr>
        <p:spPr>
          <a:xfrm>
            <a:off x="1405513" y="4467089"/>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sp>
        <p:nvSpPr>
          <p:cNvPr id="1215" name="Google Shape;1215;p99"/>
          <p:cNvSpPr txBox="1"/>
          <p:nvPr/>
        </p:nvSpPr>
        <p:spPr>
          <a:xfrm>
            <a:off x="4368013" y="446712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sp>
        <p:nvSpPr>
          <p:cNvPr id="1216" name="Google Shape;1216;p99"/>
          <p:cNvSpPr txBox="1"/>
          <p:nvPr/>
        </p:nvSpPr>
        <p:spPr>
          <a:xfrm>
            <a:off x="7330513" y="446714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nvGrpSpPr>
          <p:cNvPr id="1217" name="Google Shape;1217;p99"/>
          <p:cNvGrpSpPr/>
          <p:nvPr/>
        </p:nvGrpSpPr>
        <p:grpSpPr>
          <a:xfrm>
            <a:off x="1381028" y="4148538"/>
            <a:ext cx="457200" cy="457200"/>
            <a:chOff x="1020916" y="1442088"/>
            <a:chExt cx="457200" cy="457200"/>
          </a:xfrm>
        </p:grpSpPr>
        <p:pic>
          <p:nvPicPr>
            <p:cNvPr id="1218" name="Google Shape;1218;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19" name="Google Shape;1219;p9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220" name="Google Shape;1220;p99"/>
          <p:cNvGrpSpPr/>
          <p:nvPr/>
        </p:nvGrpSpPr>
        <p:grpSpPr>
          <a:xfrm>
            <a:off x="4331066" y="4148550"/>
            <a:ext cx="457200" cy="457200"/>
            <a:chOff x="1020916" y="1442088"/>
            <a:chExt cx="457200" cy="457200"/>
          </a:xfrm>
        </p:grpSpPr>
        <p:pic>
          <p:nvPicPr>
            <p:cNvPr id="1221" name="Google Shape;1221;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22" name="Google Shape;1222;p9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223" name="Google Shape;1223;p99"/>
          <p:cNvGrpSpPr/>
          <p:nvPr/>
        </p:nvGrpSpPr>
        <p:grpSpPr>
          <a:xfrm>
            <a:off x="7305791" y="4148538"/>
            <a:ext cx="457200" cy="457200"/>
            <a:chOff x="1020916" y="1442088"/>
            <a:chExt cx="457200" cy="457200"/>
          </a:xfrm>
        </p:grpSpPr>
        <p:pic>
          <p:nvPicPr>
            <p:cNvPr id="1224" name="Google Shape;1224;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25" name="Google Shape;1225;p9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5 CfU 3  image options - blue ">
  <p:cSld name="TITLE_AND_TWO_COLUMNS_1_1_7_2_1">
    <p:bg>
      <p:bgPr>
        <a:solidFill>
          <a:srgbClr val="EBEDFE"/>
        </a:solidFill>
      </p:bgPr>
    </p:bg>
    <p:spTree>
      <p:nvGrpSpPr>
        <p:cNvPr id="1226" name="Shape 1226"/>
        <p:cNvGrpSpPr/>
        <p:nvPr/>
      </p:nvGrpSpPr>
      <p:grpSpPr>
        <a:xfrm>
          <a:off x="0" y="0"/>
          <a:ext cx="0" cy="0"/>
        </a:xfrm>
      </p:grpSpPr>
      <p:pic>
        <p:nvPicPr>
          <p:cNvPr id="1227" name="Google Shape;1227;p100"/>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228" name="Google Shape;1228;p100"/>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29" name="Google Shape;1229;p100"/>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1230" name="Google Shape;1230;p10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231" name="Google Shape;1231;p10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1232" name="Google Shape;1232;p100"/>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233" name="Google Shape;1233;p100"/>
          <p:cNvSpPr/>
          <p:nvPr>
            <p:ph type="pic" idx="3"/>
          </p:nvPr>
        </p:nvSpPr>
        <p:spPr>
          <a:xfrm>
            <a:off x="324000" y="1893950"/>
            <a:ext cx="2555400" cy="1939500"/>
          </a:xfrm>
          <a:prstGeom prst="rect">
            <a:avLst/>
          </a:prstGeom>
          <a:noFill/>
          <a:ln>
            <a:noFill/>
          </a:ln>
        </p:spPr>
        <p:txBody>
          <a:bodyPr/>
          <a:lstStyle/>
          <a:p/>
        </p:txBody>
      </p:sp>
      <p:sp>
        <p:nvSpPr>
          <p:cNvPr id="1234" name="Google Shape;1234;p100"/>
          <p:cNvSpPr/>
          <p:nvPr>
            <p:ph type="pic" idx="4"/>
          </p:nvPr>
        </p:nvSpPr>
        <p:spPr>
          <a:xfrm>
            <a:off x="6256800" y="1893950"/>
            <a:ext cx="2555400" cy="1939500"/>
          </a:xfrm>
          <a:prstGeom prst="rect">
            <a:avLst/>
          </a:prstGeom>
          <a:noFill/>
          <a:ln>
            <a:noFill/>
          </a:ln>
        </p:spPr>
        <p:txBody>
          <a:bodyPr/>
          <a:lstStyle/>
          <a:p/>
        </p:txBody>
      </p:sp>
      <p:sp>
        <p:nvSpPr>
          <p:cNvPr id="1235" name="Google Shape;1235;p100"/>
          <p:cNvSpPr/>
          <p:nvPr>
            <p:ph type="pic" idx="5"/>
          </p:nvPr>
        </p:nvSpPr>
        <p:spPr>
          <a:xfrm>
            <a:off x="3294300" y="1893950"/>
            <a:ext cx="2555400" cy="1939500"/>
          </a:xfrm>
          <a:prstGeom prst="rect">
            <a:avLst/>
          </a:prstGeom>
          <a:noFill/>
          <a:ln>
            <a:noFill/>
          </a:ln>
        </p:spPr>
        <p:txBody>
          <a:bodyPr/>
          <a:lstStyle/>
          <a:p/>
        </p:txBody>
      </p:sp>
      <p:sp>
        <p:nvSpPr>
          <p:cNvPr id="1236" name="Google Shape;1236;p100"/>
          <p:cNvSpPr txBox="1"/>
          <p:nvPr/>
        </p:nvSpPr>
        <p:spPr>
          <a:xfrm>
            <a:off x="1405513" y="4467089"/>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sp>
        <p:nvSpPr>
          <p:cNvPr id="1237" name="Google Shape;1237;p100"/>
          <p:cNvSpPr txBox="1"/>
          <p:nvPr/>
        </p:nvSpPr>
        <p:spPr>
          <a:xfrm>
            <a:off x="4368013" y="446712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sp>
        <p:nvSpPr>
          <p:cNvPr id="1238" name="Google Shape;1238;p100"/>
          <p:cNvSpPr txBox="1"/>
          <p:nvPr/>
        </p:nvSpPr>
        <p:spPr>
          <a:xfrm>
            <a:off x="7330513" y="446714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grpSp>
        <p:nvGrpSpPr>
          <p:cNvPr id="1239" name="Google Shape;1239;p100"/>
          <p:cNvGrpSpPr/>
          <p:nvPr/>
        </p:nvGrpSpPr>
        <p:grpSpPr>
          <a:xfrm>
            <a:off x="1381028" y="4148538"/>
            <a:ext cx="457200" cy="457200"/>
            <a:chOff x="1020916" y="1442088"/>
            <a:chExt cx="457200" cy="457200"/>
          </a:xfrm>
        </p:grpSpPr>
        <p:pic>
          <p:nvPicPr>
            <p:cNvPr id="1240" name="Google Shape;1240;p10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41" name="Google Shape;1241;p10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242" name="Google Shape;1242;p100"/>
          <p:cNvGrpSpPr/>
          <p:nvPr/>
        </p:nvGrpSpPr>
        <p:grpSpPr>
          <a:xfrm>
            <a:off x="4331066" y="4148550"/>
            <a:ext cx="457200" cy="457200"/>
            <a:chOff x="1020916" y="1442088"/>
            <a:chExt cx="457200" cy="457200"/>
          </a:xfrm>
        </p:grpSpPr>
        <p:pic>
          <p:nvPicPr>
            <p:cNvPr id="1243" name="Google Shape;1243;p10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44" name="Google Shape;1244;p10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245" name="Google Shape;1245;p100"/>
          <p:cNvGrpSpPr/>
          <p:nvPr/>
        </p:nvGrpSpPr>
        <p:grpSpPr>
          <a:xfrm>
            <a:off x="7305791" y="4148538"/>
            <a:ext cx="457200" cy="457200"/>
            <a:chOff x="1020916" y="1442088"/>
            <a:chExt cx="457200" cy="457200"/>
          </a:xfrm>
        </p:grpSpPr>
        <p:pic>
          <p:nvPicPr>
            <p:cNvPr id="1246" name="Google Shape;1246;p10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47" name="Google Shape;1247;p10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9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5 CfU 3 image options - pink">
  <p:cSld name="TITLE_AND_TWO_COLUMNS_1_1_7_1_1_1_1_1">
    <p:bg>
      <p:bgPr>
        <a:solidFill>
          <a:srgbClr val="FAEAF6"/>
        </a:solidFill>
      </p:bgPr>
    </p:bg>
    <p:spTree>
      <p:nvGrpSpPr>
        <p:cNvPr id="1248" name="Shape 1248"/>
        <p:cNvGrpSpPr/>
        <p:nvPr/>
      </p:nvGrpSpPr>
      <p:grpSpPr>
        <a:xfrm>
          <a:off x="0" y="0"/>
          <a:ext cx="0" cy="0"/>
        </a:xfrm>
      </p:grpSpPr>
      <p:pic>
        <p:nvPicPr>
          <p:cNvPr id="1249" name="Google Shape;1249;p10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250" name="Google Shape;1250;p101"/>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51" name="Google Shape;1251;p101"/>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252" name="Google Shape;1252;p101"/>
          <p:cNvSpPr txBox="1"/>
          <p:nvPr/>
        </p:nvSpPr>
        <p:spPr>
          <a:xfrm>
            <a:off x="1405513" y="4467089"/>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A</a:t>
            </a:r>
            <a:endParaRPr sz="1800" b="1">
              <a:solidFill>
                <a:schemeClr val="lt1"/>
              </a:solidFill>
              <a:latin typeface="Lexend"/>
              <a:ea typeface="Lexend"/>
              <a:cs typeface="Lexend"/>
              <a:sym typeface="Lexend"/>
            </a:endParaRPr>
          </a:p>
        </p:txBody>
      </p:sp>
      <p:sp>
        <p:nvSpPr>
          <p:cNvPr id="1253" name="Google Shape;1253;p101"/>
          <p:cNvSpPr txBox="1"/>
          <p:nvPr/>
        </p:nvSpPr>
        <p:spPr>
          <a:xfrm>
            <a:off x="4368013" y="4467126"/>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B</a:t>
            </a:r>
            <a:endParaRPr sz="1800" b="1">
              <a:solidFill>
                <a:schemeClr val="lt1"/>
              </a:solidFill>
              <a:latin typeface="Lexend"/>
              <a:ea typeface="Lexend"/>
              <a:cs typeface="Lexend"/>
              <a:sym typeface="Lexend"/>
            </a:endParaRPr>
          </a:p>
        </p:txBody>
      </p:sp>
      <p:sp>
        <p:nvSpPr>
          <p:cNvPr id="1254" name="Google Shape;1254;p101"/>
          <p:cNvSpPr txBox="1"/>
          <p:nvPr/>
        </p:nvSpPr>
        <p:spPr>
          <a:xfrm>
            <a:off x="7330513" y="4467142"/>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C</a:t>
            </a:r>
            <a:endParaRPr sz="1800" b="1">
              <a:solidFill>
                <a:schemeClr val="lt1"/>
              </a:solidFill>
              <a:latin typeface="Lexend"/>
              <a:ea typeface="Lexend"/>
              <a:cs typeface="Lexend"/>
              <a:sym typeface="Lexend"/>
            </a:endParaRPr>
          </a:p>
        </p:txBody>
      </p:sp>
      <p:pic>
        <p:nvPicPr>
          <p:cNvPr id="1255" name="Google Shape;1255;p10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256" name="Google Shape;1256;p10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1257" name="Google Shape;1257;p101"/>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258" name="Google Shape;1258;p101"/>
          <p:cNvSpPr/>
          <p:nvPr>
            <p:ph type="pic" idx="3"/>
          </p:nvPr>
        </p:nvSpPr>
        <p:spPr>
          <a:xfrm>
            <a:off x="324000" y="1893950"/>
            <a:ext cx="2555400" cy="1939500"/>
          </a:xfrm>
          <a:prstGeom prst="rect">
            <a:avLst/>
          </a:prstGeom>
          <a:noFill/>
          <a:ln>
            <a:noFill/>
          </a:ln>
        </p:spPr>
        <p:txBody>
          <a:bodyPr/>
          <a:lstStyle/>
          <a:p/>
        </p:txBody>
      </p:sp>
      <p:sp>
        <p:nvSpPr>
          <p:cNvPr id="1259" name="Google Shape;1259;p101"/>
          <p:cNvSpPr/>
          <p:nvPr>
            <p:ph type="pic" idx="4"/>
          </p:nvPr>
        </p:nvSpPr>
        <p:spPr>
          <a:xfrm>
            <a:off x="6256800" y="1893950"/>
            <a:ext cx="2555400" cy="1939500"/>
          </a:xfrm>
          <a:prstGeom prst="rect">
            <a:avLst/>
          </a:prstGeom>
          <a:noFill/>
          <a:ln>
            <a:noFill/>
          </a:ln>
        </p:spPr>
        <p:txBody>
          <a:bodyPr/>
          <a:lstStyle/>
          <a:p/>
        </p:txBody>
      </p:sp>
      <p:sp>
        <p:nvSpPr>
          <p:cNvPr id="1260" name="Google Shape;1260;p101"/>
          <p:cNvSpPr/>
          <p:nvPr>
            <p:ph type="pic" idx="5"/>
          </p:nvPr>
        </p:nvSpPr>
        <p:spPr>
          <a:xfrm>
            <a:off x="3294300" y="1893950"/>
            <a:ext cx="2555400" cy="1939500"/>
          </a:xfrm>
          <a:prstGeom prst="rect">
            <a:avLst/>
          </a:prstGeom>
          <a:noFill/>
          <a:ln>
            <a:noFill/>
          </a:ln>
        </p:spPr>
        <p:txBody>
          <a:bodyPr/>
          <a:lstStyle/>
          <a:p/>
        </p:txBody>
      </p:sp>
      <p:grpSp>
        <p:nvGrpSpPr>
          <p:cNvPr id="1261" name="Google Shape;1261;p101"/>
          <p:cNvGrpSpPr/>
          <p:nvPr/>
        </p:nvGrpSpPr>
        <p:grpSpPr>
          <a:xfrm>
            <a:off x="1381028" y="4148538"/>
            <a:ext cx="457200" cy="457200"/>
            <a:chOff x="1020916" y="1442088"/>
            <a:chExt cx="457200" cy="457200"/>
          </a:xfrm>
        </p:grpSpPr>
        <p:pic>
          <p:nvPicPr>
            <p:cNvPr id="1262" name="Google Shape;1262;p10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63" name="Google Shape;1263;p10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1264" name="Google Shape;1264;p101"/>
          <p:cNvGrpSpPr/>
          <p:nvPr/>
        </p:nvGrpSpPr>
        <p:grpSpPr>
          <a:xfrm>
            <a:off x="4331066" y="4148550"/>
            <a:ext cx="457200" cy="457200"/>
            <a:chOff x="1020916" y="1442088"/>
            <a:chExt cx="457200" cy="457200"/>
          </a:xfrm>
        </p:grpSpPr>
        <p:pic>
          <p:nvPicPr>
            <p:cNvPr id="1265" name="Google Shape;1265;p10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66" name="Google Shape;1266;p10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1267" name="Google Shape;1267;p101"/>
          <p:cNvGrpSpPr/>
          <p:nvPr/>
        </p:nvGrpSpPr>
        <p:grpSpPr>
          <a:xfrm>
            <a:off x="7305791" y="4148538"/>
            <a:ext cx="457200" cy="457200"/>
            <a:chOff x="1020916" y="1442088"/>
            <a:chExt cx="457200" cy="457200"/>
          </a:xfrm>
        </p:grpSpPr>
        <p:pic>
          <p:nvPicPr>
            <p:cNvPr id="1268" name="Google Shape;1268;p10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69" name="Google Shape;1269;p10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10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6 CfU blank - purple ">
  <p:cSld name="TITLE_AND_TWO_COLUMNS_1_1_6_2">
    <p:bg>
      <p:bgPr>
        <a:solidFill>
          <a:srgbClr val="F3EEFB"/>
        </a:solidFill>
      </p:bgPr>
    </p:bg>
    <p:spTree>
      <p:nvGrpSpPr>
        <p:cNvPr id="1270" name="Shape 1270"/>
        <p:cNvGrpSpPr/>
        <p:nvPr/>
      </p:nvGrpSpPr>
      <p:grpSpPr>
        <a:xfrm>
          <a:off x="0" y="0"/>
          <a:ext cx="0" cy="0"/>
        </a:xfrm>
      </p:grpSpPr>
      <p:pic>
        <p:nvPicPr>
          <p:cNvPr id="1271" name="Google Shape;1271;p102"/>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1272" name="Google Shape;1272;p102"/>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73" name="Google Shape;1273;p10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1274" name="Google Shape;1274;p10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275" name="Google Shape;1275;p10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1276" name="Google Shape;1276;p10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10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6 CfU blank - jade ">
  <p:cSld name="TITLE_AND_TWO_COLUMNS_1_1_6_2_3_1">
    <p:bg>
      <p:bgPr>
        <a:solidFill>
          <a:srgbClr val="E6F2F2"/>
        </a:solidFill>
      </p:bgPr>
    </p:bg>
    <p:spTree>
      <p:nvGrpSpPr>
        <p:cNvPr id="1277" name="Shape 1277"/>
        <p:cNvGrpSpPr/>
        <p:nvPr/>
      </p:nvGrpSpPr>
      <p:grpSpPr>
        <a:xfrm>
          <a:off x="0" y="0"/>
          <a:ext cx="0" cy="0"/>
        </a:xfrm>
      </p:grpSpPr>
      <p:pic>
        <p:nvPicPr>
          <p:cNvPr id="1278" name="Google Shape;1278;p10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279" name="Google Shape;1279;p10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80" name="Google Shape;1280;p10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1281" name="Google Shape;1281;p10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282" name="Google Shape;1282;p10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1283" name="Google Shape;1283;p10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10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6 CfU blank - blue ">
  <p:cSld name="TITLE_AND_TWO_COLUMNS_1_1_6_3">
    <p:bg>
      <p:bgPr>
        <a:solidFill>
          <a:srgbClr val="EBEDFE"/>
        </a:solidFill>
      </p:bgPr>
    </p:bg>
    <p:spTree>
      <p:nvGrpSpPr>
        <p:cNvPr id="1284" name="Shape 1284"/>
        <p:cNvGrpSpPr/>
        <p:nvPr/>
      </p:nvGrpSpPr>
      <p:grpSpPr>
        <a:xfrm>
          <a:off x="0" y="0"/>
          <a:ext cx="0" cy="0"/>
        </a:xfrm>
      </p:grpSpPr>
      <p:pic>
        <p:nvPicPr>
          <p:cNvPr id="1285" name="Google Shape;1285;p10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286" name="Google Shape;1286;p10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87" name="Google Shape;1287;p10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1288" name="Google Shape;1288;p10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289" name="Google Shape;1289;p10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1290" name="Google Shape;1290;p104"/>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10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6 CfU blank - pink ">
  <p:cSld name="TITLE_AND_TWO_COLUMNS_1_1_6_2_3_1_1">
    <p:bg>
      <p:bgPr>
        <a:solidFill>
          <a:srgbClr val="FAEAF6"/>
        </a:solidFill>
      </p:bgPr>
    </p:bg>
    <p:spTree>
      <p:nvGrpSpPr>
        <p:cNvPr id="1291" name="Shape 1291"/>
        <p:cNvGrpSpPr/>
        <p:nvPr/>
      </p:nvGrpSpPr>
      <p:grpSpPr>
        <a:xfrm>
          <a:off x="0" y="0"/>
          <a:ext cx="0" cy="0"/>
        </a:xfrm>
      </p:grpSpPr>
      <p:pic>
        <p:nvPicPr>
          <p:cNvPr id="1292" name="Google Shape;1292;p10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293" name="Google Shape;1293;p10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294" name="Google Shape;1294;p10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1295" name="Google Shape;1295;p10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296" name="Google Shape;1296;p10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1297" name="Google Shape;1297;p10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10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7 Practice - purple ">
  <p:cSld name="TITLE_AND_TWO_COLUMNS_1_1_5_1_3_1_1">
    <p:spTree>
      <p:nvGrpSpPr>
        <p:cNvPr id="1298" name="Shape 1298"/>
        <p:cNvGrpSpPr/>
        <p:nvPr/>
      </p:nvGrpSpPr>
      <p:grpSpPr>
        <a:xfrm>
          <a:off x="0" y="0"/>
          <a:ext cx="0" cy="0"/>
        </a:xfrm>
      </p:grpSpPr>
      <p:pic>
        <p:nvPicPr>
          <p:cNvPr id="1299" name="Google Shape;1299;p106"/>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1300" name="Google Shape;1300;p106"/>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01" name="Google Shape;1301;p106"/>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02" name="Google Shape;1302;p106"/>
          <p:cNvSpPr txBox="1"/>
          <p:nvPr/>
        </p:nvSpPr>
        <p:spPr>
          <a:xfrm>
            <a:off x="324000" y="45525"/>
            <a:ext cx="10803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A</a:t>
            </a:r>
            <a:endParaRPr sz="2000" b="1">
              <a:solidFill>
                <a:schemeClr val="lt1"/>
              </a:solidFill>
              <a:latin typeface="Lexend"/>
              <a:ea typeface="Lexend"/>
              <a:cs typeface="Lexend"/>
              <a:sym typeface="Lexend"/>
            </a:endParaRPr>
          </a:p>
        </p:txBody>
      </p:sp>
      <p:sp>
        <p:nvSpPr>
          <p:cNvPr id="1303" name="Google Shape;1303;p106"/>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04" name="Google Shape;1304;p106"/>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1305" name="Google Shape;1305;p10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spTree>
  </p:cSld>
  <p:clrMapOvr>
    <a:masterClrMapping/>
  </p:clrMapOvr>
  <p:transition/>
  <p:timing/>
</p:sldLayout>
</file>

<file path=ppt/slideLayouts/slideLayout10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7 Practice - jade">
  <p:cSld name="TITLE_AND_TWO_COLUMNS_1_1_5_1_3_1_1_1_1">
    <p:spTree>
      <p:nvGrpSpPr>
        <p:cNvPr id="1306" name="Shape 1306"/>
        <p:cNvGrpSpPr/>
        <p:nvPr/>
      </p:nvGrpSpPr>
      <p:grpSpPr>
        <a:xfrm>
          <a:off x="0" y="0"/>
          <a:ext cx="0" cy="0"/>
        </a:xfrm>
      </p:grpSpPr>
      <p:pic>
        <p:nvPicPr>
          <p:cNvPr id="1307" name="Google Shape;1307;p10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308" name="Google Shape;1308;p107"/>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09" name="Google Shape;1309;p107"/>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10" name="Google Shape;1310;p10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Practice</a:t>
            </a:r>
            <a:endParaRPr sz="900" b="1">
              <a:solidFill>
                <a:srgbClr val="E6F2F2"/>
              </a:solidFill>
              <a:latin typeface="Lexend"/>
              <a:ea typeface="Lexend"/>
              <a:cs typeface="Lexend"/>
              <a:sym typeface="Lexend"/>
            </a:endParaRPr>
          </a:p>
        </p:txBody>
      </p:sp>
      <p:sp>
        <p:nvSpPr>
          <p:cNvPr id="1311" name="Google Shape;1311;p107"/>
          <p:cNvSpPr txBox="1"/>
          <p:nvPr/>
        </p:nvSpPr>
        <p:spPr>
          <a:xfrm>
            <a:off x="324000" y="45525"/>
            <a:ext cx="15087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B</a:t>
            </a:r>
            <a:endParaRPr sz="2000" b="1">
              <a:solidFill>
                <a:schemeClr val="lt1"/>
              </a:solidFill>
              <a:latin typeface="Lexend"/>
              <a:ea typeface="Lexend"/>
              <a:cs typeface="Lexend"/>
              <a:sym typeface="Lexend"/>
            </a:endParaRPr>
          </a:p>
        </p:txBody>
      </p:sp>
      <p:sp>
        <p:nvSpPr>
          <p:cNvPr id="1312" name="Google Shape;1312;p107"/>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13" name="Google Shape;1313;p107"/>
          <p:cNvPicPr preferRelativeResize="0"/>
          <p:nvPr/>
        </p:nvPicPr>
        <p:blipFill>
          <a:blip r:embed="rId2">
            <a:alphaModFix/>
          </a:blip>
          <a:stretch>
            <a:fillRect/>
          </a:stretch>
        </p:blipFill>
        <p:spPr>
          <a:xfrm>
            <a:off x="8517493" y="-11474"/>
            <a:ext cx="499700" cy="499700"/>
          </a:xfrm>
          <a:prstGeom prst="rect">
            <a:avLst/>
          </a:prstGeom>
          <a:noFill/>
          <a:ln>
            <a:noFill/>
          </a:ln>
        </p:spPr>
      </p:pic>
    </p:spTree>
  </p:cSld>
  <p:clrMapOvr>
    <a:masterClrMapping/>
  </p:clrMapOvr>
  <p:transition/>
  <p:timing/>
</p:sldLayout>
</file>

<file path=ppt/slideLayouts/slideLayout10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7 Practice - blue ">
  <p:cSld name="TITLE_AND_TWO_COLUMNS_1_1_5_1_3_1_2">
    <p:spTree>
      <p:nvGrpSpPr>
        <p:cNvPr id="1314" name="Shape 1314"/>
        <p:cNvGrpSpPr/>
        <p:nvPr/>
      </p:nvGrpSpPr>
      <p:grpSpPr>
        <a:xfrm>
          <a:off x="0" y="0"/>
          <a:ext cx="0" cy="0"/>
        </a:xfrm>
      </p:grpSpPr>
      <p:pic>
        <p:nvPicPr>
          <p:cNvPr id="1315" name="Google Shape;1315;p108"/>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316" name="Google Shape;1316;p108"/>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17" name="Google Shape;1317;p108"/>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18" name="Google Shape;1318;p10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sp>
        <p:nvSpPr>
          <p:cNvPr id="1319" name="Google Shape;1319;p108"/>
          <p:cNvSpPr txBox="1"/>
          <p:nvPr/>
        </p:nvSpPr>
        <p:spPr>
          <a:xfrm>
            <a:off x="324000" y="45525"/>
            <a:ext cx="10191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C</a:t>
            </a:r>
            <a:endParaRPr sz="2000" b="1">
              <a:solidFill>
                <a:schemeClr val="lt1"/>
              </a:solidFill>
              <a:latin typeface="Lexend"/>
              <a:ea typeface="Lexend"/>
              <a:cs typeface="Lexend"/>
              <a:sym typeface="Lexend"/>
            </a:endParaRPr>
          </a:p>
        </p:txBody>
      </p:sp>
      <p:sp>
        <p:nvSpPr>
          <p:cNvPr id="1320" name="Google Shape;1320;p108"/>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21" name="Google Shape;1321;p108"/>
          <p:cNvPicPr preferRelativeResize="0"/>
          <p:nvPr/>
        </p:nvPicPr>
        <p:blipFill>
          <a:blip r:embed="rId2">
            <a:alphaModFix/>
          </a:blip>
          <a:stretch>
            <a:fillRect/>
          </a:stretch>
        </p:blipFill>
        <p:spPr>
          <a:xfrm>
            <a:off x="8517493" y="-11474"/>
            <a:ext cx="499700" cy="499700"/>
          </a:xfrm>
          <a:prstGeom prst="rect">
            <a:avLst/>
          </a:prstGeom>
          <a:noFill/>
          <a:ln>
            <a:noFill/>
          </a:ln>
        </p:spPr>
      </p:pic>
    </p:spTree>
  </p:cSld>
  <p:clrMapOvr>
    <a:masterClrMapping/>
  </p:clrMapOvr>
  <p:transition/>
  <p:timing/>
</p:sldLayout>
</file>

<file path=ppt/slideLayouts/slideLayout10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7 Practice - pink">
  <p:cSld name="TITLE_AND_TWO_COLUMNS_1_1_5_1_3_1_1_1_1_1">
    <p:spTree>
      <p:nvGrpSpPr>
        <p:cNvPr id="1322" name="Shape 1322"/>
        <p:cNvGrpSpPr/>
        <p:nvPr/>
      </p:nvGrpSpPr>
      <p:grpSpPr>
        <a:xfrm>
          <a:off x="0" y="0"/>
          <a:ext cx="0" cy="0"/>
        </a:xfrm>
      </p:grpSpPr>
      <p:pic>
        <p:nvPicPr>
          <p:cNvPr id="1323" name="Google Shape;1323;p10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324" name="Google Shape;1324;p109"/>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25" name="Google Shape;1325;p109"/>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26" name="Google Shape;1326;p10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Practice</a:t>
            </a:r>
            <a:endParaRPr sz="900" b="1">
              <a:solidFill>
                <a:srgbClr val="FAEAF6"/>
              </a:solidFill>
              <a:latin typeface="Lexend"/>
              <a:ea typeface="Lexend"/>
              <a:cs typeface="Lexend"/>
              <a:sym typeface="Lexend"/>
            </a:endParaRPr>
          </a:p>
        </p:txBody>
      </p:sp>
      <p:sp>
        <p:nvSpPr>
          <p:cNvPr id="1327" name="Google Shape;1327;p109"/>
          <p:cNvSpPr txBox="1"/>
          <p:nvPr/>
        </p:nvSpPr>
        <p:spPr>
          <a:xfrm>
            <a:off x="324000" y="45525"/>
            <a:ext cx="10419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D</a:t>
            </a:r>
            <a:endParaRPr sz="2000" b="1">
              <a:solidFill>
                <a:schemeClr val="lt1"/>
              </a:solidFill>
              <a:latin typeface="Lexend"/>
              <a:ea typeface="Lexend"/>
              <a:cs typeface="Lexend"/>
              <a:sym typeface="Lexend"/>
            </a:endParaRPr>
          </a:p>
        </p:txBody>
      </p:sp>
      <p:sp>
        <p:nvSpPr>
          <p:cNvPr id="1328" name="Google Shape;1328;p109"/>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29" name="Google Shape;1329;p109"/>
          <p:cNvPicPr preferRelativeResize="0"/>
          <p:nvPr/>
        </p:nvPicPr>
        <p:blipFill>
          <a:blip r:embed="rId2">
            <a:alphaModFix/>
          </a:blip>
          <a:stretch>
            <a:fillRect/>
          </a:stretch>
        </p:blipFill>
        <p:spPr>
          <a:xfrm>
            <a:off x="8517493" y="-11474"/>
            <a:ext cx="499700" cy="499700"/>
          </a:xfrm>
          <a:prstGeom prst="rect">
            <a:avLst/>
          </a:prstGeom>
          <a:noFill/>
          <a:ln>
            <a:noFill/>
          </a:ln>
        </p:spPr>
      </p:pic>
    </p:spTree>
  </p:cSld>
  <p:clrMapOvr>
    <a:masterClrMapping/>
  </p:clrMapOvr>
  <p:transition/>
  <p:timing/>
</p:sldLayout>
</file>

<file path=ppt/slideLayouts/slideLayout10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8 Feedback - purple">
  <p:cSld name="TITLE_AND_TWO_COLUMNS_1_1_5_1_3_1_1_1">
    <p:bg>
      <p:bgPr>
        <a:solidFill>
          <a:srgbClr val="F3EEFB"/>
        </a:solidFill>
      </p:bgPr>
    </p:bg>
    <p:spTree>
      <p:nvGrpSpPr>
        <p:cNvPr id="1330" name="Shape 1330"/>
        <p:cNvGrpSpPr/>
        <p:nvPr/>
      </p:nvGrpSpPr>
      <p:grpSpPr>
        <a:xfrm>
          <a:off x="0" y="0"/>
          <a:ext cx="0" cy="0"/>
        </a:xfrm>
      </p:grpSpPr>
      <p:pic>
        <p:nvPicPr>
          <p:cNvPr id="1331" name="Google Shape;1331;p110"/>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1332" name="Google Shape;1332;p110"/>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33" name="Google Shape;1333;p11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34" name="Google Shape;1334;p110"/>
          <p:cNvSpPr txBox="1"/>
          <p:nvPr/>
        </p:nvSpPr>
        <p:spPr>
          <a:xfrm>
            <a:off x="324000" y="45525"/>
            <a:ext cx="15654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A</a:t>
            </a:r>
            <a:endParaRPr sz="2000" b="1">
              <a:solidFill>
                <a:schemeClr val="lt1"/>
              </a:solidFill>
              <a:latin typeface="Lexend"/>
              <a:ea typeface="Lexend"/>
              <a:cs typeface="Lexend"/>
              <a:sym typeface="Lexend"/>
            </a:endParaRPr>
          </a:p>
        </p:txBody>
      </p:sp>
      <p:sp>
        <p:nvSpPr>
          <p:cNvPr id="1335" name="Google Shape;1335;p110"/>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36" name="Google Shape;1336;p11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1337" name="Google Shape;1337;p11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Feedback</a:t>
            </a:r>
            <a:endParaRPr sz="900" b="1">
              <a:solidFill>
                <a:srgbClr val="F3EEFB"/>
              </a:solidFill>
              <a:latin typeface="Lexend"/>
              <a:ea typeface="Lexend"/>
              <a:cs typeface="Lexend"/>
              <a:sym typeface="Lexend"/>
            </a:endParaRPr>
          </a:p>
        </p:txBody>
      </p:sp>
    </p:spTree>
  </p:cSld>
  <p:clrMapOvr>
    <a:masterClrMapping/>
  </p:clrMapOvr>
  <p:transition/>
  <p:timing/>
</p:sldLayout>
</file>

<file path=ppt/slideLayouts/slideLayout10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8 Feedback - jade">
  <p:cSld name="TITLE_AND_TWO_COLUMNS_1_1_5_1_3_1_1_1_1_2">
    <p:bg>
      <p:bgPr>
        <a:solidFill>
          <a:srgbClr val="E6F2F2"/>
        </a:solidFill>
      </p:bgPr>
    </p:bg>
    <p:spTree>
      <p:nvGrpSpPr>
        <p:cNvPr id="1338" name="Shape 1338"/>
        <p:cNvGrpSpPr/>
        <p:nvPr/>
      </p:nvGrpSpPr>
      <p:grpSpPr>
        <a:xfrm>
          <a:off x="0" y="0"/>
          <a:ext cx="0" cy="0"/>
        </a:xfrm>
      </p:grpSpPr>
      <p:pic>
        <p:nvPicPr>
          <p:cNvPr id="1339" name="Google Shape;1339;p11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340" name="Google Shape;1340;p11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41" name="Google Shape;1341;p11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42" name="Google Shape;1342;p111"/>
          <p:cNvSpPr txBox="1"/>
          <p:nvPr/>
        </p:nvSpPr>
        <p:spPr>
          <a:xfrm>
            <a:off x="324000" y="45525"/>
            <a:ext cx="10497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B</a:t>
            </a:r>
            <a:endParaRPr sz="2000" b="1">
              <a:solidFill>
                <a:schemeClr val="lt1"/>
              </a:solidFill>
              <a:latin typeface="Lexend"/>
              <a:ea typeface="Lexend"/>
              <a:cs typeface="Lexend"/>
              <a:sym typeface="Lexend"/>
            </a:endParaRPr>
          </a:p>
        </p:txBody>
      </p:sp>
      <p:sp>
        <p:nvSpPr>
          <p:cNvPr id="1343" name="Google Shape;1343;p111"/>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344" name="Google Shape;1344;p11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1345" name="Google Shape;1345;p111"/>
          <p:cNvPicPr preferRelativeResize="0"/>
          <p:nvPr/>
        </p:nvPicPr>
        <p:blipFill>
          <a:blip r:embed="rId2">
            <a:alphaModFix/>
          </a:blip>
          <a:stretch>
            <a:fillRect/>
          </a:stretch>
        </p:blipFill>
        <p:spPr>
          <a:xfrm>
            <a:off x="8528585" y="-11474"/>
            <a:ext cx="499700" cy="499700"/>
          </a:xfrm>
          <a:prstGeom prst="rect">
            <a:avLst/>
          </a:prstGeom>
          <a:noFill/>
          <a:ln>
            <a:noFill/>
          </a:ln>
        </p:spPr>
      </p:pic>
    </p:spTree>
  </p:cSld>
  <p:clrMapOvr>
    <a:masterClrMapping/>
  </p:clrMapOvr>
  <p:transition/>
  <p:timing/>
</p:sldLayout>
</file>

<file path=ppt/slideLayouts/slideLayout1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8 Feedback - blue">
  <p:cSld name="TITLE_AND_TWO_COLUMNS_1_1_5_1_3_1_2_1">
    <p:bg>
      <p:bgPr>
        <a:solidFill>
          <a:srgbClr val="EBEDFE"/>
        </a:solidFill>
      </p:bgPr>
    </p:bg>
    <p:spTree>
      <p:nvGrpSpPr>
        <p:cNvPr id="1346" name="Shape 1346"/>
        <p:cNvGrpSpPr/>
        <p:nvPr/>
      </p:nvGrpSpPr>
      <p:grpSpPr>
        <a:xfrm>
          <a:off x="0" y="0"/>
          <a:ext cx="0" cy="0"/>
        </a:xfrm>
      </p:grpSpPr>
      <p:pic>
        <p:nvPicPr>
          <p:cNvPr id="1347" name="Google Shape;1347;p11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348" name="Google Shape;1348;p11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49" name="Google Shape;1349;p11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50" name="Google Shape;1350;p112"/>
          <p:cNvSpPr txBox="1"/>
          <p:nvPr/>
        </p:nvSpPr>
        <p:spPr>
          <a:xfrm>
            <a:off x="324000" y="45525"/>
            <a:ext cx="10344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C</a:t>
            </a:r>
            <a:endParaRPr sz="2000" b="1">
              <a:solidFill>
                <a:schemeClr val="lt1"/>
              </a:solidFill>
              <a:latin typeface="Lexend"/>
              <a:ea typeface="Lexend"/>
              <a:cs typeface="Lexend"/>
              <a:sym typeface="Lexend"/>
            </a:endParaRPr>
          </a:p>
        </p:txBody>
      </p:sp>
      <p:sp>
        <p:nvSpPr>
          <p:cNvPr id="1351" name="Google Shape;1351;p112"/>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352" name="Google Shape;1352;p11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1353" name="Google Shape;1353;p112"/>
          <p:cNvPicPr preferRelativeResize="0"/>
          <p:nvPr/>
        </p:nvPicPr>
        <p:blipFill>
          <a:blip r:embed="rId2">
            <a:alphaModFix/>
          </a:blip>
          <a:stretch>
            <a:fillRect/>
          </a:stretch>
        </p:blipFill>
        <p:spPr>
          <a:xfrm>
            <a:off x="8528585" y="-11474"/>
            <a:ext cx="499700" cy="499700"/>
          </a:xfrm>
          <a:prstGeom prst="rect">
            <a:avLst/>
          </a:prstGeom>
          <a:noFill/>
          <a:ln>
            <a:noFill/>
          </a:ln>
        </p:spPr>
      </p:pic>
    </p:spTree>
  </p:cSld>
  <p:clrMapOvr>
    <a:masterClrMapping/>
  </p:clrMapOvr>
  <p:transition/>
  <p:timing/>
</p:sldLayout>
</file>

<file path=ppt/slideLayouts/slideLayout1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8 Feedback - pink">
  <p:cSld name="TITLE_AND_TWO_COLUMNS_1_1_5_1_3_1_1_1_1_1_1">
    <p:bg>
      <p:bgPr>
        <a:solidFill>
          <a:srgbClr val="FAEAF6"/>
        </a:solidFill>
      </p:bgPr>
    </p:bg>
    <p:spTree>
      <p:nvGrpSpPr>
        <p:cNvPr id="1354" name="Shape 1354"/>
        <p:cNvGrpSpPr/>
        <p:nvPr/>
      </p:nvGrpSpPr>
      <p:grpSpPr>
        <a:xfrm>
          <a:off x="0" y="0"/>
          <a:ext cx="0" cy="0"/>
        </a:xfrm>
      </p:grpSpPr>
      <p:pic>
        <p:nvPicPr>
          <p:cNvPr id="1355" name="Google Shape;1355;p11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1356" name="Google Shape;1356;p11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1357" name="Google Shape;1357;p11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58" name="Google Shape;1358;p113"/>
          <p:cNvSpPr txBox="1"/>
          <p:nvPr/>
        </p:nvSpPr>
        <p:spPr>
          <a:xfrm>
            <a:off x="324000" y="45525"/>
            <a:ext cx="988500" cy="492600"/>
          </a:xfrm>
          <a:prstGeom prst="rect">
            <a:avLst/>
          </a:prstGeom>
          <a:noFill/>
          <a:ln>
            <a:noFill/>
          </a:ln>
        </p:spPr>
        <p:txBody>
          <a:bodyPr spcFirstLastPara="1" wrap="square" lIns="0" tIns="91425" rIns="91425" bIns="91425" anchor="t" anchorCtr="0">
            <a:spAutoFit/>
          </a:bodyPr>
          <a:lstStyle/>
          <a:p>
            <a:pPr marL="0" lvl="0" indent="0" algn="l" rtl="0">
              <a:spcBef>
                <a:spcPct val="0"/>
              </a:spcBef>
              <a:spcAft>
                <a:spcPct val="0"/>
              </a:spcAft>
              <a:buNone/>
            </a:pPr>
            <a:r>
              <a:rPr lang="en-GB" sz="2000" b="1">
                <a:solidFill>
                  <a:schemeClr val="lt1"/>
                </a:solidFill>
                <a:latin typeface="Lexend"/>
                <a:ea typeface="Lexend"/>
                <a:cs typeface="Lexend"/>
                <a:sym typeface="Lexend"/>
              </a:rPr>
              <a:t>Task D</a:t>
            </a:r>
            <a:endParaRPr sz="2000" b="1">
              <a:solidFill>
                <a:schemeClr val="lt1"/>
              </a:solidFill>
              <a:latin typeface="Lexend"/>
              <a:ea typeface="Lexend"/>
              <a:cs typeface="Lexend"/>
              <a:sym typeface="Lexend"/>
            </a:endParaRPr>
          </a:p>
        </p:txBody>
      </p:sp>
      <p:sp>
        <p:nvSpPr>
          <p:cNvPr id="1359" name="Google Shape;1359;p113"/>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lvl1pPr lvl="0" rtl="0">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ct val="0"/>
              </a:spcAft>
              <a:buClr>
                <a:schemeClr val="lt1"/>
              </a:buClr>
              <a:buSzPts val="2100"/>
              <a:buNone/>
              <a:defRPr>
                <a:solidFill>
                  <a:schemeClr val="lt1"/>
                </a:solidFill>
              </a:defRPr>
            </a:lvl2pPr>
            <a:lvl3pPr lvl="2" rtl="0">
              <a:spcBef>
                <a:spcPts val="1000"/>
              </a:spcBef>
              <a:spcAft>
                <a:spcPct val="0"/>
              </a:spcAft>
              <a:buClr>
                <a:schemeClr val="lt1"/>
              </a:buClr>
              <a:buSzPts val="2000"/>
              <a:buNone/>
              <a:defRPr>
                <a:solidFill>
                  <a:schemeClr val="lt1"/>
                </a:solidFill>
              </a:defRPr>
            </a:lvl3pPr>
            <a:lvl4pPr lvl="3" rtl="0">
              <a:spcBef>
                <a:spcPts val="800"/>
              </a:spcBef>
              <a:spcAft>
                <a:spcPct val="0"/>
              </a:spcAft>
              <a:buClr>
                <a:schemeClr val="lt1"/>
              </a:buClr>
              <a:buSzPts val="1900"/>
              <a:buNone/>
              <a:defRPr>
                <a:solidFill>
                  <a:schemeClr val="lt1"/>
                </a:solidFill>
              </a:defRPr>
            </a:lvl4pPr>
            <a:lvl5pPr lvl="4" rtl="0">
              <a:spcBef>
                <a:spcPts val="800"/>
              </a:spcBef>
              <a:spcAft>
                <a:spcPct val="0"/>
              </a:spcAft>
              <a:buClr>
                <a:schemeClr val="lt1"/>
              </a:buClr>
              <a:buSzPts val="1800"/>
              <a:buNone/>
              <a:defRPr>
                <a:solidFill>
                  <a:schemeClr val="lt1"/>
                </a:solidFill>
              </a:defRPr>
            </a:lvl5pPr>
            <a:lvl6pPr lvl="5" rtl="0">
              <a:spcBef>
                <a:spcPts val="600"/>
              </a:spcBef>
              <a:spcAft>
                <a:spcPct val="0"/>
              </a:spcAft>
              <a:buClr>
                <a:schemeClr val="lt1"/>
              </a:buClr>
              <a:buSzPts val="1800"/>
              <a:buNone/>
              <a:defRPr>
                <a:solidFill>
                  <a:schemeClr val="lt1"/>
                </a:solidFill>
              </a:defRPr>
            </a:lvl6pPr>
            <a:lvl7pPr lvl="6" rtl="0">
              <a:spcBef>
                <a:spcPts val="600"/>
              </a:spcBef>
              <a:spcAft>
                <a:spcPct val="0"/>
              </a:spcAft>
              <a:buClr>
                <a:schemeClr val="lt1"/>
              </a:buClr>
              <a:buSzPts val="1800"/>
              <a:buNone/>
              <a:defRPr>
                <a:solidFill>
                  <a:schemeClr val="lt1"/>
                </a:solidFill>
              </a:defRPr>
            </a:lvl7pPr>
            <a:lvl8pPr lvl="7" rtl="0">
              <a:spcBef>
                <a:spcPts val="400"/>
              </a:spcBef>
              <a:spcAft>
                <a:spcPct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360" name="Google Shape;1360;p11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Feedback</a:t>
            </a:r>
            <a:endParaRPr sz="900" b="1">
              <a:solidFill>
                <a:srgbClr val="FAEAF6"/>
              </a:solidFill>
              <a:latin typeface="Lexend"/>
              <a:ea typeface="Lexend"/>
              <a:cs typeface="Lexend"/>
              <a:sym typeface="Lexend"/>
            </a:endParaRPr>
          </a:p>
        </p:txBody>
      </p:sp>
      <p:pic>
        <p:nvPicPr>
          <p:cNvPr id="1361" name="Google Shape;1361;p113"/>
          <p:cNvPicPr preferRelativeResize="0"/>
          <p:nvPr/>
        </p:nvPicPr>
        <p:blipFill>
          <a:blip r:embed="rId2">
            <a:alphaModFix/>
          </a:blip>
          <a:stretch>
            <a:fillRect/>
          </a:stretch>
        </p:blipFill>
        <p:spPr>
          <a:xfrm>
            <a:off x="8528585" y="-11474"/>
            <a:ext cx="499700" cy="499700"/>
          </a:xfrm>
          <a:prstGeom prst="rect">
            <a:avLst/>
          </a:prstGeom>
          <a:noFill/>
          <a:ln>
            <a:noFill/>
          </a:ln>
        </p:spPr>
      </p:pic>
    </p:spTree>
  </p:cSld>
  <p:clrMapOvr>
    <a:masterClrMapping/>
  </p:clrMapOvr>
  <p:transition/>
  <p:timing/>
</p:sldLayout>
</file>

<file path=ppt/slideLayouts/slideLayout1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1">
  <p:cSld name="TITLE_AND_TWO_COLUMNS_1_1_5_1_2_1">
    <p:spTree>
      <p:nvGrpSpPr>
        <p:cNvPr id="1362" name="Shape 1362"/>
        <p:cNvGrpSpPr/>
        <p:nvPr/>
      </p:nvGrpSpPr>
      <p:grpSpPr>
        <a:xfrm>
          <a:off x="0" y="0"/>
          <a:ext cx="0" cy="0"/>
        </a:xfrm>
      </p:grpSpPr>
      <p:sp>
        <p:nvSpPr>
          <p:cNvPr id="1363" name="Google Shape;1363;p114"/>
          <p:cNvSpPr/>
          <p:nvPr/>
        </p:nvSpPr>
        <p:spPr>
          <a:xfrm>
            <a:off x="0" y="0"/>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364" name="Google Shape;1364;p114"/>
          <p:cNvPicPr preferRelativeResize="0"/>
          <p:nvPr/>
        </p:nvPicPr>
        <p:blipFill>
          <a:blip r:embed="rId1">
            <a:alphaModFix/>
          </a:blip>
          <a:srcRect t="1699" b="1709"/>
          <a:stretch>
            <a:fillRect/>
          </a:stretch>
        </p:blipFill>
        <p:spPr>
          <a:xfrm>
            <a:off x="0" y="535825"/>
            <a:ext cx="9151202" cy="116709"/>
          </a:xfrm>
          <a:prstGeom prst="rect">
            <a:avLst/>
          </a:prstGeom>
          <a:noFill/>
          <a:ln>
            <a:noFill/>
          </a:ln>
        </p:spPr>
      </p:pic>
      <p:sp>
        <p:nvSpPr>
          <p:cNvPr id="1365" name="Google Shape;1365;p114"/>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66" name="Google Shape;1366;p114"/>
          <p:cNvSpPr txBox="1"/>
          <p:nvPr/>
        </p:nvSpPr>
        <p:spPr>
          <a:xfrm>
            <a:off x="324000" y="112500"/>
            <a:ext cx="13167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1367" name="Google Shape;1367;p114"/>
          <p:cNvSpPr txBox="1"/>
          <p:nvPr>
            <p:ph type="title"/>
          </p:nvPr>
        </p:nvSpPr>
        <p:spPr>
          <a:xfrm>
            <a:off x="1684800" y="157525"/>
            <a:ext cx="5741400" cy="3828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2">
  <p:cSld name="TITLE_AND_TWO_COLUMNS_1_1_5_1_2">
    <p:spTree>
      <p:nvGrpSpPr>
        <p:cNvPr id="1368" name="Shape 1368"/>
        <p:cNvGrpSpPr/>
        <p:nvPr/>
      </p:nvGrpSpPr>
      <p:grpSpPr>
        <a:xfrm>
          <a:off x="0" y="0"/>
          <a:ext cx="0" cy="0"/>
        </a:xfrm>
      </p:grpSpPr>
      <p:sp>
        <p:nvSpPr>
          <p:cNvPr id="1369" name="Google Shape;1369;p115"/>
          <p:cNvSpPr/>
          <p:nvPr/>
        </p:nvSpPr>
        <p:spPr>
          <a:xfrm>
            <a:off x="0" y="0"/>
            <a:ext cx="9144300" cy="77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370" name="Google Shape;1370;p115"/>
          <p:cNvPicPr preferRelativeResize="0"/>
          <p:nvPr/>
        </p:nvPicPr>
        <p:blipFill>
          <a:blip r:embed="rId1">
            <a:alphaModFix/>
          </a:blip>
          <a:srcRect t="1699" b="1709"/>
          <a:stretch>
            <a:fillRect/>
          </a:stretch>
        </p:blipFill>
        <p:spPr>
          <a:xfrm>
            <a:off x="0" y="769550"/>
            <a:ext cx="9151202" cy="116709"/>
          </a:xfrm>
          <a:prstGeom prst="rect">
            <a:avLst/>
          </a:prstGeom>
          <a:noFill/>
          <a:ln>
            <a:noFill/>
          </a:ln>
        </p:spPr>
      </p:pic>
      <p:sp>
        <p:nvSpPr>
          <p:cNvPr id="1371" name="Google Shape;1371;p115"/>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1372" name="Google Shape;1372;p115"/>
          <p:cNvSpPr txBox="1"/>
          <p:nvPr/>
        </p:nvSpPr>
        <p:spPr>
          <a:xfrm>
            <a:off x="324000" y="112500"/>
            <a:ext cx="13167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1373" name="Google Shape;1373;p115"/>
          <p:cNvSpPr txBox="1"/>
          <p:nvPr>
            <p:ph type="title"/>
          </p:nvPr>
        </p:nvSpPr>
        <p:spPr>
          <a:xfrm>
            <a:off x="1684800" y="157525"/>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3 Projectable quiz">
  <p:cSld name="Title Slide 3_1">
    <p:bg>
      <p:bgPr>
        <a:solidFill>
          <a:schemeClr val="lt1"/>
        </a:solidFill>
      </p:bgPr>
    </p:bg>
    <p:spTree>
      <p:nvGrpSpPr>
        <p:cNvPr id="1374" name="Shape 1374"/>
        <p:cNvGrpSpPr/>
        <p:nvPr/>
      </p:nvGrpSpPr>
      <p:grpSpPr>
        <a:xfrm>
          <a:off x="0" y="0"/>
          <a:ext cx="0" cy="0"/>
        </a:xfrm>
      </p:grpSpPr>
      <p:pic>
        <p:nvPicPr>
          <p:cNvPr id="1375" name="Google Shape;1375;p116"/>
          <p:cNvPicPr preferRelativeResize="0"/>
          <p:nvPr/>
        </p:nvPicPr>
        <p:blipFill>
          <a:blip r:embed="rId1">
            <a:alphaModFix/>
          </a:blip>
          <a:stretch>
            <a:fillRect/>
          </a:stretch>
        </p:blipFill>
        <p:spPr>
          <a:xfrm>
            <a:off x="8524129" y="4430050"/>
            <a:ext cx="234000" cy="318241"/>
          </a:xfrm>
          <a:prstGeom prst="rect">
            <a:avLst/>
          </a:prstGeom>
          <a:noFill/>
          <a:ln>
            <a:noFill/>
          </a:ln>
        </p:spPr>
      </p:pic>
      <p:sp>
        <p:nvSpPr>
          <p:cNvPr id="1376" name="Google Shape;1376;p116"/>
          <p:cNvSpPr txBox="1"/>
          <p:nvPr/>
        </p:nvSpPr>
        <p:spPr>
          <a:xfrm>
            <a:off x="1977450" y="3132468"/>
            <a:ext cx="5189100" cy="4311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transition/>
  <p:timing/>
</p:sldLayout>
</file>

<file path=ppt/slideLayouts/slideLayout1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4 Items to copy-paste">
  <p:cSld name="CUSTOM_104_1_2_1_1">
    <p:spTree>
      <p:nvGrpSpPr>
        <p:cNvPr id="1377" name="Shape 1377"/>
        <p:cNvGrpSpPr/>
        <p:nvPr/>
      </p:nvGrpSpPr>
      <p:grpSpPr>
        <a:xfrm>
          <a:off x="0" y="0"/>
          <a:ext cx="0" cy="0"/>
        </a:xfrm>
      </p:grpSpPr>
      <p:sp>
        <p:nvSpPr>
          <p:cNvPr id="1378" name="Google Shape;1378;p117"/>
          <p:cNvSpPr/>
          <p:nvPr/>
        </p:nvSpPr>
        <p:spPr>
          <a:xfrm>
            <a:off x="3217188" y="4171902"/>
            <a:ext cx="5214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Tick</a:t>
            </a:r>
            <a:endParaRPr sz="1600" i="0" u="none" strike="noStrike" cap="none">
              <a:solidFill>
                <a:schemeClr val="dk1"/>
              </a:solidFill>
              <a:latin typeface="Lexend"/>
              <a:ea typeface="Lexend"/>
              <a:cs typeface="Lexend"/>
              <a:sym typeface="Lexend"/>
            </a:endParaRPr>
          </a:p>
        </p:txBody>
      </p:sp>
      <p:sp>
        <p:nvSpPr>
          <p:cNvPr id="1379" name="Google Shape;1379;p117"/>
          <p:cNvSpPr/>
          <p:nvPr/>
        </p:nvSpPr>
        <p:spPr>
          <a:xfrm>
            <a:off x="483925" y="193075"/>
            <a:ext cx="6671700" cy="374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chemeClr val="dk1"/>
                </a:solidFill>
                <a:latin typeface="Lexend"/>
                <a:ea typeface="Lexend"/>
                <a:cs typeface="Lexend"/>
                <a:sym typeface="Lexend"/>
              </a:rPr>
              <a:t>Items to copy and paste</a:t>
            </a:r>
            <a:endParaRPr sz="2000" b="0" i="0" u="none" strike="noStrike" cap="none">
              <a:solidFill>
                <a:schemeClr val="dk1"/>
              </a:solidFill>
              <a:latin typeface="Calibri"/>
              <a:ea typeface="Calibri"/>
              <a:cs typeface="Calibri"/>
              <a:sym typeface="Calibri"/>
            </a:endParaRPr>
          </a:p>
        </p:txBody>
      </p:sp>
      <p:sp>
        <p:nvSpPr>
          <p:cNvPr id="1380" name="Google Shape;1380;p117"/>
          <p:cNvSpPr/>
          <p:nvPr/>
        </p:nvSpPr>
        <p:spPr>
          <a:xfrm>
            <a:off x="7459200" y="352650"/>
            <a:ext cx="1684800" cy="374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i="0" u="none" strike="noStrike" cap="none">
                <a:solidFill>
                  <a:schemeClr val="dk1"/>
                </a:solidFill>
                <a:latin typeface="Lexend"/>
                <a:ea typeface="Lexend"/>
                <a:cs typeface="Lexend"/>
                <a:sym typeface="Lexend"/>
              </a:rPr>
              <a:t>Video frame</a:t>
            </a:r>
            <a:endParaRPr sz="1600" i="0" u="none" strike="noStrike" cap="none">
              <a:solidFill>
                <a:schemeClr val="dk1"/>
              </a:solidFill>
              <a:latin typeface="Lexend"/>
              <a:ea typeface="Lexend"/>
              <a:cs typeface="Lexend"/>
              <a:sym typeface="Lexend"/>
            </a:endParaRPr>
          </a:p>
        </p:txBody>
      </p:sp>
      <p:sp>
        <p:nvSpPr>
          <p:cNvPr id="1381" name="Google Shape;1381;p117"/>
          <p:cNvSpPr/>
          <p:nvPr/>
        </p:nvSpPr>
        <p:spPr>
          <a:xfrm>
            <a:off x="628788" y="4171893"/>
            <a:ext cx="1579200" cy="2634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1382" name="Google Shape;1382;p117"/>
          <p:cNvSpPr/>
          <p:nvPr/>
        </p:nvSpPr>
        <p:spPr>
          <a:xfrm>
            <a:off x="5891525" y="2313000"/>
            <a:ext cx="1796400" cy="380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CfU option letters</a:t>
            </a:r>
            <a:endParaRPr sz="1600" i="0" u="none" strike="noStrike" cap="none">
              <a:solidFill>
                <a:schemeClr val="dk1"/>
              </a:solidFill>
              <a:latin typeface="Lexend"/>
              <a:ea typeface="Lexend"/>
              <a:cs typeface="Lexend"/>
              <a:sym typeface="Lexend"/>
            </a:endParaRPr>
          </a:p>
        </p:txBody>
      </p:sp>
      <p:sp>
        <p:nvSpPr>
          <p:cNvPr id="1383" name="Google Shape;1383;p117"/>
          <p:cNvSpPr/>
          <p:nvPr/>
        </p:nvSpPr>
        <p:spPr>
          <a:xfrm>
            <a:off x="933601" y="2371650"/>
            <a:ext cx="11799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audio</a:t>
            </a:r>
            <a:endParaRPr sz="1600" i="0" u="none" strike="noStrike" cap="none">
              <a:solidFill>
                <a:schemeClr val="dk1"/>
              </a:solidFill>
              <a:latin typeface="Lexend"/>
              <a:ea typeface="Lexend"/>
              <a:cs typeface="Lexend"/>
              <a:sym typeface="Lexend"/>
            </a:endParaRPr>
          </a:p>
        </p:txBody>
      </p:sp>
      <p:sp>
        <p:nvSpPr>
          <p:cNvPr id="1384" name="Google Shape;1384;p117"/>
          <p:cNvSpPr/>
          <p:nvPr/>
        </p:nvSpPr>
        <p:spPr>
          <a:xfrm>
            <a:off x="3444210" y="2377200"/>
            <a:ext cx="1116600" cy="2523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video</a:t>
            </a:r>
            <a:endParaRPr sz="1600" i="0" u="none" strike="noStrike" cap="none">
              <a:solidFill>
                <a:schemeClr val="dk1"/>
              </a:solidFill>
              <a:latin typeface="Lexend"/>
              <a:ea typeface="Lexend"/>
              <a:cs typeface="Lexend"/>
              <a:sym typeface="Lexend"/>
            </a:endParaRPr>
          </a:p>
        </p:txBody>
      </p:sp>
      <p:sp>
        <p:nvSpPr>
          <p:cNvPr id="1385" name="Google Shape;1385;p117"/>
          <p:cNvSpPr/>
          <p:nvPr/>
        </p:nvSpPr>
        <p:spPr>
          <a:xfrm>
            <a:off x="4747799" y="4171900"/>
            <a:ext cx="6942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Cross</a:t>
            </a:r>
            <a:endParaRPr sz="1600" i="0" u="none" strike="noStrike" cap="none">
              <a:solidFill>
                <a:schemeClr val="dk1"/>
              </a:solidFill>
              <a:latin typeface="Lexend"/>
              <a:ea typeface="Lexend"/>
              <a:cs typeface="Lexend"/>
              <a:sym typeface="Lexend"/>
            </a:endParaRPr>
          </a:p>
        </p:txBody>
      </p:sp>
      <p:sp>
        <p:nvSpPr>
          <p:cNvPr id="1386" name="Google Shape;1386;p117"/>
          <p:cNvSpPr/>
          <p:nvPr/>
        </p:nvSpPr>
        <p:spPr>
          <a:xfrm>
            <a:off x="6451200" y="4171900"/>
            <a:ext cx="14217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Reading icon</a:t>
            </a:r>
            <a:endParaRPr sz="1600" i="0" u="none" strike="noStrike" cap="none">
              <a:solidFill>
                <a:schemeClr val="dk1"/>
              </a:solidFill>
              <a:latin typeface="Lexend"/>
              <a:ea typeface="Lexend"/>
              <a:cs typeface="Lexend"/>
              <a:sym typeface="Lexend"/>
            </a:endParaRPr>
          </a:p>
        </p:txBody>
      </p:sp>
    </p:spTree>
  </p:cSld>
  <p:clrMapOvr>
    <a:masterClrMapping/>
  </p:clrMapOvr>
  <p:transition/>
  <p:timing/>
</p:sldLayout>
</file>

<file path=ppt/slideLayouts/slideLayout1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5 OGL">
  <p:cSld name="CUSTOM_5_1">
    <p:bg>
      <p:bgPr>
        <a:solidFill>
          <a:srgbClr val="BEF2BD"/>
        </a:solidFill>
      </p:bgPr>
    </p:bg>
    <p:spTree>
      <p:nvGrpSpPr>
        <p:cNvPr id="1387" name="Shape 1387"/>
        <p:cNvGrpSpPr/>
        <p:nvPr/>
      </p:nvGrpSpPr>
      <p:grpSpPr>
        <a:xfrm>
          <a:off x="0" y="0"/>
          <a:ext cx="0" cy="0"/>
        </a:xfrm>
      </p:grpSpPr>
      <p:pic>
        <p:nvPicPr>
          <p:cNvPr id="1388" name="Google Shape;1388;p118"/>
          <p:cNvPicPr preferRelativeResize="0"/>
          <p:nvPr/>
        </p:nvPicPr>
        <p:blipFill>
          <a:blip r:embed="rId1">
            <a:alphaModFix/>
          </a:blip>
          <a:stretch>
            <a:fillRect/>
          </a:stretch>
        </p:blipFill>
        <p:spPr>
          <a:xfrm>
            <a:off x="347200" y="1111870"/>
            <a:ext cx="7945600" cy="2919776"/>
          </a:xfrm>
          <a:prstGeom prst="rect">
            <a:avLst/>
          </a:prstGeom>
          <a:noFill/>
          <a:ln>
            <a:noFill/>
          </a:ln>
        </p:spPr>
      </p:pic>
      <p:sp>
        <p:nvSpPr>
          <p:cNvPr id="1389" name="Google Shape;1389;p118"/>
          <p:cNvSpPr txBox="1"/>
          <p:nvPr>
            <p:ph type="subTitle" idx="1"/>
          </p:nvPr>
        </p:nvSpPr>
        <p:spPr>
          <a:xfrm>
            <a:off x="661775" y="1190413"/>
            <a:ext cx="7351200" cy="2762700"/>
          </a:xfrm>
          <a:prstGeom prst="rect">
            <a:avLst/>
          </a:prstGeom>
        </p:spPr>
        <p:txBody>
          <a:bodyPr spcFirstLastPara="1" wrap="square" lIns="0" tIns="0" rIns="0" bIns="0" anchor="ctr" anchorCtr="0">
            <a:noAutofit/>
          </a:bodyPr>
          <a:lstStyle>
            <a:lvl1pPr lvl="0" rtl="0">
              <a:lnSpc>
                <a:spcPct val="115000"/>
              </a:lnSpc>
              <a:spcBef>
                <a:spcPct val="0"/>
              </a:spcBef>
              <a:spcAft>
                <a:spcPct val="0"/>
              </a:spcAft>
              <a:buSzPts val="1800"/>
              <a:buNone/>
              <a:defRPr sz="1800"/>
            </a:lvl1pPr>
            <a:lvl2pPr lvl="1" rtl="0">
              <a:spcBef>
                <a:spcPts val="1000"/>
              </a:spcBef>
              <a:spcAft>
                <a:spcPct val="0"/>
              </a:spcAft>
              <a:buSzPts val="1800"/>
              <a:buNone/>
              <a:defRPr sz="1800"/>
            </a:lvl2pPr>
            <a:lvl3pPr lvl="2" rtl="0">
              <a:spcBef>
                <a:spcPts val="1000"/>
              </a:spcBef>
              <a:spcAft>
                <a:spcPct val="0"/>
              </a:spcAft>
              <a:buSzPts val="1800"/>
              <a:buNone/>
              <a:defRPr sz="1800"/>
            </a:lvl3pPr>
            <a:lvl4pPr lvl="3" rtl="0">
              <a:spcBef>
                <a:spcPts val="800"/>
              </a:spcBef>
              <a:spcAft>
                <a:spcPct val="0"/>
              </a:spcAft>
              <a:buSzPts val="1800"/>
              <a:buNone/>
              <a:defRPr sz="1800"/>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Tree>
  </p:cSld>
  <p:clrMapOvr>
    <a:masterClrMapping/>
  </p:clrMapOvr>
  <p:transition/>
  <p:timing/>
</p:sldLayout>
</file>

<file path=ppt/slideLayouts/slideLayout1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6 Blank">
  <p:cSld name="CUSTOM_6">
    <p:spTree>
      <p:nvGrpSpPr>
        <p:cNvPr id="1390" name="Shape 1390"/>
        <p:cNvGrpSpPr/>
        <p:nvPr/>
      </p:nvGrpSpPr>
      <p:grpSpPr>
        <a:xfrm>
          <a:off x="0" y="0"/>
          <a:ext cx="0" cy="0"/>
        </a:xfrm>
      </p:grpSpPr>
      <p:sp>
        <p:nvSpPr>
          <p:cNvPr id="1391" name="Google Shape;1391;p119"/>
          <p:cNvSpPr txBox="1"/>
          <p:nvPr>
            <p:ph type="title"/>
          </p:nvPr>
        </p:nvSpPr>
        <p:spPr>
          <a:xfrm>
            <a:off x="459000" y="73800"/>
            <a:ext cx="6600600" cy="814500"/>
          </a:xfrm>
          <a:prstGeom prst="rect">
            <a:avLst/>
          </a:prstGeom>
        </p:spPr>
        <p:txBody>
          <a:bodyPr spcFirstLastPara="1" wrap="square" lIns="0" tIns="0" rIns="0" bIns="0" anchor="t" anchorCtr="0">
            <a:noAutofit/>
          </a:bodyPr>
          <a:lstStyle>
            <a:lvl1pPr lvl="0" rtl="0">
              <a:spcBef>
                <a:spcPct val="0"/>
              </a:spcBef>
              <a:spcAft>
                <a:spcPct val="0"/>
              </a:spcAft>
              <a:buSzPts val="2200"/>
              <a:buNone/>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slideLayout" Target="../slideLayouts/slideLayout20.xml" /><Relationship Id="rId21" Type="http://schemas.openxmlformats.org/officeDocument/2006/relationships/slideLayout" Target="../slideLayouts/slideLayout21.xml" /><Relationship Id="rId22" Type="http://schemas.openxmlformats.org/officeDocument/2006/relationships/slideLayout" Target="../slideLayouts/slideLayout22.xml" /><Relationship Id="rId23" Type="http://schemas.openxmlformats.org/officeDocument/2006/relationships/slideLayout" Target="../slideLayouts/slideLayout23.xml" /><Relationship Id="rId24" Type="http://schemas.openxmlformats.org/officeDocument/2006/relationships/slideLayout" Target="../slideLayouts/slideLayout24.xml" /><Relationship Id="rId25" Type="http://schemas.openxmlformats.org/officeDocument/2006/relationships/slideLayout" Target="../slideLayouts/slideLayout25.xml" /><Relationship Id="rId26" Type="http://schemas.openxmlformats.org/officeDocument/2006/relationships/slideLayout" Target="../slideLayouts/slideLayout26.xml" /><Relationship Id="rId27" Type="http://schemas.openxmlformats.org/officeDocument/2006/relationships/slideLayout" Target="../slideLayouts/slideLayout27.xml" /><Relationship Id="rId28" Type="http://schemas.openxmlformats.org/officeDocument/2006/relationships/slideLayout" Target="../slideLayouts/slideLayout28.xml" /><Relationship Id="rId29" Type="http://schemas.openxmlformats.org/officeDocument/2006/relationships/slideLayout" Target="../slideLayouts/slideLayout29.xml" /><Relationship Id="rId3" Type="http://schemas.openxmlformats.org/officeDocument/2006/relationships/slideLayout" Target="../slideLayouts/slideLayout3.xml" /><Relationship Id="rId30" Type="http://schemas.openxmlformats.org/officeDocument/2006/relationships/slideLayout" Target="../slideLayouts/slideLayout30.xml" /><Relationship Id="rId31" Type="http://schemas.openxmlformats.org/officeDocument/2006/relationships/slideLayout" Target="../slideLayouts/slideLayout31.xml" /><Relationship Id="rId32" Type="http://schemas.openxmlformats.org/officeDocument/2006/relationships/slideLayout" Target="../slideLayouts/slideLayout32.xml" /><Relationship Id="rId33" Type="http://schemas.openxmlformats.org/officeDocument/2006/relationships/slideLayout" Target="../slideLayouts/slideLayout33.xml" /><Relationship Id="rId34" Type="http://schemas.openxmlformats.org/officeDocument/2006/relationships/slideLayout" Target="../slideLayouts/slideLayout34.xml" /><Relationship Id="rId35" Type="http://schemas.openxmlformats.org/officeDocument/2006/relationships/slideLayout" Target="../slideLayouts/slideLayout35.xml" /><Relationship Id="rId36" Type="http://schemas.openxmlformats.org/officeDocument/2006/relationships/slideLayout" Target="../slideLayouts/slideLayout36.xml" /><Relationship Id="rId37" Type="http://schemas.openxmlformats.org/officeDocument/2006/relationships/slideLayout" Target="../slideLayouts/slideLayout37.xml" /><Relationship Id="rId38" Type="http://schemas.openxmlformats.org/officeDocument/2006/relationships/slideLayout" Target="../slideLayouts/slideLayout38.xml" /><Relationship Id="rId39" Type="http://schemas.openxmlformats.org/officeDocument/2006/relationships/slideLayout" Target="../slideLayouts/slideLayout39.xml" /><Relationship Id="rId4" Type="http://schemas.openxmlformats.org/officeDocument/2006/relationships/slideLayout" Target="../slideLayouts/slideLayout4.xml" /><Relationship Id="rId40" Type="http://schemas.openxmlformats.org/officeDocument/2006/relationships/slideLayout" Target="../slideLayouts/slideLayout40.xml" /><Relationship Id="rId41" Type="http://schemas.openxmlformats.org/officeDocument/2006/relationships/slideLayout" Target="../slideLayouts/slideLayout41.xml" /><Relationship Id="rId42" Type="http://schemas.openxmlformats.org/officeDocument/2006/relationships/slideLayout" Target="../slideLayouts/slideLayout42.xml" /><Relationship Id="rId43" Type="http://schemas.openxmlformats.org/officeDocument/2006/relationships/slideLayout" Target="../slideLayouts/slideLayout43.xml" /><Relationship Id="rId44" Type="http://schemas.openxmlformats.org/officeDocument/2006/relationships/slideLayout" Target="../slideLayouts/slideLayout44.xml" /><Relationship Id="rId45" Type="http://schemas.openxmlformats.org/officeDocument/2006/relationships/slideLayout" Target="../slideLayouts/slideLayout45.xml" /><Relationship Id="rId46" Type="http://schemas.openxmlformats.org/officeDocument/2006/relationships/slideLayout" Target="../slideLayouts/slideLayout46.xml" /><Relationship Id="rId47" Type="http://schemas.openxmlformats.org/officeDocument/2006/relationships/slideLayout" Target="../slideLayouts/slideLayout47.xml" /><Relationship Id="rId48" Type="http://schemas.openxmlformats.org/officeDocument/2006/relationships/slideLayout" Target="../slideLayouts/slideLayout48.xml" /><Relationship Id="rId49" Type="http://schemas.openxmlformats.org/officeDocument/2006/relationships/slideLayout" Target="../slideLayouts/slideLayout49.xml" /><Relationship Id="rId5" Type="http://schemas.openxmlformats.org/officeDocument/2006/relationships/slideLayout" Target="../slideLayouts/slideLayout5.xml" /><Relationship Id="rId50" Type="http://schemas.openxmlformats.org/officeDocument/2006/relationships/slideLayout" Target="../slideLayouts/slideLayout50.xml" /><Relationship Id="rId51" Type="http://schemas.openxmlformats.org/officeDocument/2006/relationships/slideLayout" Target="../slideLayouts/slideLayout51.xml" /><Relationship Id="rId52" Type="http://schemas.openxmlformats.org/officeDocument/2006/relationships/slideLayout" Target="../slideLayouts/slideLayout52.xml" /><Relationship Id="rId53" Type="http://schemas.openxmlformats.org/officeDocument/2006/relationships/slideLayout" Target="../slideLayouts/slideLayout53.xml" /><Relationship Id="rId54" Type="http://schemas.openxmlformats.org/officeDocument/2006/relationships/slideLayout" Target="../slideLayouts/slideLayout54.xml" /><Relationship Id="rId55" Type="http://schemas.openxmlformats.org/officeDocument/2006/relationships/slideLayout" Target="../slideLayouts/slideLayout55.xml" /><Relationship Id="rId56" Type="http://schemas.openxmlformats.org/officeDocument/2006/relationships/image" Target="../media/image43.png" /><Relationship Id="rId57" Type="http://schemas.openxmlformats.org/officeDocument/2006/relationships/theme" Target="../theme/theme1.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56.xml" /><Relationship Id="rId10" Type="http://schemas.openxmlformats.org/officeDocument/2006/relationships/slideLayout" Target="../slideLayouts/slideLayout65.xml" /><Relationship Id="rId11" Type="http://schemas.openxmlformats.org/officeDocument/2006/relationships/slideLayout" Target="../slideLayouts/slideLayout66.xml" /><Relationship Id="rId12" Type="http://schemas.openxmlformats.org/officeDocument/2006/relationships/slideLayout" Target="../slideLayouts/slideLayout67.xml" /><Relationship Id="rId13" Type="http://schemas.openxmlformats.org/officeDocument/2006/relationships/slideLayout" Target="../slideLayouts/slideLayout68.xml" /><Relationship Id="rId14" Type="http://schemas.openxmlformats.org/officeDocument/2006/relationships/slideLayout" Target="../slideLayouts/slideLayout69.xml" /><Relationship Id="rId15" Type="http://schemas.openxmlformats.org/officeDocument/2006/relationships/slideLayout" Target="../slideLayouts/slideLayout70.xml" /><Relationship Id="rId16" Type="http://schemas.openxmlformats.org/officeDocument/2006/relationships/slideLayout" Target="../slideLayouts/slideLayout71.xml" /><Relationship Id="rId17" Type="http://schemas.openxmlformats.org/officeDocument/2006/relationships/slideLayout" Target="../slideLayouts/slideLayout72.xml" /><Relationship Id="rId18" Type="http://schemas.openxmlformats.org/officeDocument/2006/relationships/slideLayout" Target="../slideLayouts/slideLayout73.xml" /><Relationship Id="rId19" Type="http://schemas.openxmlformats.org/officeDocument/2006/relationships/slideLayout" Target="../slideLayouts/slideLayout74.xml" /><Relationship Id="rId2" Type="http://schemas.openxmlformats.org/officeDocument/2006/relationships/slideLayout" Target="../slideLayouts/slideLayout57.xml" /><Relationship Id="rId20" Type="http://schemas.openxmlformats.org/officeDocument/2006/relationships/slideLayout" Target="../slideLayouts/slideLayout75.xml" /><Relationship Id="rId21" Type="http://schemas.openxmlformats.org/officeDocument/2006/relationships/slideLayout" Target="../slideLayouts/slideLayout76.xml" /><Relationship Id="rId22" Type="http://schemas.openxmlformats.org/officeDocument/2006/relationships/slideLayout" Target="../slideLayouts/slideLayout77.xml" /><Relationship Id="rId23" Type="http://schemas.openxmlformats.org/officeDocument/2006/relationships/slideLayout" Target="../slideLayouts/slideLayout78.xml" /><Relationship Id="rId24" Type="http://schemas.openxmlformats.org/officeDocument/2006/relationships/slideLayout" Target="../slideLayouts/slideLayout79.xml" /><Relationship Id="rId25" Type="http://schemas.openxmlformats.org/officeDocument/2006/relationships/slideLayout" Target="../slideLayouts/slideLayout80.xml" /><Relationship Id="rId26" Type="http://schemas.openxmlformats.org/officeDocument/2006/relationships/slideLayout" Target="../slideLayouts/slideLayout81.xml" /><Relationship Id="rId27" Type="http://schemas.openxmlformats.org/officeDocument/2006/relationships/slideLayout" Target="../slideLayouts/slideLayout82.xml" /><Relationship Id="rId28" Type="http://schemas.openxmlformats.org/officeDocument/2006/relationships/slideLayout" Target="../slideLayouts/slideLayout83.xml" /><Relationship Id="rId29" Type="http://schemas.openxmlformats.org/officeDocument/2006/relationships/slideLayout" Target="../slideLayouts/slideLayout84.xml" /><Relationship Id="rId3" Type="http://schemas.openxmlformats.org/officeDocument/2006/relationships/slideLayout" Target="../slideLayouts/slideLayout58.xml" /><Relationship Id="rId30" Type="http://schemas.openxmlformats.org/officeDocument/2006/relationships/slideLayout" Target="../slideLayouts/slideLayout85.xml" /><Relationship Id="rId31" Type="http://schemas.openxmlformats.org/officeDocument/2006/relationships/slideLayout" Target="../slideLayouts/slideLayout86.xml" /><Relationship Id="rId32" Type="http://schemas.openxmlformats.org/officeDocument/2006/relationships/slideLayout" Target="../slideLayouts/slideLayout87.xml" /><Relationship Id="rId33" Type="http://schemas.openxmlformats.org/officeDocument/2006/relationships/slideLayout" Target="../slideLayouts/slideLayout88.xml" /><Relationship Id="rId34" Type="http://schemas.openxmlformats.org/officeDocument/2006/relationships/slideLayout" Target="../slideLayouts/slideLayout89.xml" /><Relationship Id="rId35" Type="http://schemas.openxmlformats.org/officeDocument/2006/relationships/slideLayout" Target="../slideLayouts/slideLayout90.xml" /><Relationship Id="rId36" Type="http://schemas.openxmlformats.org/officeDocument/2006/relationships/slideLayout" Target="../slideLayouts/slideLayout91.xml" /><Relationship Id="rId37" Type="http://schemas.openxmlformats.org/officeDocument/2006/relationships/slideLayout" Target="../slideLayouts/slideLayout92.xml" /><Relationship Id="rId38" Type="http://schemas.openxmlformats.org/officeDocument/2006/relationships/slideLayout" Target="../slideLayouts/slideLayout93.xml" /><Relationship Id="rId39" Type="http://schemas.openxmlformats.org/officeDocument/2006/relationships/slideLayout" Target="../slideLayouts/slideLayout94.xml" /><Relationship Id="rId4" Type="http://schemas.openxmlformats.org/officeDocument/2006/relationships/slideLayout" Target="../slideLayouts/slideLayout59.xml" /><Relationship Id="rId40" Type="http://schemas.openxmlformats.org/officeDocument/2006/relationships/slideLayout" Target="../slideLayouts/slideLayout95.xml" /><Relationship Id="rId41" Type="http://schemas.openxmlformats.org/officeDocument/2006/relationships/slideLayout" Target="../slideLayouts/slideLayout96.xml" /><Relationship Id="rId42" Type="http://schemas.openxmlformats.org/officeDocument/2006/relationships/slideLayout" Target="../slideLayouts/slideLayout97.xml" /><Relationship Id="rId43" Type="http://schemas.openxmlformats.org/officeDocument/2006/relationships/slideLayout" Target="../slideLayouts/slideLayout98.xml" /><Relationship Id="rId44" Type="http://schemas.openxmlformats.org/officeDocument/2006/relationships/slideLayout" Target="../slideLayouts/slideLayout99.xml" /><Relationship Id="rId45" Type="http://schemas.openxmlformats.org/officeDocument/2006/relationships/slideLayout" Target="../slideLayouts/slideLayout100.xml" /><Relationship Id="rId46" Type="http://schemas.openxmlformats.org/officeDocument/2006/relationships/slideLayout" Target="../slideLayouts/slideLayout101.xml" /><Relationship Id="rId47" Type="http://schemas.openxmlformats.org/officeDocument/2006/relationships/slideLayout" Target="../slideLayouts/slideLayout102.xml" /><Relationship Id="rId48" Type="http://schemas.openxmlformats.org/officeDocument/2006/relationships/slideLayout" Target="../slideLayouts/slideLayout103.xml" /><Relationship Id="rId49" Type="http://schemas.openxmlformats.org/officeDocument/2006/relationships/slideLayout" Target="../slideLayouts/slideLayout104.xml" /><Relationship Id="rId5" Type="http://schemas.openxmlformats.org/officeDocument/2006/relationships/slideLayout" Target="../slideLayouts/slideLayout60.xml" /><Relationship Id="rId50" Type="http://schemas.openxmlformats.org/officeDocument/2006/relationships/slideLayout" Target="../slideLayouts/slideLayout105.xml" /><Relationship Id="rId51" Type="http://schemas.openxmlformats.org/officeDocument/2006/relationships/slideLayout" Target="../slideLayouts/slideLayout106.xml" /><Relationship Id="rId52" Type="http://schemas.openxmlformats.org/officeDocument/2006/relationships/slideLayout" Target="../slideLayouts/slideLayout107.xml" /><Relationship Id="rId53" Type="http://schemas.openxmlformats.org/officeDocument/2006/relationships/slideLayout" Target="../slideLayouts/slideLayout108.xml" /><Relationship Id="rId54" Type="http://schemas.openxmlformats.org/officeDocument/2006/relationships/slideLayout" Target="../slideLayouts/slideLayout109.xml" /><Relationship Id="rId55" Type="http://schemas.openxmlformats.org/officeDocument/2006/relationships/slideLayout" Target="../slideLayouts/slideLayout110.xml" /><Relationship Id="rId56" Type="http://schemas.openxmlformats.org/officeDocument/2006/relationships/slideLayout" Target="../slideLayouts/slideLayout111.xml" /><Relationship Id="rId57" Type="http://schemas.openxmlformats.org/officeDocument/2006/relationships/slideLayout" Target="../slideLayouts/slideLayout112.xml" /><Relationship Id="rId58" Type="http://schemas.openxmlformats.org/officeDocument/2006/relationships/slideLayout" Target="../slideLayouts/slideLayout113.xml" /><Relationship Id="rId59" Type="http://schemas.openxmlformats.org/officeDocument/2006/relationships/slideLayout" Target="../slideLayouts/slideLayout114.xml" /><Relationship Id="rId6" Type="http://schemas.openxmlformats.org/officeDocument/2006/relationships/slideLayout" Target="../slideLayouts/slideLayout61.xml" /><Relationship Id="rId60" Type="http://schemas.openxmlformats.org/officeDocument/2006/relationships/slideLayout" Target="../slideLayouts/slideLayout115.xml" /><Relationship Id="rId61" Type="http://schemas.openxmlformats.org/officeDocument/2006/relationships/slideLayout" Target="../slideLayouts/slideLayout116.xml" /><Relationship Id="rId62" Type="http://schemas.openxmlformats.org/officeDocument/2006/relationships/slideLayout" Target="../slideLayouts/slideLayout117.xml" /><Relationship Id="rId63" Type="http://schemas.openxmlformats.org/officeDocument/2006/relationships/image" Target="../media/image43.png" /><Relationship Id="rId64" Type="http://schemas.openxmlformats.org/officeDocument/2006/relationships/theme" Target="../theme/theme2.xml" /><Relationship Id="rId7" Type="http://schemas.openxmlformats.org/officeDocument/2006/relationships/slideLayout" Target="../slideLayouts/slideLayout62.xml" /><Relationship Id="rId8" Type="http://schemas.openxmlformats.org/officeDocument/2006/relationships/slideLayout" Target="../slideLayouts/slideLayout63.xml" /><Relationship Id="rId9" Type="http://schemas.openxmlformats.org/officeDocument/2006/relationships/slideLayout" Target="../slideLayouts/slideLayout64.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459000" y="73800"/>
            <a:ext cx="6600600" cy="814500"/>
          </a:xfrm>
          <a:prstGeom prst="rect">
            <a:avLst/>
          </a:prstGeom>
          <a:noFill/>
          <a:ln>
            <a:noFill/>
          </a:ln>
        </p:spPr>
        <p:txBody>
          <a:bodyPr spcFirstLastPara="1" wrap="square" lIns="0" tIns="0" rIns="0" bIns="0" anchor="t" anchorCtr="0">
            <a:noAutofit/>
          </a:bodyPr>
          <a:lstStyle>
            <a:lvl1pPr lvl="0" rtl="0">
              <a:lnSpc>
                <a:spcPct val="115000"/>
              </a:lnSpc>
              <a:spcBef>
                <a:spcPct val="0"/>
              </a:spcBef>
              <a:spcAft>
                <a:spcPct val="0"/>
              </a:spcAft>
              <a:buClr>
                <a:schemeClr val="dk1"/>
              </a:buClr>
              <a:buSzPts val="2200"/>
              <a:buFont typeface="Lexend"/>
              <a:buNone/>
              <a:defRPr sz="2200" b="1">
                <a:solidFill>
                  <a:schemeClr val="dk1"/>
                </a:solidFill>
                <a:latin typeface="Lexend"/>
                <a:ea typeface="Lexend"/>
                <a:cs typeface="Lexend"/>
                <a:sym typeface="Lexend"/>
              </a:defRPr>
            </a:lvl1pPr>
            <a:lvl2pPr lvl="1"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type="body" idx="1"/>
          </p:nvPr>
        </p:nvSpPr>
        <p:spPr>
          <a:xfrm>
            <a:off x="459000" y="523400"/>
            <a:ext cx="8226000" cy="3159900"/>
          </a:xfrm>
          <a:prstGeom prst="rect">
            <a:avLst/>
          </a:prstGeom>
          <a:noFill/>
          <a:ln>
            <a:noFill/>
          </a:ln>
        </p:spPr>
        <p:txBody>
          <a:bodyPr spcFirstLastPara="1" wrap="square" lIns="0" tIns="0" rIns="0" bIns="0" anchor="t" anchorCtr="0">
            <a:noAutofit/>
          </a:bodyPr>
          <a:lstStyle>
            <a:lvl1pPr marL="457200" lvl="0" indent="-368300" rtl="0">
              <a:lnSpc>
                <a:spcPct val="130000"/>
              </a:lnSpc>
              <a:spcBef>
                <a:spcPct val="0"/>
              </a:spcBef>
              <a:spcAft>
                <a:spcPct val="0"/>
              </a:spcAft>
              <a:buClr>
                <a:schemeClr val="dk1"/>
              </a:buClr>
              <a:buSzPts val="2200"/>
              <a:buFont typeface="Lexend"/>
              <a:buChar char="●"/>
              <a:defRPr sz="2200">
                <a:solidFill>
                  <a:schemeClr val="dk1"/>
                </a:solidFill>
                <a:latin typeface="Lexend"/>
                <a:ea typeface="Lexend"/>
                <a:cs typeface="Lexend"/>
                <a:sym typeface="Lexend"/>
              </a:defRPr>
            </a:lvl1pPr>
            <a:lvl2pPr marL="914400" lvl="1" indent="-361950" rtl="0">
              <a:lnSpc>
                <a:spcPct val="130000"/>
              </a:lnSpc>
              <a:spcBef>
                <a:spcPts val="1000"/>
              </a:spcBef>
              <a:spcAft>
                <a:spcPct val="0"/>
              </a:spcAft>
              <a:buClr>
                <a:schemeClr val="dk1"/>
              </a:buClr>
              <a:buSzPts val="2100"/>
              <a:buFont typeface="Lexend"/>
              <a:buChar char="–"/>
              <a:defRPr sz="2100">
                <a:solidFill>
                  <a:schemeClr val="dk1"/>
                </a:solidFill>
                <a:latin typeface="Lexend"/>
                <a:ea typeface="Lexend"/>
                <a:cs typeface="Lexend"/>
                <a:sym typeface="Lexend"/>
              </a:defRPr>
            </a:lvl2pPr>
            <a:lvl3pPr marL="1371600" lvl="2" indent="-355600" rtl="0">
              <a:lnSpc>
                <a:spcPct val="130000"/>
              </a:lnSpc>
              <a:spcBef>
                <a:spcPts val="1000"/>
              </a:spcBef>
              <a:spcAft>
                <a:spcPct val="0"/>
              </a:spcAft>
              <a:buClr>
                <a:schemeClr val="dk1"/>
              </a:buClr>
              <a:buSzPts val="2000"/>
              <a:buFont typeface="Lexend"/>
              <a:buChar char="–"/>
              <a:defRPr sz="2000">
                <a:solidFill>
                  <a:schemeClr val="dk1"/>
                </a:solidFill>
                <a:latin typeface="Lexend"/>
                <a:ea typeface="Lexend"/>
                <a:cs typeface="Lexend"/>
                <a:sym typeface="Lexend"/>
              </a:defRPr>
            </a:lvl3pPr>
            <a:lvl4pPr marL="1828800" lvl="3" indent="-349250" rtl="0">
              <a:lnSpc>
                <a:spcPct val="130000"/>
              </a:lnSpc>
              <a:spcBef>
                <a:spcPts val="800"/>
              </a:spcBef>
              <a:spcAft>
                <a:spcPct val="0"/>
              </a:spcAft>
              <a:buClr>
                <a:schemeClr val="dk1"/>
              </a:buClr>
              <a:buSzPts val="1900"/>
              <a:buFont typeface="Lexend"/>
              <a:buChar char="–"/>
              <a:defRPr sz="1900">
                <a:solidFill>
                  <a:schemeClr val="dk1"/>
                </a:solidFill>
                <a:latin typeface="Lexend"/>
                <a:ea typeface="Lexend"/>
                <a:cs typeface="Lexend"/>
                <a:sym typeface="Lexend"/>
              </a:defRPr>
            </a:lvl4pPr>
            <a:lvl5pPr marL="2286000" lvl="4" indent="-342900" rtl="0">
              <a:lnSpc>
                <a:spcPct val="130000"/>
              </a:lnSpc>
              <a:spcBef>
                <a:spcPts val="800"/>
              </a:spcBef>
              <a:spcAft>
                <a:spcPct val="0"/>
              </a:spcAft>
              <a:buClr>
                <a:schemeClr val="dk1"/>
              </a:buClr>
              <a:buSzPts val="1800"/>
              <a:buFont typeface="Lexend"/>
              <a:buChar char="–"/>
              <a:defRPr sz="1800">
                <a:solidFill>
                  <a:schemeClr val="dk1"/>
                </a:solidFill>
                <a:latin typeface="Lexend"/>
                <a:ea typeface="Lexend"/>
                <a:cs typeface="Lexend"/>
                <a:sym typeface="Lexend"/>
              </a:defRPr>
            </a:lvl5pPr>
            <a:lvl6pPr marL="2743200" lvl="5"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6pPr>
            <a:lvl7pPr marL="3200400" lvl="6"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7pPr>
            <a:lvl8pPr marL="3657600" lvl="7" indent="-342900" rtl="0">
              <a:lnSpc>
                <a:spcPct val="130000"/>
              </a:lnSpc>
              <a:spcBef>
                <a:spcPts val="400"/>
              </a:spcBef>
              <a:spcAft>
                <a:spcPct val="0"/>
              </a:spcAft>
              <a:buClr>
                <a:schemeClr val="dk1"/>
              </a:buClr>
              <a:buSzPts val="1800"/>
              <a:buFont typeface="Lexend"/>
              <a:buChar char="–"/>
              <a:defRPr sz="1800">
                <a:solidFill>
                  <a:schemeClr val="dk1"/>
                </a:solidFill>
                <a:latin typeface="Lexend"/>
                <a:ea typeface="Lexend"/>
                <a:cs typeface="Lexend"/>
                <a:sym typeface="Lexend"/>
              </a:defRPr>
            </a:lvl8pPr>
            <a:lvl9pPr marL="4114800" lvl="8" indent="-3429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56">
            <a:alphaModFix/>
          </a:blip>
          <a:stretch>
            <a:fillRect/>
          </a:stretch>
        </p:blipFill>
        <p:spPr>
          <a:xfrm>
            <a:off x="8524129" y="4430050"/>
            <a:ext cx="234000" cy="3182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39" name="Shape 639"/>
        <p:cNvGrpSpPr/>
        <p:nvPr/>
      </p:nvGrpSpPr>
      <p:grpSpPr>
        <a:xfrm>
          <a:off x="0" y="0"/>
          <a:ext cx="0" cy="0"/>
        </a:xfrm>
      </p:grpSpPr>
      <p:sp>
        <p:nvSpPr>
          <p:cNvPr id="640" name="Google Shape;640;p57"/>
          <p:cNvSpPr txBox="1"/>
          <p:nvPr>
            <p:ph type="title"/>
          </p:nvPr>
        </p:nvSpPr>
        <p:spPr>
          <a:xfrm>
            <a:off x="459000" y="73800"/>
            <a:ext cx="6600600" cy="814500"/>
          </a:xfrm>
          <a:prstGeom prst="rect">
            <a:avLst/>
          </a:prstGeom>
          <a:noFill/>
          <a:ln>
            <a:noFill/>
          </a:ln>
        </p:spPr>
        <p:txBody>
          <a:bodyPr spcFirstLastPara="1" wrap="square" lIns="0" tIns="0" rIns="0" bIns="0" anchor="t" anchorCtr="0">
            <a:noAutofit/>
          </a:bodyPr>
          <a:lstStyle>
            <a:lvl1pPr lvl="0" rtl="0">
              <a:lnSpc>
                <a:spcPct val="115000"/>
              </a:lnSpc>
              <a:spcBef>
                <a:spcPct val="0"/>
              </a:spcBef>
              <a:spcAft>
                <a:spcPct val="0"/>
              </a:spcAft>
              <a:buClr>
                <a:schemeClr val="dk1"/>
              </a:buClr>
              <a:buSzPts val="2200"/>
              <a:buFont typeface="Lexend"/>
              <a:buNone/>
              <a:defRPr sz="2200" b="1">
                <a:solidFill>
                  <a:schemeClr val="dk1"/>
                </a:solidFill>
                <a:latin typeface="Lexend"/>
                <a:ea typeface="Lexend"/>
                <a:cs typeface="Lexend"/>
                <a:sym typeface="Lexend"/>
              </a:defRPr>
            </a:lvl1pPr>
            <a:lvl2pPr lvl="1"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641" name="Google Shape;641;p57"/>
          <p:cNvSpPr txBox="1"/>
          <p:nvPr>
            <p:ph type="body" idx="1"/>
          </p:nvPr>
        </p:nvSpPr>
        <p:spPr>
          <a:xfrm>
            <a:off x="459000" y="523400"/>
            <a:ext cx="8226000" cy="3159900"/>
          </a:xfrm>
          <a:prstGeom prst="rect">
            <a:avLst/>
          </a:prstGeom>
          <a:noFill/>
          <a:ln>
            <a:noFill/>
          </a:ln>
        </p:spPr>
        <p:txBody>
          <a:bodyPr spcFirstLastPara="1" wrap="square" lIns="0" tIns="0" rIns="0" bIns="0" anchor="t" anchorCtr="0">
            <a:noAutofit/>
          </a:bodyPr>
          <a:lstStyle>
            <a:lvl1pPr marL="457200" lvl="0" indent="-368300" rtl="0">
              <a:lnSpc>
                <a:spcPct val="130000"/>
              </a:lnSpc>
              <a:spcBef>
                <a:spcPct val="0"/>
              </a:spcBef>
              <a:spcAft>
                <a:spcPct val="0"/>
              </a:spcAft>
              <a:buClr>
                <a:schemeClr val="dk1"/>
              </a:buClr>
              <a:buSzPts val="2200"/>
              <a:buFont typeface="Lexend"/>
              <a:buChar char="●"/>
              <a:defRPr sz="2200">
                <a:solidFill>
                  <a:schemeClr val="dk1"/>
                </a:solidFill>
                <a:latin typeface="Lexend"/>
                <a:ea typeface="Lexend"/>
                <a:cs typeface="Lexend"/>
                <a:sym typeface="Lexend"/>
              </a:defRPr>
            </a:lvl1pPr>
            <a:lvl2pPr marL="914400" lvl="1" indent="-361950" rtl="0">
              <a:lnSpc>
                <a:spcPct val="130000"/>
              </a:lnSpc>
              <a:spcBef>
                <a:spcPts val="1000"/>
              </a:spcBef>
              <a:spcAft>
                <a:spcPct val="0"/>
              </a:spcAft>
              <a:buClr>
                <a:schemeClr val="dk1"/>
              </a:buClr>
              <a:buSzPts val="2100"/>
              <a:buFont typeface="Lexend"/>
              <a:buChar char="–"/>
              <a:defRPr sz="2100">
                <a:solidFill>
                  <a:schemeClr val="dk1"/>
                </a:solidFill>
                <a:latin typeface="Lexend"/>
                <a:ea typeface="Lexend"/>
                <a:cs typeface="Lexend"/>
                <a:sym typeface="Lexend"/>
              </a:defRPr>
            </a:lvl2pPr>
            <a:lvl3pPr marL="1371600" lvl="2" indent="-355600" rtl="0">
              <a:lnSpc>
                <a:spcPct val="130000"/>
              </a:lnSpc>
              <a:spcBef>
                <a:spcPts val="1000"/>
              </a:spcBef>
              <a:spcAft>
                <a:spcPct val="0"/>
              </a:spcAft>
              <a:buClr>
                <a:schemeClr val="dk1"/>
              </a:buClr>
              <a:buSzPts val="2000"/>
              <a:buFont typeface="Lexend"/>
              <a:buChar char="–"/>
              <a:defRPr sz="2000">
                <a:solidFill>
                  <a:schemeClr val="dk1"/>
                </a:solidFill>
                <a:latin typeface="Lexend"/>
                <a:ea typeface="Lexend"/>
                <a:cs typeface="Lexend"/>
                <a:sym typeface="Lexend"/>
              </a:defRPr>
            </a:lvl3pPr>
            <a:lvl4pPr marL="1828800" lvl="3" indent="-349250" rtl="0">
              <a:lnSpc>
                <a:spcPct val="130000"/>
              </a:lnSpc>
              <a:spcBef>
                <a:spcPts val="800"/>
              </a:spcBef>
              <a:spcAft>
                <a:spcPct val="0"/>
              </a:spcAft>
              <a:buClr>
                <a:schemeClr val="dk1"/>
              </a:buClr>
              <a:buSzPts val="1900"/>
              <a:buFont typeface="Lexend"/>
              <a:buChar char="–"/>
              <a:defRPr sz="1900">
                <a:solidFill>
                  <a:schemeClr val="dk1"/>
                </a:solidFill>
                <a:latin typeface="Lexend"/>
                <a:ea typeface="Lexend"/>
                <a:cs typeface="Lexend"/>
                <a:sym typeface="Lexend"/>
              </a:defRPr>
            </a:lvl4pPr>
            <a:lvl5pPr marL="2286000" lvl="4" indent="-342900" rtl="0">
              <a:lnSpc>
                <a:spcPct val="130000"/>
              </a:lnSpc>
              <a:spcBef>
                <a:spcPts val="800"/>
              </a:spcBef>
              <a:spcAft>
                <a:spcPct val="0"/>
              </a:spcAft>
              <a:buClr>
                <a:schemeClr val="dk1"/>
              </a:buClr>
              <a:buSzPts val="1800"/>
              <a:buFont typeface="Lexend"/>
              <a:buChar char="–"/>
              <a:defRPr sz="1800">
                <a:solidFill>
                  <a:schemeClr val="dk1"/>
                </a:solidFill>
                <a:latin typeface="Lexend"/>
                <a:ea typeface="Lexend"/>
                <a:cs typeface="Lexend"/>
                <a:sym typeface="Lexend"/>
              </a:defRPr>
            </a:lvl5pPr>
            <a:lvl6pPr marL="2743200" lvl="5"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6pPr>
            <a:lvl7pPr marL="3200400" lvl="6"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7pPr>
            <a:lvl8pPr marL="3657600" lvl="7" indent="-342900" rtl="0">
              <a:lnSpc>
                <a:spcPct val="130000"/>
              </a:lnSpc>
              <a:spcBef>
                <a:spcPts val="400"/>
              </a:spcBef>
              <a:spcAft>
                <a:spcPct val="0"/>
              </a:spcAft>
              <a:buClr>
                <a:schemeClr val="dk1"/>
              </a:buClr>
              <a:buSzPts val="1800"/>
              <a:buFont typeface="Lexend"/>
              <a:buChar char="–"/>
              <a:defRPr sz="1800">
                <a:solidFill>
                  <a:schemeClr val="dk1"/>
                </a:solidFill>
                <a:latin typeface="Lexend"/>
                <a:ea typeface="Lexend"/>
                <a:cs typeface="Lexend"/>
                <a:sym typeface="Lexend"/>
              </a:defRPr>
            </a:lvl8pPr>
            <a:lvl9pPr marL="4114800" lvl="8" indent="-3429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642" name="Google Shape;642;p57"/>
          <p:cNvPicPr preferRelativeResize="0"/>
          <p:nvPr/>
        </p:nvPicPr>
        <p:blipFill>
          <a:blip r:embed="rId63">
            <a:alphaModFix/>
          </a:blip>
          <a:stretch>
            <a:fillRect/>
          </a:stretch>
        </p:blipFill>
        <p:spPr>
          <a:xfrm>
            <a:off x="8524129" y="4430050"/>
            <a:ext cx="234000" cy="3182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37" r:id="rId35"/>
    <p:sldLayoutId id="2147483738" r:id="rId36"/>
    <p:sldLayoutId id="2147483739" r:id="rId37"/>
    <p:sldLayoutId id="2147483740" r:id="rId38"/>
    <p:sldLayoutId id="2147483741" r:id="rId39"/>
    <p:sldLayoutId id="2147483742" r:id="rId40"/>
    <p:sldLayoutId id="2147483743" r:id="rId41"/>
    <p:sldLayoutId id="2147483744" r:id="rId42"/>
    <p:sldLayoutId id="2147483745" r:id="rId43"/>
    <p:sldLayoutId id="2147483746" r:id="rId44"/>
    <p:sldLayoutId id="2147483747" r:id="rId45"/>
    <p:sldLayoutId id="2147483748" r:id="rId46"/>
    <p:sldLayoutId id="2147483749" r:id="rId47"/>
    <p:sldLayoutId id="2147483750" r:id="rId48"/>
    <p:sldLayoutId id="2147483751" r:id="rId49"/>
    <p:sldLayoutId id="2147483752" r:id="rId50"/>
    <p:sldLayoutId id="2147483753" r:id="rId51"/>
    <p:sldLayoutId id="2147483754" r:id="rId52"/>
    <p:sldLayoutId id="2147483755" r:id="rId53"/>
    <p:sldLayoutId id="2147483756" r:id="rId54"/>
    <p:sldLayoutId id="2147483757" r:id="rId55"/>
    <p:sldLayoutId id="2147483758" r:id="rId56"/>
    <p:sldLayoutId id="2147483759" r:id="rId57"/>
    <p:sldLayoutId id="2147483760" r:id="rId58"/>
    <p:sldLayoutId id="2147483761" r:id="rId59"/>
    <p:sldLayoutId id="2147483762" r:id="rId60"/>
    <p:sldLayoutId id="2147483763" r:id="rId61"/>
    <p:sldLayoutId id="2147483764" r:id="rId62"/>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66.xml" /><Relationship Id="rId2" Type="http://schemas.openxmlformats.org/officeDocument/2006/relationships/notesSlide" Target="../notesSlides/notesSlide2.xml" /><Relationship Id="rId3" Type="http://schemas.openxmlformats.org/officeDocument/2006/relationships/hyperlink" Target="https://support.thenational.academy/using-oaks-new-teaching-resources?utm_campaign=OakSlideDeck&amp;utm_medium=document&amp;utm_source=guide" TargetMode="Ex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2.xml" /><Relationship Id="rId2" Type="http://schemas.openxmlformats.org/officeDocument/2006/relationships/notesSlide" Target="../notesSlides/notesSlide4.xml" /><Relationship Id="rId3" Type="http://schemas.openxmlformats.org/officeDocument/2006/relationships/image" Target="../media/image56.png" /><Relationship Id="rId4" Type="http://schemas.openxmlformats.org/officeDocument/2006/relationships/image" Target="../media/image57.pn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3.xml" /><Relationship Id="rId2" Type="http://schemas.openxmlformats.org/officeDocument/2006/relationships/notesSlide" Target="../notesSlides/notesSlide5.xml" /><Relationship Id="rId3" Type="http://schemas.openxmlformats.org/officeDocument/2006/relationships/image" Target="../media/image58.pn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1.xml" /><Relationship Id="rId2" Type="http://schemas.openxmlformats.org/officeDocument/2006/relationships/notesSlide" Target="../notesSlides/notesSlide6.xml" /><Relationship Id="rId3" Type="http://schemas.openxmlformats.org/officeDocument/2006/relationships/image" Target="../media/image59.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1.xml" /><Relationship Id="rId2" Type="http://schemas.openxmlformats.org/officeDocument/2006/relationships/notesSlide" Target="../notesSlides/notesSlide7.xml" /><Relationship Id="rId3" Type="http://schemas.openxmlformats.org/officeDocument/2006/relationships/image" Target="../media/image59.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6.xml" /><Relationship Id="rId2" Type="http://schemas.openxmlformats.org/officeDocument/2006/relationships/notesSlide" Target="../notesSlides/notesSlide8.xml" /><Relationship Id="rId3" Type="http://schemas.openxmlformats.org/officeDocument/2006/relationships/image" Target="../media/image60.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6.xml" /><Relationship Id="rId2" Type="http://schemas.openxmlformats.org/officeDocument/2006/relationships/notesSlide" Target="../notesSlides/notesSlide9.xml" /><Relationship Id="rId3" Type="http://schemas.openxmlformats.org/officeDocument/2006/relationships/image" Target="../media/image60.png" /><Relationship Id="rId4" Type="http://schemas.openxmlformats.org/officeDocument/2006/relationships/image" Target="../media/image61.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88.xml" /><Relationship Id="rId2" Type="http://schemas.openxmlformats.org/officeDocument/2006/relationships/notesSlide" Target="../notesSlides/notesSlide10.xml" /><Relationship Id="rId3" Type="http://schemas.openxmlformats.org/officeDocument/2006/relationships/image" Target="../media/image62.png" /><Relationship Id="rId4" Type="http://schemas.openxmlformats.org/officeDocument/2006/relationships/image" Target="../media/image63.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00.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00.xml" /><Relationship Id="rId2" Type="http://schemas.openxmlformats.org/officeDocument/2006/relationships/notesSlide" Target="../notesSlides/notesSlide1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00.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04.xml" /><Relationship Id="rId2" Type="http://schemas.openxmlformats.org/officeDocument/2006/relationships/notesSlide" Target="../notesSlides/notesSlide14.xml" /><Relationship Id="rId3" Type="http://schemas.openxmlformats.org/officeDocument/2006/relationships/image" Target="../media/image60.png" /><Relationship Id="rId4" Type="http://schemas.openxmlformats.org/officeDocument/2006/relationships/image" Target="../media/image62.pn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04.xml" /><Relationship Id="rId2" Type="http://schemas.openxmlformats.org/officeDocument/2006/relationships/notesSlide" Target="../notesSlides/notesSlide15.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04.xml" /><Relationship Id="rId2" Type="http://schemas.openxmlformats.org/officeDocument/2006/relationships/notesSlide" Target="../notesSlides/notesSlide16.xml" /><Relationship Id="rId3" Type="http://schemas.openxmlformats.org/officeDocument/2006/relationships/image" Target="../media/image64.png" /><Relationship Id="rId4" Type="http://schemas.openxmlformats.org/officeDocument/2006/relationships/image" Target="../media/image65.pn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08.xml" /><Relationship Id="rId2" Type="http://schemas.openxmlformats.org/officeDocument/2006/relationships/notesSlide" Target="../notesSlides/notesSlide17.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08.xml" /><Relationship Id="rId2" Type="http://schemas.openxmlformats.org/officeDocument/2006/relationships/notesSlide" Target="../notesSlides/notesSlide18.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08.xml" /><Relationship Id="rId2" Type="http://schemas.openxmlformats.org/officeDocument/2006/relationships/notesSlide" Target="../notesSlides/notesSlide19.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08.xml" /><Relationship Id="rId2" Type="http://schemas.openxmlformats.org/officeDocument/2006/relationships/notesSlide" Target="../notesSlides/notesSlide20.xml" /><Relationship Id="rId3" Type="http://schemas.openxmlformats.org/officeDocument/2006/relationships/image" Target="../media/image66.png" /><Relationship Id="rId4" Type="http://schemas.openxmlformats.org/officeDocument/2006/relationships/image" Target="../media/image65.pn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08.xml" /><Relationship Id="rId2" Type="http://schemas.openxmlformats.org/officeDocument/2006/relationships/notesSlide" Target="../notesSlides/notesSlide21.xml" /><Relationship Id="rId3" Type="http://schemas.openxmlformats.org/officeDocument/2006/relationships/image" Target="../media/image66.png" /><Relationship Id="rId4" Type="http://schemas.openxmlformats.org/officeDocument/2006/relationships/image" Target="../media/image65.png"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3.xml" /><Relationship Id="rId2" Type="http://schemas.openxmlformats.org/officeDocument/2006/relationships/notesSlide" Target="../notesSlides/notesSlide22.xml" /><Relationship Id="rId3" Type="http://schemas.openxmlformats.org/officeDocument/2006/relationships/image" Target="../media/image58.pn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7.xml" /><Relationship Id="rId2" Type="http://schemas.openxmlformats.org/officeDocument/2006/relationships/notesSlide" Target="../notesSlides/notesSlide23.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7.xml" /><Relationship Id="rId2" Type="http://schemas.openxmlformats.org/officeDocument/2006/relationships/notesSlide" Target="../notesSlides/notesSlide24.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93.xml" /><Relationship Id="rId2" Type="http://schemas.openxmlformats.org/officeDocument/2006/relationships/notesSlide" Target="../notesSlides/notesSlide25.xml" /><Relationship Id="rId3" Type="http://schemas.openxmlformats.org/officeDocument/2006/relationships/image" Target="../media/image63.png"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93.xml" /><Relationship Id="rId2" Type="http://schemas.openxmlformats.org/officeDocument/2006/relationships/notesSlide" Target="../notesSlides/notesSlide26.xml" /><Relationship Id="rId3" Type="http://schemas.openxmlformats.org/officeDocument/2006/relationships/image" Target="../media/image63.png"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05.xml" /><Relationship Id="rId2" Type="http://schemas.openxmlformats.org/officeDocument/2006/relationships/notesSlide" Target="../notesSlides/notesSlide27.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105.xml" /><Relationship Id="rId2" Type="http://schemas.openxmlformats.org/officeDocument/2006/relationships/notesSlide" Target="../notesSlides/notesSlide28.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05.xml" /><Relationship Id="rId2" Type="http://schemas.openxmlformats.org/officeDocument/2006/relationships/notesSlide" Target="../notesSlides/notesSlide29.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109.xml" /><Relationship Id="rId2" Type="http://schemas.openxmlformats.org/officeDocument/2006/relationships/notesSlide" Target="../notesSlides/notesSlide30.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09.xml" /><Relationship Id="rId2" Type="http://schemas.openxmlformats.org/officeDocument/2006/relationships/notesSlide" Target="../notesSlides/notesSlide31.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109.xml" /><Relationship Id="rId2" Type="http://schemas.openxmlformats.org/officeDocument/2006/relationships/notesSlide" Target="../notesSlides/notesSlide32.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53.xml" /><Relationship Id="rId2" Type="http://schemas.openxmlformats.org/officeDocument/2006/relationships/notesSlide" Target="../notesSlides/notesSlide33.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116.xml" /><Relationship Id="rId2" Type="http://schemas.openxmlformats.org/officeDocument/2006/relationships/notesSlide" Target="../notesSlides/notesSlide34.xml"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image" Target="../media/image67.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95" name="Shape 1395"/>
        <p:cNvGrpSpPr/>
        <p:nvPr/>
      </p:nvGrpSpPr>
      <p:grpSpPr>
        <a:xfrm>
          <a:off x="0" y="0"/>
          <a:ext cx="0" cy="0"/>
        </a:xfrm>
      </p:grpSpPr>
      <p:sp>
        <p:nvSpPr>
          <p:cNvPr id="1396" name="Google Shape;1396;p120"/>
          <p:cNvSpPr txBox="1"/>
          <p:nvPr>
            <p:ph type="ctrTitle"/>
          </p:nvPr>
        </p:nvSpPr>
        <p:spPr>
          <a:xfrm>
            <a:off x="323850" y="810000"/>
            <a:ext cx="5502000" cy="2742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Problem solving with place value</a:t>
            </a:r>
            <a:endParaRPr/>
          </a:p>
        </p:txBody>
      </p:sp>
      <p:sp>
        <p:nvSpPr>
          <p:cNvPr id="1397" name="Google Shape;1397;p120"/>
          <p:cNvSpPr txBox="1"/>
          <p:nvPr>
            <p:ph type="subTitle" idx="1"/>
          </p:nvPr>
        </p:nvSpPr>
        <p:spPr>
          <a:xfrm>
            <a:off x="890225" y="4327975"/>
            <a:ext cx="5758500" cy="669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Place value</a:t>
            </a:r>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1401" name="Shape 1401"/>
        <p:cNvGrpSpPr/>
        <p:nvPr/>
      </p:nvGrpSpPr>
      <p:grpSpPr>
        <a:xfrm>
          <a:off x="0" y="0"/>
          <a:ext cx="0" cy="0"/>
        </a:xfrm>
      </p:grpSpPr>
      <p:sp>
        <p:nvSpPr>
          <p:cNvPr id="1402" name="Google Shape;1402;p121"/>
          <p:cNvSpPr txBox="1"/>
          <p:nvPr/>
        </p:nvSpPr>
        <p:spPr>
          <a:xfrm>
            <a:off x="5590850" y="725950"/>
            <a:ext cx="2141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ct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xmlns:ahyp="http://schemas.microsoft.com/office/drawing/2018/hyperlinkcolor" val="tx"/>
                    </a:ext>
                  </a:extLst>
                </a:hlinkClick>
              </a:rPr>
              <a:t>how to use Oak lessons</a:t>
            </a:r>
            <a:endParaRPr sz="1200">
              <a:latin typeface="Lexend"/>
              <a:ea typeface="Lexend"/>
              <a:cs typeface="Lexend"/>
              <a:sym typeface="Lexend"/>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06" name="Shape 1406"/>
        <p:cNvGrpSpPr/>
        <p:nvPr/>
      </p:nvGrpSpPr>
      <p:grpSpPr>
        <a:xfrm>
          <a:off x="0" y="0"/>
          <a:ext cx="0" cy="0"/>
        </a:xfrm>
      </p:grpSpPr>
      <p:sp>
        <p:nvSpPr>
          <p:cNvPr id="1407" name="Google Shape;1407;p122"/>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p>
            <a:pPr marL="0" lvl="0" indent="0" algn="l" rtl="0">
              <a:spcBef>
                <a:spcPct val="0"/>
              </a:spcBef>
              <a:spcAft>
                <a:spcPts val="1000"/>
              </a:spcAft>
              <a:buNone/>
            </a:pPr>
            <a:r>
              <a:rPr lang="en-GB"/>
              <a:t>I can use my knowledge of place value to solve problems.</a:t>
            </a:r>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11" name="Shape 1411"/>
        <p:cNvGrpSpPr/>
        <p:nvPr/>
      </p:nvGrpSpPr>
      <p:grpSpPr>
        <a:xfrm>
          <a:off x="0" y="0"/>
          <a:ext cx="0" cy="0"/>
        </a:xfrm>
      </p:grpSpPr>
      <p:sp>
        <p:nvSpPr>
          <p:cNvPr id="1412" name="Google Shape;1412;p123"/>
          <p:cNvSpPr txBox="1"/>
          <p:nvPr>
            <p:ph type="subTitle" idx="1"/>
          </p:nvPr>
        </p:nvSpPr>
        <p:spPr>
          <a:xfrm>
            <a:off x="324000" y="1651155"/>
            <a:ext cx="8496000" cy="6801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A prefix is a group of letters attached to the front of a root (word) to make a new word, for example tricycle.</a:t>
            </a:r>
            <a:endParaRPr/>
          </a:p>
        </p:txBody>
      </p:sp>
      <p:sp>
        <p:nvSpPr>
          <p:cNvPr id="1413" name="Google Shape;1413;p123"/>
          <p:cNvSpPr txBox="1"/>
          <p:nvPr>
            <p:ph type="subTitle" idx="2"/>
          </p:nvPr>
        </p:nvSpPr>
        <p:spPr>
          <a:xfrm>
            <a:off x="324000" y="2579163"/>
            <a:ext cx="8496000" cy="389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Centi</a:t>
            </a:r>
            <a:r>
              <a:rPr lang="en-GB" b="1"/>
              <a:t> </a:t>
            </a:r>
            <a:r>
              <a:rPr lang="en-GB"/>
              <a:t>placed before a unit means            </a:t>
            </a:r>
            <a:endParaRPr/>
          </a:p>
        </p:txBody>
      </p:sp>
      <p:sp>
        <p:nvSpPr>
          <p:cNvPr id="1414" name="Google Shape;1414;p123"/>
          <p:cNvSpPr txBox="1"/>
          <p:nvPr>
            <p:ph type="subTitle" idx="3"/>
          </p:nvPr>
        </p:nvSpPr>
        <p:spPr>
          <a:xfrm>
            <a:off x="324000" y="3430981"/>
            <a:ext cx="8496000" cy="389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Milli placed before a unit means             </a:t>
            </a:r>
            <a:endParaRPr/>
          </a:p>
        </p:txBody>
      </p:sp>
      <p:sp>
        <p:nvSpPr>
          <p:cNvPr id="1415" name="Google Shape;1415;p123"/>
          <p:cNvSpPr txBox="1"/>
          <p:nvPr>
            <p:ph type="subTitle" idx="4"/>
          </p:nvPr>
        </p:nvSpPr>
        <p:spPr>
          <a:xfrm>
            <a:off x="324000" y="4206600"/>
            <a:ext cx="8496000" cy="389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Kilo</a:t>
            </a:r>
            <a:r>
              <a:rPr lang="en-GB" b="1"/>
              <a:t> </a:t>
            </a:r>
            <a:r>
              <a:rPr lang="en-GB"/>
              <a:t>placed before a unit means 1000 times.</a:t>
            </a:r>
            <a:endParaRPr/>
          </a:p>
        </p:txBody>
      </p:sp>
      <p:sp>
        <p:nvSpPr>
          <p:cNvPr id="1416" name="Google Shape;1416;p123"/>
          <p:cNvSpPr txBox="1"/>
          <p:nvPr>
            <p:ph type="subTitle" idx="5"/>
          </p:nvPr>
        </p:nvSpPr>
        <p:spPr>
          <a:xfrm>
            <a:off x="324000" y="723125"/>
            <a:ext cx="8496000" cy="389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Metric units </a:t>
            </a:r>
            <a:r>
              <a:rPr lang="en-GB">
                <a:solidFill>
                  <a:schemeClr val="dk1"/>
                </a:solidFill>
              </a:rPr>
              <a:t>are based around the standard units of metre, gram and litre.</a:t>
            </a:r>
            <a:r>
              <a:rPr lang="en-GB"/>
              <a:t>  </a:t>
            </a:r>
            <a:endParaRPr/>
          </a:p>
        </p:txBody>
      </p:sp>
      <p:pic>
        <p:nvPicPr>
          <p:cNvPr id="1417" name="Google Shape;1417;p123" descr="&lt;math xmlns=&quot;http://www.w3.org/1998/Math/MathML&quot; display=&quot;block&quot; data-is-equatio=&quot;1&quot; data-latex=&quot;\frac{1}{100}&quot;&gt;&lt;mfrac&gt;&lt;mn&gt;1&lt;/mn&gt;&lt;mn&gt;100&lt;/mn&gt;&lt;/mfrac&gt;&lt;/math&gt;" title="1 over 100"/>
          <p:cNvPicPr preferRelativeResize="0"/>
          <p:nvPr/>
        </p:nvPicPr>
        <p:blipFill>
          <a:blip r:embed="rId3">
            <a:alphaModFix/>
          </a:blip>
          <a:stretch>
            <a:fillRect/>
          </a:stretch>
        </p:blipFill>
        <p:spPr>
          <a:xfrm>
            <a:off x="4523244" y="2418499"/>
            <a:ext cx="497225" cy="633800"/>
          </a:xfrm>
          <a:prstGeom prst="rect">
            <a:avLst/>
          </a:prstGeom>
          <a:noFill/>
          <a:ln>
            <a:noFill/>
          </a:ln>
        </p:spPr>
      </p:pic>
      <p:pic>
        <p:nvPicPr>
          <p:cNvPr id="1418" name="Google Shape;1418;p123" descr="&lt;math xmlns=&quot;http://www.w3.org/1998/Math/MathML&quot; display=&quot;block&quot; data-is-equatio=&quot;1&quot; data-latex=&quot;\frac{1}{1000}&quot;&gt;&lt;mfrac&gt;&lt;mn&gt;1&lt;/mn&gt;&lt;mn&gt;1000&lt;/mn&gt;&lt;/mfrac&gt;&lt;/math&gt;" title="1 over 1000"/>
          <p:cNvPicPr preferRelativeResize="0"/>
          <p:nvPr/>
        </p:nvPicPr>
        <p:blipFill>
          <a:blip r:embed="rId4">
            <a:alphaModFix/>
          </a:blip>
          <a:stretch>
            <a:fillRect/>
          </a:stretch>
        </p:blipFill>
        <p:spPr>
          <a:xfrm>
            <a:off x="4353975" y="3272509"/>
            <a:ext cx="650201" cy="633800"/>
          </a:xfrm>
          <a:prstGeom prst="rect">
            <a:avLst/>
          </a:prstGeom>
          <a:noFill/>
          <a:ln>
            <a:noFill/>
          </a:ln>
        </p:spPr>
      </p:pic>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22" name="Shape 1422"/>
        <p:cNvGrpSpPr/>
        <p:nvPr/>
      </p:nvGrpSpPr>
      <p:grpSpPr>
        <a:xfrm>
          <a:off x="0" y="0"/>
          <a:ext cx="0" cy="0"/>
        </a:xfrm>
      </p:grpSpPr>
      <p:sp>
        <p:nvSpPr>
          <p:cNvPr id="1423" name="Google Shape;1423;p124"/>
          <p:cNvSpPr txBox="1"/>
          <p:nvPr>
            <p:ph type="title"/>
          </p:nvPr>
        </p:nvSpPr>
        <p:spPr>
          <a:xfrm>
            <a:off x="1224000" y="2098125"/>
            <a:ext cx="6852300" cy="3693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Same measure, different units</a:t>
            </a:r>
            <a:endParaRPr/>
          </a:p>
        </p:txBody>
      </p:sp>
      <p:sp>
        <p:nvSpPr>
          <p:cNvPr id="1424" name="Google Shape;1424;p124"/>
          <p:cNvSpPr txBox="1"/>
          <p:nvPr>
            <p:ph type="title" idx="2"/>
          </p:nvPr>
        </p:nvSpPr>
        <p:spPr>
          <a:xfrm>
            <a:off x="1224000" y="3053050"/>
            <a:ext cx="6852300" cy="369300"/>
          </a:xfrm>
          <a:prstGeom prst="rect">
            <a:avLst/>
          </a:prstGeom>
        </p:spPr>
        <p:txBody>
          <a:bodyPr spcFirstLastPara="1" wrap="square" lIns="0" tIns="0" rIns="0" bIns="0" anchor="t" anchorCtr="0">
            <a:noAutofit/>
          </a:bodyPr>
          <a:lstStyle/>
          <a:p>
            <a:pPr marL="0" lvl="0" indent="0" algn="l" rtl="0">
              <a:spcBef>
                <a:spcPct val="0"/>
              </a:spcBef>
              <a:spcAft>
                <a:spcPct val="0"/>
              </a:spcAft>
              <a:buClr>
                <a:schemeClr val="dk1"/>
              </a:buClr>
              <a:buSzPts val="1100"/>
              <a:buFont typeface="Arial"/>
              <a:buNone/>
            </a:pPr>
            <a:r>
              <a:rPr lang="en-GB"/>
              <a:t>Determining useful units of measure</a:t>
            </a:r>
            <a:endParaRPr/>
          </a:p>
        </p:txBody>
      </p:sp>
      <p:sp>
        <p:nvSpPr>
          <p:cNvPr id="1425" name="Google Shape;1425;p124"/>
          <p:cNvSpPr txBox="1"/>
          <p:nvPr>
            <p:ph type="title" idx="3"/>
          </p:nvPr>
        </p:nvSpPr>
        <p:spPr>
          <a:xfrm>
            <a:off x="324000" y="657600"/>
            <a:ext cx="79251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Problem solving with place value</a:t>
            </a:r>
            <a:endParaRPr/>
          </a:p>
        </p:txBody>
      </p:sp>
      <p:pic>
        <p:nvPicPr>
          <p:cNvPr id="1426" name="Google Shape;1426;p124"/>
          <p:cNvPicPr preferRelativeResize="0"/>
          <p:nvPr/>
        </p:nvPicPr>
        <p:blipFill>
          <a:blip r:embed="rId3">
            <a:alphaModFix/>
          </a:blip>
          <a:stretch>
            <a:fillRect/>
          </a:stretch>
        </p:blipFill>
        <p:spPr>
          <a:xfrm>
            <a:off x="415956" y="2059400"/>
            <a:ext cx="450575" cy="44675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30" name="Shape 1430"/>
        <p:cNvGrpSpPr/>
        <p:nvPr/>
      </p:nvGrpSpPr>
      <p:grpSpPr>
        <a:xfrm>
          <a:off x="0" y="0"/>
          <a:ext cx="0" cy="0"/>
        </a:xfrm>
      </p:grpSpPr>
      <p:sp>
        <p:nvSpPr>
          <p:cNvPr id="1431" name="Google Shape;1431;p125"/>
          <p:cNvSpPr txBox="1"/>
          <p:nvPr>
            <p:ph type="body" idx="1"/>
          </p:nvPr>
        </p:nvSpPr>
        <p:spPr>
          <a:xfrm>
            <a:off x="324000" y="759300"/>
            <a:ext cx="8237700" cy="4860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Measures are not always written with the same units.</a:t>
            </a: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sp>
        <p:nvSpPr>
          <p:cNvPr id="1432" name="Google Shape;1432;p125"/>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grpSp>
        <p:nvGrpSpPr>
          <p:cNvPr id="1433" name="Google Shape;1433;p125"/>
          <p:cNvGrpSpPr/>
          <p:nvPr/>
        </p:nvGrpSpPr>
        <p:grpSpPr>
          <a:xfrm>
            <a:off x="1879175" y="1397688"/>
            <a:ext cx="5959825" cy="1626624"/>
            <a:chOff x="1879175" y="1397688"/>
            <a:chExt cx="5959825" cy="1626624"/>
          </a:xfrm>
        </p:grpSpPr>
        <p:pic>
          <p:nvPicPr>
            <p:cNvPr id="1434" name="Google Shape;1434;p125"/>
            <p:cNvPicPr preferRelativeResize="0"/>
            <p:nvPr/>
          </p:nvPicPr>
          <p:blipFill>
            <a:blip r:embed="rId3">
              <a:alphaModFix/>
            </a:blip>
            <a:stretch>
              <a:fillRect/>
            </a:stretch>
          </p:blipFill>
          <p:spPr>
            <a:xfrm>
              <a:off x="1879175" y="1397688"/>
              <a:ext cx="1154850" cy="1626624"/>
            </a:xfrm>
            <a:prstGeom prst="rect">
              <a:avLst/>
            </a:prstGeom>
            <a:noFill/>
            <a:ln>
              <a:noFill/>
            </a:ln>
          </p:spPr>
        </p:pic>
        <p:pic>
          <p:nvPicPr>
            <p:cNvPr id="1435" name="Google Shape;1435;p125"/>
            <p:cNvPicPr preferRelativeResize="0"/>
            <p:nvPr/>
          </p:nvPicPr>
          <p:blipFill>
            <a:blip r:embed="rId3">
              <a:alphaModFix/>
            </a:blip>
            <a:stretch>
              <a:fillRect/>
            </a:stretch>
          </p:blipFill>
          <p:spPr>
            <a:xfrm>
              <a:off x="5196975" y="1397688"/>
              <a:ext cx="1154850" cy="1626624"/>
            </a:xfrm>
            <a:prstGeom prst="rect">
              <a:avLst/>
            </a:prstGeom>
            <a:noFill/>
            <a:ln>
              <a:noFill/>
            </a:ln>
          </p:spPr>
        </p:pic>
        <p:sp>
          <p:nvSpPr>
            <p:cNvPr id="1436" name="Google Shape;1436;p125"/>
            <p:cNvSpPr txBox="1"/>
            <p:nvPr/>
          </p:nvSpPr>
          <p:spPr>
            <a:xfrm>
              <a:off x="2887200" y="2571750"/>
              <a:ext cx="1804500" cy="452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2000">
                  <a:latin typeface="Lexend"/>
                  <a:ea typeface="Lexend"/>
                  <a:cs typeface="Lexend"/>
                  <a:sym typeface="Lexend"/>
                </a:rPr>
                <a:t>330 millilitres </a:t>
              </a:r>
              <a:endParaRPr sz="2000">
                <a:latin typeface="Lexend"/>
                <a:ea typeface="Lexend"/>
                <a:cs typeface="Lexend"/>
                <a:sym typeface="Lexend"/>
              </a:endParaRPr>
            </a:p>
          </p:txBody>
        </p:sp>
        <p:sp>
          <p:nvSpPr>
            <p:cNvPr id="1437" name="Google Shape;1437;p125"/>
            <p:cNvSpPr txBox="1"/>
            <p:nvPr/>
          </p:nvSpPr>
          <p:spPr>
            <a:xfrm>
              <a:off x="6256800" y="2571750"/>
              <a:ext cx="1582200" cy="452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2000">
                  <a:latin typeface="Lexend"/>
                  <a:ea typeface="Lexend"/>
                  <a:cs typeface="Lexend"/>
                  <a:sym typeface="Lexend"/>
                </a:rPr>
                <a:t>0.33 litres</a:t>
              </a:r>
              <a:endParaRPr sz="2000">
                <a:latin typeface="Lexend"/>
                <a:ea typeface="Lexend"/>
                <a:cs typeface="Lexend"/>
                <a:sym typeface="Lexend"/>
              </a:endParaRPr>
            </a:p>
          </p:txBody>
        </p:sp>
      </p:grpSp>
      <p:sp>
        <p:nvSpPr>
          <p:cNvPr id="1438" name="Google Shape;1438;p125"/>
          <p:cNvSpPr txBox="1"/>
          <p:nvPr/>
        </p:nvSpPr>
        <p:spPr>
          <a:xfrm>
            <a:off x="324000" y="3387725"/>
            <a:ext cx="8496000" cy="101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2200">
                <a:solidFill>
                  <a:schemeClr val="dk1"/>
                </a:solidFill>
                <a:latin typeface="Lexend"/>
                <a:ea typeface="Lexend"/>
                <a:cs typeface="Lexend"/>
                <a:sym typeface="Lexend"/>
              </a:rPr>
              <a:t>Do these two containers hold the same amount of liquid?</a:t>
            </a:r>
            <a:endParaRPr sz="2200">
              <a:solidFill>
                <a:schemeClr val="dk1"/>
              </a:solidFill>
              <a:latin typeface="Lexend"/>
              <a:ea typeface="Lexend"/>
              <a:cs typeface="Lexend"/>
              <a:sym typeface="Lexend"/>
            </a:endParaRPr>
          </a:p>
          <a:p>
            <a:pPr marL="0" lvl="0" indent="0" algn="l" rtl="0">
              <a:lnSpc>
                <a:spcPct val="115000"/>
              </a:lnSpc>
              <a:spcBef>
                <a:spcPts val="1000"/>
              </a:spcBef>
              <a:spcAft>
                <a:spcPts val="1000"/>
              </a:spcAft>
              <a:buClr>
                <a:schemeClr val="dk1"/>
              </a:buClr>
              <a:buSzPts val="1100"/>
              <a:buFont typeface="Arial"/>
              <a:buNone/>
            </a:pPr>
            <a:r>
              <a:rPr lang="en-GB" sz="2200">
                <a:solidFill>
                  <a:schemeClr val="dk1"/>
                </a:solidFill>
                <a:latin typeface="Lexend"/>
                <a:ea typeface="Lexend"/>
                <a:cs typeface="Lexend"/>
                <a:sym typeface="Lexend"/>
              </a:rPr>
              <a:t>Justify your answer.</a:t>
            </a:r>
            <a:endParaRPr>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42" name="Shape 1442"/>
        <p:cNvGrpSpPr/>
        <p:nvPr/>
      </p:nvGrpSpPr>
      <p:grpSpPr>
        <a:xfrm>
          <a:off x="0" y="0"/>
          <a:ext cx="0" cy="0"/>
        </a:xfrm>
      </p:grpSpPr>
      <p:sp>
        <p:nvSpPr>
          <p:cNvPr id="1443" name="Google Shape;1443;p126"/>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grpSp>
        <p:nvGrpSpPr>
          <p:cNvPr id="1444" name="Google Shape;1444;p126"/>
          <p:cNvGrpSpPr/>
          <p:nvPr/>
        </p:nvGrpSpPr>
        <p:grpSpPr>
          <a:xfrm>
            <a:off x="1879175" y="635688"/>
            <a:ext cx="5959825" cy="1626624"/>
            <a:chOff x="1879175" y="1397688"/>
            <a:chExt cx="5959825" cy="1626624"/>
          </a:xfrm>
        </p:grpSpPr>
        <p:pic>
          <p:nvPicPr>
            <p:cNvPr id="1445" name="Google Shape;1445;p126"/>
            <p:cNvPicPr preferRelativeResize="0"/>
            <p:nvPr/>
          </p:nvPicPr>
          <p:blipFill>
            <a:blip r:embed="rId3">
              <a:alphaModFix/>
            </a:blip>
            <a:stretch>
              <a:fillRect/>
            </a:stretch>
          </p:blipFill>
          <p:spPr>
            <a:xfrm>
              <a:off x="1879175" y="1397688"/>
              <a:ext cx="1154850" cy="1626624"/>
            </a:xfrm>
            <a:prstGeom prst="rect">
              <a:avLst/>
            </a:prstGeom>
            <a:noFill/>
            <a:ln>
              <a:noFill/>
            </a:ln>
          </p:spPr>
        </p:pic>
        <p:pic>
          <p:nvPicPr>
            <p:cNvPr id="1446" name="Google Shape;1446;p126"/>
            <p:cNvPicPr preferRelativeResize="0"/>
            <p:nvPr/>
          </p:nvPicPr>
          <p:blipFill>
            <a:blip r:embed="rId3">
              <a:alphaModFix/>
            </a:blip>
            <a:stretch>
              <a:fillRect/>
            </a:stretch>
          </p:blipFill>
          <p:spPr>
            <a:xfrm>
              <a:off x="5196975" y="1397688"/>
              <a:ext cx="1154850" cy="1626624"/>
            </a:xfrm>
            <a:prstGeom prst="rect">
              <a:avLst/>
            </a:prstGeom>
            <a:noFill/>
            <a:ln>
              <a:noFill/>
            </a:ln>
          </p:spPr>
        </p:pic>
        <p:sp>
          <p:nvSpPr>
            <p:cNvPr id="1447" name="Google Shape;1447;p126"/>
            <p:cNvSpPr txBox="1"/>
            <p:nvPr/>
          </p:nvSpPr>
          <p:spPr>
            <a:xfrm>
              <a:off x="2887200" y="2571750"/>
              <a:ext cx="1804500" cy="452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2000">
                  <a:latin typeface="Lexend"/>
                  <a:ea typeface="Lexend"/>
                  <a:cs typeface="Lexend"/>
                  <a:sym typeface="Lexend"/>
                </a:rPr>
                <a:t>330 millilitres </a:t>
              </a:r>
              <a:endParaRPr sz="2000">
                <a:latin typeface="Lexend"/>
                <a:ea typeface="Lexend"/>
                <a:cs typeface="Lexend"/>
                <a:sym typeface="Lexend"/>
              </a:endParaRPr>
            </a:p>
          </p:txBody>
        </p:sp>
        <p:sp>
          <p:nvSpPr>
            <p:cNvPr id="1448" name="Google Shape;1448;p126"/>
            <p:cNvSpPr txBox="1"/>
            <p:nvPr/>
          </p:nvSpPr>
          <p:spPr>
            <a:xfrm>
              <a:off x="6256800" y="2571750"/>
              <a:ext cx="1582200" cy="452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2000">
                  <a:latin typeface="Lexend"/>
                  <a:ea typeface="Lexend"/>
                  <a:cs typeface="Lexend"/>
                  <a:sym typeface="Lexend"/>
                </a:rPr>
                <a:t>0.33 litres</a:t>
              </a:r>
              <a:endParaRPr sz="2000">
                <a:latin typeface="Lexend"/>
                <a:ea typeface="Lexend"/>
                <a:cs typeface="Lexend"/>
                <a:sym typeface="Lexend"/>
              </a:endParaRPr>
            </a:p>
          </p:txBody>
        </p:sp>
      </p:grpSp>
      <p:sp>
        <p:nvSpPr>
          <p:cNvPr id="1449" name="Google Shape;1449;p126"/>
          <p:cNvSpPr txBox="1"/>
          <p:nvPr/>
        </p:nvSpPr>
        <p:spPr>
          <a:xfrm>
            <a:off x="324000" y="2571750"/>
            <a:ext cx="8496000" cy="201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ct val="0"/>
              </a:spcBef>
              <a:spcAft>
                <a:spcPct val="0"/>
              </a:spcAft>
              <a:buNone/>
            </a:pPr>
            <a:r>
              <a:rPr lang="en-GB" sz="2200">
                <a:solidFill>
                  <a:schemeClr val="dk1"/>
                </a:solidFill>
                <a:latin typeface="Lexend"/>
                <a:ea typeface="Lexend"/>
                <a:cs typeface="Lexend"/>
                <a:sym typeface="Lexend"/>
              </a:rPr>
              <a:t>1 litre is equivalent to 1000 millilitres. </a:t>
            </a:r>
            <a:endParaRPr sz="2200">
              <a:solidFill>
                <a:schemeClr val="dk1"/>
              </a:solidFill>
              <a:latin typeface="Lexend"/>
              <a:ea typeface="Lexend"/>
              <a:cs typeface="Lexend"/>
              <a:sym typeface="Lexend"/>
            </a:endParaRPr>
          </a:p>
          <a:p>
            <a:pPr marL="0" lvl="0" indent="0" algn="l" rtl="0">
              <a:lnSpc>
                <a:spcPct val="115000"/>
              </a:lnSpc>
              <a:spcBef>
                <a:spcPts val="1000"/>
              </a:spcBef>
              <a:spcAft>
                <a:spcPct val="0"/>
              </a:spcAft>
              <a:buNone/>
            </a:pPr>
            <a:r>
              <a:rPr lang="en-GB" sz="2200">
                <a:solidFill>
                  <a:schemeClr val="dk1"/>
                </a:solidFill>
                <a:latin typeface="Kalam"/>
                <a:ea typeface="Kalam"/>
                <a:cs typeface="Kalam"/>
                <a:sym typeface="Kalam"/>
              </a:rPr>
              <a:t>0.33 litres × 1000 = 330 millilitres</a:t>
            </a:r>
            <a:endParaRPr sz="2200">
              <a:solidFill>
                <a:schemeClr val="dk1"/>
              </a:solidFill>
              <a:latin typeface="Kalam"/>
              <a:ea typeface="Kalam"/>
              <a:cs typeface="Kalam"/>
              <a:sym typeface="Kalam"/>
            </a:endParaRPr>
          </a:p>
          <a:p>
            <a:pPr marL="0" lvl="0" indent="0" algn="l" rtl="0">
              <a:lnSpc>
                <a:spcPct val="115000"/>
              </a:lnSpc>
              <a:spcBef>
                <a:spcPts val="1000"/>
              </a:spcBef>
              <a:spcAft>
                <a:spcPct val="0"/>
              </a:spcAft>
              <a:buNone/>
            </a:pPr>
            <a:endParaRPr sz="2200">
              <a:solidFill>
                <a:schemeClr val="dk1"/>
              </a:solidFill>
              <a:latin typeface="Lexend"/>
              <a:ea typeface="Lexend"/>
              <a:cs typeface="Lexend"/>
              <a:sym typeface="Lexend"/>
            </a:endParaRPr>
          </a:p>
          <a:p>
            <a:pPr marL="0" lvl="0" indent="0" algn="l" rtl="0">
              <a:lnSpc>
                <a:spcPct val="115000"/>
              </a:lnSpc>
              <a:spcBef>
                <a:spcPts val="1000"/>
              </a:spcBef>
              <a:spcAft>
                <a:spcPts val="1000"/>
              </a:spcAft>
              <a:buNone/>
            </a:pPr>
            <a:r>
              <a:rPr lang="en-GB" sz="2200">
                <a:solidFill>
                  <a:schemeClr val="dk1"/>
                </a:solidFill>
                <a:latin typeface="Kalam"/>
                <a:ea typeface="Kalam"/>
                <a:cs typeface="Kalam"/>
                <a:sym typeface="Kalam"/>
              </a:rPr>
              <a:t>The two containers hold the same amount of liquid.</a:t>
            </a:r>
            <a:endParaRPr sz="2200">
              <a:solidFill>
                <a:schemeClr val="dk1"/>
              </a:solidFill>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53" name="Shape 1453"/>
        <p:cNvGrpSpPr/>
        <p:nvPr/>
      </p:nvGrpSpPr>
      <p:grpSpPr>
        <a:xfrm>
          <a:off x="0" y="0"/>
          <a:ext cx="0" cy="0"/>
        </a:xfrm>
      </p:grpSpPr>
      <p:sp>
        <p:nvSpPr>
          <p:cNvPr id="1454" name="Google Shape;1454;p127"/>
          <p:cNvSpPr txBox="1"/>
          <p:nvPr>
            <p:ph type="body" idx="1"/>
          </p:nvPr>
        </p:nvSpPr>
        <p:spPr>
          <a:xfrm>
            <a:off x="324000" y="759300"/>
            <a:ext cx="8237700" cy="2351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An isosceles triangle has two sides which are the same length.</a:t>
            </a: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ts val="1000"/>
              </a:spcAft>
              <a:buClr>
                <a:schemeClr val="dk1"/>
              </a:buClr>
              <a:buSzPts val="1100"/>
              <a:buFont typeface="Arial"/>
              <a:buNone/>
            </a:pPr>
            <a:endParaRPr/>
          </a:p>
        </p:txBody>
      </p:sp>
      <p:sp>
        <p:nvSpPr>
          <p:cNvPr id="1455" name="Google Shape;1455;p127"/>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pic>
        <p:nvPicPr>
          <p:cNvPr id="1456" name="Google Shape;1456;p127" descr="&lt;math xmlns=&quot;http://www.w3.org/1998/Math/MathML&quot; data-is-equatio=&quot;1&quot; data-equatio-url=&quot;https://equatio-api.texthelp.com/desmos/get/07-09-2023/3e8a5577-778f-47f0-a229-185fefc77daf&quot; data-equatio-type=&quot;image&quot;&gt;&lt;mglyph src=&quot;https://equatio-api.texthelp.com/desmos/get/07-09-2023/3e8a5577-778f-47f0-a229-185fefc77daf&quot; alt=&quot;Equatio Image&quot;/&gt;&lt;/math&gt;" title="Equatio Image"/>
          <p:cNvPicPr preferRelativeResize="0"/>
          <p:nvPr/>
        </p:nvPicPr>
        <p:blipFill>
          <a:blip r:embed="rId3">
            <a:alphaModFix/>
          </a:blip>
          <a:stretch>
            <a:fillRect/>
          </a:stretch>
        </p:blipFill>
        <p:spPr>
          <a:xfrm>
            <a:off x="4030738" y="1196325"/>
            <a:ext cx="1082525" cy="1457325"/>
          </a:xfrm>
          <a:prstGeom prst="rect">
            <a:avLst/>
          </a:prstGeom>
          <a:noFill/>
          <a:ln>
            <a:noFill/>
          </a:ln>
        </p:spPr>
      </p:pic>
      <p:sp>
        <p:nvSpPr>
          <p:cNvPr id="1457" name="Google Shape;1457;p127"/>
          <p:cNvSpPr txBox="1"/>
          <p:nvPr>
            <p:ph type="body" idx="1"/>
          </p:nvPr>
        </p:nvSpPr>
        <p:spPr>
          <a:xfrm>
            <a:off x="324000" y="2915325"/>
            <a:ext cx="8237700" cy="1457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Pick three measurements to make an isosceles triangle.</a:t>
            </a:r>
            <a:endParaRPr/>
          </a:p>
          <a:p>
            <a:pPr marL="0" lvl="0" indent="0" algn="ctr" rtl="0">
              <a:spcBef>
                <a:spcPts val="1000"/>
              </a:spcBef>
              <a:spcAft>
                <a:spcPts val="1000"/>
              </a:spcAft>
              <a:buNone/>
            </a:pPr>
            <a:r>
              <a:rPr lang="en-GB"/>
              <a:t>4.6 m		406 cm	460 cm     4600 mm</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61" name="Shape 1461"/>
        <p:cNvGrpSpPr/>
        <p:nvPr/>
      </p:nvGrpSpPr>
      <p:grpSpPr>
        <a:xfrm>
          <a:off x="0" y="0"/>
          <a:ext cx="0" cy="0"/>
        </a:xfrm>
      </p:grpSpPr>
      <p:sp>
        <p:nvSpPr>
          <p:cNvPr id="1462" name="Google Shape;1462;p128"/>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pic>
        <p:nvPicPr>
          <p:cNvPr id="1463" name="Google Shape;1463;p128" descr="&lt;math xmlns=&quot;http://www.w3.org/1998/Math/MathML&quot; data-is-equatio=&quot;1&quot; data-equatio-url=&quot;https://equatio-api.texthelp.com/desmos/get/07-09-2023/3e8a5577-778f-47f0-a229-185fefc77daf&quot; data-equatio-type=&quot;image&quot;&gt;&lt;mglyph src=&quot;https://equatio-api.texthelp.com/desmos/get/07-09-2023/3e8a5577-778f-47f0-a229-185fefc77daf&quot; alt=&quot;Equatio Image&quot;/&gt;&lt;/math&gt;" title="Equatio Image"/>
          <p:cNvPicPr preferRelativeResize="0"/>
          <p:nvPr/>
        </p:nvPicPr>
        <p:blipFill>
          <a:blip r:embed="rId3">
            <a:alphaModFix/>
          </a:blip>
          <a:stretch>
            <a:fillRect/>
          </a:stretch>
        </p:blipFill>
        <p:spPr>
          <a:xfrm>
            <a:off x="7479188" y="810038"/>
            <a:ext cx="1082525" cy="1457325"/>
          </a:xfrm>
          <a:prstGeom prst="rect">
            <a:avLst/>
          </a:prstGeom>
          <a:noFill/>
          <a:ln>
            <a:noFill/>
          </a:ln>
        </p:spPr>
      </p:pic>
      <p:sp>
        <p:nvSpPr>
          <p:cNvPr id="1464" name="Google Shape;1464;p128"/>
          <p:cNvSpPr txBox="1"/>
          <p:nvPr>
            <p:ph type="body" idx="1"/>
          </p:nvPr>
        </p:nvSpPr>
        <p:spPr>
          <a:xfrm>
            <a:off x="324000" y="810000"/>
            <a:ext cx="8237700" cy="1457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Pick three measurements to make an isosceles triangle.</a:t>
            </a:r>
            <a:endParaRPr/>
          </a:p>
          <a:p>
            <a:pPr marL="0" lvl="0" indent="0" algn="ctr" rtl="0">
              <a:spcBef>
                <a:spcPts val="1000"/>
              </a:spcBef>
              <a:spcAft>
                <a:spcPts val="1000"/>
              </a:spcAft>
              <a:buNone/>
            </a:pPr>
            <a:r>
              <a:rPr lang="en-GB"/>
              <a:t>			    </a:t>
            </a:r>
            <a:endParaRPr/>
          </a:p>
        </p:txBody>
      </p:sp>
      <p:sp>
        <p:nvSpPr>
          <p:cNvPr id="1465" name="Google Shape;1465;p128"/>
          <p:cNvSpPr txBox="1"/>
          <p:nvPr>
            <p:ph type="body" idx="1"/>
          </p:nvPr>
        </p:nvSpPr>
        <p:spPr>
          <a:xfrm>
            <a:off x="324000" y="2987025"/>
            <a:ext cx="8237700" cy="18333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latin typeface="Kalam"/>
                <a:ea typeface="Kalam"/>
                <a:cs typeface="Kalam"/>
                <a:sym typeface="Kalam"/>
              </a:rPr>
              <a:t>To make an isosceles triangle, we need two of these measurements.</a:t>
            </a:r>
            <a:endParaRPr>
              <a:latin typeface="Kalam"/>
              <a:ea typeface="Kalam"/>
              <a:cs typeface="Kalam"/>
              <a:sym typeface="Kalam"/>
            </a:endParaRPr>
          </a:p>
          <a:p>
            <a:pPr marL="0" lvl="0" indent="0" algn="l" rtl="0">
              <a:spcBef>
                <a:spcPts val="1000"/>
              </a:spcBef>
              <a:spcAft>
                <a:spcPts val="1000"/>
              </a:spcAft>
              <a:buNone/>
            </a:pPr>
            <a:r>
              <a:rPr lang="en-GB">
                <a:latin typeface="Kalam"/>
                <a:ea typeface="Kalam"/>
                <a:cs typeface="Kalam"/>
                <a:sym typeface="Kalam"/>
              </a:rPr>
              <a:t>The third measurement must be 406 cm since it is not the same length.</a:t>
            </a:r>
            <a:endParaRPr>
              <a:latin typeface="Kalam"/>
              <a:ea typeface="Kalam"/>
              <a:cs typeface="Kalam"/>
              <a:sym typeface="Kalam"/>
            </a:endParaRPr>
          </a:p>
        </p:txBody>
      </p:sp>
      <p:grpSp>
        <p:nvGrpSpPr>
          <p:cNvPr id="1466" name="Google Shape;1466;p128"/>
          <p:cNvGrpSpPr/>
          <p:nvPr/>
        </p:nvGrpSpPr>
        <p:grpSpPr>
          <a:xfrm>
            <a:off x="2844050" y="1712075"/>
            <a:ext cx="1319852" cy="752000"/>
            <a:chOff x="2844050" y="1712075"/>
            <a:chExt cx="1319852" cy="752000"/>
          </a:xfrm>
        </p:grpSpPr>
        <p:pic>
          <p:nvPicPr>
            <p:cNvPr id="1467" name="Google Shape;1467;p128"/>
            <p:cNvPicPr preferRelativeResize="0"/>
            <p:nvPr/>
          </p:nvPicPr>
          <p:blipFill>
            <a:blip r:embed="rId4">
              <a:alphaModFix/>
            </a:blip>
            <a:srcRect l="57225" r="18284" b="84458"/>
            <a:stretch>
              <a:fillRect/>
            </a:stretch>
          </p:blipFill>
          <p:spPr>
            <a:xfrm>
              <a:off x="2844050" y="1937926"/>
              <a:ext cx="1319852" cy="526149"/>
            </a:xfrm>
            <a:prstGeom prst="rect">
              <a:avLst/>
            </a:prstGeom>
            <a:noFill/>
            <a:ln>
              <a:noFill/>
            </a:ln>
          </p:spPr>
        </p:pic>
        <p:sp>
          <p:nvSpPr>
            <p:cNvPr id="1468" name="Google Shape;1468;p128"/>
            <p:cNvSpPr txBox="1"/>
            <p:nvPr/>
          </p:nvSpPr>
          <p:spPr>
            <a:xfrm>
              <a:off x="3077825" y="1712075"/>
              <a:ext cx="852300" cy="3951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en-GB" sz="1800">
                  <a:latin typeface="Lexend"/>
                  <a:ea typeface="Lexend"/>
                  <a:cs typeface="Lexend"/>
                  <a:sym typeface="Lexend"/>
                </a:rPr>
                <a:t>× 100</a:t>
              </a:r>
              <a:endParaRPr sz="1800">
                <a:latin typeface="Lexend"/>
                <a:ea typeface="Lexend"/>
                <a:cs typeface="Lexend"/>
                <a:sym typeface="Lexend"/>
              </a:endParaRPr>
            </a:p>
          </p:txBody>
        </p:sp>
      </p:grpSp>
      <p:grpSp>
        <p:nvGrpSpPr>
          <p:cNvPr id="1469" name="Google Shape;1469;p128"/>
          <p:cNvGrpSpPr/>
          <p:nvPr/>
        </p:nvGrpSpPr>
        <p:grpSpPr>
          <a:xfrm>
            <a:off x="4164075" y="1712075"/>
            <a:ext cx="1319852" cy="752000"/>
            <a:chOff x="4164075" y="1712075"/>
            <a:chExt cx="1319852" cy="752000"/>
          </a:xfrm>
        </p:grpSpPr>
        <p:pic>
          <p:nvPicPr>
            <p:cNvPr id="1470" name="Google Shape;1470;p128"/>
            <p:cNvPicPr preferRelativeResize="0"/>
            <p:nvPr/>
          </p:nvPicPr>
          <p:blipFill>
            <a:blip r:embed="rId4">
              <a:alphaModFix/>
            </a:blip>
            <a:srcRect l="57225" r="18284" b="84458"/>
            <a:stretch>
              <a:fillRect/>
            </a:stretch>
          </p:blipFill>
          <p:spPr>
            <a:xfrm>
              <a:off x="4164075" y="1937926"/>
              <a:ext cx="1319852" cy="526149"/>
            </a:xfrm>
            <a:prstGeom prst="rect">
              <a:avLst/>
            </a:prstGeom>
            <a:noFill/>
            <a:ln>
              <a:noFill/>
            </a:ln>
          </p:spPr>
        </p:pic>
        <p:sp>
          <p:nvSpPr>
            <p:cNvPr id="1471" name="Google Shape;1471;p128"/>
            <p:cNvSpPr txBox="1"/>
            <p:nvPr/>
          </p:nvSpPr>
          <p:spPr>
            <a:xfrm>
              <a:off x="4397850" y="1712075"/>
              <a:ext cx="852300" cy="395100"/>
            </a:xfrm>
            <a:prstGeom prst="rect">
              <a:avLst/>
            </a:prstGeom>
            <a:noFill/>
            <a:ln>
              <a:noFill/>
            </a:ln>
          </p:spPr>
          <p:txBody>
            <a:bodyPr spcFirstLastPara="1" wrap="square" lIns="91425" tIns="91425" rIns="91425" bIns="91425" anchor="t" anchorCtr="0">
              <a:noAutofit/>
            </a:bodyPr>
            <a:lstStyle/>
            <a:p>
              <a:pPr marL="0" lvl="0" indent="0" algn="ctr" rtl="0">
                <a:spcBef>
                  <a:spcPct val="0"/>
                </a:spcBef>
                <a:spcAft>
                  <a:spcPct val="0"/>
                </a:spcAft>
                <a:buNone/>
              </a:pPr>
              <a:r>
                <a:rPr lang="en-GB" sz="1800">
                  <a:latin typeface="Lexend"/>
                  <a:ea typeface="Lexend"/>
                  <a:cs typeface="Lexend"/>
                  <a:sym typeface="Lexend"/>
                </a:rPr>
                <a:t>× 10</a:t>
              </a:r>
              <a:endParaRPr sz="1800">
                <a:latin typeface="Lexend"/>
                <a:ea typeface="Lexend"/>
                <a:cs typeface="Lexend"/>
                <a:sym typeface="Lexend"/>
              </a:endParaRPr>
            </a:p>
          </p:txBody>
        </p:sp>
      </p:grpSp>
      <p:sp>
        <p:nvSpPr>
          <p:cNvPr id="1472" name="Google Shape;1472;p128"/>
          <p:cNvSpPr txBox="1"/>
          <p:nvPr/>
        </p:nvSpPr>
        <p:spPr>
          <a:xfrm>
            <a:off x="1704600" y="2267375"/>
            <a:ext cx="5230800" cy="448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ct val="0"/>
              </a:spcBef>
              <a:spcAft>
                <a:spcPts val="1000"/>
              </a:spcAft>
              <a:buClr>
                <a:schemeClr val="dk1"/>
              </a:buClr>
              <a:buSzPts val="1100"/>
              <a:buFont typeface="Arial"/>
              <a:buNone/>
            </a:pPr>
            <a:r>
              <a:rPr lang="en-GB" sz="2200">
                <a:solidFill>
                  <a:schemeClr val="dk1"/>
                </a:solidFill>
                <a:latin typeface="Lexend"/>
                <a:ea typeface="Lexend"/>
                <a:cs typeface="Lexend"/>
                <a:sym typeface="Lexend"/>
              </a:rPr>
              <a:t>4.6 m = 460 cm = 4600 mm</a:t>
            </a:r>
            <a:endParaRPr>
              <a:latin typeface="Lexend"/>
              <a:ea typeface="Lexend"/>
              <a:cs typeface="Lexend"/>
              <a:sym typeface="Lexend"/>
            </a:endParaRPr>
          </a:p>
        </p:txBody>
      </p:sp>
      <p:sp>
        <p:nvSpPr>
          <p:cNvPr id="1473" name="Google Shape;1473;p128"/>
          <p:cNvSpPr/>
          <p:nvPr/>
        </p:nvSpPr>
        <p:spPr>
          <a:xfrm>
            <a:off x="1411900" y="1296800"/>
            <a:ext cx="1139400" cy="415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ct val="0"/>
              </a:spcBef>
              <a:spcAft>
                <a:spcPct val="0"/>
              </a:spcAft>
              <a:buClr>
                <a:schemeClr val="dk1"/>
              </a:buClr>
              <a:buSzPts val="1100"/>
              <a:buFont typeface="Arial"/>
              <a:buNone/>
            </a:pPr>
            <a:r>
              <a:rPr lang="en-GB" sz="2200">
                <a:solidFill>
                  <a:schemeClr val="dk1"/>
                </a:solidFill>
                <a:latin typeface="Lexend"/>
                <a:ea typeface="Lexend"/>
                <a:cs typeface="Lexend"/>
                <a:sym typeface="Lexend"/>
              </a:rPr>
              <a:t>4.6 m</a:t>
            </a:r>
            <a:endParaRPr/>
          </a:p>
        </p:txBody>
      </p:sp>
      <p:sp>
        <p:nvSpPr>
          <p:cNvPr id="1474" name="Google Shape;1474;p128"/>
          <p:cNvSpPr/>
          <p:nvPr/>
        </p:nvSpPr>
        <p:spPr>
          <a:xfrm>
            <a:off x="4012040" y="1296800"/>
            <a:ext cx="1623900" cy="415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ct val="0"/>
              </a:spcBef>
              <a:spcAft>
                <a:spcPct val="0"/>
              </a:spcAft>
              <a:buClr>
                <a:schemeClr val="dk1"/>
              </a:buClr>
              <a:buSzPts val="1100"/>
              <a:buFont typeface="Arial"/>
              <a:buNone/>
            </a:pPr>
            <a:r>
              <a:rPr lang="en-GB" sz="2200">
                <a:solidFill>
                  <a:schemeClr val="dk1"/>
                </a:solidFill>
                <a:latin typeface="Lexend"/>
                <a:ea typeface="Lexend"/>
                <a:cs typeface="Lexend"/>
                <a:sym typeface="Lexend"/>
              </a:rPr>
              <a:t>460 cm </a:t>
            </a:r>
            <a:endParaRPr/>
          </a:p>
        </p:txBody>
      </p:sp>
      <p:sp>
        <p:nvSpPr>
          <p:cNvPr id="1475" name="Google Shape;1475;p128"/>
          <p:cNvSpPr/>
          <p:nvPr/>
        </p:nvSpPr>
        <p:spPr>
          <a:xfrm>
            <a:off x="5801549" y="1296788"/>
            <a:ext cx="1768500" cy="415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ct val="0"/>
              </a:spcBef>
              <a:spcAft>
                <a:spcPct val="0"/>
              </a:spcAft>
              <a:buClr>
                <a:schemeClr val="dk1"/>
              </a:buClr>
              <a:buSzPts val="1100"/>
              <a:buFont typeface="Arial"/>
              <a:buNone/>
            </a:pPr>
            <a:r>
              <a:rPr lang="en-GB" sz="2200">
                <a:solidFill>
                  <a:schemeClr val="dk1"/>
                </a:solidFill>
                <a:latin typeface="Lexend"/>
                <a:ea typeface="Lexend"/>
                <a:cs typeface="Lexend"/>
                <a:sym typeface="Lexend"/>
              </a:rPr>
              <a:t>4600 mm</a:t>
            </a:r>
            <a:endParaRPr/>
          </a:p>
        </p:txBody>
      </p:sp>
      <p:sp>
        <p:nvSpPr>
          <p:cNvPr id="1476" name="Google Shape;1476;p128"/>
          <p:cNvSpPr txBox="1"/>
          <p:nvPr/>
        </p:nvSpPr>
        <p:spPr>
          <a:xfrm>
            <a:off x="2640800" y="1296800"/>
            <a:ext cx="1420200" cy="4152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ct val="0"/>
              </a:spcBef>
              <a:spcAft>
                <a:spcPct val="0"/>
              </a:spcAft>
              <a:buClr>
                <a:schemeClr val="dk1"/>
              </a:buClr>
              <a:buSzPts val="1100"/>
              <a:buFont typeface="Arial"/>
              <a:buNone/>
            </a:pPr>
            <a:r>
              <a:rPr lang="en-GB" sz="2200">
                <a:solidFill>
                  <a:schemeClr val="dk1"/>
                </a:solidFill>
                <a:latin typeface="Lexend"/>
                <a:ea typeface="Lexend"/>
                <a:cs typeface="Lexend"/>
                <a:sym typeface="Lexend"/>
              </a:rPr>
              <a:t>406 cm</a:t>
            </a:r>
            <a:endParaRPr sz="2200">
              <a:solidFill>
                <a:schemeClr val="dk1"/>
              </a:solidFill>
              <a:latin typeface="Lexend"/>
              <a:ea typeface="Lexend"/>
              <a:cs typeface="Lexend"/>
              <a:sym typeface="Lexend"/>
            </a:endParaRPr>
          </a:p>
        </p:txBody>
      </p:sp>
      <p:sp>
        <p:nvSpPr>
          <p:cNvPr id="1477" name="Google Shape;1477;p128"/>
          <p:cNvSpPr/>
          <p:nvPr/>
        </p:nvSpPr>
        <p:spPr>
          <a:xfrm>
            <a:off x="1411200" y="1296000"/>
            <a:ext cx="1139400" cy="4152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ct val="0"/>
              </a:spcBef>
              <a:spcAft>
                <a:spcPct val="0"/>
              </a:spcAft>
              <a:buNone/>
            </a:pPr>
            <a:r>
              <a:rPr lang="en-GB" sz="2200">
                <a:solidFill>
                  <a:schemeClr val="dk1"/>
                </a:solidFill>
                <a:latin typeface="Lexend"/>
                <a:ea typeface="Lexend"/>
                <a:cs typeface="Lexend"/>
                <a:sym typeface="Lexend"/>
              </a:rPr>
              <a:t>4.6 m</a:t>
            </a:r>
            <a:endParaRPr/>
          </a:p>
        </p:txBody>
      </p:sp>
      <p:sp>
        <p:nvSpPr>
          <p:cNvPr id="1478" name="Google Shape;1478;p128"/>
          <p:cNvSpPr/>
          <p:nvPr/>
        </p:nvSpPr>
        <p:spPr>
          <a:xfrm>
            <a:off x="4012040" y="1296000"/>
            <a:ext cx="1623900" cy="4152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ct val="0"/>
              </a:spcBef>
              <a:spcAft>
                <a:spcPct val="0"/>
              </a:spcAft>
              <a:buNone/>
            </a:pPr>
            <a:r>
              <a:rPr lang="en-GB" sz="2200">
                <a:solidFill>
                  <a:schemeClr val="dk1"/>
                </a:solidFill>
                <a:latin typeface="Lexend"/>
                <a:ea typeface="Lexend"/>
                <a:cs typeface="Lexend"/>
                <a:sym typeface="Lexend"/>
              </a:rPr>
              <a:t>460 cm </a:t>
            </a:r>
            <a:endParaRPr/>
          </a:p>
        </p:txBody>
      </p:sp>
      <p:sp>
        <p:nvSpPr>
          <p:cNvPr id="1479" name="Google Shape;1479;p128"/>
          <p:cNvSpPr/>
          <p:nvPr/>
        </p:nvSpPr>
        <p:spPr>
          <a:xfrm>
            <a:off x="5801549" y="1296000"/>
            <a:ext cx="1768500" cy="4152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ct val="0"/>
              </a:spcBef>
              <a:spcAft>
                <a:spcPct val="0"/>
              </a:spcAft>
              <a:buNone/>
            </a:pPr>
            <a:r>
              <a:rPr lang="en-GB" sz="2200">
                <a:solidFill>
                  <a:schemeClr val="dk1"/>
                </a:solidFill>
                <a:latin typeface="Lexend"/>
                <a:ea typeface="Lexend"/>
                <a:cs typeface="Lexend"/>
                <a:sym typeface="Lexend"/>
              </a:rPr>
              <a:t>4600 mm</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7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6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6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65">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83" name="Shape 1483"/>
        <p:cNvGrpSpPr/>
        <p:nvPr/>
      </p:nvGrpSpPr>
      <p:grpSpPr>
        <a:xfrm>
          <a:off x="0" y="0"/>
          <a:ext cx="0" cy="0"/>
        </a:xfrm>
      </p:grpSpPr>
      <p:sp>
        <p:nvSpPr>
          <p:cNvPr id="1484" name="Google Shape;1484;p129"/>
          <p:cNvSpPr txBox="1"/>
          <p:nvPr>
            <p:ph type="title"/>
          </p:nvPr>
        </p:nvSpPr>
        <p:spPr>
          <a:xfrm>
            <a:off x="324000" y="748780"/>
            <a:ext cx="8179200" cy="7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t>In a scalene triangle, all the side lengths are different. Which measurements could be the lengths of a scalene triangle?</a:t>
            </a:r>
            <a:endParaRPr sz="2000"/>
          </a:p>
        </p:txBody>
      </p:sp>
      <p:sp>
        <p:nvSpPr>
          <p:cNvPr id="1485" name="Google Shape;1485;p129"/>
          <p:cNvSpPr txBox="1"/>
          <p:nvPr>
            <p:ph type="title" idx="2"/>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sp>
        <p:nvSpPr>
          <p:cNvPr id="1486" name="Google Shape;1486;p129"/>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t>16.9 cm, 10.9 cm, 0.169 m</a:t>
            </a:r>
            <a:endParaRPr sz="2000"/>
          </a:p>
        </p:txBody>
      </p:sp>
      <p:sp>
        <p:nvSpPr>
          <p:cNvPr id="1487" name="Google Shape;1487;p129"/>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sz="2000"/>
              <a:t>230.75 m, 0.2375 km, 23 700.5 cm</a:t>
            </a:r>
            <a:endParaRPr sz="2000"/>
          </a:p>
        </p:txBody>
      </p:sp>
      <p:sp>
        <p:nvSpPr>
          <p:cNvPr id="1488" name="Google Shape;1488;p129"/>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sz="2000"/>
              <a:t>292 cm, 1.87 m, 3000 mm</a:t>
            </a:r>
            <a:endParaRPr sz="2000"/>
          </a:p>
        </p:txBody>
      </p:sp>
      <p:pic>
        <p:nvPicPr>
          <p:cNvPr id="1489" name="Google Shape;1489;p129" descr="&lt;math xmlns=&quot;http://www.w3.org/1998/Math/MathML&quot; data-is-equatio=&quot;1&quot; data-equatio-url=&quot;https://equatio-api.texthelp.com/desmos/get/07-09-2023/eb2e52e5-dda3-4e38-a381-ad86981204d8&quot; data-equatio-type=&quot;image&quot;&gt;&lt;mglyph src=&quot;https://equatio-api.texthelp.com/desmos/get/07-09-2023/eb2e52e5-dda3-4e38-a381-ad86981204d8&quot; alt=&quot;Equatio Image&quot;/&gt;&lt;/math&gt;" title="Equatio Image"/>
          <p:cNvPicPr preferRelativeResize="0"/>
          <p:nvPr/>
        </p:nvPicPr>
        <p:blipFill>
          <a:blip r:embed="rId3">
            <a:alphaModFix/>
          </a:blip>
          <a:stretch>
            <a:fillRect/>
          </a:stretch>
        </p:blipFill>
        <p:spPr>
          <a:xfrm>
            <a:off x="5935325" y="1655375"/>
            <a:ext cx="2884675" cy="721875"/>
          </a:xfrm>
          <a:prstGeom prst="rect">
            <a:avLst/>
          </a:prstGeom>
          <a:noFill/>
          <a:ln>
            <a:noFill/>
          </a:ln>
        </p:spPr>
      </p:pic>
      <p:pic>
        <p:nvPicPr>
          <p:cNvPr id="1490" name="Google Shape;1490;p129"/>
          <p:cNvPicPr preferRelativeResize="0"/>
          <p:nvPr/>
        </p:nvPicPr>
        <p:blipFill>
          <a:blip r:embed="rId4">
            <a:alphaModFix/>
          </a:blip>
          <a:stretch>
            <a:fillRect/>
          </a:stretch>
        </p:blipFill>
        <p:spPr>
          <a:xfrm>
            <a:off x="5083208" y="2647400"/>
            <a:ext cx="396000" cy="419100"/>
          </a:xfrm>
          <a:prstGeom prst="rect">
            <a:avLst/>
          </a:prstGeom>
          <a:noFill/>
          <a:ln>
            <a:noFill/>
          </a:ln>
        </p:spPr>
      </p:pic>
      <p:pic>
        <p:nvPicPr>
          <p:cNvPr id="1491" name="Google Shape;1491;p129"/>
          <p:cNvPicPr preferRelativeResize="0"/>
          <p:nvPr/>
        </p:nvPicPr>
        <p:blipFill>
          <a:blip r:embed="rId4">
            <a:alphaModFix/>
          </a:blip>
          <a:stretch>
            <a:fillRect/>
          </a:stretch>
        </p:blipFill>
        <p:spPr>
          <a:xfrm>
            <a:off x="4215883" y="3672475"/>
            <a:ext cx="396000" cy="4191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95" name="Shape 1495"/>
        <p:cNvGrpSpPr/>
        <p:nvPr/>
      </p:nvGrpSpPr>
      <p:grpSpPr>
        <a:xfrm>
          <a:off x="0" y="0"/>
          <a:ext cx="0" cy="0"/>
        </a:xfrm>
      </p:grpSpPr>
      <p:sp>
        <p:nvSpPr>
          <p:cNvPr id="1496" name="Google Shape;1496;p13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lnSpc>
                <a:spcPct val="130000"/>
              </a:lnSpc>
              <a:spcBef>
                <a:spcPct val="0"/>
              </a:spcBef>
              <a:spcAft>
                <a:spcPct val="0"/>
              </a:spcAft>
              <a:buNone/>
            </a:pPr>
            <a:r>
              <a:rPr lang="en-GB" sz="2000"/>
              <a:t>a) 16.9 cm, 10.9 cm, 0.169 m</a:t>
            </a:r>
            <a:endParaRPr sz="2000"/>
          </a:p>
          <a:p>
            <a:pPr marL="0" lvl="0" indent="0" algn="l" rtl="0">
              <a:lnSpc>
                <a:spcPct val="130000"/>
              </a:lnSpc>
              <a:spcBef>
                <a:spcPts val="1000"/>
              </a:spcBef>
              <a:spcAft>
                <a:spcPct val="0"/>
              </a:spcAft>
              <a:buNone/>
            </a:pPr>
            <a:r>
              <a:rPr lang="en-GB" sz="2000">
                <a:latin typeface="Kalam"/>
                <a:ea typeface="Kalam"/>
                <a:cs typeface="Kalam"/>
                <a:sym typeface="Kalam"/>
              </a:rPr>
              <a:t>E.g.</a:t>
            </a:r>
            <a:endParaRPr sz="2000">
              <a:latin typeface="Kalam"/>
              <a:ea typeface="Kalam"/>
              <a:cs typeface="Kalam"/>
              <a:sym typeface="Kalam"/>
            </a:endParaRPr>
          </a:p>
          <a:p>
            <a:pPr marL="0" lvl="0" indent="0" algn="l" rtl="0">
              <a:lnSpc>
                <a:spcPct val="130000"/>
              </a:lnSpc>
              <a:spcBef>
                <a:spcPts val="1000"/>
              </a:spcBef>
              <a:spcAft>
                <a:spcPct val="0"/>
              </a:spcAft>
              <a:buNone/>
            </a:pPr>
            <a:r>
              <a:rPr lang="en-GB" sz="2000">
                <a:latin typeface="Kalam"/>
                <a:ea typeface="Kalam"/>
                <a:cs typeface="Kalam"/>
                <a:sym typeface="Kalam"/>
              </a:rPr>
              <a:t>0.169 m can be converted to cm by multiplying by 100.</a:t>
            </a:r>
            <a:endParaRPr sz="2000">
              <a:latin typeface="Kalam"/>
              <a:ea typeface="Kalam"/>
              <a:cs typeface="Kalam"/>
              <a:sym typeface="Kalam"/>
            </a:endParaRPr>
          </a:p>
          <a:p>
            <a:pPr marL="0" lvl="0" indent="0" algn="l" rtl="0">
              <a:lnSpc>
                <a:spcPct val="130000"/>
              </a:lnSpc>
              <a:spcBef>
                <a:spcPts val="1000"/>
              </a:spcBef>
              <a:spcAft>
                <a:spcPct val="0"/>
              </a:spcAft>
              <a:buNone/>
            </a:pPr>
            <a:r>
              <a:rPr lang="en-GB" sz="2000">
                <a:latin typeface="Kalam"/>
                <a:ea typeface="Kalam"/>
                <a:cs typeface="Kalam"/>
                <a:sym typeface="Kalam"/>
              </a:rPr>
              <a:t>0.169 m × 100 = 16.9 cm</a:t>
            </a:r>
            <a:endParaRPr sz="2000">
              <a:latin typeface="Kalam"/>
              <a:ea typeface="Kalam"/>
              <a:cs typeface="Kalam"/>
              <a:sym typeface="Kalam"/>
            </a:endParaRPr>
          </a:p>
          <a:p>
            <a:pPr marL="0" lvl="0" indent="0" algn="l" rtl="0">
              <a:lnSpc>
                <a:spcPct val="130000"/>
              </a:lnSpc>
              <a:spcBef>
                <a:spcPts val="1000"/>
              </a:spcBef>
              <a:spcAft>
                <a:spcPts val="1000"/>
              </a:spcAft>
              <a:buClr>
                <a:schemeClr val="dk1"/>
              </a:buClr>
              <a:buSzPts val="1100"/>
              <a:buFont typeface="Arial"/>
              <a:buNone/>
            </a:pPr>
            <a:r>
              <a:rPr lang="en-GB" sz="2000">
                <a:latin typeface="Kalam"/>
                <a:ea typeface="Kalam"/>
                <a:cs typeface="Kalam"/>
                <a:sym typeface="Kalam"/>
              </a:rPr>
              <a:t>There are two sides with the same length. Therefore this is not a scalene triangle.</a:t>
            </a:r>
            <a:endParaRPr sz="2000">
              <a:latin typeface="Kalam"/>
              <a:ea typeface="Kalam"/>
              <a:cs typeface="Kalam"/>
              <a:sym typeface="Kalam"/>
            </a:endParaRPr>
          </a:p>
        </p:txBody>
      </p:sp>
      <p:sp>
        <p:nvSpPr>
          <p:cNvPr id="1497" name="Google Shape;1497;p13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9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9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01" name="Shape 1501"/>
        <p:cNvGrpSpPr/>
        <p:nvPr/>
      </p:nvGrpSpPr>
      <p:grpSpPr>
        <a:xfrm>
          <a:off x="0" y="0"/>
          <a:ext cx="0" cy="0"/>
        </a:xfrm>
      </p:grpSpPr>
      <p:sp>
        <p:nvSpPr>
          <p:cNvPr id="1502" name="Google Shape;1502;p131"/>
          <p:cNvSpPr txBox="1"/>
          <p:nvPr>
            <p:ph type="body" idx="1"/>
          </p:nvPr>
        </p:nvSpPr>
        <p:spPr>
          <a:xfrm>
            <a:off x="324000" y="759300"/>
            <a:ext cx="8237700" cy="3743100"/>
          </a:xfrm>
          <a:prstGeom prst="rect">
            <a:avLst/>
          </a:prstGeom>
        </p:spPr>
        <p:txBody>
          <a:bodyPr spcFirstLastPara="1" wrap="square" lIns="0" tIns="0" rIns="0" bIns="0" anchor="t" anchorCtr="0">
            <a:noAutofit/>
          </a:bodyPr>
          <a:lstStyle/>
          <a:p>
            <a:pPr marL="0" lvl="0" indent="0" algn="l" rtl="0">
              <a:lnSpc>
                <a:spcPct val="130000"/>
              </a:lnSpc>
              <a:spcBef>
                <a:spcPct val="0"/>
              </a:spcBef>
              <a:spcAft>
                <a:spcPct val="0"/>
              </a:spcAft>
              <a:buNone/>
            </a:pPr>
            <a:r>
              <a:rPr lang="en-GB" sz="2000"/>
              <a:t>b) 230.75 m, 0.2375 km, 23 700.5 cm</a:t>
            </a:r>
            <a:endParaRPr sz="2000"/>
          </a:p>
          <a:p>
            <a:pPr marL="0" lvl="0" indent="0" algn="l" rtl="0">
              <a:lnSpc>
                <a:spcPct val="130000"/>
              </a:lnSpc>
              <a:spcBef>
                <a:spcPts val="1000"/>
              </a:spcBef>
              <a:spcAft>
                <a:spcPct val="0"/>
              </a:spcAft>
              <a:buNone/>
            </a:pPr>
            <a:r>
              <a:rPr lang="en-GB" sz="1800">
                <a:latin typeface="Kalam"/>
                <a:ea typeface="Kalam"/>
                <a:cs typeface="Kalam"/>
                <a:sym typeface="Kalam"/>
              </a:rPr>
              <a:t>E.g.</a:t>
            </a:r>
            <a:endParaRPr sz="1800">
              <a:latin typeface="Kalam"/>
              <a:ea typeface="Kalam"/>
              <a:cs typeface="Kalam"/>
              <a:sym typeface="Kalam"/>
            </a:endParaRPr>
          </a:p>
          <a:p>
            <a:pPr marL="0" lvl="0" indent="0" algn="l" rtl="0">
              <a:lnSpc>
                <a:spcPct val="130000"/>
              </a:lnSpc>
              <a:spcBef>
                <a:spcPts val="1000"/>
              </a:spcBef>
              <a:spcAft>
                <a:spcPct val="0"/>
              </a:spcAft>
              <a:buNone/>
            </a:pPr>
            <a:r>
              <a:rPr lang="en-GB" sz="1800">
                <a:latin typeface="Kalam"/>
                <a:ea typeface="Kalam"/>
                <a:cs typeface="Kalam"/>
                <a:sym typeface="Kalam"/>
              </a:rPr>
              <a:t>230.75 m can be converted to cm by multiplying by 100.</a:t>
            </a:r>
            <a:endParaRPr sz="1800">
              <a:latin typeface="Kalam"/>
              <a:ea typeface="Kalam"/>
              <a:cs typeface="Kalam"/>
              <a:sym typeface="Kalam"/>
            </a:endParaRPr>
          </a:p>
          <a:p>
            <a:pPr marL="0" lvl="0" indent="0" algn="l" rtl="0">
              <a:lnSpc>
                <a:spcPct val="130000"/>
              </a:lnSpc>
              <a:spcBef>
                <a:spcPts val="1000"/>
              </a:spcBef>
              <a:spcAft>
                <a:spcPct val="0"/>
              </a:spcAft>
              <a:buNone/>
            </a:pPr>
            <a:r>
              <a:rPr lang="en-GB" sz="1800">
                <a:latin typeface="Kalam"/>
                <a:ea typeface="Kalam"/>
                <a:cs typeface="Kalam"/>
                <a:sym typeface="Kalam"/>
              </a:rPr>
              <a:t>230.75 m × 100 = 23 075 cm</a:t>
            </a:r>
            <a:endParaRPr sz="1800">
              <a:latin typeface="Kalam"/>
              <a:ea typeface="Kalam"/>
              <a:cs typeface="Kalam"/>
              <a:sym typeface="Kalam"/>
            </a:endParaRPr>
          </a:p>
          <a:p>
            <a:pPr marL="0" lvl="0" indent="0" algn="l" rtl="0">
              <a:lnSpc>
                <a:spcPct val="130000"/>
              </a:lnSpc>
              <a:spcBef>
                <a:spcPts val="1000"/>
              </a:spcBef>
              <a:spcAft>
                <a:spcPct val="0"/>
              </a:spcAft>
              <a:buNone/>
            </a:pPr>
            <a:r>
              <a:rPr lang="en-GB" sz="1800">
                <a:latin typeface="Kalam"/>
                <a:ea typeface="Kalam"/>
                <a:cs typeface="Kalam"/>
                <a:sym typeface="Kalam"/>
              </a:rPr>
              <a:t>0.2375 km can be converted to m by multiplying by 1000 and then to cm by multiplying by 100.</a:t>
            </a:r>
            <a:endParaRPr sz="1800">
              <a:latin typeface="Kalam"/>
              <a:ea typeface="Kalam"/>
              <a:cs typeface="Kalam"/>
              <a:sym typeface="Kalam"/>
            </a:endParaRPr>
          </a:p>
          <a:p>
            <a:pPr marL="0" lvl="0" indent="0" algn="l" rtl="0">
              <a:lnSpc>
                <a:spcPct val="130000"/>
              </a:lnSpc>
              <a:spcBef>
                <a:spcPts val="1000"/>
              </a:spcBef>
              <a:spcAft>
                <a:spcPct val="0"/>
              </a:spcAft>
              <a:buNone/>
            </a:pPr>
            <a:r>
              <a:rPr lang="en-GB" sz="1800">
                <a:latin typeface="Kalam"/>
                <a:ea typeface="Kalam"/>
                <a:cs typeface="Kalam"/>
                <a:sym typeface="Kalam"/>
              </a:rPr>
              <a:t>0.2375 km × 1000 × 100 = 23 750 cm</a:t>
            </a:r>
            <a:endParaRPr sz="1800">
              <a:latin typeface="Kalam"/>
              <a:ea typeface="Kalam"/>
              <a:cs typeface="Kalam"/>
              <a:sym typeface="Kalam"/>
            </a:endParaRPr>
          </a:p>
          <a:p>
            <a:pPr marL="0" lvl="0" indent="0" algn="l" rtl="0">
              <a:lnSpc>
                <a:spcPct val="130000"/>
              </a:lnSpc>
              <a:spcBef>
                <a:spcPts val="1000"/>
              </a:spcBef>
              <a:spcAft>
                <a:spcPts val="1000"/>
              </a:spcAft>
              <a:buNone/>
            </a:pPr>
            <a:r>
              <a:rPr lang="en-GB" sz="1800">
                <a:latin typeface="Kalam"/>
                <a:ea typeface="Kalam"/>
                <a:cs typeface="Kalam"/>
                <a:sym typeface="Kalam"/>
              </a:rPr>
              <a:t>There are no sides with the same length. Therefore this is a scalene triangle.</a:t>
            </a:r>
            <a:endParaRPr sz="1800">
              <a:latin typeface="Kalam"/>
              <a:ea typeface="Kalam"/>
              <a:cs typeface="Kalam"/>
              <a:sym typeface="Kalam"/>
            </a:endParaRPr>
          </a:p>
        </p:txBody>
      </p:sp>
      <p:sp>
        <p:nvSpPr>
          <p:cNvPr id="1503" name="Google Shape;1503;p13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0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02">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0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07" name="Shape 1507"/>
        <p:cNvGrpSpPr/>
        <p:nvPr/>
      </p:nvGrpSpPr>
      <p:grpSpPr>
        <a:xfrm>
          <a:off x="0" y="0"/>
          <a:ext cx="0" cy="0"/>
        </a:xfrm>
      </p:grpSpPr>
      <p:sp>
        <p:nvSpPr>
          <p:cNvPr id="1508" name="Google Shape;1508;p132"/>
          <p:cNvSpPr txBox="1"/>
          <p:nvPr>
            <p:ph type="body" idx="1"/>
          </p:nvPr>
        </p:nvSpPr>
        <p:spPr>
          <a:xfrm>
            <a:off x="324000" y="759300"/>
            <a:ext cx="8237700" cy="3786900"/>
          </a:xfrm>
          <a:prstGeom prst="rect">
            <a:avLst/>
          </a:prstGeom>
        </p:spPr>
        <p:txBody>
          <a:bodyPr spcFirstLastPara="1" wrap="square" lIns="0" tIns="0" rIns="0" bIns="0" anchor="t" anchorCtr="0">
            <a:noAutofit/>
          </a:bodyPr>
          <a:lstStyle/>
          <a:p>
            <a:pPr marL="0" lvl="0" indent="0" algn="l" rtl="0">
              <a:lnSpc>
                <a:spcPct val="130000"/>
              </a:lnSpc>
              <a:spcBef>
                <a:spcPct val="0"/>
              </a:spcBef>
              <a:spcAft>
                <a:spcPct val="0"/>
              </a:spcAft>
              <a:buNone/>
            </a:pPr>
            <a:r>
              <a:rPr lang="en-GB" sz="2000"/>
              <a:t>c) 292 cm, 1.87 m, 3000 mm</a:t>
            </a:r>
            <a:endParaRPr sz="2000"/>
          </a:p>
          <a:p>
            <a:pPr marL="0" lvl="0" indent="0" algn="l" rtl="0">
              <a:lnSpc>
                <a:spcPct val="130000"/>
              </a:lnSpc>
              <a:spcBef>
                <a:spcPts val="1000"/>
              </a:spcBef>
              <a:spcAft>
                <a:spcPct val="0"/>
              </a:spcAft>
              <a:buNone/>
            </a:pPr>
            <a:r>
              <a:rPr lang="en-GB" sz="2000">
                <a:latin typeface="Kalam"/>
                <a:ea typeface="Kalam"/>
                <a:cs typeface="Kalam"/>
                <a:sym typeface="Kalam"/>
              </a:rPr>
              <a:t>E.g</a:t>
            </a:r>
            <a:endParaRPr sz="2000">
              <a:latin typeface="Kalam"/>
              <a:ea typeface="Kalam"/>
              <a:cs typeface="Kalam"/>
              <a:sym typeface="Kalam"/>
            </a:endParaRPr>
          </a:p>
          <a:p>
            <a:pPr marL="0" lvl="0" indent="0" algn="l" rtl="0">
              <a:lnSpc>
                <a:spcPct val="130000"/>
              </a:lnSpc>
              <a:spcBef>
                <a:spcPts val="1000"/>
              </a:spcBef>
              <a:spcAft>
                <a:spcPct val="0"/>
              </a:spcAft>
              <a:buNone/>
            </a:pPr>
            <a:r>
              <a:rPr lang="en-GB" sz="2000">
                <a:latin typeface="Kalam"/>
                <a:ea typeface="Kalam"/>
                <a:cs typeface="Kalam"/>
                <a:sym typeface="Kalam"/>
              </a:rPr>
              <a:t>There is no need to convert any measurements as multiplication and division using multiples of 10 changes the place value of the digits, but does not change which digits are used.</a:t>
            </a:r>
            <a:endParaRPr sz="2000">
              <a:latin typeface="Kalam"/>
              <a:ea typeface="Kalam"/>
              <a:cs typeface="Kalam"/>
              <a:sym typeface="Kalam"/>
            </a:endParaRPr>
          </a:p>
          <a:p>
            <a:pPr marL="0" lvl="0" indent="0" algn="l" rtl="0">
              <a:lnSpc>
                <a:spcPct val="130000"/>
              </a:lnSpc>
              <a:spcBef>
                <a:spcPts val="1000"/>
              </a:spcBef>
              <a:spcAft>
                <a:spcPct val="0"/>
              </a:spcAft>
              <a:buNone/>
            </a:pPr>
            <a:endParaRPr sz="2000">
              <a:latin typeface="Kalam"/>
              <a:ea typeface="Kalam"/>
              <a:cs typeface="Kalam"/>
              <a:sym typeface="Kalam"/>
            </a:endParaRPr>
          </a:p>
          <a:p>
            <a:pPr marL="0" lvl="0" indent="0" algn="l" rtl="0">
              <a:lnSpc>
                <a:spcPct val="130000"/>
              </a:lnSpc>
              <a:spcBef>
                <a:spcPts val="1000"/>
              </a:spcBef>
              <a:spcAft>
                <a:spcPct val="0"/>
              </a:spcAft>
              <a:buNone/>
            </a:pPr>
            <a:r>
              <a:rPr lang="en-GB" sz="2000"/>
              <a:t>Measures can be converted to the same units to make comparison easier, but this is not always necessary.</a:t>
            </a:r>
            <a:endParaRPr sz="1800">
              <a:latin typeface="Kalam"/>
              <a:ea typeface="Kalam"/>
              <a:cs typeface="Kalam"/>
              <a:sym typeface="Kalam"/>
            </a:endParaRPr>
          </a:p>
          <a:p>
            <a:pPr marL="0" lvl="0" indent="0" algn="l" rtl="0">
              <a:lnSpc>
                <a:spcPct val="130000"/>
              </a:lnSpc>
              <a:spcBef>
                <a:spcPts val="1000"/>
              </a:spcBef>
              <a:spcAft>
                <a:spcPct val="0"/>
              </a:spcAft>
              <a:buNone/>
            </a:pPr>
            <a:endParaRPr sz="2000">
              <a:latin typeface="Kalam"/>
              <a:ea typeface="Kalam"/>
              <a:cs typeface="Kalam"/>
              <a:sym typeface="Kalam"/>
            </a:endParaRPr>
          </a:p>
          <a:p>
            <a:pPr marL="0" lvl="0" indent="0" algn="l" rtl="0">
              <a:lnSpc>
                <a:spcPct val="130000"/>
              </a:lnSpc>
              <a:spcBef>
                <a:spcPts val="1000"/>
              </a:spcBef>
              <a:spcAft>
                <a:spcPct val="0"/>
              </a:spcAft>
              <a:buNone/>
            </a:pPr>
            <a:endParaRPr sz="2000">
              <a:latin typeface="Kalam"/>
              <a:ea typeface="Kalam"/>
              <a:cs typeface="Kalam"/>
              <a:sym typeface="Kalam"/>
            </a:endParaRPr>
          </a:p>
          <a:p>
            <a:pPr marL="0" lvl="0" indent="0" algn="l" rtl="0">
              <a:lnSpc>
                <a:spcPct val="130000"/>
              </a:lnSpc>
              <a:spcBef>
                <a:spcPts val="1000"/>
              </a:spcBef>
              <a:spcAft>
                <a:spcPts val="1000"/>
              </a:spcAft>
              <a:buNone/>
            </a:pPr>
            <a:endParaRPr sz="2000">
              <a:latin typeface="Kalam"/>
              <a:ea typeface="Kalam"/>
              <a:cs typeface="Kalam"/>
              <a:sym typeface="Kalam"/>
            </a:endParaRPr>
          </a:p>
        </p:txBody>
      </p:sp>
      <p:sp>
        <p:nvSpPr>
          <p:cNvPr id="1509" name="Google Shape;1509;p13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Same measure, different units</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0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08">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08">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0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13" name="Shape 1513"/>
        <p:cNvGrpSpPr/>
        <p:nvPr/>
      </p:nvGrpSpPr>
      <p:grpSpPr>
        <a:xfrm>
          <a:off x="0" y="0"/>
          <a:ext cx="0" cy="0"/>
        </a:xfrm>
      </p:grpSpPr>
      <p:sp>
        <p:nvSpPr>
          <p:cNvPr id="1514" name="Google Shape;1514;p133"/>
          <p:cNvSpPr txBox="1"/>
          <p:nvPr>
            <p:ph type="body" idx="1"/>
          </p:nvPr>
        </p:nvSpPr>
        <p:spPr>
          <a:xfrm>
            <a:off x="324000" y="759300"/>
            <a:ext cx="8237700" cy="486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Here is an important reminder about two types of triangles.</a:t>
            </a:r>
            <a:endParaRPr/>
          </a:p>
          <a:p>
            <a:pPr marL="0" lvl="0" indent="0" algn="l" rtl="0">
              <a:spcBef>
                <a:spcPts val="1000"/>
              </a:spcBef>
              <a:spcAft>
                <a:spcPts val="1000"/>
              </a:spcAft>
              <a:buNone/>
            </a:pPr>
            <a:endParaRPr/>
          </a:p>
        </p:txBody>
      </p:sp>
      <p:sp>
        <p:nvSpPr>
          <p:cNvPr id="1515" name="Google Shape;1515;p133"/>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pic>
        <p:nvPicPr>
          <p:cNvPr id="1516" name="Google Shape;1516;p133" descr="&lt;math xmlns=&quot;http://www.w3.org/1998/Math/MathML&quot; data-is-equatio=&quot;1&quot; data-equatio-url=&quot;https://equatio-api.texthelp.com/desmos/get/07-09-2023/3e8a5577-778f-47f0-a229-185fefc77daf&quot; data-equatio-type=&quot;image&quot;&gt;&lt;mglyph src=&quot;https://equatio-api.texthelp.com/desmos/get/07-09-2023/3e8a5577-778f-47f0-a229-185fefc77daf&quot; alt=&quot;Equatio Image&quot;/&gt;&lt;/math&gt;" title="Equatio Image"/>
          <p:cNvPicPr preferRelativeResize="0"/>
          <p:nvPr/>
        </p:nvPicPr>
        <p:blipFill>
          <a:blip r:embed="rId3">
            <a:alphaModFix/>
          </a:blip>
          <a:stretch>
            <a:fillRect/>
          </a:stretch>
        </p:blipFill>
        <p:spPr>
          <a:xfrm>
            <a:off x="4495450" y="1298850"/>
            <a:ext cx="1082525" cy="1457325"/>
          </a:xfrm>
          <a:prstGeom prst="rect">
            <a:avLst/>
          </a:prstGeom>
          <a:noFill/>
          <a:ln>
            <a:noFill/>
          </a:ln>
        </p:spPr>
      </p:pic>
      <p:sp>
        <p:nvSpPr>
          <p:cNvPr id="1517" name="Google Shape;1517;p133"/>
          <p:cNvSpPr txBox="1"/>
          <p:nvPr>
            <p:ph type="body" idx="1"/>
          </p:nvPr>
        </p:nvSpPr>
        <p:spPr>
          <a:xfrm>
            <a:off x="324000" y="1298850"/>
            <a:ext cx="4112700" cy="1457400"/>
          </a:xfrm>
          <a:prstGeom prst="rect">
            <a:avLst/>
          </a:prstGeom>
        </p:spPr>
        <p:txBody>
          <a:bodyPr spcFirstLastPara="1" wrap="square" lIns="0" tIns="0" rIns="0" bIns="0" anchor="t" anchorCtr="0">
            <a:noAutofit/>
          </a:bodyPr>
          <a:lstStyle/>
          <a:p>
            <a:pPr marL="0" lvl="0" indent="0" algn="l" rtl="0">
              <a:spcBef>
                <a:spcPct val="0"/>
              </a:spcBef>
              <a:spcAft>
                <a:spcPct val="0"/>
              </a:spcAft>
              <a:buClr>
                <a:schemeClr val="dk1"/>
              </a:buClr>
              <a:buSzPts val="1100"/>
              <a:buFont typeface="Arial"/>
              <a:buNone/>
            </a:pPr>
            <a:r>
              <a:rPr lang="en-GB"/>
              <a:t>An isosceles triangle has two sides which are the same length.</a:t>
            </a:r>
            <a:endParaRPr/>
          </a:p>
          <a:p>
            <a:pPr marL="0" lvl="0" indent="0" algn="l" rtl="0">
              <a:spcBef>
                <a:spcPts val="1000"/>
              </a:spcBef>
              <a:spcAft>
                <a:spcPts val="1000"/>
              </a:spcAft>
              <a:buNone/>
            </a:pPr>
            <a:endParaRPr/>
          </a:p>
        </p:txBody>
      </p:sp>
      <p:sp>
        <p:nvSpPr>
          <p:cNvPr id="1518" name="Google Shape;1518;p133"/>
          <p:cNvSpPr txBox="1"/>
          <p:nvPr>
            <p:ph type="body" idx="1"/>
          </p:nvPr>
        </p:nvSpPr>
        <p:spPr>
          <a:xfrm>
            <a:off x="324000" y="3408375"/>
            <a:ext cx="4112700" cy="8742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A scalene triangle has no sides with the same length.</a:t>
            </a:r>
            <a:endParaRPr/>
          </a:p>
          <a:p>
            <a:pPr marL="0" lvl="0" indent="0" algn="l" rtl="0">
              <a:spcBef>
                <a:spcPts val="1000"/>
              </a:spcBef>
              <a:spcAft>
                <a:spcPts val="1000"/>
              </a:spcAft>
              <a:buNone/>
            </a:pPr>
            <a:endParaRPr/>
          </a:p>
        </p:txBody>
      </p:sp>
      <p:pic>
        <p:nvPicPr>
          <p:cNvPr id="1519" name="Google Shape;1519;p133" descr="&lt;math xmlns=&quot;http://www.w3.org/1998/Math/MathML&quot; data-is-equatio=&quot;1&quot; data-equatio-url=&quot;https://equatio-api.texthelp.com/desmos/get/07-09-2023/eb2e52e5-dda3-4e38-a381-ad86981204d8&quot; data-equatio-type=&quot;image&quot;&gt;&lt;mglyph src=&quot;https://equatio-api.texthelp.com/desmos/get/07-09-2023/eb2e52e5-dda3-4e38-a381-ad86981204d8&quot; alt=&quot;Equatio Image&quot;/&gt;&lt;/math&gt;" title="Equatio Image"/>
          <p:cNvPicPr preferRelativeResize="0"/>
          <p:nvPr/>
        </p:nvPicPr>
        <p:blipFill>
          <a:blip r:embed="rId4">
            <a:alphaModFix/>
          </a:blip>
          <a:stretch>
            <a:fillRect/>
          </a:stretch>
        </p:blipFill>
        <p:spPr>
          <a:xfrm>
            <a:off x="4436700" y="3419050"/>
            <a:ext cx="2884675" cy="721875"/>
          </a:xfrm>
          <a:prstGeom prst="rect">
            <a:avLst/>
          </a:prstGeom>
          <a:noFill/>
          <a:ln>
            <a:noFill/>
          </a:ln>
        </p:spPr>
      </p:pic>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23" name="Shape 1523"/>
        <p:cNvGrpSpPr/>
        <p:nvPr/>
      </p:nvGrpSpPr>
      <p:grpSpPr>
        <a:xfrm>
          <a:off x="0" y="0"/>
          <a:ext cx="0" cy="0"/>
        </a:xfrm>
      </p:grpSpPr>
      <p:sp>
        <p:nvSpPr>
          <p:cNvPr id="1524" name="Google Shape;1524;p134"/>
          <p:cNvSpPr txBox="1"/>
          <p:nvPr>
            <p:ph type="body" idx="1"/>
          </p:nvPr>
        </p:nvSpPr>
        <p:spPr>
          <a:xfrm>
            <a:off x="324000" y="759300"/>
            <a:ext cx="8237700" cy="406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For each set of measurements, deduce if they are the lengths of a scalene or an isosceles triangle. </a:t>
            </a:r>
            <a:endParaRPr/>
          </a:p>
          <a:p>
            <a:pPr marL="0" lvl="0" indent="0" algn="l" rtl="0">
              <a:spcBef>
                <a:spcPts val="1000"/>
              </a:spcBef>
              <a:spcAft>
                <a:spcPct val="0"/>
              </a:spcAft>
              <a:buNone/>
            </a:pPr>
            <a:endParaRPr sz="600"/>
          </a:p>
          <a:p>
            <a:pPr marL="0" lvl="0" indent="0" algn="l" rtl="0">
              <a:spcBef>
                <a:spcPts val="1000"/>
              </a:spcBef>
              <a:spcAft>
                <a:spcPct val="0"/>
              </a:spcAft>
              <a:buNone/>
            </a:pPr>
            <a:r>
              <a:rPr lang="en-GB"/>
              <a:t>1) 1.739 m, 173.9 cm, 1793 mm</a:t>
            </a:r>
            <a:endParaRPr/>
          </a:p>
          <a:p>
            <a:pPr marL="0" lvl="0" indent="0" algn="l" rtl="0">
              <a:spcBef>
                <a:spcPts val="1000"/>
              </a:spcBef>
              <a:spcAft>
                <a:spcPct val="0"/>
              </a:spcAft>
              <a:buNone/>
            </a:pPr>
            <a:r>
              <a:rPr lang="en-GB"/>
              <a:t>2) 0.032 km, 3020 cm, 32 000 mm </a:t>
            </a:r>
            <a:endParaRPr/>
          </a:p>
          <a:p>
            <a:pPr marL="0" lvl="0" indent="0" algn="l" rtl="0">
              <a:spcBef>
                <a:spcPts val="1000"/>
              </a:spcBef>
              <a:spcAft>
                <a:spcPct val="0"/>
              </a:spcAft>
              <a:buNone/>
            </a:pPr>
            <a:r>
              <a:rPr lang="en-GB"/>
              <a:t>3) 5.1 cm, 0.000053 km, 50.3 mm</a:t>
            </a: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sp>
        <p:nvSpPr>
          <p:cNvPr id="1525" name="Google Shape;1525;p134"/>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29" name="Shape 1529"/>
        <p:cNvGrpSpPr/>
        <p:nvPr/>
      </p:nvGrpSpPr>
      <p:grpSpPr>
        <a:xfrm>
          <a:off x="0" y="0"/>
          <a:ext cx="0" cy="0"/>
        </a:xfrm>
      </p:grpSpPr>
      <p:sp>
        <p:nvSpPr>
          <p:cNvPr id="1530" name="Google Shape;1530;p135"/>
          <p:cNvSpPr txBox="1"/>
          <p:nvPr>
            <p:ph type="body" idx="1"/>
          </p:nvPr>
        </p:nvSpPr>
        <p:spPr>
          <a:xfrm>
            <a:off x="324000" y="759300"/>
            <a:ext cx="8237700" cy="406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4) Izzy has measured the sides of a triangle.</a:t>
            </a: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ct val="0"/>
              </a:spcAft>
              <a:buNone/>
            </a:pPr>
            <a:r>
              <a:rPr lang="en-GB"/>
              <a:t>Why might you think that Izzy has made an error? </a:t>
            </a:r>
            <a:endParaRPr/>
          </a:p>
          <a:p>
            <a:pPr marL="0" lvl="0" indent="0" algn="l" rtl="0">
              <a:spcBef>
                <a:spcPts val="1000"/>
              </a:spcBef>
              <a:spcAft>
                <a:spcPct val="0"/>
              </a:spcAft>
              <a:buNone/>
            </a:pPr>
            <a:r>
              <a:rPr lang="en-GB"/>
              <a:t>How could you check?</a:t>
            </a: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sp>
        <p:nvSpPr>
          <p:cNvPr id="1531" name="Google Shape;1531;p135"/>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pic>
        <p:nvPicPr>
          <p:cNvPr id="1532" name="Google Shape;1532;p135"/>
          <p:cNvPicPr preferRelativeResize="0"/>
          <p:nvPr/>
        </p:nvPicPr>
        <p:blipFill>
          <a:blip r:embed="rId3">
            <a:alphaModFix/>
          </a:blip>
          <a:stretch>
            <a:fillRect/>
          </a:stretch>
        </p:blipFill>
        <p:spPr>
          <a:xfrm>
            <a:off x="3079530" y="1155575"/>
            <a:ext cx="2726649" cy="1799999"/>
          </a:xfrm>
          <a:prstGeom prst="rect">
            <a:avLst/>
          </a:prstGeom>
          <a:noFill/>
          <a:ln>
            <a:noFill/>
          </a:ln>
        </p:spPr>
      </p:pic>
      <p:sp>
        <p:nvSpPr>
          <p:cNvPr id="1533" name="Google Shape;1533;p135"/>
          <p:cNvSpPr txBox="1"/>
          <p:nvPr/>
        </p:nvSpPr>
        <p:spPr>
          <a:xfrm flipH="1">
            <a:off x="3248982" y="1350275"/>
            <a:ext cx="2341200" cy="1155300"/>
          </a:xfrm>
          <a:prstGeom prst="rect">
            <a:avLst/>
          </a:prstGeom>
          <a:noFill/>
          <a:ln>
            <a:noFill/>
          </a:ln>
        </p:spPr>
        <p:txBody>
          <a:bodyPr spcFirstLastPara="1" wrap="square" lIns="0" tIns="0" rIns="0" bIns="0" anchor="ctr" anchorCtr="0">
            <a:noAutofit/>
          </a:bodyPr>
          <a:lstStyle/>
          <a:p>
            <a:pPr marL="0" lvl="0" indent="0" algn="l" rtl="0">
              <a:lnSpc>
                <a:spcPct val="115000"/>
              </a:lnSpc>
              <a:spcBef>
                <a:spcPct val="0"/>
              </a:spcBef>
              <a:spcAft>
                <a:spcPct val="0"/>
              </a:spcAft>
              <a:buNone/>
            </a:pPr>
            <a:r>
              <a:rPr lang="en-GB" sz="1800">
                <a:latin typeface="Lexend"/>
                <a:ea typeface="Lexend"/>
                <a:cs typeface="Lexend"/>
                <a:sym typeface="Lexend"/>
              </a:rPr>
              <a:t>I measured lengths of 31.2 cm, 24.9 cm and 9.3 mm</a:t>
            </a:r>
            <a:endParaRPr sz="1800">
              <a:solidFill>
                <a:srgbClr val="000000"/>
              </a:solidFill>
              <a:latin typeface="Lexend"/>
              <a:ea typeface="Lexend"/>
              <a:cs typeface="Lexend"/>
              <a:sym typeface="Lexend"/>
            </a:endParaRPr>
          </a:p>
        </p:txBody>
      </p:sp>
      <p:pic>
        <p:nvPicPr>
          <p:cNvPr id="1534" name="Google Shape;1534;p135"/>
          <p:cNvPicPr preferRelativeResize="0"/>
          <p:nvPr/>
        </p:nvPicPr>
        <p:blipFill>
          <a:blip r:embed="rId4">
            <a:alphaModFix/>
          </a:blip>
          <a:stretch>
            <a:fillRect/>
          </a:stretch>
        </p:blipFill>
        <p:spPr>
          <a:xfrm>
            <a:off x="2368464" y="2505575"/>
            <a:ext cx="939662" cy="909351"/>
          </a:xfrm>
          <a:prstGeom prst="rect">
            <a:avLst/>
          </a:prstGeom>
          <a:noFill/>
          <a:ln>
            <a:noFill/>
          </a:ln>
        </p:spPr>
      </p:pic>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38" name="Shape 1538"/>
        <p:cNvGrpSpPr/>
        <p:nvPr/>
      </p:nvGrpSpPr>
      <p:grpSpPr>
        <a:xfrm>
          <a:off x="0" y="0"/>
          <a:ext cx="0" cy="0"/>
        </a:xfrm>
      </p:grpSpPr>
      <p:sp>
        <p:nvSpPr>
          <p:cNvPr id="1539" name="Google Shape;1539;p136"/>
          <p:cNvSpPr txBox="1"/>
          <p:nvPr>
            <p:ph type="body" idx="1"/>
          </p:nvPr>
        </p:nvSpPr>
        <p:spPr>
          <a:xfrm>
            <a:off x="324000" y="759300"/>
            <a:ext cx="8237700" cy="3990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For each set of measurements, deduce if they are the lengths of a scalene or an isosceles triangle. </a:t>
            </a:r>
            <a:endParaRPr/>
          </a:p>
          <a:p>
            <a:pPr marL="0" lvl="0" indent="0" algn="l" rtl="0">
              <a:spcBef>
                <a:spcPts val="1000"/>
              </a:spcBef>
              <a:spcAft>
                <a:spcPct val="0"/>
              </a:spcAft>
              <a:buNone/>
            </a:pPr>
            <a:r>
              <a:rPr lang="en-GB"/>
              <a:t>1) 1.739 m, 173.9 cm, 1793 mm</a:t>
            </a:r>
            <a:endParaRPr/>
          </a:p>
          <a:p>
            <a:pPr marL="0" lvl="0" indent="0" algn="l" rtl="0">
              <a:spcBef>
                <a:spcPts val="1000"/>
              </a:spcBef>
              <a:spcAft>
                <a:spcPct val="0"/>
              </a:spcAft>
              <a:buNone/>
            </a:pPr>
            <a:r>
              <a:rPr lang="en-GB" sz="2000">
                <a:latin typeface="Kalam"/>
                <a:ea typeface="Kalam"/>
                <a:cs typeface="Kalam"/>
                <a:sym typeface="Kalam"/>
              </a:rPr>
              <a:t>E.g.</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Only the lengths 1.739 m and 173.9 cm have the same digits in the same order. These are the lengths I need to check.</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1.739 m × 100 = 173.9 cm </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These lengths are the same. This is a set of lengths for an isosceles triangle.</a:t>
            </a:r>
            <a:endParaRPr sz="2000">
              <a:latin typeface="Kalam"/>
              <a:ea typeface="Kalam"/>
              <a:cs typeface="Kalam"/>
              <a:sym typeface="Kalam"/>
            </a:endParaRPr>
          </a:p>
        </p:txBody>
      </p:sp>
      <p:sp>
        <p:nvSpPr>
          <p:cNvPr id="1540" name="Google Shape;1540;p136"/>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44" name="Shape 1544"/>
        <p:cNvGrpSpPr/>
        <p:nvPr/>
      </p:nvGrpSpPr>
      <p:grpSpPr>
        <a:xfrm>
          <a:off x="0" y="0"/>
          <a:ext cx="0" cy="0"/>
        </a:xfrm>
      </p:grpSpPr>
      <p:sp>
        <p:nvSpPr>
          <p:cNvPr id="1545" name="Google Shape;1545;p137"/>
          <p:cNvSpPr txBox="1"/>
          <p:nvPr>
            <p:ph type="body" idx="1"/>
          </p:nvPr>
        </p:nvSpPr>
        <p:spPr>
          <a:xfrm>
            <a:off x="324000" y="759300"/>
            <a:ext cx="8237700" cy="356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For each set of measurements, deduce if they are the lengths of a scalene or an isosceles triangle. </a:t>
            </a:r>
            <a:endParaRPr/>
          </a:p>
          <a:p>
            <a:pPr marL="0" lvl="0" indent="0" algn="l" rtl="0">
              <a:spcBef>
                <a:spcPts val="1000"/>
              </a:spcBef>
              <a:spcAft>
                <a:spcPct val="0"/>
              </a:spcAft>
              <a:buNone/>
            </a:pPr>
            <a:r>
              <a:rPr lang="en-GB"/>
              <a:t>2) 0.032 km, 3020 cm, 32 000 mm </a:t>
            </a:r>
            <a:endParaRPr/>
          </a:p>
          <a:p>
            <a:pPr marL="0" lvl="0" indent="0" algn="l" rtl="0">
              <a:spcBef>
                <a:spcPts val="1000"/>
              </a:spcBef>
              <a:spcAft>
                <a:spcPct val="0"/>
              </a:spcAft>
              <a:buNone/>
            </a:pPr>
            <a:r>
              <a:rPr lang="en-GB" sz="2000">
                <a:latin typeface="Kalam"/>
                <a:ea typeface="Kalam"/>
                <a:cs typeface="Kalam"/>
                <a:sym typeface="Kalam"/>
              </a:rPr>
              <a:t>E.g</a:t>
            </a:r>
            <a:endParaRPr sz="2000">
              <a:latin typeface="Kalam"/>
              <a:ea typeface="Kalam"/>
              <a:cs typeface="Kalam"/>
              <a:sym typeface="Kalam"/>
            </a:endParaRPr>
          </a:p>
          <a:p>
            <a:pPr marL="0" lvl="0" indent="0" algn="l" rtl="0">
              <a:spcBef>
                <a:spcPts val="1000"/>
              </a:spcBef>
              <a:spcAft>
                <a:spcPct val="0"/>
              </a:spcAft>
              <a:buClr>
                <a:schemeClr val="dk1"/>
              </a:buClr>
              <a:buSzPts val="1100"/>
              <a:buFont typeface="Arial"/>
              <a:buNone/>
            </a:pPr>
            <a:r>
              <a:rPr lang="en-GB" sz="2000">
                <a:latin typeface="Kalam"/>
                <a:ea typeface="Kalam"/>
                <a:cs typeface="Kalam"/>
                <a:sym typeface="Kalam"/>
              </a:rPr>
              <a:t>Only the lengths 0.032 km and 32 000 mm have the same digits in the same order. These are the lengths I need to check.</a:t>
            </a:r>
            <a:endParaRPr sz="2000">
              <a:latin typeface="Kalam"/>
              <a:ea typeface="Kalam"/>
              <a:cs typeface="Kalam"/>
              <a:sym typeface="Kalam"/>
            </a:endParaRPr>
          </a:p>
          <a:p>
            <a:pPr marL="0" lvl="0" indent="0" algn="l" rtl="0">
              <a:spcBef>
                <a:spcPts val="1000"/>
              </a:spcBef>
              <a:spcAft>
                <a:spcPct val="0"/>
              </a:spcAft>
              <a:buClr>
                <a:schemeClr val="dk1"/>
              </a:buClr>
              <a:buSzPts val="1100"/>
              <a:buFont typeface="Arial"/>
              <a:buNone/>
            </a:pPr>
            <a:r>
              <a:rPr lang="en-GB" sz="2000">
                <a:latin typeface="Kalam"/>
                <a:ea typeface="Kalam"/>
                <a:cs typeface="Kalam"/>
                <a:sym typeface="Kalam"/>
              </a:rPr>
              <a:t>0.032 km × 1000 × 100 × 10 = 32 000 mm </a:t>
            </a:r>
            <a:endParaRPr sz="2000">
              <a:latin typeface="Kalam"/>
              <a:ea typeface="Kalam"/>
              <a:cs typeface="Kalam"/>
              <a:sym typeface="Kalam"/>
            </a:endParaRPr>
          </a:p>
          <a:p>
            <a:pPr marL="0" lvl="0" indent="0" algn="l" rtl="0">
              <a:spcBef>
                <a:spcPts val="1000"/>
              </a:spcBef>
              <a:spcAft>
                <a:spcPts val="1000"/>
              </a:spcAft>
              <a:buClr>
                <a:schemeClr val="dk1"/>
              </a:buClr>
              <a:buSzPts val="1100"/>
              <a:buFont typeface="Arial"/>
              <a:buNone/>
            </a:pPr>
            <a:r>
              <a:rPr lang="en-GB" sz="2000">
                <a:latin typeface="Kalam"/>
                <a:ea typeface="Kalam"/>
                <a:cs typeface="Kalam"/>
                <a:sym typeface="Kalam"/>
              </a:rPr>
              <a:t>These lengths are the same. This is a set of lengths for an isosceles triangle.</a:t>
            </a:r>
            <a:endParaRPr/>
          </a:p>
        </p:txBody>
      </p:sp>
      <p:sp>
        <p:nvSpPr>
          <p:cNvPr id="1546" name="Google Shape;1546;p137"/>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4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4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4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4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50" name="Shape 1550"/>
        <p:cNvGrpSpPr/>
        <p:nvPr/>
      </p:nvGrpSpPr>
      <p:grpSpPr>
        <a:xfrm>
          <a:off x="0" y="0"/>
          <a:ext cx="0" cy="0"/>
        </a:xfrm>
      </p:grpSpPr>
      <p:sp>
        <p:nvSpPr>
          <p:cNvPr id="1551" name="Google Shape;1551;p138"/>
          <p:cNvSpPr txBox="1"/>
          <p:nvPr>
            <p:ph type="body" idx="1"/>
          </p:nvPr>
        </p:nvSpPr>
        <p:spPr>
          <a:xfrm>
            <a:off x="324000" y="759300"/>
            <a:ext cx="8237700" cy="38670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For each set of measurements, deduce if they are the lengths of a scalene or an isosceles triangle. </a:t>
            </a:r>
            <a:endParaRPr/>
          </a:p>
          <a:p>
            <a:pPr marL="0" lvl="0" indent="0" algn="l" rtl="0">
              <a:spcBef>
                <a:spcPts val="1000"/>
              </a:spcBef>
              <a:spcAft>
                <a:spcPct val="0"/>
              </a:spcAft>
              <a:buNone/>
            </a:pPr>
            <a:r>
              <a:rPr lang="en-GB"/>
              <a:t>3) 5.1 cm, 0.000053 km, 50.3 mm</a:t>
            </a:r>
            <a:endParaRPr/>
          </a:p>
          <a:p>
            <a:pPr marL="0" lvl="0" indent="0" algn="l" rtl="0">
              <a:spcBef>
                <a:spcPts val="1000"/>
              </a:spcBef>
              <a:spcAft>
                <a:spcPct val="0"/>
              </a:spcAft>
              <a:buNone/>
            </a:pPr>
            <a:r>
              <a:rPr lang="en-GB" sz="2000">
                <a:latin typeface="Kalam"/>
                <a:ea typeface="Kalam"/>
                <a:cs typeface="Kalam"/>
                <a:sym typeface="Kalam"/>
              </a:rPr>
              <a:t>E.g.</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None of the lengths have the same digits in the same order. None of the lengths will be the same when converted.</a:t>
            </a:r>
            <a:endParaRPr sz="2000">
              <a:latin typeface="Kalam"/>
              <a:ea typeface="Kalam"/>
              <a:cs typeface="Kalam"/>
              <a:sym typeface="Kalam"/>
            </a:endParaRPr>
          </a:p>
          <a:p>
            <a:pPr marL="0" lvl="0" indent="0" algn="l" rtl="0">
              <a:spcBef>
                <a:spcPts val="1000"/>
              </a:spcBef>
              <a:spcAft>
                <a:spcPts val="1000"/>
              </a:spcAft>
              <a:buClr>
                <a:schemeClr val="dk1"/>
              </a:buClr>
              <a:buSzPts val="1100"/>
              <a:buFont typeface="Arial"/>
              <a:buNone/>
            </a:pPr>
            <a:r>
              <a:rPr lang="en-GB" sz="2000">
                <a:latin typeface="Kalam"/>
                <a:ea typeface="Kalam"/>
                <a:cs typeface="Kalam"/>
                <a:sym typeface="Kalam"/>
              </a:rPr>
              <a:t>None of the lengths are the same. This is a set of lengths for a scalene triangle.</a:t>
            </a:r>
            <a:endParaRPr sz="2000">
              <a:latin typeface="Kalam"/>
              <a:ea typeface="Kalam"/>
              <a:cs typeface="Kalam"/>
              <a:sym typeface="Kalam"/>
            </a:endParaRPr>
          </a:p>
        </p:txBody>
      </p:sp>
      <p:sp>
        <p:nvSpPr>
          <p:cNvPr id="1552" name="Google Shape;1552;p138"/>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5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5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56" name="Shape 1556"/>
        <p:cNvGrpSpPr/>
        <p:nvPr/>
      </p:nvGrpSpPr>
      <p:grpSpPr>
        <a:xfrm>
          <a:off x="0" y="0"/>
          <a:ext cx="0" cy="0"/>
        </a:xfrm>
      </p:grpSpPr>
      <p:sp>
        <p:nvSpPr>
          <p:cNvPr id="1557" name="Google Shape;1557;p139"/>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sp>
        <p:nvSpPr>
          <p:cNvPr id="1558" name="Google Shape;1558;p139"/>
          <p:cNvSpPr txBox="1"/>
          <p:nvPr>
            <p:ph type="body" idx="1"/>
          </p:nvPr>
        </p:nvSpPr>
        <p:spPr>
          <a:xfrm>
            <a:off x="324000" y="759300"/>
            <a:ext cx="8237700" cy="5910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4) Izzy has measured the sides of a triangle.</a:t>
            </a: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sp>
        <p:nvSpPr>
          <p:cNvPr id="1559" name="Google Shape;1559;p139"/>
          <p:cNvSpPr txBox="1"/>
          <p:nvPr/>
        </p:nvSpPr>
        <p:spPr>
          <a:xfrm flipH="1">
            <a:off x="1267782" y="1350275"/>
            <a:ext cx="2341200" cy="1155300"/>
          </a:xfrm>
          <a:prstGeom prst="rect">
            <a:avLst/>
          </a:prstGeom>
          <a:noFill/>
          <a:ln>
            <a:noFill/>
          </a:ln>
        </p:spPr>
        <p:txBody>
          <a:bodyPr spcFirstLastPara="1" wrap="square" lIns="0" tIns="0" rIns="0" bIns="0" anchor="ctr" anchorCtr="0">
            <a:noAutofit/>
          </a:bodyPr>
          <a:lstStyle/>
          <a:p>
            <a:pPr marL="0" lvl="0" indent="0" algn="l" rtl="0">
              <a:lnSpc>
                <a:spcPct val="115000"/>
              </a:lnSpc>
              <a:spcBef>
                <a:spcPct val="0"/>
              </a:spcBef>
              <a:spcAft>
                <a:spcPct val="0"/>
              </a:spcAft>
              <a:buNone/>
            </a:pPr>
            <a:r>
              <a:rPr lang="en-GB" sz="1800">
                <a:latin typeface="Lexend"/>
                <a:ea typeface="Lexend"/>
                <a:cs typeface="Lexend"/>
                <a:sym typeface="Lexend"/>
              </a:rPr>
              <a:t>I measured lengths of 31.2 cm, 24.9 cm and 9.3 mm</a:t>
            </a:r>
            <a:endParaRPr sz="1800">
              <a:solidFill>
                <a:srgbClr val="000000"/>
              </a:solidFill>
              <a:latin typeface="Lexend"/>
              <a:ea typeface="Lexend"/>
              <a:cs typeface="Lexend"/>
              <a:sym typeface="Lexend"/>
            </a:endParaRPr>
          </a:p>
        </p:txBody>
      </p:sp>
      <p:sp>
        <p:nvSpPr>
          <p:cNvPr id="1560" name="Google Shape;1560;p139"/>
          <p:cNvSpPr txBox="1"/>
          <p:nvPr>
            <p:ph type="body" idx="1"/>
          </p:nvPr>
        </p:nvSpPr>
        <p:spPr>
          <a:xfrm>
            <a:off x="4572000" y="1350300"/>
            <a:ext cx="4118700" cy="1053600"/>
          </a:xfrm>
          <a:prstGeom prst="rect">
            <a:avLst/>
          </a:prstGeom>
        </p:spPr>
        <p:txBody>
          <a:bodyPr spcFirstLastPara="1" wrap="square" lIns="0" tIns="0" rIns="0" bIns="0" anchor="t" anchorCtr="0">
            <a:noAutofit/>
          </a:bodyPr>
          <a:lstStyle/>
          <a:p>
            <a:pPr marL="0" lvl="0" indent="0" algn="l" rtl="0">
              <a:spcBef>
                <a:spcPct val="0"/>
              </a:spcBef>
              <a:spcAft>
                <a:spcPct val="0"/>
              </a:spcAft>
              <a:buClr>
                <a:schemeClr val="dk1"/>
              </a:buClr>
              <a:buSzPts val="1100"/>
              <a:buFont typeface="Arial"/>
              <a:buNone/>
            </a:pPr>
            <a:r>
              <a:rPr lang="en-GB"/>
              <a:t>Why might you think that Izzy has made an error? </a:t>
            </a: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pic>
        <p:nvPicPr>
          <p:cNvPr id="1561" name="Google Shape;1561;p139"/>
          <p:cNvPicPr preferRelativeResize="0"/>
          <p:nvPr/>
        </p:nvPicPr>
        <p:blipFill>
          <a:blip r:embed="rId3">
            <a:alphaModFix/>
          </a:blip>
          <a:srcRect r="57905" b="43690"/>
          <a:stretch>
            <a:fillRect/>
          </a:stretch>
        </p:blipFill>
        <p:spPr>
          <a:xfrm flipH="1">
            <a:off x="946934" y="1261575"/>
            <a:ext cx="2662052" cy="1695301"/>
          </a:xfrm>
          <a:prstGeom prst="rect">
            <a:avLst/>
          </a:prstGeom>
          <a:noFill/>
          <a:ln>
            <a:noFill/>
          </a:ln>
        </p:spPr>
      </p:pic>
      <p:pic>
        <p:nvPicPr>
          <p:cNvPr id="1562" name="Google Shape;1562;p139"/>
          <p:cNvPicPr preferRelativeResize="0"/>
          <p:nvPr/>
        </p:nvPicPr>
        <p:blipFill>
          <a:blip r:embed="rId4">
            <a:alphaModFix/>
          </a:blip>
          <a:stretch>
            <a:fillRect/>
          </a:stretch>
        </p:blipFill>
        <p:spPr>
          <a:xfrm>
            <a:off x="311064" y="2505575"/>
            <a:ext cx="939662" cy="909351"/>
          </a:xfrm>
          <a:prstGeom prst="rect">
            <a:avLst/>
          </a:prstGeom>
          <a:noFill/>
          <a:ln>
            <a:noFill/>
          </a:ln>
        </p:spPr>
      </p:pic>
      <p:sp>
        <p:nvSpPr>
          <p:cNvPr id="1563" name="Google Shape;1563;p139"/>
          <p:cNvSpPr txBox="1"/>
          <p:nvPr/>
        </p:nvSpPr>
        <p:spPr>
          <a:xfrm>
            <a:off x="4572000" y="2160000"/>
            <a:ext cx="4118700" cy="2391000"/>
          </a:xfrm>
          <a:prstGeom prst="rect">
            <a:avLst/>
          </a:prstGeom>
          <a:noFill/>
          <a:ln>
            <a:noFill/>
          </a:ln>
        </p:spPr>
        <p:txBody>
          <a:bodyPr spcFirstLastPara="1" wrap="square" lIns="0" tIns="91425" rIns="91425" bIns="91425" anchor="t" anchorCtr="0">
            <a:spAutoFit/>
          </a:bodyPr>
          <a:lstStyle/>
          <a:p>
            <a:pPr marL="0" lvl="0" indent="0" algn="l" rtl="0">
              <a:lnSpc>
                <a:spcPct val="115000"/>
              </a:lnSpc>
              <a:spcBef>
                <a:spcPct val="0"/>
              </a:spcBef>
              <a:spcAft>
                <a:spcPct val="0"/>
              </a:spcAft>
              <a:buNone/>
            </a:pPr>
            <a:r>
              <a:rPr lang="en-GB" sz="2000">
                <a:solidFill>
                  <a:schemeClr val="dk1"/>
                </a:solidFill>
                <a:latin typeface="Kalam"/>
                <a:ea typeface="Kalam"/>
                <a:cs typeface="Kalam"/>
                <a:sym typeface="Kalam"/>
              </a:rPr>
              <a:t>E.g. </a:t>
            </a:r>
            <a:endParaRPr sz="2000">
              <a:solidFill>
                <a:schemeClr val="dk1"/>
              </a:solidFill>
              <a:latin typeface="Kalam"/>
              <a:ea typeface="Kalam"/>
              <a:cs typeface="Kalam"/>
              <a:sym typeface="Kalam"/>
            </a:endParaRPr>
          </a:p>
          <a:p>
            <a:pPr marL="0" lvl="0" indent="0" algn="l" rtl="0">
              <a:lnSpc>
                <a:spcPct val="115000"/>
              </a:lnSpc>
              <a:spcBef>
                <a:spcPts val="1000"/>
              </a:spcBef>
              <a:spcAft>
                <a:spcPts val="1000"/>
              </a:spcAft>
              <a:buNone/>
            </a:pPr>
            <a:r>
              <a:rPr lang="en-GB" sz="2000">
                <a:solidFill>
                  <a:schemeClr val="dk1"/>
                </a:solidFill>
                <a:latin typeface="Kalam"/>
                <a:ea typeface="Kalam"/>
                <a:cs typeface="Kalam"/>
                <a:sym typeface="Kalam"/>
              </a:rPr>
              <a:t>Izzy has measured one length in mm. This might be ok but when converted to cm, it is 0.93 cm. This seems a lot smaller than the other measurements.</a:t>
            </a:r>
            <a:endParaRPr sz="2000">
              <a:solidFill>
                <a:schemeClr val="dk1"/>
              </a:solidFill>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67" name="Shape 1567"/>
        <p:cNvGrpSpPr/>
        <p:nvPr/>
      </p:nvGrpSpPr>
      <p:grpSpPr>
        <a:xfrm>
          <a:off x="0" y="0"/>
          <a:ext cx="0" cy="0"/>
        </a:xfrm>
      </p:grpSpPr>
      <p:sp>
        <p:nvSpPr>
          <p:cNvPr id="1568" name="Google Shape;1568;p140"/>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Same measure, different units</a:t>
            </a:r>
            <a:endParaRPr/>
          </a:p>
        </p:txBody>
      </p:sp>
      <p:sp>
        <p:nvSpPr>
          <p:cNvPr id="1569" name="Google Shape;1569;p140"/>
          <p:cNvSpPr txBox="1"/>
          <p:nvPr>
            <p:ph type="body" idx="1"/>
          </p:nvPr>
        </p:nvSpPr>
        <p:spPr>
          <a:xfrm>
            <a:off x="324000" y="759300"/>
            <a:ext cx="8237700" cy="5910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4) Izzy has measured the sides of a triangle.</a:t>
            </a:r>
            <a:endParaRPr/>
          </a:p>
          <a:p>
            <a:pPr marL="0" lvl="0" indent="0" algn="l" rtl="0">
              <a:spcBef>
                <a:spcPts val="1000"/>
              </a:spcBef>
              <a:spcAft>
                <a:spcPct val="0"/>
              </a:spcAft>
              <a:buNone/>
            </a:pP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sp>
        <p:nvSpPr>
          <p:cNvPr id="1570" name="Google Shape;1570;p140"/>
          <p:cNvSpPr txBox="1"/>
          <p:nvPr/>
        </p:nvSpPr>
        <p:spPr>
          <a:xfrm flipH="1">
            <a:off x="1267782" y="1350275"/>
            <a:ext cx="2341200" cy="1155300"/>
          </a:xfrm>
          <a:prstGeom prst="rect">
            <a:avLst/>
          </a:prstGeom>
          <a:noFill/>
          <a:ln>
            <a:noFill/>
          </a:ln>
        </p:spPr>
        <p:txBody>
          <a:bodyPr spcFirstLastPara="1" wrap="square" lIns="0" tIns="0" rIns="0" bIns="0" anchor="ctr" anchorCtr="0">
            <a:noAutofit/>
          </a:bodyPr>
          <a:lstStyle/>
          <a:p>
            <a:pPr marL="0" lvl="0" indent="0" algn="l" rtl="0">
              <a:lnSpc>
                <a:spcPct val="115000"/>
              </a:lnSpc>
              <a:spcBef>
                <a:spcPct val="0"/>
              </a:spcBef>
              <a:spcAft>
                <a:spcPct val="0"/>
              </a:spcAft>
              <a:buNone/>
            </a:pPr>
            <a:r>
              <a:rPr lang="en-GB" sz="1800">
                <a:latin typeface="Lexend"/>
                <a:ea typeface="Lexend"/>
                <a:cs typeface="Lexend"/>
                <a:sym typeface="Lexend"/>
              </a:rPr>
              <a:t>I measured lengths of 31.2 cm, 24.9 cm and 9.3 mm</a:t>
            </a:r>
            <a:endParaRPr sz="1800">
              <a:solidFill>
                <a:srgbClr val="000000"/>
              </a:solidFill>
              <a:latin typeface="Lexend"/>
              <a:ea typeface="Lexend"/>
              <a:cs typeface="Lexend"/>
              <a:sym typeface="Lexend"/>
            </a:endParaRPr>
          </a:p>
        </p:txBody>
      </p:sp>
      <p:sp>
        <p:nvSpPr>
          <p:cNvPr id="1571" name="Google Shape;1571;p140"/>
          <p:cNvSpPr txBox="1"/>
          <p:nvPr>
            <p:ph type="body" idx="1"/>
          </p:nvPr>
        </p:nvSpPr>
        <p:spPr>
          <a:xfrm>
            <a:off x="4572000" y="1350300"/>
            <a:ext cx="4118700" cy="402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How could you check?</a:t>
            </a:r>
            <a:endParaRPr/>
          </a:p>
          <a:p>
            <a:pPr marL="0" lvl="0" indent="0" algn="l" rtl="0">
              <a:spcBef>
                <a:spcPts val="1000"/>
              </a:spcBef>
              <a:spcAft>
                <a:spcPct val="0"/>
              </a:spcAft>
              <a:buNone/>
            </a:pPr>
            <a:endParaRPr sz="2000">
              <a:latin typeface="Kalam"/>
              <a:ea typeface="Kalam"/>
              <a:cs typeface="Kalam"/>
              <a:sym typeface="Kalam"/>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pic>
        <p:nvPicPr>
          <p:cNvPr id="1572" name="Google Shape;1572;p140"/>
          <p:cNvPicPr preferRelativeResize="0"/>
          <p:nvPr/>
        </p:nvPicPr>
        <p:blipFill>
          <a:blip r:embed="rId3">
            <a:alphaModFix/>
          </a:blip>
          <a:srcRect r="57905" b="43690"/>
          <a:stretch>
            <a:fillRect/>
          </a:stretch>
        </p:blipFill>
        <p:spPr>
          <a:xfrm flipH="1">
            <a:off x="946934" y="1261575"/>
            <a:ext cx="2662052" cy="1695301"/>
          </a:xfrm>
          <a:prstGeom prst="rect">
            <a:avLst/>
          </a:prstGeom>
          <a:noFill/>
          <a:ln>
            <a:noFill/>
          </a:ln>
        </p:spPr>
      </p:pic>
      <p:pic>
        <p:nvPicPr>
          <p:cNvPr id="1573" name="Google Shape;1573;p140"/>
          <p:cNvPicPr preferRelativeResize="0"/>
          <p:nvPr/>
        </p:nvPicPr>
        <p:blipFill>
          <a:blip r:embed="rId4">
            <a:alphaModFix/>
          </a:blip>
          <a:stretch>
            <a:fillRect/>
          </a:stretch>
        </p:blipFill>
        <p:spPr>
          <a:xfrm>
            <a:off x="311064" y="2505575"/>
            <a:ext cx="939662" cy="909351"/>
          </a:xfrm>
          <a:prstGeom prst="rect">
            <a:avLst/>
          </a:prstGeom>
          <a:noFill/>
          <a:ln>
            <a:noFill/>
          </a:ln>
        </p:spPr>
      </p:pic>
      <p:sp>
        <p:nvSpPr>
          <p:cNvPr id="1574" name="Google Shape;1574;p140"/>
          <p:cNvSpPr txBox="1"/>
          <p:nvPr/>
        </p:nvSpPr>
        <p:spPr>
          <a:xfrm>
            <a:off x="4569300" y="1791725"/>
            <a:ext cx="4124100" cy="2695200"/>
          </a:xfrm>
          <a:prstGeom prst="rect">
            <a:avLst/>
          </a:prstGeom>
          <a:noFill/>
          <a:ln>
            <a:noFill/>
          </a:ln>
        </p:spPr>
        <p:txBody>
          <a:bodyPr spcFirstLastPara="1" wrap="square" lIns="0" tIns="91425" rIns="91425" bIns="91425"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2000">
                <a:solidFill>
                  <a:schemeClr val="dk1"/>
                </a:solidFill>
                <a:latin typeface="Kalam"/>
                <a:ea typeface="Kalam"/>
                <a:cs typeface="Kalam"/>
                <a:sym typeface="Kalam"/>
              </a:rPr>
              <a:t>E.g. </a:t>
            </a:r>
            <a:endParaRPr sz="2000">
              <a:solidFill>
                <a:schemeClr val="dk1"/>
              </a:solidFill>
              <a:latin typeface="Kalam"/>
              <a:ea typeface="Kalam"/>
              <a:cs typeface="Kalam"/>
              <a:sym typeface="Kalam"/>
            </a:endParaRPr>
          </a:p>
          <a:p>
            <a:pPr marL="0" lvl="0" indent="0" algn="l" rtl="0">
              <a:lnSpc>
                <a:spcPct val="115000"/>
              </a:lnSpc>
              <a:spcBef>
                <a:spcPts val="1000"/>
              </a:spcBef>
              <a:spcAft>
                <a:spcPct val="0"/>
              </a:spcAft>
              <a:buClr>
                <a:schemeClr val="dk1"/>
              </a:buClr>
              <a:buSzPts val="1100"/>
              <a:buFont typeface="Arial"/>
              <a:buNone/>
            </a:pPr>
            <a:r>
              <a:rPr lang="en-GB" sz="2000">
                <a:solidFill>
                  <a:schemeClr val="dk1"/>
                </a:solidFill>
                <a:latin typeface="Kalam"/>
                <a:ea typeface="Kalam"/>
                <a:cs typeface="Kalam"/>
                <a:sym typeface="Kalam"/>
              </a:rPr>
              <a:t>I could remeasure that side to see if I get the same measurement again.</a:t>
            </a:r>
            <a:endParaRPr sz="2000">
              <a:solidFill>
                <a:schemeClr val="dk1"/>
              </a:solidFill>
              <a:latin typeface="Kalam"/>
              <a:ea typeface="Kalam"/>
              <a:cs typeface="Kalam"/>
              <a:sym typeface="Kalam"/>
            </a:endParaRPr>
          </a:p>
          <a:p>
            <a:pPr marL="0" lvl="0" indent="0" algn="l" rtl="0">
              <a:lnSpc>
                <a:spcPct val="115000"/>
              </a:lnSpc>
              <a:spcBef>
                <a:spcPts val="1000"/>
              </a:spcBef>
              <a:spcAft>
                <a:spcPct val="0"/>
              </a:spcAft>
              <a:buClr>
                <a:schemeClr val="dk1"/>
              </a:buClr>
              <a:buSzPts val="1100"/>
              <a:buFont typeface="Arial"/>
              <a:buNone/>
            </a:pPr>
            <a:endParaRPr sz="2000">
              <a:solidFill>
                <a:schemeClr val="dk1"/>
              </a:solidFill>
              <a:latin typeface="Kalam"/>
              <a:ea typeface="Kalam"/>
              <a:cs typeface="Kalam"/>
              <a:sym typeface="Kalam"/>
            </a:endParaRPr>
          </a:p>
          <a:p>
            <a:pPr marL="0" lvl="0" indent="0" algn="l" rtl="0">
              <a:lnSpc>
                <a:spcPct val="115000"/>
              </a:lnSpc>
              <a:spcBef>
                <a:spcPts val="1000"/>
              </a:spcBef>
              <a:spcAft>
                <a:spcPts val="1000"/>
              </a:spcAft>
              <a:buClr>
                <a:schemeClr val="dk1"/>
              </a:buClr>
              <a:buSzPts val="1100"/>
              <a:buFont typeface="Arial"/>
              <a:buNone/>
            </a:pPr>
            <a:r>
              <a:rPr lang="en-GB" sz="2000">
                <a:solidFill>
                  <a:schemeClr val="dk1"/>
                </a:solidFill>
                <a:latin typeface="Kalam"/>
                <a:ea typeface="Kalam"/>
                <a:cs typeface="Kalam"/>
                <a:sym typeface="Kalam"/>
              </a:rPr>
              <a:t>I could try to draw a triangle with Izzy’s measurements.</a:t>
            </a:r>
            <a:endParaRPr>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7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7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7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78" name="Shape 1578"/>
        <p:cNvGrpSpPr/>
        <p:nvPr/>
      </p:nvGrpSpPr>
      <p:grpSpPr>
        <a:xfrm>
          <a:off x="0" y="0"/>
          <a:ext cx="0" cy="0"/>
        </a:xfrm>
      </p:grpSpPr>
      <p:sp>
        <p:nvSpPr>
          <p:cNvPr id="1579" name="Google Shape;1579;p141"/>
          <p:cNvSpPr txBox="1"/>
          <p:nvPr>
            <p:ph type="title"/>
          </p:nvPr>
        </p:nvSpPr>
        <p:spPr>
          <a:xfrm>
            <a:off x="1224000" y="2098125"/>
            <a:ext cx="6852300" cy="3693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Same measure, different units</a:t>
            </a:r>
            <a:endParaRPr/>
          </a:p>
        </p:txBody>
      </p:sp>
      <p:sp>
        <p:nvSpPr>
          <p:cNvPr id="1580" name="Google Shape;1580;p141"/>
          <p:cNvSpPr txBox="1"/>
          <p:nvPr>
            <p:ph type="title" idx="2"/>
          </p:nvPr>
        </p:nvSpPr>
        <p:spPr>
          <a:xfrm>
            <a:off x="1224000" y="3053050"/>
            <a:ext cx="6852300" cy="369300"/>
          </a:xfrm>
          <a:prstGeom prst="rect">
            <a:avLst/>
          </a:prstGeom>
        </p:spPr>
        <p:txBody>
          <a:bodyPr spcFirstLastPara="1" wrap="square" lIns="0" tIns="0" rIns="0" bIns="0" anchor="t" anchorCtr="0">
            <a:noAutofit/>
          </a:bodyPr>
          <a:lstStyle/>
          <a:p>
            <a:pPr marL="0" lvl="0" indent="0" algn="l" rtl="0">
              <a:spcBef>
                <a:spcPct val="0"/>
              </a:spcBef>
              <a:spcAft>
                <a:spcPct val="0"/>
              </a:spcAft>
              <a:buClr>
                <a:schemeClr val="dk1"/>
              </a:buClr>
              <a:buSzPts val="1100"/>
              <a:buFont typeface="Arial"/>
              <a:buNone/>
            </a:pPr>
            <a:r>
              <a:rPr lang="en-GB"/>
              <a:t>Determining useful units of measure</a:t>
            </a:r>
            <a:endParaRPr/>
          </a:p>
        </p:txBody>
      </p:sp>
      <p:sp>
        <p:nvSpPr>
          <p:cNvPr id="1581" name="Google Shape;1581;p141"/>
          <p:cNvSpPr txBox="1"/>
          <p:nvPr>
            <p:ph type="title" idx="3"/>
          </p:nvPr>
        </p:nvSpPr>
        <p:spPr>
          <a:xfrm>
            <a:off x="324000" y="657600"/>
            <a:ext cx="79251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Problem solving with place value</a:t>
            </a:r>
            <a:endParaRPr/>
          </a:p>
        </p:txBody>
      </p:sp>
      <p:pic>
        <p:nvPicPr>
          <p:cNvPr id="1582" name="Google Shape;1582;p141"/>
          <p:cNvPicPr preferRelativeResize="0"/>
          <p:nvPr/>
        </p:nvPicPr>
        <p:blipFill>
          <a:blip r:embed="rId3">
            <a:alphaModFix/>
          </a:blip>
          <a:stretch>
            <a:fillRect/>
          </a:stretch>
        </p:blipFill>
        <p:spPr>
          <a:xfrm>
            <a:off x="415956" y="2988371"/>
            <a:ext cx="450575" cy="446750"/>
          </a:xfrm>
          <a:prstGeom prst="rect">
            <a:avLst/>
          </a:prstGeom>
          <a:noFill/>
          <a:ln>
            <a:noFill/>
          </a:ln>
        </p:spPr>
      </p:pic>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86" name="Shape 1586"/>
        <p:cNvGrpSpPr/>
        <p:nvPr/>
      </p:nvGrpSpPr>
      <p:grpSpPr>
        <a:xfrm>
          <a:off x="0" y="0"/>
          <a:ext cx="0" cy="0"/>
        </a:xfrm>
      </p:grpSpPr>
      <p:sp>
        <p:nvSpPr>
          <p:cNvPr id="1587" name="Google Shape;1587;p142"/>
          <p:cNvSpPr txBox="1"/>
          <p:nvPr>
            <p:ph type="body" idx="1"/>
          </p:nvPr>
        </p:nvSpPr>
        <p:spPr>
          <a:xfrm>
            <a:off x="324000" y="759300"/>
            <a:ext cx="8237700" cy="406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When measuring something, the units you measure in determine the place value of each digit. </a:t>
            </a:r>
            <a:endParaRPr/>
          </a:p>
          <a:p>
            <a:pPr marL="0" lvl="0" indent="0" algn="l" rtl="0">
              <a:spcBef>
                <a:spcPts val="1000"/>
              </a:spcBef>
              <a:spcAft>
                <a:spcPct val="0"/>
              </a:spcAft>
              <a:buNone/>
            </a:pPr>
            <a:r>
              <a:rPr lang="en-GB"/>
              <a:t>For example</a:t>
            </a:r>
            <a:endParaRPr/>
          </a:p>
          <a:p>
            <a:pPr marL="914400" lvl="0" indent="457200" algn="l" rtl="0">
              <a:spcBef>
                <a:spcPts val="1000"/>
              </a:spcBef>
              <a:spcAft>
                <a:spcPct val="0"/>
              </a:spcAft>
              <a:buNone/>
            </a:pPr>
            <a:r>
              <a:rPr lang="en-GB"/>
              <a:t>An ant measures 3 mm in length.</a:t>
            </a:r>
            <a:endParaRPr/>
          </a:p>
          <a:p>
            <a:pPr marL="914400" lvl="0" indent="457200" algn="l" rtl="0">
              <a:spcBef>
                <a:spcPts val="1000"/>
              </a:spcBef>
              <a:spcAft>
                <a:spcPct val="0"/>
              </a:spcAft>
              <a:buNone/>
            </a:pPr>
            <a:r>
              <a:rPr lang="en-GB"/>
              <a:t>An ant measures 0.3 cm in length.</a:t>
            </a:r>
            <a:endParaRPr/>
          </a:p>
          <a:p>
            <a:pPr marL="914400" lvl="0" indent="457200" algn="l" rtl="0">
              <a:spcBef>
                <a:spcPts val="1000"/>
              </a:spcBef>
              <a:spcAft>
                <a:spcPct val="0"/>
              </a:spcAft>
              <a:buNone/>
            </a:pPr>
            <a:r>
              <a:rPr lang="en-GB"/>
              <a:t>An ant measures 0.003 m in length.</a:t>
            </a:r>
            <a:endParaRPr/>
          </a:p>
          <a:p>
            <a:pPr marL="914400" lvl="0" indent="457200" algn="l" rtl="0">
              <a:spcBef>
                <a:spcPts val="1000"/>
              </a:spcBef>
              <a:spcAft>
                <a:spcPct val="0"/>
              </a:spcAft>
              <a:buNone/>
            </a:pPr>
            <a:r>
              <a:rPr lang="en-GB"/>
              <a:t>An ant measures 0.000003 km in length.</a:t>
            </a:r>
            <a:endParaRPr/>
          </a:p>
          <a:p>
            <a:pPr marL="0" lvl="0" indent="0" algn="l" rtl="0">
              <a:spcBef>
                <a:spcPts val="1000"/>
              </a:spcBef>
              <a:spcAft>
                <a:spcPts val="1000"/>
              </a:spcAft>
              <a:buNone/>
            </a:pPr>
            <a:r>
              <a:rPr lang="en-GB"/>
              <a:t>Which unit do you think is best to use in this case?</a:t>
            </a:r>
            <a:endParaRPr/>
          </a:p>
        </p:txBody>
      </p:sp>
      <p:sp>
        <p:nvSpPr>
          <p:cNvPr id="1588" name="Google Shape;1588;p14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Determining useful units of measure</a:t>
            </a: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8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92" name="Shape 1592"/>
        <p:cNvGrpSpPr/>
        <p:nvPr/>
      </p:nvGrpSpPr>
      <p:grpSpPr>
        <a:xfrm>
          <a:off x="0" y="0"/>
          <a:ext cx="0" cy="0"/>
        </a:xfrm>
      </p:grpSpPr>
      <p:sp>
        <p:nvSpPr>
          <p:cNvPr id="1593" name="Google Shape;1593;p143"/>
          <p:cNvSpPr txBox="1"/>
          <p:nvPr>
            <p:ph type="body" idx="1"/>
          </p:nvPr>
        </p:nvSpPr>
        <p:spPr>
          <a:xfrm>
            <a:off x="324000" y="759300"/>
            <a:ext cx="8237700" cy="1987200"/>
          </a:xfrm>
          <a:prstGeom prst="rect">
            <a:avLst/>
          </a:prstGeom>
        </p:spPr>
        <p:txBody>
          <a:bodyPr spcFirstLastPara="1" wrap="square" lIns="0" tIns="0" rIns="0" bIns="0" anchor="t" anchorCtr="0">
            <a:noAutofit/>
          </a:bodyPr>
          <a:lstStyle/>
          <a:p>
            <a:pPr marL="914400" lvl="0" indent="457200" algn="l" rtl="0">
              <a:spcBef>
                <a:spcPct val="0"/>
              </a:spcBef>
              <a:spcAft>
                <a:spcPct val="0"/>
              </a:spcAft>
              <a:buNone/>
            </a:pPr>
            <a:r>
              <a:rPr lang="en-GB"/>
              <a:t>An ant measures 3 mm in length.</a:t>
            </a:r>
            <a:endParaRPr/>
          </a:p>
          <a:p>
            <a:pPr marL="914400" lvl="0" indent="457200" algn="l" rtl="0">
              <a:spcBef>
                <a:spcPts val="1000"/>
              </a:spcBef>
              <a:spcAft>
                <a:spcPct val="0"/>
              </a:spcAft>
              <a:buNone/>
            </a:pPr>
            <a:r>
              <a:rPr lang="en-GB"/>
              <a:t>An ant measures 0.3 cm in length.</a:t>
            </a:r>
            <a:endParaRPr/>
          </a:p>
          <a:p>
            <a:pPr marL="914400" lvl="0" indent="457200" algn="l" rtl="0">
              <a:spcBef>
                <a:spcPts val="1000"/>
              </a:spcBef>
              <a:spcAft>
                <a:spcPct val="0"/>
              </a:spcAft>
              <a:buNone/>
            </a:pPr>
            <a:r>
              <a:rPr lang="en-GB"/>
              <a:t>An ant measures 0.003 m in length.</a:t>
            </a:r>
            <a:endParaRPr/>
          </a:p>
          <a:p>
            <a:pPr marL="914400" lvl="0" indent="457200" algn="l" rtl="0">
              <a:spcBef>
                <a:spcPts val="1000"/>
              </a:spcBef>
              <a:spcAft>
                <a:spcPct val="0"/>
              </a:spcAft>
              <a:buNone/>
            </a:pPr>
            <a:r>
              <a:rPr lang="en-GB"/>
              <a:t>An ant measures 0.000003 km in length.</a:t>
            </a: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sp>
        <p:nvSpPr>
          <p:cNvPr id="1594" name="Google Shape;1594;p143"/>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Clr>
                <a:schemeClr val="dk1"/>
              </a:buClr>
              <a:buSzPts val="1100"/>
              <a:buFont typeface="Arial"/>
              <a:buNone/>
            </a:pPr>
            <a:r>
              <a:rPr lang="en-GB"/>
              <a:t>Determining useful units of measure</a:t>
            </a:r>
            <a:endParaRPr/>
          </a:p>
        </p:txBody>
      </p:sp>
      <p:sp>
        <p:nvSpPr>
          <p:cNvPr id="1595" name="Google Shape;1595;p143"/>
          <p:cNvSpPr txBox="1"/>
          <p:nvPr>
            <p:ph type="body" idx="1"/>
          </p:nvPr>
        </p:nvSpPr>
        <p:spPr>
          <a:xfrm>
            <a:off x="324000" y="2786400"/>
            <a:ext cx="8237700" cy="1987200"/>
          </a:xfrm>
          <a:prstGeom prst="rect">
            <a:avLst/>
          </a:prstGeom>
        </p:spPr>
        <p:txBody>
          <a:bodyPr spcFirstLastPara="1" wrap="square" lIns="0" tIns="0" rIns="0" bIns="0" anchor="t" anchorCtr="0">
            <a:noAutofit/>
          </a:bodyPr>
          <a:lstStyle/>
          <a:p>
            <a:pPr marL="0" lvl="0" indent="0" algn="l" rtl="0">
              <a:spcBef>
                <a:spcPct val="0"/>
              </a:spcBef>
              <a:spcAft>
                <a:spcPct val="0"/>
              </a:spcAft>
              <a:buNone/>
            </a:pPr>
            <a:endParaRPr/>
          </a:p>
          <a:p>
            <a:pPr marL="0" lvl="0" indent="0" algn="l" rtl="0">
              <a:spcBef>
                <a:spcPts val="1000"/>
              </a:spcBef>
              <a:spcAft>
                <a:spcPct val="0"/>
              </a:spcAft>
              <a:buNone/>
            </a:pPr>
            <a:r>
              <a:rPr lang="en-GB"/>
              <a:t>It is sensible to use millimetres as this unit results in an integer value. The unit also gives us an idea of how big an ant is.</a:t>
            </a:r>
            <a:endParaRPr/>
          </a:p>
          <a:p>
            <a:pPr marL="0" lvl="0" indent="0" algn="l" rtl="0">
              <a:spcBef>
                <a:spcPts val="1000"/>
              </a:spcBef>
              <a:spcAft>
                <a:spcPct val="0"/>
              </a:spcAft>
              <a:buNone/>
            </a:pPr>
            <a:endParaRPr/>
          </a:p>
          <a:p>
            <a:pPr marL="0" lvl="0" indent="0" algn="l" rtl="0">
              <a:spcBef>
                <a:spcPts val="1000"/>
              </a:spcBef>
              <a:spcAft>
                <a:spcPts val="1000"/>
              </a:spcAft>
              <a:buNone/>
            </a:pPr>
            <a:endParaRPr/>
          </a:p>
        </p:txBody>
      </p:sp>
      <p:sp>
        <p:nvSpPr>
          <p:cNvPr id="1596" name="Google Shape;1596;p143"/>
          <p:cNvSpPr/>
          <p:nvPr/>
        </p:nvSpPr>
        <p:spPr>
          <a:xfrm>
            <a:off x="1566375" y="713975"/>
            <a:ext cx="4597200" cy="422700"/>
          </a:xfrm>
          <a:prstGeom prst="rect">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00" name="Shape 1600"/>
        <p:cNvGrpSpPr/>
        <p:nvPr/>
      </p:nvGrpSpPr>
      <p:grpSpPr>
        <a:xfrm>
          <a:off x="0" y="0"/>
          <a:ext cx="0" cy="0"/>
        </a:xfrm>
      </p:grpSpPr>
      <p:sp>
        <p:nvSpPr>
          <p:cNvPr id="1601" name="Google Shape;1601;p144"/>
          <p:cNvSpPr txBox="1"/>
          <p:nvPr>
            <p:ph type="title"/>
          </p:nvPr>
        </p:nvSpPr>
        <p:spPr>
          <a:xfrm>
            <a:off x="324000" y="810000"/>
            <a:ext cx="8615100" cy="489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The distance between England and France should be measured in </a:t>
            </a:r>
            <a:r>
              <a:rPr lang="en-GB" u="sng"/>
              <a:t>                 </a:t>
            </a:r>
            <a:r>
              <a:rPr lang="en-GB"/>
              <a:t> </a:t>
            </a:r>
            <a:r>
              <a:rPr lang="en-GB">
                <a:solidFill>
                  <a:srgbClr val="E6F2F2"/>
                </a:solidFill>
              </a:rPr>
              <a:t>.</a:t>
            </a:r>
            <a:r>
              <a:rPr lang="en-GB"/>
              <a:t> </a:t>
            </a:r>
            <a:endParaRPr/>
          </a:p>
        </p:txBody>
      </p:sp>
      <p:sp>
        <p:nvSpPr>
          <p:cNvPr id="1602" name="Google Shape;1602;p144"/>
          <p:cNvSpPr txBox="1"/>
          <p:nvPr>
            <p:ph type="title" idx="2"/>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Clr>
                <a:schemeClr val="dk1"/>
              </a:buClr>
              <a:buSzPts val="1100"/>
              <a:buFont typeface="Arial"/>
              <a:buNone/>
            </a:pPr>
            <a:r>
              <a:rPr lang="en-GB"/>
              <a:t>Determining useful units of measure</a:t>
            </a:r>
            <a:endParaRPr/>
          </a:p>
        </p:txBody>
      </p:sp>
      <p:sp>
        <p:nvSpPr>
          <p:cNvPr id="1603" name="Google Shape;1603;p144"/>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millimetres</a:t>
            </a:r>
            <a:endParaRPr/>
          </a:p>
        </p:txBody>
      </p:sp>
      <p:sp>
        <p:nvSpPr>
          <p:cNvPr id="1604" name="Google Shape;1604;p144"/>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centimetres</a:t>
            </a:r>
            <a:endParaRPr/>
          </a:p>
        </p:txBody>
      </p:sp>
      <p:sp>
        <p:nvSpPr>
          <p:cNvPr id="1605" name="Google Shape;1605;p144"/>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metres</a:t>
            </a:r>
            <a:endParaRPr/>
          </a:p>
        </p:txBody>
      </p:sp>
      <p:sp>
        <p:nvSpPr>
          <p:cNvPr id="1606" name="Google Shape;1606;p144"/>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kilometres</a:t>
            </a:r>
            <a:endParaRPr/>
          </a:p>
        </p:txBody>
      </p:sp>
      <p:pic>
        <p:nvPicPr>
          <p:cNvPr id="1607" name="Google Shape;1607;p144"/>
          <p:cNvPicPr preferRelativeResize="0"/>
          <p:nvPr/>
        </p:nvPicPr>
        <p:blipFill>
          <a:blip r:embed="rId3">
            <a:alphaModFix/>
          </a:blip>
          <a:stretch>
            <a:fillRect/>
          </a:stretch>
        </p:blipFill>
        <p:spPr>
          <a:xfrm>
            <a:off x="2522083" y="4065600"/>
            <a:ext cx="396000" cy="419100"/>
          </a:xfrm>
          <a:prstGeom prst="rect">
            <a:avLst/>
          </a:prstGeom>
          <a:noFill/>
          <a:ln>
            <a:noFill/>
          </a:ln>
        </p:spPr>
      </p:pic>
      <p:sp>
        <p:nvSpPr>
          <p:cNvPr id="1608" name="Google Shape;1608;p144"/>
          <p:cNvSpPr txBox="1"/>
          <p:nvPr/>
        </p:nvSpPr>
        <p:spPr>
          <a:xfrm>
            <a:off x="3548000" y="1685375"/>
            <a:ext cx="4992900" cy="31350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2200">
                <a:latin typeface="Kalam"/>
                <a:ea typeface="Kalam"/>
                <a:cs typeface="Kalam"/>
                <a:sym typeface="Kalam"/>
              </a:rPr>
              <a:t>The shortest distance between England (Dover) and France (Calais) is approximately 34 km.</a:t>
            </a:r>
            <a:endParaRPr sz="2200">
              <a:latin typeface="Kalam"/>
              <a:ea typeface="Kalam"/>
              <a:cs typeface="Kalam"/>
              <a:sym typeface="Kalam"/>
            </a:endParaRPr>
          </a:p>
          <a:p>
            <a:pPr marL="0" lvl="0" indent="0" algn="l" rtl="0">
              <a:spcBef>
                <a:spcPct val="0"/>
              </a:spcBef>
              <a:spcAft>
                <a:spcPct val="0"/>
              </a:spcAft>
              <a:buNone/>
            </a:pPr>
            <a:endParaRPr sz="2200">
              <a:latin typeface="Kalam"/>
              <a:ea typeface="Kalam"/>
              <a:cs typeface="Kalam"/>
              <a:sym typeface="Kalam"/>
            </a:endParaRPr>
          </a:p>
          <a:p>
            <a:pPr marL="0" lvl="0" indent="0" algn="l" rtl="0">
              <a:spcBef>
                <a:spcPct val="0"/>
              </a:spcBef>
              <a:spcAft>
                <a:spcPct val="0"/>
              </a:spcAft>
              <a:buNone/>
            </a:pPr>
            <a:r>
              <a:rPr lang="en-GB" sz="2200">
                <a:latin typeface="Kalam"/>
                <a:ea typeface="Kalam"/>
                <a:cs typeface="Kalam"/>
                <a:sym typeface="Kalam"/>
              </a:rPr>
              <a:t>This is also 34 000 m, 3 400 000 cm or 34 000 000 mm.</a:t>
            </a:r>
            <a:endParaRPr sz="2200">
              <a:latin typeface="Kalam"/>
              <a:ea typeface="Kalam"/>
              <a:cs typeface="Kalam"/>
              <a:sym typeface="Kalam"/>
            </a:endParaRPr>
          </a:p>
          <a:p>
            <a:pPr marL="0" lvl="0" indent="0" algn="l" rtl="0">
              <a:spcBef>
                <a:spcPct val="0"/>
              </a:spcBef>
              <a:spcAft>
                <a:spcPct val="0"/>
              </a:spcAft>
              <a:buNone/>
            </a:pPr>
            <a:endParaRPr sz="2200">
              <a:latin typeface="Kalam"/>
              <a:ea typeface="Kalam"/>
              <a:cs typeface="Kalam"/>
              <a:sym typeface="Kalam"/>
            </a:endParaRPr>
          </a:p>
          <a:p>
            <a:pPr marL="0" lvl="0" indent="0" algn="l" rtl="0">
              <a:spcBef>
                <a:spcPct val="0"/>
              </a:spcBef>
              <a:spcAft>
                <a:spcPct val="0"/>
              </a:spcAft>
              <a:buNone/>
            </a:pPr>
            <a:endParaRPr sz="2200">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0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08">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08">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08">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12" name="Shape 1612"/>
        <p:cNvGrpSpPr/>
        <p:nvPr/>
      </p:nvGrpSpPr>
      <p:grpSpPr>
        <a:xfrm>
          <a:off x="0" y="0"/>
          <a:ext cx="0" cy="0"/>
        </a:xfrm>
      </p:grpSpPr>
      <p:sp>
        <p:nvSpPr>
          <p:cNvPr id="1613" name="Google Shape;1613;p145"/>
          <p:cNvSpPr txBox="1"/>
          <p:nvPr>
            <p:ph type="title"/>
          </p:nvPr>
        </p:nvSpPr>
        <p:spPr>
          <a:xfrm>
            <a:off x="324000" y="810000"/>
            <a:ext cx="8615100" cy="489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The distance between England and France should be measured in </a:t>
            </a:r>
            <a:r>
              <a:rPr lang="en-GB" u="sng"/>
              <a:t>                 </a:t>
            </a:r>
            <a:r>
              <a:rPr lang="en-GB"/>
              <a:t> </a:t>
            </a:r>
            <a:r>
              <a:rPr lang="en-GB">
                <a:solidFill>
                  <a:srgbClr val="E6F2F2"/>
                </a:solidFill>
              </a:rPr>
              <a:t>.</a:t>
            </a:r>
            <a:r>
              <a:rPr lang="en-GB"/>
              <a:t> </a:t>
            </a:r>
            <a:endParaRPr/>
          </a:p>
        </p:txBody>
      </p:sp>
      <p:sp>
        <p:nvSpPr>
          <p:cNvPr id="1614" name="Google Shape;1614;p145"/>
          <p:cNvSpPr txBox="1"/>
          <p:nvPr>
            <p:ph type="title" idx="2"/>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Clr>
                <a:schemeClr val="dk1"/>
              </a:buClr>
              <a:buSzPts val="1100"/>
              <a:buFont typeface="Arial"/>
              <a:buNone/>
            </a:pPr>
            <a:r>
              <a:rPr lang="en-GB"/>
              <a:t>Determining useful units of measure</a:t>
            </a:r>
            <a:endParaRPr/>
          </a:p>
        </p:txBody>
      </p:sp>
      <p:sp>
        <p:nvSpPr>
          <p:cNvPr id="1615" name="Google Shape;1615;p145"/>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inches</a:t>
            </a:r>
            <a:endParaRPr/>
          </a:p>
        </p:txBody>
      </p:sp>
      <p:sp>
        <p:nvSpPr>
          <p:cNvPr id="1616" name="Google Shape;1616;p145"/>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feet</a:t>
            </a:r>
            <a:endParaRPr/>
          </a:p>
        </p:txBody>
      </p:sp>
      <p:sp>
        <p:nvSpPr>
          <p:cNvPr id="1617" name="Google Shape;1617;p145"/>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yards</a:t>
            </a:r>
            <a:endParaRPr/>
          </a:p>
        </p:txBody>
      </p:sp>
      <p:sp>
        <p:nvSpPr>
          <p:cNvPr id="1618" name="Google Shape;1618;p145"/>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miles</a:t>
            </a:r>
            <a:endParaRPr/>
          </a:p>
        </p:txBody>
      </p:sp>
      <p:pic>
        <p:nvPicPr>
          <p:cNvPr id="1619" name="Google Shape;1619;p145"/>
          <p:cNvPicPr preferRelativeResize="0"/>
          <p:nvPr/>
        </p:nvPicPr>
        <p:blipFill>
          <a:blip r:embed="rId3">
            <a:alphaModFix/>
          </a:blip>
          <a:stretch>
            <a:fillRect/>
          </a:stretch>
        </p:blipFill>
        <p:spPr>
          <a:xfrm>
            <a:off x="1836283" y="4065600"/>
            <a:ext cx="396000" cy="419100"/>
          </a:xfrm>
          <a:prstGeom prst="rect">
            <a:avLst/>
          </a:prstGeom>
          <a:noFill/>
          <a:ln>
            <a:noFill/>
          </a:ln>
        </p:spPr>
      </p:pic>
      <p:sp>
        <p:nvSpPr>
          <p:cNvPr id="1620" name="Google Shape;1620;p145"/>
          <p:cNvSpPr txBox="1"/>
          <p:nvPr/>
        </p:nvSpPr>
        <p:spPr>
          <a:xfrm>
            <a:off x="3548000" y="1685375"/>
            <a:ext cx="4992900" cy="31350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2200">
                <a:latin typeface="Kalam"/>
                <a:ea typeface="Kalam"/>
                <a:cs typeface="Kalam"/>
                <a:sym typeface="Kalam"/>
              </a:rPr>
              <a:t>The shortest distance between England (Dover) and France (Calais) is approximately 21 miles.</a:t>
            </a:r>
            <a:endParaRPr sz="2200">
              <a:latin typeface="Kalam"/>
              <a:ea typeface="Kalam"/>
              <a:cs typeface="Kalam"/>
              <a:sym typeface="Kalam"/>
            </a:endParaRPr>
          </a:p>
          <a:p>
            <a:pPr marL="0" lvl="0" indent="0" algn="l" rtl="0">
              <a:spcBef>
                <a:spcPct val="0"/>
              </a:spcBef>
              <a:spcAft>
                <a:spcPct val="0"/>
              </a:spcAft>
              <a:buNone/>
            </a:pPr>
            <a:endParaRPr sz="2200">
              <a:latin typeface="Kalam"/>
              <a:ea typeface="Kalam"/>
              <a:cs typeface="Kalam"/>
              <a:sym typeface="Kalam"/>
            </a:endParaRPr>
          </a:p>
          <a:p>
            <a:pPr marL="0" lvl="0" indent="0" algn="l" rtl="0">
              <a:spcBef>
                <a:spcPct val="0"/>
              </a:spcBef>
              <a:spcAft>
                <a:spcPct val="0"/>
              </a:spcAft>
              <a:buNone/>
            </a:pPr>
            <a:r>
              <a:rPr lang="en-GB" sz="2200">
                <a:latin typeface="Kalam"/>
                <a:ea typeface="Kalam"/>
                <a:cs typeface="Kalam"/>
                <a:sym typeface="Kalam"/>
              </a:rPr>
              <a:t>This is also 36 960 yards, 110 880 feet or 1 330 560 inches.</a:t>
            </a:r>
            <a:endParaRPr sz="2200">
              <a:latin typeface="Kalam"/>
              <a:ea typeface="Kalam"/>
              <a:cs typeface="Kalam"/>
              <a:sym typeface="Kalam"/>
            </a:endParaRPr>
          </a:p>
          <a:p>
            <a:pPr marL="0" lvl="0" indent="0" algn="l" rtl="0">
              <a:spcBef>
                <a:spcPct val="0"/>
              </a:spcBef>
              <a:spcAft>
                <a:spcPct val="0"/>
              </a:spcAft>
              <a:buNone/>
            </a:pPr>
            <a:endParaRPr sz="2200">
              <a:latin typeface="Kalam"/>
              <a:ea typeface="Kalam"/>
              <a:cs typeface="Kalam"/>
              <a:sym typeface="Kalam"/>
            </a:endParaRPr>
          </a:p>
          <a:p>
            <a:pPr marL="0" lvl="0" indent="0" algn="l" rtl="0">
              <a:spcBef>
                <a:spcPct val="0"/>
              </a:spcBef>
              <a:spcAft>
                <a:spcPct val="0"/>
              </a:spcAft>
              <a:buNone/>
            </a:pPr>
            <a:endParaRPr sz="2200">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0">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20">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20">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20">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24" name="Shape 1624"/>
        <p:cNvGrpSpPr/>
        <p:nvPr/>
      </p:nvGrpSpPr>
      <p:grpSpPr>
        <a:xfrm>
          <a:off x="0" y="0"/>
          <a:ext cx="0" cy="0"/>
        </a:xfrm>
      </p:grpSpPr>
      <p:sp>
        <p:nvSpPr>
          <p:cNvPr id="1625" name="Google Shape;1625;p146"/>
          <p:cNvSpPr txBox="1"/>
          <p:nvPr>
            <p:ph type="body" idx="1"/>
          </p:nvPr>
        </p:nvSpPr>
        <p:spPr>
          <a:xfrm>
            <a:off x="324000" y="759300"/>
            <a:ext cx="8237700" cy="3167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Fill in the gaps using an appropriate unit of measure from the box.</a:t>
            </a:r>
            <a:endParaRPr/>
          </a:p>
          <a:p>
            <a:pPr marL="0" lvl="0" indent="0" algn="l" rtl="0">
              <a:spcBef>
                <a:spcPts val="1000"/>
              </a:spcBef>
              <a:spcAft>
                <a:spcPct val="0"/>
              </a:spcAft>
              <a:buNone/>
            </a:pPr>
            <a:endParaRPr sz="200"/>
          </a:p>
          <a:p>
            <a:pPr marL="0" lvl="0" indent="0" algn="l" rtl="0">
              <a:spcBef>
                <a:spcPts val="1000"/>
              </a:spcBef>
              <a:spcAft>
                <a:spcPct val="0"/>
              </a:spcAft>
              <a:buNone/>
            </a:pPr>
            <a:r>
              <a:rPr lang="en-GB"/>
              <a:t>I recently visited Paris. It took 2 </a:t>
            </a:r>
            <a:r>
              <a:rPr lang="en-GB" u="sng">
                <a:solidFill>
                  <a:schemeClr val="accent5"/>
                </a:solidFill>
              </a:rPr>
              <a:t>                 </a:t>
            </a:r>
            <a:r>
              <a:rPr lang="en-GB"/>
              <a:t> and 37 </a:t>
            </a:r>
            <a:r>
              <a:rPr lang="en-GB" u="sng">
                <a:solidFill>
                  <a:schemeClr val="accent5"/>
                </a:solidFill>
              </a:rPr>
              <a:t>            </a:t>
            </a:r>
            <a:r>
              <a:rPr lang="en-GB">
                <a:solidFill>
                  <a:schemeClr val="accent5"/>
                </a:solidFill>
              </a:rPr>
              <a:t> </a:t>
            </a:r>
            <a:r>
              <a:rPr lang="en-GB">
                <a:solidFill>
                  <a:schemeClr val="lt1"/>
                </a:solidFill>
              </a:rPr>
              <a:t>.</a:t>
            </a:r>
            <a:r>
              <a:rPr lang="en-GB">
                <a:solidFill>
                  <a:schemeClr val="accent5"/>
                </a:solidFill>
              </a:rPr>
              <a:t>  </a:t>
            </a:r>
            <a:r>
              <a:rPr lang="en-GB"/>
              <a:t>to get there by train. I visited the Eiffel Tower, which is 330    </a:t>
            </a:r>
            <a:br>
              <a:rPr lang="en-GB"/>
            </a:br>
            <a:r>
              <a:rPr lang="en-GB" u="sng">
                <a:solidFill>
                  <a:schemeClr val="accent5"/>
                </a:solidFill>
              </a:rPr>
              <a:t>                 </a:t>
            </a:r>
            <a:r>
              <a:rPr lang="en-GB"/>
              <a:t> tall. Whilst at the Eiffel Tower, I visited a souvenir shop and bought 0.5 </a:t>
            </a:r>
            <a:r>
              <a:rPr lang="en-GB" u="sng">
                <a:solidFill>
                  <a:schemeClr val="accent5"/>
                </a:solidFill>
              </a:rPr>
              <a:t>                 </a:t>
            </a:r>
            <a:r>
              <a:rPr lang="en-GB"/>
              <a:t> of sweets to share with my friends. </a:t>
            </a:r>
            <a:endParaRPr/>
          </a:p>
          <a:p>
            <a:pPr marL="0" lvl="0" indent="0" algn="l" rtl="0">
              <a:spcBef>
                <a:spcPts val="1000"/>
              </a:spcBef>
              <a:spcAft>
                <a:spcPts val="1000"/>
              </a:spcAft>
              <a:buNone/>
            </a:pPr>
            <a:endParaRPr/>
          </a:p>
        </p:txBody>
      </p:sp>
      <p:sp>
        <p:nvSpPr>
          <p:cNvPr id="1626" name="Google Shape;1626;p146"/>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Determining useful units of measure</a:t>
            </a:r>
            <a:endParaRPr/>
          </a:p>
        </p:txBody>
      </p:sp>
      <p:sp>
        <p:nvSpPr>
          <p:cNvPr id="1627" name="Google Shape;1627;p146"/>
          <p:cNvSpPr txBox="1"/>
          <p:nvPr>
            <p:ph type="body" idx="1"/>
          </p:nvPr>
        </p:nvSpPr>
        <p:spPr>
          <a:xfrm>
            <a:off x="324000" y="3926700"/>
            <a:ext cx="8149200" cy="757800"/>
          </a:xfrm>
          <a:prstGeom prst="rect">
            <a:avLst/>
          </a:prstGeom>
          <a:ln w="38100" cap="flat" cmpd="sng">
            <a:solidFill>
              <a:schemeClr val="accent5"/>
            </a:solidFill>
            <a:prstDash val="solid"/>
            <a:round/>
            <a:headEnd type="none" w="sm" len="sm"/>
            <a:tailEnd type="none" w="sm" len="sm"/>
          </a:ln>
        </p:spPr>
        <p:txBody>
          <a:bodyPr spcFirstLastPara="1" wrap="square" lIns="0" tIns="0" rIns="0" bIns="0" anchor="t" anchorCtr="0">
            <a:noAutofit/>
          </a:bodyPr>
          <a:lstStyle/>
          <a:p>
            <a:pPr marL="0" lvl="0" indent="0" algn="l" rtl="0">
              <a:spcBef>
                <a:spcPct val="0"/>
              </a:spcBef>
              <a:spcAft>
                <a:spcPts val="1000"/>
              </a:spcAft>
              <a:buNone/>
            </a:pPr>
            <a:r>
              <a:rPr lang="en-GB"/>
              <a:t> grams   kilograms	  millimetres 	centimetres    metres	kilometres    seconds   minutes   hours    millilitres</a:t>
            </a:r>
            <a:endParaRP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31" name="Shape 1631"/>
        <p:cNvGrpSpPr/>
        <p:nvPr/>
      </p:nvGrpSpPr>
      <p:grpSpPr>
        <a:xfrm>
          <a:off x="0" y="0"/>
          <a:ext cx="0" cy="0"/>
        </a:xfrm>
      </p:grpSpPr>
      <p:sp>
        <p:nvSpPr>
          <p:cNvPr id="1632" name="Google Shape;1632;p147"/>
          <p:cNvSpPr txBox="1"/>
          <p:nvPr>
            <p:ph type="body" idx="1"/>
          </p:nvPr>
        </p:nvSpPr>
        <p:spPr>
          <a:xfrm>
            <a:off x="324000" y="759300"/>
            <a:ext cx="8237700" cy="2978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2) Which metric measures might be used to measure the following?</a:t>
            </a:r>
            <a:endParaRPr/>
          </a:p>
          <a:p>
            <a:pPr marL="0" lvl="0" indent="0" algn="l" rtl="0">
              <a:spcBef>
                <a:spcPts val="1000"/>
              </a:spcBef>
              <a:spcAft>
                <a:spcPct val="0"/>
              </a:spcAft>
              <a:buNone/>
            </a:pPr>
            <a:r>
              <a:rPr lang="en-GB"/>
              <a:t>a) Length of an ant</a:t>
            </a:r>
            <a:endParaRPr/>
          </a:p>
          <a:p>
            <a:pPr marL="0" lvl="0" indent="0" algn="l" rtl="0">
              <a:spcBef>
                <a:spcPts val="1000"/>
              </a:spcBef>
              <a:spcAft>
                <a:spcPct val="0"/>
              </a:spcAft>
              <a:buNone/>
            </a:pPr>
            <a:r>
              <a:rPr lang="en-GB"/>
              <a:t>b) Mass of a person</a:t>
            </a:r>
            <a:endParaRPr/>
          </a:p>
          <a:p>
            <a:pPr marL="0" lvl="0" indent="0" algn="l" rtl="0">
              <a:spcBef>
                <a:spcPts val="1000"/>
              </a:spcBef>
              <a:spcAft>
                <a:spcPct val="0"/>
              </a:spcAft>
              <a:buNone/>
            </a:pPr>
            <a:r>
              <a:rPr lang="en-GB"/>
              <a:t>c) Capacity of a bucket</a:t>
            </a:r>
            <a:endParaRPr/>
          </a:p>
          <a:p>
            <a:pPr marL="0" lvl="0" indent="0" algn="l" rtl="0">
              <a:spcBef>
                <a:spcPts val="1000"/>
              </a:spcBef>
              <a:spcAft>
                <a:spcPct val="0"/>
              </a:spcAft>
              <a:buNone/>
            </a:pPr>
            <a:r>
              <a:rPr lang="en-GB"/>
              <a:t>d) Height of a house</a:t>
            </a:r>
            <a:endParaRPr/>
          </a:p>
          <a:p>
            <a:pPr marL="0" lvl="0" indent="0" algn="l" rtl="0">
              <a:spcBef>
                <a:spcPts val="1000"/>
              </a:spcBef>
              <a:spcAft>
                <a:spcPts val="1000"/>
              </a:spcAft>
              <a:buNone/>
            </a:pPr>
            <a:endParaRPr/>
          </a:p>
        </p:txBody>
      </p:sp>
      <p:sp>
        <p:nvSpPr>
          <p:cNvPr id="1633" name="Google Shape;1633;p147"/>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Determining useful units of measure</a:t>
            </a:r>
            <a:endParaRP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37" name="Shape 1637"/>
        <p:cNvGrpSpPr/>
        <p:nvPr/>
      </p:nvGrpSpPr>
      <p:grpSpPr>
        <a:xfrm>
          <a:off x="0" y="0"/>
          <a:ext cx="0" cy="0"/>
        </a:xfrm>
      </p:grpSpPr>
      <p:sp>
        <p:nvSpPr>
          <p:cNvPr id="1638" name="Google Shape;1638;p148"/>
          <p:cNvSpPr txBox="1"/>
          <p:nvPr>
            <p:ph type="body" idx="1"/>
          </p:nvPr>
        </p:nvSpPr>
        <p:spPr>
          <a:xfrm>
            <a:off x="324000" y="759300"/>
            <a:ext cx="8237700" cy="2978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3) Which imperial measures might be used to measure the following?</a:t>
            </a:r>
            <a:endParaRPr/>
          </a:p>
          <a:p>
            <a:pPr marL="0" lvl="0" indent="0" algn="l" rtl="0">
              <a:spcBef>
                <a:spcPts val="1000"/>
              </a:spcBef>
              <a:spcAft>
                <a:spcPct val="0"/>
              </a:spcAft>
              <a:buNone/>
            </a:pPr>
            <a:r>
              <a:rPr lang="en-GB"/>
              <a:t>a) Length of an ant</a:t>
            </a:r>
            <a:endParaRPr/>
          </a:p>
          <a:p>
            <a:pPr marL="0" lvl="0" indent="0" algn="l" rtl="0">
              <a:spcBef>
                <a:spcPts val="1000"/>
              </a:spcBef>
              <a:spcAft>
                <a:spcPct val="0"/>
              </a:spcAft>
              <a:buNone/>
            </a:pPr>
            <a:r>
              <a:rPr lang="en-GB"/>
              <a:t>b) Mass of a person</a:t>
            </a:r>
            <a:endParaRPr/>
          </a:p>
          <a:p>
            <a:pPr marL="0" lvl="0" indent="0" algn="l" rtl="0">
              <a:spcBef>
                <a:spcPts val="1000"/>
              </a:spcBef>
              <a:spcAft>
                <a:spcPct val="0"/>
              </a:spcAft>
              <a:buNone/>
            </a:pPr>
            <a:r>
              <a:rPr lang="en-GB"/>
              <a:t>c) Capacity of a bucket</a:t>
            </a:r>
            <a:endParaRPr/>
          </a:p>
          <a:p>
            <a:pPr marL="0" lvl="0" indent="0" algn="l" rtl="0">
              <a:spcBef>
                <a:spcPts val="1000"/>
              </a:spcBef>
              <a:spcAft>
                <a:spcPct val="0"/>
              </a:spcAft>
              <a:buNone/>
            </a:pPr>
            <a:r>
              <a:rPr lang="en-GB"/>
              <a:t>d) Height of a house</a:t>
            </a:r>
            <a:endParaRPr/>
          </a:p>
          <a:p>
            <a:pPr marL="0" lvl="0" indent="0" algn="l" rtl="0">
              <a:spcBef>
                <a:spcPts val="1000"/>
              </a:spcBef>
              <a:spcAft>
                <a:spcPts val="1000"/>
              </a:spcAft>
              <a:buNone/>
            </a:pPr>
            <a:endParaRPr/>
          </a:p>
        </p:txBody>
      </p:sp>
      <p:sp>
        <p:nvSpPr>
          <p:cNvPr id="1639" name="Google Shape;1639;p148"/>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Determining useful units of measure</a:t>
            </a:r>
            <a:endParaRP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43" name="Shape 1643"/>
        <p:cNvGrpSpPr/>
        <p:nvPr/>
      </p:nvGrpSpPr>
      <p:grpSpPr>
        <a:xfrm>
          <a:off x="0" y="0"/>
          <a:ext cx="0" cy="0"/>
        </a:xfrm>
      </p:grpSpPr>
      <p:sp>
        <p:nvSpPr>
          <p:cNvPr id="1644" name="Google Shape;1644;p149"/>
          <p:cNvSpPr txBox="1"/>
          <p:nvPr>
            <p:ph type="body" idx="1"/>
          </p:nvPr>
        </p:nvSpPr>
        <p:spPr>
          <a:xfrm>
            <a:off x="324000" y="759300"/>
            <a:ext cx="8237700" cy="34152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1) Fill in the gaps using an appropriate unit of measure from the box.</a:t>
            </a:r>
            <a:endParaRPr/>
          </a:p>
          <a:p>
            <a:pPr marL="0" lvl="0" indent="0" algn="l" rtl="0">
              <a:spcBef>
                <a:spcPts val="1000"/>
              </a:spcBef>
              <a:spcAft>
                <a:spcPct val="0"/>
              </a:spcAft>
              <a:buNone/>
            </a:pPr>
            <a:endParaRPr sz="200"/>
          </a:p>
          <a:p>
            <a:pPr marL="0" lvl="0" indent="0" algn="l" rtl="0">
              <a:spcBef>
                <a:spcPts val="1000"/>
              </a:spcBef>
              <a:spcAft>
                <a:spcPts val="1000"/>
              </a:spcAft>
              <a:buClr>
                <a:schemeClr val="dk1"/>
              </a:buClr>
              <a:buSzPts val="1100"/>
              <a:buFont typeface="Arial"/>
              <a:buNone/>
            </a:pPr>
            <a:r>
              <a:rPr lang="en-GB"/>
              <a:t>I recently visited Paris. It took 2    </a:t>
            </a:r>
            <a:r>
              <a:rPr lang="en-GB">
                <a:latin typeface="Kalam"/>
                <a:ea typeface="Kalam"/>
                <a:cs typeface="Kalam"/>
                <a:sym typeface="Kalam"/>
              </a:rPr>
              <a:t>hours</a:t>
            </a:r>
            <a:r>
              <a:rPr lang="en-GB"/>
              <a:t>       and 37  </a:t>
            </a:r>
            <a:r>
              <a:rPr lang="en-GB">
                <a:latin typeface="Kalam"/>
                <a:ea typeface="Kalam"/>
                <a:cs typeface="Kalam"/>
                <a:sym typeface="Kalam"/>
              </a:rPr>
              <a:t>minutes</a:t>
            </a:r>
            <a:r>
              <a:rPr lang="en-GB"/>
              <a:t>           to get there by train. I visited the Eiffel Tower, which is 330    </a:t>
            </a:r>
            <a:br>
              <a:rPr lang="en-GB"/>
            </a:br>
            <a:r>
              <a:rPr lang="en-GB"/>
              <a:t>    </a:t>
            </a:r>
            <a:r>
              <a:rPr lang="en-GB">
                <a:latin typeface="Kalam"/>
                <a:ea typeface="Kalam"/>
                <a:cs typeface="Kalam"/>
                <a:sym typeface="Kalam"/>
              </a:rPr>
              <a:t>metres</a:t>
            </a:r>
            <a:r>
              <a:rPr lang="en-GB"/>
              <a:t>    tall. Whilst at the Eiffel Tower, I visited a souvenir shop and bought 0.5   </a:t>
            </a:r>
            <a:r>
              <a:rPr lang="en-GB">
                <a:latin typeface="Kalam"/>
                <a:ea typeface="Kalam"/>
                <a:cs typeface="Kalam"/>
                <a:sym typeface="Kalam"/>
              </a:rPr>
              <a:t>kilograms</a:t>
            </a:r>
            <a:r>
              <a:rPr lang="en-GB"/>
              <a:t>  of sweets to share with my friends. </a:t>
            </a:r>
            <a:endParaRPr/>
          </a:p>
        </p:txBody>
      </p:sp>
      <p:sp>
        <p:nvSpPr>
          <p:cNvPr id="1645" name="Google Shape;1645;p149"/>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Determining useful units of measure</a:t>
            </a:r>
            <a:endParaRP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49" name="Shape 1649"/>
        <p:cNvGrpSpPr/>
        <p:nvPr/>
      </p:nvGrpSpPr>
      <p:grpSpPr>
        <a:xfrm>
          <a:off x="0" y="0"/>
          <a:ext cx="0" cy="0"/>
        </a:xfrm>
      </p:grpSpPr>
      <p:sp>
        <p:nvSpPr>
          <p:cNvPr id="1650" name="Google Shape;1650;p15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2) Which metric measures might be used to measure the following?</a:t>
            </a:r>
            <a:endParaRPr/>
          </a:p>
          <a:p>
            <a:pPr marL="0" lvl="0" indent="0" algn="l" rtl="0">
              <a:spcBef>
                <a:spcPts val="1000"/>
              </a:spcBef>
              <a:spcAft>
                <a:spcPct val="0"/>
              </a:spcAft>
              <a:buNone/>
            </a:pPr>
            <a:r>
              <a:rPr lang="en-GB"/>
              <a:t>a) Length of an ant             </a:t>
            </a:r>
            <a:r>
              <a:rPr lang="en-GB">
                <a:latin typeface="Kalam"/>
                <a:ea typeface="Kalam"/>
                <a:cs typeface="Kalam"/>
                <a:sym typeface="Kalam"/>
              </a:rPr>
              <a:t>millimetres </a:t>
            </a:r>
            <a:endParaRPr>
              <a:latin typeface="Kalam"/>
              <a:ea typeface="Kalam"/>
              <a:cs typeface="Kalam"/>
              <a:sym typeface="Kalam"/>
            </a:endParaRPr>
          </a:p>
          <a:p>
            <a:pPr marL="0" lvl="0" indent="0" algn="l" rtl="0">
              <a:spcBef>
                <a:spcPts val="1000"/>
              </a:spcBef>
              <a:spcAft>
                <a:spcPct val="0"/>
              </a:spcAft>
              <a:buNone/>
            </a:pPr>
            <a:r>
              <a:rPr lang="en-GB"/>
              <a:t>b) Mass of a person            </a:t>
            </a:r>
            <a:r>
              <a:rPr lang="en-GB">
                <a:latin typeface="Kalam"/>
                <a:ea typeface="Kalam"/>
                <a:cs typeface="Kalam"/>
                <a:sym typeface="Kalam"/>
              </a:rPr>
              <a:t>kilograms </a:t>
            </a:r>
            <a:endParaRPr>
              <a:latin typeface="Kalam"/>
              <a:ea typeface="Kalam"/>
              <a:cs typeface="Kalam"/>
              <a:sym typeface="Kalam"/>
            </a:endParaRPr>
          </a:p>
          <a:p>
            <a:pPr marL="0" lvl="0" indent="0" algn="l" rtl="0">
              <a:spcBef>
                <a:spcPts val="1000"/>
              </a:spcBef>
              <a:spcAft>
                <a:spcPct val="0"/>
              </a:spcAft>
              <a:buNone/>
            </a:pPr>
            <a:r>
              <a:rPr lang="en-GB"/>
              <a:t>c) Capacity of a bucket      </a:t>
            </a:r>
            <a:r>
              <a:rPr lang="en-GB">
                <a:latin typeface="Kalam"/>
                <a:ea typeface="Kalam"/>
                <a:cs typeface="Kalam"/>
                <a:sym typeface="Kalam"/>
              </a:rPr>
              <a:t>litres</a:t>
            </a:r>
            <a:endParaRPr>
              <a:latin typeface="Kalam"/>
              <a:ea typeface="Kalam"/>
              <a:cs typeface="Kalam"/>
              <a:sym typeface="Kalam"/>
            </a:endParaRPr>
          </a:p>
          <a:p>
            <a:pPr marL="0" lvl="0" indent="0" algn="l" rtl="0">
              <a:spcBef>
                <a:spcPts val="1000"/>
              </a:spcBef>
              <a:spcAft>
                <a:spcPct val="0"/>
              </a:spcAft>
              <a:buNone/>
            </a:pPr>
            <a:r>
              <a:rPr lang="en-GB"/>
              <a:t>d) Height of a house           </a:t>
            </a:r>
            <a:r>
              <a:rPr lang="en-GB">
                <a:latin typeface="Kalam"/>
                <a:ea typeface="Kalam"/>
                <a:cs typeface="Kalam"/>
                <a:sym typeface="Kalam"/>
              </a:rPr>
              <a:t>metres</a:t>
            </a:r>
            <a:endParaRPr>
              <a:latin typeface="Kalam"/>
              <a:ea typeface="Kalam"/>
              <a:cs typeface="Kalam"/>
              <a:sym typeface="Kalam"/>
            </a:endParaRPr>
          </a:p>
          <a:p>
            <a:pPr marL="0" lvl="0" indent="0" algn="l" rtl="0">
              <a:spcBef>
                <a:spcPts val="1000"/>
              </a:spcBef>
              <a:spcAft>
                <a:spcPts val="1000"/>
              </a:spcAft>
              <a:buNone/>
            </a:pPr>
            <a:endParaRPr/>
          </a:p>
        </p:txBody>
      </p:sp>
      <p:sp>
        <p:nvSpPr>
          <p:cNvPr id="1651" name="Google Shape;1651;p150"/>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Determining useful units of measure</a:t>
            </a:r>
            <a:endParaRP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55" name="Shape 1655"/>
        <p:cNvGrpSpPr/>
        <p:nvPr/>
      </p:nvGrpSpPr>
      <p:grpSpPr>
        <a:xfrm>
          <a:off x="0" y="0"/>
          <a:ext cx="0" cy="0"/>
        </a:xfrm>
      </p:grpSpPr>
      <p:sp>
        <p:nvSpPr>
          <p:cNvPr id="1656" name="Google Shape;1656;p15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3) Which imperial measures might be used to measure the following?</a:t>
            </a:r>
            <a:endParaRPr/>
          </a:p>
          <a:p>
            <a:pPr marL="0" lvl="0" indent="0" algn="l" rtl="0">
              <a:spcBef>
                <a:spcPts val="1000"/>
              </a:spcBef>
              <a:spcAft>
                <a:spcPct val="0"/>
              </a:spcAft>
              <a:buNone/>
            </a:pPr>
            <a:r>
              <a:rPr lang="en-GB"/>
              <a:t>a) Length of an ant             </a:t>
            </a:r>
            <a:r>
              <a:rPr lang="en-GB">
                <a:latin typeface="Kalam"/>
                <a:ea typeface="Kalam"/>
                <a:cs typeface="Kalam"/>
                <a:sym typeface="Kalam"/>
              </a:rPr>
              <a:t>inches</a:t>
            </a:r>
            <a:endParaRPr>
              <a:latin typeface="Kalam"/>
              <a:ea typeface="Kalam"/>
              <a:cs typeface="Kalam"/>
              <a:sym typeface="Kalam"/>
            </a:endParaRPr>
          </a:p>
          <a:p>
            <a:pPr marL="0" lvl="0" indent="0" algn="l" rtl="0">
              <a:spcBef>
                <a:spcPts val="1000"/>
              </a:spcBef>
              <a:spcAft>
                <a:spcPct val="0"/>
              </a:spcAft>
              <a:buNone/>
            </a:pPr>
            <a:r>
              <a:rPr lang="en-GB"/>
              <a:t>b) Mass of a person            </a:t>
            </a:r>
            <a:r>
              <a:rPr lang="en-GB">
                <a:latin typeface="Kalam"/>
                <a:ea typeface="Kalam"/>
                <a:cs typeface="Kalam"/>
                <a:sym typeface="Kalam"/>
              </a:rPr>
              <a:t>stones or pounds</a:t>
            </a:r>
            <a:endParaRPr>
              <a:latin typeface="Kalam"/>
              <a:ea typeface="Kalam"/>
              <a:cs typeface="Kalam"/>
              <a:sym typeface="Kalam"/>
            </a:endParaRPr>
          </a:p>
          <a:p>
            <a:pPr marL="0" lvl="0" indent="0" algn="l" rtl="0">
              <a:spcBef>
                <a:spcPts val="1000"/>
              </a:spcBef>
              <a:spcAft>
                <a:spcPct val="0"/>
              </a:spcAft>
              <a:buNone/>
            </a:pPr>
            <a:r>
              <a:rPr lang="en-GB"/>
              <a:t>c) Capacity of a bucket	     </a:t>
            </a:r>
            <a:r>
              <a:rPr lang="en-GB">
                <a:latin typeface="Kalam"/>
                <a:ea typeface="Kalam"/>
                <a:cs typeface="Kalam"/>
                <a:sym typeface="Kalam"/>
              </a:rPr>
              <a:t>pints</a:t>
            </a:r>
            <a:endParaRPr>
              <a:latin typeface="Kalam"/>
              <a:ea typeface="Kalam"/>
              <a:cs typeface="Kalam"/>
              <a:sym typeface="Kalam"/>
            </a:endParaRPr>
          </a:p>
          <a:p>
            <a:pPr marL="0" lvl="0" indent="0" algn="l" rtl="0">
              <a:spcBef>
                <a:spcPts val="1000"/>
              </a:spcBef>
              <a:spcAft>
                <a:spcPct val="0"/>
              </a:spcAft>
              <a:buNone/>
            </a:pPr>
            <a:r>
              <a:rPr lang="en-GB"/>
              <a:t>d) Height of a house           </a:t>
            </a:r>
            <a:r>
              <a:rPr lang="en-GB">
                <a:latin typeface="Kalam"/>
                <a:ea typeface="Kalam"/>
                <a:cs typeface="Kalam"/>
                <a:sym typeface="Kalam"/>
              </a:rPr>
              <a:t>feet</a:t>
            </a:r>
            <a:endParaRPr>
              <a:latin typeface="Kalam"/>
              <a:ea typeface="Kalam"/>
              <a:cs typeface="Kalam"/>
              <a:sym typeface="Kalam"/>
            </a:endParaRPr>
          </a:p>
          <a:p>
            <a:pPr marL="0" lvl="0" indent="0" algn="l" rtl="0">
              <a:spcBef>
                <a:spcPts val="1000"/>
              </a:spcBef>
              <a:spcAft>
                <a:spcPts val="1000"/>
              </a:spcAft>
              <a:buNone/>
            </a:pPr>
            <a:endParaRPr/>
          </a:p>
        </p:txBody>
      </p:sp>
      <p:sp>
        <p:nvSpPr>
          <p:cNvPr id="1657" name="Google Shape;1657;p151"/>
          <p:cNvSpPr txBox="1"/>
          <p:nvPr>
            <p:ph type="subTitle" idx="2"/>
          </p:nvPr>
        </p:nvSpPr>
        <p:spPr>
          <a:xfrm>
            <a:off x="1570025" y="134975"/>
            <a:ext cx="6855300" cy="33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Determining useful units of measure</a:t>
            </a:r>
            <a:endParaRP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61" name="Shape 1661"/>
        <p:cNvGrpSpPr/>
        <p:nvPr/>
      </p:nvGrpSpPr>
      <p:grpSpPr>
        <a:xfrm>
          <a:off x="0" y="0"/>
          <a:ext cx="0" cy="0"/>
        </a:xfrm>
      </p:grpSpPr>
      <p:sp>
        <p:nvSpPr>
          <p:cNvPr id="1662" name="Google Shape;1662;p152"/>
          <p:cNvSpPr txBox="1"/>
          <p:nvPr>
            <p:ph type="title"/>
          </p:nvPr>
        </p:nvSpPr>
        <p:spPr>
          <a:xfrm>
            <a:off x="1684800" y="115237"/>
            <a:ext cx="6818400" cy="356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Problem solving with place value</a:t>
            </a:r>
            <a:endParaRPr/>
          </a:p>
        </p:txBody>
      </p:sp>
      <p:sp>
        <p:nvSpPr>
          <p:cNvPr id="1663" name="Google Shape;1663;p152"/>
          <p:cNvSpPr txBox="1"/>
          <p:nvPr>
            <p:ph type="body" idx="1"/>
          </p:nvPr>
        </p:nvSpPr>
        <p:spPr>
          <a:xfrm>
            <a:off x="324000" y="759300"/>
            <a:ext cx="8113800" cy="406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Measures can be converted to the same units to make comparison easier.</a:t>
            </a:r>
            <a:endParaRPr/>
          </a:p>
          <a:p>
            <a:pPr marL="457200" lvl="0" indent="0" algn="l" rtl="0">
              <a:spcBef>
                <a:spcPts val="1000"/>
              </a:spcBef>
              <a:spcAft>
                <a:spcPct val="0"/>
              </a:spcAft>
              <a:buNone/>
            </a:pPr>
            <a:endParaRPr sz="100"/>
          </a:p>
          <a:p>
            <a:pPr marL="0" lvl="0" indent="0" algn="l" rtl="0">
              <a:spcBef>
                <a:spcPts val="1000"/>
              </a:spcBef>
              <a:spcAft>
                <a:spcPts val="1000"/>
              </a:spcAft>
              <a:buNone/>
            </a:pPr>
            <a:r>
              <a:rPr lang="en-GB"/>
              <a:t>This is not always necessary as comparing the order of the digits can be enough.</a:t>
            </a:r>
            <a:endParaRP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67" name="Shape 1667"/>
        <p:cNvGrpSpPr/>
        <p:nvPr/>
      </p:nvGrpSpPr>
      <p:grpSpPr>
        <a:xfrm>
          <a:off x="0" y="0"/>
          <a:ext cx="0" cy="0"/>
        </a:xfrm>
      </p:grpSpPr>
      <p:sp>
        <p:nvSpPr>
          <p:cNvPr id="1668" name="Google Shape;1668;p153"/>
          <p:cNvSpPr txBox="1"/>
          <p:nvPr>
            <p:ph type="subTitle" idx="1"/>
          </p:nvPr>
        </p:nvSpPr>
        <p:spPr>
          <a:xfrm>
            <a:off x="661775" y="1129425"/>
            <a:ext cx="7351200" cy="23580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 Oak National Academy 2023. </a:t>
            </a:r>
            <a:endParaRPr/>
          </a:p>
          <a:p>
            <a:pPr marL="0" lvl="0" indent="0" algn="l" rtl="0">
              <a:spcBef>
                <a:spcPct val="0"/>
              </a:spcBef>
              <a:spcAft>
                <a:spcPct val="0"/>
              </a:spcAft>
              <a:buNone/>
            </a:pPr>
            <a:endParaRPr/>
          </a:p>
          <a:p>
            <a:pPr marL="0" lvl="0" indent="0" algn="l" rtl="0">
              <a:spcBef>
                <a:spcPct val="0"/>
              </a:spcBef>
              <a:spcAft>
                <a:spcPct val="0"/>
              </a:spcAft>
              <a:buNone/>
            </a:pPr>
            <a:r>
              <a:rPr lang="en-GB"/>
              <a:t>Produced in partnership with Mathematics in Education and Industry. </a:t>
            </a:r>
            <a:endParaRPr/>
          </a:p>
          <a:p>
            <a:pPr marL="0" lvl="0" indent="0" algn="l" rtl="0">
              <a:spcBef>
                <a:spcPct val="0"/>
              </a:spcBef>
              <a:spcAft>
                <a:spcPct val="0"/>
              </a:spcAft>
              <a:buNone/>
            </a:pPr>
            <a:endParaRPr/>
          </a:p>
          <a:p>
            <a:pPr marL="0" lvl="0" indent="0" algn="l" rtl="0">
              <a:spcBef>
                <a:spcPct val="0"/>
              </a:spcBef>
              <a:spcAft>
                <a:spcPct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xmlns:ahyp="http://schemas.microsoft.com/office/drawing/2018/hyperlinkcolor" val="tx"/>
                    </a:ext>
                  </a:extLst>
                </a:hlinkClick>
              </a:rPr>
              <a:t>Oak terms and conditions</a:t>
            </a:r>
            <a:r>
              <a:rPr lang="en-GB"/>
              <a:t>.</a:t>
            </a:r>
            <a:endParaRPr/>
          </a:p>
        </p:txBody>
      </p:sp>
      <p:pic>
        <p:nvPicPr>
          <p:cNvPr id="1669" name="Google Shape;1669;p153"/>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3.10.14"/>
  <p:tag name="AS_TITLE" val="Aspose.Slides for .NET Standard 2.0"/>
  <p:tag name="AS_VERSION" val="23.10"/>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878787"/>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878787"/>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184</Paragraphs>
  <Slides>34</Slides>
  <Notes>34</Notes>
  <TotalTime>0</TotalTime>
  <HiddenSlides>1</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34</vt:i4>
      </vt:variant>
    </vt:vector>
  </HeadingPairs>
  <TitlesOfParts>
    <vt:vector baseType="lpstr" size="42">
      <vt:lpstr>Arial</vt:lpstr>
      <vt:lpstr>Lexend</vt:lpstr>
      <vt:lpstr>Lexend Medium</vt:lpstr>
      <vt:lpstr>Kalam</vt:lpstr>
      <vt:lpstr>Lexend Light</vt:lpstr>
      <vt:lpstr>Calibri</vt:lpstr>
      <vt:lpstr>ABeeZee</vt:lpstr>
      <vt:lpstr>simple-light-2</vt:lpstr>
      <vt:lpstr>Problem solving with place value</vt:lpstr>
      <vt:lpstr>PowerPoint Presentation</vt:lpstr>
      <vt:lpstr>PowerPoint Presentation</vt:lpstr>
      <vt:lpstr>PowerPoint Presentation</vt:lpstr>
      <vt:lpstr>Same measure, different units</vt:lpstr>
      <vt:lpstr>Same measure, different units</vt:lpstr>
      <vt:lpstr>Same measure, different units</vt:lpstr>
      <vt:lpstr>Same measure, different units</vt:lpstr>
      <vt:lpstr>Same measure, different units</vt:lpstr>
      <vt:lpstr>In a scalene triangle, all the side lengths are different. Which measurements could be the lengths of a scalene triangle?</vt:lpstr>
      <vt:lpstr>Same measure, different units</vt:lpstr>
      <vt:lpstr>Same measure, different units</vt:lpstr>
      <vt:lpstr>Same measure, different units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Same measure, different units</vt:lpstr>
      <vt:lpstr>Determining useful units of measure</vt:lpstr>
      <vt:lpstr>Determining useful units of measure</vt:lpstr>
      <vt:lpstr>The distance between England and France should be measured in                   . </vt:lpstr>
      <vt:lpstr>The distance between England and France should be measured in                   . </vt:lpstr>
      <vt:lpstr>PowerPoint Presentation</vt:lpstr>
      <vt:lpstr>PowerPoint Presentation</vt:lpstr>
      <vt:lpstr>PowerPoint Presentation</vt:lpstr>
      <vt:lpstr>PowerPoint Presentation</vt:lpstr>
      <vt:lpstr>PowerPoint Presentation</vt:lpstr>
      <vt:lpstr>PowerPoint Presentation</vt:lpstr>
      <vt:lpstr>Problem solving with place value</vt:lpstr>
      <vt:lpstr>PowerPoint Presentation</vt:lpstr>
    </vt:vector>
  </TitlesOfParts>
  <LinksUpToDate>0</LinksUpToDate>
  <SharedDoc>0</SharedDoc>
  <HyperlinksChanged>0</HyperlinksChanged>
  <Application>Aspose.Slides for .NET</Application>
  <AppVersion>23.1000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2023-11-02T14:18:45.231</cp:lastPrinted>
  <dcterms:created xsi:type="dcterms:W3CDTF">2023-11-02T14:18:45Z</dcterms:created>
  <dcterms:modified xsi:type="dcterms:W3CDTF">2023-11-02T14:19:00Z</dcterms:modified>
</cp:coreProperties>
</file>