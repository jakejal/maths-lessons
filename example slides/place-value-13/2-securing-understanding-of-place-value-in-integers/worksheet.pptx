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80b6c46b60_0_6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80b6c46b6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>
            <p:ph idx="1" type="subTitle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integers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39350"/>
            <a:ext cx="32721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Recognising place value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711925"/>
            <a:ext cx="662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Below are two separate sets of digit cards.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set, use the digit cards to create: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929358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68000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1390737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1852095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313464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2774832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4416516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3955163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877868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339220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5800572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6261924" y="2318650"/>
            <a:ext cx="3726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0050" y="2847675"/>
            <a:ext cx="662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largest integer                               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smallest integer using all cards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integer closest to 600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integer closest to 1000                    </a:t>
            </a: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4509550"/>
            <a:ext cx="63675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Another digit card is added to each set at random: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929295" y="4860975"/>
            <a:ext cx="3720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68000" y="4860975"/>
            <a:ext cx="3720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390611" y="4860975"/>
            <a:ext cx="3720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851906" y="4860975"/>
            <a:ext cx="3720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313211" y="4860975"/>
            <a:ext cx="3720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774516" y="4860975"/>
            <a:ext cx="3720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415916" y="4860975"/>
            <a:ext cx="3732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954563" y="4860975"/>
            <a:ext cx="3732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877268" y="4860975"/>
            <a:ext cx="3732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338620" y="4860975"/>
            <a:ext cx="3732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99972" y="4860975"/>
            <a:ext cx="3732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6261324" y="4860975"/>
            <a:ext cx="3732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8000" y="5402700"/>
            <a:ext cx="661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there a scenario where the second set of digits could make a larger integer than the first? Why?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232335" y="486097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6726123" y="486097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80671" y="6587525"/>
            <a:ext cx="6611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 and Lucas are trying to make the smallest values possible using all of their digits cards.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Identify and correct any mistakes in their statements below.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68000" y="735652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929295" y="735652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1390611" y="735652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1851906" y="735652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2313211" y="7356525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415916" y="73370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3954563" y="73370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877268" y="73370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338620" y="73370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799972" y="73370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80675" y="8134350"/>
            <a:ext cx="6624000" cy="15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Jun: “The smallest number I can make is 23357”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Lucas: “The smallest number I can make is 8089”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Jun: “If I swap my 2 for one of Lucas’ 0 cards I can then make the smallest number.”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955175" y="7763069"/>
            <a:ext cx="907200" cy="58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68000" y="7763069"/>
            <a:ext cx="678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" name="Google Shape;206;p20"/>
          <p:cNvCxnSpPr/>
          <p:nvPr/>
        </p:nvCxnSpPr>
        <p:spPr>
          <a:xfrm>
            <a:off x="468700" y="9851200"/>
            <a:ext cx="6649500" cy="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integers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466825" y="1183200"/>
            <a:ext cx="6618900" cy="3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2372 = 2000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+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+ 70 + 2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= 2 ×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+ 3 × 100 + 7 × 10 + 2 × 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36 220 =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+ 6000 + 200 + 20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= 3 ×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+ 6 × 1000 + 2 × 100 +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8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= 800 +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+ 8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=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100 + 5 × 10 + 8 ×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6825" y="567600"/>
            <a:ext cx="577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Integers as sums of their digits’ place value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6825" y="4918550"/>
            <a:ext cx="6618900" cy="28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5 003 009 = 9 + 5 000 000 +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u="sng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=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 + 3 ×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+ 5 × 1 000 000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5)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17  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06 = 7000 + 6 + 10 000 +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=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1000 + 6 × 1  + 6 × 100 + 1 × 10 000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6)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  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=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+ 200 + 300 000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= 8 ×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100 + 3 × 100 000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1"/>
          <p:cNvCxnSpPr/>
          <p:nvPr/>
        </p:nvCxnSpPr>
        <p:spPr>
          <a:xfrm flipH="1" rot="10800000">
            <a:off x="395450" y="8301000"/>
            <a:ext cx="6708300" cy="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Securing understanding of place value in integers</a:t>
            </a:r>
            <a:endParaRPr/>
          </a:p>
        </p:txBody>
      </p:sp>
      <p:sp>
        <p:nvSpPr>
          <p:cNvPr id="223" name="Google Shape;223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466825" y="567600"/>
            <a:ext cx="577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Rearranging digits in integers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466825" y="1045650"/>
            <a:ext cx="6625200" cy="3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down all the unique 3-digit integers you can make with the digits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Choose three digits which can make exactly three unique 3-digit integers.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Choose three digits which can make exactly one unique 3-digit integer.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3594588" y="13737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3108870" y="13737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4080330" y="13737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3594588" y="27204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3108870" y="27204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4080330" y="27204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3594588" y="39967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108870" y="39967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080330" y="399675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66800" y="5026500"/>
            <a:ext cx="6625200" cy="49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all the unique 4-digit integers which can be made with the digits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 arranges the digits above to make the largest integer possible. She then takes a zero digit card. Where can she place the zero card so that: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 new integer is the largest 5-digit integer 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 new integer is as close to 61 000 as 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 new integer is as close to 66 000 as 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3351736" y="53913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2866008" y="53913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837464" y="53913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4323192" y="5391300"/>
            <a:ext cx="370800" cy="471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1" name="Google Shape;241;p22"/>
          <p:cNvCxnSpPr/>
          <p:nvPr/>
        </p:nvCxnSpPr>
        <p:spPr>
          <a:xfrm>
            <a:off x="468000" y="9587550"/>
            <a:ext cx="6650100" cy="3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