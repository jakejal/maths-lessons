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491">
          <p15:clr>
            <a:srgbClr val="747775"/>
          </p15:clr>
        </p15:guide>
        <p15:guide id="2" pos="2550">
          <p15:clr>
            <a:srgbClr val="747775"/>
          </p15:clr>
        </p15:guide>
        <p15:guide id="3" orient="horz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91"/>
        <p:guide pos="2550"/>
        <p:guide pos="238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80ae759420_0_8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80ae75942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39350"/>
            <a:ext cx="3272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Recognising place value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11925"/>
            <a:ext cx="662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two separate sets of digit cards.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set, use the digit cards to create: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929358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68000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390737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852095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313464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774832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416516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955163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877868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339220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00572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261924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0050" y="2847675"/>
            <a:ext cx="662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largest integer                            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987 665    653 210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smallest integer using all cards      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566 789    12 356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closest to 600                       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598         601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closest to 1000                   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987         1023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4509550"/>
            <a:ext cx="63675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Another digit card is added to each set at random: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929295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68000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390611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851906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313211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774516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415916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954563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877268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338620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99972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261324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8000" y="5402700"/>
            <a:ext cx="66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there a scenario where the second set of digits could make a larger integer than the first? Why?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232335" y="486097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726123" y="486097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80671" y="6587525"/>
            <a:ext cx="6611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and Lucas are trying to make the smallest values possible using all of their digits cards.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Identify and correct any mistakes in their statements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68000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929295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1390611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1851906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313211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415916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954563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877268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338620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99972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80675" y="8134350"/>
            <a:ext cx="66240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Jun: “The smallest number I can make is 23357”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should be written with a space. It should be written as 23 357.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Lucas: “The smallest number I can make is 8089”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number 889 can be made using two leading zeros. (00 889)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Jun: “If I swap my 2 for one of Lucas’ 0 cards I can then make the smallest number.”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955175" y="7763069"/>
            <a:ext cx="907200" cy="58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68000" y="7763069"/>
            <a:ext cx="678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477325" y="3216274"/>
            <a:ext cx="14472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 is at the front but is not written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386100" y="5797827"/>
            <a:ext cx="671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The first set already has the digits 9 and 8 which are larger than all digits in set 2. Even if set 2 received a 9 the largest possible value would only be 9 653 210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60050" y="9527700"/>
            <a:ext cx="68718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This is false because Lucas will now have the digit 2 so can make 2889 whereas the smallest number Jun can make is 3357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66825" y="796200"/>
            <a:ext cx="577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Integers as sums of their digits’ place value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64400" y="1235850"/>
            <a:ext cx="6780600" cy="3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2372 = 2000 +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+ 70 + 2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= 2 ×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+ 3 × 100 +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 + 2 ×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36 220 =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30 000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+ 6000 + 200 + 20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= 3 ×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10 000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+ 6 × 1000 + 2 × 100 +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8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= 800 +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+ 8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100 + 5 × 10 + 8 ×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64400" y="4794600"/>
            <a:ext cx="6627600" cy="3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5 003 009 = 9 + 5 000 000 +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3000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=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 + 3 ×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1000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+ 5 × 1 000 000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17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06 = 7000 + 6 + 10 000 +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=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1000 + 6 × 1  + 6 × 100 + 1 × 10 000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=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+ 200 + 300 000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= 8 ×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100 + 3 × 100 000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66825" y="567600"/>
            <a:ext cx="577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Rearranging digits in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6825" y="1045650"/>
            <a:ext cx="66252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all the unique 3-digit integers you can make with the digits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three digits which can make exactly three unique 3-digit integers.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three digits which can make exactly one unique 3-digit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3594588" y="13737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3108870" y="13737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080330" y="13737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3594588" y="27204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108870" y="27204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4080330" y="27204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3594588" y="39967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108870" y="39967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080330" y="39967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66800" y="5026500"/>
            <a:ext cx="6625200" cy="4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all the unique 4-digit integers which can be made with the digits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only unique digit is 5. There are four place value columns the 5 could go in so there are four unique integers.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arranges the digits above to make the largest integer possible. She then takes a zero digit card. Where can she place the zero card so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new integer is the largest 5-digit integer 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new integer is as close to 61 000 as 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new integer is as close to 66 000 as 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351736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866008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837464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323192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2708100" y="1866075"/>
            <a:ext cx="22932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129, 192, 219, 291, 912, 921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90700" y="3217700"/>
            <a:ext cx="6501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Any three non-zero digits where two digits are the same. E.g. 121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590700" y="4423575"/>
            <a:ext cx="6501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Any three non-zero digits where all three digits are the same. E.g. 222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2686050" y="5842845"/>
            <a:ext cx="2187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5666, 6566, 6656, 6665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4985100" y="7548749"/>
            <a:ext cx="1599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66 650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985100" y="8177961"/>
            <a:ext cx="15993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60 665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483600" y="9441900"/>
            <a:ext cx="583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If we were able to move the other digits around then 66 056 is closer.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985100" y="8858624"/>
            <a:ext cx="15669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66 065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