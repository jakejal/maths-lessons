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86">
          <p15:clr>
            <a:srgbClr val="747775"/>
          </p15:clr>
        </p15:guide>
        <p15:guide id="2" pos="47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CBB36C-6BC7-4FD4-9677-18A036E2B51C}">
  <a:tblStyle styleId="{47CBB36C-6BC7-4FD4-9677-18A036E2B5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86" orient="horz"/>
        <p:guide pos="4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100" y="7524750"/>
            <a:ext cx="69321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You have six cards: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Complete this statement in as many ways as possible.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0.879 kg                                                  g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0.879 kg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=  879 g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0.879 kg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&lt;  978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0.879 kg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&gt;  789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0.879 kg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&lt;  897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0.879 kg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&lt;  987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0.879 kg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&gt;  798 g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734575" y="5485925"/>
            <a:ext cx="27030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 29 m  =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cm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Possible answers include: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/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3.48 kg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34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 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/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3.48 kg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34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 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3.48 kg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34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 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Possible answers include: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13 400 cm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0.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5 km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13 400 cm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0.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5 km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24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Securing understanding of ordering and comparing numbers</a:t>
            </a:r>
            <a:endParaRPr sz="1600"/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401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Comparing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100" y="1893050"/>
            <a:ext cx="662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752250" y="3583327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can use this place value chart to help you with conversion.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100" y="1850450"/>
            <a:ext cx="66240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the correct symbol (&lt;, &gt; or =) to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each statement.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4807675"/>
            <a:ext cx="617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Write a digit on each solid line and a symbol (&lt;, &gt; or =) on each dotted line to complete each statement.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116397" y="5490475"/>
            <a:ext cx="29553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0.098 m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99 mm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Possible answers include: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20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ml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0.2 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20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/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ml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0.2 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Possible answers include: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78 mg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0.0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78 mg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0.0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74800" y="2202525"/>
            <a:ext cx="26853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1.23 m          	12.3 cm      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0.456 kg      	465 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570 mm       	7.5 cm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140000" y="2207650"/>
            <a:ext cx="2868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985 000 m           958 km      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30 000 ml            30 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989 cl                   9980 ml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1725050" y="2247699"/>
            <a:ext cx="293345" cy="1223054"/>
            <a:chOff x="1918523" y="1799975"/>
            <a:chExt cx="366681" cy="1528817"/>
          </a:xfrm>
        </p:grpSpPr>
        <p:sp>
          <p:nvSpPr>
            <p:cNvPr id="184" name="Google Shape;184;p20"/>
            <p:cNvSpPr/>
            <p:nvPr/>
          </p:nvSpPr>
          <p:spPr>
            <a:xfrm>
              <a:off x="1918523" y="1799975"/>
              <a:ext cx="360000" cy="3600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&gt; 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1924621" y="2355490"/>
              <a:ext cx="360000" cy="3600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&lt;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1925204" y="2968792"/>
              <a:ext cx="360000" cy="3600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&gt;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5268110" y="2241960"/>
            <a:ext cx="293345" cy="1242230"/>
            <a:chOff x="2307795" y="1724253"/>
            <a:chExt cx="366681" cy="1552787"/>
          </a:xfrm>
        </p:grpSpPr>
        <p:sp>
          <p:nvSpPr>
            <p:cNvPr id="188" name="Google Shape;188;p20"/>
            <p:cNvSpPr/>
            <p:nvPr/>
          </p:nvSpPr>
          <p:spPr>
            <a:xfrm>
              <a:off x="2307795" y="1724253"/>
              <a:ext cx="360000" cy="3600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&gt; 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2313893" y="2302290"/>
              <a:ext cx="360000" cy="3600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&lt;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2314476" y="2917040"/>
              <a:ext cx="360000" cy="3600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&gt;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aphicFrame>
        <p:nvGraphicFramePr>
          <p:cNvPr id="191" name="Google Shape;191;p20"/>
          <p:cNvGraphicFramePr/>
          <p:nvPr/>
        </p:nvGraphicFramePr>
        <p:xfrm>
          <a:off x="880375" y="3862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{47CBB36C-6BC7-4FD4-9677-18A036E2B51C}</a:tableStyleId>
              </a:tblPr>
              <a:tblGrid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</a:tblGrid>
              <a:tr h="34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hecto</a:t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92" name="Google Shape;192;p20"/>
          <p:cNvGrpSpPr/>
          <p:nvPr/>
        </p:nvGrpSpPr>
        <p:grpSpPr>
          <a:xfrm>
            <a:off x="1643194" y="7949132"/>
            <a:ext cx="4236885" cy="476601"/>
            <a:chOff x="1158767" y="7897229"/>
            <a:chExt cx="4236885" cy="476601"/>
          </a:xfrm>
        </p:grpSpPr>
        <p:sp>
          <p:nvSpPr>
            <p:cNvPr id="193" name="Google Shape;193;p20"/>
            <p:cNvSpPr/>
            <p:nvPr/>
          </p:nvSpPr>
          <p:spPr>
            <a:xfrm>
              <a:off x="4202986" y="7926230"/>
              <a:ext cx="447600" cy="4476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4948051" y="7923890"/>
              <a:ext cx="447600" cy="4476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2687527" y="7897229"/>
              <a:ext cx="386100" cy="466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1929787" y="7906589"/>
              <a:ext cx="386100" cy="466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158767" y="7904759"/>
              <a:ext cx="386100" cy="466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3445295" y="7915949"/>
              <a:ext cx="447600" cy="4476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&lt;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2897622" y="8841980"/>
            <a:ext cx="1941370" cy="466200"/>
            <a:chOff x="3306342" y="8841980"/>
            <a:chExt cx="1941370" cy="466200"/>
          </a:xfrm>
        </p:grpSpPr>
        <p:sp>
          <p:nvSpPr>
            <p:cNvPr id="200" name="Google Shape;200;p20"/>
            <p:cNvSpPr/>
            <p:nvPr/>
          </p:nvSpPr>
          <p:spPr>
            <a:xfrm>
              <a:off x="3306342" y="8851350"/>
              <a:ext cx="447600" cy="4476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3865272" y="8841980"/>
              <a:ext cx="386100" cy="466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4369482" y="8841980"/>
              <a:ext cx="386100" cy="466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4861612" y="8841980"/>
              <a:ext cx="386100" cy="466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20"/>
          <p:cNvSpPr/>
          <p:nvPr/>
        </p:nvSpPr>
        <p:spPr>
          <a:xfrm>
            <a:off x="5414769" y="6995458"/>
            <a:ext cx="193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410818" y="6742106"/>
            <a:ext cx="193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582219" y="6281873"/>
            <a:ext cx="193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4582231" y="6035957"/>
            <a:ext cx="193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000580" y="5582611"/>
            <a:ext cx="222900" cy="2229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092105" y="6017693"/>
            <a:ext cx="222900" cy="2229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093985" y="6270374"/>
            <a:ext cx="222900" cy="2229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0"/>
          <p:cNvCxnSpPr/>
          <p:nvPr/>
        </p:nvCxnSpPr>
        <p:spPr>
          <a:xfrm>
            <a:off x="520650" y="9934433"/>
            <a:ext cx="6557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4889485" y="6735355"/>
            <a:ext cx="222900" cy="2229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4895414" y="7001346"/>
            <a:ext cx="222900" cy="2229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9" name="Google Shape;21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understanding of ordering and comparing numbers</a:t>
            </a:r>
            <a:endParaRPr sz="200"/>
          </a:p>
        </p:txBody>
      </p:sp>
      <p:sp>
        <p:nvSpPr>
          <p:cNvPr id="220" name="Google Shape;22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53600" y="989550"/>
            <a:ext cx="6652800" cy="4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Starting with the smallest, sort the measures into ascending order.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99 cm, 99 mm, 99 km, 99 m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99 mm, 99 cm, 99 m, 99 km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303 ml, 0.03 l, 30 cl, 0.33 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0.03 l, 30 cl, 303 ml, 0.33 l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0.456 km, 465 m, 64.5 cm, 564 mm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564 mm, 64.5 cm, 0.456 km, 465 m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35 700 mg, 7.53 kg, 7503 g,  3.57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3.57 g, 35 700 mg, 7503 g, 7.53 kg 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986 cm, 0.896 m, 0.00869 km, 689 mm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689 mm, 0.896 m, 0.00869 km, 986 cm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674888"/>
            <a:ext cx="6624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Ordering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5590600"/>
            <a:ext cx="66240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Use these cards to complete each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inequality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Use each card only once in each statement. Can you find more than one way to 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complete the inequalities?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Possible answers include: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1.2 cm &lt; 180 mm &lt; 0.29 m or 1.2 cm &lt; 190 mm &lt; 0.82 m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only one possible answer.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0.08 kg &lt; 89 g &lt; 100 000 mg &lt; 0.2 kg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1"/>
          <p:cNvGrpSpPr/>
          <p:nvPr/>
        </p:nvGrpSpPr>
        <p:grpSpPr>
          <a:xfrm>
            <a:off x="1762128" y="6025733"/>
            <a:ext cx="4012940" cy="472142"/>
            <a:chOff x="1408600" y="1113150"/>
            <a:chExt cx="5016175" cy="590177"/>
          </a:xfrm>
        </p:grpSpPr>
        <p:sp>
          <p:nvSpPr>
            <p:cNvPr id="226" name="Google Shape;226;p21"/>
            <p:cNvSpPr/>
            <p:nvPr/>
          </p:nvSpPr>
          <p:spPr>
            <a:xfrm>
              <a:off x="1408600" y="1113150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2322227" y="1120427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3235838" y="1120425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4149475" y="1120425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5045775" y="1113150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5942075" y="1113150"/>
              <a:ext cx="482700" cy="58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2" name="Google Shape;232;p21"/>
          <p:cNvCxnSpPr/>
          <p:nvPr/>
        </p:nvCxnSpPr>
        <p:spPr>
          <a:xfrm>
            <a:off x="501438" y="9726806"/>
            <a:ext cx="6557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