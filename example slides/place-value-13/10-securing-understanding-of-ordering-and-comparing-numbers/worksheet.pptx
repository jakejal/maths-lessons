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B2B10ADD-8263-4CB9-BAE9-B24746DE086B}">
  <a:tblStyle styleId="{B2B10ADD-8263-4CB9-BAE9-B24746DE08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4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Securing understanding of ordering and comparing numbers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7269496"/>
            <a:ext cx="694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You have six cards: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Complete this statement in as many ways as possible.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0.879 kg                                                  g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734575" y="5485925"/>
            <a:ext cx="2703000" cy="20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m  = 2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_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3.48 kg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….…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34 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/>
              <a:t>   </a:t>
            </a:r>
            <a:endParaRPr sz="1200"/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3 400 cm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…….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0.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km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b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401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Comparing measures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100" y="1893050"/>
            <a:ext cx="6624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752250" y="3583327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can use this place value chart to help you with conversion.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100" y="1850450"/>
            <a:ext cx="66240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Write the correct symbol (&lt;, &gt; or =) to complete each statement.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8000" y="4807675"/>
            <a:ext cx="6173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a digit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 solid line and a symbol (&lt;, &gt; or =)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dotted line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complete each statement.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116397" y="5490475"/>
            <a:ext cx="2955300" cy="20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0.098 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…….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99 mm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20 _ ml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…….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0.2 l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78 mg …….  0.0 _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b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674800" y="2202525"/>
            <a:ext cx="2685300" cy="13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1.23 m          	12.3 cm      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0.456 kg      	465 g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570 mm       	7.5 cm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140000" y="2207650"/>
            <a:ext cx="2868600" cy="1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985 000 m           958 km            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30 000 ml            30 l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989 cl                   9980 ml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" name="Google Shape;171;p20"/>
          <p:cNvGrpSpPr/>
          <p:nvPr/>
        </p:nvGrpSpPr>
        <p:grpSpPr>
          <a:xfrm>
            <a:off x="1725050" y="2247699"/>
            <a:ext cx="293345" cy="1223054"/>
            <a:chOff x="1918523" y="1799975"/>
            <a:chExt cx="366681" cy="1528817"/>
          </a:xfrm>
        </p:grpSpPr>
        <p:sp>
          <p:nvSpPr>
            <p:cNvPr id="172" name="Google Shape;172;p20"/>
            <p:cNvSpPr/>
            <p:nvPr/>
          </p:nvSpPr>
          <p:spPr>
            <a:xfrm>
              <a:off x="1918523" y="1799975"/>
              <a:ext cx="360000" cy="3600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000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Kalam"/>
                  <a:ea typeface="Kalam"/>
                  <a:cs typeface="Kalam"/>
                  <a:sym typeface="Kalam"/>
                </a:rPr>
                <a:t> </a:t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1924621" y="2355490"/>
              <a:ext cx="360000" cy="3600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000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1925204" y="2968792"/>
              <a:ext cx="360000" cy="3600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000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5268110" y="2241960"/>
            <a:ext cx="293345" cy="1242230"/>
            <a:chOff x="2307795" y="1724253"/>
            <a:chExt cx="366681" cy="1552787"/>
          </a:xfrm>
        </p:grpSpPr>
        <p:sp>
          <p:nvSpPr>
            <p:cNvPr id="176" name="Google Shape;176;p20"/>
            <p:cNvSpPr/>
            <p:nvPr/>
          </p:nvSpPr>
          <p:spPr>
            <a:xfrm>
              <a:off x="2307795" y="1724253"/>
              <a:ext cx="360000" cy="3600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000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Kalam"/>
                  <a:ea typeface="Kalam"/>
                  <a:cs typeface="Kalam"/>
                  <a:sym typeface="Kalam"/>
                </a:rPr>
                <a:t> </a:t>
              </a: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2313893" y="2302290"/>
              <a:ext cx="360000" cy="3600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000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2314476" y="2917040"/>
              <a:ext cx="360000" cy="3600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000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6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aphicFrame>
        <p:nvGraphicFramePr>
          <p:cNvPr id="179" name="Google Shape;179;p20"/>
          <p:cNvGraphicFramePr>
            <a:graphicFrameLocks noGrp="1"/>
          </p:cNvGraphicFramePr>
          <p:nvPr/>
        </p:nvGraphicFramePr>
        <p:xfrm>
          <a:off x="880375" y="3862641"/>
          <a:ext cx="5819000" cy="731460"/>
        </p:xfrm>
        <a:graphic>
          <a:graphicData uri="http://schemas.openxmlformats.org/drawingml/2006/table">
            <a:tbl>
              <a:tblPr>
                <a:noFill/>
                <a:tableStyleId>{B2B10ADD-8263-4CB9-BAE9-B24746DE086B}</a:tableStyleId>
              </a:tblPr>
              <a:tblGrid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  <a:gridCol w="529000"/>
              </a:tblGrid>
              <a:tr h="3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hecto</a:t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deca</a:t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CCCCCC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</a:t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44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54000" marR="54000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80" name="Google Shape;180;p20"/>
          <p:cNvGrpSpPr/>
          <p:nvPr/>
        </p:nvGrpSpPr>
        <p:grpSpPr>
          <a:xfrm>
            <a:off x="1643194" y="7594047"/>
            <a:ext cx="4236885" cy="476601"/>
            <a:chOff x="1158767" y="7897229"/>
            <a:chExt cx="4236885" cy="476601"/>
          </a:xfrm>
        </p:grpSpPr>
        <p:sp>
          <p:nvSpPr>
            <p:cNvPr id="181" name="Google Shape;181;p20"/>
            <p:cNvSpPr/>
            <p:nvPr/>
          </p:nvSpPr>
          <p:spPr>
            <a:xfrm>
              <a:off x="4202986" y="7926230"/>
              <a:ext cx="447600" cy="4476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&gt;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4948051" y="7923890"/>
              <a:ext cx="447600" cy="4476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2687527" y="7897229"/>
              <a:ext cx="386100" cy="466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1929787" y="7906589"/>
              <a:ext cx="386100" cy="466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1158767" y="7904759"/>
              <a:ext cx="386100" cy="466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3445295" y="7915949"/>
              <a:ext cx="447600" cy="4476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&lt;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2897622" y="8342230"/>
            <a:ext cx="1941370" cy="466200"/>
            <a:chOff x="3306342" y="8841980"/>
            <a:chExt cx="1941370" cy="466200"/>
          </a:xfrm>
        </p:grpSpPr>
        <p:sp>
          <p:nvSpPr>
            <p:cNvPr id="188" name="Google Shape;188;p20"/>
            <p:cNvSpPr/>
            <p:nvPr/>
          </p:nvSpPr>
          <p:spPr>
            <a:xfrm>
              <a:off x="3306342" y="8851350"/>
              <a:ext cx="447600" cy="4476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3865272" y="8841980"/>
              <a:ext cx="386100" cy="466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4369482" y="8841980"/>
              <a:ext cx="386100" cy="466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4861612" y="8841980"/>
              <a:ext cx="386100" cy="466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192" name="Google Shape;192;p20"/>
          <p:cNvCxnSpPr/>
          <p:nvPr/>
        </p:nvCxnSpPr>
        <p:spPr>
          <a:xfrm>
            <a:off x="520650" y="9934433"/>
            <a:ext cx="655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8" name="Google Shape;19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Securing understanding of ordering and comparing numbers</a:t>
            </a:r>
            <a:endParaRPr sz="700"/>
          </a:p>
        </p:txBody>
      </p:sp>
      <p:sp>
        <p:nvSpPr>
          <p:cNvPr id="199" name="Google Shape;19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53600" y="989550"/>
            <a:ext cx="6652800" cy="46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Starting with the smallest, sort the measures into ascending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99 cm, 99 mm, 99 km, 99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303 ml, 0.03 l, 30 cl, 0.33 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7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0.456 km, 465 m, 64.5 cm, 564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7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35 700 mg, 7.53 kg, 7503 g,  3.57 g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7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986 cm, 0.896 m, 0.00869 km, 689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674900"/>
            <a:ext cx="66240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Ordering measures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5590600"/>
            <a:ext cx="6624000" cy="41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these cards to complete each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inequality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each card only once in each statement. Can you find more than one way to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inequalities?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21"/>
          <p:cNvGrpSpPr/>
          <p:nvPr/>
        </p:nvGrpSpPr>
        <p:grpSpPr>
          <a:xfrm>
            <a:off x="1762128" y="6025733"/>
            <a:ext cx="4012940" cy="472142"/>
            <a:chOff x="1408600" y="1113150"/>
            <a:chExt cx="5016175" cy="590177"/>
          </a:xfrm>
        </p:grpSpPr>
        <p:sp>
          <p:nvSpPr>
            <p:cNvPr id="205" name="Google Shape;205;p21"/>
            <p:cNvSpPr/>
            <p:nvPr/>
          </p:nvSpPr>
          <p:spPr>
            <a:xfrm>
              <a:off x="1408600" y="1113150"/>
              <a:ext cx="482700" cy="582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2322227" y="1120427"/>
              <a:ext cx="482700" cy="582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3235838" y="1120425"/>
              <a:ext cx="482700" cy="582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4149475" y="1120425"/>
              <a:ext cx="482700" cy="582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5045775" y="1113150"/>
              <a:ext cx="482700" cy="582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5942075" y="1113150"/>
              <a:ext cx="482700" cy="5829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1" name="Google Shape;211;p21"/>
          <p:cNvCxnSpPr/>
          <p:nvPr/>
        </p:nvCxnSpPr>
        <p:spPr>
          <a:xfrm>
            <a:off x="501438" y="9726806"/>
            <a:ext cx="655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Securing understanding of ordering and comparing numbers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2023-11-02T14:18:10.318</cp:lastPrinted>
  <dcterms:created xsi:type="dcterms:W3CDTF">2023-11-02T14:18:10Z</dcterms:created>
  <dcterms:modified xsi:type="dcterms:W3CDTF">2023-11-02T14:18:18Z</dcterms:modified>
</cp:coreProperties>
</file>