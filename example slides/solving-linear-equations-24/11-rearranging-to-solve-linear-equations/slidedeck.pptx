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50290B-C6FF-4AA0-B376-D061EE36F5A4}">
  <a:tblStyle styleId="{B050290B-C6FF-4AA0-B376-D061EE36F5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9e54d223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9e54d223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9e54d2232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29e54d2232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2ce93f69e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2ce93f69e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9e54d22324_0_9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9e54d22324_0_9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9e54d22324_0_1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9e54d22324_0_1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29e54d22324_0_1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29e54d22324_0_1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29e54d22324_0_1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29e54d22324_0_1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29e54d22324_0_1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29e54d22324_0_1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29e54d22324_0_19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29e54d22324_0_1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29e54d22324_0_2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29e54d22324_0_2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29e54d22324_0_2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29e54d22324_0_2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29e54d22324_0_2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29e54d22324_0_2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29e54d22324_0_2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29e54d22324_0_2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g29e54d22324_0_2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5" name="Google Shape;1415;g29e54d22324_0_2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29e54d22324_0_2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29e54d22324_0_2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g29e54d22324_0_2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8" name="Google Shape;1608;g29e54d22324_0_2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g29e54d22324_0_2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9" name="Google Shape;1629;g29e54d22324_0_2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g29e54d22324_0_2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1" name="Google Shape;1641;g29e54d22324_0_2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29e54d22324_0_3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6" name="Google Shape;1686;g29e54d22324_0_3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29e54d22324_0_3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29e54d22324_0_3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g29e54d22324_0_3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2" name="Google Shape;1792;g29e54d22324_0_3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g29e54d22324_0_1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5" name="Google Shape;1885;g29e54d22324_0_1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5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g29e54d22324_0_3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7" name="Google Shape;1997;g29e54d22324_0_3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g29e54d22324_0_3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0" name="Google Shape;2090;g29e54d22324_0_3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g29e54d22324_0_4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4" name="Google Shape;2124;g29e54d22324_0_4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g29e54d22324_0_4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2" name="Google Shape;2132;g29e54d22324_0_4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7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g29e6b20e258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9" name="Google Shape;2219;g29e6b20e258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g29e6b20e258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4" name="Google Shape;2234;g29e6b20e25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6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g29e6b20e258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8" name="Google Shape;2258;g29e6b20e258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2" name="Shape 2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g29e6b20e258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4" name="Google Shape;2294;g29e6b20e258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g29e961a605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3" name="Google Shape;2313;g29e961a605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5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Google Shape;2326;g29e961a605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7" name="Google Shape;2327;g29e961a605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1" name="Shape 2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Google Shape;2342;g29e961a605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3" name="Google Shape;2343;g29e961a605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8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g29e961a605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0" name="Google Shape;2360;g29e961a605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0" name="Shape 2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1" name="Google Shape;2371;g29e961a6054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2" name="Google Shape;2372;g29e961a605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3" name="Shape 2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Google Shape;2384;g29e961a6054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5" name="Google Shape;2385;g29e961a6054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0" name="Shape 2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1" name="Google Shape;2391;g29e961a6054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2" name="Google Shape;2392;g29e961a6054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0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Google Shape;2401;g29e961a6054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2" name="Google Shape;2402;g29e961a6054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0" name="Shape 2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1" name="Google Shape;2411;g29e961a6054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2" name="Google Shape;2412;g29e961a6054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6" name="Shape 2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" name="Google Shape;2427;g29e961a6054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8" name="Google Shape;2428;g29e961a6054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6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" name="Google Shape;2437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8" name="Google Shape;2438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2" name="Shape 2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Google Shape;2443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4" name="Google Shape;2444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16.png"/><Relationship Id="rId7" Type="http://schemas.openxmlformats.org/officeDocument/2006/relationships/image" Target="../media/image2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1.png"/><Relationship Id="rId4" Type="http://schemas.openxmlformats.org/officeDocument/2006/relationships/image" Target="../media/image61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1.png"/><Relationship Id="rId4" Type="http://schemas.openxmlformats.org/officeDocument/2006/relationships/image" Target="../media/image18.png"/><Relationship Id="rId9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30.png"/><Relationship Id="rId7" Type="http://schemas.openxmlformats.org/officeDocument/2006/relationships/image" Target="../media/image25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1.png"/><Relationship Id="rId4" Type="http://schemas.openxmlformats.org/officeDocument/2006/relationships/image" Target="../media/image32.png"/><Relationship Id="rId11" Type="http://schemas.openxmlformats.org/officeDocument/2006/relationships/image" Target="../media/image14.png"/><Relationship Id="rId10" Type="http://schemas.openxmlformats.org/officeDocument/2006/relationships/image" Target="../media/image36.png"/><Relationship Id="rId9" Type="http://schemas.openxmlformats.org/officeDocument/2006/relationships/image" Target="../media/image29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30.png"/><Relationship Id="rId8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2" name="Google Shape;652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3" name="Google Shape;653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4" name="Google Shape;65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1" name="Google Shape;661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3" name="Google Shape;66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1" name="Google Shape;67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9" name="Google Shape;67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4" name="Google Shape;684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6" name="Google Shape;68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4" name="Google Shape;694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5" name="Google Shape;69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2" name="Google Shape;702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3" name="Google Shape;70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9" name="Google Shape;709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0" name="Google Shape;710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1" name="Google Shape;71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2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2.png"/><Relationship Id="rId6" Type="http://schemas.openxmlformats.org/officeDocument/2006/relationships/image" Target="../media/image5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Relationship Id="rId5" Type="http://schemas.openxmlformats.org/officeDocument/2006/relationships/image" Target="../media/image52.png"/><Relationship Id="rId6" Type="http://schemas.openxmlformats.org/officeDocument/2006/relationships/image" Target="../media/image5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4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4.png"/><Relationship Id="rId4" Type="http://schemas.openxmlformats.org/officeDocument/2006/relationships/image" Target="../media/image49.png"/><Relationship Id="rId5" Type="http://schemas.openxmlformats.org/officeDocument/2006/relationships/image" Target="../media/image48.png"/><Relationship Id="rId6" Type="http://schemas.openxmlformats.org/officeDocument/2006/relationships/image" Target="../media/image5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Relationship Id="rId5" Type="http://schemas.openxmlformats.org/officeDocument/2006/relationships/image" Target="../media/image59.png"/><Relationship Id="rId6" Type="http://schemas.openxmlformats.org/officeDocument/2006/relationships/image" Target="../media/image5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Relationship Id="rId5" Type="http://schemas.openxmlformats.org/officeDocument/2006/relationships/image" Target="../media/image50.png"/><Relationship Id="rId6" Type="http://schemas.openxmlformats.org/officeDocument/2006/relationships/image" Target="../media/image5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4.png"/><Relationship Id="rId4" Type="http://schemas.openxmlformats.org/officeDocument/2006/relationships/image" Target="../media/image59.png"/><Relationship Id="rId5" Type="http://schemas.openxmlformats.org/officeDocument/2006/relationships/image" Target="../media/image5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3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49.png"/><Relationship Id="rId7" Type="http://schemas.openxmlformats.org/officeDocument/2006/relationships/image" Target="../media/image48.png"/><Relationship Id="rId8" Type="http://schemas.openxmlformats.org/officeDocument/2006/relationships/image" Target="../media/image5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3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2.png"/><Relationship Id="rId4" Type="http://schemas.openxmlformats.org/officeDocument/2006/relationships/image" Target="../media/image69.png"/><Relationship Id="rId9" Type="http://schemas.openxmlformats.org/officeDocument/2006/relationships/image" Target="../media/image75.png"/><Relationship Id="rId5" Type="http://schemas.openxmlformats.org/officeDocument/2006/relationships/image" Target="../media/image71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2.png"/><Relationship Id="rId4" Type="http://schemas.openxmlformats.org/officeDocument/2006/relationships/image" Target="../media/image69.png"/><Relationship Id="rId5" Type="http://schemas.openxmlformats.org/officeDocument/2006/relationships/image" Target="../media/image71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0.png"/><Relationship Id="rId4" Type="http://schemas.openxmlformats.org/officeDocument/2006/relationships/image" Target="../media/image72.png"/><Relationship Id="rId5" Type="http://schemas.openxmlformats.org/officeDocument/2006/relationships/image" Target="../media/image7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to solve linear equations</a:t>
            </a:r>
            <a:endParaRPr/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3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recognise that equations with unknowns on both sides of the equation can be manipulated so that the unknowns are on one side and then solve </a:t>
            </a:r>
            <a:r>
              <a:rPr lang="en-GB"/>
              <a:t>this equation.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5"/>
          <p:cNvSpPr txBox="1"/>
          <p:nvPr/>
        </p:nvSpPr>
        <p:spPr>
          <a:xfrm>
            <a:off x="324000" y="1316975"/>
            <a:ext cx="84960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An equation is used to show two expressions that are equal to each other.</a:t>
            </a:r>
            <a:endParaRPr sz="26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3" name="Google Shape;763;p65"/>
          <p:cNvSpPr txBox="1"/>
          <p:nvPr/>
        </p:nvSpPr>
        <p:spPr>
          <a:xfrm>
            <a:off x="324000" y="2250275"/>
            <a:ext cx="8496000" cy="18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Two expressions form an equality if, when substitution takes place, the expressions have the same value. 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Example, substituting 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into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 = 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+ 9</a:t>
            </a:r>
            <a:endParaRPr sz="2400">
              <a:solidFill>
                <a:srgbClr val="28282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3(5) − 1 = (5) + 9</a:t>
            </a:r>
            <a:endParaRPr sz="2400">
              <a:solidFill>
                <a:srgbClr val="28282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equations with unknowns on both sides</a:t>
            </a:r>
            <a:endParaRPr/>
          </a:p>
        </p:txBody>
      </p:sp>
      <p:sp>
        <p:nvSpPr>
          <p:cNvPr id="769" name="Google Shape;769;p6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</a:t>
            </a:r>
            <a:r>
              <a:rPr lang="en-GB"/>
              <a:t>ing equations with unknowns on both sides</a:t>
            </a:r>
            <a:endParaRPr/>
          </a:p>
        </p:txBody>
      </p:sp>
      <p:sp>
        <p:nvSpPr>
          <p:cNvPr id="770" name="Google Shape;770;p6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to solve linear equations</a:t>
            </a:r>
            <a:endParaRPr/>
          </a:p>
        </p:txBody>
      </p:sp>
      <p:pic>
        <p:nvPicPr>
          <p:cNvPr id="771" name="Google Shape;77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20" y="205110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equations with unknowns on both sides </a:t>
            </a:r>
            <a:endParaRPr/>
          </a:p>
        </p:txBody>
      </p:sp>
      <p:sp>
        <p:nvSpPr>
          <p:cNvPr id="777" name="Google Shape;777;p67"/>
          <p:cNvSpPr txBox="1"/>
          <p:nvPr/>
        </p:nvSpPr>
        <p:spPr>
          <a:xfrm>
            <a:off x="196925" y="903300"/>
            <a:ext cx="883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67"/>
          <p:cNvSpPr txBox="1"/>
          <p:nvPr/>
        </p:nvSpPr>
        <p:spPr>
          <a:xfrm>
            <a:off x="156291" y="810000"/>
            <a:ext cx="88314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Previously, we solved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equations like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𝑥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 = 10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equation contains an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unknown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one just one side.</a:t>
            </a:r>
            <a:endParaRPr/>
          </a:p>
        </p:txBody>
      </p:sp>
      <p:sp>
        <p:nvSpPr>
          <p:cNvPr id="779" name="Google Shape;779;p67"/>
          <p:cNvSpPr txBox="1"/>
          <p:nvPr/>
        </p:nvSpPr>
        <p:spPr>
          <a:xfrm>
            <a:off x="156300" y="2179500"/>
            <a:ext cx="88314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equation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𝑥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 = 2</a:t>
            </a:r>
            <a:r>
              <a:rPr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𝑥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+ 10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contains an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unknown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on both sides.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visualise the solution using pan scales.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equations with unknowns on both sides </a:t>
            </a:r>
            <a:endParaRPr/>
          </a:p>
        </p:txBody>
      </p:sp>
      <p:grpSp>
        <p:nvGrpSpPr>
          <p:cNvPr id="785" name="Google Shape;785;p68"/>
          <p:cNvGrpSpPr/>
          <p:nvPr/>
        </p:nvGrpSpPr>
        <p:grpSpPr>
          <a:xfrm>
            <a:off x="4570748" y="1805241"/>
            <a:ext cx="4246593" cy="2507834"/>
            <a:chOff x="3679000" y="1380975"/>
            <a:chExt cx="4343896" cy="2543700"/>
          </a:xfrm>
        </p:grpSpPr>
        <p:sp>
          <p:nvSpPr>
            <p:cNvPr id="786" name="Google Shape;786;p68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87" name="Google Shape;787;p68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88" name="Google Shape;788;p68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89" name="Google Shape;789;p68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90" name="Google Shape;790;p68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91" name="Google Shape;791;p68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92" name="Google Shape;792;p68"/>
          <p:cNvGrpSpPr/>
          <p:nvPr/>
        </p:nvGrpSpPr>
        <p:grpSpPr>
          <a:xfrm>
            <a:off x="7791946" y="2230166"/>
            <a:ext cx="283500" cy="281400"/>
            <a:chOff x="4237000" y="4025275"/>
            <a:chExt cx="283500" cy="281400"/>
          </a:xfrm>
        </p:grpSpPr>
        <p:sp>
          <p:nvSpPr>
            <p:cNvPr id="793" name="Google Shape;793;p68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794" name="Google Shape;794;p68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95" name="Google Shape;795;p68"/>
          <p:cNvGrpSpPr/>
          <p:nvPr/>
        </p:nvGrpSpPr>
        <p:grpSpPr>
          <a:xfrm>
            <a:off x="6003243" y="3133336"/>
            <a:ext cx="283500" cy="281400"/>
            <a:chOff x="4237000" y="4025275"/>
            <a:chExt cx="283500" cy="281400"/>
          </a:xfrm>
        </p:grpSpPr>
        <p:sp>
          <p:nvSpPr>
            <p:cNvPr id="796" name="Google Shape;796;p68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797" name="Google Shape;797;p68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98" name="Google Shape;798;p68"/>
          <p:cNvGrpSpPr/>
          <p:nvPr/>
        </p:nvGrpSpPr>
        <p:grpSpPr>
          <a:xfrm>
            <a:off x="7789534" y="2523736"/>
            <a:ext cx="283500" cy="891000"/>
            <a:chOff x="7318691" y="2337645"/>
            <a:chExt cx="283500" cy="891000"/>
          </a:xfrm>
        </p:grpSpPr>
        <p:grpSp>
          <p:nvGrpSpPr>
            <p:cNvPr id="799" name="Google Shape;799;p68"/>
            <p:cNvGrpSpPr/>
            <p:nvPr/>
          </p:nvGrpSpPr>
          <p:grpSpPr>
            <a:xfrm>
              <a:off x="7318691" y="2947245"/>
              <a:ext cx="283500" cy="281400"/>
              <a:chOff x="4237000" y="4025275"/>
              <a:chExt cx="283500" cy="281400"/>
            </a:xfrm>
          </p:grpSpPr>
          <p:sp>
            <p:nvSpPr>
              <p:cNvPr id="800" name="Google Shape;800;p68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01" name="Google Shape;801;p68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02" name="Google Shape;802;p68"/>
            <p:cNvGrpSpPr/>
            <p:nvPr/>
          </p:nvGrpSpPr>
          <p:grpSpPr>
            <a:xfrm>
              <a:off x="7318691" y="2642445"/>
              <a:ext cx="283500" cy="281400"/>
              <a:chOff x="4237000" y="4025275"/>
              <a:chExt cx="283500" cy="281400"/>
            </a:xfrm>
          </p:grpSpPr>
          <p:sp>
            <p:nvSpPr>
              <p:cNvPr id="803" name="Google Shape;803;p68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04" name="Google Shape;804;p68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05" name="Google Shape;805;p68"/>
            <p:cNvGrpSpPr/>
            <p:nvPr/>
          </p:nvGrpSpPr>
          <p:grpSpPr>
            <a:xfrm>
              <a:off x="7318691" y="2337645"/>
              <a:ext cx="283500" cy="281400"/>
              <a:chOff x="4237000" y="4025275"/>
              <a:chExt cx="283500" cy="281400"/>
            </a:xfrm>
          </p:grpSpPr>
          <p:sp>
            <p:nvSpPr>
              <p:cNvPr id="806" name="Google Shape;806;p68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07" name="Google Shape;807;p68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08" name="Google Shape;808;p68"/>
          <p:cNvGrpSpPr/>
          <p:nvPr/>
        </p:nvGrpSpPr>
        <p:grpSpPr>
          <a:xfrm>
            <a:off x="8159304" y="2523736"/>
            <a:ext cx="283500" cy="891000"/>
            <a:chOff x="7775891" y="2337645"/>
            <a:chExt cx="283500" cy="891000"/>
          </a:xfrm>
        </p:grpSpPr>
        <p:grpSp>
          <p:nvGrpSpPr>
            <p:cNvPr id="809" name="Google Shape;809;p68"/>
            <p:cNvGrpSpPr/>
            <p:nvPr/>
          </p:nvGrpSpPr>
          <p:grpSpPr>
            <a:xfrm>
              <a:off x="7775891" y="2947245"/>
              <a:ext cx="283500" cy="281400"/>
              <a:chOff x="4237000" y="4025275"/>
              <a:chExt cx="283500" cy="281400"/>
            </a:xfrm>
          </p:grpSpPr>
          <p:sp>
            <p:nvSpPr>
              <p:cNvPr id="810" name="Google Shape;810;p68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11" name="Google Shape;811;p68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12" name="Google Shape;812;p68"/>
            <p:cNvGrpSpPr/>
            <p:nvPr/>
          </p:nvGrpSpPr>
          <p:grpSpPr>
            <a:xfrm>
              <a:off x="7775891" y="2642445"/>
              <a:ext cx="283500" cy="281400"/>
              <a:chOff x="4237000" y="4025275"/>
              <a:chExt cx="283500" cy="281400"/>
            </a:xfrm>
          </p:grpSpPr>
          <p:sp>
            <p:nvSpPr>
              <p:cNvPr id="813" name="Google Shape;813;p68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14" name="Google Shape;814;p68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15" name="Google Shape;815;p68"/>
            <p:cNvGrpSpPr/>
            <p:nvPr/>
          </p:nvGrpSpPr>
          <p:grpSpPr>
            <a:xfrm>
              <a:off x="7775891" y="2337645"/>
              <a:ext cx="283500" cy="281400"/>
              <a:chOff x="4237000" y="4025275"/>
              <a:chExt cx="283500" cy="281400"/>
            </a:xfrm>
          </p:grpSpPr>
          <p:sp>
            <p:nvSpPr>
              <p:cNvPr id="816" name="Google Shape;816;p68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17" name="Google Shape;817;p68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18" name="Google Shape;818;p68"/>
          <p:cNvGrpSpPr/>
          <p:nvPr/>
        </p:nvGrpSpPr>
        <p:grpSpPr>
          <a:xfrm>
            <a:off x="8529073" y="2523736"/>
            <a:ext cx="283500" cy="891000"/>
            <a:chOff x="7775891" y="2337645"/>
            <a:chExt cx="283500" cy="891000"/>
          </a:xfrm>
        </p:grpSpPr>
        <p:grpSp>
          <p:nvGrpSpPr>
            <p:cNvPr id="819" name="Google Shape;819;p68"/>
            <p:cNvGrpSpPr/>
            <p:nvPr/>
          </p:nvGrpSpPr>
          <p:grpSpPr>
            <a:xfrm>
              <a:off x="7775891" y="2947245"/>
              <a:ext cx="283500" cy="281400"/>
              <a:chOff x="4237000" y="4025275"/>
              <a:chExt cx="283500" cy="281400"/>
            </a:xfrm>
          </p:grpSpPr>
          <p:sp>
            <p:nvSpPr>
              <p:cNvPr id="820" name="Google Shape;820;p68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21" name="Google Shape;821;p68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22" name="Google Shape;822;p68"/>
            <p:cNvGrpSpPr/>
            <p:nvPr/>
          </p:nvGrpSpPr>
          <p:grpSpPr>
            <a:xfrm>
              <a:off x="7775891" y="2642445"/>
              <a:ext cx="283500" cy="281400"/>
              <a:chOff x="4237000" y="4025275"/>
              <a:chExt cx="283500" cy="281400"/>
            </a:xfrm>
          </p:grpSpPr>
          <p:sp>
            <p:nvSpPr>
              <p:cNvPr id="823" name="Google Shape;823;p68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24" name="Google Shape;824;p68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25" name="Google Shape;825;p68"/>
            <p:cNvGrpSpPr/>
            <p:nvPr/>
          </p:nvGrpSpPr>
          <p:grpSpPr>
            <a:xfrm>
              <a:off x="7775891" y="2337645"/>
              <a:ext cx="283500" cy="281400"/>
              <a:chOff x="4237000" y="4025275"/>
              <a:chExt cx="283500" cy="281400"/>
            </a:xfrm>
          </p:grpSpPr>
          <p:sp>
            <p:nvSpPr>
              <p:cNvPr id="826" name="Google Shape;826;p68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27" name="Google Shape;827;p68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28" name="Google Shape;828;p68"/>
          <p:cNvGrpSpPr/>
          <p:nvPr/>
        </p:nvGrpSpPr>
        <p:grpSpPr>
          <a:xfrm>
            <a:off x="4763990" y="2555627"/>
            <a:ext cx="362100" cy="868539"/>
            <a:chOff x="4326838" y="2555627"/>
            <a:chExt cx="362100" cy="868539"/>
          </a:xfrm>
        </p:grpSpPr>
        <p:grpSp>
          <p:nvGrpSpPr>
            <p:cNvPr id="829" name="Google Shape;829;p68"/>
            <p:cNvGrpSpPr/>
            <p:nvPr/>
          </p:nvGrpSpPr>
          <p:grpSpPr>
            <a:xfrm>
              <a:off x="4326838" y="2849196"/>
              <a:ext cx="362100" cy="281400"/>
              <a:chOff x="6668990" y="3490075"/>
              <a:chExt cx="362100" cy="281400"/>
            </a:xfrm>
          </p:grpSpPr>
          <p:sp>
            <p:nvSpPr>
              <p:cNvPr id="830" name="Google Shape;830;p68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831" name="Google Shape;831;p68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32" name="Google Shape;832;p68"/>
            <p:cNvGrpSpPr/>
            <p:nvPr/>
          </p:nvGrpSpPr>
          <p:grpSpPr>
            <a:xfrm>
              <a:off x="4326838" y="3142766"/>
              <a:ext cx="362100" cy="281400"/>
              <a:chOff x="6668990" y="3490075"/>
              <a:chExt cx="362100" cy="281400"/>
            </a:xfrm>
          </p:grpSpPr>
          <p:sp>
            <p:nvSpPr>
              <p:cNvPr id="833" name="Google Shape;833;p68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834" name="Google Shape;834;p68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35" name="Google Shape;835;p68"/>
            <p:cNvGrpSpPr/>
            <p:nvPr/>
          </p:nvGrpSpPr>
          <p:grpSpPr>
            <a:xfrm>
              <a:off x="4326838" y="2555627"/>
              <a:ext cx="362100" cy="281400"/>
              <a:chOff x="6668990" y="3490075"/>
              <a:chExt cx="362100" cy="281400"/>
            </a:xfrm>
          </p:grpSpPr>
          <p:sp>
            <p:nvSpPr>
              <p:cNvPr id="836" name="Google Shape;836;p68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837" name="Google Shape;837;p68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38" name="Google Shape;838;p68"/>
          <p:cNvGrpSpPr/>
          <p:nvPr/>
        </p:nvGrpSpPr>
        <p:grpSpPr>
          <a:xfrm>
            <a:off x="5198729" y="2849196"/>
            <a:ext cx="2520573" cy="586200"/>
            <a:chOff x="5198729" y="2849196"/>
            <a:chExt cx="2520573" cy="586200"/>
          </a:xfrm>
        </p:grpSpPr>
        <p:grpSp>
          <p:nvGrpSpPr>
            <p:cNvPr id="839" name="Google Shape;839;p68"/>
            <p:cNvGrpSpPr/>
            <p:nvPr/>
          </p:nvGrpSpPr>
          <p:grpSpPr>
            <a:xfrm>
              <a:off x="5198729" y="2860427"/>
              <a:ext cx="362100" cy="574970"/>
              <a:chOff x="4479238" y="3622427"/>
              <a:chExt cx="362100" cy="574970"/>
            </a:xfrm>
          </p:grpSpPr>
          <p:grpSp>
            <p:nvGrpSpPr>
              <p:cNvPr id="840" name="Google Shape;840;p68"/>
              <p:cNvGrpSpPr/>
              <p:nvPr/>
            </p:nvGrpSpPr>
            <p:grpSpPr>
              <a:xfrm>
                <a:off x="4479238" y="3915996"/>
                <a:ext cx="362100" cy="281400"/>
                <a:chOff x="6668990" y="3490075"/>
                <a:chExt cx="362100" cy="281400"/>
              </a:xfrm>
            </p:grpSpPr>
            <p:sp>
              <p:nvSpPr>
                <p:cNvPr id="841" name="Google Shape;841;p68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rgbClr val="D9EAD3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842" name="Google Shape;842;p68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843" name="Google Shape;843;p68"/>
              <p:cNvGrpSpPr/>
              <p:nvPr/>
            </p:nvGrpSpPr>
            <p:grpSpPr>
              <a:xfrm>
                <a:off x="4479238" y="3622427"/>
                <a:ext cx="362100" cy="281400"/>
                <a:chOff x="6668990" y="3490075"/>
                <a:chExt cx="362100" cy="281400"/>
              </a:xfrm>
            </p:grpSpPr>
            <p:sp>
              <p:nvSpPr>
                <p:cNvPr id="844" name="Google Shape;844;p68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rgbClr val="D9EAD3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845" name="Google Shape;845;p68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846" name="Google Shape;846;p68"/>
            <p:cNvGrpSpPr/>
            <p:nvPr/>
          </p:nvGrpSpPr>
          <p:grpSpPr>
            <a:xfrm>
              <a:off x="7357202" y="2849196"/>
              <a:ext cx="362100" cy="574970"/>
              <a:chOff x="4479238" y="3622427"/>
              <a:chExt cx="362100" cy="574970"/>
            </a:xfrm>
          </p:grpSpPr>
          <p:grpSp>
            <p:nvGrpSpPr>
              <p:cNvPr id="847" name="Google Shape;847;p68"/>
              <p:cNvGrpSpPr/>
              <p:nvPr/>
            </p:nvGrpSpPr>
            <p:grpSpPr>
              <a:xfrm>
                <a:off x="4479238" y="3915996"/>
                <a:ext cx="362100" cy="281400"/>
                <a:chOff x="6668990" y="3490075"/>
                <a:chExt cx="362100" cy="281400"/>
              </a:xfrm>
            </p:grpSpPr>
            <p:sp>
              <p:nvSpPr>
                <p:cNvPr id="848" name="Google Shape;848;p68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rgbClr val="D9EAD3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849" name="Google Shape;849;p68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850" name="Google Shape;850;p68"/>
              <p:cNvGrpSpPr/>
              <p:nvPr/>
            </p:nvGrpSpPr>
            <p:grpSpPr>
              <a:xfrm>
                <a:off x="4479238" y="3622427"/>
                <a:ext cx="362100" cy="281400"/>
                <a:chOff x="6668990" y="3490075"/>
                <a:chExt cx="362100" cy="281400"/>
              </a:xfrm>
            </p:grpSpPr>
            <p:sp>
              <p:nvSpPr>
                <p:cNvPr id="851" name="Google Shape;851;p68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rgbClr val="D9EAD3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852" name="Google Shape;852;p68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aphicFrame>
        <p:nvGraphicFramePr>
          <p:cNvPr id="853" name="Google Shape;853;p68"/>
          <p:cNvGraphicFramePr/>
          <p:nvPr/>
        </p:nvGraphicFramePr>
        <p:xfrm>
          <a:off x="17459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54" name="Google Shape;854;p68"/>
          <p:cNvGraphicFramePr/>
          <p:nvPr/>
        </p:nvGraphicFramePr>
        <p:xfrm>
          <a:off x="17459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55" name="Google Shape;855;p68"/>
          <p:cNvGrpSpPr/>
          <p:nvPr/>
        </p:nvGrpSpPr>
        <p:grpSpPr>
          <a:xfrm>
            <a:off x="5600121" y="2863956"/>
            <a:ext cx="1681306" cy="563850"/>
            <a:chOff x="5600121" y="2863956"/>
            <a:chExt cx="1681306" cy="563850"/>
          </a:xfrm>
        </p:grpSpPr>
        <p:grpSp>
          <p:nvGrpSpPr>
            <p:cNvPr id="856" name="Google Shape;856;p68"/>
            <p:cNvGrpSpPr/>
            <p:nvPr/>
          </p:nvGrpSpPr>
          <p:grpSpPr>
            <a:xfrm>
              <a:off x="5600121" y="2863956"/>
              <a:ext cx="352215" cy="563850"/>
              <a:chOff x="5645043" y="3995725"/>
              <a:chExt cx="352215" cy="563850"/>
            </a:xfrm>
          </p:grpSpPr>
          <p:grpSp>
            <p:nvGrpSpPr>
              <p:cNvPr id="857" name="Google Shape;857;p68"/>
              <p:cNvGrpSpPr/>
              <p:nvPr/>
            </p:nvGrpSpPr>
            <p:grpSpPr>
              <a:xfrm>
                <a:off x="5645043" y="4278065"/>
                <a:ext cx="352215" cy="281510"/>
                <a:chOff x="6364551" y="1728591"/>
                <a:chExt cx="403500" cy="322500"/>
              </a:xfrm>
            </p:grpSpPr>
            <p:sp>
              <p:nvSpPr>
                <p:cNvPr id="858" name="Google Shape;858;p68"/>
                <p:cNvSpPr/>
                <p:nvPr/>
              </p:nvSpPr>
              <p:spPr>
                <a:xfrm>
                  <a:off x="6364551" y="1728591"/>
                  <a:ext cx="403500" cy="3225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-x&quot;&gt;&lt;mo&gt;−&lt;/mo&gt;&lt;mi&gt;x&lt;/mi&gt;&lt;/math&gt;" id="859" name="Google Shape;859;p68" title="negative x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6380426" y="1819360"/>
                  <a:ext cx="358002" cy="1432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860" name="Google Shape;860;p68"/>
              <p:cNvGrpSpPr/>
              <p:nvPr/>
            </p:nvGrpSpPr>
            <p:grpSpPr>
              <a:xfrm>
                <a:off x="5645043" y="3995725"/>
                <a:ext cx="352215" cy="281510"/>
                <a:chOff x="6364551" y="1728591"/>
                <a:chExt cx="403500" cy="322500"/>
              </a:xfrm>
            </p:grpSpPr>
            <p:sp>
              <p:nvSpPr>
                <p:cNvPr id="861" name="Google Shape;861;p68"/>
                <p:cNvSpPr/>
                <p:nvPr/>
              </p:nvSpPr>
              <p:spPr>
                <a:xfrm>
                  <a:off x="6364551" y="1728591"/>
                  <a:ext cx="403500" cy="3225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-x&quot;&gt;&lt;mo&gt;−&lt;/mo&gt;&lt;mi&gt;x&lt;/mi&gt;&lt;/math&gt;" id="862" name="Google Shape;862;p68" title="negative x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6380426" y="1819360"/>
                  <a:ext cx="358002" cy="1432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863" name="Google Shape;863;p68"/>
            <p:cNvGrpSpPr/>
            <p:nvPr/>
          </p:nvGrpSpPr>
          <p:grpSpPr>
            <a:xfrm>
              <a:off x="6929212" y="2863956"/>
              <a:ext cx="352215" cy="563850"/>
              <a:chOff x="5645043" y="3995725"/>
              <a:chExt cx="352215" cy="563850"/>
            </a:xfrm>
          </p:grpSpPr>
          <p:grpSp>
            <p:nvGrpSpPr>
              <p:cNvPr id="864" name="Google Shape;864;p68"/>
              <p:cNvGrpSpPr/>
              <p:nvPr/>
            </p:nvGrpSpPr>
            <p:grpSpPr>
              <a:xfrm>
                <a:off x="5645043" y="4278065"/>
                <a:ext cx="352215" cy="281510"/>
                <a:chOff x="6364551" y="1728591"/>
                <a:chExt cx="403500" cy="322500"/>
              </a:xfrm>
            </p:grpSpPr>
            <p:sp>
              <p:nvSpPr>
                <p:cNvPr id="865" name="Google Shape;865;p68"/>
                <p:cNvSpPr/>
                <p:nvPr/>
              </p:nvSpPr>
              <p:spPr>
                <a:xfrm>
                  <a:off x="6364551" y="1728591"/>
                  <a:ext cx="403500" cy="3225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-x&quot;&gt;&lt;mo&gt;−&lt;/mo&gt;&lt;mi&gt;x&lt;/mi&gt;&lt;/math&gt;" id="866" name="Google Shape;866;p68" title="negative x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6380426" y="1819360"/>
                  <a:ext cx="358002" cy="1432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867" name="Google Shape;867;p68"/>
              <p:cNvGrpSpPr/>
              <p:nvPr/>
            </p:nvGrpSpPr>
            <p:grpSpPr>
              <a:xfrm>
                <a:off x="5645043" y="3995725"/>
                <a:ext cx="352215" cy="281510"/>
                <a:chOff x="6364551" y="1728591"/>
                <a:chExt cx="403500" cy="322500"/>
              </a:xfrm>
            </p:grpSpPr>
            <p:sp>
              <p:nvSpPr>
                <p:cNvPr id="868" name="Google Shape;868;p68"/>
                <p:cNvSpPr/>
                <p:nvPr/>
              </p:nvSpPr>
              <p:spPr>
                <a:xfrm>
                  <a:off x="6364551" y="1728591"/>
                  <a:ext cx="403500" cy="3225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-x&quot;&gt;&lt;mo&gt;−&lt;/mo&gt;&lt;mi&gt;x&lt;/mi&gt;&lt;/math&gt;" id="869" name="Google Shape;869;p68" title="negative x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6380426" y="1819360"/>
                  <a:ext cx="358002" cy="1432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aphicFrame>
        <p:nvGraphicFramePr>
          <p:cNvPr id="870" name="Google Shape;870;p68"/>
          <p:cNvGraphicFramePr/>
          <p:nvPr/>
        </p:nvGraphicFramePr>
        <p:xfrm>
          <a:off x="17459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1" name="Google Shape;871;p68"/>
          <p:cNvSpPr txBox="1"/>
          <p:nvPr>
            <p:ph idx="1" type="body"/>
          </p:nvPr>
        </p:nvSpPr>
        <p:spPr>
          <a:xfrm>
            <a:off x="324000" y="759300"/>
            <a:ext cx="84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equation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𝑥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 = 2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𝑥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+ 10</a:t>
            </a:r>
            <a:r>
              <a:rPr lang="en-GB"/>
              <a:t> </a:t>
            </a:r>
            <a:r>
              <a:rPr lang="en-GB"/>
              <a:t>contains</a:t>
            </a:r>
            <a:r>
              <a:rPr lang="en-GB"/>
              <a:t> an </a:t>
            </a:r>
            <a:r>
              <a:rPr lang="en-GB">
                <a:solidFill>
                  <a:schemeClr val="accent4"/>
                </a:solidFill>
              </a:rPr>
              <a:t>unknown</a:t>
            </a:r>
            <a:r>
              <a:rPr lang="en-GB"/>
              <a:t> on both sides. Let’s visualise the solution using pan scales.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equations with unknowns on both sides </a:t>
            </a:r>
            <a:endParaRPr/>
          </a:p>
        </p:txBody>
      </p:sp>
      <p:grpSp>
        <p:nvGrpSpPr>
          <p:cNvPr id="877" name="Google Shape;877;p69"/>
          <p:cNvGrpSpPr/>
          <p:nvPr/>
        </p:nvGrpSpPr>
        <p:grpSpPr>
          <a:xfrm>
            <a:off x="4570748" y="1805241"/>
            <a:ext cx="4246593" cy="2507834"/>
            <a:chOff x="3679000" y="1380975"/>
            <a:chExt cx="4343896" cy="2543700"/>
          </a:xfrm>
        </p:grpSpPr>
        <p:sp>
          <p:nvSpPr>
            <p:cNvPr id="878" name="Google Shape;878;p69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79" name="Google Shape;879;p69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80" name="Google Shape;880;p69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81" name="Google Shape;881;p69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82" name="Google Shape;882;p69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83" name="Google Shape;883;p69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84" name="Google Shape;884;p69"/>
          <p:cNvGrpSpPr/>
          <p:nvPr/>
        </p:nvGrpSpPr>
        <p:grpSpPr>
          <a:xfrm>
            <a:off x="6003243" y="2230166"/>
            <a:ext cx="2072204" cy="1184570"/>
            <a:chOff x="6003243" y="2230166"/>
            <a:chExt cx="2072204" cy="1184570"/>
          </a:xfrm>
        </p:grpSpPr>
        <p:grpSp>
          <p:nvGrpSpPr>
            <p:cNvPr id="885" name="Google Shape;885;p69"/>
            <p:cNvGrpSpPr/>
            <p:nvPr/>
          </p:nvGrpSpPr>
          <p:grpSpPr>
            <a:xfrm>
              <a:off x="7791946" y="2230166"/>
              <a:ext cx="283500" cy="281400"/>
              <a:chOff x="4237000" y="4025275"/>
              <a:chExt cx="283500" cy="281400"/>
            </a:xfrm>
          </p:grpSpPr>
          <p:sp>
            <p:nvSpPr>
              <p:cNvPr id="886" name="Google Shape;886;p69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87" name="Google Shape;887;p69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88" name="Google Shape;888;p69"/>
            <p:cNvGrpSpPr/>
            <p:nvPr/>
          </p:nvGrpSpPr>
          <p:grpSpPr>
            <a:xfrm>
              <a:off x="6003243" y="3133336"/>
              <a:ext cx="283500" cy="281400"/>
              <a:chOff x="4237000" y="4025275"/>
              <a:chExt cx="283500" cy="281400"/>
            </a:xfrm>
          </p:grpSpPr>
          <p:sp>
            <p:nvSpPr>
              <p:cNvPr id="889" name="Google Shape;889;p69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90" name="Google Shape;890;p69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91" name="Google Shape;891;p69"/>
          <p:cNvGrpSpPr/>
          <p:nvPr/>
        </p:nvGrpSpPr>
        <p:grpSpPr>
          <a:xfrm>
            <a:off x="7789534" y="3133336"/>
            <a:ext cx="283500" cy="281400"/>
            <a:chOff x="4237000" y="4025275"/>
            <a:chExt cx="283500" cy="281400"/>
          </a:xfrm>
        </p:grpSpPr>
        <p:sp>
          <p:nvSpPr>
            <p:cNvPr id="892" name="Google Shape;892;p69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893" name="Google Shape;893;p69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4" name="Google Shape;894;p69"/>
          <p:cNvGrpSpPr/>
          <p:nvPr/>
        </p:nvGrpSpPr>
        <p:grpSpPr>
          <a:xfrm>
            <a:off x="8159304" y="3133336"/>
            <a:ext cx="283500" cy="281400"/>
            <a:chOff x="4237000" y="4025275"/>
            <a:chExt cx="283500" cy="281400"/>
          </a:xfrm>
        </p:grpSpPr>
        <p:sp>
          <p:nvSpPr>
            <p:cNvPr id="895" name="Google Shape;895;p69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896" name="Google Shape;896;p69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7" name="Google Shape;897;p69"/>
          <p:cNvGrpSpPr/>
          <p:nvPr/>
        </p:nvGrpSpPr>
        <p:grpSpPr>
          <a:xfrm>
            <a:off x="8529073" y="3133336"/>
            <a:ext cx="283500" cy="281400"/>
            <a:chOff x="4237000" y="4025275"/>
            <a:chExt cx="283500" cy="281400"/>
          </a:xfrm>
        </p:grpSpPr>
        <p:sp>
          <p:nvSpPr>
            <p:cNvPr id="898" name="Google Shape;898;p69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899" name="Google Shape;899;p69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0" name="Google Shape;900;p69"/>
          <p:cNvGrpSpPr/>
          <p:nvPr/>
        </p:nvGrpSpPr>
        <p:grpSpPr>
          <a:xfrm>
            <a:off x="4763990" y="2828536"/>
            <a:ext cx="4048584" cy="302061"/>
            <a:chOff x="4763990" y="2828536"/>
            <a:chExt cx="4048584" cy="302061"/>
          </a:xfrm>
        </p:grpSpPr>
        <p:grpSp>
          <p:nvGrpSpPr>
            <p:cNvPr id="901" name="Google Shape;901;p69"/>
            <p:cNvGrpSpPr/>
            <p:nvPr/>
          </p:nvGrpSpPr>
          <p:grpSpPr>
            <a:xfrm>
              <a:off x="7789534" y="2828536"/>
              <a:ext cx="283500" cy="281400"/>
              <a:chOff x="4237000" y="4025275"/>
              <a:chExt cx="283500" cy="281400"/>
            </a:xfrm>
          </p:grpSpPr>
          <p:sp>
            <p:nvSpPr>
              <p:cNvPr id="902" name="Google Shape;902;p69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903" name="Google Shape;903;p69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04" name="Google Shape;904;p69"/>
            <p:cNvGrpSpPr/>
            <p:nvPr/>
          </p:nvGrpSpPr>
          <p:grpSpPr>
            <a:xfrm>
              <a:off x="8159304" y="2828536"/>
              <a:ext cx="283500" cy="281400"/>
              <a:chOff x="4237000" y="4025275"/>
              <a:chExt cx="283500" cy="281400"/>
            </a:xfrm>
          </p:grpSpPr>
          <p:sp>
            <p:nvSpPr>
              <p:cNvPr id="905" name="Google Shape;905;p69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906" name="Google Shape;906;p69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07" name="Google Shape;907;p69"/>
            <p:cNvGrpSpPr/>
            <p:nvPr/>
          </p:nvGrpSpPr>
          <p:grpSpPr>
            <a:xfrm>
              <a:off x="8529073" y="2828536"/>
              <a:ext cx="283500" cy="281400"/>
              <a:chOff x="4237000" y="4025275"/>
              <a:chExt cx="283500" cy="281400"/>
            </a:xfrm>
          </p:grpSpPr>
          <p:sp>
            <p:nvSpPr>
              <p:cNvPr id="908" name="Google Shape;908;p69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909" name="Google Shape;909;p69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10" name="Google Shape;910;p69"/>
            <p:cNvGrpSpPr/>
            <p:nvPr/>
          </p:nvGrpSpPr>
          <p:grpSpPr>
            <a:xfrm>
              <a:off x="4763990" y="2849196"/>
              <a:ext cx="362100" cy="281400"/>
              <a:chOff x="6668990" y="3490075"/>
              <a:chExt cx="362100" cy="281400"/>
            </a:xfrm>
          </p:grpSpPr>
          <p:sp>
            <p:nvSpPr>
              <p:cNvPr id="911" name="Google Shape;911;p69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912" name="Google Shape;912;p69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913" name="Google Shape;913;p69"/>
          <p:cNvGrpSpPr/>
          <p:nvPr/>
        </p:nvGrpSpPr>
        <p:grpSpPr>
          <a:xfrm>
            <a:off x="4763990" y="3142766"/>
            <a:ext cx="362100" cy="281400"/>
            <a:chOff x="6668990" y="3490075"/>
            <a:chExt cx="362100" cy="281400"/>
          </a:xfrm>
        </p:grpSpPr>
        <p:sp>
          <p:nvSpPr>
            <p:cNvPr id="914" name="Google Shape;914;p69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915" name="Google Shape;915;p69" title="x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6" name="Google Shape;916;p69"/>
          <p:cNvGrpSpPr/>
          <p:nvPr/>
        </p:nvGrpSpPr>
        <p:grpSpPr>
          <a:xfrm>
            <a:off x="4763990" y="2523736"/>
            <a:ext cx="4048584" cy="313291"/>
            <a:chOff x="4763990" y="2523736"/>
            <a:chExt cx="4048584" cy="313291"/>
          </a:xfrm>
        </p:grpSpPr>
        <p:grpSp>
          <p:nvGrpSpPr>
            <p:cNvPr id="917" name="Google Shape;917;p69"/>
            <p:cNvGrpSpPr/>
            <p:nvPr/>
          </p:nvGrpSpPr>
          <p:grpSpPr>
            <a:xfrm>
              <a:off x="7789534" y="2523736"/>
              <a:ext cx="283500" cy="281400"/>
              <a:chOff x="4237000" y="4025275"/>
              <a:chExt cx="283500" cy="281400"/>
            </a:xfrm>
          </p:grpSpPr>
          <p:sp>
            <p:nvSpPr>
              <p:cNvPr id="918" name="Google Shape;918;p69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919" name="Google Shape;919;p69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20" name="Google Shape;920;p69"/>
            <p:cNvGrpSpPr/>
            <p:nvPr/>
          </p:nvGrpSpPr>
          <p:grpSpPr>
            <a:xfrm>
              <a:off x="8159304" y="2523736"/>
              <a:ext cx="283500" cy="281400"/>
              <a:chOff x="4237000" y="4025275"/>
              <a:chExt cx="283500" cy="281400"/>
            </a:xfrm>
          </p:grpSpPr>
          <p:sp>
            <p:nvSpPr>
              <p:cNvPr id="921" name="Google Shape;921;p69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922" name="Google Shape;922;p69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23" name="Google Shape;923;p69"/>
            <p:cNvGrpSpPr/>
            <p:nvPr/>
          </p:nvGrpSpPr>
          <p:grpSpPr>
            <a:xfrm>
              <a:off x="8529073" y="2523736"/>
              <a:ext cx="283500" cy="281400"/>
              <a:chOff x="4237000" y="4025275"/>
              <a:chExt cx="283500" cy="281400"/>
            </a:xfrm>
          </p:grpSpPr>
          <p:sp>
            <p:nvSpPr>
              <p:cNvPr id="924" name="Google Shape;924;p69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925" name="Google Shape;925;p69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26" name="Google Shape;926;p69"/>
            <p:cNvGrpSpPr/>
            <p:nvPr/>
          </p:nvGrpSpPr>
          <p:grpSpPr>
            <a:xfrm>
              <a:off x="4763990" y="2555627"/>
              <a:ext cx="362100" cy="281400"/>
              <a:chOff x="6668990" y="3490075"/>
              <a:chExt cx="362100" cy="281400"/>
            </a:xfrm>
          </p:grpSpPr>
          <p:sp>
            <p:nvSpPr>
              <p:cNvPr id="927" name="Google Shape;927;p69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928" name="Google Shape;928;p69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aphicFrame>
        <p:nvGraphicFramePr>
          <p:cNvPr id="929" name="Google Shape;929;p69"/>
          <p:cNvGraphicFramePr/>
          <p:nvPr/>
        </p:nvGraphicFramePr>
        <p:xfrm>
          <a:off x="17459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30" name="Google Shape;930;p69"/>
          <p:cNvGrpSpPr/>
          <p:nvPr/>
        </p:nvGrpSpPr>
        <p:grpSpPr>
          <a:xfrm>
            <a:off x="5638557" y="2227218"/>
            <a:ext cx="2804814" cy="1186807"/>
            <a:chOff x="5638557" y="2227218"/>
            <a:chExt cx="2804814" cy="1186807"/>
          </a:xfrm>
        </p:grpSpPr>
        <p:grpSp>
          <p:nvGrpSpPr>
            <p:cNvPr id="931" name="Google Shape;931;p69"/>
            <p:cNvGrpSpPr/>
            <p:nvPr/>
          </p:nvGrpSpPr>
          <p:grpSpPr>
            <a:xfrm>
              <a:off x="5638557" y="3130387"/>
              <a:ext cx="290214" cy="283638"/>
              <a:chOff x="3801148" y="1460200"/>
              <a:chExt cx="332471" cy="324900"/>
            </a:xfrm>
          </p:grpSpPr>
          <p:sp>
            <p:nvSpPr>
              <p:cNvPr id="932" name="Google Shape;932;p69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933" name="Google Shape;933;p69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34" name="Google Shape;934;p69"/>
            <p:cNvGrpSpPr/>
            <p:nvPr/>
          </p:nvGrpSpPr>
          <p:grpSpPr>
            <a:xfrm>
              <a:off x="8153157" y="2227218"/>
              <a:ext cx="290214" cy="283638"/>
              <a:chOff x="3801148" y="1460200"/>
              <a:chExt cx="332471" cy="324900"/>
            </a:xfrm>
          </p:grpSpPr>
          <p:sp>
            <p:nvSpPr>
              <p:cNvPr id="935" name="Google Shape;935;p69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936" name="Google Shape;936;p69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aphicFrame>
        <p:nvGraphicFramePr>
          <p:cNvPr id="937" name="Google Shape;937;p69"/>
          <p:cNvGraphicFramePr/>
          <p:nvPr/>
        </p:nvGraphicFramePr>
        <p:xfrm>
          <a:off x="17459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i="1"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8" name="Google Shape;938;p69"/>
          <p:cNvGraphicFramePr/>
          <p:nvPr/>
        </p:nvGraphicFramePr>
        <p:xfrm>
          <a:off x="17459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i="1"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9" name="Google Shape;939;p69"/>
          <p:cNvGraphicFramePr/>
          <p:nvPr/>
        </p:nvGraphicFramePr>
        <p:xfrm>
          <a:off x="17459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i="1"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0" name="Google Shape;940;p69"/>
          <p:cNvSpPr txBox="1"/>
          <p:nvPr>
            <p:ph idx="1" type="body"/>
          </p:nvPr>
        </p:nvSpPr>
        <p:spPr>
          <a:xfrm>
            <a:off x="324000" y="759300"/>
            <a:ext cx="84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equation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𝑥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 = 2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𝑥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+ 10</a:t>
            </a:r>
            <a:r>
              <a:rPr lang="en-GB"/>
              <a:t> contains an </a:t>
            </a:r>
            <a:r>
              <a:rPr lang="en-GB">
                <a:solidFill>
                  <a:schemeClr val="accent4"/>
                </a:solidFill>
              </a:rPr>
              <a:t>unknown</a:t>
            </a:r>
            <a:r>
              <a:rPr lang="en-GB"/>
              <a:t> on both sides. Let’s visualise the solution using pan scales.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70"/>
          <p:cNvSpPr txBox="1"/>
          <p:nvPr>
            <p:ph idx="1" type="body"/>
          </p:nvPr>
        </p:nvSpPr>
        <p:spPr>
          <a:xfrm>
            <a:off x="324000" y="759300"/>
            <a:ext cx="84756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</a:t>
            </a:r>
            <a:r>
              <a:rPr lang="en-GB"/>
              <a:t>study the steps in our solution in more detail.</a:t>
            </a:r>
            <a:endParaRPr/>
          </a:p>
        </p:txBody>
      </p:sp>
      <p:sp>
        <p:nvSpPr>
          <p:cNvPr id="946" name="Google Shape;946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equations with unknowns on both sides </a:t>
            </a:r>
            <a:endParaRPr/>
          </a:p>
        </p:txBody>
      </p:sp>
      <p:graphicFrame>
        <p:nvGraphicFramePr>
          <p:cNvPr id="947" name="Google Shape;947;p70"/>
          <p:cNvGraphicFramePr/>
          <p:nvPr/>
        </p:nvGraphicFramePr>
        <p:xfrm>
          <a:off x="17459" y="1695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i="1"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8" name="Google Shape;948;p70"/>
          <p:cNvSpPr txBox="1"/>
          <p:nvPr>
            <p:ph idx="1" type="body"/>
          </p:nvPr>
        </p:nvSpPr>
        <p:spPr>
          <a:xfrm>
            <a:off x="5048400" y="2438112"/>
            <a:ext cx="3751200" cy="94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</a:t>
            </a:r>
            <a:r>
              <a:rPr lang="en-GB" sz="2000"/>
              <a:t>e manipulated the equation to have the unknowns on only one side.</a:t>
            </a:r>
            <a:endParaRPr sz="2000"/>
          </a:p>
        </p:txBody>
      </p:sp>
      <p:sp>
        <p:nvSpPr>
          <p:cNvPr id="949" name="Google Shape;949;p70"/>
          <p:cNvSpPr txBox="1"/>
          <p:nvPr>
            <p:ph idx="1" type="body"/>
          </p:nvPr>
        </p:nvSpPr>
        <p:spPr>
          <a:xfrm>
            <a:off x="5048400" y="1619961"/>
            <a:ext cx="34479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started with unknowns on both sides.</a:t>
            </a:r>
            <a:endParaRPr sz="2000"/>
          </a:p>
        </p:txBody>
      </p:sp>
      <p:grpSp>
        <p:nvGrpSpPr>
          <p:cNvPr id="950" name="Google Shape;950;p70"/>
          <p:cNvGrpSpPr/>
          <p:nvPr/>
        </p:nvGrpSpPr>
        <p:grpSpPr>
          <a:xfrm>
            <a:off x="900676" y="1678670"/>
            <a:ext cx="4147724" cy="509700"/>
            <a:chOff x="900676" y="1678670"/>
            <a:chExt cx="4147724" cy="509700"/>
          </a:xfrm>
        </p:grpSpPr>
        <p:sp>
          <p:nvSpPr>
            <p:cNvPr id="951" name="Google Shape;951;p70"/>
            <p:cNvSpPr/>
            <p:nvPr/>
          </p:nvSpPr>
          <p:spPr>
            <a:xfrm>
              <a:off x="900676" y="1678670"/>
              <a:ext cx="3391500" cy="5097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52" name="Google Shape;952;p70"/>
            <p:cNvCxnSpPr>
              <a:stCxn id="949" idx="1"/>
              <a:endCxn id="951" idx="6"/>
            </p:cNvCxnSpPr>
            <p:nvPr/>
          </p:nvCxnSpPr>
          <p:spPr>
            <a:xfrm flipH="1">
              <a:off x="4292100" y="1926711"/>
              <a:ext cx="756300" cy="69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53" name="Google Shape;953;p70"/>
          <p:cNvGrpSpPr/>
          <p:nvPr/>
        </p:nvGrpSpPr>
        <p:grpSpPr>
          <a:xfrm>
            <a:off x="943184" y="2581845"/>
            <a:ext cx="4105216" cy="509700"/>
            <a:chOff x="943184" y="2581845"/>
            <a:chExt cx="4105216" cy="509700"/>
          </a:xfrm>
        </p:grpSpPr>
        <p:sp>
          <p:nvSpPr>
            <p:cNvPr id="954" name="Google Shape;954;p70"/>
            <p:cNvSpPr/>
            <p:nvPr/>
          </p:nvSpPr>
          <p:spPr>
            <a:xfrm>
              <a:off x="943184" y="2581845"/>
              <a:ext cx="2672700" cy="5097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55" name="Google Shape;955;p70"/>
            <p:cNvCxnSpPr>
              <a:stCxn id="948" idx="1"/>
              <a:endCxn id="954" idx="6"/>
            </p:cNvCxnSpPr>
            <p:nvPr/>
          </p:nvCxnSpPr>
          <p:spPr>
            <a:xfrm rot="10800000">
              <a:off x="3615900" y="2836812"/>
              <a:ext cx="1432500" cy="714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956" name="Google Shape;956;p70"/>
          <p:cNvSpPr txBox="1"/>
          <p:nvPr>
            <p:ph idx="1" type="body"/>
          </p:nvPr>
        </p:nvSpPr>
        <p:spPr>
          <a:xfrm>
            <a:off x="5048400" y="3686101"/>
            <a:ext cx="3751200" cy="31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Then we isolate</a:t>
            </a:r>
            <a:r>
              <a:rPr lang="en-GB" sz="2000"/>
              <a:t> the unknown.</a:t>
            </a:r>
            <a:endParaRPr sz="2000"/>
          </a:p>
        </p:txBody>
      </p:sp>
      <p:grpSp>
        <p:nvGrpSpPr>
          <p:cNvPr id="957" name="Google Shape;957;p70"/>
          <p:cNvGrpSpPr/>
          <p:nvPr/>
        </p:nvGrpSpPr>
        <p:grpSpPr>
          <a:xfrm>
            <a:off x="1467430" y="3507480"/>
            <a:ext cx="3580970" cy="509700"/>
            <a:chOff x="1467430" y="3507480"/>
            <a:chExt cx="3580970" cy="509700"/>
          </a:xfrm>
        </p:grpSpPr>
        <p:sp>
          <p:nvSpPr>
            <p:cNvPr id="958" name="Google Shape;958;p70"/>
            <p:cNvSpPr/>
            <p:nvPr/>
          </p:nvSpPr>
          <p:spPr>
            <a:xfrm>
              <a:off x="1467430" y="3507480"/>
              <a:ext cx="1821300" cy="5097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59" name="Google Shape;959;p70"/>
            <p:cNvCxnSpPr>
              <a:stCxn id="956" idx="1"/>
              <a:endCxn id="958" idx="6"/>
            </p:cNvCxnSpPr>
            <p:nvPr/>
          </p:nvCxnSpPr>
          <p:spPr>
            <a:xfrm rot="10800000">
              <a:off x="3288600" y="3762451"/>
              <a:ext cx="1759800" cy="83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71"/>
          <p:cNvSpPr txBox="1"/>
          <p:nvPr>
            <p:ph idx="1" type="body"/>
          </p:nvPr>
        </p:nvSpPr>
        <p:spPr>
          <a:xfrm>
            <a:off x="324000" y="759300"/>
            <a:ext cx="71352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represent the solving of this same equation using a bar model.</a:t>
            </a:r>
            <a:endParaRPr/>
          </a:p>
        </p:txBody>
      </p:sp>
      <p:sp>
        <p:nvSpPr>
          <p:cNvPr id="965" name="Google Shape;965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equations with unknowns on both sides </a:t>
            </a:r>
            <a:endParaRPr/>
          </a:p>
        </p:txBody>
      </p:sp>
      <p:graphicFrame>
        <p:nvGraphicFramePr>
          <p:cNvPr id="966" name="Google Shape;966;p71"/>
          <p:cNvGraphicFramePr/>
          <p:nvPr/>
        </p:nvGraphicFramePr>
        <p:xfrm>
          <a:off x="17459" y="1695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i="1"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67" name="Google Shape;967;p71"/>
          <p:cNvGrpSpPr/>
          <p:nvPr/>
        </p:nvGrpSpPr>
        <p:grpSpPr>
          <a:xfrm>
            <a:off x="5171921" y="1521570"/>
            <a:ext cx="3434438" cy="768600"/>
            <a:chOff x="5171921" y="1597770"/>
            <a:chExt cx="3434438" cy="768600"/>
          </a:xfrm>
        </p:grpSpPr>
        <p:sp>
          <p:nvSpPr>
            <p:cNvPr id="968" name="Google Shape;968;p71"/>
            <p:cNvSpPr/>
            <p:nvPr/>
          </p:nvSpPr>
          <p:spPr>
            <a:xfrm>
              <a:off x="7886209" y="1597770"/>
              <a:ext cx="72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9" name="Google Shape;969;p71"/>
            <p:cNvSpPr/>
            <p:nvPr/>
          </p:nvSpPr>
          <p:spPr>
            <a:xfrm>
              <a:off x="5171921" y="159777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0" name="Google Shape;970;p71"/>
            <p:cNvSpPr/>
            <p:nvPr/>
          </p:nvSpPr>
          <p:spPr>
            <a:xfrm>
              <a:off x="5715221" y="159777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1" name="Google Shape;971;p71"/>
            <p:cNvSpPr/>
            <p:nvPr/>
          </p:nvSpPr>
          <p:spPr>
            <a:xfrm>
              <a:off x="6257909" y="159777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2" name="Google Shape;972;p71"/>
            <p:cNvSpPr/>
            <p:nvPr/>
          </p:nvSpPr>
          <p:spPr>
            <a:xfrm>
              <a:off x="6805359" y="159777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3" name="Google Shape;973;p71"/>
            <p:cNvSpPr/>
            <p:nvPr/>
          </p:nvSpPr>
          <p:spPr>
            <a:xfrm>
              <a:off x="5171921" y="197877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4" name="Google Shape;974;p71"/>
            <p:cNvSpPr/>
            <p:nvPr/>
          </p:nvSpPr>
          <p:spPr>
            <a:xfrm>
              <a:off x="5715221" y="197877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5" name="Google Shape;975;p71"/>
            <p:cNvSpPr/>
            <p:nvPr/>
          </p:nvSpPr>
          <p:spPr>
            <a:xfrm>
              <a:off x="6243859" y="1978770"/>
              <a:ext cx="23625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6" name="Google Shape;976;p71"/>
            <p:cNvSpPr/>
            <p:nvPr/>
          </p:nvSpPr>
          <p:spPr>
            <a:xfrm>
              <a:off x="7338759" y="159777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77" name="Google Shape;977;p71"/>
          <p:cNvGrpSpPr/>
          <p:nvPr/>
        </p:nvGrpSpPr>
        <p:grpSpPr>
          <a:xfrm>
            <a:off x="884621" y="1678670"/>
            <a:ext cx="4147800" cy="509700"/>
            <a:chOff x="900676" y="1678670"/>
            <a:chExt cx="4147800" cy="509700"/>
          </a:xfrm>
        </p:grpSpPr>
        <p:sp>
          <p:nvSpPr>
            <p:cNvPr id="978" name="Google Shape;978;p71"/>
            <p:cNvSpPr/>
            <p:nvPr/>
          </p:nvSpPr>
          <p:spPr>
            <a:xfrm>
              <a:off x="900676" y="1678670"/>
              <a:ext cx="3391500" cy="5097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79" name="Google Shape;979;p71"/>
            <p:cNvCxnSpPr>
              <a:endCxn id="978" idx="6"/>
            </p:cNvCxnSpPr>
            <p:nvPr/>
          </p:nvCxnSpPr>
          <p:spPr>
            <a:xfrm flipH="1">
              <a:off x="4292176" y="1926620"/>
              <a:ext cx="756300" cy="69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980" name="Google Shape;980;p71"/>
          <p:cNvCxnSpPr/>
          <p:nvPr/>
        </p:nvCxnSpPr>
        <p:spPr>
          <a:xfrm>
            <a:off x="6256171" y="1209918"/>
            <a:ext cx="1500" cy="15573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981" name="Google Shape;981;p71"/>
          <p:cNvGrpSpPr/>
          <p:nvPr/>
        </p:nvGrpSpPr>
        <p:grpSpPr>
          <a:xfrm>
            <a:off x="6243859" y="3041577"/>
            <a:ext cx="2362500" cy="768600"/>
            <a:chOff x="6243859" y="3193977"/>
            <a:chExt cx="2362500" cy="768600"/>
          </a:xfrm>
        </p:grpSpPr>
        <p:sp>
          <p:nvSpPr>
            <p:cNvPr id="982" name="Google Shape;982;p71"/>
            <p:cNvSpPr/>
            <p:nvPr/>
          </p:nvSpPr>
          <p:spPr>
            <a:xfrm>
              <a:off x="7886209" y="3193977"/>
              <a:ext cx="72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3" name="Google Shape;983;p71"/>
            <p:cNvSpPr/>
            <p:nvPr/>
          </p:nvSpPr>
          <p:spPr>
            <a:xfrm>
              <a:off x="6257909" y="3193977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4" name="Google Shape;984;p71"/>
            <p:cNvSpPr/>
            <p:nvPr/>
          </p:nvSpPr>
          <p:spPr>
            <a:xfrm>
              <a:off x="6805359" y="3193977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5" name="Google Shape;985;p71"/>
            <p:cNvSpPr/>
            <p:nvPr/>
          </p:nvSpPr>
          <p:spPr>
            <a:xfrm>
              <a:off x="6243859" y="3574977"/>
              <a:ext cx="23625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6" name="Google Shape;986;p71"/>
            <p:cNvSpPr/>
            <p:nvPr/>
          </p:nvSpPr>
          <p:spPr>
            <a:xfrm>
              <a:off x="7338759" y="3193977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87" name="Google Shape;987;p71"/>
          <p:cNvSpPr/>
          <p:nvPr/>
        </p:nvSpPr>
        <p:spPr>
          <a:xfrm>
            <a:off x="6728934" y="2627804"/>
            <a:ext cx="7200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88" name="Google Shape;988;p71"/>
          <p:cNvCxnSpPr/>
          <p:nvPr/>
        </p:nvCxnSpPr>
        <p:spPr>
          <a:xfrm flipH="1" rot="10800000">
            <a:off x="6277584" y="2954764"/>
            <a:ext cx="1604400" cy="6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989" name="Google Shape;989;p71"/>
          <p:cNvGrpSpPr/>
          <p:nvPr/>
        </p:nvGrpSpPr>
        <p:grpSpPr>
          <a:xfrm>
            <a:off x="943184" y="2581845"/>
            <a:ext cx="5123400" cy="713250"/>
            <a:chOff x="943184" y="2581845"/>
            <a:chExt cx="5123400" cy="713250"/>
          </a:xfrm>
        </p:grpSpPr>
        <p:sp>
          <p:nvSpPr>
            <p:cNvPr id="990" name="Google Shape;990;p71"/>
            <p:cNvSpPr/>
            <p:nvPr/>
          </p:nvSpPr>
          <p:spPr>
            <a:xfrm>
              <a:off x="943184" y="2581845"/>
              <a:ext cx="2672700" cy="5097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91" name="Google Shape;991;p71"/>
            <p:cNvCxnSpPr>
              <a:endCxn id="990" idx="6"/>
            </p:cNvCxnSpPr>
            <p:nvPr/>
          </p:nvCxnSpPr>
          <p:spPr>
            <a:xfrm rot="10800000">
              <a:off x="3615884" y="2836695"/>
              <a:ext cx="2450700" cy="4584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92" name="Google Shape;992;p71"/>
          <p:cNvGrpSpPr/>
          <p:nvPr/>
        </p:nvGrpSpPr>
        <p:grpSpPr>
          <a:xfrm>
            <a:off x="6257909" y="4044325"/>
            <a:ext cx="1624075" cy="776500"/>
            <a:chOff x="6257909" y="4044325"/>
            <a:chExt cx="1624075" cy="776500"/>
          </a:xfrm>
        </p:grpSpPr>
        <p:sp>
          <p:nvSpPr>
            <p:cNvPr id="993" name="Google Shape;993;p71"/>
            <p:cNvSpPr/>
            <p:nvPr/>
          </p:nvSpPr>
          <p:spPr>
            <a:xfrm>
              <a:off x="6257909" y="4433225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4" name="Google Shape;994;p71"/>
            <p:cNvSpPr/>
            <p:nvPr/>
          </p:nvSpPr>
          <p:spPr>
            <a:xfrm>
              <a:off x="6805359" y="4433225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5" name="Google Shape;995;p71"/>
            <p:cNvSpPr/>
            <p:nvPr/>
          </p:nvSpPr>
          <p:spPr>
            <a:xfrm>
              <a:off x="6728934" y="4044325"/>
              <a:ext cx="720000" cy="2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96" name="Google Shape;996;p71"/>
            <p:cNvCxnSpPr/>
            <p:nvPr/>
          </p:nvCxnSpPr>
          <p:spPr>
            <a:xfrm flipH="1" rot="10800000">
              <a:off x="6277584" y="4348825"/>
              <a:ext cx="1604400" cy="600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97" name="Google Shape;997;p71"/>
            <p:cNvSpPr/>
            <p:nvPr/>
          </p:nvSpPr>
          <p:spPr>
            <a:xfrm>
              <a:off x="7338759" y="4433225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98" name="Google Shape;998;p71"/>
          <p:cNvGrpSpPr/>
          <p:nvPr/>
        </p:nvGrpSpPr>
        <p:grpSpPr>
          <a:xfrm>
            <a:off x="1467430" y="3507480"/>
            <a:ext cx="4587877" cy="978056"/>
            <a:chOff x="1467430" y="3507480"/>
            <a:chExt cx="4587877" cy="978056"/>
          </a:xfrm>
        </p:grpSpPr>
        <p:sp>
          <p:nvSpPr>
            <p:cNvPr id="999" name="Google Shape;999;p71"/>
            <p:cNvSpPr/>
            <p:nvPr/>
          </p:nvSpPr>
          <p:spPr>
            <a:xfrm>
              <a:off x="1467430" y="3507480"/>
              <a:ext cx="1821300" cy="5097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00" name="Google Shape;1000;p71"/>
            <p:cNvCxnSpPr>
              <a:endCxn id="999" idx="5"/>
            </p:cNvCxnSpPr>
            <p:nvPr/>
          </p:nvCxnSpPr>
          <p:spPr>
            <a:xfrm rot="10800000">
              <a:off x="3022007" y="3942537"/>
              <a:ext cx="3033300" cy="5430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72"/>
          <p:cNvSpPr txBox="1"/>
          <p:nvPr>
            <p:ph idx="1" type="body"/>
          </p:nvPr>
        </p:nvSpPr>
        <p:spPr>
          <a:xfrm>
            <a:off x="324000" y="759300"/>
            <a:ext cx="71352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represent the solving of this same equation using a bar model.</a:t>
            </a:r>
            <a:endParaRPr/>
          </a:p>
        </p:txBody>
      </p:sp>
      <p:sp>
        <p:nvSpPr>
          <p:cNvPr id="1006" name="Google Shape;1006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equations with unknowns on both sides </a:t>
            </a:r>
            <a:endParaRPr/>
          </a:p>
        </p:txBody>
      </p:sp>
      <p:graphicFrame>
        <p:nvGraphicFramePr>
          <p:cNvPr id="1007" name="Google Shape;1007;p72"/>
          <p:cNvGraphicFramePr/>
          <p:nvPr/>
        </p:nvGraphicFramePr>
        <p:xfrm>
          <a:off x="17459" y="1695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i="1"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08" name="Google Shape;1008;p72"/>
          <p:cNvGrpSpPr/>
          <p:nvPr/>
        </p:nvGrpSpPr>
        <p:grpSpPr>
          <a:xfrm>
            <a:off x="5171921" y="1521570"/>
            <a:ext cx="3434438" cy="768600"/>
            <a:chOff x="5171921" y="1597770"/>
            <a:chExt cx="3434438" cy="768600"/>
          </a:xfrm>
        </p:grpSpPr>
        <p:sp>
          <p:nvSpPr>
            <p:cNvPr id="1009" name="Google Shape;1009;p72"/>
            <p:cNvSpPr/>
            <p:nvPr/>
          </p:nvSpPr>
          <p:spPr>
            <a:xfrm>
              <a:off x="7886209" y="1597770"/>
              <a:ext cx="72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0" name="Google Shape;1010;p72"/>
            <p:cNvSpPr/>
            <p:nvPr/>
          </p:nvSpPr>
          <p:spPr>
            <a:xfrm>
              <a:off x="5171921" y="159777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1" name="Google Shape;1011;p72"/>
            <p:cNvSpPr/>
            <p:nvPr/>
          </p:nvSpPr>
          <p:spPr>
            <a:xfrm>
              <a:off x="5715221" y="159777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2" name="Google Shape;1012;p72"/>
            <p:cNvSpPr/>
            <p:nvPr/>
          </p:nvSpPr>
          <p:spPr>
            <a:xfrm>
              <a:off x="6257909" y="159777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3" name="Google Shape;1013;p72"/>
            <p:cNvSpPr/>
            <p:nvPr/>
          </p:nvSpPr>
          <p:spPr>
            <a:xfrm>
              <a:off x="6805359" y="159777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4" name="Google Shape;1014;p72"/>
            <p:cNvSpPr/>
            <p:nvPr/>
          </p:nvSpPr>
          <p:spPr>
            <a:xfrm>
              <a:off x="5171921" y="197877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5" name="Google Shape;1015;p72"/>
            <p:cNvSpPr/>
            <p:nvPr/>
          </p:nvSpPr>
          <p:spPr>
            <a:xfrm>
              <a:off x="5715221" y="197877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6" name="Google Shape;1016;p72"/>
            <p:cNvSpPr/>
            <p:nvPr/>
          </p:nvSpPr>
          <p:spPr>
            <a:xfrm>
              <a:off x="6243859" y="1978770"/>
              <a:ext cx="23625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7" name="Google Shape;1017;p72"/>
            <p:cNvSpPr/>
            <p:nvPr/>
          </p:nvSpPr>
          <p:spPr>
            <a:xfrm>
              <a:off x="7338759" y="159777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18" name="Google Shape;1018;p72"/>
          <p:cNvGrpSpPr/>
          <p:nvPr/>
        </p:nvGrpSpPr>
        <p:grpSpPr>
          <a:xfrm>
            <a:off x="884621" y="1678670"/>
            <a:ext cx="4147800" cy="509700"/>
            <a:chOff x="900676" y="1678670"/>
            <a:chExt cx="4147800" cy="509700"/>
          </a:xfrm>
        </p:grpSpPr>
        <p:sp>
          <p:nvSpPr>
            <p:cNvPr id="1019" name="Google Shape;1019;p72"/>
            <p:cNvSpPr/>
            <p:nvPr/>
          </p:nvSpPr>
          <p:spPr>
            <a:xfrm>
              <a:off x="900676" y="1678670"/>
              <a:ext cx="3391500" cy="5097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20" name="Google Shape;1020;p72"/>
            <p:cNvCxnSpPr>
              <a:endCxn id="1019" idx="6"/>
            </p:cNvCxnSpPr>
            <p:nvPr/>
          </p:nvCxnSpPr>
          <p:spPr>
            <a:xfrm flipH="1">
              <a:off x="4292176" y="1926620"/>
              <a:ext cx="756300" cy="69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1021" name="Google Shape;1021;p72"/>
          <p:cNvCxnSpPr/>
          <p:nvPr/>
        </p:nvCxnSpPr>
        <p:spPr>
          <a:xfrm>
            <a:off x="6256171" y="1209918"/>
            <a:ext cx="1500" cy="15573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022" name="Google Shape;1022;p72"/>
          <p:cNvGrpSpPr/>
          <p:nvPr/>
        </p:nvGrpSpPr>
        <p:grpSpPr>
          <a:xfrm>
            <a:off x="6243859" y="3041577"/>
            <a:ext cx="2362500" cy="768600"/>
            <a:chOff x="6243859" y="3193977"/>
            <a:chExt cx="2362500" cy="768600"/>
          </a:xfrm>
        </p:grpSpPr>
        <p:sp>
          <p:nvSpPr>
            <p:cNvPr id="1023" name="Google Shape;1023;p72"/>
            <p:cNvSpPr/>
            <p:nvPr/>
          </p:nvSpPr>
          <p:spPr>
            <a:xfrm>
              <a:off x="7886209" y="3193977"/>
              <a:ext cx="72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4" name="Google Shape;1024;p72"/>
            <p:cNvSpPr/>
            <p:nvPr/>
          </p:nvSpPr>
          <p:spPr>
            <a:xfrm>
              <a:off x="6257909" y="3193977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5" name="Google Shape;1025;p72"/>
            <p:cNvSpPr/>
            <p:nvPr/>
          </p:nvSpPr>
          <p:spPr>
            <a:xfrm>
              <a:off x="6805359" y="3193977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6" name="Google Shape;1026;p72"/>
            <p:cNvSpPr/>
            <p:nvPr/>
          </p:nvSpPr>
          <p:spPr>
            <a:xfrm>
              <a:off x="6243859" y="3574977"/>
              <a:ext cx="23625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7" name="Google Shape;1027;p72"/>
            <p:cNvSpPr/>
            <p:nvPr/>
          </p:nvSpPr>
          <p:spPr>
            <a:xfrm>
              <a:off x="7338759" y="3193977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28" name="Google Shape;1028;p72"/>
          <p:cNvSpPr/>
          <p:nvPr/>
        </p:nvSpPr>
        <p:spPr>
          <a:xfrm>
            <a:off x="6728934" y="2627804"/>
            <a:ext cx="7200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29" name="Google Shape;1029;p72"/>
          <p:cNvCxnSpPr/>
          <p:nvPr/>
        </p:nvCxnSpPr>
        <p:spPr>
          <a:xfrm flipH="1" rot="10800000">
            <a:off x="6277584" y="2954764"/>
            <a:ext cx="1604400" cy="6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030" name="Google Shape;1030;p72"/>
          <p:cNvGrpSpPr/>
          <p:nvPr/>
        </p:nvGrpSpPr>
        <p:grpSpPr>
          <a:xfrm>
            <a:off x="943184" y="2581845"/>
            <a:ext cx="5123400" cy="713250"/>
            <a:chOff x="943184" y="2581845"/>
            <a:chExt cx="5123400" cy="713250"/>
          </a:xfrm>
        </p:grpSpPr>
        <p:sp>
          <p:nvSpPr>
            <p:cNvPr id="1031" name="Google Shape;1031;p72"/>
            <p:cNvSpPr/>
            <p:nvPr/>
          </p:nvSpPr>
          <p:spPr>
            <a:xfrm>
              <a:off x="943184" y="2581845"/>
              <a:ext cx="2672700" cy="5097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32" name="Google Shape;1032;p72"/>
            <p:cNvCxnSpPr>
              <a:endCxn id="1031" idx="6"/>
            </p:cNvCxnSpPr>
            <p:nvPr/>
          </p:nvCxnSpPr>
          <p:spPr>
            <a:xfrm rot="10800000">
              <a:off x="3615884" y="2836695"/>
              <a:ext cx="2450700" cy="4584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033" name="Google Shape;1033;p72"/>
          <p:cNvGrpSpPr/>
          <p:nvPr/>
        </p:nvGrpSpPr>
        <p:grpSpPr>
          <a:xfrm>
            <a:off x="6257909" y="4044325"/>
            <a:ext cx="1624075" cy="776500"/>
            <a:chOff x="6257909" y="4044325"/>
            <a:chExt cx="1624075" cy="776500"/>
          </a:xfrm>
        </p:grpSpPr>
        <p:sp>
          <p:nvSpPr>
            <p:cNvPr id="1034" name="Google Shape;1034;p72"/>
            <p:cNvSpPr/>
            <p:nvPr/>
          </p:nvSpPr>
          <p:spPr>
            <a:xfrm>
              <a:off x="6257909" y="4433225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5" name="Google Shape;1035;p72"/>
            <p:cNvSpPr/>
            <p:nvPr/>
          </p:nvSpPr>
          <p:spPr>
            <a:xfrm>
              <a:off x="6805359" y="4433225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6" name="Google Shape;1036;p72"/>
            <p:cNvSpPr/>
            <p:nvPr/>
          </p:nvSpPr>
          <p:spPr>
            <a:xfrm>
              <a:off x="6728934" y="4044325"/>
              <a:ext cx="720000" cy="2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37" name="Google Shape;1037;p72"/>
            <p:cNvCxnSpPr/>
            <p:nvPr/>
          </p:nvCxnSpPr>
          <p:spPr>
            <a:xfrm flipH="1" rot="10800000">
              <a:off x="6277584" y="4348825"/>
              <a:ext cx="1604400" cy="600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38" name="Google Shape;1038;p72"/>
            <p:cNvSpPr/>
            <p:nvPr/>
          </p:nvSpPr>
          <p:spPr>
            <a:xfrm>
              <a:off x="7338759" y="4433225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39" name="Google Shape;1039;p72"/>
          <p:cNvGrpSpPr/>
          <p:nvPr/>
        </p:nvGrpSpPr>
        <p:grpSpPr>
          <a:xfrm>
            <a:off x="1467430" y="3507480"/>
            <a:ext cx="4587877" cy="978056"/>
            <a:chOff x="1467430" y="3507480"/>
            <a:chExt cx="4587877" cy="978056"/>
          </a:xfrm>
        </p:grpSpPr>
        <p:sp>
          <p:nvSpPr>
            <p:cNvPr id="1040" name="Google Shape;1040;p72"/>
            <p:cNvSpPr/>
            <p:nvPr/>
          </p:nvSpPr>
          <p:spPr>
            <a:xfrm>
              <a:off x="1467430" y="3507480"/>
              <a:ext cx="1821300" cy="5097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41" name="Google Shape;1041;p72"/>
            <p:cNvCxnSpPr>
              <a:endCxn id="1040" idx="5"/>
            </p:cNvCxnSpPr>
            <p:nvPr/>
          </p:nvCxnSpPr>
          <p:spPr>
            <a:xfrm rot="10800000">
              <a:off x="3022007" y="3942537"/>
              <a:ext cx="3033300" cy="5430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042" name="Google Shape;1042;p72"/>
          <p:cNvGrpSpPr/>
          <p:nvPr/>
        </p:nvGrpSpPr>
        <p:grpSpPr>
          <a:xfrm>
            <a:off x="6257909" y="4433225"/>
            <a:ext cx="1620850" cy="387600"/>
            <a:chOff x="6257909" y="4433225"/>
            <a:chExt cx="1620850" cy="387600"/>
          </a:xfrm>
        </p:grpSpPr>
        <p:sp>
          <p:nvSpPr>
            <p:cNvPr id="1043" name="Google Shape;1043;p72"/>
            <p:cNvSpPr/>
            <p:nvPr/>
          </p:nvSpPr>
          <p:spPr>
            <a:xfrm>
              <a:off x="6257909" y="4433225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4" name="Google Shape;1044;p72"/>
            <p:cNvSpPr/>
            <p:nvPr/>
          </p:nvSpPr>
          <p:spPr>
            <a:xfrm>
              <a:off x="6805359" y="4433225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5" name="Google Shape;1045;p72"/>
            <p:cNvSpPr/>
            <p:nvPr/>
          </p:nvSpPr>
          <p:spPr>
            <a:xfrm>
              <a:off x="7338759" y="4433225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73"/>
          <p:cNvSpPr txBox="1"/>
          <p:nvPr>
            <p:ph type="title"/>
          </p:nvPr>
        </p:nvSpPr>
        <p:spPr>
          <a:xfrm>
            <a:off x="324000" y="748775"/>
            <a:ext cx="8274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the most</a:t>
            </a:r>
            <a:r>
              <a:rPr lang="en-GB"/>
              <a:t> useful first step to solve the equation:</a:t>
            </a:r>
            <a:endParaRPr/>
          </a:p>
        </p:txBody>
      </p:sp>
      <p:sp>
        <p:nvSpPr>
          <p:cNvPr id="1051" name="Google Shape;1051;p7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equations with unknowns on both sides </a:t>
            </a:r>
            <a:endParaRPr/>
          </a:p>
        </p:txBody>
      </p:sp>
      <p:sp>
        <p:nvSpPr>
          <p:cNvPr id="1052" name="Google Shape;1052;p73"/>
          <p:cNvSpPr txBox="1"/>
          <p:nvPr>
            <p:ph idx="1" type="subTitle"/>
          </p:nvPr>
        </p:nvSpPr>
        <p:spPr>
          <a:xfrm>
            <a:off x="1034425" y="1837775"/>
            <a:ext cx="899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1053" name="Google Shape;1053;p73"/>
          <p:cNvSpPr txBox="1"/>
          <p:nvPr>
            <p:ph idx="3" type="subTitle"/>
          </p:nvPr>
        </p:nvSpPr>
        <p:spPr>
          <a:xfrm>
            <a:off x="1034425" y="2794251"/>
            <a:ext cx="2190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(−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1054" name="Google Shape;1054;p73"/>
          <p:cNvSpPr txBox="1"/>
          <p:nvPr>
            <p:ph idx="4" type="subTitle"/>
          </p:nvPr>
        </p:nvSpPr>
        <p:spPr>
          <a:xfrm>
            <a:off x="1034425" y="3766975"/>
            <a:ext cx="114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(−4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grpSp>
        <p:nvGrpSpPr>
          <p:cNvPr id="1055" name="Google Shape;1055;p73"/>
          <p:cNvGrpSpPr/>
          <p:nvPr/>
        </p:nvGrpSpPr>
        <p:grpSpPr>
          <a:xfrm>
            <a:off x="4570748" y="1805241"/>
            <a:ext cx="4246593" cy="2507834"/>
            <a:chOff x="3679000" y="1380975"/>
            <a:chExt cx="4343896" cy="2543700"/>
          </a:xfrm>
        </p:grpSpPr>
        <p:sp>
          <p:nvSpPr>
            <p:cNvPr id="1056" name="Google Shape;1056;p73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57" name="Google Shape;1057;p73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8" name="Google Shape;1058;p73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59" name="Google Shape;1059;p73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60" name="Google Shape;1060;p73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61" name="Google Shape;1061;p73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62" name="Google Shape;1062;p73"/>
          <p:cNvGrpSpPr/>
          <p:nvPr/>
        </p:nvGrpSpPr>
        <p:grpSpPr>
          <a:xfrm>
            <a:off x="8018134" y="3133336"/>
            <a:ext cx="283500" cy="281400"/>
            <a:chOff x="4237000" y="4025275"/>
            <a:chExt cx="283500" cy="281400"/>
          </a:xfrm>
        </p:grpSpPr>
        <p:sp>
          <p:nvSpPr>
            <p:cNvPr id="1063" name="Google Shape;1063;p73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064" name="Google Shape;1064;p73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5" name="Google Shape;1065;p73"/>
          <p:cNvGrpSpPr/>
          <p:nvPr/>
        </p:nvGrpSpPr>
        <p:grpSpPr>
          <a:xfrm>
            <a:off x="8018134" y="2828536"/>
            <a:ext cx="283500" cy="281400"/>
            <a:chOff x="4237000" y="4025275"/>
            <a:chExt cx="283500" cy="281400"/>
          </a:xfrm>
        </p:grpSpPr>
        <p:sp>
          <p:nvSpPr>
            <p:cNvPr id="1066" name="Google Shape;1066;p73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067" name="Google Shape;1067;p73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8" name="Google Shape;1068;p73"/>
          <p:cNvGrpSpPr/>
          <p:nvPr/>
        </p:nvGrpSpPr>
        <p:grpSpPr>
          <a:xfrm>
            <a:off x="8018134" y="2523736"/>
            <a:ext cx="283500" cy="281400"/>
            <a:chOff x="4237000" y="4025275"/>
            <a:chExt cx="283500" cy="281400"/>
          </a:xfrm>
        </p:grpSpPr>
        <p:sp>
          <p:nvSpPr>
            <p:cNvPr id="1069" name="Google Shape;1069;p73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070" name="Google Shape;1070;p73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1" name="Google Shape;1071;p73"/>
          <p:cNvGrpSpPr/>
          <p:nvPr/>
        </p:nvGrpSpPr>
        <p:grpSpPr>
          <a:xfrm>
            <a:off x="4741529" y="2849196"/>
            <a:ext cx="362100" cy="281400"/>
            <a:chOff x="6668990" y="3490075"/>
            <a:chExt cx="362100" cy="281400"/>
          </a:xfrm>
        </p:grpSpPr>
        <p:sp>
          <p:nvSpPr>
            <p:cNvPr id="1072" name="Google Shape;1072;p73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1073" name="Google Shape;1073;p73" title="x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4" name="Google Shape;1074;p73"/>
          <p:cNvGrpSpPr/>
          <p:nvPr/>
        </p:nvGrpSpPr>
        <p:grpSpPr>
          <a:xfrm>
            <a:off x="4741529" y="3142766"/>
            <a:ext cx="362100" cy="281400"/>
            <a:chOff x="6668990" y="3490075"/>
            <a:chExt cx="362100" cy="281400"/>
          </a:xfrm>
        </p:grpSpPr>
        <p:sp>
          <p:nvSpPr>
            <p:cNvPr id="1075" name="Google Shape;1075;p73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1076" name="Google Shape;1076;p73" title="x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7" name="Google Shape;1077;p73"/>
          <p:cNvGrpSpPr/>
          <p:nvPr/>
        </p:nvGrpSpPr>
        <p:grpSpPr>
          <a:xfrm>
            <a:off x="4741529" y="2555627"/>
            <a:ext cx="362100" cy="281400"/>
            <a:chOff x="6668990" y="3490075"/>
            <a:chExt cx="362100" cy="281400"/>
          </a:xfrm>
        </p:grpSpPr>
        <p:sp>
          <p:nvSpPr>
            <p:cNvPr id="1078" name="Google Shape;1078;p73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1079" name="Google Shape;1079;p73" title="x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0" name="Google Shape;1080;p73"/>
          <p:cNvGrpSpPr/>
          <p:nvPr/>
        </p:nvGrpSpPr>
        <p:grpSpPr>
          <a:xfrm>
            <a:off x="8365443" y="3133336"/>
            <a:ext cx="283500" cy="281400"/>
            <a:chOff x="4237000" y="4025275"/>
            <a:chExt cx="283500" cy="281400"/>
          </a:xfrm>
        </p:grpSpPr>
        <p:sp>
          <p:nvSpPr>
            <p:cNvPr id="1081" name="Google Shape;1081;p73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082" name="Google Shape;1082;p73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3" name="Google Shape;1083;p73"/>
          <p:cNvGrpSpPr/>
          <p:nvPr/>
        </p:nvGrpSpPr>
        <p:grpSpPr>
          <a:xfrm>
            <a:off x="8365443" y="2828536"/>
            <a:ext cx="283500" cy="281400"/>
            <a:chOff x="4237000" y="4025275"/>
            <a:chExt cx="283500" cy="281400"/>
          </a:xfrm>
        </p:grpSpPr>
        <p:sp>
          <p:nvSpPr>
            <p:cNvPr id="1084" name="Google Shape;1084;p73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085" name="Google Shape;1085;p73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6" name="Google Shape;1086;p73"/>
          <p:cNvGrpSpPr/>
          <p:nvPr/>
        </p:nvGrpSpPr>
        <p:grpSpPr>
          <a:xfrm>
            <a:off x="8365443" y="2523736"/>
            <a:ext cx="283500" cy="281400"/>
            <a:chOff x="4237000" y="4025275"/>
            <a:chExt cx="283500" cy="281400"/>
          </a:xfrm>
        </p:grpSpPr>
        <p:sp>
          <p:nvSpPr>
            <p:cNvPr id="1087" name="Google Shape;1087;p73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088" name="Google Shape;1088;p73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9" name="Google Shape;1089;p73"/>
          <p:cNvGrpSpPr/>
          <p:nvPr/>
        </p:nvGrpSpPr>
        <p:grpSpPr>
          <a:xfrm>
            <a:off x="5622243" y="3133336"/>
            <a:ext cx="283500" cy="281400"/>
            <a:chOff x="4237000" y="4025275"/>
            <a:chExt cx="283500" cy="281400"/>
          </a:xfrm>
        </p:grpSpPr>
        <p:sp>
          <p:nvSpPr>
            <p:cNvPr id="1090" name="Google Shape;1090;p73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091" name="Google Shape;1091;p73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2" name="Google Shape;1092;p73"/>
          <p:cNvGrpSpPr/>
          <p:nvPr/>
        </p:nvGrpSpPr>
        <p:grpSpPr>
          <a:xfrm>
            <a:off x="5622243" y="2828536"/>
            <a:ext cx="283500" cy="281400"/>
            <a:chOff x="4237000" y="4025275"/>
            <a:chExt cx="283500" cy="281400"/>
          </a:xfrm>
        </p:grpSpPr>
        <p:sp>
          <p:nvSpPr>
            <p:cNvPr id="1093" name="Google Shape;1093;p73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094" name="Google Shape;1094;p73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5" name="Google Shape;1095;p73"/>
          <p:cNvGrpSpPr/>
          <p:nvPr/>
        </p:nvGrpSpPr>
        <p:grpSpPr>
          <a:xfrm>
            <a:off x="5622243" y="2523736"/>
            <a:ext cx="283500" cy="281400"/>
            <a:chOff x="4237000" y="4025275"/>
            <a:chExt cx="283500" cy="281400"/>
          </a:xfrm>
        </p:grpSpPr>
        <p:sp>
          <p:nvSpPr>
            <p:cNvPr id="1096" name="Google Shape;1096;p73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097" name="Google Shape;1097;p73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8" name="Google Shape;1098;p73"/>
          <p:cNvGrpSpPr/>
          <p:nvPr/>
        </p:nvGrpSpPr>
        <p:grpSpPr>
          <a:xfrm>
            <a:off x="4741529" y="2262057"/>
            <a:ext cx="2789270" cy="1150879"/>
            <a:chOff x="4741529" y="2262057"/>
            <a:chExt cx="2789270" cy="1150879"/>
          </a:xfrm>
        </p:grpSpPr>
        <p:grpSp>
          <p:nvGrpSpPr>
            <p:cNvPr id="1099" name="Google Shape;1099;p73"/>
            <p:cNvGrpSpPr/>
            <p:nvPr/>
          </p:nvGrpSpPr>
          <p:grpSpPr>
            <a:xfrm>
              <a:off x="4741529" y="2262057"/>
              <a:ext cx="362100" cy="281400"/>
              <a:chOff x="6668990" y="3490075"/>
              <a:chExt cx="362100" cy="281400"/>
            </a:xfrm>
          </p:grpSpPr>
          <p:sp>
            <p:nvSpPr>
              <p:cNvPr id="1100" name="Google Shape;1100;p73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101" name="Google Shape;1101;p73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02" name="Google Shape;1102;p73"/>
            <p:cNvGrpSpPr/>
            <p:nvPr/>
          </p:nvGrpSpPr>
          <p:grpSpPr>
            <a:xfrm>
              <a:off x="7168699" y="3131536"/>
              <a:ext cx="362100" cy="281400"/>
              <a:chOff x="6668990" y="3490075"/>
              <a:chExt cx="362100" cy="281400"/>
            </a:xfrm>
          </p:grpSpPr>
          <p:sp>
            <p:nvSpPr>
              <p:cNvPr id="1103" name="Google Shape;1103;p73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104" name="Google Shape;1104;p73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105" name="Google Shape;1105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31983" y="2821289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73"/>
          <p:cNvSpPr txBox="1"/>
          <p:nvPr>
            <p:ph idx="4" type="subTitle"/>
          </p:nvPr>
        </p:nvSpPr>
        <p:spPr>
          <a:xfrm>
            <a:off x="2896916" y="1176174"/>
            <a:ext cx="2178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+ 3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endParaRPr/>
          </a:p>
        </p:txBody>
      </p:sp>
      <p:grpSp>
        <p:nvGrpSpPr>
          <p:cNvPr id="1107" name="Google Shape;1107;p73"/>
          <p:cNvGrpSpPr/>
          <p:nvPr/>
        </p:nvGrpSpPr>
        <p:grpSpPr>
          <a:xfrm>
            <a:off x="5154152" y="3135065"/>
            <a:ext cx="2790615" cy="281510"/>
            <a:chOff x="5154152" y="3135065"/>
            <a:chExt cx="2790615" cy="281510"/>
          </a:xfrm>
        </p:grpSpPr>
        <p:grpSp>
          <p:nvGrpSpPr>
            <p:cNvPr id="1108" name="Google Shape;1108;p73"/>
            <p:cNvGrpSpPr/>
            <p:nvPr/>
          </p:nvGrpSpPr>
          <p:grpSpPr>
            <a:xfrm>
              <a:off x="5154152" y="3135065"/>
              <a:ext cx="352215" cy="281510"/>
              <a:chOff x="6364551" y="1728591"/>
              <a:chExt cx="403500" cy="322500"/>
            </a:xfrm>
          </p:grpSpPr>
          <p:sp>
            <p:nvSpPr>
              <p:cNvPr id="1109" name="Google Shape;1109;p73"/>
              <p:cNvSpPr/>
              <p:nvPr/>
            </p:nvSpPr>
            <p:spPr>
              <a:xfrm>
                <a:off x="6364551" y="1728591"/>
                <a:ext cx="403500" cy="3225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&lt;math xmlns=&quot;http://www.w3.org/1998/Math/MathML&quot; display=&quot;block&quot; data-is-equatio=&quot;1&quot; data-latex=&quot;-x&quot;&gt;&lt;mo&gt;−&lt;/mo&gt;&lt;mi&gt;x&lt;/mi&gt;&lt;/math&gt;" id="1110" name="Google Shape;1110;p73" title="negative x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380426" y="1819360"/>
                <a:ext cx="358002" cy="1432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11" name="Google Shape;1111;p73"/>
            <p:cNvGrpSpPr/>
            <p:nvPr/>
          </p:nvGrpSpPr>
          <p:grpSpPr>
            <a:xfrm>
              <a:off x="7592552" y="3135065"/>
              <a:ext cx="352215" cy="281510"/>
              <a:chOff x="6364551" y="1728591"/>
              <a:chExt cx="403500" cy="322500"/>
            </a:xfrm>
          </p:grpSpPr>
          <p:sp>
            <p:nvSpPr>
              <p:cNvPr id="1112" name="Google Shape;1112;p73"/>
              <p:cNvSpPr/>
              <p:nvPr/>
            </p:nvSpPr>
            <p:spPr>
              <a:xfrm>
                <a:off x="6364551" y="1728591"/>
                <a:ext cx="403500" cy="3225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&lt;math xmlns=&quot;http://www.w3.org/1998/Math/MathML&quot; display=&quot;block&quot; data-is-equatio=&quot;1&quot; data-latex=&quot;-x&quot;&gt;&lt;mo&gt;−&lt;/mo&gt;&lt;mi&gt;x&lt;/mi&gt;&lt;/math&gt;" id="1113" name="Google Shape;1113;p73" title="negative x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380426" y="1819360"/>
                <a:ext cx="358002" cy="1432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74"/>
          <p:cNvSpPr txBox="1"/>
          <p:nvPr>
            <p:ph type="title"/>
          </p:nvPr>
        </p:nvSpPr>
        <p:spPr>
          <a:xfrm>
            <a:off x="324000" y="748775"/>
            <a:ext cx="6966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 sensible next step to solving?</a:t>
            </a:r>
            <a:endParaRPr/>
          </a:p>
        </p:txBody>
      </p:sp>
      <p:sp>
        <p:nvSpPr>
          <p:cNvPr id="1119" name="Google Shape;1119;p7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equations with unknowns on both sides </a:t>
            </a:r>
            <a:endParaRPr/>
          </a:p>
        </p:txBody>
      </p:sp>
      <p:sp>
        <p:nvSpPr>
          <p:cNvPr id="1120" name="Google Shape;1120;p74"/>
          <p:cNvSpPr txBox="1"/>
          <p:nvPr>
            <p:ph idx="1" type="subTitle"/>
          </p:nvPr>
        </p:nvSpPr>
        <p:spPr>
          <a:xfrm>
            <a:off x="1034425" y="1837775"/>
            <a:ext cx="899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(−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1121" name="Google Shape;1121;p74"/>
          <p:cNvSpPr txBox="1"/>
          <p:nvPr>
            <p:ph idx="3" type="subTitle"/>
          </p:nvPr>
        </p:nvSpPr>
        <p:spPr>
          <a:xfrm>
            <a:off x="1034425" y="2794251"/>
            <a:ext cx="2190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(3)</a:t>
            </a:r>
            <a:endParaRPr/>
          </a:p>
        </p:txBody>
      </p:sp>
      <p:sp>
        <p:nvSpPr>
          <p:cNvPr id="1122" name="Google Shape;1122;p74"/>
          <p:cNvSpPr txBox="1"/>
          <p:nvPr>
            <p:ph idx="4" type="subTitle"/>
          </p:nvPr>
        </p:nvSpPr>
        <p:spPr>
          <a:xfrm>
            <a:off x="1034425" y="3766975"/>
            <a:ext cx="114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(−6)</a:t>
            </a:r>
            <a:endParaRPr/>
          </a:p>
        </p:txBody>
      </p:sp>
      <p:grpSp>
        <p:nvGrpSpPr>
          <p:cNvPr id="1123" name="Google Shape;1123;p74"/>
          <p:cNvGrpSpPr/>
          <p:nvPr/>
        </p:nvGrpSpPr>
        <p:grpSpPr>
          <a:xfrm>
            <a:off x="4570748" y="1805241"/>
            <a:ext cx="4246593" cy="2507834"/>
            <a:chOff x="3679000" y="1380975"/>
            <a:chExt cx="4343896" cy="2543700"/>
          </a:xfrm>
        </p:grpSpPr>
        <p:sp>
          <p:nvSpPr>
            <p:cNvPr id="1124" name="Google Shape;1124;p74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25" name="Google Shape;1125;p74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26" name="Google Shape;1126;p74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27" name="Google Shape;1127;p74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28" name="Google Shape;1128;p74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29" name="Google Shape;1129;p74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30" name="Google Shape;1130;p74"/>
          <p:cNvGrpSpPr/>
          <p:nvPr/>
        </p:nvGrpSpPr>
        <p:grpSpPr>
          <a:xfrm>
            <a:off x="4741529" y="3142766"/>
            <a:ext cx="362100" cy="281400"/>
            <a:chOff x="6668990" y="3490075"/>
            <a:chExt cx="362100" cy="281400"/>
          </a:xfrm>
        </p:grpSpPr>
        <p:sp>
          <p:nvSpPr>
            <p:cNvPr id="1131" name="Google Shape;1131;p74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1132" name="Google Shape;1132;p74" title="x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3" name="Google Shape;1133;p74"/>
          <p:cNvGrpSpPr/>
          <p:nvPr/>
        </p:nvGrpSpPr>
        <p:grpSpPr>
          <a:xfrm>
            <a:off x="8365443" y="3133336"/>
            <a:ext cx="283500" cy="281400"/>
            <a:chOff x="4237000" y="4025275"/>
            <a:chExt cx="283500" cy="281400"/>
          </a:xfrm>
        </p:grpSpPr>
        <p:sp>
          <p:nvSpPr>
            <p:cNvPr id="1134" name="Google Shape;1134;p74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135" name="Google Shape;1135;p74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6" name="Google Shape;1136;p74"/>
          <p:cNvGrpSpPr/>
          <p:nvPr/>
        </p:nvGrpSpPr>
        <p:grpSpPr>
          <a:xfrm>
            <a:off x="4741529" y="2523736"/>
            <a:ext cx="3907414" cy="606861"/>
            <a:chOff x="4741529" y="2523736"/>
            <a:chExt cx="3907414" cy="606861"/>
          </a:xfrm>
        </p:grpSpPr>
        <p:grpSp>
          <p:nvGrpSpPr>
            <p:cNvPr id="1137" name="Google Shape;1137;p74"/>
            <p:cNvGrpSpPr/>
            <p:nvPr/>
          </p:nvGrpSpPr>
          <p:grpSpPr>
            <a:xfrm>
              <a:off x="4741529" y="2849196"/>
              <a:ext cx="362100" cy="281400"/>
              <a:chOff x="6668990" y="3490075"/>
              <a:chExt cx="362100" cy="281400"/>
            </a:xfrm>
          </p:grpSpPr>
          <p:sp>
            <p:nvSpPr>
              <p:cNvPr id="1138" name="Google Shape;1138;p74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139" name="Google Shape;1139;p74" title="x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40" name="Google Shape;1140;p74"/>
            <p:cNvGrpSpPr/>
            <p:nvPr/>
          </p:nvGrpSpPr>
          <p:grpSpPr>
            <a:xfrm>
              <a:off x="4741529" y="2555627"/>
              <a:ext cx="362100" cy="281400"/>
              <a:chOff x="6668990" y="3490075"/>
              <a:chExt cx="362100" cy="281400"/>
            </a:xfrm>
          </p:grpSpPr>
          <p:sp>
            <p:nvSpPr>
              <p:cNvPr id="1141" name="Google Shape;1141;p74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142" name="Google Shape;1142;p74" title="x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43" name="Google Shape;1143;p74"/>
            <p:cNvGrpSpPr/>
            <p:nvPr/>
          </p:nvGrpSpPr>
          <p:grpSpPr>
            <a:xfrm>
              <a:off x="8365443" y="2828536"/>
              <a:ext cx="283500" cy="281400"/>
              <a:chOff x="4237000" y="4025275"/>
              <a:chExt cx="283500" cy="281400"/>
            </a:xfrm>
          </p:grpSpPr>
          <p:sp>
            <p:nvSpPr>
              <p:cNvPr id="1144" name="Google Shape;1144;p74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145" name="Google Shape;1145;p74" title="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46" name="Google Shape;1146;p74"/>
            <p:cNvGrpSpPr/>
            <p:nvPr/>
          </p:nvGrpSpPr>
          <p:grpSpPr>
            <a:xfrm>
              <a:off x="8365443" y="2523736"/>
              <a:ext cx="283500" cy="281400"/>
              <a:chOff x="4237000" y="4025275"/>
              <a:chExt cx="283500" cy="281400"/>
            </a:xfrm>
          </p:grpSpPr>
          <p:sp>
            <p:nvSpPr>
              <p:cNvPr id="1147" name="Google Shape;1147;p74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148" name="Google Shape;1148;p74" title="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149" name="Google Shape;1149;p74"/>
          <p:cNvGrpSpPr/>
          <p:nvPr/>
        </p:nvGrpSpPr>
        <p:grpSpPr>
          <a:xfrm>
            <a:off x="5622243" y="2523736"/>
            <a:ext cx="2679391" cy="891000"/>
            <a:chOff x="5622243" y="2523736"/>
            <a:chExt cx="2679391" cy="891000"/>
          </a:xfrm>
        </p:grpSpPr>
        <p:grpSp>
          <p:nvGrpSpPr>
            <p:cNvPr id="1150" name="Google Shape;1150;p74"/>
            <p:cNvGrpSpPr/>
            <p:nvPr/>
          </p:nvGrpSpPr>
          <p:grpSpPr>
            <a:xfrm>
              <a:off x="8018134" y="2523736"/>
              <a:ext cx="283500" cy="891000"/>
              <a:chOff x="8018134" y="2523736"/>
              <a:chExt cx="283500" cy="891000"/>
            </a:xfrm>
          </p:grpSpPr>
          <p:grpSp>
            <p:nvGrpSpPr>
              <p:cNvPr id="1151" name="Google Shape;1151;p74"/>
              <p:cNvGrpSpPr/>
              <p:nvPr/>
            </p:nvGrpSpPr>
            <p:grpSpPr>
              <a:xfrm>
                <a:off x="8018134" y="3133336"/>
                <a:ext cx="283500" cy="281400"/>
                <a:chOff x="4237000" y="4025275"/>
                <a:chExt cx="283500" cy="281400"/>
              </a:xfrm>
            </p:grpSpPr>
            <p:sp>
              <p:nvSpPr>
                <p:cNvPr id="1152" name="Google Shape;1152;p74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153" name="Google Shape;1153;p74" title="1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54" name="Google Shape;1154;p74"/>
              <p:cNvGrpSpPr/>
              <p:nvPr/>
            </p:nvGrpSpPr>
            <p:grpSpPr>
              <a:xfrm>
                <a:off x="8018134" y="2828536"/>
                <a:ext cx="283500" cy="281400"/>
                <a:chOff x="4237000" y="4025275"/>
                <a:chExt cx="283500" cy="281400"/>
              </a:xfrm>
            </p:grpSpPr>
            <p:sp>
              <p:nvSpPr>
                <p:cNvPr id="1155" name="Google Shape;1155;p74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156" name="Google Shape;1156;p74" title="1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57" name="Google Shape;1157;p74"/>
              <p:cNvGrpSpPr/>
              <p:nvPr/>
            </p:nvGrpSpPr>
            <p:grpSpPr>
              <a:xfrm>
                <a:off x="8018134" y="2523736"/>
                <a:ext cx="283500" cy="281400"/>
                <a:chOff x="4237000" y="4025275"/>
                <a:chExt cx="283500" cy="281400"/>
              </a:xfrm>
            </p:grpSpPr>
            <p:sp>
              <p:nvSpPr>
                <p:cNvPr id="1158" name="Google Shape;1158;p74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159" name="Google Shape;1159;p74" title="1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160" name="Google Shape;1160;p74"/>
            <p:cNvGrpSpPr/>
            <p:nvPr/>
          </p:nvGrpSpPr>
          <p:grpSpPr>
            <a:xfrm>
              <a:off x="5622243" y="2523736"/>
              <a:ext cx="283500" cy="891000"/>
              <a:chOff x="5622243" y="2523736"/>
              <a:chExt cx="283500" cy="891000"/>
            </a:xfrm>
          </p:grpSpPr>
          <p:grpSp>
            <p:nvGrpSpPr>
              <p:cNvPr id="1161" name="Google Shape;1161;p74"/>
              <p:cNvGrpSpPr/>
              <p:nvPr/>
            </p:nvGrpSpPr>
            <p:grpSpPr>
              <a:xfrm>
                <a:off x="5622243" y="3133336"/>
                <a:ext cx="283500" cy="281400"/>
                <a:chOff x="4237000" y="4025275"/>
                <a:chExt cx="283500" cy="281400"/>
              </a:xfrm>
            </p:grpSpPr>
            <p:sp>
              <p:nvSpPr>
                <p:cNvPr id="1162" name="Google Shape;1162;p74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163" name="Google Shape;1163;p74" title="1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64" name="Google Shape;1164;p74"/>
              <p:cNvGrpSpPr/>
              <p:nvPr/>
            </p:nvGrpSpPr>
            <p:grpSpPr>
              <a:xfrm>
                <a:off x="5622243" y="2828536"/>
                <a:ext cx="283500" cy="281400"/>
                <a:chOff x="4237000" y="4025275"/>
                <a:chExt cx="283500" cy="281400"/>
              </a:xfrm>
            </p:grpSpPr>
            <p:sp>
              <p:nvSpPr>
                <p:cNvPr id="1165" name="Google Shape;1165;p74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166" name="Google Shape;1166;p74" title="1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67" name="Google Shape;1167;p74"/>
              <p:cNvGrpSpPr/>
              <p:nvPr/>
            </p:nvGrpSpPr>
            <p:grpSpPr>
              <a:xfrm>
                <a:off x="5622243" y="2523736"/>
                <a:ext cx="283500" cy="281400"/>
                <a:chOff x="4237000" y="4025275"/>
                <a:chExt cx="283500" cy="281400"/>
              </a:xfrm>
            </p:grpSpPr>
            <p:sp>
              <p:nvSpPr>
                <p:cNvPr id="1168" name="Google Shape;1168;p74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169" name="Google Shape;1169;p74" title="1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pic>
        <p:nvPicPr>
          <p:cNvPr id="1170" name="Google Shape;1170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4444" y="18531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74"/>
          <p:cNvSpPr txBox="1"/>
          <p:nvPr>
            <p:ph idx="4" type="subTitle"/>
          </p:nvPr>
        </p:nvSpPr>
        <p:spPr>
          <a:xfrm>
            <a:off x="2896916" y="1176174"/>
            <a:ext cx="2178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+ 3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endParaRPr/>
          </a:p>
        </p:txBody>
      </p:sp>
      <p:sp>
        <p:nvSpPr>
          <p:cNvPr id="1172" name="Google Shape;1172;p74"/>
          <p:cNvSpPr txBox="1"/>
          <p:nvPr>
            <p:ph idx="4" type="subTitle"/>
          </p:nvPr>
        </p:nvSpPr>
        <p:spPr>
          <a:xfrm>
            <a:off x="2896916" y="1557174"/>
            <a:ext cx="2178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+ 3 = 6</a:t>
            </a:r>
            <a:endParaRPr/>
          </a:p>
        </p:txBody>
      </p:sp>
      <p:grpSp>
        <p:nvGrpSpPr>
          <p:cNvPr id="1173" name="Google Shape;1173;p74"/>
          <p:cNvGrpSpPr/>
          <p:nvPr/>
        </p:nvGrpSpPr>
        <p:grpSpPr>
          <a:xfrm>
            <a:off x="5266375" y="2520787"/>
            <a:ext cx="2674875" cy="893238"/>
            <a:chOff x="5266375" y="2520787"/>
            <a:chExt cx="2674875" cy="893238"/>
          </a:xfrm>
        </p:grpSpPr>
        <p:grpSp>
          <p:nvGrpSpPr>
            <p:cNvPr id="1174" name="Google Shape;1174;p74"/>
            <p:cNvGrpSpPr/>
            <p:nvPr/>
          </p:nvGrpSpPr>
          <p:grpSpPr>
            <a:xfrm>
              <a:off x="5266375" y="2520787"/>
              <a:ext cx="290214" cy="893238"/>
              <a:chOff x="5974636" y="2520787"/>
              <a:chExt cx="290214" cy="893238"/>
            </a:xfrm>
          </p:grpSpPr>
          <p:grpSp>
            <p:nvGrpSpPr>
              <p:cNvPr id="1175" name="Google Shape;1175;p74"/>
              <p:cNvGrpSpPr/>
              <p:nvPr/>
            </p:nvGrpSpPr>
            <p:grpSpPr>
              <a:xfrm>
                <a:off x="5974636" y="3130387"/>
                <a:ext cx="290214" cy="283638"/>
                <a:chOff x="3801148" y="1460200"/>
                <a:chExt cx="332471" cy="324900"/>
              </a:xfrm>
            </p:grpSpPr>
            <p:sp>
              <p:nvSpPr>
                <p:cNvPr id="1176" name="Google Shape;1176;p74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177" name="Google Shape;1177;p74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78" name="Google Shape;1178;p74"/>
              <p:cNvGrpSpPr/>
              <p:nvPr/>
            </p:nvGrpSpPr>
            <p:grpSpPr>
              <a:xfrm>
                <a:off x="5974636" y="2825587"/>
                <a:ext cx="290214" cy="283638"/>
                <a:chOff x="3801148" y="1460200"/>
                <a:chExt cx="332471" cy="324900"/>
              </a:xfrm>
            </p:grpSpPr>
            <p:sp>
              <p:nvSpPr>
                <p:cNvPr id="1179" name="Google Shape;1179;p74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180" name="Google Shape;1180;p74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81" name="Google Shape;1181;p74"/>
              <p:cNvGrpSpPr/>
              <p:nvPr/>
            </p:nvGrpSpPr>
            <p:grpSpPr>
              <a:xfrm>
                <a:off x="5974636" y="2520787"/>
                <a:ext cx="290214" cy="283638"/>
                <a:chOff x="3801148" y="1460200"/>
                <a:chExt cx="332471" cy="324900"/>
              </a:xfrm>
            </p:grpSpPr>
            <p:sp>
              <p:nvSpPr>
                <p:cNvPr id="1182" name="Google Shape;1182;p74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183" name="Google Shape;1183;p74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184" name="Google Shape;1184;p74"/>
            <p:cNvGrpSpPr/>
            <p:nvPr/>
          </p:nvGrpSpPr>
          <p:grpSpPr>
            <a:xfrm>
              <a:off x="7651036" y="2520787"/>
              <a:ext cx="290214" cy="893238"/>
              <a:chOff x="5974636" y="2520787"/>
              <a:chExt cx="290214" cy="893238"/>
            </a:xfrm>
          </p:grpSpPr>
          <p:grpSp>
            <p:nvGrpSpPr>
              <p:cNvPr id="1185" name="Google Shape;1185;p74"/>
              <p:cNvGrpSpPr/>
              <p:nvPr/>
            </p:nvGrpSpPr>
            <p:grpSpPr>
              <a:xfrm>
                <a:off x="5974636" y="3130387"/>
                <a:ext cx="290214" cy="283638"/>
                <a:chOff x="3801148" y="1460200"/>
                <a:chExt cx="332471" cy="324900"/>
              </a:xfrm>
            </p:grpSpPr>
            <p:sp>
              <p:nvSpPr>
                <p:cNvPr id="1186" name="Google Shape;1186;p74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187" name="Google Shape;1187;p74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88" name="Google Shape;1188;p74"/>
              <p:cNvGrpSpPr/>
              <p:nvPr/>
            </p:nvGrpSpPr>
            <p:grpSpPr>
              <a:xfrm>
                <a:off x="5974636" y="2825587"/>
                <a:ext cx="290214" cy="283638"/>
                <a:chOff x="3801148" y="1460200"/>
                <a:chExt cx="332471" cy="324900"/>
              </a:xfrm>
            </p:grpSpPr>
            <p:sp>
              <p:nvSpPr>
                <p:cNvPr id="1189" name="Google Shape;1189;p74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190" name="Google Shape;1190;p74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91" name="Google Shape;1191;p74"/>
              <p:cNvGrpSpPr/>
              <p:nvPr/>
            </p:nvGrpSpPr>
            <p:grpSpPr>
              <a:xfrm>
                <a:off x="5974636" y="2520787"/>
                <a:ext cx="290214" cy="283638"/>
                <a:chOff x="3801148" y="1460200"/>
                <a:chExt cx="332471" cy="324900"/>
              </a:xfrm>
            </p:grpSpPr>
            <p:sp>
              <p:nvSpPr>
                <p:cNvPr id="1192" name="Google Shape;1192;p74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193" name="Google Shape;1193;p74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1194" name="Google Shape;1194;p74"/>
          <p:cNvSpPr txBox="1"/>
          <p:nvPr>
            <p:ph idx="4" type="subTitle"/>
          </p:nvPr>
        </p:nvSpPr>
        <p:spPr>
          <a:xfrm>
            <a:off x="3354120" y="1938175"/>
            <a:ext cx="899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/>
          </a:p>
        </p:txBody>
      </p:sp>
      <p:sp>
        <p:nvSpPr>
          <p:cNvPr id="1195" name="Google Shape;1195;p74"/>
          <p:cNvSpPr txBox="1"/>
          <p:nvPr>
            <p:ph idx="4" type="subTitle"/>
          </p:nvPr>
        </p:nvSpPr>
        <p:spPr>
          <a:xfrm>
            <a:off x="3506520" y="2319175"/>
            <a:ext cx="899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0" name="Google Shape;1200;p75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2191325" y="2646325"/>
            <a:ext cx="6035077" cy="15391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1" name="Google Shape;1201;p75"/>
          <p:cNvSpPr txBox="1"/>
          <p:nvPr>
            <p:ph idx="1" type="body"/>
          </p:nvPr>
        </p:nvSpPr>
        <p:spPr>
          <a:xfrm>
            <a:off x="324000" y="759300"/>
            <a:ext cx="7135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Aisha and Sam</a:t>
            </a:r>
            <a:r>
              <a:rPr lang="en-GB" sz="2000"/>
              <a:t> are solving the equation</a:t>
            </a:r>
            <a:r>
              <a:rPr lang="en-GB" sz="2100"/>
              <a:t>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+ 13 = 6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endParaRPr/>
          </a:p>
        </p:txBody>
      </p:sp>
      <p:sp>
        <p:nvSpPr>
          <p:cNvPr id="1202" name="Google Shape;1202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equations with unknowns on both sides </a:t>
            </a:r>
            <a:endParaRPr/>
          </a:p>
        </p:txBody>
      </p:sp>
      <p:pic>
        <p:nvPicPr>
          <p:cNvPr id="1203" name="Google Shape;1203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770" y="2677275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4" name="Google Shape;1204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845389" y="3816302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p75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456740" y="1183680"/>
            <a:ext cx="4562299" cy="158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75"/>
          <p:cNvSpPr txBox="1"/>
          <p:nvPr>
            <p:ph idx="1" type="body"/>
          </p:nvPr>
        </p:nvSpPr>
        <p:spPr>
          <a:xfrm>
            <a:off x="868625" y="1411400"/>
            <a:ext cx="4001100" cy="7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You always have to start with the variable terms so I’m going to add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(−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/>
              <a:t> to both sides.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7" name="Google Shape;1207;p75"/>
          <p:cNvSpPr txBox="1"/>
          <p:nvPr>
            <p:ph idx="1" type="body"/>
          </p:nvPr>
        </p:nvSpPr>
        <p:spPr>
          <a:xfrm>
            <a:off x="5334175" y="1295105"/>
            <a:ext cx="23799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Who is right?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8" name="Google Shape;1208;p75"/>
          <p:cNvSpPr txBox="1"/>
          <p:nvPr>
            <p:ph idx="1" type="body"/>
          </p:nvPr>
        </p:nvSpPr>
        <p:spPr>
          <a:xfrm>
            <a:off x="2533800" y="2836750"/>
            <a:ext cx="5441100" cy="7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You don’t have to start with the variable terms. You could manipulate the constants first. I’m going to add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(−3)</a:t>
            </a:r>
            <a:r>
              <a:rPr lang="en-GB" sz="2000"/>
              <a:t> to both sides.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9" name="Google Shape;1209;p75"/>
          <p:cNvSpPr txBox="1"/>
          <p:nvPr>
            <p:ph idx="1" type="body"/>
          </p:nvPr>
        </p:nvSpPr>
        <p:spPr>
          <a:xfrm>
            <a:off x="5334175" y="1662425"/>
            <a:ext cx="3405300" cy="9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Both students’ methods work. There are no rules about what you manipulate first.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76"/>
          <p:cNvSpPr txBox="1"/>
          <p:nvPr>
            <p:ph idx="1" type="body"/>
          </p:nvPr>
        </p:nvSpPr>
        <p:spPr>
          <a:xfrm>
            <a:off x="324000" y="759300"/>
            <a:ext cx="7135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Aisha and Sam</a:t>
            </a:r>
            <a:r>
              <a:rPr lang="en-GB" sz="2000"/>
              <a:t> are solving the equation</a:t>
            </a:r>
            <a:r>
              <a:rPr lang="en-GB" sz="2100"/>
              <a:t>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+ 13 = 6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endParaRPr/>
          </a:p>
        </p:txBody>
      </p:sp>
      <p:sp>
        <p:nvSpPr>
          <p:cNvPr id="1215" name="Google Shape;1215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equations with unknowns on both sides </a:t>
            </a:r>
            <a:endParaRPr/>
          </a:p>
        </p:txBody>
      </p:sp>
      <p:pic>
        <p:nvPicPr>
          <p:cNvPr id="1216" name="Google Shape;121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770" y="3656645"/>
            <a:ext cx="623346" cy="11770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7" name="Google Shape;1217;p76"/>
          <p:cNvGrpSpPr/>
          <p:nvPr/>
        </p:nvGrpSpPr>
        <p:grpSpPr>
          <a:xfrm>
            <a:off x="4723148" y="1957641"/>
            <a:ext cx="4246593" cy="2507834"/>
            <a:chOff x="3679000" y="1380975"/>
            <a:chExt cx="4343896" cy="2543700"/>
          </a:xfrm>
        </p:grpSpPr>
        <p:sp>
          <p:nvSpPr>
            <p:cNvPr id="1218" name="Google Shape;1218;p76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19" name="Google Shape;1219;p76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20" name="Google Shape;1220;p76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21" name="Google Shape;1221;p76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22" name="Google Shape;1222;p76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23" name="Google Shape;1223;p76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24" name="Google Shape;1224;p76"/>
          <p:cNvGrpSpPr/>
          <p:nvPr/>
        </p:nvGrpSpPr>
        <p:grpSpPr>
          <a:xfrm>
            <a:off x="6155643" y="3285736"/>
            <a:ext cx="283500" cy="281400"/>
            <a:chOff x="4237000" y="4025275"/>
            <a:chExt cx="283500" cy="281400"/>
          </a:xfrm>
        </p:grpSpPr>
        <p:sp>
          <p:nvSpPr>
            <p:cNvPr id="1225" name="Google Shape;1225;p7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226" name="Google Shape;1226;p76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7" name="Google Shape;1227;p76"/>
          <p:cNvGrpSpPr/>
          <p:nvPr/>
        </p:nvGrpSpPr>
        <p:grpSpPr>
          <a:xfrm>
            <a:off x="8181764" y="3308196"/>
            <a:ext cx="283500" cy="281400"/>
            <a:chOff x="4237000" y="4025275"/>
            <a:chExt cx="283500" cy="281400"/>
          </a:xfrm>
        </p:grpSpPr>
        <p:sp>
          <p:nvSpPr>
            <p:cNvPr id="1228" name="Google Shape;1228;p7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229" name="Google Shape;1229;p76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0" name="Google Shape;1230;p76"/>
          <p:cNvGrpSpPr/>
          <p:nvPr/>
        </p:nvGrpSpPr>
        <p:grpSpPr>
          <a:xfrm>
            <a:off x="8181764" y="3003396"/>
            <a:ext cx="283500" cy="281400"/>
            <a:chOff x="4237000" y="4025275"/>
            <a:chExt cx="283500" cy="281400"/>
          </a:xfrm>
        </p:grpSpPr>
        <p:sp>
          <p:nvSpPr>
            <p:cNvPr id="1231" name="Google Shape;1231;p7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232" name="Google Shape;1232;p76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3" name="Google Shape;1233;p76"/>
          <p:cNvGrpSpPr/>
          <p:nvPr/>
        </p:nvGrpSpPr>
        <p:grpSpPr>
          <a:xfrm>
            <a:off x="8181764" y="2698596"/>
            <a:ext cx="283500" cy="281400"/>
            <a:chOff x="4237000" y="4025275"/>
            <a:chExt cx="283500" cy="281400"/>
          </a:xfrm>
        </p:grpSpPr>
        <p:sp>
          <p:nvSpPr>
            <p:cNvPr id="1234" name="Google Shape;1234;p7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235" name="Google Shape;1235;p76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6" name="Google Shape;1236;p76"/>
          <p:cNvGrpSpPr/>
          <p:nvPr/>
        </p:nvGrpSpPr>
        <p:grpSpPr>
          <a:xfrm>
            <a:off x="7738202" y="3001596"/>
            <a:ext cx="362100" cy="574970"/>
            <a:chOff x="4479238" y="3622427"/>
            <a:chExt cx="362100" cy="574970"/>
          </a:xfrm>
        </p:grpSpPr>
        <p:grpSp>
          <p:nvGrpSpPr>
            <p:cNvPr id="1237" name="Google Shape;1237;p76"/>
            <p:cNvGrpSpPr/>
            <p:nvPr/>
          </p:nvGrpSpPr>
          <p:grpSpPr>
            <a:xfrm>
              <a:off x="4479238" y="3915996"/>
              <a:ext cx="362100" cy="281400"/>
              <a:chOff x="6668990" y="3490075"/>
              <a:chExt cx="362100" cy="281400"/>
            </a:xfrm>
          </p:grpSpPr>
          <p:sp>
            <p:nvSpPr>
              <p:cNvPr id="1238" name="Google Shape;1238;p76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239" name="Google Shape;1239;p76" title="x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40" name="Google Shape;1240;p76"/>
            <p:cNvGrpSpPr/>
            <p:nvPr/>
          </p:nvGrpSpPr>
          <p:grpSpPr>
            <a:xfrm>
              <a:off x="4479238" y="3622427"/>
              <a:ext cx="362100" cy="281400"/>
              <a:chOff x="6668990" y="3490075"/>
              <a:chExt cx="362100" cy="281400"/>
            </a:xfrm>
          </p:grpSpPr>
          <p:sp>
            <p:nvSpPr>
              <p:cNvPr id="1241" name="Google Shape;1241;p76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242" name="Google Shape;1242;p76" title="x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aphicFrame>
        <p:nvGraphicFramePr>
          <p:cNvPr id="1243" name="Google Shape;1243;p76"/>
          <p:cNvGraphicFramePr/>
          <p:nvPr/>
        </p:nvGraphicFramePr>
        <p:xfrm>
          <a:off x="17459" y="139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244" name="Google Shape;1244;p76"/>
          <p:cNvGrpSpPr/>
          <p:nvPr/>
        </p:nvGrpSpPr>
        <p:grpSpPr>
          <a:xfrm>
            <a:off x="7738202" y="2414457"/>
            <a:ext cx="362100" cy="574970"/>
            <a:chOff x="4479238" y="3622427"/>
            <a:chExt cx="362100" cy="574970"/>
          </a:xfrm>
        </p:grpSpPr>
        <p:grpSp>
          <p:nvGrpSpPr>
            <p:cNvPr id="1245" name="Google Shape;1245;p76"/>
            <p:cNvGrpSpPr/>
            <p:nvPr/>
          </p:nvGrpSpPr>
          <p:grpSpPr>
            <a:xfrm>
              <a:off x="4479238" y="3915996"/>
              <a:ext cx="362100" cy="281400"/>
              <a:chOff x="6668990" y="3490075"/>
              <a:chExt cx="362100" cy="281400"/>
            </a:xfrm>
          </p:grpSpPr>
          <p:sp>
            <p:nvSpPr>
              <p:cNvPr id="1246" name="Google Shape;1246;p76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247" name="Google Shape;1247;p76" title="x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48" name="Google Shape;1248;p76"/>
            <p:cNvGrpSpPr/>
            <p:nvPr/>
          </p:nvGrpSpPr>
          <p:grpSpPr>
            <a:xfrm>
              <a:off x="4479238" y="3622427"/>
              <a:ext cx="362100" cy="281400"/>
              <a:chOff x="6668990" y="3490075"/>
              <a:chExt cx="362100" cy="281400"/>
            </a:xfrm>
          </p:grpSpPr>
          <p:sp>
            <p:nvSpPr>
              <p:cNvPr id="1249" name="Google Shape;1249;p76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250" name="Google Shape;1250;p76" title="x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251" name="Google Shape;1251;p76"/>
          <p:cNvGrpSpPr/>
          <p:nvPr/>
        </p:nvGrpSpPr>
        <p:grpSpPr>
          <a:xfrm>
            <a:off x="7733377" y="2132118"/>
            <a:ext cx="362100" cy="281400"/>
            <a:chOff x="6668990" y="3490075"/>
            <a:chExt cx="362100" cy="281400"/>
          </a:xfrm>
        </p:grpSpPr>
        <p:sp>
          <p:nvSpPr>
            <p:cNvPr id="1252" name="Google Shape;1252;p76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1253" name="Google Shape;1253;p76" title="x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4" name="Google Shape;1254;p76"/>
          <p:cNvGrpSpPr/>
          <p:nvPr/>
        </p:nvGrpSpPr>
        <p:grpSpPr>
          <a:xfrm>
            <a:off x="4970129" y="1849779"/>
            <a:ext cx="3125348" cy="1715557"/>
            <a:chOff x="4970129" y="1849779"/>
            <a:chExt cx="3125348" cy="1715557"/>
          </a:xfrm>
        </p:grpSpPr>
        <p:grpSp>
          <p:nvGrpSpPr>
            <p:cNvPr id="1255" name="Google Shape;1255;p76"/>
            <p:cNvGrpSpPr/>
            <p:nvPr/>
          </p:nvGrpSpPr>
          <p:grpSpPr>
            <a:xfrm>
              <a:off x="4970129" y="3283936"/>
              <a:ext cx="362100" cy="281400"/>
              <a:chOff x="6668990" y="3490075"/>
              <a:chExt cx="362100" cy="281400"/>
            </a:xfrm>
          </p:grpSpPr>
          <p:sp>
            <p:nvSpPr>
              <p:cNvPr id="1256" name="Google Shape;1256;p76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257" name="Google Shape;1257;p76" title="x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58" name="Google Shape;1258;p76"/>
            <p:cNvGrpSpPr/>
            <p:nvPr/>
          </p:nvGrpSpPr>
          <p:grpSpPr>
            <a:xfrm>
              <a:off x="7733377" y="1849779"/>
              <a:ext cx="362100" cy="281400"/>
              <a:chOff x="6668990" y="3490075"/>
              <a:chExt cx="362100" cy="281400"/>
            </a:xfrm>
          </p:grpSpPr>
          <p:sp>
            <p:nvSpPr>
              <p:cNvPr id="1259" name="Google Shape;1259;p76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260" name="Google Shape;1260;p76" title="x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261" name="Google Shape;1261;p76"/>
          <p:cNvGrpSpPr/>
          <p:nvPr/>
        </p:nvGrpSpPr>
        <p:grpSpPr>
          <a:xfrm>
            <a:off x="5808334" y="3285736"/>
            <a:ext cx="283500" cy="281400"/>
            <a:chOff x="4237000" y="4025275"/>
            <a:chExt cx="283500" cy="281400"/>
          </a:xfrm>
        </p:grpSpPr>
        <p:sp>
          <p:nvSpPr>
            <p:cNvPr id="1262" name="Google Shape;1262;p7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263" name="Google Shape;1263;p76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64" name="Google Shape;1264;p76"/>
          <p:cNvGrpSpPr/>
          <p:nvPr/>
        </p:nvGrpSpPr>
        <p:grpSpPr>
          <a:xfrm>
            <a:off x="5808334" y="2992166"/>
            <a:ext cx="283500" cy="281400"/>
            <a:chOff x="4237000" y="4025275"/>
            <a:chExt cx="283500" cy="281400"/>
          </a:xfrm>
        </p:grpSpPr>
        <p:sp>
          <p:nvSpPr>
            <p:cNvPr id="1265" name="Google Shape;1265;p7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266" name="Google Shape;1266;p76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67" name="Google Shape;1267;p76"/>
          <p:cNvGrpSpPr/>
          <p:nvPr/>
        </p:nvGrpSpPr>
        <p:grpSpPr>
          <a:xfrm>
            <a:off x="5808334" y="2698596"/>
            <a:ext cx="283500" cy="281400"/>
            <a:chOff x="4237000" y="4025275"/>
            <a:chExt cx="283500" cy="281400"/>
          </a:xfrm>
        </p:grpSpPr>
        <p:sp>
          <p:nvSpPr>
            <p:cNvPr id="1268" name="Google Shape;1268;p7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269" name="Google Shape;1269;p76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0" name="Google Shape;1270;p76"/>
          <p:cNvGrpSpPr/>
          <p:nvPr/>
        </p:nvGrpSpPr>
        <p:grpSpPr>
          <a:xfrm>
            <a:off x="5427334" y="3285736"/>
            <a:ext cx="283500" cy="281400"/>
            <a:chOff x="4237000" y="4025275"/>
            <a:chExt cx="283500" cy="281400"/>
          </a:xfrm>
        </p:grpSpPr>
        <p:sp>
          <p:nvSpPr>
            <p:cNvPr id="1271" name="Google Shape;1271;p7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272" name="Google Shape;1272;p76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3" name="Google Shape;1273;p76"/>
          <p:cNvGrpSpPr/>
          <p:nvPr/>
        </p:nvGrpSpPr>
        <p:grpSpPr>
          <a:xfrm>
            <a:off x="5427334" y="2992166"/>
            <a:ext cx="283500" cy="281400"/>
            <a:chOff x="4237000" y="4025275"/>
            <a:chExt cx="283500" cy="281400"/>
          </a:xfrm>
        </p:grpSpPr>
        <p:sp>
          <p:nvSpPr>
            <p:cNvPr id="1274" name="Google Shape;1274;p7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275" name="Google Shape;1275;p76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6" name="Google Shape;1276;p76"/>
          <p:cNvGrpSpPr/>
          <p:nvPr/>
        </p:nvGrpSpPr>
        <p:grpSpPr>
          <a:xfrm>
            <a:off x="5427334" y="2698596"/>
            <a:ext cx="283500" cy="281400"/>
            <a:chOff x="4237000" y="4025275"/>
            <a:chExt cx="283500" cy="281400"/>
          </a:xfrm>
        </p:grpSpPr>
        <p:sp>
          <p:nvSpPr>
            <p:cNvPr id="1277" name="Google Shape;1277;p7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278" name="Google Shape;1278;p76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9" name="Google Shape;1279;p76"/>
          <p:cNvGrpSpPr/>
          <p:nvPr/>
        </p:nvGrpSpPr>
        <p:grpSpPr>
          <a:xfrm>
            <a:off x="6155643" y="2992166"/>
            <a:ext cx="283500" cy="281400"/>
            <a:chOff x="4237000" y="4025275"/>
            <a:chExt cx="283500" cy="281400"/>
          </a:xfrm>
        </p:grpSpPr>
        <p:sp>
          <p:nvSpPr>
            <p:cNvPr id="1280" name="Google Shape;1280;p7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281" name="Google Shape;1281;p76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82" name="Google Shape;1282;p76"/>
          <p:cNvGrpSpPr/>
          <p:nvPr/>
        </p:nvGrpSpPr>
        <p:grpSpPr>
          <a:xfrm>
            <a:off x="6155643" y="2698596"/>
            <a:ext cx="283500" cy="281400"/>
            <a:chOff x="4237000" y="4025275"/>
            <a:chExt cx="283500" cy="281400"/>
          </a:xfrm>
        </p:grpSpPr>
        <p:sp>
          <p:nvSpPr>
            <p:cNvPr id="1283" name="Google Shape;1283;p7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284" name="Google Shape;1284;p76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85" name="Google Shape;1285;p76"/>
          <p:cNvGrpSpPr/>
          <p:nvPr/>
        </p:nvGrpSpPr>
        <p:grpSpPr>
          <a:xfrm>
            <a:off x="5808334" y="2416257"/>
            <a:ext cx="283500" cy="281400"/>
            <a:chOff x="4237000" y="4025275"/>
            <a:chExt cx="283500" cy="281400"/>
          </a:xfrm>
        </p:grpSpPr>
        <p:sp>
          <p:nvSpPr>
            <p:cNvPr id="1286" name="Google Shape;1286;p7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287" name="Google Shape;1287;p76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88" name="Google Shape;1288;p76"/>
          <p:cNvGrpSpPr/>
          <p:nvPr/>
        </p:nvGrpSpPr>
        <p:grpSpPr>
          <a:xfrm>
            <a:off x="5808334" y="2122687"/>
            <a:ext cx="283500" cy="281400"/>
            <a:chOff x="4237000" y="4025275"/>
            <a:chExt cx="283500" cy="281400"/>
          </a:xfrm>
        </p:grpSpPr>
        <p:sp>
          <p:nvSpPr>
            <p:cNvPr id="1289" name="Google Shape;1289;p7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290" name="Google Shape;1290;p76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1" name="Google Shape;1291;p76"/>
          <p:cNvGrpSpPr/>
          <p:nvPr/>
        </p:nvGrpSpPr>
        <p:grpSpPr>
          <a:xfrm>
            <a:off x="5427334" y="2416257"/>
            <a:ext cx="283500" cy="281400"/>
            <a:chOff x="4237000" y="4025275"/>
            <a:chExt cx="283500" cy="281400"/>
          </a:xfrm>
        </p:grpSpPr>
        <p:sp>
          <p:nvSpPr>
            <p:cNvPr id="1292" name="Google Shape;1292;p7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293" name="Google Shape;1293;p76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4" name="Google Shape;1294;p76"/>
          <p:cNvGrpSpPr/>
          <p:nvPr/>
        </p:nvGrpSpPr>
        <p:grpSpPr>
          <a:xfrm>
            <a:off x="5427334" y="2122687"/>
            <a:ext cx="283500" cy="281400"/>
            <a:chOff x="4237000" y="4025275"/>
            <a:chExt cx="283500" cy="281400"/>
          </a:xfrm>
        </p:grpSpPr>
        <p:sp>
          <p:nvSpPr>
            <p:cNvPr id="1295" name="Google Shape;1295;p7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296" name="Google Shape;1296;p76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7" name="Google Shape;1297;p76"/>
          <p:cNvGrpSpPr/>
          <p:nvPr/>
        </p:nvGrpSpPr>
        <p:grpSpPr>
          <a:xfrm>
            <a:off x="4533321" y="3289877"/>
            <a:ext cx="3126694" cy="281510"/>
            <a:chOff x="4533321" y="3289877"/>
            <a:chExt cx="3126694" cy="281510"/>
          </a:xfrm>
        </p:grpSpPr>
        <p:grpSp>
          <p:nvGrpSpPr>
            <p:cNvPr id="1298" name="Google Shape;1298;p76"/>
            <p:cNvGrpSpPr/>
            <p:nvPr/>
          </p:nvGrpSpPr>
          <p:grpSpPr>
            <a:xfrm>
              <a:off x="4533321" y="3289877"/>
              <a:ext cx="352215" cy="281510"/>
              <a:chOff x="6364551" y="1728591"/>
              <a:chExt cx="403500" cy="322500"/>
            </a:xfrm>
          </p:grpSpPr>
          <p:sp>
            <p:nvSpPr>
              <p:cNvPr id="1299" name="Google Shape;1299;p76"/>
              <p:cNvSpPr/>
              <p:nvPr/>
            </p:nvSpPr>
            <p:spPr>
              <a:xfrm>
                <a:off x="6364551" y="1728591"/>
                <a:ext cx="403500" cy="3225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&lt;math xmlns=&quot;http://www.w3.org/1998/Math/MathML&quot; display=&quot;block&quot; data-is-equatio=&quot;1&quot; data-latex=&quot;-x&quot;&gt;&lt;mo&gt;−&lt;/mo&gt;&lt;mi&gt;x&lt;/mi&gt;&lt;/math&gt;" id="1300" name="Google Shape;1300;p76" title="negative x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380426" y="1819360"/>
                <a:ext cx="358002" cy="1432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01" name="Google Shape;1301;p76"/>
            <p:cNvGrpSpPr/>
            <p:nvPr/>
          </p:nvGrpSpPr>
          <p:grpSpPr>
            <a:xfrm>
              <a:off x="7307800" y="3289877"/>
              <a:ext cx="352215" cy="281510"/>
              <a:chOff x="6364551" y="1728591"/>
              <a:chExt cx="403500" cy="322500"/>
            </a:xfrm>
          </p:grpSpPr>
          <p:sp>
            <p:nvSpPr>
              <p:cNvPr id="1302" name="Google Shape;1302;p76"/>
              <p:cNvSpPr/>
              <p:nvPr/>
            </p:nvSpPr>
            <p:spPr>
              <a:xfrm>
                <a:off x="6364551" y="1728591"/>
                <a:ext cx="403500" cy="3225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&lt;math xmlns=&quot;http://www.w3.org/1998/Math/MathML&quot; display=&quot;block&quot; data-is-equatio=&quot;1&quot; data-latex=&quot;-x&quot;&gt;&lt;mo&gt;−&lt;/mo&gt;&lt;mi&gt;x&lt;/mi&gt;&lt;/math&gt;" id="1303" name="Google Shape;1303;p76" title="negative x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380426" y="1819360"/>
                <a:ext cx="358002" cy="1432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aphicFrame>
        <p:nvGraphicFramePr>
          <p:cNvPr id="1304" name="Google Shape;1304;p76"/>
          <p:cNvGraphicFramePr/>
          <p:nvPr/>
        </p:nvGraphicFramePr>
        <p:xfrm>
          <a:off x="17459" y="139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05" name="Google Shape;1305;p76"/>
          <p:cNvGraphicFramePr/>
          <p:nvPr/>
        </p:nvGraphicFramePr>
        <p:xfrm>
          <a:off x="17459" y="139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77"/>
          <p:cNvSpPr txBox="1"/>
          <p:nvPr>
            <p:ph idx="1" type="body"/>
          </p:nvPr>
        </p:nvSpPr>
        <p:spPr>
          <a:xfrm>
            <a:off x="324000" y="759300"/>
            <a:ext cx="7135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Aisha and Sam</a:t>
            </a:r>
            <a:r>
              <a:rPr lang="en-GB" sz="2000"/>
              <a:t> are solving the equation</a:t>
            </a:r>
            <a:r>
              <a:rPr lang="en-GB" sz="2100"/>
              <a:t>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+ 13 = 6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endParaRPr/>
          </a:p>
        </p:txBody>
      </p:sp>
      <p:sp>
        <p:nvSpPr>
          <p:cNvPr id="1311" name="Google Shape;1311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equations with unknowns on both sides </a:t>
            </a:r>
            <a:endParaRPr/>
          </a:p>
        </p:txBody>
      </p:sp>
      <p:pic>
        <p:nvPicPr>
          <p:cNvPr id="1312" name="Google Shape;131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770" y="3656645"/>
            <a:ext cx="623346" cy="11770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3" name="Google Shape;1313;p77"/>
          <p:cNvGrpSpPr/>
          <p:nvPr/>
        </p:nvGrpSpPr>
        <p:grpSpPr>
          <a:xfrm>
            <a:off x="4723148" y="1957641"/>
            <a:ext cx="4246593" cy="2507834"/>
            <a:chOff x="3679000" y="1380975"/>
            <a:chExt cx="4343896" cy="2543700"/>
          </a:xfrm>
        </p:grpSpPr>
        <p:sp>
          <p:nvSpPr>
            <p:cNvPr id="1314" name="Google Shape;1314;p77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15" name="Google Shape;1315;p77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16" name="Google Shape;1316;p77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17" name="Google Shape;1317;p77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18" name="Google Shape;1318;p77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19" name="Google Shape;1319;p77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20" name="Google Shape;1320;p77"/>
          <p:cNvGrpSpPr/>
          <p:nvPr/>
        </p:nvGrpSpPr>
        <p:grpSpPr>
          <a:xfrm>
            <a:off x="7738202" y="3295166"/>
            <a:ext cx="362100" cy="281400"/>
            <a:chOff x="6668990" y="3490075"/>
            <a:chExt cx="362100" cy="281400"/>
          </a:xfrm>
        </p:grpSpPr>
        <p:sp>
          <p:nvSpPr>
            <p:cNvPr id="1321" name="Google Shape;1321;p77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1322" name="Google Shape;1322;p77" title="x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323" name="Google Shape;1323;p77"/>
          <p:cNvGraphicFramePr/>
          <p:nvPr/>
        </p:nvGraphicFramePr>
        <p:xfrm>
          <a:off x="17459" y="139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24" name="Google Shape;1324;p77"/>
          <p:cNvGrpSpPr/>
          <p:nvPr/>
        </p:nvGrpSpPr>
        <p:grpSpPr>
          <a:xfrm>
            <a:off x="5808334" y="3285736"/>
            <a:ext cx="283500" cy="281400"/>
            <a:chOff x="4237000" y="4025275"/>
            <a:chExt cx="283500" cy="281400"/>
          </a:xfrm>
        </p:grpSpPr>
        <p:sp>
          <p:nvSpPr>
            <p:cNvPr id="1325" name="Google Shape;1325;p77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326" name="Google Shape;1326;p77" title="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27" name="Google Shape;1327;p77"/>
          <p:cNvGrpSpPr/>
          <p:nvPr/>
        </p:nvGrpSpPr>
        <p:grpSpPr>
          <a:xfrm>
            <a:off x="5427334" y="3285736"/>
            <a:ext cx="283500" cy="281400"/>
            <a:chOff x="4237000" y="4025275"/>
            <a:chExt cx="283500" cy="281400"/>
          </a:xfrm>
        </p:grpSpPr>
        <p:sp>
          <p:nvSpPr>
            <p:cNvPr id="1328" name="Google Shape;1328;p77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329" name="Google Shape;1329;p77" title="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0" name="Google Shape;1330;p77"/>
          <p:cNvGrpSpPr/>
          <p:nvPr/>
        </p:nvGrpSpPr>
        <p:grpSpPr>
          <a:xfrm>
            <a:off x="6155643" y="2698596"/>
            <a:ext cx="2309621" cy="891000"/>
            <a:chOff x="6155643" y="2698596"/>
            <a:chExt cx="2309621" cy="891000"/>
          </a:xfrm>
        </p:grpSpPr>
        <p:grpSp>
          <p:nvGrpSpPr>
            <p:cNvPr id="1331" name="Google Shape;1331;p77"/>
            <p:cNvGrpSpPr/>
            <p:nvPr/>
          </p:nvGrpSpPr>
          <p:grpSpPr>
            <a:xfrm>
              <a:off x="6155643" y="3285736"/>
              <a:ext cx="283500" cy="281400"/>
              <a:chOff x="4237000" y="4025275"/>
              <a:chExt cx="283500" cy="281400"/>
            </a:xfrm>
          </p:grpSpPr>
          <p:sp>
            <p:nvSpPr>
              <p:cNvPr id="1332" name="Google Shape;1332;p77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333" name="Google Shape;1333;p77" title="1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34" name="Google Shape;1334;p77"/>
            <p:cNvGrpSpPr/>
            <p:nvPr/>
          </p:nvGrpSpPr>
          <p:grpSpPr>
            <a:xfrm>
              <a:off x="8181764" y="2698596"/>
              <a:ext cx="283500" cy="891000"/>
              <a:chOff x="8181764" y="2698596"/>
              <a:chExt cx="283500" cy="891000"/>
            </a:xfrm>
          </p:grpSpPr>
          <p:grpSp>
            <p:nvGrpSpPr>
              <p:cNvPr id="1335" name="Google Shape;1335;p77"/>
              <p:cNvGrpSpPr/>
              <p:nvPr/>
            </p:nvGrpSpPr>
            <p:grpSpPr>
              <a:xfrm>
                <a:off x="8181764" y="3308196"/>
                <a:ext cx="283500" cy="281400"/>
                <a:chOff x="4237000" y="4025275"/>
                <a:chExt cx="283500" cy="281400"/>
              </a:xfrm>
            </p:grpSpPr>
            <p:sp>
              <p:nvSpPr>
                <p:cNvPr id="1336" name="Google Shape;1336;p77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337" name="Google Shape;1337;p77" title="1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338" name="Google Shape;1338;p77"/>
              <p:cNvGrpSpPr/>
              <p:nvPr/>
            </p:nvGrpSpPr>
            <p:grpSpPr>
              <a:xfrm>
                <a:off x="8181764" y="3003396"/>
                <a:ext cx="283500" cy="281400"/>
                <a:chOff x="4237000" y="4025275"/>
                <a:chExt cx="283500" cy="281400"/>
              </a:xfrm>
            </p:grpSpPr>
            <p:sp>
              <p:nvSpPr>
                <p:cNvPr id="1339" name="Google Shape;1339;p77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340" name="Google Shape;1340;p77" title="1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341" name="Google Shape;1341;p77"/>
              <p:cNvGrpSpPr/>
              <p:nvPr/>
            </p:nvGrpSpPr>
            <p:grpSpPr>
              <a:xfrm>
                <a:off x="8181764" y="2698596"/>
                <a:ext cx="283500" cy="281400"/>
                <a:chOff x="4237000" y="4025275"/>
                <a:chExt cx="283500" cy="281400"/>
              </a:xfrm>
            </p:grpSpPr>
            <p:sp>
              <p:nvSpPr>
                <p:cNvPr id="1342" name="Google Shape;1342;p77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343" name="Google Shape;1343;p77" title="1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344" name="Google Shape;1344;p77"/>
            <p:cNvGrpSpPr/>
            <p:nvPr/>
          </p:nvGrpSpPr>
          <p:grpSpPr>
            <a:xfrm>
              <a:off x="6155643" y="2992166"/>
              <a:ext cx="283500" cy="281400"/>
              <a:chOff x="4237000" y="4025275"/>
              <a:chExt cx="283500" cy="281400"/>
            </a:xfrm>
          </p:grpSpPr>
          <p:sp>
            <p:nvSpPr>
              <p:cNvPr id="1345" name="Google Shape;1345;p77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346" name="Google Shape;1346;p77" title="1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47" name="Google Shape;1347;p77"/>
            <p:cNvGrpSpPr/>
            <p:nvPr/>
          </p:nvGrpSpPr>
          <p:grpSpPr>
            <a:xfrm>
              <a:off x="6155643" y="2698596"/>
              <a:ext cx="283500" cy="281400"/>
              <a:chOff x="4237000" y="4025275"/>
              <a:chExt cx="283500" cy="281400"/>
            </a:xfrm>
          </p:grpSpPr>
          <p:sp>
            <p:nvSpPr>
              <p:cNvPr id="1348" name="Google Shape;1348;p77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349" name="Google Shape;1349;p77" title="1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350" name="Google Shape;1350;p77"/>
          <p:cNvGrpSpPr/>
          <p:nvPr/>
        </p:nvGrpSpPr>
        <p:grpSpPr>
          <a:xfrm>
            <a:off x="5427334" y="2122687"/>
            <a:ext cx="2672968" cy="1160309"/>
            <a:chOff x="5427334" y="2122687"/>
            <a:chExt cx="2672968" cy="1160309"/>
          </a:xfrm>
        </p:grpSpPr>
        <p:grpSp>
          <p:nvGrpSpPr>
            <p:cNvPr id="1351" name="Google Shape;1351;p77"/>
            <p:cNvGrpSpPr/>
            <p:nvPr/>
          </p:nvGrpSpPr>
          <p:grpSpPr>
            <a:xfrm>
              <a:off x="7733377" y="2132118"/>
              <a:ext cx="366925" cy="1150879"/>
              <a:chOff x="7733377" y="2132118"/>
              <a:chExt cx="366925" cy="1150879"/>
            </a:xfrm>
          </p:grpSpPr>
          <p:grpSp>
            <p:nvGrpSpPr>
              <p:cNvPr id="1352" name="Google Shape;1352;p77"/>
              <p:cNvGrpSpPr/>
              <p:nvPr/>
            </p:nvGrpSpPr>
            <p:grpSpPr>
              <a:xfrm>
                <a:off x="7738202" y="3001596"/>
                <a:ext cx="362100" cy="281400"/>
                <a:chOff x="6668990" y="3490075"/>
                <a:chExt cx="362100" cy="281400"/>
              </a:xfrm>
            </p:grpSpPr>
            <p:sp>
              <p:nvSpPr>
                <p:cNvPr id="1353" name="Google Shape;1353;p77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rgbClr val="D9EAD3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1354" name="Google Shape;1354;p77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355" name="Google Shape;1355;p77"/>
              <p:cNvGrpSpPr/>
              <p:nvPr/>
            </p:nvGrpSpPr>
            <p:grpSpPr>
              <a:xfrm>
                <a:off x="7738202" y="2414457"/>
                <a:ext cx="362100" cy="574970"/>
                <a:chOff x="4479238" y="3622427"/>
                <a:chExt cx="362100" cy="574970"/>
              </a:xfrm>
            </p:grpSpPr>
            <p:grpSp>
              <p:nvGrpSpPr>
                <p:cNvPr id="1356" name="Google Shape;1356;p77"/>
                <p:cNvGrpSpPr/>
                <p:nvPr/>
              </p:nvGrpSpPr>
              <p:grpSpPr>
                <a:xfrm>
                  <a:off x="4479238" y="3915996"/>
                  <a:ext cx="362100" cy="281400"/>
                  <a:chOff x="6668990" y="3490075"/>
                  <a:chExt cx="362100" cy="281400"/>
                </a:xfrm>
              </p:grpSpPr>
              <p:sp>
                <p:nvSpPr>
                  <p:cNvPr id="1357" name="Google Shape;1357;p77"/>
                  <p:cNvSpPr/>
                  <p:nvPr/>
                </p:nvSpPr>
                <p:spPr>
                  <a:xfrm>
                    <a:off x="6668990" y="3490075"/>
                    <a:ext cx="362100" cy="281400"/>
                  </a:xfrm>
                  <a:prstGeom prst="rect">
                    <a:avLst/>
                  </a:prstGeom>
                  <a:solidFill>
                    <a:srgbClr val="D9EAD3"/>
                  </a:solidFill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1" sz="2200">
                      <a:latin typeface="Times"/>
                      <a:ea typeface="Times"/>
                      <a:cs typeface="Times"/>
                      <a:sym typeface="Times"/>
                    </a:endParaRPr>
                  </a:p>
                </p:txBody>
              </p:sp>
              <p:pic>
                <p:nvPicPr>
                  <p:cNvPr descr="&lt;math xmlns=&quot;http://www.w3.org/1998/Math/MathML&quot; display=&quot;block&quot; data-is-equatio=&quot;1&quot; data-latex=&quot;x&quot;&gt;&lt;mi&gt;x&lt;/mi&gt;&lt;/math&gt;" id="1358" name="Google Shape;1358;p77" title="x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6773458" y="3572825"/>
                    <a:ext cx="141700" cy="1293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359" name="Google Shape;1359;p77"/>
                <p:cNvGrpSpPr/>
                <p:nvPr/>
              </p:nvGrpSpPr>
              <p:grpSpPr>
                <a:xfrm>
                  <a:off x="4479238" y="3622427"/>
                  <a:ext cx="362100" cy="281400"/>
                  <a:chOff x="6668990" y="3490075"/>
                  <a:chExt cx="362100" cy="281400"/>
                </a:xfrm>
              </p:grpSpPr>
              <p:sp>
                <p:nvSpPr>
                  <p:cNvPr id="1360" name="Google Shape;1360;p77"/>
                  <p:cNvSpPr/>
                  <p:nvPr/>
                </p:nvSpPr>
                <p:spPr>
                  <a:xfrm>
                    <a:off x="6668990" y="3490075"/>
                    <a:ext cx="362100" cy="281400"/>
                  </a:xfrm>
                  <a:prstGeom prst="rect">
                    <a:avLst/>
                  </a:prstGeom>
                  <a:solidFill>
                    <a:srgbClr val="D9EAD3"/>
                  </a:solidFill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1" sz="2200">
                      <a:latin typeface="Times"/>
                      <a:ea typeface="Times"/>
                      <a:cs typeface="Times"/>
                      <a:sym typeface="Times"/>
                    </a:endParaRPr>
                  </a:p>
                </p:txBody>
              </p:sp>
              <p:pic>
                <p:nvPicPr>
                  <p:cNvPr descr="&lt;math xmlns=&quot;http://www.w3.org/1998/Math/MathML&quot; display=&quot;block&quot; data-is-equatio=&quot;1&quot; data-latex=&quot;x&quot;&gt;&lt;mi&gt;x&lt;/mi&gt;&lt;/math&gt;" id="1361" name="Google Shape;1361;p77" title="x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6773458" y="3572825"/>
                    <a:ext cx="141700" cy="1293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1362" name="Google Shape;1362;p77"/>
              <p:cNvGrpSpPr/>
              <p:nvPr/>
            </p:nvGrpSpPr>
            <p:grpSpPr>
              <a:xfrm>
                <a:off x="7733377" y="2132118"/>
                <a:ext cx="362100" cy="281400"/>
                <a:chOff x="6668990" y="3490075"/>
                <a:chExt cx="362100" cy="281400"/>
              </a:xfrm>
            </p:grpSpPr>
            <p:sp>
              <p:nvSpPr>
                <p:cNvPr id="1363" name="Google Shape;1363;p77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rgbClr val="D9EAD3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1364" name="Google Shape;1364;p77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365" name="Google Shape;1365;p77"/>
            <p:cNvGrpSpPr/>
            <p:nvPr/>
          </p:nvGrpSpPr>
          <p:grpSpPr>
            <a:xfrm>
              <a:off x="5427334" y="2122687"/>
              <a:ext cx="664500" cy="1150879"/>
              <a:chOff x="5427334" y="2122687"/>
              <a:chExt cx="664500" cy="1150879"/>
            </a:xfrm>
          </p:grpSpPr>
          <p:grpSp>
            <p:nvGrpSpPr>
              <p:cNvPr id="1366" name="Google Shape;1366;p77"/>
              <p:cNvGrpSpPr/>
              <p:nvPr/>
            </p:nvGrpSpPr>
            <p:grpSpPr>
              <a:xfrm>
                <a:off x="5808334" y="2992166"/>
                <a:ext cx="283500" cy="281400"/>
                <a:chOff x="4237000" y="4025275"/>
                <a:chExt cx="283500" cy="281400"/>
              </a:xfrm>
            </p:grpSpPr>
            <p:sp>
              <p:nvSpPr>
                <p:cNvPr id="1367" name="Google Shape;1367;p77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368" name="Google Shape;1368;p77" title="1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369" name="Google Shape;1369;p77"/>
              <p:cNvGrpSpPr/>
              <p:nvPr/>
            </p:nvGrpSpPr>
            <p:grpSpPr>
              <a:xfrm>
                <a:off x="5808334" y="2698596"/>
                <a:ext cx="283500" cy="281400"/>
                <a:chOff x="4237000" y="4025275"/>
                <a:chExt cx="283500" cy="281400"/>
              </a:xfrm>
            </p:grpSpPr>
            <p:sp>
              <p:nvSpPr>
                <p:cNvPr id="1370" name="Google Shape;1370;p77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371" name="Google Shape;1371;p77" title="1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372" name="Google Shape;1372;p77"/>
              <p:cNvGrpSpPr/>
              <p:nvPr/>
            </p:nvGrpSpPr>
            <p:grpSpPr>
              <a:xfrm>
                <a:off x="5427334" y="2992166"/>
                <a:ext cx="283500" cy="281400"/>
                <a:chOff x="4237000" y="4025275"/>
                <a:chExt cx="283500" cy="281400"/>
              </a:xfrm>
            </p:grpSpPr>
            <p:sp>
              <p:nvSpPr>
                <p:cNvPr id="1373" name="Google Shape;1373;p77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374" name="Google Shape;1374;p77" title="1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375" name="Google Shape;1375;p77"/>
              <p:cNvGrpSpPr/>
              <p:nvPr/>
            </p:nvGrpSpPr>
            <p:grpSpPr>
              <a:xfrm>
                <a:off x="5427334" y="2698596"/>
                <a:ext cx="283500" cy="281400"/>
                <a:chOff x="4237000" y="4025275"/>
                <a:chExt cx="283500" cy="281400"/>
              </a:xfrm>
            </p:grpSpPr>
            <p:sp>
              <p:nvSpPr>
                <p:cNvPr id="1376" name="Google Shape;1376;p77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377" name="Google Shape;1377;p77" title="1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378" name="Google Shape;1378;p77"/>
              <p:cNvGrpSpPr/>
              <p:nvPr/>
            </p:nvGrpSpPr>
            <p:grpSpPr>
              <a:xfrm>
                <a:off x="5808334" y="2416257"/>
                <a:ext cx="283500" cy="281400"/>
                <a:chOff x="4237000" y="4025275"/>
                <a:chExt cx="283500" cy="281400"/>
              </a:xfrm>
            </p:grpSpPr>
            <p:sp>
              <p:nvSpPr>
                <p:cNvPr id="1379" name="Google Shape;1379;p77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380" name="Google Shape;1380;p77" title="1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381" name="Google Shape;1381;p77"/>
              <p:cNvGrpSpPr/>
              <p:nvPr/>
            </p:nvGrpSpPr>
            <p:grpSpPr>
              <a:xfrm>
                <a:off x="5808334" y="2122687"/>
                <a:ext cx="283500" cy="281400"/>
                <a:chOff x="4237000" y="4025275"/>
                <a:chExt cx="283500" cy="281400"/>
              </a:xfrm>
            </p:grpSpPr>
            <p:sp>
              <p:nvSpPr>
                <p:cNvPr id="1382" name="Google Shape;1382;p77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383" name="Google Shape;1383;p77" title="1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384" name="Google Shape;1384;p77"/>
              <p:cNvGrpSpPr/>
              <p:nvPr/>
            </p:nvGrpSpPr>
            <p:grpSpPr>
              <a:xfrm>
                <a:off x="5427334" y="2416257"/>
                <a:ext cx="283500" cy="281400"/>
                <a:chOff x="4237000" y="4025275"/>
                <a:chExt cx="283500" cy="281400"/>
              </a:xfrm>
            </p:grpSpPr>
            <p:sp>
              <p:nvSpPr>
                <p:cNvPr id="1385" name="Google Shape;1385;p77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386" name="Google Shape;1386;p77" title="1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387" name="Google Shape;1387;p77"/>
              <p:cNvGrpSpPr/>
              <p:nvPr/>
            </p:nvGrpSpPr>
            <p:grpSpPr>
              <a:xfrm>
                <a:off x="5427334" y="2122687"/>
                <a:ext cx="283500" cy="281400"/>
                <a:chOff x="4237000" y="4025275"/>
                <a:chExt cx="283500" cy="281400"/>
              </a:xfrm>
            </p:grpSpPr>
            <p:sp>
              <p:nvSpPr>
                <p:cNvPr id="1388" name="Google Shape;1388;p77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389" name="Google Shape;1389;p77" title="1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aphicFrame>
        <p:nvGraphicFramePr>
          <p:cNvPr id="1390" name="Google Shape;1390;p77"/>
          <p:cNvGraphicFramePr/>
          <p:nvPr/>
        </p:nvGraphicFramePr>
        <p:xfrm>
          <a:off x="17459" y="139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i="1"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1" name="Google Shape;1391;p77"/>
          <p:cNvGraphicFramePr/>
          <p:nvPr/>
        </p:nvGraphicFramePr>
        <p:xfrm>
          <a:off x="17459" y="139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92" name="Google Shape;1392;p77"/>
          <p:cNvGrpSpPr/>
          <p:nvPr/>
        </p:nvGrpSpPr>
        <p:grpSpPr>
          <a:xfrm>
            <a:off x="5037775" y="2695648"/>
            <a:ext cx="3806645" cy="893238"/>
            <a:chOff x="5037775" y="2695648"/>
            <a:chExt cx="3806645" cy="893238"/>
          </a:xfrm>
        </p:grpSpPr>
        <p:grpSp>
          <p:nvGrpSpPr>
            <p:cNvPr id="1393" name="Google Shape;1393;p77"/>
            <p:cNvGrpSpPr/>
            <p:nvPr/>
          </p:nvGrpSpPr>
          <p:grpSpPr>
            <a:xfrm>
              <a:off x="5037775" y="2695648"/>
              <a:ext cx="290214" cy="893238"/>
              <a:chOff x="5974636" y="2520787"/>
              <a:chExt cx="290214" cy="893238"/>
            </a:xfrm>
          </p:grpSpPr>
          <p:grpSp>
            <p:nvGrpSpPr>
              <p:cNvPr id="1394" name="Google Shape;1394;p77"/>
              <p:cNvGrpSpPr/>
              <p:nvPr/>
            </p:nvGrpSpPr>
            <p:grpSpPr>
              <a:xfrm>
                <a:off x="5974636" y="3130387"/>
                <a:ext cx="290214" cy="283638"/>
                <a:chOff x="3801148" y="1460200"/>
                <a:chExt cx="332471" cy="324900"/>
              </a:xfrm>
            </p:grpSpPr>
            <p:sp>
              <p:nvSpPr>
                <p:cNvPr id="1395" name="Google Shape;1395;p77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396" name="Google Shape;1396;p77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397" name="Google Shape;1397;p77"/>
              <p:cNvGrpSpPr/>
              <p:nvPr/>
            </p:nvGrpSpPr>
            <p:grpSpPr>
              <a:xfrm>
                <a:off x="5974636" y="2825587"/>
                <a:ext cx="290214" cy="283638"/>
                <a:chOff x="3801148" y="1460200"/>
                <a:chExt cx="332471" cy="324900"/>
              </a:xfrm>
            </p:grpSpPr>
            <p:sp>
              <p:nvSpPr>
                <p:cNvPr id="1398" name="Google Shape;1398;p77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399" name="Google Shape;1399;p77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400" name="Google Shape;1400;p77"/>
              <p:cNvGrpSpPr/>
              <p:nvPr/>
            </p:nvGrpSpPr>
            <p:grpSpPr>
              <a:xfrm>
                <a:off x="5974636" y="2520787"/>
                <a:ext cx="290214" cy="283638"/>
                <a:chOff x="3801148" y="1460200"/>
                <a:chExt cx="332471" cy="324900"/>
              </a:xfrm>
            </p:grpSpPr>
            <p:sp>
              <p:nvSpPr>
                <p:cNvPr id="1401" name="Google Shape;1401;p77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402" name="Google Shape;1402;p77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403" name="Google Shape;1403;p77"/>
            <p:cNvGrpSpPr/>
            <p:nvPr/>
          </p:nvGrpSpPr>
          <p:grpSpPr>
            <a:xfrm>
              <a:off x="8554205" y="2695648"/>
              <a:ext cx="290214" cy="893238"/>
              <a:chOff x="5974636" y="2520787"/>
              <a:chExt cx="290214" cy="893238"/>
            </a:xfrm>
          </p:grpSpPr>
          <p:grpSp>
            <p:nvGrpSpPr>
              <p:cNvPr id="1404" name="Google Shape;1404;p77"/>
              <p:cNvGrpSpPr/>
              <p:nvPr/>
            </p:nvGrpSpPr>
            <p:grpSpPr>
              <a:xfrm>
                <a:off x="5974636" y="3130387"/>
                <a:ext cx="290214" cy="283638"/>
                <a:chOff x="3801148" y="1460200"/>
                <a:chExt cx="332471" cy="324900"/>
              </a:xfrm>
            </p:grpSpPr>
            <p:sp>
              <p:nvSpPr>
                <p:cNvPr id="1405" name="Google Shape;1405;p77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406" name="Google Shape;1406;p77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407" name="Google Shape;1407;p77"/>
              <p:cNvGrpSpPr/>
              <p:nvPr/>
            </p:nvGrpSpPr>
            <p:grpSpPr>
              <a:xfrm>
                <a:off x="5974636" y="2825587"/>
                <a:ext cx="290214" cy="283638"/>
                <a:chOff x="3801148" y="1460200"/>
                <a:chExt cx="332471" cy="324900"/>
              </a:xfrm>
            </p:grpSpPr>
            <p:sp>
              <p:nvSpPr>
                <p:cNvPr id="1408" name="Google Shape;1408;p77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409" name="Google Shape;1409;p77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410" name="Google Shape;1410;p77"/>
              <p:cNvGrpSpPr/>
              <p:nvPr/>
            </p:nvGrpSpPr>
            <p:grpSpPr>
              <a:xfrm>
                <a:off x="5974636" y="2520787"/>
                <a:ext cx="290214" cy="283638"/>
                <a:chOff x="3801148" y="1460200"/>
                <a:chExt cx="332471" cy="324900"/>
              </a:xfrm>
            </p:grpSpPr>
            <p:sp>
              <p:nvSpPr>
                <p:cNvPr id="1411" name="Google Shape;1411;p77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412" name="Google Shape;1412;p77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78"/>
          <p:cNvSpPr txBox="1"/>
          <p:nvPr>
            <p:ph idx="1" type="body"/>
          </p:nvPr>
        </p:nvSpPr>
        <p:spPr>
          <a:xfrm>
            <a:off x="324000" y="759300"/>
            <a:ext cx="7135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Aisha and Sam</a:t>
            </a:r>
            <a:r>
              <a:rPr lang="en-GB" sz="2000"/>
              <a:t> are solving the equation</a:t>
            </a:r>
            <a:r>
              <a:rPr lang="en-GB" sz="2100"/>
              <a:t>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+ 13 = 6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endParaRPr/>
          </a:p>
        </p:txBody>
      </p:sp>
      <p:sp>
        <p:nvSpPr>
          <p:cNvPr id="1418" name="Google Shape;1418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equations with unknowns on both sides </a:t>
            </a:r>
            <a:endParaRPr/>
          </a:p>
        </p:txBody>
      </p:sp>
      <p:grpSp>
        <p:nvGrpSpPr>
          <p:cNvPr id="1419" name="Google Shape;1419;p78"/>
          <p:cNvGrpSpPr/>
          <p:nvPr/>
        </p:nvGrpSpPr>
        <p:grpSpPr>
          <a:xfrm>
            <a:off x="4720735" y="1957641"/>
            <a:ext cx="4246593" cy="2507834"/>
            <a:chOff x="3679000" y="1380975"/>
            <a:chExt cx="4343896" cy="2543700"/>
          </a:xfrm>
        </p:grpSpPr>
        <p:sp>
          <p:nvSpPr>
            <p:cNvPr id="1420" name="Google Shape;1420;p78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21" name="Google Shape;1421;p78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2" name="Google Shape;1422;p78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23" name="Google Shape;1423;p78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4" name="Google Shape;1424;p78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25" name="Google Shape;1425;p78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26" name="Google Shape;1426;p78"/>
          <p:cNvGrpSpPr/>
          <p:nvPr/>
        </p:nvGrpSpPr>
        <p:grpSpPr>
          <a:xfrm>
            <a:off x="4589129" y="3283936"/>
            <a:ext cx="362100" cy="281400"/>
            <a:chOff x="6668990" y="3490075"/>
            <a:chExt cx="362100" cy="281400"/>
          </a:xfrm>
        </p:grpSpPr>
        <p:sp>
          <p:nvSpPr>
            <p:cNvPr id="1427" name="Google Shape;1427;p78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1428" name="Google Shape;1428;p78" title="x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9" name="Google Shape;1429;p78"/>
          <p:cNvGrpSpPr/>
          <p:nvPr/>
        </p:nvGrpSpPr>
        <p:grpSpPr>
          <a:xfrm>
            <a:off x="7735790" y="3001596"/>
            <a:ext cx="362100" cy="574970"/>
            <a:chOff x="4479238" y="3622427"/>
            <a:chExt cx="362100" cy="574970"/>
          </a:xfrm>
        </p:grpSpPr>
        <p:grpSp>
          <p:nvGrpSpPr>
            <p:cNvPr id="1430" name="Google Shape;1430;p78"/>
            <p:cNvGrpSpPr/>
            <p:nvPr/>
          </p:nvGrpSpPr>
          <p:grpSpPr>
            <a:xfrm>
              <a:off x="4479238" y="3915996"/>
              <a:ext cx="362100" cy="281400"/>
              <a:chOff x="6668990" y="3490075"/>
              <a:chExt cx="362100" cy="281400"/>
            </a:xfrm>
          </p:grpSpPr>
          <p:sp>
            <p:nvSpPr>
              <p:cNvPr id="1431" name="Google Shape;1431;p78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432" name="Google Shape;1432;p78" title="x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33" name="Google Shape;1433;p78"/>
            <p:cNvGrpSpPr/>
            <p:nvPr/>
          </p:nvGrpSpPr>
          <p:grpSpPr>
            <a:xfrm>
              <a:off x="4479238" y="3622427"/>
              <a:ext cx="362100" cy="281400"/>
              <a:chOff x="6668990" y="3490075"/>
              <a:chExt cx="362100" cy="281400"/>
            </a:xfrm>
          </p:grpSpPr>
          <p:sp>
            <p:nvSpPr>
              <p:cNvPr id="1434" name="Google Shape;1434;p78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435" name="Google Shape;1435;p78" title="x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aphicFrame>
        <p:nvGraphicFramePr>
          <p:cNvPr id="1436" name="Google Shape;1436;p78"/>
          <p:cNvGraphicFramePr/>
          <p:nvPr/>
        </p:nvGraphicFramePr>
        <p:xfrm>
          <a:off x="17459" y="139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437" name="Google Shape;1437;p78"/>
          <p:cNvGrpSpPr/>
          <p:nvPr/>
        </p:nvGrpSpPr>
        <p:grpSpPr>
          <a:xfrm>
            <a:off x="7735790" y="2414457"/>
            <a:ext cx="362100" cy="574970"/>
            <a:chOff x="4479238" y="3622427"/>
            <a:chExt cx="362100" cy="574970"/>
          </a:xfrm>
        </p:grpSpPr>
        <p:grpSp>
          <p:nvGrpSpPr>
            <p:cNvPr id="1438" name="Google Shape;1438;p78"/>
            <p:cNvGrpSpPr/>
            <p:nvPr/>
          </p:nvGrpSpPr>
          <p:grpSpPr>
            <a:xfrm>
              <a:off x="4479238" y="3915996"/>
              <a:ext cx="362100" cy="281400"/>
              <a:chOff x="6668990" y="3490075"/>
              <a:chExt cx="362100" cy="281400"/>
            </a:xfrm>
          </p:grpSpPr>
          <p:sp>
            <p:nvSpPr>
              <p:cNvPr id="1439" name="Google Shape;1439;p78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440" name="Google Shape;1440;p78" title="x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41" name="Google Shape;1441;p78"/>
            <p:cNvGrpSpPr/>
            <p:nvPr/>
          </p:nvGrpSpPr>
          <p:grpSpPr>
            <a:xfrm>
              <a:off x="4479238" y="3622427"/>
              <a:ext cx="362100" cy="281400"/>
              <a:chOff x="6668990" y="3490075"/>
              <a:chExt cx="362100" cy="281400"/>
            </a:xfrm>
          </p:grpSpPr>
          <p:sp>
            <p:nvSpPr>
              <p:cNvPr id="1442" name="Google Shape;1442;p78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443" name="Google Shape;1443;p78" title="x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444" name="Google Shape;1444;p78"/>
          <p:cNvGrpSpPr/>
          <p:nvPr/>
        </p:nvGrpSpPr>
        <p:grpSpPr>
          <a:xfrm>
            <a:off x="7730965" y="2132118"/>
            <a:ext cx="362100" cy="281400"/>
            <a:chOff x="6668990" y="3490075"/>
            <a:chExt cx="362100" cy="281400"/>
          </a:xfrm>
        </p:grpSpPr>
        <p:sp>
          <p:nvSpPr>
            <p:cNvPr id="1445" name="Google Shape;1445;p78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1446" name="Google Shape;1446;p78" title="x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7" name="Google Shape;1447;p78"/>
          <p:cNvGrpSpPr/>
          <p:nvPr/>
        </p:nvGrpSpPr>
        <p:grpSpPr>
          <a:xfrm>
            <a:off x="7730965" y="1849779"/>
            <a:ext cx="362100" cy="281400"/>
            <a:chOff x="6668990" y="3490075"/>
            <a:chExt cx="362100" cy="281400"/>
          </a:xfrm>
        </p:grpSpPr>
        <p:sp>
          <p:nvSpPr>
            <p:cNvPr id="1448" name="Google Shape;1448;p78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1449" name="Google Shape;1449;p78" title="x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0" name="Google Shape;1450;p78"/>
          <p:cNvGrpSpPr/>
          <p:nvPr/>
        </p:nvGrpSpPr>
        <p:grpSpPr>
          <a:xfrm>
            <a:off x="5427334" y="3285736"/>
            <a:ext cx="283500" cy="281400"/>
            <a:chOff x="4237000" y="4025275"/>
            <a:chExt cx="283500" cy="281400"/>
          </a:xfrm>
        </p:grpSpPr>
        <p:sp>
          <p:nvSpPr>
            <p:cNvPr id="1451" name="Google Shape;1451;p78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452" name="Google Shape;1452;p78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3" name="Google Shape;1453;p78"/>
          <p:cNvGrpSpPr/>
          <p:nvPr/>
        </p:nvGrpSpPr>
        <p:grpSpPr>
          <a:xfrm>
            <a:off x="5427334" y="2992166"/>
            <a:ext cx="283500" cy="281400"/>
            <a:chOff x="4237000" y="4025275"/>
            <a:chExt cx="283500" cy="281400"/>
          </a:xfrm>
        </p:grpSpPr>
        <p:sp>
          <p:nvSpPr>
            <p:cNvPr id="1454" name="Google Shape;1454;p78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455" name="Google Shape;1455;p78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6" name="Google Shape;1456;p78"/>
          <p:cNvGrpSpPr/>
          <p:nvPr/>
        </p:nvGrpSpPr>
        <p:grpSpPr>
          <a:xfrm>
            <a:off x="5427334" y="2698596"/>
            <a:ext cx="283500" cy="281400"/>
            <a:chOff x="4237000" y="4025275"/>
            <a:chExt cx="283500" cy="281400"/>
          </a:xfrm>
        </p:grpSpPr>
        <p:sp>
          <p:nvSpPr>
            <p:cNvPr id="1457" name="Google Shape;1457;p78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458" name="Google Shape;1458;p78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9" name="Google Shape;1459;p78"/>
          <p:cNvGrpSpPr/>
          <p:nvPr/>
        </p:nvGrpSpPr>
        <p:grpSpPr>
          <a:xfrm>
            <a:off x="5046334" y="3285736"/>
            <a:ext cx="283500" cy="281400"/>
            <a:chOff x="4237000" y="4025275"/>
            <a:chExt cx="283500" cy="281400"/>
          </a:xfrm>
        </p:grpSpPr>
        <p:sp>
          <p:nvSpPr>
            <p:cNvPr id="1460" name="Google Shape;1460;p78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461" name="Google Shape;1461;p78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2" name="Google Shape;1462;p78"/>
          <p:cNvGrpSpPr/>
          <p:nvPr/>
        </p:nvGrpSpPr>
        <p:grpSpPr>
          <a:xfrm>
            <a:off x="5046334" y="2992166"/>
            <a:ext cx="283500" cy="281400"/>
            <a:chOff x="4237000" y="4025275"/>
            <a:chExt cx="283500" cy="281400"/>
          </a:xfrm>
        </p:grpSpPr>
        <p:sp>
          <p:nvSpPr>
            <p:cNvPr id="1463" name="Google Shape;1463;p78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464" name="Google Shape;1464;p78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5" name="Google Shape;1465;p78"/>
          <p:cNvGrpSpPr/>
          <p:nvPr/>
        </p:nvGrpSpPr>
        <p:grpSpPr>
          <a:xfrm>
            <a:off x="5046334" y="2698596"/>
            <a:ext cx="283500" cy="281400"/>
            <a:chOff x="4237000" y="4025275"/>
            <a:chExt cx="283500" cy="281400"/>
          </a:xfrm>
        </p:grpSpPr>
        <p:sp>
          <p:nvSpPr>
            <p:cNvPr id="1466" name="Google Shape;1466;p78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467" name="Google Shape;1467;p78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8" name="Google Shape;1468;p78"/>
          <p:cNvGrpSpPr/>
          <p:nvPr/>
        </p:nvGrpSpPr>
        <p:grpSpPr>
          <a:xfrm>
            <a:off x="5774643" y="2698596"/>
            <a:ext cx="2688209" cy="891000"/>
            <a:chOff x="5774643" y="2698596"/>
            <a:chExt cx="2688209" cy="891000"/>
          </a:xfrm>
        </p:grpSpPr>
        <p:grpSp>
          <p:nvGrpSpPr>
            <p:cNvPr id="1469" name="Google Shape;1469;p78"/>
            <p:cNvGrpSpPr/>
            <p:nvPr/>
          </p:nvGrpSpPr>
          <p:grpSpPr>
            <a:xfrm>
              <a:off x="8179352" y="2698596"/>
              <a:ext cx="283500" cy="891000"/>
              <a:chOff x="8181764" y="2698596"/>
              <a:chExt cx="283500" cy="891000"/>
            </a:xfrm>
          </p:grpSpPr>
          <p:grpSp>
            <p:nvGrpSpPr>
              <p:cNvPr id="1470" name="Google Shape;1470;p78"/>
              <p:cNvGrpSpPr/>
              <p:nvPr/>
            </p:nvGrpSpPr>
            <p:grpSpPr>
              <a:xfrm>
                <a:off x="8181764" y="3308196"/>
                <a:ext cx="283500" cy="281400"/>
                <a:chOff x="4237000" y="4025275"/>
                <a:chExt cx="283500" cy="281400"/>
              </a:xfrm>
            </p:grpSpPr>
            <p:sp>
              <p:nvSpPr>
                <p:cNvPr id="1471" name="Google Shape;1471;p78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472" name="Google Shape;1472;p78" title="1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473" name="Google Shape;1473;p78"/>
              <p:cNvGrpSpPr/>
              <p:nvPr/>
            </p:nvGrpSpPr>
            <p:grpSpPr>
              <a:xfrm>
                <a:off x="8181764" y="3003396"/>
                <a:ext cx="283500" cy="281400"/>
                <a:chOff x="4237000" y="4025275"/>
                <a:chExt cx="283500" cy="281400"/>
              </a:xfrm>
            </p:grpSpPr>
            <p:sp>
              <p:nvSpPr>
                <p:cNvPr id="1474" name="Google Shape;1474;p78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475" name="Google Shape;1475;p78" title="1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476" name="Google Shape;1476;p78"/>
              <p:cNvGrpSpPr/>
              <p:nvPr/>
            </p:nvGrpSpPr>
            <p:grpSpPr>
              <a:xfrm>
                <a:off x="8181764" y="2698596"/>
                <a:ext cx="283500" cy="281400"/>
                <a:chOff x="4237000" y="4025275"/>
                <a:chExt cx="283500" cy="281400"/>
              </a:xfrm>
            </p:grpSpPr>
            <p:sp>
              <p:nvSpPr>
                <p:cNvPr id="1477" name="Google Shape;1477;p78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478" name="Google Shape;1478;p78" title="1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479" name="Google Shape;1479;p78"/>
            <p:cNvGrpSpPr/>
            <p:nvPr/>
          </p:nvGrpSpPr>
          <p:grpSpPr>
            <a:xfrm>
              <a:off x="5774643" y="2698596"/>
              <a:ext cx="283500" cy="868539"/>
              <a:chOff x="6155643" y="2698596"/>
              <a:chExt cx="283500" cy="868539"/>
            </a:xfrm>
          </p:grpSpPr>
          <p:grpSp>
            <p:nvGrpSpPr>
              <p:cNvPr id="1480" name="Google Shape;1480;p78"/>
              <p:cNvGrpSpPr/>
              <p:nvPr/>
            </p:nvGrpSpPr>
            <p:grpSpPr>
              <a:xfrm>
                <a:off x="6155643" y="3285736"/>
                <a:ext cx="283500" cy="281400"/>
                <a:chOff x="4237000" y="4025275"/>
                <a:chExt cx="283500" cy="281400"/>
              </a:xfrm>
            </p:grpSpPr>
            <p:sp>
              <p:nvSpPr>
                <p:cNvPr id="1481" name="Google Shape;1481;p78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482" name="Google Shape;1482;p78" title="1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483" name="Google Shape;1483;p78"/>
              <p:cNvGrpSpPr/>
              <p:nvPr/>
            </p:nvGrpSpPr>
            <p:grpSpPr>
              <a:xfrm>
                <a:off x="6155643" y="2992166"/>
                <a:ext cx="283500" cy="281400"/>
                <a:chOff x="4237000" y="4025275"/>
                <a:chExt cx="283500" cy="281400"/>
              </a:xfrm>
            </p:grpSpPr>
            <p:sp>
              <p:nvSpPr>
                <p:cNvPr id="1484" name="Google Shape;1484;p78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485" name="Google Shape;1485;p78" title="1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486" name="Google Shape;1486;p78"/>
              <p:cNvGrpSpPr/>
              <p:nvPr/>
            </p:nvGrpSpPr>
            <p:grpSpPr>
              <a:xfrm>
                <a:off x="6155643" y="2698596"/>
                <a:ext cx="283500" cy="281400"/>
                <a:chOff x="4237000" y="4025275"/>
                <a:chExt cx="283500" cy="281400"/>
              </a:xfrm>
            </p:grpSpPr>
            <p:sp>
              <p:nvSpPr>
                <p:cNvPr id="1487" name="Google Shape;1487;p78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488" name="Google Shape;1488;p78" title="1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1489" name="Google Shape;1489;p78"/>
          <p:cNvGrpSpPr/>
          <p:nvPr/>
        </p:nvGrpSpPr>
        <p:grpSpPr>
          <a:xfrm>
            <a:off x="5427334" y="2416257"/>
            <a:ext cx="283500" cy="281400"/>
            <a:chOff x="4237000" y="4025275"/>
            <a:chExt cx="283500" cy="281400"/>
          </a:xfrm>
        </p:grpSpPr>
        <p:sp>
          <p:nvSpPr>
            <p:cNvPr id="1490" name="Google Shape;1490;p78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491" name="Google Shape;1491;p78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92" name="Google Shape;1492;p78"/>
          <p:cNvGrpSpPr/>
          <p:nvPr/>
        </p:nvGrpSpPr>
        <p:grpSpPr>
          <a:xfrm>
            <a:off x="5427334" y="2122687"/>
            <a:ext cx="283500" cy="281400"/>
            <a:chOff x="4237000" y="4025275"/>
            <a:chExt cx="283500" cy="281400"/>
          </a:xfrm>
        </p:grpSpPr>
        <p:sp>
          <p:nvSpPr>
            <p:cNvPr id="1493" name="Google Shape;1493;p78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494" name="Google Shape;1494;p78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95" name="Google Shape;1495;p78"/>
          <p:cNvGrpSpPr/>
          <p:nvPr/>
        </p:nvGrpSpPr>
        <p:grpSpPr>
          <a:xfrm>
            <a:off x="5046334" y="2416257"/>
            <a:ext cx="283500" cy="281400"/>
            <a:chOff x="4237000" y="4025275"/>
            <a:chExt cx="283500" cy="281400"/>
          </a:xfrm>
        </p:grpSpPr>
        <p:sp>
          <p:nvSpPr>
            <p:cNvPr id="1496" name="Google Shape;1496;p78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497" name="Google Shape;1497;p78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98" name="Google Shape;1498;p78"/>
          <p:cNvGrpSpPr/>
          <p:nvPr/>
        </p:nvGrpSpPr>
        <p:grpSpPr>
          <a:xfrm>
            <a:off x="5046334" y="2122687"/>
            <a:ext cx="283500" cy="281400"/>
            <a:chOff x="4237000" y="4025275"/>
            <a:chExt cx="283500" cy="281400"/>
          </a:xfrm>
        </p:grpSpPr>
        <p:sp>
          <p:nvSpPr>
            <p:cNvPr id="1499" name="Google Shape;1499;p78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500" name="Google Shape;1500;p78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501" name="Google Shape;1501;p78"/>
          <p:cNvGraphicFramePr/>
          <p:nvPr/>
        </p:nvGraphicFramePr>
        <p:xfrm>
          <a:off x="17459" y="139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02" name="Google Shape;1502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50" y="3805071"/>
            <a:ext cx="705943" cy="1016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03" name="Google Shape;1503;p78"/>
          <p:cNvGraphicFramePr/>
          <p:nvPr/>
        </p:nvGraphicFramePr>
        <p:xfrm>
          <a:off x="17459" y="139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504" name="Google Shape;1504;p78"/>
          <p:cNvGrpSpPr/>
          <p:nvPr/>
        </p:nvGrpSpPr>
        <p:grpSpPr>
          <a:xfrm>
            <a:off x="6115805" y="2695648"/>
            <a:ext cx="2717384" cy="893238"/>
            <a:chOff x="6115805" y="2695648"/>
            <a:chExt cx="2717384" cy="893238"/>
          </a:xfrm>
        </p:grpSpPr>
        <p:grpSp>
          <p:nvGrpSpPr>
            <p:cNvPr id="1505" name="Google Shape;1505;p78"/>
            <p:cNvGrpSpPr/>
            <p:nvPr/>
          </p:nvGrpSpPr>
          <p:grpSpPr>
            <a:xfrm>
              <a:off x="6115805" y="2695648"/>
              <a:ext cx="290214" cy="893238"/>
              <a:chOff x="5974636" y="2520787"/>
              <a:chExt cx="290214" cy="893238"/>
            </a:xfrm>
          </p:grpSpPr>
          <p:grpSp>
            <p:nvGrpSpPr>
              <p:cNvPr id="1506" name="Google Shape;1506;p78"/>
              <p:cNvGrpSpPr/>
              <p:nvPr/>
            </p:nvGrpSpPr>
            <p:grpSpPr>
              <a:xfrm>
                <a:off x="5974636" y="3130387"/>
                <a:ext cx="290214" cy="283638"/>
                <a:chOff x="3801148" y="1460200"/>
                <a:chExt cx="332471" cy="324900"/>
              </a:xfrm>
            </p:grpSpPr>
            <p:sp>
              <p:nvSpPr>
                <p:cNvPr id="1507" name="Google Shape;1507;p78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508" name="Google Shape;1508;p78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509" name="Google Shape;1509;p78"/>
              <p:cNvGrpSpPr/>
              <p:nvPr/>
            </p:nvGrpSpPr>
            <p:grpSpPr>
              <a:xfrm>
                <a:off x="5974636" y="2825587"/>
                <a:ext cx="290214" cy="283638"/>
                <a:chOff x="3801148" y="1460200"/>
                <a:chExt cx="332471" cy="324900"/>
              </a:xfrm>
            </p:grpSpPr>
            <p:sp>
              <p:nvSpPr>
                <p:cNvPr id="1510" name="Google Shape;1510;p78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511" name="Google Shape;1511;p78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512" name="Google Shape;1512;p78"/>
              <p:cNvGrpSpPr/>
              <p:nvPr/>
            </p:nvGrpSpPr>
            <p:grpSpPr>
              <a:xfrm>
                <a:off x="5974636" y="2520787"/>
                <a:ext cx="290214" cy="283638"/>
                <a:chOff x="3801148" y="1460200"/>
                <a:chExt cx="332471" cy="324900"/>
              </a:xfrm>
            </p:grpSpPr>
            <p:sp>
              <p:nvSpPr>
                <p:cNvPr id="1513" name="Google Shape;1513;p78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514" name="Google Shape;1514;p78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515" name="Google Shape;1515;p78"/>
            <p:cNvGrpSpPr/>
            <p:nvPr/>
          </p:nvGrpSpPr>
          <p:grpSpPr>
            <a:xfrm>
              <a:off x="8542975" y="2695648"/>
              <a:ext cx="290214" cy="893238"/>
              <a:chOff x="5974636" y="2520787"/>
              <a:chExt cx="290214" cy="893238"/>
            </a:xfrm>
          </p:grpSpPr>
          <p:grpSp>
            <p:nvGrpSpPr>
              <p:cNvPr id="1516" name="Google Shape;1516;p78"/>
              <p:cNvGrpSpPr/>
              <p:nvPr/>
            </p:nvGrpSpPr>
            <p:grpSpPr>
              <a:xfrm>
                <a:off x="5974636" y="3130387"/>
                <a:ext cx="290214" cy="283638"/>
                <a:chOff x="3801148" y="1460200"/>
                <a:chExt cx="332471" cy="324900"/>
              </a:xfrm>
            </p:grpSpPr>
            <p:sp>
              <p:nvSpPr>
                <p:cNvPr id="1517" name="Google Shape;1517;p78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518" name="Google Shape;1518;p78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519" name="Google Shape;1519;p78"/>
              <p:cNvGrpSpPr/>
              <p:nvPr/>
            </p:nvGrpSpPr>
            <p:grpSpPr>
              <a:xfrm>
                <a:off x="5974636" y="2825587"/>
                <a:ext cx="290214" cy="283638"/>
                <a:chOff x="3801148" y="1460200"/>
                <a:chExt cx="332471" cy="324900"/>
              </a:xfrm>
            </p:grpSpPr>
            <p:sp>
              <p:nvSpPr>
                <p:cNvPr id="1520" name="Google Shape;1520;p78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521" name="Google Shape;1521;p78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522" name="Google Shape;1522;p78"/>
              <p:cNvGrpSpPr/>
              <p:nvPr/>
            </p:nvGrpSpPr>
            <p:grpSpPr>
              <a:xfrm>
                <a:off x="5974636" y="2520787"/>
                <a:ext cx="290214" cy="283638"/>
                <a:chOff x="3801148" y="1460200"/>
                <a:chExt cx="332471" cy="324900"/>
              </a:xfrm>
            </p:grpSpPr>
            <p:sp>
              <p:nvSpPr>
                <p:cNvPr id="1523" name="Google Shape;1523;p78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524" name="Google Shape;1524;p78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79"/>
          <p:cNvSpPr txBox="1"/>
          <p:nvPr>
            <p:ph idx="1" type="body"/>
          </p:nvPr>
        </p:nvSpPr>
        <p:spPr>
          <a:xfrm>
            <a:off x="324000" y="759300"/>
            <a:ext cx="7135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Aisha and Sam</a:t>
            </a:r>
            <a:r>
              <a:rPr lang="en-GB" sz="2000"/>
              <a:t> are solving the equation</a:t>
            </a:r>
            <a:r>
              <a:rPr lang="en-GB" sz="2100"/>
              <a:t>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+ 13 = 6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endParaRPr/>
          </a:p>
        </p:txBody>
      </p:sp>
      <p:sp>
        <p:nvSpPr>
          <p:cNvPr id="1530" name="Google Shape;1530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equations with unknowns on both sides </a:t>
            </a:r>
            <a:endParaRPr/>
          </a:p>
        </p:txBody>
      </p:sp>
      <p:grpSp>
        <p:nvGrpSpPr>
          <p:cNvPr id="1531" name="Google Shape;1531;p79"/>
          <p:cNvGrpSpPr/>
          <p:nvPr/>
        </p:nvGrpSpPr>
        <p:grpSpPr>
          <a:xfrm>
            <a:off x="4720735" y="1957641"/>
            <a:ext cx="4246593" cy="2507834"/>
            <a:chOff x="3679000" y="1380975"/>
            <a:chExt cx="4343896" cy="2543700"/>
          </a:xfrm>
        </p:grpSpPr>
        <p:sp>
          <p:nvSpPr>
            <p:cNvPr id="1532" name="Google Shape;1532;p79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33" name="Google Shape;1533;p79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34" name="Google Shape;1534;p79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35" name="Google Shape;1535;p79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36" name="Google Shape;1536;p79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37" name="Google Shape;1537;p79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38" name="Google Shape;1538;p79"/>
          <p:cNvGrpSpPr/>
          <p:nvPr/>
        </p:nvGrpSpPr>
        <p:grpSpPr>
          <a:xfrm>
            <a:off x="7735790" y="3295166"/>
            <a:ext cx="362100" cy="281400"/>
            <a:chOff x="6668990" y="3490075"/>
            <a:chExt cx="362100" cy="281400"/>
          </a:xfrm>
        </p:grpSpPr>
        <p:sp>
          <p:nvSpPr>
            <p:cNvPr id="1539" name="Google Shape;1539;p79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1540" name="Google Shape;1540;p79" title="x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541" name="Google Shape;1541;p79"/>
          <p:cNvGraphicFramePr/>
          <p:nvPr/>
        </p:nvGraphicFramePr>
        <p:xfrm>
          <a:off x="17459" y="139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542" name="Google Shape;1542;p79"/>
          <p:cNvGrpSpPr/>
          <p:nvPr/>
        </p:nvGrpSpPr>
        <p:grpSpPr>
          <a:xfrm>
            <a:off x="4589129" y="1849779"/>
            <a:ext cx="3503936" cy="1715557"/>
            <a:chOff x="4589129" y="1849779"/>
            <a:chExt cx="3503936" cy="1715557"/>
          </a:xfrm>
        </p:grpSpPr>
        <p:grpSp>
          <p:nvGrpSpPr>
            <p:cNvPr id="1543" name="Google Shape;1543;p79"/>
            <p:cNvGrpSpPr/>
            <p:nvPr/>
          </p:nvGrpSpPr>
          <p:grpSpPr>
            <a:xfrm>
              <a:off x="4589129" y="3283936"/>
              <a:ext cx="362100" cy="281400"/>
              <a:chOff x="6668990" y="3490075"/>
              <a:chExt cx="362100" cy="281400"/>
            </a:xfrm>
          </p:grpSpPr>
          <p:sp>
            <p:nvSpPr>
              <p:cNvPr id="1544" name="Google Shape;1544;p79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545" name="Google Shape;1545;p79" title="x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46" name="Google Shape;1546;p79"/>
            <p:cNvGrpSpPr/>
            <p:nvPr/>
          </p:nvGrpSpPr>
          <p:grpSpPr>
            <a:xfrm>
              <a:off x="7730965" y="1849779"/>
              <a:ext cx="362100" cy="281400"/>
              <a:chOff x="6668990" y="3490075"/>
              <a:chExt cx="362100" cy="281400"/>
            </a:xfrm>
          </p:grpSpPr>
          <p:sp>
            <p:nvSpPr>
              <p:cNvPr id="1547" name="Google Shape;1547;p79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548" name="Google Shape;1548;p79" title="x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549" name="Google Shape;1549;p79"/>
          <p:cNvGrpSpPr/>
          <p:nvPr/>
        </p:nvGrpSpPr>
        <p:grpSpPr>
          <a:xfrm>
            <a:off x="5427334" y="3285736"/>
            <a:ext cx="283500" cy="281400"/>
            <a:chOff x="4237000" y="4025275"/>
            <a:chExt cx="283500" cy="281400"/>
          </a:xfrm>
        </p:grpSpPr>
        <p:sp>
          <p:nvSpPr>
            <p:cNvPr id="1550" name="Google Shape;1550;p79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551" name="Google Shape;1551;p79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2" name="Google Shape;1552;p79"/>
          <p:cNvGrpSpPr/>
          <p:nvPr/>
        </p:nvGrpSpPr>
        <p:grpSpPr>
          <a:xfrm>
            <a:off x="5046334" y="3285736"/>
            <a:ext cx="283500" cy="281400"/>
            <a:chOff x="4237000" y="4025275"/>
            <a:chExt cx="283500" cy="281400"/>
          </a:xfrm>
        </p:grpSpPr>
        <p:sp>
          <p:nvSpPr>
            <p:cNvPr id="1553" name="Google Shape;1553;p79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554" name="Google Shape;1554;p79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5" name="Google Shape;1555;p79"/>
          <p:cNvGrpSpPr/>
          <p:nvPr/>
        </p:nvGrpSpPr>
        <p:grpSpPr>
          <a:xfrm>
            <a:off x="5046334" y="2122687"/>
            <a:ext cx="3051556" cy="1160309"/>
            <a:chOff x="5046334" y="2122687"/>
            <a:chExt cx="3051556" cy="1160309"/>
          </a:xfrm>
        </p:grpSpPr>
        <p:grpSp>
          <p:nvGrpSpPr>
            <p:cNvPr id="1556" name="Google Shape;1556;p79"/>
            <p:cNvGrpSpPr/>
            <p:nvPr/>
          </p:nvGrpSpPr>
          <p:grpSpPr>
            <a:xfrm>
              <a:off x="7730965" y="2132118"/>
              <a:ext cx="366925" cy="1150879"/>
              <a:chOff x="7730965" y="2132118"/>
              <a:chExt cx="366925" cy="1150879"/>
            </a:xfrm>
          </p:grpSpPr>
          <p:grpSp>
            <p:nvGrpSpPr>
              <p:cNvPr id="1557" name="Google Shape;1557;p79"/>
              <p:cNvGrpSpPr/>
              <p:nvPr/>
            </p:nvGrpSpPr>
            <p:grpSpPr>
              <a:xfrm>
                <a:off x="7735790" y="3001596"/>
                <a:ext cx="362100" cy="281400"/>
                <a:chOff x="6668990" y="3490075"/>
                <a:chExt cx="362100" cy="281400"/>
              </a:xfrm>
            </p:grpSpPr>
            <p:sp>
              <p:nvSpPr>
                <p:cNvPr id="1558" name="Google Shape;1558;p79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rgbClr val="D9EAD3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1559" name="Google Shape;1559;p79" title="x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560" name="Google Shape;1560;p79"/>
              <p:cNvGrpSpPr/>
              <p:nvPr/>
            </p:nvGrpSpPr>
            <p:grpSpPr>
              <a:xfrm>
                <a:off x="7735790" y="2414457"/>
                <a:ext cx="362100" cy="574970"/>
                <a:chOff x="4479238" y="3622427"/>
                <a:chExt cx="362100" cy="574970"/>
              </a:xfrm>
            </p:grpSpPr>
            <p:grpSp>
              <p:nvGrpSpPr>
                <p:cNvPr id="1561" name="Google Shape;1561;p79"/>
                <p:cNvGrpSpPr/>
                <p:nvPr/>
              </p:nvGrpSpPr>
              <p:grpSpPr>
                <a:xfrm>
                  <a:off x="4479238" y="3915996"/>
                  <a:ext cx="362100" cy="281400"/>
                  <a:chOff x="6668990" y="3490075"/>
                  <a:chExt cx="362100" cy="281400"/>
                </a:xfrm>
              </p:grpSpPr>
              <p:sp>
                <p:nvSpPr>
                  <p:cNvPr id="1562" name="Google Shape;1562;p79"/>
                  <p:cNvSpPr/>
                  <p:nvPr/>
                </p:nvSpPr>
                <p:spPr>
                  <a:xfrm>
                    <a:off x="6668990" y="3490075"/>
                    <a:ext cx="362100" cy="281400"/>
                  </a:xfrm>
                  <a:prstGeom prst="rect">
                    <a:avLst/>
                  </a:prstGeom>
                  <a:solidFill>
                    <a:srgbClr val="D9EAD3"/>
                  </a:solidFill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1" sz="2200">
                      <a:latin typeface="Times"/>
                      <a:ea typeface="Times"/>
                      <a:cs typeface="Times"/>
                      <a:sym typeface="Times"/>
                    </a:endParaRPr>
                  </a:p>
                </p:txBody>
              </p:sp>
              <p:pic>
                <p:nvPicPr>
                  <p:cNvPr descr="&lt;math xmlns=&quot;http://www.w3.org/1998/Math/MathML&quot; display=&quot;block&quot; data-is-equatio=&quot;1&quot; data-latex=&quot;x&quot;&gt;&lt;mi&gt;x&lt;/mi&gt;&lt;/math&gt;" id="1563" name="Google Shape;1563;p79" title="x"/>
                  <p:cNvPicPr preferRelativeResize="0"/>
                  <p:nvPr/>
                </p:nvPicPr>
                <p:blipFill>
                  <a:blip r:embed="rId3">
                    <a:alphaModFix/>
                  </a:blip>
                  <a:stretch>
                    <a:fillRect/>
                  </a:stretch>
                </p:blipFill>
                <p:spPr>
                  <a:xfrm>
                    <a:off x="6773458" y="3572825"/>
                    <a:ext cx="141700" cy="1293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564" name="Google Shape;1564;p79"/>
                <p:cNvGrpSpPr/>
                <p:nvPr/>
              </p:nvGrpSpPr>
              <p:grpSpPr>
                <a:xfrm>
                  <a:off x="4479238" y="3622427"/>
                  <a:ext cx="362100" cy="281400"/>
                  <a:chOff x="6668990" y="3490075"/>
                  <a:chExt cx="362100" cy="281400"/>
                </a:xfrm>
              </p:grpSpPr>
              <p:sp>
                <p:nvSpPr>
                  <p:cNvPr id="1565" name="Google Shape;1565;p79"/>
                  <p:cNvSpPr/>
                  <p:nvPr/>
                </p:nvSpPr>
                <p:spPr>
                  <a:xfrm>
                    <a:off x="6668990" y="3490075"/>
                    <a:ext cx="362100" cy="281400"/>
                  </a:xfrm>
                  <a:prstGeom prst="rect">
                    <a:avLst/>
                  </a:prstGeom>
                  <a:solidFill>
                    <a:srgbClr val="D9EAD3"/>
                  </a:solidFill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1" sz="2200">
                      <a:latin typeface="Times"/>
                      <a:ea typeface="Times"/>
                      <a:cs typeface="Times"/>
                      <a:sym typeface="Times"/>
                    </a:endParaRPr>
                  </a:p>
                </p:txBody>
              </p:sp>
              <p:pic>
                <p:nvPicPr>
                  <p:cNvPr descr="&lt;math xmlns=&quot;http://www.w3.org/1998/Math/MathML&quot; display=&quot;block&quot; data-is-equatio=&quot;1&quot; data-latex=&quot;x&quot;&gt;&lt;mi&gt;x&lt;/mi&gt;&lt;/math&gt;" id="1566" name="Google Shape;1566;p79" title="x"/>
                  <p:cNvPicPr preferRelativeResize="0"/>
                  <p:nvPr/>
                </p:nvPicPr>
                <p:blipFill>
                  <a:blip r:embed="rId3">
                    <a:alphaModFix/>
                  </a:blip>
                  <a:stretch>
                    <a:fillRect/>
                  </a:stretch>
                </p:blipFill>
                <p:spPr>
                  <a:xfrm>
                    <a:off x="6773458" y="3572825"/>
                    <a:ext cx="141700" cy="1293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1567" name="Google Shape;1567;p79"/>
              <p:cNvGrpSpPr/>
              <p:nvPr/>
            </p:nvGrpSpPr>
            <p:grpSpPr>
              <a:xfrm>
                <a:off x="7730965" y="2132118"/>
                <a:ext cx="362100" cy="281400"/>
                <a:chOff x="6668990" y="3490075"/>
                <a:chExt cx="362100" cy="281400"/>
              </a:xfrm>
            </p:grpSpPr>
            <p:sp>
              <p:nvSpPr>
                <p:cNvPr id="1568" name="Google Shape;1568;p79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rgbClr val="D9EAD3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1569" name="Google Shape;1569;p79" title="x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570" name="Google Shape;1570;p79"/>
            <p:cNvGrpSpPr/>
            <p:nvPr/>
          </p:nvGrpSpPr>
          <p:grpSpPr>
            <a:xfrm>
              <a:off x="5046334" y="2122687"/>
              <a:ext cx="664500" cy="1150879"/>
              <a:chOff x="5046334" y="2122687"/>
              <a:chExt cx="664500" cy="1150879"/>
            </a:xfrm>
          </p:grpSpPr>
          <p:grpSp>
            <p:nvGrpSpPr>
              <p:cNvPr id="1571" name="Google Shape;1571;p79"/>
              <p:cNvGrpSpPr/>
              <p:nvPr/>
            </p:nvGrpSpPr>
            <p:grpSpPr>
              <a:xfrm>
                <a:off x="5427334" y="2992166"/>
                <a:ext cx="283500" cy="281400"/>
                <a:chOff x="4237000" y="4025275"/>
                <a:chExt cx="283500" cy="281400"/>
              </a:xfrm>
            </p:grpSpPr>
            <p:sp>
              <p:nvSpPr>
                <p:cNvPr id="1572" name="Google Shape;1572;p79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573" name="Google Shape;1573;p79" title="1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574" name="Google Shape;1574;p79"/>
              <p:cNvGrpSpPr/>
              <p:nvPr/>
            </p:nvGrpSpPr>
            <p:grpSpPr>
              <a:xfrm>
                <a:off x="5427334" y="2698596"/>
                <a:ext cx="283500" cy="281400"/>
                <a:chOff x="4237000" y="4025275"/>
                <a:chExt cx="283500" cy="281400"/>
              </a:xfrm>
            </p:grpSpPr>
            <p:sp>
              <p:nvSpPr>
                <p:cNvPr id="1575" name="Google Shape;1575;p79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576" name="Google Shape;1576;p79" title="1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577" name="Google Shape;1577;p79"/>
              <p:cNvGrpSpPr/>
              <p:nvPr/>
            </p:nvGrpSpPr>
            <p:grpSpPr>
              <a:xfrm>
                <a:off x="5046334" y="2992166"/>
                <a:ext cx="283500" cy="281400"/>
                <a:chOff x="4237000" y="4025275"/>
                <a:chExt cx="283500" cy="281400"/>
              </a:xfrm>
            </p:grpSpPr>
            <p:sp>
              <p:nvSpPr>
                <p:cNvPr id="1578" name="Google Shape;1578;p79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579" name="Google Shape;1579;p79" title="1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580" name="Google Shape;1580;p79"/>
              <p:cNvGrpSpPr/>
              <p:nvPr/>
            </p:nvGrpSpPr>
            <p:grpSpPr>
              <a:xfrm>
                <a:off x="5046334" y="2698596"/>
                <a:ext cx="283500" cy="281400"/>
                <a:chOff x="4237000" y="4025275"/>
                <a:chExt cx="283500" cy="281400"/>
              </a:xfrm>
            </p:grpSpPr>
            <p:sp>
              <p:nvSpPr>
                <p:cNvPr id="1581" name="Google Shape;1581;p79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582" name="Google Shape;1582;p79" title="1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583" name="Google Shape;1583;p79"/>
              <p:cNvGrpSpPr/>
              <p:nvPr/>
            </p:nvGrpSpPr>
            <p:grpSpPr>
              <a:xfrm>
                <a:off x="5427334" y="2416257"/>
                <a:ext cx="283500" cy="281400"/>
                <a:chOff x="4237000" y="4025275"/>
                <a:chExt cx="283500" cy="281400"/>
              </a:xfrm>
            </p:grpSpPr>
            <p:sp>
              <p:nvSpPr>
                <p:cNvPr id="1584" name="Google Shape;1584;p79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585" name="Google Shape;1585;p79" title="1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586" name="Google Shape;1586;p79"/>
              <p:cNvGrpSpPr/>
              <p:nvPr/>
            </p:nvGrpSpPr>
            <p:grpSpPr>
              <a:xfrm>
                <a:off x="5427334" y="2122687"/>
                <a:ext cx="283500" cy="281400"/>
                <a:chOff x="4237000" y="4025275"/>
                <a:chExt cx="283500" cy="281400"/>
              </a:xfrm>
            </p:grpSpPr>
            <p:sp>
              <p:nvSpPr>
                <p:cNvPr id="1587" name="Google Shape;1587;p79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588" name="Google Shape;1588;p79" title="1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589" name="Google Shape;1589;p79"/>
              <p:cNvGrpSpPr/>
              <p:nvPr/>
            </p:nvGrpSpPr>
            <p:grpSpPr>
              <a:xfrm>
                <a:off x="5046334" y="2416257"/>
                <a:ext cx="283500" cy="281400"/>
                <a:chOff x="4237000" y="4025275"/>
                <a:chExt cx="283500" cy="281400"/>
              </a:xfrm>
            </p:grpSpPr>
            <p:sp>
              <p:nvSpPr>
                <p:cNvPr id="1590" name="Google Shape;1590;p79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591" name="Google Shape;1591;p79" title="1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592" name="Google Shape;1592;p79"/>
              <p:cNvGrpSpPr/>
              <p:nvPr/>
            </p:nvGrpSpPr>
            <p:grpSpPr>
              <a:xfrm>
                <a:off x="5046334" y="2122687"/>
                <a:ext cx="283500" cy="281400"/>
                <a:chOff x="4237000" y="4025275"/>
                <a:chExt cx="283500" cy="281400"/>
              </a:xfrm>
            </p:grpSpPr>
            <p:sp>
              <p:nvSpPr>
                <p:cNvPr id="1593" name="Google Shape;1593;p79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594" name="Google Shape;1594;p79" title="1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1595" name="Google Shape;1595;p79"/>
          <p:cNvGrpSpPr/>
          <p:nvPr/>
        </p:nvGrpSpPr>
        <p:grpSpPr>
          <a:xfrm>
            <a:off x="5828721" y="3289877"/>
            <a:ext cx="2733632" cy="281510"/>
            <a:chOff x="4533321" y="3289877"/>
            <a:chExt cx="2733632" cy="281510"/>
          </a:xfrm>
        </p:grpSpPr>
        <p:grpSp>
          <p:nvGrpSpPr>
            <p:cNvPr id="1596" name="Google Shape;1596;p79"/>
            <p:cNvGrpSpPr/>
            <p:nvPr/>
          </p:nvGrpSpPr>
          <p:grpSpPr>
            <a:xfrm>
              <a:off x="4533321" y="3289877"/>
              <a:ext cx="352215" cy="281510"/>
              <a:chOff x="6364551" y="1728591"/>
              <a:chExt cx="403500" cy="322500"/>
            </a:xfrm>
          </p:grpSpPr>
          <p:sp>
            <p:nvSpPr>
              <p:cNvPr id="1597" name="Google Shape;1597;p79"/>
              <p:cNvSpPr/>
              <p:nvPr/>
            </p:nvSpPr>
            <p:spPr>
              <a:xfrm>
                <a:off x="6364551" y="1728591"/>
                <a:ext cx="403500" cy="3225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&lt;math xmlns=&quot;http://www.w3.org/1998/Math/MathML&quot; display=&quot;block&quot; data-is-equatio=&quot;1&quot; data-latex=&quot;-x&quot;&gt;&lt;mo&gt;−&lt;/mo&gt;&lt;mi&gt;x&lt;/mi&gt;&lt;/math&gt;" id="1598" name="Google Shape;1598;p79" title="negative x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380426" y="1819360"/>
                <a:ext cx="358002" cy="1432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99" name="Google Shape;1599;p79"/>
            <p:cNvGrpSpPr/>
            <p:nvPr/>
          </p:nvGrpSpPr>
          <p:grpSpPr>
            <a:xfrm>
              <a:off x="6914738" y="3289877"/>
              <a:ext cx="352215" cy="281510"/>
              <a:chOff x="5914257" y="1728591"/>
              <a:chExt cx="403500" cy="322500"/>
            </a:xfrm>
          </p:grpSpPr>
          <p:sp>
            <p:nvSpPr>
              <p:cNvPr id="1600" name="Google Shape;1600;p79"/>
              <p:cNvSpPr/>
              <p:nvPr/>
            </p:nvSpPr>
            <p:spPr>
              <a:xfrm>
                <a:off x="5914257" y="1728591"/>
                <a:ext cx="403500" cy="3225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&lt;math xmlns=&quot;http://www.w3.org/1998/Math/MathML&quot; display=&quot;block&quot; data-is-equatio=&quot;1&quot; data-latex=&quot;-x&quot;&gt;&lt;mo&gt;−&lt;/mo&gt;&lt;mi&gt;x&lt;/mi&gt;&lt;/math&gt;" id="1601" name="Google Shape;1601;p79" title="negative x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930132" y="1819360"/>
                <a:ext cx="358002" cy="1432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aphicFrame>
        <p:nvGraphicFramePr>
          <p:cNvPr id="1602" name="Google Shape;1602;p79"/>
          <p:cNvGraphicFramePr/>
          <p:nvPr/>
        </p:nvGraphicFramePr>
        <p:xfrm>
          <a:off x="17459" y="139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603" name="Google Shape;1603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50" y="3805071"/>
            <a:ext cx="705943" cy="1016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4" name="Google Shape;1604;p79"/>
          <p:cNvGraphicFramePr/>
          <p:nvPr/>
        </p:nvGraphicFramePr>
        <p:xfrm>
          <a:off x="17459" y="139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i="1"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05" name="Google Shape;1605;p79"/>
          <p:cNvGraphicFramePr/>
          <p:nvPr/>
        </p:nvGraphicFramePr>
        <p:xfrm>
          <a:off x="17459" y="139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80"/>
          <p:cNvSpPr txBox="1"/>
          <p:nvPr>
            <p:ph idx="1" type="body"/>
          </p:nvPr>
        </p:nvSpPr>
        <p:spPr>
          <a:xfrm>
            <a:off x="324000" y="759300"/>
            <a:ext cx="7135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Let’s compare the two methods.</a:t>
            </a:r>
            <a:endParaRPr/>
          </a:p>
        </p:txBody>
      </p:sp>
      <p:sp>
        <p:nvSpPr>
          <p:cNvPr id="1611" name="Google Shape;1611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equations with unknowns on both sides </a:t>
            </a:r>
            <a:endParaRPr/>
          </a:p>
        </p:txBody>
      </p:sp>
      <p:graphicFrame>
        <p:nvGraphicFramePr>
          <p:cNvPr id="1612" name="Google Shape;1612;p80"/>
          <p:cNvGraphicFramePr/>
          <p:nvPr/>
        </p:nvGraphicFramePr>
        <p:xfrm>
          <a:off x="4760259" y="116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1969950"/>
                <a:gridCol w="410925"/>
                <a:gridCol w="1767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i="1"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613" name="Google Shape;161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770" y="3656645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614" name="Google Shape;1614;p80"/>
          <p:cNvSpPr txBox="1"/>
          <p:nvPr/>
        </p:nvSpPr>
        <p:spPr>
          <a:xfrm>
            <a:off x="831720" y="4592826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15" name="Google Shape;1615;p80"/>
          <p:cNvGraphicFramePr/>
          <p:nvPr/>
        </p:nvGraphicFramePr>
        <p:xfrm>
          <a:off x="222480" y="116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1749675"/>
                <a:gridCol w="539500"/>
                <a:gridCol w="169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i="1"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616" name="Google Shape;1616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45389" y="3816302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Google Shape;1617;p80"/>
          <p:cNvSpPr txBox="1"/>
          <p:nvPr/>
        </p:nvSpPr>
        <p:spPr>
          <a:xfrm>
            <a:off x="7165138" y="4589582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8" name="Google Shape;1618;p80"/>
          <p:cNvSpPr txBox="1"/>
          <p:nvPr>
            <p:ph idx="1" type="body"/>
          </p:nvPr>
        </p:nvSpPr>
        <p:spPr>
          <a:xfrm>
            <a:off x="2979770" y="3852221"/>
            <a:ext cx="2727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do you notice?</a:t>
            </a:r>
            <a:endParaRPr/>
          </a:p>
        </p:txBody>
      </p:sp>
      <p:sp>
        <p:nvSpPr>
          <p:cNvPr id="1619" name="Google Shape;1619;p80"/>
          <p:cNvSpPr txBox="1"/>
          <p:nvPr>
            <p:ph idx="1" type="body"/>
          </p:nvPr>
        </p:nvSpPr>
        <p:spPr>
          <a:xfrm>
            <a:off x="2969569" y="4210716"/>
            <a:ext cx="4615500" cy="69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Same steps, different order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Different methods, same result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0" name="Google Shape;1620;p80"/>
          <p:cNvSpPr txBox="1"/>
          <p:nvPr>
            <p:ph idx="1" type="body"/>
          </p:nvPr>
        </p:nvSpPr>
        <p:spPr>
          <a:xfrm>
            <a:off x="2969570" y="4210716"/>
            <a:ext cx="3985200" cy="41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Same steps, different order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621" name="Google Shape;1621;p80"/>
          <p:cNvGrpSpPr/>
          <p:nvPr/>
        </p:nvGrpSpPr>
        <p:grpSpPr>
          <a:xfrm>
            <a:off x="4001501" y="1807145"/>
            <a:ext cx="5028328" cy="1209210"/>
            <a:chOff x="4001501" y="1807145"/>
            <a:chExt cx="5028328" cy="1209210"/>
          </a:xfrm>
        </p:grpSpPr>
        <p:pic>
          <p:nvPicPr>
            <p:cNvPr id="1622" name="Google Shape;1622;p80"/>
            <p:cNvPicPr preferRelativeResize="0"/>
            <p:nvPr/>
          </p:nvPicPr>
          <p:blipFill rotWithShape="1">
            <a:blip r:embed="rId5">
              <a:alphaModFix/>
            </a:blip>
            <a:srcRect b="73743" l="0" r="56644" t="13183"/>
            <a:stretch/>
          </p:blipFill>
          <p:spPr>
            <a:xfrm rot="5400000">
              <a:off x="3809687" y="1998959"/>
              <a:ext cx="1016176" cy="6325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3" name="Google Shape;1623;p80"/>
            <p:cNvPicPr preferRelativeResize="0"/>
            <p:nvPr/>
          </p:nvPicPr>
          <p:blipFill rotWithShape="1">
            <a:blip r:embed="rId5">
              <a:alphaModFix/>
            </a:blip>
            <a:srcRect b="73743" l="0" r="56644" t="13183"/>
            <a:stretch/>
          </p:blipFill>
          <p:spPr>
            <a:xfrm rot="6271726">
              <a:off x="8088119" y="2128898"/>
              <a:ext cx="1016175" cy="63254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24" name="Google Shape;1624;p80"/>
          <p:cNvGrpSpPr/>
          <p:nvPr/>
        </p:nvGrpSpPr>
        <p:grpSpPr>
          <a:xfrm>
            <a:off x="1411279" y="3485020"/>
            <a:ext cx="6435809" cy="509700"/>
            <a:chOff x="1411279" y="3485020"/>
            <a:chExt cx="6435809" cy="509700"/>
          </a:xfrm>
        </p:grpSpPr>
        <p:sp>
          <p:nvSpPr>
            <p:cNvPr id="1625" name="Google Shape;1625;p80"/>
            <p:cNvSpPr/>
            <p:nvPr/>
          </p:nvSpPr>
          <p:spPr>
            <a:xfrm>
              <a:off x="1411279" y="3485020"/>
              <a:ext cx="1821300" cy="5097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6" name="Google Shape;1626;p80"/>
            <p:cNvSpPr/>
            <p:nvPr/>
          </p:nvSpPr>
          <p:spPr>
            <a:xfrm>
              <a:off x="6025788" y="3485020"/>
              <a:ext cx="1821300" cy="5097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81"/>
          <p:cNvSpPr txBox="1"/>
          <p:nvPr>
            <p:ph idx="1" type="subTitle"/>
          </p:nvPr>
        </p:nvSpPr>
        <p:spPr>
          <a:xfrm>
            <a:off x="980575" y="3196125"/>
            <a:ext cx="78393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We need the unknowns on one side in order to solve.</a:t>
            </a:r>
            <a:endParaRPr sz="1900"/>
          </a:p>
        </p:txBody>
      </p:sp>
      <p:sp>
        <p:nvSpPr>
          <p:cNvPr id="1632" name="Google Shape;1632;p81"/>
          <p:cNvSpPr txBox="1"/>
          <p:nvPr>
            <p:ph idx="2" type="subTitle"/>
          </p:nvPr>
        </p:nvSpPr>
        <p:spPr>
          <a:xfrm>
            <a:off x="324000" y="1080000"/>
            <a:ext cx="8303100" cy="3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</a:t>
            </a:r>
            <a:r>
              <a:rPr lang="en-GB" sz="2000"/>
              <a:t>solving the equations you have to manipulate the variable terms first.</a:t>
            </a:r>
            <a:endParaRPr/>
          </a:p>
        </p:txBody>
      </p:sp>
      <p:sp>
        <p:nvSpPr>
          <p:cNvPr id="1633" name="Google Shape;1633;p81"/>
          <p:cNvSpPr txBox="1"/>
          <p:nvPr>
            <p:ph idx="3" type="subTitle"/>
          </p:nvPr>
        </p:nvSpPr>
        <p:spPr>
          <a:xfrm>
            <a:off x="980575" y="3964150"/>
            <a:ext cx="67368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You can start by manipulating either the variable terms, or the constant terms.</a:t>
            </a:r>
            <a:endParaRPr/>
          </a:p>
        </p:txBody>
      </p:sp>
      <p:sp>
        <p:nvSpPr>
          <p:cNvPr id="1634" name="Google Shape;1634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Representing equations with unknowns on both sides</a:t>
            </a:r>
            <a:endParaRPr/>
          </a:p>
        </p:txBody>
      </p:sp>
      <p:pic>
        <p:nvPicPr>
          <p:cNvPr id="1635" name="Google Shape;163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4092" y="186196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6" name="Google Shape;1636;p81"/>
          <p:cNvSpPr txBox="1"/>
          <p:nvPr>
            <p:ph idx="4294967295" type="title"/>
          </p:nvPr>
        </p:nvSpPr>
        <p:spPr>
          <a:xfrm>
            <a:off x="981125" y="3512025"/>
            <a:ext cx="7713300" cy="3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True, but this can still be obtained after </a:t>
            </a: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manipulating</a:t>
            </a: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 constants first.</a:t>
            </a:r>
            <a:endParaRPr b="0"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637" name="Google Shape;163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5692" y="391936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Google Shape;1638;p81"/>
          <p:cNvSpPr txBox="1"/>
          <p:nvPr>
            <p:ph idx="4294967295" type="title"/>
          </p:nvPr>
        </p:nvSpPr>
        <p:spPr>
          <a:xfrm>
            <a:off x="3724325" y="4347813"/>
            <a:ext cx="4002600" cy="3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Two different methods, same result.</a:t>
            </a:r>
            <a:endParaRPr b="0"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82"/>
          <p:cNvSpPr txBox="1"/>
          <p:nvPr>
            <p:ph idx="1" type="body"/>
          </p:nvPr>
        </p:nvSpPr>
        <p:spPr>
          <a:xfrm>
            <a:off x="324000" y="759300"/>
            <a:ext cx="6192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Build an equation with unknowns on both sides.</a:t>
            </a:r>
            <a:endParaRPr sz="1800"/>
          </a:p>
        </p:txBody>
      </p:sp>
      <p:sp>
        <p:nvSpPr>
          <p:cNvPr id="1644" name="Google Shape;1644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Representing equations with unknowns on both sides</a:t>
            </a:r>
            <a:endParaRPr/>
          </a:p>
        </p:txBody>
      </p:sp>
      <p:grpSp>
        <p:nvGrpSpPr>
          <p:cNvPr id="1645" name="Google Shape;1645;p82"/>
          <p:cNvGrpSpPr/>
          <p:nvPr/>
        </p:nvGrpSpPr>
        <p:grpSpPr>
          <a:xfrm>
            <a:off x="4570748" y="1805241"/>
            <a:ext cx="4246593" cy="2507834"/>
            <a:chOff x="3679000" y="1380975"/>
            <a:chExt cx="4343896" cy="2543700"/>
          </a:xfrm>
        </p:grpSpPr>
        <p:sp>
          <p:nvSpPr>
            <p:cNvPr id="1646" name="Google Shape;1646;p82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47" name="Google Shape;1647;p82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48" name="Google Shape;1648;p82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49" name="Google Shape;1649;p82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50" name="Google Shape;1650;p82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51" name="Google Shape;1651;p82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52" name="Google Shape;1652;p82"/>
          <p:cNvSpPr/>
          <p:nvPr/>
        </p:nvSpPr>
        <p:spPr>
          <a:xfrm>
            <a:off x="8096746" y="2230166"/>
            <a:ext cx="283500" cy="2814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1&quot;&gt;&lt;mn&gt;1&lt;/mn&gt;&lt;/math&gt;" id="1653" name="Google Shape;1653;p82" title="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6272" y="2279438"/>
            <a:ext cx="85625" cy="1926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4" name="Google Shape;1654;p82"/>
          <p:cNvGrpSpPr/>
          <p:nvPr/>
        </p:nvGrpSpPr>
        <p:grpSpPr>
          <a:xfrm>
            <a:off x="8094334" y="3133336"/>
            <a:ext cx="283500" cy="281400"/>
            <a:chOff x="4237000" y="4025275"/>
            <a:chExt cx="283500" cy="281400"/>
          </a:xfrm>
        </p:grpSpPr>
        <p:sp>
          <p:nvSpPr>
            <p:cNvPr id="1655" name="Google Shape;1655;p82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656" name="Google Shape;1656;p82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57" name="Google Shape;1657;p82"/>
          <p:cNvGrpSpPr/>
          <p:nvPr/>
        </p:nvGrpSpPr>
        <p:grpSpPr>
          <a:xfrm>
            <a:off x="8094334" y="2828536"/>
            <a:ext cx="283500" cy="281400"/>
            <a:chOff x="4237000" y="4025275"/>
            <a:chExt cx="283500" cy="281400"/>
          </a:xfrm>
        </p:grpSpPr>
        <p:sp>
          <p:nvSpPr>
            <p:cNvPr id="1658" name="Google Shape;1658;p82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659" name="Google Shape;1659;p82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60" name="Google Shape;1660;p82"/>
          <p:cNvGrpSpPr/>
          <p:nvPr/>
        </p:nvGrpSpPr>
        <p:grpSpPr>
          <a:xfrm>
            <a:off x="8094334" y="2523736"/>
            <a:ext cx="283500" cy="281400"/>
            <a:chOff x="4237000" y="4025275"/>
            <a:chExt cx="283500" cy="281400"/>
          </a:xfrm>
        </p:grpSpPr>
        <p:sp>
          <p:nvSpPr>
            <p:cNvPr id="1661" name="Google Shape;1661;p82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662" name="Google Shape;1662;p82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663" name="Google Shape;1663;p82"/>
          <p:cNvGraphicFramePr/>
          <p:nvPr/>
        </p:nvGraphicFramePr>
        <p:xfrm>
          <a:off x="375259" y="24349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1404400"/>
                <a:gridCol w="674275"/>
                <a:gridCol w="1732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664" name="Google Shape;1664;p82"/>
          <p:cNvGrpSpPr/>
          <p:nvPr/>
        </p:nvGrpSpPr>
        <p:grpSpPr>
          <a:xfrm>
            <a:off x="5046329" y="2849196"/>
            <a:ext cx="362100" cy="281400"/>
            <a:chOff x="6668990" y="3490075"/>
            <a:chExt cx="362100" cy="281400"/>
          </a:xfrm>
        </p:grpSpPr>
        <p:sp>
          <p:nvSpPr>
            <p:cNvPr id="1665" name="Google Shape;1665;p82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1666" name="Google Shape;1666;p82" title="x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67" name="Google Shape;1667;p82"/>
          <p:cNvGrpSpPr/>
          <p:nvPr/>
        </p:nvGrpSpPr>
        <p:grpSpPr>
          <a:xfrm>
            <a:off x="5046329" y="3142766"/>
            <a:ext cx="362100" cy="281400"/>
            <a:chOff x="6668990" y="3490075"/>
            <a:chExt cx="362100" cy="281400"/>
          </a:xfrm>
        </p:grpSpPr>
        <p:sp>
          <p:nvSpPr>
            <p:cNvPr id="1668" name="Google Shape;1668;p82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1669" name="Google Shape;1669;p82" title="x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70" name="Google Shape;1670;p82"/>
          <p:cNvGrpSpPr/>
          <p:nvPr/>
        </p:nvGrpSpPr>
        <p:grpSpPr>
          <a:xfrm>
            <a:off x="7755843" y="2230166"/>
            <a:ext cx="285912" cy="1184570"/>
            <a:chOff x="7789534" y="2230166"/>
            <a:chExt cx="285912" cy="1184570"/>
          </a:xfrm>
        </p:grpSpPr>
        <p:grpSp>
          <p:nvGrpSpPr>
            <p:cNvPr id="1671" name="Google Shape;1671;p82"/>
            <p:cNvGrpSpPr/>
            <p:nvPr/>
          </p:nvGrpSpPr>
          <p:grpSpPr>
            <a:xfrm>
              <a:off x="7791946" y="2230166"/>
              <a:ext cx="283500" cy="281400"/>
              <a:chOff x="4237000" y="4025275"/>
              <a:chExt cx="283500" cy="281400"/>
            </a:xfrm>
          </p:grpSpPr>
          <p:sp>
            <p:nvSpPr>
              <p:cNvPr id="1672" name="Google Shape;1672;p82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673" name="Google Shape;1673;p82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74" name="Google Shape;1674;p82"/>
            <p:cNvGrpSpPr/>
            <p:nvPr/>
          </p:nvGrpSpPr>
          <p:grpSpPr>
            <a:xfrm>
              <a:off x="7789534" y="3133336"/>
              <a:ext cx="283500" cy="281400"/>
              <a:chOff x="4237000" y="4025275"/>
              <a:chExt cx="283500" cy="281400"/>
            </a:xfrm>
          </p:grpSpPr>
          <p:sp>
            <p:nvSpPr>
              <p:cNvPr id="1675" name="Google Shape;1675;p82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676" name="Google Shape;1676;p82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77" name="Google Shape;1677;p82"/>
            <p:cNvGrpSpPr/>
            <p:nvPr/>
          </p:nvGrpSpPr>
          <p:grpSpPr>
            <a:xfrm>
              <a:off x="7789534" y="2828536"/>
              <a:ext cx="283500" cy="281400"/>
              <a:chOff x="4237000" y="4025275"/>
              <a:chExt cx="283500" cy="281400"/>
            </a:xfrm>
          </p:grpSpPr>
          <p:sp>
            <p:nvSpPr>
              <p:cNvPr id="1678" name="Google Shape;1678;p82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679" name="Google Shape;1679;p82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80" name="Google Shape;1680;p82"/>
            <p:cNvGrpSpPr/>
            <p:nvPr/>
          </p:nvGrpSpPr>
          <p:grpSpPr>
            <a:xfrm>
              <a:off x="7789534" y="2523736"/>
              <a:ext cx="283500" cy="281400"/>
              <a:chOff x="4237000" y="4025275"/>
              <a:chExt cx="283500" cy="281400"/>
            </a:xfrm>
          </p:grpSpPr>
          <p:sp>
            <p:nvSpPr>
              <p:cNvPr id="1681" name="Google Shape;1681;p82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682" name="Google Shape;1682;p82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683" name="Google Shape;1683;p82"/>
          <p:cNvSpPr txBox="1"/>
          <p:nvPr>
            <p:ph idx="1" type="body"/>
          </p:nvPr>
        </p:nvSpPr>
        <p:spPr>
          <a:xfrm>
            <a:off x="324000" y="1095379"/>
            <a:ext cx="5304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Starting with this balance showing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8 </a:t>
            </a:r>
            <a:r>
              <a:rPr lang="en-GB" sz="2000"/>
              <a:t>show what you need to add to both sides to make the equation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+ 2 = 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+ 10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83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r>
              <a:rPr lang="en-GB"/>
              <a:t>) ‘</a:t>
            </a:r>
            <a:r>
              <a:rPr lang="en-GB">
                <a:solidFill>
                  <a:schemeClr val="accent4"/>
                </a:solidFill>
              </a:rPr>
              <a:t>Undo</a:t>
            </a:r>
            <a:r>
              <a:rPr lang="en-GB"/>
              <a:t>’ this balance model to solve this equation.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Write your algebraic notation alongside.</a:t>
            </a:r>
            <a:endParaRPr/>
          </a:p>
        </p:txBody>
      </p:sp>
      <p:sp>
        <p:nvSpPr>
          <p:cNvPr id="1689" name="Google Shape;1689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Representing equations with unknowns on both sides</a:t>
            </a:r>
            <a:endParaRPr/>
          </a:p>
        </p:txBody>
      </p:sp>
      <p:grpSp>
        <p:nvGrpSpPr>
          <p:cNvPr id="1690" name="Google Shape;1690;p83"/>
          <p:cNvGrpSpPr/>
          <p:nvPr/>
        </p:nvGrpSpPr>
        <p:grpSpPr>
          <a:xfrm>
            <a:off x="4570748" y="1805241"/>
            <a:ext cx="4246593" cy="2507834"/>
            <a:chOff x="3679000" y="1380975"/>
            <a:chExt cx="4343896" cy="2543700"/>
          </a:xfrm>
        </p:grpSpPr>
        <p:sp>
          <p:nvSpPr>
            <p:cNvPr id="1691" name="Google Shape;1691;p83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92" name="Google Shape;1692;p83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93" name="Google Shape;1693;p83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94" name="Google Shape;1694;p83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95" name="Google Shape;1695;p83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96" name="Google Shape;1696;p83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97" name="Google Shape;1697;p83"/>
          <p:cNvSpPr/>
          <p:nvPr/>
        </p:nvSpPr>
        <p:spPr>
          <a:xfrm>
            <a:off x="8096746" y="2230166"/>
            <a:ext cx="283500" cy="2814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1&quot;&gt;&lt;mn&gt;1&lt;/mn&gt;&lt;/math&gt;" id="1698" name="Google Shape;1698;p83" title="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6272" y="2279438"/>
            <a:ext cx="85625" cy="1926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9" name="Google Shape;1699;p83"/>
          <p:cNvGrpSpPr/>
          <p:nvPr/>
        </p:nvGrpSpPr>
        <p:grpSpPr>
          <a:xfrm>
            <a:off x="8094334" y="3133336"/>
            <a:ext cx="283500" cy="281400"/>
            <a:chOff x="4237000" y="4025275"/>
            <a:chExt cx="283500" cy="281400"/>
          </a:xfrm>
        </p:grpSpPr>
        <p:sp>
          <p:nvSpPr>
            <p:cNvPr id="1700" name="Google Shape;1700;p83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701" name="Google Shape;1701;p83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02" name="Google Shape;1702;p83"/>
          <p:cNvGrpSpPr/>
          <p:nvPr/>
        </p:nvGrpSpPr>
        <p:grpSpPr>
          <a:xfrm>
            <a:off x="8094334" y="2828536"/>
            <a:ext cx="283500" cy="281400"/>
            <a:chOff x="4237000" y="4025275"/>
            <a:chExt cx="283500" cy="281400"/>
          </a:xfrm>
        </p:grpSpPr>
        <p:sp>
          <p:nvSpPr>
            <p:cNvPr id="1703" name="Google Shape;1703;p83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704" name="Google Shape;1704;p83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05" name="Google Shape;1705;p83"/>
          <p:cNvGrpSpPr/>
          <p:nvPr/>
        </p:nvGrpSpPr>
        <p:grpSpPr>
          <a:xfrm>
            <a:off x="8094334" y="2523736"/>
            <a:ext cx="283500" cy="281400"/>
            <a:chOff x="4237000" y="4025275"/>
            <a:chExt cx="283500" cy="281400"/>
          </a:xfrm>
        </p:grpSpPr>
        <p:sp>
          <p:nvSpPr>
            <p:cNvPr id="1706" name="Google Shape;1706;p83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707" name="Google Shape;1707;p83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08" name="Google Shape;1708;p83"/>
          <p:cNvGrpSpPr/>
          <p:nvPr/>
        </p:nvGrpSpPr>
        <p:grpSpPr>
          <a:xfrm>
            <a:off x="4611590" y="2555627"/>
            <a:ext cx="362100" cy="868539"/>
            <a:chOff x="4763990" y="2555627"/>
            <a:chExt cx="362100" cy="868539"/>
          </a:xfrm>
        </p:grpSpPr>
        <p:grpSp>
          <p:nvGrpSpPr>
            <p:cNvPr id="1709" name="Google Shape;1709;p83"/>
            <p:cNvGrpSpPr/>
            <p:nvPr/>
          </p:nvGrpSpPr>
          <p:grpSpPr>
            <a:xfrm>
              <a:off x="4763990" y="2849196"/>
              <a:ext cx="362100" cy="281400"/>
              <a:chOff x="6668990" y="3490075"/>
              <a:chExt cx="362100" cy="281400"/>
            </a:xfrm>
          </p:grpSpPr>
          <p:sp>
            <p:nvSpPr>
              <p:cNvPr id="1710" name="Google Shape;1710;p83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711" name="Google Shape;1711;p83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12" name="Google Shape;1712;p83"/>
            <p:cNvGrpSpPr/>
            <p:nvPr/>
          </p:nvGrpSpPr>
          <p:grpSpPr>
            <a:xfrm>
              <a:off x="4763990" y="3142766"/>
              <a:ext cx="362100" cy="281400"/>
              <a:chOff x="6668990" y="3490075"/>
              <a:chExt cx="362100" cy="281400"/>
            </a:xfrm>
          </p:grpSpPr>
          <p:sp>
            <p:nvSpPr>
              <p:cNvPr id="1713" name="Google Shape;1713;p83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714" name="Google Shape;1714;p83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15" name="Google Shape;1715;p83"/>
            <p:cNvGrpSpPr/>
            <p:nvPr/>
          </p:nvGrpSpPr>
          <p:grpSpPr>
            <a:xfrm>
              <a:off x="4763990" y="2555627"/>
              <a:ext cx="362100" cy="281400"/>
              <a:chOff x="6668990" y="3490075"/>
              <a:chExt cx="362100" cy="281400"/>
            </a:xfrm>
          </p:grpSpPr>
          <p:sp>
            <p:nvSpPr>
              <p:cNvPr id="1716" name="Google Shape;1716;p83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717" name="Google Shape;1717;p83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aphicFrame>
        <p:nvGraphicFramePr>
          <p:cNvPr id="1718" name="Google Shape;1718;p83"/>
          <p:cNvGraphicFramePr/>
          <p:nvPr/>
        </p:nvGraphicFramePr>
        <p:xfrm>
          <a:off x="17459" y="16729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719" name="Google Shape;1719;p83"/>
          <p:cNvGrpSpPr/>
          <p:nvPr/>
        </p:nvGrpSpPr>
        <p:grpSpPr>
          <a:xfrm>
            <a:off x="5046329" y="2555627"/>
            <a:ext cx="362100" cy="868539"/>
            <a:chOff x="5198729" y="2555627"/>
            <a:chExt cx="362100" cy="868539"/>
          </a:xfrm>
        </p:grpSpPr>
        <p:grpSp>
          <p:nvGrpSpPr>
            <p:cNvPr id="1720" name="Google Shape;1720;p83"/>
            <p:cNvGrpSpPr/>
            <p:nvPr/>
          </p:nvGrpSpPr>
          <p:grpSpPr>
            <a:xfrm>
              <a:off x="5198729" y="2849196"/>
              <a:ext cx="362100" cy="281400"/>
              <a:chOff x="6668990" y="3490075"/>
              <a:chExt cx="362100" cy="281400"/>
            </a:xfrm>
          </p:grpSpPr>
          <p:sp>
            <p:nvSpPr>
              <p:cNvPr id="1721" name="Google Shape;1721;p83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722" name="Google Shape;1722;p83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23" name="Google Shape;1723;p83"/>
            <p:cNvGrpSpPr/>
            <p:nvPr/>
          </p:nvGrpSpPr>
          <p:grpSpPr>
            <a:xfrm>
              <a:off x="5198729" y="3142766"/>
              <a:ext cx="362100" cy="281400"/>
              <a:chOff x="6668990" y="3490075"/>
              <a:chExt cx="362100" cy="281400"/>
            </a:xfrm>
          </p:grpSpPr>
          <p:sp>
            <p:nvSpPr>
              <p:cNvPr id="1724" name="Google Shape;1724;p83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725" name="Google Shape;1725;p83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26" name="Google Shape;1726;p83"/>
            <p:cNvGrpSpPr/>
            <p:nvPr/>
          </p:nvGrpSpPr>
          <p:grpSpPr>
            <a:xfrm>
              <a:off x="5198729" y="2555627"/>
              <a:ext cx="362100" cy="281400"/>
              <a:chOff x="6668990" y="3490075"/>
              <a:chExt cx="362100" cy="281400"/>
            </a:xfrm>
          </p:grpSpPr>
          <p:sp>
            <p:nvSpPr>
              <p:cNvPr id="1727" name="Google Shape;1727;p83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728" name="Google Shape;1728;p83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729" name="Google Shape;1729;p83"/>
          <p:cNvGrpSpPr/>
          <p:nvPr/>
        </p:nvGrpSpPr>
        <p:grpSpPr>
          <a:xfrm>
            <a:off x="7202390" y="2555627"/>
            <a:ext cx="362100" cy="868539"/>
            <a:chOff x="7354790" y="2555627"/>
            <a:chExt cx="362100" cy="868539"/>
          </a:xfrm>
        </p:grpSpPr>
        <p:grpSp>
          <p:nvGrpSpPr>
            <p:cNvPr id="1730" name="Google Shape;1730;p83"/>
            <p:cNvGrpSpPr/>
            <p:nvPr/>
          </p:nvGrpSpPr>
          <p:grpSpPr>
            <a:xfrm>
              <a:off x="7354790" y="2849196"/>
              <a:ext cx="362100" cy="281400"/>
              <a:chOff x="6668990" y="3490075"/>
              <a:chExt cx="362100" cy="281400"/>
            </a:xfrm>
          </p:grpSpPr>
          <p:sp>
            <p:nvSpPr>
              <p:cNvPr id="1731" name="Google Shape;1731;p83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732" name="Google Shape;1732;p83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33" name="Google Shape;1733;p83"/>
            <p:cNvGrpSpPr/>
            <p:nvPr/>
          </p:nvGrpSpPr>
          <p:grpSpPr>
            <a:xfrm>
              <a:off x="7354790" y="3142766"/>
              <a:ext cx="362100" cy="281400"/>
              <a:chOff x="6668990" y="3490075"/>
              <a:chExt cx="362100" cy="281400"/>
            </a:xfrm>
          </p:grpSpPr>
          <p:sp>
            <p:nvSpPr>
              <p:cNvPr id="1734" name="Google Shape;1734;p83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735" name="Google Shape;1735;p83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36" name="Google Shape;1736;p83"/>
            <p:cNvGrpSpPr/>
            <p:nvPr/>
          </p:nvGrpSpPr>
          <p:grpSpPr>
            <a:xfrm>
              <a:off x="7354790" y="2555627"/>
              <a:ext cx="362100" cy="281400"/>
              <a:chOff x="6668990" y="3490075"/>
              <a:chExt cx="362100" cy="281400"/>
            </a:xfrm>
          </p:grpSpPr>
          <p:sp>
            <p:nvSpPr>
              <p:cNvPr id="1737" name="Google Shape;1737;p83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738" name="Google Shape;1738;p83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739" name="Google Shape;1739;p83"/>
          <p:cNvGrpSpPr/>
          <p:nvPr/>
        </p:nvGrpSpPr>
        <p:grpSpPr>
          <a:xfrm>
            <a:off x="8441643" y="2230166"/>
            <a:ext cx="285912" cy="1184570"/>
            <a:chOff x="7789534" y="2230166"/>
            <a:chExt cx="285912" cy="1184570"/>
          </a:xfrm>
        </p:grpSpPr>
        <p:grpSp>
          <p:nvGrpSpPr>
            <p:cNvPr id="1740" name="Google Shape;1740;p83"/>
            <p:cNvGrpSpPr/>
            <p:nvPr/>
          </p:nvGrpSpPr>
          <p:grpSpPr>
            <a:xfrm>
              <a:off x="7791946" y="2230166"/>
              <a:ext cx="283500" cy="281400"/>
              <a:chOff x="4237000" y="4025275"/>
              <a:chExt cx="283500" cy="281400"/>
            </a:xfrm>
          </p:grpSpPr>
          <p:sp>
            <p:nvSpPr>
              <p:cNvPr id="1741" name="Google Shape;1741;p83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742" name="Google Shape;1742;p83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43" name="Google Shape;1743;p83"/>
            <p:cNvGrpSpPr/>
            <p:nvPr/>
          </p:nvGrpSpPr>
          <p:grpSpPr>
            <a:xfrm>
              <a:off x="7789534" y="3133336"/>
              <a:ext cx="283500" cy="281400"/>
              <a:chOff x="4237000" y="4025275"/>
              <a:chExt cx="283500" cy="281400"/>
            </a:xfrm>
          </p:grpSpPr>
          <p:sp>
            <p:nvSpPr>
              <p:cNvPr id="1744" name="Google Shape;1744;p83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745" name="Google Shape;1745;p83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46" name="Google Shape;1746;p83"/>
            <p:cNvGrpSpPr/>
            <p:nvPr/>
          </p:nvGrpSpPr>
          <p:grpSpPr>
            <a:xfrm>
              <a:off x="7789534" y="2828536"/>
              <a:ext cx="283500" cy="281400"/>
              <a:chOff x="4237000" y="4025275"/>
              <a:chExt cx="283500" cy="281400"/>
            </a:xfrm>
          </p:grpSpPr>
          <p:sp>
            <p:nvSpPr>
              <p:cNvPr id="1747" name="Google Shape;1747;p83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748" name="Google Shape;1748;p83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49" name="Google Shape;1749;p83"/>
            <p:cNvGrpSpPr/>
            <p:nvPr/>
          </p:nvGrpSpPr>
          <p:grpSpPr>
            <a:xfrm>
              <a:off x="7789534" y="2523736"/>
              <a:ext cx="283500" cy="281400"/>
              <a:chOff x="4237000" y="4025275"/>
              <a:chExt cx="283500" cy="281400"/>
            </a:xfrm>
          </p:grpSpPr>
          <p:sp>
            <p:nvSpPr>
              <p:cNvPr id="1750" name="Google Shape;1750;p83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751" name="Google Shape;1751;p83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752" name="Google Shape;1752;p83"/>
          <p:cNvGrpSpPr/>
          <p:nvPr/>
        </p:nvGrpSpPr>
        <p:grpSpPr>
          <a:xfrm>
            <a:off x="5850843" y="2230166"/>
            <a:ext cx="285912" cy="1184570"/>
            <a:chOff x="7789534" y="2230166"/>
            <a:chExt cx="285912" cy="1184570"/>
          </a:xfrm>
        </p:grpSpPr>
        <p:grpSp>
          <p:nvGrpSpPr>
            <p:cNvPr id="1753" name="Google Shape;1753;p83"/>
            <p:cNvGrpSpPr/>
            <p:nvPr/>
          </p:nvGrpSpPr>
          <p:grpSpPr>
            <a:xfrm>
              <a:off x="7791946" y="2230166"/>
              <a:ext cx="283500" cy="281400"/>
              <a:chOff x="4237000" y="4025275"/>
              <a:chExt cx="283500" cy="281400"/>
            </a:xfrm>
          </p:grpSpPr>
          <p:sp>
            <p:nvSpPr>
              <p:cNvPr id="1754" name="Google Shape;1754;p83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755" name="Google Shape;1755;p83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56" name="Google Shape;1756;p83"/>
            <p:cNvGrpSpPr/>
            <p:nvPr/>
          </p:nvGrpSpPr>
          <p:grpSpPr>
            <a:xfrm>
              <a:off x="7789534" y="3133336"/>
              <a:ext cx="283500" cy="281400"/>
              <a:chOff x="4237000" y="4025275"/>
              <a:chExt cx="283500" cy="281400"/>
            </a:xfrm>
          </p:grpSpPr>
          <p:sp>
            <p:nvSpPr>
              <p:cNvPr id="1757" name="Google Shape;1757;p83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758" name="Google Shape;1758;p83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59" name="Google Shape;1759;p83"/>
            <p:cNvGrpSpPr/>
            <p:nvPr/>
          </p:nvGrpSpPr>
          <p:grpSpPr>
            <a:xfrm>
              <a:off x="7789534" y="2828536"/>
              <a:ext cx="283500" cy="281400"/>
              <a:chOff x="4237000" y="4025275"/>
              <a:chExt cx="283500" cy="281400"/>
            </a:xfrm>
          </p:grpSpPr>
          <p:sp>
            <p:nvSpPr>
              <p:cNvPr id="1760" name="Google Shape;1760;p83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761" name="Google Shape;1761;p83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62" name="Google Shape;1762;p83"/>
            <p:cNvGrpSpPr/>
            <p:nvPr/>
          </p:nvGrpSpPr>
          <p:grpSpPr>
            <a:xfrm>
              <a:off x="7789534" y="2523736"/>
              <a:ext cx="283500" cy="281400"/>
              <a:chOff x="4237000" y="4025275"/>
              <a:chExt cx="283500" cy="281400"/>
            </a:xfrm>
          </p:grpSpPr>
          <p:sp>
            <p:nvSpPr>
              <p:cNvPr id="1763" name="Google Shape;1763;p83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764" name="Google Shape;1764;p83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765" name="Google Shape;1765;p83"/>
          <p:cNvGrpSpPr/>
          <p:nvPr/>
        </p:nvGrpSpPr>
        <p:grpSpPr>
          <a:xfrm>
            <a:off x="8096746" y="1947827"/>
            <a:ext cx="283500" cy="281400"/>
            <a:chOff x="8096746" y="1947827"/>
            <a:chExt cx="283500" cy="281400"/>
          </a:xfrm>
        </p:grpSpPr>
        <p:sp>
          <p:nvSpPr>
            <p:cNvPr id="1766" name="Google Shape;1766;p83"/>
            <p:cNvSpPr/>
            <p:nvPr/>
          </p:nvSpPr>
          <p:spPr>
            <a:xfrm>
              <a:off x="8096746" y="1947827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767" name="Google Shape;1767;p83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96272" y="1997099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8" name="Google Shape;1768;p83"/>
          <p:cNvGrpSpPr/>
          <p:nvPr/>
        </p:nvGrpSpPr>
        <p:grpSpPr>
          <a:xfrm>
            <a:off x="8444055" y="1947827"/>
            <a:ext cx="283500" cy="281400"/>
            <a:chOff x="8455286" y="1947827"/>
            <a:chExt cx="283500" cy="281400"/>
          </a:xfrm>
        </p:grpSpPr>
        <p:sp>
          <p:nvSpPr>
            <p:cNvPr id="1769" name="Google Shape;1769;p83"/>
            <p:cNvSpPr/>
            <p:nvPr/>
          </p:nvSpPr>
          <p:spPr>
            <a:xfrm>
              <a:off x="8455286" y="1947827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770" name="Google Shape;1770;p83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554812" y="1997099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84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</a:t>
            </a:r>
            <a:r>
              <a:rPr lang="en-GB"/>
              <a:t>) Use this bar model to solve this equation.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Write your algebraic notation alongside.</a:t>
            </a:r>
            <a:endParaRPr/>
          </a:p>
        </p:txBody>
      </p:sp>
      <p:sp>
        <p:nvSpPr>
          <p:cNvPr id="1776" name="Google Shape;1776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Representing equations with unknowns on both sides</a:t>
            </a:r>
            <a:endParaRPr/>
          </a:p>
        </p:txBody>
      </p:sp>
      <p:graphicFrame>
        <p:nvGraphicFramePr>
          <p:cNvPr id="1777" name="Google Shape;1777;p84"/>
          <p:cNvGraphicFramePr/>
          <p:nvPr/>
        </p:nvGraphicFramePr>
        <p:xfrm>
          <a:off x="246059" y="18278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1318700"/>
                <a:gridCol w="430150"/>
                <a:gridCol w="1298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8" name="Google Shape;1778;p84"/>
          <p:cNvSpPr/>
          <p:nvPr/>
        </p:nvSpPr>
        <p:spPr>
          <a:xfrm>
            <a:off x="7843700" y="2189734"/>
            <a:ext cx="9663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29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9" name="Google Shape;1779;p84"/>
          <p:cNvSpPr/>
          <p:nvPr/>
        </p:nvSpPr>
        <p:spPr>
          <a:xfrm>
            <a:off x="3529213" y="2189734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0" name="Google Shape;1780;p84"/>
          <p:cNvSpPr/>
          <p:nvPr/>
        </p:nvSpPr>
        <p:spPr>
          <a:xfrm>
            <a:off x="4072513" y="2189734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1" name="Google Shape;1781;p84"/>
          <p:cNvSpPr/>
          <p:nvPr/>
        </p:nvSpPr>
        <p:spPr>
          <a:xfrm>
            <a:off x="4615200" y="2189734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2" name="Google Shape;1782;p84"/>
          <p:cNvSpPr/>
          <p:nvPr/>
        </p:nvSpPr>
        <p:spPr>
          <a:xfrm>
            <a:off x="5162650" y="2189734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3" name="Google Shape;1783;p84"/>
          <p:cNvSpPr/>
          <p:nvPr/>
        </p:nvSpPr>
        <p:spPr>
          <a:xfrm>
            <a:off x="3529213" y="1808734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4" name="Google Shape;1784;p84"/>
          <p:cNvSpPr/>
          <p:nvPr/>
        </p:nvSpPr>
        <p:spPr>
          <a:xfrm>
            <a:off x="4072513" y="1808734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5" name="Google Shape;1785;p84"/>
          <p:cNvSpPr/>
          <p:nvPr/>
        </p:nvSpPr>
        <p:spPr>
          <a:xfrm>
            <a:off x="4601150" y="1808734"/>
            <a:ext cx="4209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161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6" name="Google Shape;1786;p84"/>
          <p:cNvSpPr/>
          <p:nvPr/>
        </p:nvSpPr>
        <p:spPr>
          <a:xfrm>
            <a:off x="5696050" y="2189734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7" name="Google Shape;1787;p84"/>
          <p:cNvSpPr/>
          <p:nvPr/>
        </p:nvSpPr>
        <p:spPr>
          <a:xfrm>
            <a:off x="6229450" y="2189734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8" name="Google Shape;1788;p84"/>
          <p:cNvSpPr/>
          <p:nvPr/>
        </p:nvSpPr>
        <p:spPr>
          <a:xfrm>
            <a:off x="6762850" y="2189734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9" name="Google Shape;1789;p84"/>
          <p:cNvSpPr/>
          <p:nvPr/>
        </p:nvSpPr>
        <p:spPr>
          <a:xfrm>
            <a:off x="7296250" y="2189734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85"/>
          <p:cNvSpPr txBox="1"/>
          <p:nvPr>
            <p:ph idx="1" type="body"/>
          </p:nvPr>
        </p:nvSpPr>
        <p:spPr>
          <a:xfrm>
            <a:off x="324000" y="759300"/>
            <a:ext cx="6281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Build an equation with unknowns on both sides.</a:t>
            </a:r>
            <a:endParaRPr sz="1800"/>
          </a:p>
        </p:txBody>
      </p:sp>
      <p:sp>
        <p:nvSpPr>
          <p:cNvPr id="1795" name="Google Shape;1795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Representing equations with unknowns on both sides</a:t>
            </a:r>
            <a:endParaRPr/>
          </a:p>
        </p:txBody>
      </p:sp>
      <p:grpSp>
        <p:nvGrpSpPr>
          <p:cNvPr id="1796" name="Google Shape;1796;p85"/>
          <p:cNvGrpSpPr/>
          <p:nvPr/>
        </p:nvGrpSpPr>
        <p:grpSpPr>
          <a:xfrm>
            <a:off x="4570748" y="1805241"/>
            <a:ext cx="4246593" cy="2507834"/>
            <a:chOff x="3679000" y="1380975"/>
            <a:chExt cx="4343896" cy="2543700"/>
          </a:xfrm>
        </p:grpSpPr>
        <p:sp>
          <p:nvSpPr>
            <p:cNvPr id="1797" name="Google Shape;1797;p85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98" name="Google Shape;1798;p85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99" name="Google Shape;1799;p85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00" name="Google Shape;1800;p85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01" name="Google Shape;1801;p85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02" name="Google Shape;1802;p85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03" name="Google Shape;1803;p85"/>
          <p:cNvSpPr/>
          <p:nvPr/>
        </p:nvSpPr>
        <p:spPr>
          <a:xfrm>
            <a:off x="8096746" y="2230166"/>
            <a:ext cx="283500" cy="2814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1&quot;&gt;&lt;mn&gt;1&lt;/mn&gt;&lt;/math&gt;" id="1804" name="Google Shape;1804;p85" title="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6272" y="2279438"/>
            <a:ext cx="85625" cy="1926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5" name="Google Shape;1805;p85"/>
          <p:cNvGrpSpPr/>
          <p:nvPr/>
        </p:nvGrpSpPr>
        <p:grpSpPr>
          <a:xfrm>
            <a:off x="8094334" y="3133336"/>
            <a:ext cx="283500" cy="281400"/>
            <a:chOff x="4237000" y="4025275"/>
            <a:chExt cx="283500" cy="281400"/>
          </a:xfrm>
        </p:grpSpPr>
        <p:sp>
          <p:nvSpPr>
            <p:cNvPr id="1806" name="Google Shape;1806;p85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807" name="Google Shape;1807;p85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08" name="Google Shape;1808;p85"/>
          <p:cNvGrpSpPr/>
          <p:nvPr/>
        </p:nvGrpSpPr>
        <p:grpSpPr>
          <a:xfrm>
            <a:off x="8094334" y="2828536"/>
            <a:ext cx="283500" cy="281400"/>
            <a:chOff x="4237000" y="4025275"/>
            <a:chExt cx="283500" cy="281400"/>
          </a:xfrm>
        </p:grpSpPr>
        <p:sp>
          <p:nvSpPr>
            <p:cNvPr id="1809" name="Google Shape;1809;p85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810" name="Google Shape;1810;p85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11" name="Google Shape;1811;p85"/>
          <p:cNvGrpSpPr/>
          <p:nvPr/>
        </p:nvGrpSpPr>
        <p:grpSpPr>
          <a:xfrm>
            <a:off x="8094334" y="2523736"/>
            <a:ext cx="283500" cy="281400"/>
            <a:chOff x="4237000" y="4025275"/>
            <a:chExt cx="283500" cy="281400"/>
          </a:xfrm>
        </p:grpSpPr>
        <p:sp>
          <p:nvSpPr>
            <p:cNvPr id="1812" name="Google Shape;1812;p85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813" name="Google Shape;1813;p85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814" name="Google Shape;1814;p85"/>
          <p:cNvGraphicFramePr/>
          <p:nvPr/>
        </p:nvGraphicFramePr>
        <p:xfrm>
          <a:off x="375259" y="24349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1404400"/>
                <a:gridCol w="674275"/>
                <a:gridCol w="1732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815" name="Google Shape;1815;p85"/>
          <p:cNvGrpSpPr/>
          <p:nvPr/>
        </p:nvGrpSpPr>
        <p:grpSpPr>
          <a:xfrm>
            <a:off x="4741529" y="2849196"/>
            <a:ext cx="362100" cy="281400"/>
            <a:chOff x="6668990" y="3490075"/>
            <a:chExt cx="362100" cy="281400"/>
          </a:xfrm>
        </p:grpSpPr>
        <p:sp>
          <p:nvSpPr>
            <p:cNvPr id="1816" name="Google Shape;1816;p85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1817" name="Google Shape;1817;p85" title="x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18" name="Google Shape;1818;p85"/>
          <p:cNvGrpSpPr/>
          <p:nvPr/>
        </p:nvGrpSpPr>
        <p:grpSpPr>
          <a:xfrm>
            <a:off x="4741529" y="3142766"/>
            <a:ext cx="362100" cy="281400"/>
            <a:chOff x="6668990" y="3490075"/>
            <a:chExt cx="362100" cy="281400"/>
          </a:xfrm>
        </p:grpSpPr>
        <p:sp>
          <p:nvSpPr>
            <p:cNvPr id="1819" name="Google Shape;1819;p85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1820" name="Google Shape;1820;p85" title="x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21" name="Google Shape;1821;p85"/>
          <p:cNvGrpSpPr/>
          <p:nvPr/>
        </p:nvGrpSpPr>
        <p:grpSpPr>
          <a:xfrm>
            <a:off x="7755843" y="2230166"/>
            <a:ext cx="285912" cy="1184570"/>
            <a:chOff x="7789534" y="2230166"/>
            <a:chExt cx="285912" cy="1184570"/>
          </a:xfrm>
        </p:grpSpPr>
        <p:grpSp>
          <p:nvGrpSpPr>
            <p:cNvPr id="1822" name="Google Shape;1822;p85"/>
            <p:cNvGrpSpPr/>
            <p:nvPr/>
          </p:nvGrpSpPr>
          <p:grpSpPr>
            <a:xfrm>
              <a:off x="7791946" y="2230166"/>
              <a:ext cx="283500" cy="281400"/>
              <a:chOff x="4237000" y="4025275"/>
              <a:chExt cx="283500" cy="281400"/>
            </a:xfrm>
          </p:grpSpPr>
          <p:sp>
            <p:nvSpPr>
              <p:cNvPr id="1823" name="Google Shape;1823;p85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824" name="Google Shape;1824;p85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25" name="Google Shape;1825;p85"/>
            <p:cNvGrpSpPr/>
            <p:nvPr/>
          </p:nvGrpSpPr>
          <p:grpSpPr>
            <a:xfrm>
              <a:off x="7789534" y="3133336"/>
              <a:ext cx="283500" cy="281400"/>
              <a:chOff x="4237000" y="4025275"/>
              <a:chExt cx="283500" cy="281400"/>
            </a:xfrm>
          </p:grpSpPr>
          <p:sp>
            <p:nvSpPr>
              <p:cNvPr id="1826" name="Google Shape;1826;p85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827" name="Google Shape;1827;p85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28" name="Google Shape;1828;p85"/>
            <p:cNvGrpSpPr/>
            <p:nvPr/>
          </p:nvGrpSpPr>
          <p:grpSpPr>
            <a:xfrm>
              <a:off x="7789534" y="2828536"/>
              <a:ext cx="283500" cy="281400"/>
              <a:chOff x="4237000" y="4025275"/>
              <a:chExt cx="283500" cy="281400"/>
            </a:xfrm>
          </p:grpSpPr>
          <p:sp>
            <p:nvSpPr>
              <p:cNvPr id="1829" name="Google Shape;1829;p85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830" name="Google Shape;1830;p85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31" name="Google Shape;1831;p85"/>
            <p:cNvGrpSpPr/>
            <p:nvPr/>
          </p:nvGrpSpPr>
          <p:grpSpPr>
            <a:xfrm>
              <a:off x="7789534" y="2523736"/>
              <a:ext cx="283500" cy="281400"/>
              <a:chOff x="4237000" y="4025275"/>
              <a:chExt cx="283500" cy="281400"/>
            </a:xfrm>
          </p:grpSpPr>
          <p:sp>
            <p:nvSpPr>
              <p:cNvPr id="1832" name="Google Shape;1832;p85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833" name="Google Shape;1833;p85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834" name="Google Shape;1834;p85"/>
          <p:cNvSpPr txBox="1"/>
          <p:nvPr>
            <p:ph idx="1" type="body"/>
          </p:nvPr>
        </p:nvSpPr>
        <p:spPr>
          <a:xfrm>
            <a:off x="324000" y="1095379"/>
            <a:ext cx="5304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Starting with this balance showing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8 </a:t>
            </a:r>
            <a:r>
              <a:rPr lang="en-GB" sz="2000"/>
              <a:t>show what you need to add to both sides to make the equation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+ 2 = 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+ 10</a:t>
            </a:r>
            <a:endParaRPr sz="1800"/>
          </a:p>
        </p:txBody>
      </p:sp>
      <p:grpSp>
        <p:nvGrpSpPr>
          <p:cNvPr id="1835" name="Google Shape;1835;p85"/>
          <p:cNvGrpSpPr/>
          <p:nvPr/>
        </p:nvGrpSpPr>
        <p:grpSpPr>
          <a:xfrm>
            <a:off x="5198729" y="1968487"/>
            <a:ext cx="362100" cy="1466909"/>
            <a:chOff x="5503529" y="1968487"/>
            <a:chExt cx="362100" cy="1466909"/>
          </a:xfrm>
        </p:grpSpPr>
        <p:grpSp>
          <p:nvGrpSpPr>
            <p:cNvPr id="1836" name="Google Shape;1836;p85"/>
            <p:cNvGrpSpPr/>
            <p:nvPr/>
          </p:nvGrpSpPr>
          <p:grpSpPr>
            <a:xfrm>
              <a:off x="5503529" y="3153996"/>
              <a:ext cx="362100" cy="281400"/>
              <a:chOff x="6668990" y="3490075"/>
              <a:chExt cx="362100" cy="281400"/>
            </a:xfrm>
          </p:grpSpPr>
          <p:sp>
            <p:nvSpPr>
              <p:cNvPr id="1837" name="Google Shape;1837;p85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838" name="Google Shape;1838;p85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39" name="Google Shape;1839;p85"/>
            <p:cNvGrpSpPr/>
            <p:nvPr/>
          </p:nvGrpSpPr>
          <p:grpSpPr>
            <a:xfrm>
              <a:off x="5503529" y="2849196"/>
              <a:ext cx="362100" cy="281400"/>
              <a:chOff x="6668990" y="3490075"/>
              <a:chExt cx="362100" cy="281400"/>
            </a:xfrm>
          </p:grpSpPr>
          <p:sp>
            <p:nvSpPr>
              <p:cNvPr id="1840" name="Google Shape;1840;p85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841" name="Google Shape;1841;p85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42" name="Google Shape;1842;p85"/>
            <p:cNvGrpSpPr/>
            <p:nvPr/>
          </p:nvGrpSpPr>
          <p:grpSpPr>
            <a:xfrm>
              <a:off x="5503529" y="2555627"/>
              <a:ext cx="362100" cy="281400"/>
              <a:chOff x="6668990" y="3490075"/>
              <a:chExt cx="362100" cy="281400"/>
            </a:xfrm>
          </p:grpSpPr>
          <p:sp>
            <p:nvSpPr>
              <p:cNvPr id="1843" name="Google Shape;1843;p85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844" name="Google Shape;1844;p85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45" name="Google Shape;1845;p85"/>
            <p:cNvGrpSpPr/>
            <p:nvPr/>
          </p:nvGrpSpPr>
          <p:grpSpPr>
            <a:xfrm>
              <a:off x="5503529" y="2262057"/>
              <a:ext cx="362100" cy="281400"/>
              <a:chOff x="6668990" y="3490075"/>
              <a:chExt cx="362100" cy="281400"/>
            </a:xfrm>
          </p:grpSpPr>
          <p:sp>
            <p:nvSpPr>
              <p:cNvPr id="1846" name="Google Shape;1846;p85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847" name="Google Shape;1847;p85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48" name="Google Shape;1848;p85"/>
            <p:cNvGrpSpPr/>
            <p:nvPr/>
          </p:nvGrpSpPr>
          <p:grpSpPr>
            <a:xfrm>
              <a:off x="5503529" y="1968487"/>
              <a:ext cx="362100" cy="281400"/>
              <a:chOff x="5503529" y="1968487"/>
              <a:chExt cx="362100" cy="281400"/>
            </a:xfrm>
          </p:grpSpPr>
          <p:sp>
            <p:nvSpPr>
              <p:cNvPr id="1849" name="Google Shape;1849;p85"/>
              <p:cNvSpPr/>
              <p:nvPr/>
            </p:nvSpPr>
            <p:spPr>
              <a:xfrm>
                <a:off x="5503529" y="1968487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850" name="Google Shape;1850;p85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607997" y="2040007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51" name="Google Shape;1851;p85"/>
          <p:cNvGrpSpPr/>
          <p:nvPr/>
        </p:nvGrpSpPr>
        <p:grpSpPr>
          <a:xfrm>
            <a:off x="7309868" y="1968487"/>
            <a:ext cx="362100" cy="1466909"/>
            <a:chOff x="5503529" y="1968487"/>
            <a:chExt cx="362100" cy="1466909"/>
          </a:xfrm>
        </p:grpSpPr>
        <p:grpSp>
          <p:nvGrpSpPr>
            <p:cNvPr id="1852" name="Google Shape;1852;p85"/>
            <p:cNvGrpSpPr/>
            <p:nvPr/>
          </p:nvGrpSpPr>
          <p:grpSpPr>
            <a:xfrm>
              <a:off x="5503529" y="3153996"/>
              <a:ext cx="362100" cy="281400"/>
              <a:chOff x="6668990" y="3490075"/>
              <a:chExt cx="362100" cy="281400"/>
            </a:xfrm>
          </p:grpSpPr>
          <p:sp>
            <p:nvSpPr>
              <p:cNvPr id="1853" name="Google Shape;1853;p85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854" name="Google Shape;1854;p85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55" name="Google Shape;1855;p85"/>
            <p:cNvGrpSpPr/>
            <p:nvPr/>
          </p:nvGrpSpPr>
          <p:grpSpPr>
            <a:xfrm>
              <a:off x="5503529" y="2849196"/>
              <a:ext cx="362100" cy="281400"/>
              <a:chOff x="6668990" y="3490075"/>
              <a:chExt cx="362100" cy="281400"/>
            </a:xfrm>
          </p:grpSpPr>
          <p:sp>
            <p:nvSpPr>
              <p:cNvPr id="1856" name="Google Shape;1856;p85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857" name="Google Shape;1857;p85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58" name="Google Shape;1858;p85"/>
            <p:cNvGrpSpPr/>
            <p:nvPr/>
          </p:nvGrpSpPr>
          <p:grpSpPr>
            <a:xfrm>
              <a:off x="5503529" y="2555627"/>
              <a:ext cx="362100" cy="281400"/>
              <a:chOff x="6668990" y="3490075"/>
              <a:chExt cx="362100" cy="281400"/>
            </a:xfrm>
          </p:grpSpPr>
          <p:sp>
            <p:nvSpPr>
              <p:cNvPr id="1859" name="Google Shape;1859;p85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860" name="Google Shape;1860;p85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61" name="Google Shape;1861;p85"/>
            <p:cNvGrpSpPr/>
            <p:nvPr/>
          </p:nvGrpSpPr>
          <p:grpSpPr>
            <a:xfrm>
              <a:off x="5503529" y="2262057"/>
              <a:ext cx="362100" cy="281400"/>
              <a:chOff x="6668990" y="3490075"/>
              <a:chExt cx="362100" cy="281400"/>
            </a:xfrm>
          </p:grpSpPr>
          <p:sp>
            <p:nvSpPr>
              <p:cNvPr id="1862" name="Google Shape;1862;p85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863" name="Google Shape;1863;p85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64" name="Google Shape;1864;p85"/>
            <p:cNvGrpSpPr/>
            <p:nvPr/>
          </p:nvGrpSpPr>
          <p:grpSpPr>
            <a:xfrm>
              <a:off x="5503529" y="1968487"/>
              <a:ext cx="362100" cy="281400"/>
              <a:chOff x="5503529" y="1968487"/>
              <a:chExt cx="362100" cy="281400"/>
            </a:xfrm>
          </p:grpSpPr>
          <p:sp>
            <p:nvSpPr>
              <p:cNvPr id="1865" name="Google Shape;1865;p85"/>
              <p:cNvSpPr/>
              <p:nvPr/>
            </p:nvSpPr>
            <p:spPr>
              <a:xfrm>
                <a:off x="5503529" y="1968487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866" name="Google Shape;1866;p85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607997" y="2040007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aphicFrame>
        <p:nvGraphicFramePr>
          <p:cNvPr id="1867" name="Google Shape;1867;p85"/>
          <p:cNvGraphicFramePr/>
          <p:nvPr/>
        </p:nvGraphicFramePr>
        <p:xfrm>
          <a:off x="375259" y="24349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1404400"/>
                <a:gridCol w="674275"/>
                <a:gridCol w="1732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(5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(5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(2)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(2)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68" name="Google Shape;1868;p85"/>
          <p:cNvGraphicFramePr/>
          <p:nvPr/>
        </p:nvGraphicFramePr>
        <p:xfrm>
          <a:off x="375259" y="24349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1404400"/>
                <a:gridCol w="674275"/>
                <a:gridCol w="1732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(5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(5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869" name="Google Shape;1869;p85"/>
          <p:cNvGrpSpPr/>
          <p:nvPr/>
        </p:nvGrpSpPr>
        <p:grpSpPr>
          <a:xfrm>
            <a:off x="8451293" y="2828536"/>
            <a:ext cx="283500" cy="586200"/>
            <a:chOff x="8451293" y="2828536"/>
            <a:chExt cx="283500" cy="586200"/>
          </a:xfrm>
        </p:grpSpPr>
        <p:grpSp>
          <p:nvGrpSpPr>
            <p:cNvPr id="1870" name="Google Shape;1870;p85"/>
            <p:cNvGrpSpPr/>
            <p:nvPr/>
          </p:nvGrpSpPr>
          <p:grpSpPr>
            <a:xfrm>
              <a:off x="8451293" y="3133336"/>
              <a:ext cx="283500" cy="281400"/>
              <a:chOff x="8096746" y="1947827"/>
              <a:chExt cx="283500" cy="281400"/>
            </a:xfrm>
          </p:grpSpPr>
          <p:sp>
            <p:nvSpPr>
              <p:cNvPr id="1871" name="Google Shape;1871;p85"/>
              <p:cNvSpPr/>
              <p:nvPr/>
            </p:nvSpPr>
            <p:spPr>
              <a:xfrm>
                <a:off x="8096746" y="1947827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872" name="Google Shape;1872;p85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196272" y="1997099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73" name="Google Shape;1873;p85"/>
            <p:cNvGrpSpPr/>
            <p:nvPr/>
          </p:nvGrpSpPr>
          <p:grpSpPr>
            <a:xfrm>
              <a:off x="8451293" y="2828536"/>
              <a:ext cx="283500" cy="281400"/>
              <a:chOff x="8096746" y="1947827"/>
              <a:chExt cx="283500" cy="281400"/>
            </a:xfrm>
          </p:grpSpPr>
          <p:sp>
            <p:nvSpPr>
              <p:cNvPr id="1874" name="Google Shape;1874;p85"/>
              <p:cNvSpPr/>
              <p:nvPr/>
            </p:nvSpPr>
            <p:spPr>
              <a:xfrm>
                <a:off x="8096746" y="1947827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875" name="Google Shape;1875;p85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196272" y="1997099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76" name="Google Shape;1876;p85"/>
          <p:cNvGrpSpPr/>
          <p:nvPr/>
        </p:nvGrpSpPr>
        <p:grpSpPr>
          <a:xfrm>
            <a:off x="5643123" y="2839766"/>
            <a:ext cx="283500" cy="586200"/>
            <a:chOff x="8451293" y="2828536"/>
            <a:chExt cx="283500" cy="586200"/>
          </a:xfrm>
        </p:grpSpPr>
        <p:grpSp>
          <p:nvGrpSpPr>
            <p:cNvPr id="1877" name="Google Shape;1877;p85"/>
            <p:cNvGrpSpPr/>
            <p:nvPr/>
          </p:nvGrpSpPr>
          <p:grpSpPr>
            <a:xfrm>
              <a:off x="8451293" y="3133336"/>
              <a:ext cx="283500" cy="281400"/>
              <a:chOff x="8096746" y="1947827"/>
              <a:chExt cx="283500" cy="281400"/>
            </a:xfrm>
          </p:grpSpPr>
          <p:sp>
            <p:nvSpPr>
              <p:cNvPr id="1878" name="Google Shape;1878;p85"/>
              <p:cNvSpPr/>
              <p:nvPr/>
            </p:nvSpPr>
            <p:spPr>
              <a:xfrm>
                <a:off x="8096746" y="1947827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879" name="Google Shape;1879;p85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196272" y="1997099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80" name="Google Shape;1880;p85"/>
            <p:cNvGrpSpPr/>
            <p:nvPr/>
          </p:nvGrpSpPr>
          <p:grpSpPr>
            <a:xfrm>
              <a:off x="8451293" y="2828536"/>
              <a:ext cx="283500" cy="281400"/>
              <a:chOff x="8096746" y="1947827"/>
              <a:chExt cx="283500" cy="281400"/>
            </a:xfrm>
          </p:grpSpPr>
          <p:sp>
            <p:nvSpPr>
              <p:cNvPr id="1881" name="Google Shape;1881;p85"/>
              <p:cNvSpPr/>
              <p:nvPr/>
            </p:nvSpPr>
            <p:spPr>
              <a:xfrm>
                <a:off x="8096746" y="1947827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882" name="Google Shape;1882;p85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196272" y="1997099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86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‘</a:t>
            </a:r>
            <a:r>
              <a:rPr lang="en-GB">
                <a:solidFill>
                  <a:schemeClr val="accent4"/>
                </a:solidFill>
              </a:rPr>
              <a:t>Undo</a:t>
            </a:r>
            <a:r>
              <a:rPr lang="en-GB"/>
              <a:t>’ this balance model to solve this equation.</a:t>
            </a:r>
            <a:endParaRPr/>
          </a:p>
        </p:txBody>
      </p:sp>
      <p:sp>
        <p:nvSpPr>
          <p:cNvPr id="1888" name="Google Shape;1888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Representing</a:t>
            </a:r>
            <a:r>
              <a:rPr lang="en-GB"/>
              <a:t> equations with unknowns on both sides</a:t>
            </a:r>
            <a:endParaRPr/>
          </a:p>
        </p:txBody>
      </p:sp>
      <p:grpSp>
        <p:nvGrpSpPr>
          <p:cNvPr id="1889" name="Google Shape;1889;p86"/>
          <p:cNvGrpSpPr/>
          <p:nvPr/>
        </p:nvGrpSpPr>
        <p:grpSpPr>
          <a:xfrm>
            <a:off x="4570748" y="1805241"/>
            <a:ext cx="4246593" cy="2507834"/>
            <a:chOff x="3679000" y="1380975"/>
            <a:chExt cx="4343896" cy="2543700"/>
          </a:xfrm>
        </p:grpSpPr>
        <p:sp>
          <p:nvSpPr>
            <p:cNvPr id="1890" name="Google Shape;1890;p86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91" name="Google Shape;1891;p86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92" name="Google Shape;1892;p86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93" name="Google Shape;1893;p86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94" name="Google Shape;1894;p86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95" name="Google Shape;1895;p86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96" name="Google Shape;1896;p86"/>
          <p:cNvSpPr/>
          <p:nvPr/>
        </p:nvSpPr>
        <p:spPr>
          <a:xfrm>
            <a:off x="8096746" y="2230166"/>
            <a:ext cx="283500" cy="2814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1&quot;&gt;&lt;mn&gt;1&lt;/mn&gt;&lt;/math&gt;" id="1897" name="Google Shape;1897;p86" title="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6272" y="2279438"/>
            <a:ext cx="85625" cy="1926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8" name="Google Shape;1898;p86"/>
          <p:cNvGrpSpPr/>
          <p:nvPr/>
        </p:nvGrpSpPr>
        <p:grpSpPr>
          <a:xfrm>
            <a:off x="8094334" y="3133336"/>
            <a:ext cx="283500" cy="281400"/>
            <a:chOff x="4237000" y="4025275"/>
            <a:chExt cx="283500" cy="281400"/>
          </a:xfrm>
        </p:grpSpPr>
        <p:sp>
          <p:nvSpPr>
            <p:cNvPr id="1899" name="Google Shape;1899;p8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900" name="Google Shape;1900;p86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01" name="Google Shape;1901;p86"/>
          <p:cNvGrpSpPr/>
          <p:nvPr/>
        </p:nvGrpSpPr>
        <p:grpSpPr>
          <a:xfrm>
            <a:off x="8094334" y="2828536"/>
            <a:ext cx="283500" cy="281400"/>
            <a:chOff x="4237000" y="4025275"/>
            <a:chExt cx="283500" cy="281400"/>
          </a:xfrm>
        </p:grpSpPr>
        <p:sp>
          <p:nvSpPr>
            <p:cNvPr id="1902" name="Google Shape;1902;p8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903" name="Google Shape;1903;p86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04" name="Google Shape;1904;p86"/>
          <p:cNvGrpSpPr/>
          <p:nvPr/>
        </p:nvGrpSpPr>
        <p:grpSpPr>
          <a:xfrm>
            <a:off x="8094334" y="2523736"/>
            <a:ext cx="283500" cy="281400"/>
            <a:chOff x="4237000" y="4025275"/>
            <a:chExt cx="283500" cy="281400"/>
          </a:xfrm>
        </p:grpSpPr>
        <p:sp>
          <p:nvSpPr>
            <p:cNvPr id="1905" name="Google Shape;1905;p8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906" name="Google Shape;1906;p86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07" name="Google Shape;1907;p86"/>
          <p:cNvGrpSpPr/>
          <p:nvPr/>
        </p:nvGrpSpPr>
        <p:grpSpPr>
          <a:xfrm>
            <a:off x="4611590" y="2555627"/>
            <a:ext cx="362100" cy="868539"/>
            <a:chOff x="4763990" y="2555627"/>
            <a:chExt cx="362100" cy="868539"/>
          </a:xfrm>
        </p:grpSpPr>
        <p:grpSp>
          <p:nvGrpSpPr>
            <p:cNvPr id="1908" name="Google Shape;1908;p86"/>
            <p:cNvGrpSpPr/>
            <p:nvPr/>
          </p:nvGrpSpPr>
          <p:grpSpPr>
            <a:xfrm>
              <a:off x="4763990" y="2849196"/>
              <a:ext cx="362100" cy="281400"/>
              <a:chOff x="6668990" y="3490075"/>
              <a:chExt cx="362100" cy="281400"/>
            </a:xfrm>
          </p:grpSpPr>
          <p:sp>
            <p:nvSpPr>
              <p:cNvPr id="1909" name="Google Shape;1909;p86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910" name="Google Shape;1910;p86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11" name="Google Shape;1911;p86"/>
            <p:cNvGrpSpPr/>
            <p:nvPr/>
          </p:nvGrpSpPr>
          <p:grpSpPr>
            <a:xfrm>
              <a:off x="4763990" y="3142766"/>
              <a:ext cx="362100" cy="281400"/>
              <a:chOff x="6668990" y="3490075"/>
              <a:chExt cx="362100" cy="281400"/>
            </a:xfrm>
          </p:grpSpPr>
          <p:sp>
            <p:nvSpPr>
              <p:cNvPr id="1912" name="Google Shape;1912;p86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913" name="Google Shape;1913;p86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14" name="Google Shape;1914;p86"/>
            <p:cNvGrpSpPr/>
            <p:nvPr/>
          </p:nvGrpSpPr>
          <p:grpSpPr>
            <a:xfrm>
              <a:off x="4763990" y="2555627"/>
              <a:ext cx="362100" cy="281400"/>
              <a:chOff x="6668990" y="3490075"/>
              <a:chExt cx="362100" cy="281400"/>
            </a:xfrm>
          </p:grpSpPr>
          <p:sp>
            <p:nvSpPr>
              <p:cNvPr id="1915" name="Google Shape;1915;p86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916" name="Google Shape;1916;p86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17" name="Google Shape;1917;p86"/>
          <p:cNvGrpSpPr/>
          <p:nvPr/>
        </p:nvGrpSpPr>
        <p:grpSpPr>
          <a:xfrm>
            <a:off x="8441643" y="2230166"/>
            <a:ext cx="285912" cy="1184570"/>
            <a:chOff x="7789534" y="2230166"/>
            <a:chExt cx="285912" cy="1184570"/>
          </a:xfrm>
        </p:grpSpPr>
        <p:grpSp>
          <p:nvGrpSpPr>
            <p:cNvPr id="1918" name="Google Shape;1918;p86"/>
            <p:cNvGrpSpPr/>
            <p:nvPr/>
          </p:nvGrpSpPr>
          <p:grpSpPr>
            <a:xfrm>
              <a:off x="7791946" y="2230166"/>
              <a:ext cx="283500" cy="281400"/>
              <a:chOff x="4237000" y="4025275"/>
              <a:chExt cx="283500" cy="281400"/>
            </a:xfrm>
          </p:grpSpPr>
          <p:sp>
            <p:nvSpPr>
              <p:cNvPr id="1919" name="Google Shape;1919;p86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920" name="Google Shape;1920;p86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21" name="Google Shape;1921;p86"/>
            <p:cNvGrpSpPr/>
            <p:nvPr/>
          </p:nvGrpSpPr>
          <p:grpSpPr>
            <a:xfrm>
              <a:off x="7789534" y="3133336"/>
              <a:ext cx="283500" cy="281400"/>
              <a:chOff x="4237000" y="4025275"/>
              <a:chExt cx="283500" cy="281400"/>
            </a:xfrm>
          </p:grpSpPr>
          <p:sp>
            <p:nvSpPr>
              <p:cNvPr id="1922" name="Google Shape;1922;p86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923" name="Google Shape;1923;p86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24" name="Google Shape;1924;p86"/>
            <p:cNvGrpSpPr/>
            <p:nvPr/>
          </p:nvGrpSpPr>
          <p:grpSpPr>
            <a:xfrm>
              <a:off x="7789534" y="2828536"/>
              <a:ext cx="283500" cy="281400"/>
              <a:chOff x="4237000" y="4025275"/>
              <a:chExt cx="283500" cy="281400"/>
            </a:xfrm>
          </p:grpSpPr>
          <p:sp>
            <p:nvSpPr>
              <p:cNvPr id="1925" name="Google Shape;1925;p86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926" name="Google Shape;1926;p86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27" name="Google Shape;1927;p86"/>
            <p:cNvGrpSpPr/>
            <p:nvPr/>
          </p:nvGrpSpPr>
          <p:grpSpPr>
            <a:xfrm>
              <a:off x="7789534" y="2523736"/>
              <a:ext cx="283500" cy="281400"/>
              <a:chOff x="4237000" y="4025275"/>
              <a:chExt cx="283500" cy="281400"/>
            </a:xfrm>
          </p:grpSpPr>
          <p:sp>
            <p:nvSpPr>
              <p:cNvPr id="1928" name="Google Shape;1928;p86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929" name="Google Shape;1929;p86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30" name="Google Shape;1930;p86"/>
          <p:cNvGrpSpPr/>
          <p:nvPr/>
        </p:nvGrpSpPr>
        <p:grpSpPr>
          <a:xfrm>
            <a:off x="5850843" y="2241396"/>
            <a:ext cx="285912" cy="1184570"/>
            <a:chOff x="7789534" y="2230166"/>
            <a:chExt cx="285912" cy="1184570"/>
          </a:xfrm>
        </p:grpSpPr>
        <p:grpSp>
          <p:nvGrpSpPr>
            <p:cNvPr id="1931" name="Google Shape;1931;p86"/>
            <p:cNvGrpSpPr/>
            <p:nvPr/>
          </p:nvGrpSpPr>
          <p:grpSpPr>
            <a:xfrm>
              <a:off x="7791946" y="2230166"/>
              <a:ext cx="283500" cy="281400"/>
              <a:chOff x="4237000" y="4025275"/>
              <a:chExt cx="283500" cy="281400"/>
            </a:xfrm>
          </p:grpSpPr>
          <p:sp>
            <p:nvSpPr>
              <p:cNvPr id="1932" name="Google Shape;1932;p86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933" name="Google Shape;1933;p86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34" name="Google Shape;1934;p86"/>
            <p:cNvGrpSpPr/>
            <p:nvPr/>
          </p:nvGrpSpPr>
          <p:grpSpPr>
            <a:xfrm>
              <a:off x="7789534" y="3133336"/>
              <a:ext cx="283500" cy="281400"/>
              <a:chOff x="4237000" y="4025275"/>
              <a:chExt cx="283500" cy="281400"/>
            </a:xfrm>
          </p:grpSpPr>
          <p:sp>
            <p:nvSpPr>
              <p:cNvPr id="1935" name="Google Shape;1935;p86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936" name="Google Shape;1936;p86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37" name="Google Shape;1937;p86"/>
            <p:cNvGrpSpPr/>
            <p:nvPr/>
          </p:nvGrpSpPr>
          <p:grpSpPr>
            <a:xfrm>
              <a:off x="7789534" y="2828536"/>
              <a:ext cx="283500" cy="281400"/>
              <a:chOff x="4237000" y="4025275"/>
              <a:chExt cx="283500" cy="281400"/>
            </a:xfrm>
          </p:grpSpPr>
          <p:sp>
            <p:nvSpPr>
              <p:cNvPr id="1938" name="Google Shape;1938;p86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939" name="Google Shape;1939;p86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40" name="Google Shape;1940;p86"/>
            <p:cNvGrpSpPr/>
            <p:nvPr/>
          </p:nvGrpSpPr>
          <p:grpSpPr>
            <a:xfrm>
              <a:off x="7789534" y="2523736"/>
              <a:ext cx="283500" cy="281400"/>
              <a:chOff x="4237000" y="4025275"/>
              <a:chExt cx="283500" cy="281400"/>
            </a:xfrm>
          </p:grpSpPr>
          <p:sp>
            <p:nvSpPr>
              <p:cNvPr id="1941" name="Google Shape;1941;p86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942" name="Google Shape;1942;p86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43" name="Google Shape;1943;p86"/>
          <p:cNvGrpSpPr/>
          <p:nvPr/>
        </p:nvGrpSpPr>
        <p:grpSpPr>
          <a:xfrm>
            <a:off x="8096746" y="1959057"/>
            <a:ext cx="283500" cy="281400"/>
            <a:chOff x="8096746" y="1947827"/>
            <a:chExt cx="283500" cy="281400"/>
          </a:xfrm>
        </p:grpSpPr>
        <p:sp>
          <p:nvSpPr>
            <p:cNvPr id="1944" name="Google Shape;1944;p86"/>
            <p:cNvSpPr/>
            <p:nvPr/>
          </p:nvSpPr>
          <p:spPr>
            <a:xfrm>
              <a:off x="8096746" y="1947827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945" name="Google Shape;1945;p86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96272" y="1997099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46" name="Google Shape;1946;p86"/>
          <p:cNvGrpSpPr/>
          <p:nvPr/>
        </p:nvGrpSpPr>
        <p:grpSpPr>
          <a:xfrm>
            <a:off x="8444055" y="1947827"/>
            <a:ext cx="283500" cy="281400"/>
            <a:chOff x="8455286" y="1947827"/>
            <a:chExt cx="283500" cy="281400"/>
          </a:xfrm>
        </p:grpSpPr>
        <p:sp>
          <p:nvSpPr>
            <p:cNvPr id="1947" name="Google Shape;1947;p86"/>
            <p:cNvSpPr/>
            <p:nvPr/>
          </p:nvSpPr>
          <p:spPr>
            <a:xfrm>
              <a:off x="8455286" y="1947827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948" name="Google Shape;1948;p86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554812" y="1997099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949" name="Google Shape;1949;p86"/>
          <p:cNvGraphicFramePr/>
          <p:nvPr/>
        </p:nvGraphicFramePr>
        <p:xfrm>
          <a:off x="17459" y="12919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50" name="Google Shape;1950;p86"/>
          <p:cNvGraphicFramePr/>
          <p:nvPr/>
        </p:nvGraphicFramePr>
        <p:xfrm>
          <a:off x="17459" y="12919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951" name="Google Shape;1951;p86"/>
          <p:cNvGrpSpPr/>
          <p:nvPr/>
        </p:nvGrpSpPr>
        <p:grpSpPr>
          <a:xfrm>
            <a:off x="5046329" y="2555627"/>
            <a:ext cx="2518161" cy="868539"/>
            <a:chOff x="5046329" y="2555627"/>
            <a:chExt cx="2518161" cy="868539"/>
          </a:xfrm>
        </p:grpSpPr>
        <p:grpSp>
          <p:nvGrpSpPr>
            <p:cNvPr id="1952" name="Google Shape;1952;p86"/>
            <p:cNvGrpSpPr/>
            <p:nvPr/>
          </p:nvGrpSpPr>
          <p:grpSpPr>
            <a:xfrm>
              <a:off x="5046329" y="2555627"/>
              <a:ext cx="362100" cy="868539"/>
              <a:chOff x="5198729" y="2555627"/>
              <a:chExt cx="362100" cy="868539"/>
            </a:xfrm>
          </p:grpSpPr>
          <p:grpSp>
            <p:nvGrpSpPr>
              <p:cNvPr id="1953" name="Google Shape;1953;p86"/>
              <p:cNvGrpSpPr/>
              <p:nvPr/>
            </p:nvGrpSpPr>
            <p:grpSpPr>
              <a:xfrm>
                <a:off x="5198729" y="2849196"/>
                <a:ext cx="362100" cy="281400"/>
                <a:chOff x="6668990" y="3490075"/>
                <a:chExt cx="362100" cy="281400"/>
              </a:xfrm>
            </p:grpSpPr>
            <p:sp>
              <p:nvSpPr>
                <p:cNvPr id="1954" name="Google Shape;1954;p86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rgbClr val="D9EAD3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1955" name="Google Shape;1955;p86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956" name="Google Shape;1956;p86"/>
              <p:cNvGrpSpPr/>
              <p:nvPr/>
            </p:nvGrpSpPr>
            <p:grpSpPr>
              <a:xfrm>
                <a:off x="5198729" y="3142766"/>
                <a:ext cx="362100" cy="281400"/>
                <a:chOff x="6668990" y="3490075"/>
                <a:chExt cx="362100" cy="281400"/>
              </a:xfrm>
            </p:grpSpPr>
            <p:sp>
              <p:nvSpPr>
                <p:cNvPr id="1957" name="Google Shape;1957;p86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rgbClr val="D9EAD3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1958" name="Google Shape;1958;p86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959" name="Google Shape;1959;p86"/>
              <p:cNvGrpSpPr/>
              <p:nvPr/>
            </p:nvGrpSpPr>
            <p:grpSpPr>
              <a:xfrm>
                <a:off x="5198729" y="2555627"/>
                <a:ext cx="362100" cy="281400"/>
                <a:chOff x="6668990" y="3490075"/>
                <a:chExt cx="362100" cy="281400"/>
              </a:xfrm>
            </p:grpSpPr>
            <p:sp>
              <p:nvSpPr>
                <p:cNvPr id="1960" name="Google Shape;1960;p86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rgbClr val="D9EAD3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1961" name="Google Shape;1961;p86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962" name="Google Shape;1962;p86"/>
            <p:cNvGrpSpPr/>
            <p:nvPr/>
          </p:nvGrpSpPr>
          <p:grpSpPr>
            <a:xfrm>
              <a:off x="7202390" y="2555627"/>
              <a:ext cx="362100" cy="868539"/>
              <a:chOff x="7354790" y="2555627"/>
              <a:chExt cx="362100" cy="868539"/>
            </a:xfrm>
          </p:grpSpPr>
          <p:grpSp>
            <p:nvGrpSpPr>
              <p:cNvPr id="1963" name="Google Shape;1963;p86"/>
              <p:cNvGrpSpPr/>
              <p:nvPr/>
            </p:nvGrpSpPr>
            <p:grpSpPr>
              <a:xfrm>
                <a:off x="7354790" y="2849196"/>
                <a:ext cx="362100" cy="281400"/>
                <a:chOff x="6668990" y="3490075"/>
                <a:chExt cx="362100" cy="281400"/>
              </a:xfrm>
            </p:grpSpPr>
            <p:sp>
              <p:nvSpPr>
                <p:cNvPr id="1964" name="Google Shape;1964;p86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rgbClr val="D9EAD3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1965" name="Google Shape;1965;p86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966" name="Google Shape;1966;p86"/>
              <p:cNvGrpSpPr/>
              <p:nvPr/>
            </p:nvGrpSpPr>
            <p:grpSpPr>
              <a:xfrm>
                <a:off x="7354790" y="3142766"/>
                <a:ext cx="362100" cy="281400"/>
                <a:chOff x="6668990" y="3490075"/>
                <a:chExt cx="362100" cy="281400"/>
              </a:xfrm>
            </p:grpSpPr>
            <p:sp>
              <p:nvSpPr>
                <p:cNvPr id="1967" name="Google Shape;1967;p86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rgbClr val="D9EAD3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1968" name="Google Shape;1968;p86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969" name="Google Shape;1969;p86"/>
              <p:cNvGrpSpPr/>
              <p:nvPr/>
            </p:nvGrpSpPr>
            <p:grpSpPr>
              <a:xfrm>
                <a:off x="7354790" y="2555627"/>
                <a:ext cx="362100" cy="281400"/>
                <a:chOff x="6668990" y="3490075"/>
                <a:chExt cx="362100" cy="281400"/>
              </a:xfrm>
            </p:grpSpPr>
            <p:sp>
              <p:nvSpPr>
                <p:cNvPr id="1970" name="Google Shape;1970;p86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rgbClr val="D9EAD3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1971" name="Google Shape;1971;p86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1972" name="Google Shape;1972;p86"/>
          <p:cNvGrpSpPr/>
          <p:nvPr/>
        </p:nvGrpSpPr>
        <p:grpSpPr>
          <a:xfrm>
            <a:off x="5447721" y="2559156"/>
            <a:ext cx="2537142" cy="857419"/>
            <a:chOff x="5447721" y="2559156"/>
            <a:chExt cx="2537142" cy="857419"/>
          </a:xfrm>
        </p:grpSpPr>
        <p:grpSp>
          <p:nvGrpSpPr>
            <p:cNvPr id="1973" name="Google Shape;1973;p86"/>
            <p:cNvGrpSpPr/>
            <p:nvPr/>
          </p:nvGrpSpPr>
          <p:grpSpPr>
            <a:xfrm>
              <a:off x="5447721" y="2559156"/>
              <a:ext cx="361033" cy="857419"/>
              <a:chOff x="5447721" y="2559156"/>
              <a:chExt cx="361033" cy="857419"/>
            </a:xfrm>
          </p:grpSpPr>
          <p:grpSp>
            <p:nvGrpSpPr>
              <p:cNvPr id="1974" name="Google Shape;1974;p86"/>
              <p:cNvGrpSpPr/>
              <p:nvPr/>
            </p:nvGrpSpPr>
            <p:grpSpPr>
              <a:xfrm>
                <a:off x="5447721" y="2559156"/>
                <a:ext cx="352215" cy="281510"/>
                <a:chOff x="6364551" y="1728591"/>
                <a:chExt cx="403500" cy="322500"/>
              </a:xfrm>
            </p:grpSpPr>
            <p:sp>
              <p:nvSpPr>
                <p:cNvPr id="1975" name="Google Shape;1975;p86"/>
                <p:cNvSpPr/>
                <p:nvPr/>
              </p:nvSpPr>
              <p:spPr>
                <a:xfrm>
                  <a:off x="6364551" y="1728591"/>
                  <a:ext cx="403500" cy="3225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-x&quot;&gt;&lt;mo&gt;−&lt;/mo&gt;&lt;mi&gt;x&lt;/mi&gt;&lt;/math&gt;" id="1976" name="Google Shape;1976;p86" title="negative x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6380426" y="1819360"/>
                  <a:ext cx="358002" cy="1432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977" name="Google Shape;1977;p86"/>
              <p:cNvGrpSpPr/>
              <p:nvPr/>
            </p:nvGrpSpPr>
            <p:grpSpPr>
              <a:xfrm>
                <a:off x="5456539" y="2852725"/>
                <a:ext cx="352215" cy="563850"/>
                <a:chOff x="5645043" y="3995725"/>
                <a:chExt cx="352215" cy="563850"/>
              </a:xfrm>
            </p:grpSpPr>
            <p:grpSp>
              <p:nvGrpSpPr>
                <p:cNvPr id="1978" name="Google Shape;1978;p86"/>
                <p:cNvGrpSpPr/>
                <p:nvPr/>
              </p:nvGrpSpPr>
              <p:grpSpPr>
                <a:xfrm>
                  <a:off x="5645043" y="4278065"/>
                  <a:ext cx="352215" cy="281510"/>
                  <a:chOff x="6364551" y="1728591"/>
                  <a:chExt cx="403500" cy="322500"/>
                </a:xfrm>
              </p:grpSpPr>
              <p:sp>
                <p:nvSpPr>
                  <p:cNvPr id="1979" name="Google Shape;1979;p86"/>
                  <p:cNvSpPr/>
                  <p:nvPr/>
                </p:nvSpPr>
                <p:spPr>
                  <a:xfrm>
                    <a:off x="6364551" y="1728591"/>
                    <a:ext cx="403500" cy="322500"/>
                  </a:xfrm>
                  <a:prstGeom prst="rect">
                    <a:avLst/>
                  </a:prstGeom>
                  <a:solidFill>
                    <a:srgbClr val="F4CCCC"/>
                  </a:solidFill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pic>
                <p:nvPicPr>
                  <p:cNvPr descr="&lt;math xmlns=&quot;http://www.w3.org/1998/Math/MathML&quot; display=&quot;block&quot; data-is-equatio=&quot;1&quot; data-latex=&quot;-x&quot;&gt;&lt;mo&gt;−&lt;/mo&gt;&lt;mi&gt;x&lt;/mi&gt;&lt;/math&gt;" id="1980" name="Google Shape;1980;p86" title="negative x"/>
                  <p:cNvPicPr preferRelativeResize="0"/>
                  <p:nvPr/>
                </p:nvPicPr>
                <p:blipFill>
                  <a:blip r:embed="rId5">
                    <a:alphaModFix/>
                  </a:blip>
                  <a:stretch>
                    <a:fillRect/>
                  </a:stretch>
                </p:blipFill>
                <p:spPr>
                  <a:xfrm>
                    <a:off x="6380426" y="1819360"/>
                    <a:ext cx="358002" cy="14320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981" name="Google Shape;1981;p86"/>
                <p:cNvGrpSpPr/>
                <p:nvPr/>
              </p:nvGrpSpPr>
              <p:grpSpPr>
                <a:xfrm>
                  <a:off x="5645043" y="3995725"/>
                  <a:ext cx="352215" cy="281510"/>
                  <a:chOff x="6364551" y="1728591"/>
                  <a:chExt cx="403500" cy="322500"/>
                </a:xfrm>
              </p:grpSpPr>
              <p:sp>
                <p:nvSpPr>
                  <p:cNvPr id="1982" name="Google Shape;1982;p86"/>
                  <p:cNvSpPr/>
                  <p:nvPr/>
                </p:nvSpPr>
                <p:spPr>
                  <a:xfrm>
                    <a:off x="6364551" y="1728591"/>
                    <a:ext cx="403500" cy="322500"/>
                  </a:xfrm>
                  <a:prstGeom prst="rect">
                    <a:avLst/>
                  </a:prstGeom>
                  <a:solidFill>
                    <a:srgbClr val="F4CCCC"/>
                  </a:solidFill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pic>
                <p:nvPicPr>
                  <p:cNvPr descr="&lt;math xmlns=&quot;http://www.w3.org/1998/Math/MathML&quot; display=&quot;block&quot; data-is-equatio=&quot;1&quot; data-latex=&quot;-x&quot;&gt;&lt;mo&gt;−&lt;/mo&gt;&lt;mi&gt;x&lt;/mi&gt;&lt;/math&gt;" id="1983" name="Google Shape;1983;p86" title="negative x"/>
                  <p:cNvPicPr preferRelativeResize="0"/>
                  <p:nvPr/>
                </p:nvPicPr>
                <p:blipFill>
                  <a:blip r:embed="rId5">
                    <a:alphaModFix/>
                  </a:blip>
                  <a:stretch>
                    <a:fillRect/>
                  </a:stretch>
                </p:blipFill>
                <p:spPr>
                  <a:xfrm>
                    <a:off x="6380426" y="1819360"/>
                    <a:ext cx="358002" cy="14320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1984" name="Google Shape;1984;p86"/>
            <p:cNvGrpSpPr/>
            <p:nvPr/>
          </p:nvGrpSpPr>
          <p:grpSpPr>
            <a:xfrm>
              <a:off x="7623830" y="2559156"/>
              <a:ext cx="361033" cy="857419"/>
              <a:chOff x="5447721" y="2559156"/>
              <a:chExt cx="361033" cy="857419"/>
            </a:xfrm>
          </p:grpSpPr>
          <p:grpSp>
            <p:nvGrpSpPr>
              <p:cNvPr id="1985" name="Google Shape;1985;p86"/>
              <p:cNvGrpSpPr/>
              <p:nvPr/>
            </p:nvGrpSpPr>
            <p:grpSpPr>
              <a:xfrm>
                <a:off x="5447721" y="2559156"/>
                <a:ext cx="352215" cy="281510"/>
                <a:chOff x="6364551" y="1728591"/>
                <a:chExt cx="403500" cy="322500"/>
              </a:xfrm>
            </p:grpSpPr>
            <p:sp>
              <p:nvSpPr>
                <p:cNvPr id="1986" name="Google Shape;1986;p86"/>
                <p:cNvSpPr/>
                <p:nvPr/>
              </p:nvSpPr>
              <p:spPr>
                <a:xfrm>
                  <a:off x="6364551" y="1728591"/>
                  <a:ext cx="403500" cy="3225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-x&quot;&gt;&lt;mo&gt;−&lt;/mo&gt;&lt;mi&gt;x&lt;/mi&gt;&lt;/math&gt;" id="1987" name="Google Shape;1987;p86" title="negative x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6380426" y="1819360"/>
                  <a:ext cx="358002" cy="1432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988" name="Google Shape;1988;p86"/>
              <p:cNvGrpSpPr/>
              <p:nvPr/>
            </p:nvGrpSpPr>
            <p:grpSpPr>
              <a:xfrm>
                <a:off x="5456539" y="2852725"/>
                <a:ext cx="352215" cy="563850"/>
                <a:chOff x="5645043" y="3995725"/>
                <a:chExt cx="352215" cy="563850"/>
              </a:xfrm>
            </p:grpSpPr>
            <p:grpSp>
              <p:nvGrpSpPr>
                <p:cNvPr id="1989" name="Google Shape;1989;p86"/>
                <p:cNvGrpSpPr/>
                <p:nvPr/>
              </p:nvGrpSpPr>
              <p:grpSpPr>
                <a:xfrm>
                  <a:off x="5645043" y="4278065"/>
                  <a:ext cx="352215" cy="281510"/>
                  <a:chOff x="6364551" y="1728591"/>
                  <a:chExt cx="403500" cy="322500"/>
                </a:xfrm>
              </p:grpSpPr>
              <p:sp>
                <p:nvSpPr>
                  <p:cNvPr id="1990" name="Google Shape;1990;p86"/>
                  <p:cNvSpPr/>
                  <p:nvPr/>
                </p:nvSpPr>
                <p:spPr>
                  <a:xfrm>
                    <a:off x="6364551" y="1728591"/>
                    <a:ext cx="403500" cy="322500"/>
                  </a:xfrm>
                  <a:prstGeom prst="rect">
                    <a:avLst/>
                  </a:prstGeom>
                  <a:solidFill>
                    <a:srgbClr val="F4CCCC"/>
                  </a:solidFill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pic>
                <p:nvPicPr>
                  <p:cNvPr descr="&lt;math xmlns=&quot;http://www.w3.org/1998/Math/MathML&quot; display=&quot;block&quot; data-is-equatio=&quot;1&quot; data-latex=&quot;-x&quot;&gt;&lt;mo&gt;−&lt;/mo&gt;&lt;mi&gt;x&lt;/mi&gt;&lt;/math&gt;" id="1991" name="Google Shape;1991;p86" title="negative x"/>
                  <p:cNvPicPr preferRelativeResize="0"/>
                  <p:nvPr/>
                </p:nvPicPr>
                <p:blipFill>
                  <a:blip r:embed="rId5">
                    <a:alphaModFix/>
                  </a:blip>
                  <a:stretch>
                    <a:fillRect/>
                  </a:stretch>
                </p:blipFill>
                <p:spPr>
                  <a:xfrm>
                    <a:off x="6380426" y="1819360"/>
                    <a:ext cx="358002" cy="14320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992" name="Google Shape;1992;p86"/>
                <p:cNvGrpSpPr/>
                <p:nvPr/>
              </p:nvGrpSpPr>
              <p:grpSpPr>
                <a:xfrm>
                  <a:off x="5645043" y="3995725"/>
                  <a:ext cx="352215" cy="281510"/>
                  <a:chOff x="6364551" y="1728591"/>
                  <a:chExt cx="403500" cy="322500"/>
                </a:xfrm>
              </p:grpSpPr>
              <p:sp>
                <p:nvSpPr>
                  <p:cNvPr id="1993" name="Google Shape;1993;p86"/>
                  <p:cNvSpPr/>
                  <p:nvPr/>
                </p:nvSpPr>
                <p:spPr>
                  <a:xfrm>
                    <a:off x="6364551" y="1728591"/>
                    <a:ext cx="403500" cy="322500"/>
                  </a:xfrm>
                  <a:prstGeom prst="rect">
                    <a:avLst/>
                  </a:prstGeom>
                  <a:solidFill>
                    <a:srgbClr val="F4CCCC"/>
                  </a:solidFill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pic>
                <p:nvPicPr>
                  <p:cNvPr descr="&lt;math xmlns=&quot;http://www.w3.org/1998/Math/MathML&quot; display=&quot;block&quot; data-is-equatio=&quot;1&quot; data-latex=&quot;-x&quot;&gt;&lt;mo&gt;−&lt;/mo&gt;&lt;mi&gt;x&lt;/mi&gt;&lt;/math&gt;" id="1994" name="Google Shape;1994;p86" title="negative x"/>
                  <p:cNvPicPr preferRelativeResize="0"/>
                  <p:nvPr/>
                </p:nvPicPr>
                <p:blipFill>
                  <a:blip r:embed="rId5">
                    <a:alphaModFix/>
                  </a:blip>
                  <a:stretch>
                    <a:fillRect/>
                  </a:stretch>
                </p:blipFill>
                <p:spPr>
                  <a:xfrm>
                    <a:off x="6380426" y="1819360"/>
                    <a:ext cx="358002" cy="14320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p87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‘</a:t>
            </a:r>
            <a:r>
              <a:rPr lang="en-GB">
                <a:solidFill>
                  <a:schemeClr val="accent4"/>
                </a:solidFill>
              </a:rPr>
              <a:t>Undo</a:t>
            </a:r>
            <a:r>
              <a:rPr lang="en-GB"/>
              <a:t>’ this balance model to solve this equation.</a:t>
            </a:r>
            <a:endParaRPr/>
          </a:p>
        </p:txBody>
      </p:sp>
      <p:sp>
        <p:nvSpPr>
          <p:cNvPr id="2000" name="Google Shape;2000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Representing equations with unknowns on both sides</a:t>
            </a:r>
            <a:endParaRPr/>
          </a:p>
        </p:txBody>
      </p:sp>
      <p:grpSp>
        <p:nvGrpSpPr>
          <p:cNvPr id="2001" name="Google Shape;2001;p87"/>
          <p:cNvGrpSpPr/>
          <p:nvPr/>
        </p:nvGrpSpPr>
        <p:grpSpPr>
          <a:xfrm>
            <a:off x="4570748" y="1805241"/>
            <a:ext cx="4246593" cy="2507834"/>
            <a:chOff x="3679000" y="1380975"/>
            <a:chExt cx="4343896" cy="2543700"/>
          </a:xfrm>
        </p:grpSpPr>
        <p:sp>
          <p:nvSpPr>
            <p:cNvPr id="2002" name="Google Shape;2002;p87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03" name="Google Shape;2003;p87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04" name="Google Shape;2004;p87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05" name="Google Shape;2005;p87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06" name="Google Shape;2006;p87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07" name="Google Shape;2007;p87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008" name="Google Shape;2008;p87"/>
          <p:cNvGrpSpPr/>
          <p:nvPr/>
        </p:nvGrpSpPr>
        <p:grpSpPr>
          <a:xfrm>
            <a:off x="8094334" y="3133336"/>
            <a:ext cx="283500" cy="281400"/>
            <a:chOff x="4237000" y="4025275"/>
            <a:chExt cx="283500" cy="281400"/>
          </a:xfrm>
        </p:grpSpPr>
        <p:sp>
          <p:nvSpPr>
            <p:cNvPr id="2009" name="Google Shape;2009;p87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2010" name="Google Shape;2010;p87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11" name="Google Shape;2011;p87"/>
          <p:cNvGrpSpPr/>
          <p:nvPr/>
        </p:nvGrpSpPr>
        <p:grpSpPr>
          <a:xfrm>
            <a:off x="4611590" y="3142766"/>
            <a:ext cx="362100" cy="281400"/>
            <a:chOff x="6668990" y="3490075"/>
            <a:chExt cx="362100" cy="281400"/>
          </a:xfrm>
        </p:grpSpPr>
        <p:sp>
          <p:nvSpPr>
            <p:cNvPr id="2012" name="Google Shape;2012;p87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2013" name="Google Shape;2013;p87" title="x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014" name="Google Shape;2014;p87"/>
          <p:cNvGraphicFramePr/>
          <p:nvPr/>
        </p:nvGraphicFramePr>
        <p:xfrm>
          <a:off x="17459" y="12919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i="1"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015" name="Google Shape;2015;p87"/>
          <p:cNvGrpSpPr/>
          <p:nvPr/>
        </p:nvGrpSpPr>
        <p:grpSpPr>
          <a:xfrm>
            <a:off x="4611590" y="2523736"/>
            <a:ext cx="4113553" cy="606861"/>
            <a:chOff x="4611590" y="2523736"/>
            <a:chExt cx="4113553" cy="606861"/>
          </a:xfrm>
        </p:grpSpPr>
        <p:sp>
          <p:nvSpPr>
            <p:cNvPr id="2016" name="Google Shape;2016;p87"/>
            <p:cNvSpPr/>
            <p:nvPr/>
          </p:nvSpPr>
          <p:spPr>
            <a:xfrm>
              <a:off x="8094334" y="2828536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2017" name="Google Shape;2017;p87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93860" y="2877808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8" name="Google Shape;2018;p87"/>
            <p:cNvSpPr/>
            <p:nvPr/>
          </p:nvSpPr>
          <p:spPr>
            <a:xfrm>
              <a:off x="8094334" y="2523736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2019" name="Google Shape;2019;p87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93860" y="2573008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0" name="Google Shape;2020;p87"/>
            <p:cNvSpPr/>
            <p:nvPr/>
          </p:nvSpPr>
          <p:spPr>
            <a:xfrm>
              <a:off x="4611590" y="2849196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2021" name="Google Shape;2021;p87" title="x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16058" y="2931946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2" name="Google Shape;2022;p87"/>
            <p:cNvSpPr/>
            <p:nvPr/>
          </p:nvSpPr>
          <p:spPr>
            <a:xfrm>
              <a:off x="4611590" y="2555627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2023" name="Google Shape;2023;p87" title="x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16058" y="2638377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4" name="Google Shape;2024;p87"/>
            <p:cNvSpPr/>
            <p:nvPr/>
          </p:nvSpPr>
          <p:spPr>
            <a:xfrm>
              <a:off x="8441643" y="2828536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2025" name="Google Shape;2025;p87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541169" y="2877808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6" name="Google Shape;2026;p87"/>
            <p:cNvSpPr/>
            <p:nvPr/>
          </p:nvSpPr>
          <p:spPr>
            <a:xfrm>
              <a:off x="8441643" y="2523736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2027" name="Google Shape;2027;p87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541169" y="2573008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28" name="Google Shape;2028;p87"/>
          <p:cNvGrpSpPr/>
          <p:nvPr/>
        </p:nvGrpSpPr>
        <p:grpSpPr>
          <a:xfrm>
            <a:off x="5850843" y="1947827"/>
            <a:ext cx="2876712" cy="1478139"/>
            <a:chOff x="5850843" y="1936596"/>
            <a:chExt cx="2876712" cy="1478139"/>
          </a:xfrm>
        </p:grpSpPr>
        <p:grpSp>
          <p:nvGrpSpPr>
            <p:cNvPr id="2029" name="Google Shape;2029;p87"/>
            <p:cNvGrpSpPr/>
            <p:nvPr/>
          </p:nvGrpSpPr>
          <p:grpSpPr>
            <a:xfrm>
              <a:off x="5850843" y="2230166"/>
              <a:ext cx="285912" cy="1184570"/>
              <a:chOff x="7789534" y="2230166"/>
              <a:chExt cx="285912" cy="1184570"/>
            </a:xfrm>
          </p:grpSpPr>
          <p:grpSp>
            <p:nvGrpSpPr>
              <p:cNvPr id="2030" name="Google Shape;2030;p87"/>
              <p:cNvGrpSpPr/>
              <p:nvPr/>
            </p:nvGrpSpPr>
            <p:grpSpPr>
              <a:xfrm>
                <a:off x="7791946" y="2230166"/>
                <a:ext cx="283500" cy="281400"/>
                <a:chOff x="4237000" y="4025275"/>
                <a:chExt cx="283500" cy="281400"/>
              </a:xfrm>
            </p:grpSpPr>
            <p:sp>
              <p:nvSpPr>
                <p:cNvPr id="2031" name="Google Shape;2031;p87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2032" name="Google Shape;2032;p87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33" name="Google Shape;2033;p87"/>
              <p:cNvGrpSpPr/>
              <p:nvPr/>
            </p:nvGrpSpPr>
            <p:grpSpPr>
              <a:xfrm>
                <a:off x="7789534" y="3133336"/>
                <a:ext cx="283500" cy="281400"/>
                <a:chOff x="4237000" y="4025275"/>
                <a:chExt cx="283500" cy="281400"/>
              </a:xfrm>
            </p:grpSpPr>
            <p:sp>
              <p:nvSpPr>
                <p:cNvPr id="2034" name="Google Shape;2034;p87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2035" name="Google Shape;2035;p87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36" name="Google Shape;2036;p87"/>
              <p:cNvGrpSpPr/>
              <p:nvPr/>
            </p:nvGrpSpPr>
            <p:grpSpPr>
              <a:xfrm>
                <a:off x="7789534" y="2828536"/>
                <a:ext cx="283500" cy="281400"/>
                <a:chOff x="4237000" y="4025275"/>
                <a:chExt cx="283500" cy="281400"/>
              </a:xfrm>
            </p:grpSpPr>
            <p:sp>
              <p:nvSpPr>
                <p:cNvPr id="2037" name="Google Shape;2037;p87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2038" name="Google Shape;2038;p87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39" name="Google Shape;2039;p87"/>
              <p:cNvGrpSpPr/>
              <p:nvPr/>
            </p:nvGrpSpPr>
            <p:grpSpPr>
              <a:xfrm>
                <a:off x="7789534" y="2523736"/>
                <a:ext cx="283500" cy="281400"/>
                <a:chOff x="4237000" y="4025275"/>
                <a:chExt cx="283500" cy="281400"/>
              </a:xfrm>
            </p:grpSpPr>
            <p:sp>
              <p:nvSpPr>
                <p:cNvPr id="2040" name="Google Shape;2040;p87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2041" name="Google Shape;2041;p87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042" name="Google Shape;2042;p87"/>
            <p:cNvGrpSpPr/>
            <p:nvPr/>
          </p:nvGrpSpPr>
          <p:grpSpPr>
            <a:xfrm>
              <a:off x="8096746" y="1936596"/>
              <a:ext cx="630809" cy="563739"/>
              <a:chOff x="8096746" y="1936596"/>
              <a:chExt cx="630809" cy="563739"/>
            </a:xfrm>
          </p:grpSpPr>
          <p:grpSp>
            <p:nvGrpSpPr>
              <p:cNvPr id="2043" name="Google Shape;2043;p87"/>
              <p:cNvGrpSpPr/>
              <p:nvPr/>
            </p:nvGrpSpPr>
            <p:grpSpPr>
              <a:xfrm>
                <a:off x="8444055" y="1936596"/>
                <a:ext cx="283500" cy="281400"/>
                <a:chOff x="4237000" y="4036505"/>
                <a:chExt cx="283500" cy="281400"/>
              </a:xfrm>
            </p:grpSpPr>
            <p:sp>
              <p:nvSpPr>
                <p:cNvPr id="2044" name="Google Shape;2044;p87"/>
                <p:cNvSpPr/>
                <p:nvPr/>
              </p:nvSpPr>
              <p:spPr>
                <a:xfrm>
                  <a:off x="4237000" y="403650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2045" name="Google Shape;2045;p87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8577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46" name="Google Shape;2046;p87"/>
              <p:cNvGrpSpPr/>
              <p:nvPr/>
            </p:nvGrpSpPr>
            <p:grpSpPr>
              <a:xfrm>
                <a:off x="8441643" y="2218936"/>
                <a:ext cx="283500" cy="281400"/>
                <a:chOff x="4237000" y="4025275"/>
                <a:chExt cx="283500" cy="281400"/>
              </a:xfrm>
            </p:grpSpPr>
            <p:sp>
              <p:nvSpPr>
                <p:cNvPr id="2047" name="Google Shape;2047;p87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2048" name="Google Shape;2048;p87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49" name="Google Shape;2049;p87"/>
              <p:cNvGrpSpPr/>
              <p:nvPr/>
            </p:nvGrpSpPr>
            <p:grpSpPr>
              <a:xfrm>
                <a:off x="8096746" y="1947827"/>
                <a:ext cx="283500" cy="281400"/>
                <a:chOff x="8096746" y="1947827"/>
                <a:chExt cx="283500" cy="281400"/>
              </a:xfrm>
            </p:grpSpPr>
            <p:sp>
              <p:nvSpPr>
                <p:cNvPr id="2050" name="Google Shape;2050;p87"/>
                <p:cNvSpPr/>
                <p:nvPr/>
              </p:nvSpPr>
              <p:spPr>
                <a:xfrm>
                  <a:off x="8096746" y="1947827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2051" name="Google Shape;2051;p87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8196272" y="1997099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2052" name="Google Shape;2052;p87"/>
          <p:cNvGrpSpPr/>
          <p:nvPr/>
        </p:nvGrpSpPr>
        <p:grpSpPr>
          <a:xfrm>
            <a:off x="8444055" y="3133336"/>
            <a:ext cx="283500" cy="281400"/>
            <a:chOff x="8455286" y="1947827"/>
            <a:chExt cx="283500" cy="281400"/>
          </a:xfrm>
        </p:grpSpPr>
        <p:sp>
          <p:nvSpPr>
            <p:cNvPr id="2053" name="Google Shape;2053;p87"/>
            <p:cNvSpPr/>
            <p:nvPr/>
          </p:nvSpPr>
          <p:spPr>
            <a:xfrm>
              <a:off x="8455286" y="1947827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2054" name="Google Shape;2054;p87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554812" y="1997099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055" name="Google Shape;2055;p87"/>
          <p:cNvGraphicFramePr/>
          <p:nvPr/>
        </p:nvGraphicFramePr>
        <p:xfrm>
          <a:off x="17459" y="12919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056" name="Google Shape;2056;p87"/>
          <p:cNvGrpSpPr/>
          <p:nvPr/>
        </p:nvGrpSpPr>
        <p:grpSpPr>
          <a:xfrm>
            <a:off x="5486157" y="2249678"/>
            <a:ext cx="2522475" cy="1164347"/>
            <a:chOff x="5486157" y="2249678"/>
            <a:chExt cx="2522475" cy="1164347"/>
          </a:xfrm>
        </p:grpSpPr>
        <p:grpSp>
          <p:nvGrpSpPr>
            <p:cNvPr id="2057" name="Google Shape;2057;p87"/>
            <p:cNvGrpSpPr/>
            <p:nvPr/>
          </p:nvGrpSpPr>
          <p:grpSpPr>
            <a:xfrm>
              <a:off x="5486157" y="2249678"/>
              <a:ext cx="290214" cy="1164347"/>
              <a:chOff x="5562357" y="3545078"/>
              <a:chExt cx="290214" cy="1164347"/>
            </a:xfrm>
          </p:grpSpPr>
          <p:grpSp>
            <p:nvGrpSpPr>
              <p:cNvPr id="2058" name="Google Shape;2058;p87"/>
              <p:cNvGrpSpPr/>
              <p:nvPr/>
            </p:nvGrpSpPr>
            <p:grpSpPr>
              <a:xfrm>
                <a:off x="5562357" y="4425787"/>
                <a:ext cx="290214" cy="283638"/>
                <a:chOff x="3801148" y="1460200"/>
                <a:chExt cx="332471" cy="324900"/>
              </a:xfrm>
            </p:grpSpPr>
            <p:sp>
              <p:nvSpPr>
                <p:cNvPr id="2059" name="Google Shape;2059;p87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060" name="Google Shape;2060;p87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61" name="Google Shape;2061;p87"/>
              <p:cNvGrpSpPr/>
              <p:nvPr/>
            </p:nvGrpSpPr>
            <p:grpSpPr>
              <a:xfrm>
                <a:off x="5562357" y="4132218"/>
                <a:ext cx="290214" cy="283638"/>
                <a:chOff x="3801148" y="1460200"/>
                <a:chExt cx="332471" cy="324900"/>
              </a:xfrm>
            </p:grpSpPr>
            <p:sp>
              <p:nvSpPr>
                <p:cNvPr id="2062" name="Google Shape;2062;p87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063" name="Google Shape;2063;p87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64" name="Google Shape;2064;p87"/>
              <p:cNvGrpSpPr/>
              <p:nvPr/>
            </p:nvGrpSpPr>
            <p:grpSpPr>
              <a:xfrm>
                <a:off x="5562357" y="3838648"/>
                <a:ext cx="290214" cy="283638"/>
                <a:chOff x="3801148" y="1460200"/>
                <a:chExt cx="332471" cy="324900"/>
              </a:xfrm>
            </p:grpSpPr>
            <p:sp>
              <p:nvSpPr>
                <p:cNvPr id="2065" name="Google Shape;2065;p87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066" name="Google Shape;2066;p87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67" name="Google Shape;2067;p87"/>
              <p:cNvGrpSpPr/>
              <p:nvPr/>
            </p:nvGrpSpPr>
            <p:grpSpPr>
              <a:xfrm>
                <a:off x="5562357" y="3545078"/>
                <a:ext cx="290214" cy="283638"/>
                <a:chOff x="3801148" y="1460200"/>
                <a:chExt cx="332471" cy="324900"/>
              </a:xfrm>
            </p:grpSpPr>
            <p:sp>
              <p:nvSpPr>
                <p:cNvPr id="2068" name="Google Shape;2068;p87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069" name="Google Shape;2069;p87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070" name="Google Shape;2070;p87"/>
            <p:cNvGrpSpPr/>
            <p:nvPr/>
          </p:nvGrpSpPr>
          <p:grpSpPr>
            <a:xfrm>
              <a:off x="7718418" y="2249678"/>
              <a:ext cx="290214" cy="1164347"/>
              <a:chOff x="5562357" y="3545078"/>
              <a:chExt cx="290214" cy="1164347"/>
            </a:xfrm>
          </p:grpSpPr>
          <p:grpSp>
            <p:nvGrpSpPr>
              <p:cNvPr id="2071" name="Google Shape;2071;p87"/>
              <p:cNvGrpSpPr/>
              <p:nvPr/>
            </p:nvGrpSpPr>
            <p:grpSpPr>
              <a:xfrm>
                <a:off x="5562357" y="4425787"/>
                <a:ext cx="290214" cy="283638"/>
                <a:chOff x="3801148" y="1460200"/>
                <a:chExt cx="332471" cy="324900"/>
              </a:xfrm>
            </p:grpSpPr>
            <p:sp>
              <p:nvSpPr>
                <p:cNvPr id="2072" name="Google Shape;2072;p87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073" name="Google Shape;2073;p87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74" name="Google Shape;2074;p87"/>
              <p:cNvGrpSpPr/>
              <p:nvPr/>
            </p:nvGrpSpPr>
            <p:grpSpPr>
              <a:xfrm>
                <a:off x="5562357" y="4132218"/>
                <a:ext cx="290214" cy="283638"/>
                <a:chOff x="3801148" y="1460200"/>
                <a:chExt cx="332471" cy="324900"/>
              </a:xfrm>
            </p:grpSpPr>
            <p:sp>
              <p:nvSpPr>
                <p:cNvPr id="2075" name="Google Shape;2075;p87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076" name="Google Shape;2076;p87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77" name="Google Shape;2077;p87"/>
              <p:cNvGrpSpPr/>
              <p:nvPr/>
            </p:nvGrpSpPr>
            <p:grpSpPr>
              <a:xfrm>
                <a:off x="5562357" y="3838648"/>
                <a:ext cx="290214" cy="283638"/>
                <a:chOff x="3801148" y="1460200"/>
                <a:chExt cx="332471" cy="324900"/>
              </a:xfrm>
            </p:grpSpPr>
            <p:sp>
              <p:nvSpPr>
                <p:cNvPr id="2078" name="Google Shape;2078;p87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079" name="Google Shape;2079;p87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80" name="Google Shape;2080;p87"/>
              <p:cNvGrpSpPr/>
              <p:nvPr/>
            </p:nvGrpSpPr>
            <p:grpSpPr>
              <a:xfrm>
                <a:off x="5562357" y="3545078"/>
                <a:ext cx="290214" cy="283638"/>
                <a:chOff x="3801148" y="1460200"/>
                <a:chExt cx="332471" cy="324900"/>
              </a:xfrm>
            </p:grpSpPr>
            <p:sp>
              <p:nvSpPr>
                <p:cNvPr id="2081" name="Google Shape;2081;p87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082" name="Google Shape;2082;p87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aphicFrame>
        <p:nvGraphicFramePr>
          <p:cNvPr id="2083" name="Google Shape;2083;p87"/>
          <p:cNvGraphicFramePr/>
          <p:nvPr/>
        </p:nvGraphicFramePr>
        <p:xfrm>
          <a:off x="17459" y="12919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067000"/>
                <a:gridCol w="674275"/>
                <a:gridCol w="203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</a:t>
                      </a:r>
                      <a:r>
                        <a:rPr i="1"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i="1"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r>
                        <a:rPr lang="en-GB" sz="2400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84" name="Google Shape;2084;p87"/>
          <p:cNvSpPr txBox="1"/>
          <p:nvPr>
            <p:ph idx="4294967295" type="title"/>
          </p:nvPr>
        </p:nvSpPr>
        <p:spPr>
          <a:xfrm>
            <a:off x="321525" y="4195425"/>
            <a:ext cx="5782800" cy="3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If you manipulated the constants first and still arrived at the same result that is fine!</a:t>
            </a:r>
            <a:endParaRPr b="0"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085" name="Google Shape;2085;p87"/>
          <p:cNvGrpSpPr/>
          <p:nvPr/>
        </p:nvGrpSpPr>
        <p:grpSpPr>
          <a:xfrm>
            <a:off x="8096746" y="2230166"/>
            <a:ext cx="283500" cy="281400"/>
            <a:chOff x="8096746" y="2230166"/>
            <a:chExt cx="283500" cy="281400"/>
          </a:xfrm>
        </p:grpSpPr>
        <p:sp>
          <p:nvSpPr>
            <p:cNvPr id="2086" name="Google Shape;2086;p87"/>
            <p:cNvSpPr/>
            <p:nvPr/>
          </p:nvSpPr>
          <p:spPr>
            <a:xfrm>
              <a:off x="8096746" y="2230166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2087" name="Google Shape;2087;p87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96272" y="2279438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88"/>
          <p:cNvSpPr txBox="1"/>
          <p:nvPr>
            <p:ph idx="1" type="body"/>
          </p:nvPr>
        </p:nvSpPr>
        <p:spPr>
          <a:xfrm>
            <a:off x="324000" y="759300"/>
            <a:ext cx="82377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Use this bar model to solve this equation.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Write your algebraic notation alongside.</a:t>
            </a:r>
            <a:endParaRPr/>
          </a:p>
        </p:txBody>
      </p:sp>
      <p:sp>
        <p:nvSpPr>
          <p:cNvPr id="2093" name="Google Shape;2093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Representing equations with unknowns on both sides</a:t>
            </a:r>
            <a:endParaRPr/>
          </a:p>
        </p:txBody>
      </p:sp>
      <p:graphicFrame>
        <p:nvGraphicFramePr>
          <p:cNvPr id="2094" name="Google Shape;2094;p88"/>
          <p:cNvGraphicFramePr/>
          <p:nvPr/>
        </p:nvGraphicFramePr>
        <p:xfrm>
          <a:off x="246059" y="18278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1318700"/>
                <a:gridCol w="430150"/>
                <a:gridCol w="1298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95" name="Google Shape;2095;p88"/>
          <p:cNvSpPr/>
          <p:nvPr/>
        </p:nvSpPr>
        <p:spPr>
          <a:xfrm>
            <a:off x="7843700" y="2189734"/>
            <a:ext cx="9663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29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6" name="Google Shape;2096;p88"/>
          <p:cNvSpPr/>
          <p:nvPr/>
        </p:nvSpPr>
        <p:spPr>
          <a:xfrm>
            <a:off x="3529213" y="2189734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7" name="Google Shape;2097;p88"/>
          <p:cNvSpPr/>
          <p:nvPr/>
        </p:nvSpPr>
        <p:spPr>
          <a:xfrm>
            <a:off x="4072513" y="2189734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8" name="Google Shape;2098;p88"/>
          <p:cNvSpPr/>
          <p:nvPr/>
        </p:nvSpPr>
        <p:spPr>
          <a:xfrm>
            <a:off x="4615200" y="2189734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9" name="Google Shape;2099;p88"/>
          <p:cNvSpPr/>
          <p:nvPr/>
        </p:nvSpPr>
        <p:spPr>
          <a:xfrm>
            <a:off x="5162650" y="2189734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0" name="Google Shape;2100;p88"/>
          <p:cNvSpPr/>
          <p:nvPr/>
        </p:nvSpPr>
        <p:spPr>
          <a:xfrm>
            <a:off x="3529213" y="1808734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1" name="Google Shape;2101;p88"/>
          <p:cNvSpPr/>
          <p:nvPr/>
        </p:nvSpPr>
        <p:spPr>
          <a:xfrm>
            <a:off x="4072513" y="1808734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2" name="Google Shape;2102;p88"/>
          <p:cNvSpPr/>
          <p:nvPr/>
        </p:nvSpPr>
        <p:spPr>
          <a:xfrm>
            <a:off x="4601150" y="1808734"/>
            <a:ext cx="4209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161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3" name="Google Shape;2103;p88"/>
          <p:cNvSpPr/>
          <p:nvPr/>
        </p:nvSpPr>
        <p:spPr>
          <a:xfrm>
            <a:off x="5696050" y="2189734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4" name="Google Shape;2104;p88"/>
          <p:cNvSpPr/>
          <p:nvPr/>
        </p:nvSpPr>
        <p:spPr>
          <a:xfrm>
            <a:off x="6229450" y="2189734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5" name="Google Shape;2105;p88"/>
          <p:cNvSpPr/>
          <p:nvPr/>
        </p:nvSpPr>
        <p:spPr>
          <a:xfrm>
            <a:off x="6762850" y="2189734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6" name="Google Shape;2106;p88"/>
          <p:cNvSpPr/>
          <p:nvPr/>
        </p:nvSpPr>
        <p:spPr>
          <a:xfrm>
            <a:off x="7296250" y="2189734"/>
            <a:ext cx="540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07" name="Google Shape;2107;p88"/>
          <p:cNvGraphicFramePr/>
          <p:nvPr/>
        </p:nvGraphicFramePr>
        <p:xfrm>
          <a:off x="246059" y="28184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1318700"/>
                <a:gridCol w="430150"/>
                <a:gridCol w="1298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08" name="Google Shape;2108;p88"/>
          <p:cNvGraphicFramePr/>
          <p:nvPr/>
        </p:nvGraphicFramePr>
        <p:xfrm>
          <a:off x="246059" y="43424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1318700"/>
                <a:gridCol w="430150"/>
                <a:gridCol w="1298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109" name="Google Shape;2109;p88"/>
          <p:cNvCxnSpPr/>
          <p:nvPr/>
        </p:nvCxnSpPr>
        <p:spPr>
          <a:xfrm flipH="1">
            <a:off x="4595450" y="1613379"/>
            <a:ext cx="15600" cy="13086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2110" name="Google Shape;2110;p88"/>
          <p:cNvGrpSpPr/>
          <p:nvPr/>
        </p:nvGrpSpPr>
        <p:grpSpPr>
          <a:xfrm>
            <a:off x="4601150" y="2875534"/>
            <a:ext cx="4209000" cy="768600"/>
            <a:chOff x="4601150" y="2875534"/>
            <a:chExt cx="4209000" cy="768600"/>
          </a:xfrm>
        </p:grpSpPr>
        <p:sp>
          <p:nvSpPr>
            <p:cNvPr id="2111" name="Google Shape;2111;p88"/>
            <p:cNvSpPr/>
            <p:nvPr/>
          </p:nvSpPr>
          <p:spPr>
            <a:xfrm>
              <a:off x="7843700" y="3256534"/>
              <a:ext cx="9663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29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12" name="Google Shape;2112;p88"/>
            <p:cNvSpPr/>
            <p:nvPr/>
          </p:nvSpPr>
          <p:spPr>
            <a:xfrm>
              <a:off x="4615200" y="3256534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13" name="Google Shape;2113;p88"/>
            <p:cNvSpPr/>
            <p:nvPr/>
          </p:nvSpPr>
          <p:spPr>
            <a:xfrm>
              <a:off x="5162650" y="3256534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14" name="Google Shape;2114;p88"/>
            <p:cNvSpPr/>
            <p:nvPr/>
          </p:nvSpPr>
          <p:spPr>
            <a:xfrm>
              <a:off x="4601150" y="2875534"/>
              <a:ext cx="4209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161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15" name="Google Shape;2115;p88"/>
            <p:cNvSpPr/>
            <p:nvPr/>
          </p:nvSpPr>
          <p:spPr>
            <a:xfrm>
              <a:off x="5696050" y="3256534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16" name="Google Shape;2116;p88"/>
            <p:cNvSpPr/>
            <p:nvPr/>
          </p:nvSpPr>
          <p:spPr>
            <a:xfrm>
              <a:off x="6229450" y="3256534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17" name="Google Shape;2117;p88"/>
            <p:cNvSpPr/>
            <p:nvPr/>
          </p:nvSpPr>
          <p:spPr>
            <a:xfrm>
              <a:off x="6762850" y="3256534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18" name="Google Shape;2118;p88"/>
            <p:cNvSpPr/>
            <p:nvPr/>
          </p:nvSpPr>
          <p:spPr>
            <a:xfrm>
              <a:off x="7296250" y="3256534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119" name="Google Shape;2119;p88"/>
          <p:cNvSpPr/>
          <p:nvPr/>
        </p:nvSpPr>
        <p:spPr>
          <a:xfrm>
            <a:off x="5848225" y="3858234"/>
            <a:ext cx="7200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132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20" name="Google Shape;2120;p88"/>
          <p:cNvCxnSpPr/>
          <p:nvPr/>
        </p:nvCxnSpPr>
        <p:spPr>
          <a:xfrm>
            <a:off x="4634875" y="3787734"/>
            <a:ext cx="3198900" cy="36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graphicFrame>
        <p:nvGraphicFramePr>
          <p:cNvPr id="2121" name="Google Shape;2121;p88"/>
          <p:cNvGraphicFramePr/>
          <p:nvPr/>
        </p:nvGraphicFramePr>
        <p:xfrm>
          <a:off x="246059" y="35804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1318700"/>
                <a:gridCol w="430150"/>
                <a:gridCol w="1298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132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8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equations with unknowns on both sides</a:t>
            </a:r>
            <a:endParaRPr/>
          </a:p>
        </p:txBody>
      </p:sp>
      <p:sp>
        <p:nvSpPr>
          <p:cNvPr id="2127" name="Google Shape;2127;p8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128" name="Google Shape;2128;p8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to solve linear equations</a:t>
            </a:r>
            <a:endParaRPr/>
          </a:p>
        </p:txBody>
      </p:sp>
      <p:pic>
        <p:nvPicPr>
          <p:cNvPr id="2129" name="Google Shape;212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20" y="298796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90"/>
          <p:cNvSpPr txBox="1"/>
          <p:nvPr>
            <p:ph idx="1" type="body"/>
          </p:nvPr>
        </p:nvSpPr>
        <p:spPr>
          <a:xfrm>
            <a:off x="324000" y="759300"/>
            <a:ext cx="2710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Solve</a:t>
            </a:r>
            <a:r>
              <a:rPr lang="en-GB"/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+ 3 =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/>
          </a:p>
        </p:txBody>
      </p:sp>
      <p:sp>
        <p:nvSpPr>
          <p:cNvPr id="2135" name="Google Shape;213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pic>
        <p:nvPicPr>
          <p:cNvPr id="2136" name="Google Shape;2136;p90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1012597" y="1127450"/>
            <a:ext cx="2897802" cy="101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7" name="Google Shape;2137;p90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5140846" y="1037763"/>
            <a:ext cx="3310525" cy="61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138" name="Google Shape;2138;p90"/>
          <p:cNvSpPr txBox="1"/>
          <p:nvPr>
            <p:ph idx="1" type="body"/>
          </p:nvPr>
        </p:nvSpPr>
        <p:spPr>
          <a:xfrm>
            <a:off x="1249625" y="1259000"/>
            <a:ext cx="2550900" cy="7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I’m not sure how to deal with negatives.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9" name="Google Shape;2139;p90"/>
          <p:cNvSpPr txBox="1"/>
          <p:nvPr>
            <p:ph idx="1" type="body"/>
          </p:nvPr>
        </p:nvSpPr>
        <p:spPr>
          <a:xfrm>
            <a:off x="5309275" y="1157918"/>
            <a:ext cx="30075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Here. Let me show you!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40" name="Google Shape;2140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3567" y="1568249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1" name="Google Shape;2141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011454" y="1931911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2142" name="Google Shape;2142;p90"/>
          <p:cNvSpPr txBox="1"/>
          <p:nvPr/>
        </p:nvSpPr>
        <p:spPr>
          <a:xfrm>
            <a:off x="322361" y="2561048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3" name="Google Shape;2143;p90"/>
          <p:cNvSpPr txBox="1"/>
          <p:nvPr/>
        </p:nvSpPr>
        <p:spPr>
          <a:xfrm>
            <a:off x="8061902" y="2913182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44" name="Google Shape;2144;p90"/>
          <p:cNvGrpSpPr/>
          <p:nvPr/>
        </p:nvGrpSpPr>
        <p:grpSpPr>
          <a:xfrm>
            <a:off x="1122006" y="2935670"/>
            <a:ext cx="3007714" cy="1867330"/>
            <a:chOff x="3679000" y="1380975"/>
            <a:chExt cx="4343896" cy="2543700"/>
          </a:xfrm>
        </p:grpSpPr>
        <p:sp>
          <p:nvSpPr>
            <p:cNvPr id="2145" name="Google Shape;2145;p9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37B7D"/>
            </a:solidFill>
            <a:ln cap="flat" cmpd="sng" w="952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46" name="Google Shape;2146;p9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47" name="Google Shape;2147;p9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48" name="Google Shape;2148;p9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49" name="Google Shape;2149;p9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50" name="Google Shape;2150;p9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51" name="Google Shape;2151;p90"/>
          <p:cNvGrpSpPr/>
          <p:nvPr/>
        </p:nvGrpSpPr>
        <p:grpSpPr>
          <a:xfrm>
            <a:off x="1182590" y="3848614"/>
            <a:ext cx="362100" cy="281400"/>
            <a:chOff x="6668990" y="3490075"/>
            <a:chExt cx="362100" cy="281400"/>
          </a:xfrm>
        </p:grpSpPr>
        <p:sp>
          <p:nvSpPr>
            <p:cNvPr id="2152" name="Google Shape;2152;p90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2153" name="Google Shape;2153;p90" title="x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54" name="Google Shape;2154;p90"/>
          <p:cNvGrpSpPr/>
          <p:nvPr/>
        </p:nvGrpSpPr>
        <p:grpSpPr>
          <a:xfrm>
            <a:off x="3087590" y="3848614"/>
            <a:ext cx="362100" cy="281400"/>
            <a:chOff x="6668990" y="3490075"/>
            <a:chExt cx="362100" cy="281400"/>
          </a:xfrm>
        </p:grpSpPr>
        <p:sp>
          <p:nvSpPr>
            <p:cNvPr id="2155" name="Google Shape;2155;p90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2156" name="Google Shape;2156;p90" title="x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57" name="Google Shape;2157;p90"/>
          <p:cNvGrpSpPr/>
          <p:nvPr/>
        </p:nvGrpSpPr>
        <p:grpSpPr>
          <a:xfrm>
            <a:off x="3087590" y="3566275"/>
            <a:ext cx="362100" cy="281400"/>
            <a:chOff x="6668990" y="3490075"/>
            <a:chExt cx="362100" cy="281400"/>
          </a:xfrm>
        </p:grpSpPr>
        <p:sp>
          <p:nvSpPr>
            <p:cNvPr id="2158" name="Google Shape;2158;p90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2159" name="Google Shape;2159;p90" title="x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60" name="Google Shape;2160;p90"/>
          <p:cNvGrpSpPr/>
          <p:nvPr/>
        </p:nvGrpSpPr>
        <p:grpSpPr>
          <a:xfrm>
            <a:off x="1626152" y="3288148"/>
            <a:ext cx="283500" cy="846079"/>
            <a:chOff x="1626152" y="3288148"/>
            <a:chExt cx="283500" cy="846079"/>
          </a:xfrm>
        </p:grpSpPr>
        <p:grpSp>
          <p:nvGrpSpPr>
            <p:cNvPr id="2161" name="Google Shape;2161;p90"/>
            <p:cNvGrpSpPr/>
            <p:nvPr/>
          </p:nvGrpSpPr>
          <p:grpSpPr>
            <a:xfrm>
              <a:off x="1626152" y="3852827"/>
              <a:ext cx="283500" cy="281400"/>
              <a:chOff x="1626152" y="3852827"/>
              <a:chExt cx="283500" cy="281400"/>
            </a:xfrm>
          </p:grpSpPr>
          <p:sp>
            <p:nvSpPr>
              <p:cNvPr id="2162" name="Google Shape;2162;p90"/>
              <p:cNvSpPr/>
              <p:nvPr/>
            </p:nvSpPr>
            <p:spPr>
              <a:xfrm>
                <a:off x="1626152" y="3852827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163" name="Google Shape;2163;p90" title="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1725678" y="3902099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64" name="Google Shape;2164;p90"/>
            <p:cNvGrpSpPr/>
            <p:nvPr/>
          </p:nvGrpSpPr>
          <p:grpSpPr>
            <a:xfrm>
              <a:off x="1626152" y="3570487"/>
              <a:ext cx="283500" cy="281400"/>
              <a:chOff x="1626152" y="3570487"/>
              <a:chExt cx="283500" cy="281400"/>
            </a:xfrm>
          </p:grpSpPr>
          <p:sp>
            <p:nvSpPr>
              <p:cNvPr id="2165" name="Google Shape;2165;p90"/>
              <p:cNvSpPr/>
              <p:nvPr/>
            </p:nvSpPr>
            <p:spPr>
              <a:xfrm>
                <a:off x="1626152" y="3570487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166" name="Google Shape;2166;p90" title="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1725678" y="3619759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67" name="Google Shape;2167;p90"/>
            <p:cNvGrpSpPr/>
            <p:nvPr/>
          </p:nvGrpSpPr>
          <p:grpSpPr>
            <a:xfrm>
              <a:off x="1626152" y="3288148"/>
              <a:ext cx="283500" cy="281400"/>
              <a:chOff x="1626152" y="3288148"/>
              <a:chExt cx="283500" cy="281400"/>
            </a:xfrm>
          </p:grpSpPr>
          <p:sp>
            <p:nvSpPr>
              <p:cNvPr id="2168" name="Google Shape;2168;p90"/>
              <p:cNvSpPr/>
              <p:nvPr/>
            </p:nvSpPr>
            <p:spPr>
              <a:xfrm>
                <a:off x="1626152" y="3288148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169" name="Google Shape;2169;p90" title="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1725678" y="3337420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170" name="Google Shape;2170;p90"/>
          <p:cNvGrpSpPr/>
          <p:nvPr/>
        </p:nvGrpSpPr>
        <p:grpSpPr>
          <a:xfrm>
            <a:off x="3525005" y="3011678"/>
            <a:ext cx="290214" cy="1130656"/>
            <a:chOff x="3525005" y="3011678"/>
            <a:chExt cx="290214" cy="1130656"/>
          </a:xfrm>
        </p:grpSpPr>
        <p:grpSp>
          <p:nvGrpSpPr>
            <p:cNvPr id="2171" name="Google Shape;2171;p90"/>
            <p:cNvGrpSpPr/>
            <p:nvPr/>
          </p:nvGrpSpPr>
          <p:grpSpPr>
            <a:xfrm>
              <a:off x="3525005" y="3858696"/>
              <a:ext cx="290214" cy="283638"/>
              <a:chOff x="3801148" y="1460200"/>
              <a:chExt cx="332471" cy="324900"/>
            </a:xfrm>
          </p:grpSpPr>
          <p:sp>
            <p:nvSpPr>
              <p:cNvPr id="2172" name="Google Shape;2172;p90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173" name="Google Shape;2173;p9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74" name="Google Shape;2174;p90"/>
            <p:cNvGrpSpPr/>
            <p:nvPr/>
          </p:nvGrpSpPr>
          <p:grpSpPr>
            <a:xfrm>
              <a:off x="3525005" y="3576357"/>
              <a:ext cx="290214" cy="283638"/>
              <a:chOff x="3801148" y="1460200"/>
              <a:chExt cx="332471" cy="324900"/>
            </a:xfrm>
          </p:grpSpPr>
          <p:sp>
            <p:nvSpPr>
              <p:cNvPr id="2175" name="Google Shape;2175;p90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176" name="Google Shape;2176;p9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77" name="Google Shape;2177;p90"/>
            <p:cNvGrpSpPr/>
            <p:nvPr/>
          </p:nvGrpSpPr>
          <p:grpSpPr>
            <a:xfrm>
              <a:off x="3525005" y="3294018"/>
              <a:ext cx="290214" cy="283638"/>
              <a:chOff x="3801148" y="1460200"/>
              <a:chExt cx="332471" cy="324900"/>
            </a:xfrm>
          </p:grpSpPr>
          <p:sp>
            <p:nvSpPr>
              <p:cNvPr id="2178" name="Google Shape;2178;p90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179" name="Google Shape;2179;p9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80" name="Google Shape;2180;p90"/>
            <p:cNvGrpSpPr/>
            <p:nvPr/>
          </p:nvGrpSpPr>
          <p:grpSpPr>
            <a:xfrm>
              <a:off x="3525005" y="3011678"/>
              <a:ext cx="290214" cy="283638"/>
              <a:chOff x="3801148" y="1460200"/>
              <a:chExt cx="332471" cy="324900"/>
            </a:xfrm>
          </p:grpSpPr>
          <p:sp>
            <p:nvSpPr>
              <p:cNvPr id="2181" name="Google Shape;2181;p90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182" name="Google Shape;2182;p9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183" name="Google Shape;2183;p90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4244918" y="1553535"/>
            <a:ext cx="3310525" cy="893624"/>
          </a:xfrm>
          <a:prstGeom prst="rect">
            <a:avLst/>
          </a:prstGeom>
          <a:noFill/>
          <a:ln>
            <a:noFill/>
          </a:ln>
        </p:spPr>
      </p:pic>
      <p:sp>
        <p:nvSpPr>
          <p:cNvPr id="2184" name="Google Shape;2184;p90"/>
          <p:cNvSpPr txBox="1"/>
          <p:nvPr>
            <p:ph idx="1" type="body"/>
          </p:nvPr>
        </p:nvSpPr>
        <p:spPr>
          <a:xfrm>
            <a:off x="4413343" y="1651221"/>
            <a:ext cx="30075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Now you add positives to ‘</a:t>
            </a:r>
            <a:r>
              <a:rPr lang="en-GB" sz="2000">
                <a:solidFill>
                  <a:schemeClr val="accent5"/>
                </a:solidFill>
              </a:rPr>
              <a:t>undo</a:t>
            </a:r>
            <a:r>
              <a:rPr lang="en-GB" sz="2000"/>
              <a:t>’ the negatives.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85" name="Google Shape;2185;p90"/>
          <p:cNvGrpSpPr/>
          <p:nvPr/>
        </p:nvGrpSpPr>
        <p:grpSpPr>
          <a:xfrm>
            <a:off x="3900921" y="3005809"/>
            <a:ext cx="283500" cy="1128418"/>
            <a:chOff x="5131352" y="3005809"/>
            <a:chExt cx="283500" cy="1128418"/>
          </a:xfrm>
        </p:grpSpPr>
        <p:grpSp>
          <p:nvGrpSpPr>
            <p:cNvPr id="2186" name="Google Shape;2186;p90"/>
            <p:cNvGrpSpPr/>
            <p:nvPr/>
          </p:nvGrpSpPr>
          <p:grpSpPr>
            <a:xfrm>
              <a:off x="5131352" y="3852827"/>
              <a:ext cx="283500" cy="281400"/>
              <a:chOff x="1626152" y="3852827"/>
              <a:chExt cx="283500" cy="281400"/>
            </a:xfrm>
          </p:grpSpPr>
          <p:sp>
            <p:nvSpPr>
              <p:cNvPr id="2187" name="Google Shape;2187;p90"/>
              <p:cNvSpPr/>
              <p:nvPr/>
            </p:nvSpPr>
            <p:spPr>
              <a:xfrm>
                <a:off x="1626152" y="3852827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188" name="Google Shape;2188;p90" title="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1725678" y="3902099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89" name="Google Shape;2189;p90"/>
            <p:cNvGrpSpPr/>
            <p:nvPr/>
          </p:nvGrpSpPr>
          <p:grpSpPr>
            <a:xfrm>
              <a:off x="5131352" y="3570487"/>
              <a:ext cx="283500" cy="281400"/>
              <a:chOff x="1626152" y="3570487"/>
              <a:chExt cx="283500" cy="281400"/>
            </a:xfrm>
          </p:grpSpPr>
          <p:sp>
            <p:nvSpPr>
              <p:cNvPr id="2190" name="Google Shape;2190;p90"/>
              <p:cNvSpPr/>
              <p:nvPr/>
            </p:nvSpPr>
            <p:spPr>
              <a:xfrm>
                <a:off x="1626152" y="3570487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191" name="Google Shape;2191;p90" title="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1725678" y="3619759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92" name="Google Shape;2192;p90"/>
            <p:cNvGrpSpPr/>
            <p:nvPr/>
          </p:nvGrpSpPr>
          <p:grpSpPr>
            <a:xfrm>
              <a:off x="5131352" y="3288148"/>
              <a:ext cx="283500" cy="281400"/>
              <a:chOff x="1626152" y="3288148"/>
              <a:chExt cx="283500" cy="281400"/>
            </a:xfrm>
          </p:grpSpPr>
          <p:sp>
            <p:nvSpPr>
              <p:cNvPr id="2193" name="Google Shape;2193;p90"/>
              <p:cNvSpPr/>
              <p:nvPr/>
            </p:nvSpPr>
            <p:spPr>
              <a:xfrm>
                <a:off x="1626152" y="3288148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194" name="Google Shape;2194;p90" title="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1725678" y="3337420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95" name="Google Shape;2195;p90"/>
            <p:cNvGrpSpPr/>
            <p:nvPr/>
          </p:nvGrpSpPr>
          <p:grpSpPr>
            <a:xfrm>
              <a:off x="5131352" y="3005809"/>
              <a:ext cx="283500" cy="281400"/>
              <a:chOff x="1626152" y="3288148"/>
              <a:chExt cx="283500" cy="281400"/>
            </a:xfrm>
          </p:grpSpPr>
          <p:sp>
            <p:nvSpPr>
              <p:cNvPr id="2196" name="Google Shape;2196;p90"/>
              <p:cNvSpPr/>
              <p:nvPr/>
            </p:nvSpPr>
            <p:spPr>
              <a:xfrm>
                <a:off x="1626152" y="3288148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197" name="Google Shape;2197;p90" title="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1725678" y="3337420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198" name="Google Shape;2198;p90"/>
          <p:cNvGrpSpPr/>
          <p:nvPr/>
        </p:nvGrpSpPr>
        <p:grpSpPr>
          <a:xfrm>
            <a:off x="1995921" y="3005809"/>
            <a:ext cx="283500" cy="1128418"/>
            <a:chOff x="5131352" y="3005809"/>
            <a:chExt cx="283500" cy="1128418"/>
          </a:xfrm>
        </p:grpSpPr>
        <p:grpSp>
          <p:nvGrpSpPr>
            <p:cNvPr id="2199" name="Google Shape;2199;p90"/>
            <p:cNvGrpSpPr/>
            <p:nvPr/>
          </p:nvGrpSpPr>
          <p:grpSpPr>
            <a:xfrm>
              <a:off x="5131352" y="3852827"/>
              <a:ext cx="283500" cy="281400"/>
              <a:chOff x="1626152" y="3852827"/>
              <a:chExt cx="283500" cy="281400"/>
            </a:xfrm>
          </p:grpSpPr>
          <p:sp>
            <p:nvSpPr>
              <p:cNvPr id="2200" name="Google Shape;2200;p90"/>
              <p:cNvSpPr/>
              <p:nvPr/>
            </p:nvSpPr>
            <p:spPr>
              <a:xfrm>
                <a:off x="1626152" y="3852827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201" name="Google Shape;2201;p90" title="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1725678" y="3902099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202" name="Google Shape;2202;p90"/>
            <p:cNvGrpSpPr/>
            <p:nvPr/>
          </p:nvGrpSpPr>
          <p:grpSpPr>
            <a:xfrm>
              <a:off x="5131352" y="3570487"/>
              <a:ext cx="283500" cy="281400"/>
              <a:chOff x="1626152" y="3570487"/>
              <a:chExt cx="283500" cy="281400"/>
            </a:xfrm>
          </p:grpSpPr>
          <p:sp>
            <p:nvSpPr>
              <p:cNvPr id="2203" name="Google Shape;2203;p90"/>
              <p:cNvSpPr/>
              <p:nvPr/>
            </p:nvSpPr>
            <p:spPr>
              <a:xfrm>
                <a:off x="1626152" y="3570487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204" name="Google Shape;2204;p90" title="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1725678" y="3619759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205" name="Google Shape;2205;p90"/>
            <p:cNvGrpSpPr/>
            <p:nvPr/>
          </p:nvGrpSpPr>
          <p:grpSpPr>
            <a:xfrm>
              <a:off x="5131352" y="3288148"/>
              <a:ext cx="283500" cy="281400"/>
              <a:chOff x="1626152" y="3288148"/>
              <a:chExt cx="283500" cy="281400"/>
            </a:xfrm>
          </p:grpSpPr>
          <p:sp>
            <p:nvSpPr>
              <p:cNvPr id="2206" name="Google Shape;2206;p90"/>
              <p:cNvSpPr/>
              <p:nvPr/>
            </p:nvSpPr>
            <p:spPr>
              <a:xfrm>
                <a:off x="1626152" y="3288148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207" name="Google Shape;2207;p90" title="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1725678" y="3337420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208" name="Google Shape;2208;p90"/>
            <p:cNvGrpSpPr/>
            <p:nvPr/>
          </p:nvGrpSpPr>
          <p:grpSpPr>
            <a:xfrm>
              <a:off x="5131352" y="3005809"/>
              <a:ext cx="283500" cy="281400"/>
              <a:chOff x="1626152" y="3288148"/>
              <a:chExt cx="283500" cy="281400"/>
            </a:xfrm>
          </p:grpSpPr>
          <p:sp>
            <p:nvSpPr>
              <p:cNvPr id="2209" name="Google Shape;2209;p90"/>
              <p:cNvSpPr/>
              <p:nvPr/>
            </p:nvSpPr>
            <p:spPr>
              <a:xfrm>
                <a:off x="1626152" y="3288148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210" name="Google Shape;2210;p90" title="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1725678" y="3337420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211" name="Google Shape;2211;p90"/>
          <p:cNvSpPr txBox="1"/>
          <p:nvPr>
            <p:ph idx="1" type="body"/>
          </p:nvPr>
        </p:nvSpPr>
        <p:spPr>
          <a:xfrm>
            <a:off x="5626721" y="3161596"/>
            <a:ext cx="2710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+ 3 =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/>
          </a:p>
        </p:txBody>
      </p:sp>
      <p:sp>
        <p:nvSpPr>
          <p:cNvPr id="2212" name="Google Shape;2212;p90"/>
          <p:cNvSpPr txBox="1"/>
          <p:nvPr>
            <p:ph idx="1" type="body"/>
          </p:nvPr>
        </p:nvSpPr>
        <p:spPr>
          <a:xfrm>
            <a:off x="4993422" y="3608371"/>
            <a:ext cx="3007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+ 3 + (4) =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− 4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(4)</a:t>
            </a:r>
            <a:endParaRPr/>
          </a:p>
        </p:txBody>
      </p:sp>
      <p:sp>
        <p:nvSpPr>
          <p:cNvPr id="2213" name="Google Shape;2213;p90"/>
          <p:cNvSpPr txBox="1"/>
          <p:nvPr>
            <p:ph idx="1" type="body"/>
          </p:nvPr>
        </p:nvSpPr>
        <p:spPr>
          <a:xfrm>
            <a:off x="5634302" y="4055146"/>
            <a:ext cx="1263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+ 7 =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pic>
        <p:nvPicPr>
          <p:cNvPr id="2214" name="Google Shape;2214;p90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 rot="10800000">
            <a:off x="4704537" y="2609099"/>
            <a:ext cx="3310525" cy="521449"/>
          </a:xfrm>
          <a:prstGeom prst="rect">
            <a:avLst/>
          </a:prstGeom>
          <a:noFill/>
          <a:ln>
            <a:noFill/>
          </a:ln>
        </p:spPr>
      </p:pic>
      <p:sp>
        <p:nvSpPr>
          <p:cNvPr id="2215" name="Google Shape;2215;p90"/>
          <p:cNvSpPr txBox="1"/>
          <p:nvPr>
            <p:ph idx="1" type="body"/>
          </p:nvPr>
        </p:nvSpPr>
        <p:spPr>
          <a:xfrm>
            <a:off x="5022943" y="2718021"/>
            <a:ext cx="30075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Now it’s all positive!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6" name="Google Shape;2216;p90"/>
          <p:cNvSpPr txBox="1"/>
          <p:nvPr>
            <p:ph idx="1" type="body"/>
          </p:nvPr>
        </p:nvSpPr>
        <p:spPr>
          <a:xfrm>
            <a:off x="6060222" y="4501921"/>
            <a:ext cx="971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0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p9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222" name="Google Shape;2222;p9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the most</a:t>
            </a:r>
            <a:r>
              <a:rPr lang="en-GB"/>
              <a:t> useful first step to solve the equation:</a:t>
            </a:r>
            <a:endParaRPr/>
          </a:p>
        </p:txBody>
      </p:sp>
      <p:sp>
        <p:nvSpPr>
          <p:cNvPr id="2223" name="Google Shape;2223;p91"/>
          <p:cNvSpPr txBox="1"/>
          <p:nvPr>
            <p:ph idx="1" type="subTitle"/>
          </p:nvPr>
        </p:nvSpPr>
        <p:spPr>
          <a:xfrm>
            <a:off x="1034425" y="1837775"/>
            <a:ext cx="899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(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2224" name="Google Shape;2224;p91"/>
          <p:cNvSpPr txBox="1"/>
          <p:nvPr>
            <p:ph idx="3" type="subTitle"/>
          </p:nvPr>
        </p:nvSpPr>
        <p:spPr>
          <a:xfrm>
            <a:off x="1034425" y="2794251"/>
            <a:ext cx="2190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(−6)</a:t>
            </a:r>
            <a:endParaRPr/>
          </a:p>
        </p:txBody>
      </p:sp>
      <p:sp>
        <p:nvSpPr>
          <p:cNvPr id="2225" name="Google Shape;2225;p91"/>
          <p:cNvSpPr txBox="1"/>
          <p:nvPr>
            <p:ph idx="4" type="subTitle"/>
          </p:nvPr>
        </p:nvSpPr>
        <p:spPr>
          <a:xfrm>
            <a:off x="1034425" y="3766975"/>
            <a:ext cx="114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(6)</a:t>
            </a:r>
            <a:endParaRPr/>
          </a:p>
        </p:txBody>
      </p:sp>
      <p:pic>
        <p:nvPicPr>
          <p:cNvPr id="2226" name="Google Shape;2226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814" y="37581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7" name="Google Shape;2227;p91"/>
          <p:cNvSpPr txBox="1"/>
          <p:nvPr>
            <p:ph idx="4" type="subTitle"/>
          </p:nvPr>
        </p:nvSpPr>
        <p:spPr>
          <a:xfrm>
            <a:off x="2896916" y="1176174"/>
            <a:ext cx="2178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+ 3 = 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− 6</a:t>
            </a:r>
            <a:endParaRPr/>
          </a:p>
        </p:txBody>
      </p:sp>
      <p:sp>
        <p:nvSpPr>
          <p:cNvPr id="2228" name="Google Shape;2228;p91"/>
          <p:cNvSpPr txBox="1"/>
          <p:nvPr>
            <p:ph idx="4" type="subTitle"/>
          </p:nvPr>
        </p:nvSpPr>
        <p:spPr>
          <a:xfrm>
            <a:off x="2908160" y="3219943"/>
            <a:ext cx="3251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+ 3 + (6) = 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− 6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(6)</a:t>
            </a:r>
            <a:endParaRPr/>
          </a:p>
        </p:txBody>
      </p:sp>
      <p:sp>
        <p:nvSpPr>
          <p:cNvPr id="2229" name="Google Shape;2229;p91"/>
          <p:cNvSpPr txBox="1"/>
          <p:nvPr>
            <p:ph idx="4" type="subTitle"/>
          </p:nvPr>
        </p:nvSpPr>
        <p:spPr>
          <a:xfrm>
            <a:off x="3533402" y="3651745"/>
            <a:ext cx="2473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+ 9 = 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2230" name="Google Shape;2230;p91"/>
          <p:cNvSpPr txBox="1"/>
          <p:nvPr>
            <p:ph idx="4" type="subTitle"/>
          </p:nvPr>
        </p:nvSpPr>
        <p:spPr>
          <a:xfrm>
            <a:off x="3959322" y="4083548"/>
            <a:ext cx="1477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9 =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2231" name="Google Shape;2231;p91"/>
          <p:cNvSpPr txBox="1"/>
          <p:nvPr>
            <p:ph idx="4" type="subTitle"/>
          </p:nvPr>
        </p:nvSpPr>
        <p:spPr>
          <a:xfrm>
            <a:off x="3970553" y="4515350"/>
            <a:ext cx="1477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5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6" name="Google Shape;2236;p92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1012601" y="1127450"/>
            <a:ext cx="3077499" cy="1016574"/>
          </a:xfrm>
          <a:prstGeom prst="rect">
            <a:avLst/>
          </a:prstGeom>
          <a:noFill/>
          <a:ln>
            <a:noFill/>
          </a:ln>
        </p:spPr>
      </p:pic>
      <p:sp>
        <p:nvSpPr>
          <p:cNvPr id="2237" name="Google Shape;2237;p92"/>
          <p:cNvSpPr txBox="1"/>
          <p:nvPr>
            <p:ph idx="1" type="body"/>
          </p:nvPr>
        </p:nvSpPr>
        <p:spPr>
          <a:xfrm>
            <a:off x="1249625" y="1259000"/>
            <a:ext cx="2761800" cy="7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Can you do</a:t>
            </a:r>
            <a:r>
              <a:rPr lang="en-GB" sz="2000"/>
              <a:t> negatives with bar models?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8" name="Google Shape;2238;p92"/>
          <p:cNvSpPr txBox="1"/>
          <p:nvPr>
            <p:ph idx="1" type="body"/>
          </p:nvPr>
        </p:nvSpPr>
        <p:spPr>
          <a:xfrm>
            <a:off x="324000" y="759300"/>
            <a:ext cx="2710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Solve</a:t>
            </a:r>
            <a:r>
              <a:rPr lang="en-GB"/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+ 3 =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/>
          </a:p>
        </p:txBody>
      </p:sp>
      <p:sp>
        <p:nvSpPr>
          <p:cNvPr id="2239" name="Google Shape;223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pic>
        <p:nvPicPr>
          <p:cNvPr id="2240" name="Google Shape;2240;p92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4208820" y="984030"/>
            <a:ext cx="4534625" cy="1446276"/>
          </a:xfrm>
          <a:prstGeom prst="rect">
            <a:avLst/>
          </a:prstGeom>
          <a:noFill/>
          <a:ln>
            <a:noFill/>
          </a:ln>
        </p:spPr>
      </p:pic>
      <p:sp>
        <p:nvSpPr>
          <p:cNvPr id="2241" name="Google Shape;2241;p92"/>
          <p:cNvSpPr txBox="1"/>
          <p:nvPr>
            <p:ph idx="1" type="body"/>
          </p:nvPr>
        </p:nvSpPr>
        <p:spPr>
          <a:xfrm>
            <a:off x="4442225" y="1157925"/>
            <a:ext cx="38793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Absolutely! It’s more difficult to set them up but if you master it they can be easier to solve!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42" name="Google Shape;2242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3567" y="1568249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3" name="Google Shape;2243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011454" y="2693911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2244" name="Google Shape;2244;p92"/>
          <p:cNvSpPr txBox="1"/>
          <p:nvPr/>
        </p:nvSpPr>
        <p:spPr>
          <a:xfrm>
            <a:off x="322361" y="2561048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5" name="Google Shape;2245;p92"/>
          <p:cNvSpPr txBox="1"/>
          <p:nvPr/>
        </p:nvSpPr>
        <p:spPr>
          <a:xfrm>
            <a:off x="8061902" y="3675182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6" name="Google Shape;2246;p92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4427768" y="2260485"/>
            <a:ext cx="3310525" cy="893624"/>
          </a:xfrm>
          <a:prstGeom prst="rect">
            <a:avLst/>
          </a:prstGeom>
          <a:noFill/>
          <a:ln>
            <a:noFill/>
          </a:ln>
        </p:spPr>
      </p:pic>
      <p:sp>
        <p:nvSpPr>
          <p:cNvPr id="2247" name="Google Shape;2247;p92"/>
          <p:cNvSpPr txBox="1"/>
          <p:nvPr>
            <p:ph idx="1" type="body"/>
          </p:nvPr>
        </p:nvSpPr>
        <p:spPr>
          <a:xfrm>
            <a:off x="4588200" y="2348250"/>
            <a:ext cx="2871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</a:t>
            </a:r>
            <a:r>
              <a:rPr lang="en-GB" sz="2000"/>
              <a:t>he negative goes in the negative direction.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8" name="Google Shape;2248;p92"/>
          <p:cNvSpPr/>
          <p:nvPr/>
        </p:nvSpPr>
        <p:spPr>
          <a:xfrm>
            <a:off x="3478149" y="3157045"/>
            <a:ext cx="9150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9" name="Google Shape;2249;p92"/>
          <p:cNvSpPr/>
          <p:nvPr/>
        </p:nvSpPr>
        <p:spPr>
          <a:xfrm>
            <a:off x="1330225" y="3930275"/>
            <a:ext cx="21522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0" name="Google Shape;2250;p92"/>
          <p:cNvSpPr/>
          <p:nvPr/>
        </p:nvSpPr>
        <p:spPr>
          <a:xfrm>
            <a:off x="3490928" y="3930275"/>
            <a:ext cx="21522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1" name="Google Shape;2251;p92"/>
          <p:cNvSpPr/>
          <p:nvPr/>
        </p:nvSpPr>
        <p:spPr>
          <a:xfrm>
            <a:off x="1330225" y="3157045"/>
            <a:ext cx="21522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2" name="Google Shape;2252;p92"/>
          <p:cNvSpPr/>
          <p:nvPr/>
        </p:nvSpPr>
        <p:spPr>
          <a:xfrm>
            <a:off x="4402129" y="3538045"/>
            <a:ext cx="12411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3" name="Google Shape;2253;p92"/>
          <p:cNvSpPr txBox="1"/>
          <p:nvPr>
            <p:ph idx="4294967295" type="subTitle"/>
          </p:nvPr>
        </p:nvSpPr>
        <p:spPr>
          <a:xfrm>
            <a:off x="4156642" y="4405459"/>
            <a:ext cx="1011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7</a:t>
            </a:r>
            <a:endParaRPr sz="2400"/>
          </a:p>
        </p:txBody>
      </p:sp>
      <p:pic>
        <p:nvPicPr>
          <p:cNvPr id="2254" name="Google Shape;2254;p92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 rot="10800000">
            <a:off x="5889350" y="3434753"/>
            <a:ext cx="2077548" cy="616651"/>
          </a:xfrm>
          <a:prstGeom prst="rect">
            <a:avLst/>
          </a:prstGeom>
          <a:noFill/>
          <a:ln>
            <a:noFill/>
          </a:ln>
        </p:spPr>
      </p:pic>
      <p:sp>
        <p:nvSpPr>
          <p:cNvPr id="2255" name="Google Shape;2255;p92"/>
          <p:cNvSpPr txBox="1"/>
          <p:nvPr>
            <p:ph idx="1" type="body"/>
          </p:nvPr>
        </p:nvSpPr>
        <p:spPr>
          <a:xfrm>
            <a:off x="6112200" y="3567450"/>
            <a:ext cx="17214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That’s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9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Google Shape;2260;p9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261" name="Google Shape;2261;p9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equation does this bar model represent?</a:t>
            </a:r>
            <a:endParaRPr/>
          </a:p>
        </p:txBody>
      </p:sp>
      <p:pic>
        <p:nvPicPr>
          <p:cNvPr id="2262" name="Google Shape;226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6214" y="18531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3" name="Google Shape;2263;p93"/>
          <p:cNvSpPr/>
          <p:nvPr/>
        </p:nvSpPr>
        <p:spPr>
          <a:xfrm>
            <a:off x="5264460" y="1186084"/>
            <a:ext cx="2306700" cy="324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4" name="Google Shape;2264;p93"/>
          <p:cNvSpPr/>
          <p:nvPr/>
        </p:nvSpPr>
        <p:spPr>
          <a:xfrm>
            <a:off x="5253977" y="1834412"/>
            <a:ext cx="1775700" cy="324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5" name="Google Shape;2265;p93"/>
          <p:cNvSpPr/>
          <p:nvPr/>
        </p:nvSpPr>
        <p:spPr>
          <a:xfrm>
            <a:off x="7036618" y="1834412"/>
            <a:ext cx="1775700" cy="324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6" name="Google Shape;2266;p93"/>
          <p:cNvSpPr/>
          <p:nvPr/>
        </p:nvSpPr>
        <p:spPr>
          <a:xfrm>
            <a:off x="3490150" y="1186084"/>
            <a:ext cx="1775700" cy="324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7" name="Google Shape;2267;p93"/>
          <p:cNvSpPr/>
          <p:nvPr/>
        </p:nvSpPr>
        <p:spPr>
          <a:xfrm>
            <a:off x="7571250" y="1505537"/>
            <a:ext cx="1241100" cy="324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8" name="Google Shape;2268;p93"/>
          <p:cNvSpPr/>
          <p:nvPr/>
        </p:nvSpPr>
        <p:spPr>
          <a:xfrm>
            <a:off x="3490150" y="1834412"/>
            <a:ext cx="1775700" cy="324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9" name="Google Shape;2269;p93"/>
          <p:cNvSpPr txBox="1"/>
          <p:nvPr>
            <p:ph idx="4" type="subTitle"/>
          </p:nvPr>
        </p:nvSpPr>
        <p:spPr>
          <a:xfrm>
            <a:off x="1144323" y="1861975"/>
            <a:ext cx="1775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+ 13 =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/>
          </a:p>
        </p:txBody>
      </p:sp>
      <p:sp>
        <p:nvSpPr>
          <p:cNvPr id="2270" name="Google Shape;2270;p93"/>
          <p:cNvSpPr txBox="1"/>
          <p:nvPr>
            <p:ph idx="4" type="subTitle"/>
          </p:nvPr>
        </p:nvSpPr>
        <p:spPr>
          <a:xfrm>
            <a:off x="1144323" y="2810066"/>
            <a:ext cx="1775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+ 18 =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2271" name="Google Shape;2271;p93"/>
          <p:cNvSpPr txBox="1"/>
          <p:nvPr>
            <p:ph idx="4" type="subTitle"/>
          </p:nvPr>
        </p:nvSpPr>
        <p:spPr>
          <a:xfrm>
            <a:off x="1144323" y="3789436"/>
            <a:ext cx="1775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/>
          </a:p>
        </p:txBody>
      </p:sp>
      <p:pic>
        <p:nvPicPr>
          <p:cNvPr id="2272" name="Google Shape;227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0244" y="2798829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3" name="Google Shape;2273;p93"/>
          <p:cNvGrpSpPr/>
          <p:nvPr/>
        </p:nvGrpSpPr>
        <p:grpSpPr>
          <a:xfrm>
            <a:off x="954077" y="1089134"/>
            <a:ext cx="6678105" cy="1206730"/>
            <a:chOff x="1335077" y="2875425"/>
            <a:chExt cx="6678105" cy="1206730"/>
          </a:xfrm>
        </p:grpSpPr>
        <p:sp>
          <p:nvSpPr>
            <p:cNvPr id="2274" name="Google Shape;2274;p93"/>
            <p:cNvSpPr/>
            <p:nvPr/>
          </p:nvSpPr>
          <p:spPr>
            <a:xfrm>
              <a:off x="1335077" y="3572455"/>
              <a:ext cx="1049700" cy="5097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5" name="Google Shape;2275;p93"/>
            <p:cNvSpPr/>
            <p:nvPr/>
          </p:nvSpPr>
          <p:spPr>
            <a:xfrm>
              <a:off x="3817982" y="2875425"/>
              <a:ext cx="4195200" cy="5097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76" name="Google Shape;2276;p93"/>
          <p:cNvGrpSpPr/>
          <p:nvPr/>
        </p:nvGrpSpPr>
        <p:grpSpPr>
          <a:xfrm>
            <a:off x="1989598" y="1349013"/>
            <a:ext cx="6852032" cy="993900"/>
            <a:chOff x="1335077" y="3135304"/>
            <a:chExt cx="6852032" cy="993900"/>
          </a:xfrm>
        </p:grpSpPr>
        <p:sp>
          <p:nvSpPr>
            <p:cNvPr id="2277" name="Google Shape;2277;p93"/>
            <p:cNvSpPr/>
            <p:nvPr/>
          </p:nvSpPr>
          <p:spPr>
            <a:xfrm>
              <a:off x="1335077" y="3572455"/>
              <a:ext cx="1049700" cy="5097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8" name="Google Shape;2278;p93"/>
            <p:cNvSpPr/>
            <p:nvPr/>
          </p:nvSpPr>
          <p:spPr>
            <a:xfrm>
              <a:off x="2869309" y="3135304"/>
              <a:ext cx="5317800" cy="9939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79" name="Google Shape;2279;p93"/>
          <p:cNvGrpSpPr/>
          <p:nvPr/>
        </p:nvGrpSpPr>
        <p:grpSpPr>
          <a:xfrm>
            <a:off x="3490150" y="2492714"/>
            <a:ext cx="4081010" cy="324900"/>
            <a:chOff x="3490150" y="2842436"/>
            <a:chExt cx="4081010" cy="324900"/>
          </a:xfrm>
        </p:grpSpPr>
        <p:sp>
          <p:nvSpPr>
            <p:cNvPr id="2280" name="Google Shape;2280;p93"/>
            <p:cNvSpPr/>
            <p:nvPr/>
          </p:nvSpPr>
          <p:spPr>
            <a:xfrm>
              <a:off x="5264460" y="2842436"/>
              <a:ext cx="2306700" cy="324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13</a:t>
              </a:r>
              <a:endParaRPr sz="2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1" name="Google Shape;2281;p93"/>
            <p:cNvSpPr/>
            <p:nvPr/>
          </p:nvSpPr>
          <p:spPr>
            <a:xfrm>
              <a:off x="3490150" y="2842436"/>
              <a:ext cx="1775700" cy="324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82" name="Google Shape;2282;p93"/>
          <p:cNvGrpSpPr/>
          <p:nvPr/>
        </p:nvGrpSpPr>
        <p:grpSpPr>
          <a:xfrm>
            <a:off x="3490150" y="2484906"/>
            <a:ext cx="5322200" cy="653775"/>
            <a:chOff x="3490150" y="2834628"/>
            <a:chExt cx="5322200" cy="653775"/>
          </a:xfrm>
        </p:grpSpPr>
        <p:sp>
          <p:nvSpPr>
            <p:cNvPr id="2283" name="Google Shape;2283;p93"/>
            <p:cNvSpPr/>
            <p:nvPr/>
          </p:nvSpPr>
          <p:spPr>
            <a:xfrm>
              <a:off x="5253977" y="3163503"/>
              <a:ext cx="1775700" cy="324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4" name="Google Shape;2284;p93"/>
            <p:cNvSpPr/>
            <p:nvPr/>
          </p:nvSpPr>
          <p:spPr>
            <a:xfrm>
              <a:off x="7036618" y="3163503"/>
              <a:ext cx="1775700" cy="324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5" name="Google Shape;2285;p93"/>
            <p:cNvSpPr/>
            <p:nvPr/>
          </p:nvSpPr>
          <p:spPr>
            <a:xfrm>
              <a:off x="7571250" y="2834628"/>
              <a:ext cx="1241100" cy="324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6" name="Google Shape;2286;p93"/>
            <p:cNvSpPr/>
            <p:nvPr/>
          </p:nvSpPr>
          <p:spPr>
            <a:xfrm>
              <a:off x="3490150" y="3163503"/>
              <a:ext cx="1775700" cy="324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287" name="Google Shape;2287;p93"/>
          <p:cNvSpPr/>
          <p:nvPr/>
        </p:nvSpPr>
        <p:spPr>
          <a:xfrm>
            <a:off x="5270034" y="3482169"/>
            <a:ext cx="2306700" cy="324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8" name="Google Shape;2288;p93"/>
          <p:cNvSpPr/>
          <p:nvPr/>
        </p:nvSpPr>
        <p:spPr>
          <a:xfrm>
            <a:off x="5259550" y="3815612"/>
            <a:ext cx="1775700" cy="324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9" name="Google Shape;2289;p93"/>
          <p:cNvSpPr/>
          <p:nvPr/>
        </p:nvSpPr>
        <p:spPr>
          <a:xfrm>
            <a:off x="7042192" y="3815612"/>
            <a:ext cx="1775700" cy="324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0" name="Google Shape;2290;p93"/>
          <p:cNvSpPr/>
          <p:nvPr/>
        </p:nvSpPr>
        <p:spPr>
          <a:xfrm>
            <a:off x="7576824" y="3486737"/>
            <a:ext cx="1241100" cy="324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91" name="Google Shape;2291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9244" y="375573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5" name="Shape 2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p9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297" name="Google Shape;2297;p9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equation does this bar model represent?</a:t>
            </a:r>
            <a:endParaRPr/>
          </a:p>
        </p:txBody>
      </p:sp>
      <p:pic>
        <p:nvPicPr>
          <p:cNvPr id="2298" name="Google Shape;229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6214" y="18531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9" name="Google Shape;2299;p94"/>
          <p:cNvSpPr txBox="1"/>
          <p:nvPr>
            <p:ph idx="4" type="subTitle"/>
          </p:nvPr>
        </p:nvSpPr>
        <p:spPr>
          <a:xfrm>
            <a:off x="1144323" y="1861975"/>
            <a:ext cx="1775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+ 13 =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/>
          </a:p>
        </p:txBody>
      </p:sp>
      <p:sp>
        <p:nvSpPr>
          <p:cNvPr id="2300" name="Google Shape;2300;p94"/>
          <p:cNvSpPr txBox="1"/>
          <p:nvPr>
            <p:ph idx="4" type="subTitle"/>
          </p:nvPr>
        </p:nvSpPr>
        <p:spPr>
          <a:xfrm>
            <a:off x="1144323" y="2810066"/>
            <a:ext cx="1775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+ 18 =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2301" name="Google Shape;2301;p94"/>
          <p:cNvSpPr txBox="1"/>
          <p:nvPr>
            <p:ph idx="4" type="subTitle"/>
          </p:nvPr>
        </p:nvSpPr>
        <p:spPr>
          <a:xfrm>
            <a:off x="1144323" y="3789436"/>
            <a:ext cx="1775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18</a:t>
            </a:r>
            <a:endParaRPr/>
          </a:p>
        </p:txBody>
      </p:sp>
      <p:pic>
        <p:nvPicPr>
          <p:cNvPr id="2302" name="Google Shape;230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0244" y="2798829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3" name="Google Shape;2303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9244" y="375573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4" name="Google Shape;2304;p94"/>
          <p:cNvSpPr txBox="1"/>
          <p:nvPr>
            <p:ph idx="4" type="subTitle"/>
          </p:nvPr>
        </p:nvSpPr>
        <p:spPr>
          <a:xfrm>
            <a:off x="5008063" y="1861975"/>
            <a:ext cx="1775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+ 13 =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/>
          </a:p>
        </p:txBody>
      </p:sp>
      <p:sp>
        <p:nvSpPr>
          <p:cNvPr id="2305" name="Google Shape;2305;p94"/>
          <p:cNvSpPr txBox="1"/>
          <p:nvPr>
            <p:ph idx="4" type="subTitle"/>
          </p:nvPr>
        </p:nvSpPr>
        <p:spPr>
          <a:xfrm>
            <a:off x="5008063" y="2825705"/>
            <a:ext cx="1775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+ 18 =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2306" name="Google Shape;2306;p94"/>
          <p:cNvSpPr txBox="1"/>
          <p:nvPr>
            <p:ph idx="4" type="subTitle"/>
          </p:nvPr>
        </p:nvSpPr>
        <p:spPr>
          <a:xfrm>
            <a:off x="5442802" y="3789436"/>
            <a:ext cx="1775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18</a:t>
            </a:r>
            <a:endParaRPr/>
          </a:p>
        </p:txBody>
      </p:sp>
      <p:sp>
        <p:nvSpPr>
          <p:cNvPr id="2307" name="Google Shape;2307;p94"/>
          <p:cNvSpPr txBox="1"/>
          <p:nvPr>
            <p:ph type="title"/>
          </p:nvPr>
        </p:nvSpPr>
        <p:spPr>
          <a:xfrm>
            <a:off x="1159725" y="1299825"/>
            <a:ext cx="6143100" cy="3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These answers were the steps to solving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equation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!</a:t>
            </a:r>
            <a:endParaRPr b="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8" name="Google Shape;2308;p94"/>
          <p:cNvSpPr txBox="1"/>
          <p:nvPr>
            <p:ph idx="4" type="subTitle"/>
          </p:nvPr>
        </p:nvSpPr>
        <p:spPr>
          <a:xfrm>
            <a:off x="4387256" y="2343840"/>
            <a:ext cx="349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+ 13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(5)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− 5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(5)</a:t>
            </a:r>
            <a:endParaRPr/>
          </a:p>
        </p:txBody>
      </p:sp>
      <p:sp>
        <p:nvSpPr>
          <p:cNvPr id="2309" name="Google Shape;2309;p94"/>
          <p:cNvSpPr txBox="1"/>
          <p:nvPr>
            <p:ph idx="4" type="subTitle"/>
          </p:nvPr>
        </p:nvSpPr>
        <p:spPr>
          <a:xfrm>
            <a:off x="4234855" y="3307571"/>
            <a:ext cx="3248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+ 18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(−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(−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2310" name="Google Shape;2310;p94"/>
          <p:cNvSpPr txBox="1"/>
          <p:nvPr>
            <p:ph idx="4" type="subTitle"/>
          </p:nvPr>
        </p:nvSpPr>
        <p:spPr>
          <a:xfrm>
            <a:off x="5583971" y="4269086"/>
            <a:ext cx="882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9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4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p95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Sometimes a model is inappropriate. In this case we use our fluency in manipulation.</a:t>
            </a:r>
            <a:endParaRPr/>
          </a:p>
        </p:txBody>
      </p:sp>
      <p:sp>
        <p:nvSpPr>
          <p:cNvPr id="2316" name="Google Shape;2316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graphicFrame>
        <p:nvGraphicFramePr>
          <p:cNvPr id="2317" name="Google Shape;2317;p95"/>
          <p:cNvGraphicFramePr/>
          <p:nvPr/>
        </p:nvGraphicFramePr>
        <p:xfrm>
          <a:off x="277337" y="28897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320975"/>
                <a:gridCol w="757125"/>
                <a:gridCol w="2285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24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− 20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5}x-7=13-4x&quot;&gt;&lt;mfrac&gt;&lt;mn&gt;1&lt;/mn&gt;&lt;mn&gt;5&lt;/mn&gt;&lt;/mfrac&gt;&lt;mi&gt;x&lt;/mi&gt;&lt;mo&gt;−&lt;/mo&gt;&lt;mn&gt;7&lt;/mn&gt;&lt;mo&gt;=&lt;/mo&gt;&lt;mn&gt;13&lt;/mn&gt;&lt;mo&gt;−&lt;/mo&gt;&lt;mn&gt;4&lt;/mn&gt;&lt;mi&gt;x&lt;/mi&gt;&lt;/math&gt;" id="2318" name="Google Shape;2318;p95" title="one fifth x minus 7 equals 13 minus 4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4428" y="1496372"/>
            <a:ext cx="1998307" cy="5691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left(\frac{1}{5}x-7\right)=5\left(13-4x\right)&quot;&gt;&lt;mn&gt;5&lt;/mn&gt;&lt;mrow data-mjx-texclass=&quot;INNER&quot;&gt;&lt;mo data-mjx-texclass=&quot;OPEN&quot;&gt;(&lt;/mo&gt;&lt;mfrac&gt;&lt;mn&gt;1&lt;/mn&gt;&lt;mn&gt;5&lt;/mn&gt;&lt;/mfrac&gt;&lt;mi&gt;x&lt;/mi&gt;&lt;mo&gt;−&lt;/mo&gt;&lt;mn&gt;7&lt;/mn&gt;&lt;mo data-mjx-texclass=&quot;CLOSE&quot;&gt;)&lt;/mo&gt;&lt;/mrow&gt;&lt;mo&gt;=&lt;/mo&gt;&lt;mn&gt;5&lt;/mn&gt;&lt;mrow data-mjx-texclass=&quot;INNER&quot;&gt;&lt;mo data-mjx-texclass=&quot;OPEN&quot;&gt;(&lt;/mo&gt;&lt;mn&gt;13&lt;/mn&gt;&lt;mo&gt;−&lt;/mo&gt;&lt;mn&gt;4&lt;/mn&gt;&lt;mi&gt;x&lt;/mi&gt;&lt;mo data-mjx-texclass=&quot;CLOSE&quot;&gt;)&lt;/mo&gt;&lt;/mrow&gt;&lt;/math&gt;" id="2319" name="Google Shape;2319;p95" title="5 times open paren one fifth x minus 7 close paren equals 5 times open paren 13 minus 4 x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8450" y="2164824"/>
            <a:ext cx="3018540" cy="6871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20" name="Google Shape;2320;p95"/>
          <p:cNvGraphicFramePr/>
          <p:nvPr/>
        </p:nvGraphicFramePr>
        <p:xfrm>
          <a:off x="277337" y="28897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320975"/>
                <a:gridCol w="757125"/>
                <a:gridCol w="2285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24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− 20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21" name="Google Shape;2321;p95"/>
          <p:cNvGraphicFramePr/>
          <p:nvPr/>
        </p:nvGraphicFramePr>
        <p:xfrm>
          <a:off x="277337" y="28897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320975"/>
                <a:gridCol w="757125"/>
                <a:gridCol w="2285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24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− 20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x=\frac{100}{21}\end{array}&quot;&gt;&lt;mtable columnalign=&quot;left&quot; columnspacing=&quot;1em&quot; rowspacing=&quot;4pt&quot;&gt;&lt;mtr&gt;&lt;mtd&gt;&lt;mi&gt;x&lt;/mi&gt;&lt;mo&gt;=&lt;/mo&gt;&lt;mfrac&gt;&lt;mn&gt;100&lt;/mn&gt;&lt;mn&gt;21&lt;/mn&gt;&lt;/mfrac&gt;&lt;/mtd&gt;&lt;/mtr&gt;&lt;/mtable&gt;&lt;/math&gt;" id="2322" name="Google Shape;2322;p95" title="1 lines Line 1: x equals 100 over 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5341" y="4384868"/>
            <a:ext cx="984938" cy="43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3" name="Google Shape;2323;p95"/>
          <p:cNvSpPr txBox="1"/>
          <p:nvPr>
            <p:ph idx="1" type="body"/>
          </p:nvPr>
        </p:nvSpPr>
        <p:spPr>
          <a:xfrm>
            <a:off x="4819800" y="2207100"/>
            <a:ext cx="4000200" cy="10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Multiplying both sides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(+5)</a:t>
            </a:r>
            <a:r>
              <a:rPr lang="en-GB" sz="2000"/>
              <a:t> means we no longer have a fraction in our equation.</a:t>
            </a:r>
            <a:endParaRPr/>
          </a:p>
        </p:txBody>
      </p:sp>
      <p:sp>
        <p:nvSpPr>
          <p:cNvPr id="2324" name="Google Shape;2324;p95"/>
          <p:cNvSpPr txBox="1"/>
          <p:nvPr>
            <p:ph idx="1" type="body"/>
          </p:nvPr>
        </p:nvSpPr>
        <p:spPr>
          <a:xfrm>
            <a:off x="4819800" y="3426300"/>
            <a:ext cx="4000200" cy="10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Add</a:t>
            </a:r>
            <a:r>
              <a:rPr lang="en-GB" sz="2000"/>
              <a:t>ing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(+20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GB" sz="2000"/>
              <a:t>to both sides</a:t>
            </a:r>
            <a:r>
              <a:rPr lang="en-GB" sz="2000"/>
              <a:t> means we now have a positive unknown term on one side.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8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9" name="Google Shape;2329;p96"/>
          <p:cNvSpPr/>
          <p:nvPr/>
        </p:nvSpPr>
        <p:spPr>
          <a:xfrm>
            <a:off x="790450" y="2451941"/>
            <a:ext cx="2107800" cy="1126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0" name="Google Shape;2330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331" name="Google Shape;2331;p96"/>
          <p:cNvSpPr txBox="1"/>
          <p:nvPr>
            <p:ph type="title"/>
          </p:nvPr>
        </p:nvSpPr>
        <p:spPr>
          <a:xfrm>
            <a:off x="324000" y="748775"/>
            <a:ext cx="8496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Select a </a:t>
            </a:r>
            <a:r>
              <a:rPr lang="en-GB" sz="2100"/>
              <a:t>useful first step to solve the equation:</a:t>
            </a:r>
            <a:endParaRPr sz="2100"/>
          </a:p>
        </p:txBody>
      </p:sp>
      <p:pic>
        <p:nvPicPr>
          <p:cNvPr id="2332" name="Google Shape;233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1814" y="37581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-3x=13-\frac{1}{4}x&quot;&gt;&lt;mn&gt;7&lt;/mn&gt;&lt;mo&gt;−&lt;/mo&gt;&lt;mn&gt;3&lt;/mn&gt;&lt;mi&gt;x&lt;/mi&gt;&lt;mo&gt;=&lt;/mo&gt;&lt;mn&gt;13&lt;/mn&gt;&lt;mo&gt;−&lt;/mo&gt;&lt;mfrac&gt;&lt;mn&gt;1&lt;/mn&gt;&lt;mn&gt;4&lt;/mn&gt;&lt;/mfrac&gt;&lt;mi&gt;x&lt;/mi&gt;&lt;/math&gt;" id="2333" name="Google Shape;2333;p96" title="7 minus 3 x equals 13 minus one fourth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1300" y="1084875"/>
            <a:ext cx="2203199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left(+\frac{1}{4}\right)&quot;&gt;&lt;mo&gt;×&lt;/mo&gt;&lt;mrow data-mjx-texclass=&quot;INNER&quot;&gt;&lt;mo data-mjx-texclass=&quot;OPEN&quot;&gt;(&lt;/mo&gt;&lt;mo&gt;+&lt;/mo&gt;&lt;mfrac&gt;&lt;mn&gt;1&lt;/mn&gt;&lt;mn&gt;4&lt;/mn&gt;&lt;/mfrac&gt;&lt;mo data-mjx-texclass=&quot;CLOSE&quot;&gt;)&lt;/mo&gt;&lt;/mrow&gt;&lt;/math&gt;" id="2334" name="Google Shape;2334;p96" title="times open paren positive one fourth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8000" y="2596273"/>
            <a:ext cx="1218078" cy="83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left(+4\right)&quot;&gt;&lt;mo&gt;×&lt;/mo&gt;&lt;mrow data-mjx-texclass=&quot;INNER&quot;&gt;&lt;mo data-mjx-texclass=&quot;OPEN&quot;&gt;(&lt;/mo&gt;&lt;mo&gt;+&lt;/mo&gt;&lt;mn&gt;4&lt;/mn&gt;&lt;mo data-mjx-texclass=&quot;CLOSE&quot;&gt;)&lt;/mo&gt;&lt;/mrow&gt;&lt;/math&gt;" id="2335" name="Google Shape;2335;p96" title="times open paren positive 4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8000" y="1894311"/>
            <a:ext cx="886801" cy="3007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left(-4\right)&quot;&gt;&lt;mo&gt;×&lt;/mo&gt;&lt;mrow data-mjx-texclass=&quot;INNER&quot;&gt;&lt;mo data-mjx-texclass=&quot;OPEN&quot;&gt;(&lt;/mo&gt;&lt;mo&gt;−&lt;/mo&gt;&lt;mn&gt;4&lt;/mn&gt;&lt;mo data-mjx-texclass=&quot;CLOSE&quot;&gt;)&lt;/mo&gt;&lt;/mrow&gt;&lt;/math&gt;" id="2336" name="Google Shape;2336;p96" title="times negative 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8000" y="3828285"/>
            <a:ext cx="886801" cy="30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7" name="Google Shape;2337;p9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96138" y="2820956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8" name="Google Shape;233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1814" y="1830689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9" name="Google Shape;2339;p96"/>
          <p:cNvSpPr txBox="1"/>
          <p:nvPr>
            <p:ph type="title"/>
          </p:nvPr>
        </p:nvSpPr>
        <p:spPr>
          <a:xfrm>
            <a:off x="3383230" y="2306466"/>
            <a:ext cx="3636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This is not an efficient start.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4}-\frac{3}{4}x=\frac{13}{4}-\frac{1}{16}x&quot;&gt;&lt;mfrac&gt;&lt;mn&gt;7&lt;/mn&gt;&lt;mn&gt;4&lt;/mn&gt;&lt;/mfrac&gt;&lt;mo&gt;−&lt;/mo&gt;&lt;mfrac&gt;&lt;mn&gt;3&lt;/mn&gt;&lt;mn&gt;4&lt;/mn&gt;&lt;/mfrac&gt;&lt;mi&gt;x&lt;/mi&gt;&lt;mo&gt;=&lt;/mo&gt;&lt;mfrac&gt;&lt;mn&gt;13&lt;/mn&gt;&lt;mn&gt;4&lt;/mn&gt;&lt;/mfrac&gt;&lt;mo&gt;−&lt;/mo&gt;&lt;mfrac&gt;&lt;mn&gt;1&lt;/mn&gt;&lt;mn&gt;16&lt;/mn&gt;&lt;/mfrac&gt;&lt;mi&gt;x&lt;/mi&gt;&lt;/math&gt;" id="2340" name="Google Shape;2340;p96" title="seven fourths minus three fourths x equals thirteen fourths minus 1 over 16 x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05211" y="2766650"/>
            <a:ext cx="2620897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4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346" name="Google Shape;2346;p97"/>
          <p:cNvSpPr txBox="1"/>
          <p:nvPr>
            <p:ph type="title"/>
          </p:nvPr>
        </p:nvSpPr>
        <p:spPr>
          <a:xfrm>
            <a:off x="324000" y="748775"/>
            <a:ext cx="8496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Select a useful first step to solve the equation:</a:t>
            </a:r>
            <a:endParaRPr sz="2100"/>
          </a:p>
        </p:txBody>
      </p:sp>
      <p:pic>
        <p:nvPicPr>
          <p:cNvPr id="2347" name="Google Shape;2347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1814" y="37581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8" name="Google Shape;2348;p97"/>
          <p:cNvSpPr txBox="1"/>
          <p:nvPr>
            <p:ph idx="4" type="subTitle"/>
          </p:nvPr>
        </p:nvSpPr>
        <p:spPr>
          <a:xfrm>
            <a:off x="3461601" y="2305550"/>
            <a:ext cx="2203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28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− 12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52 −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300"/>
          </a:p>
        </p:txBody>
      </p:sp>
      <p:pic>
        <p:nvPicPr>
          <p:cNvPr descr="&lt;math xmlns=&quot;http://www.w3.org/1998/Math/MathML&quot; display=&quot;block&quot; data-is-equatio=&quot;1&quot; data-latex=&quot;7-3x=13-\frac{1}{4}x&quot;&gt;&lt;mn&gt;7&lt;/mn&gt;&lt;mo&gt;−&lt;/mo&gt;&lt;mn&gt;3&lt;/mn&gt;&lt;mi&gt;x&lt;/mi&gt;&lt;mo&gt;=&lt;/mo&gt;&lt;mn&gt;13&lt;/mn&gt;&lt;mo&gt;−&lt;/mo&gt;&lt;mfrac&gt;&lt;mn&gt;1&lt;/mn&gt;&lt;mn&gt;4&lt;/mn&gt;&lt;/mfrac&gt;&lt;mi&gt;x&lt;/mi&gt;&lt;/math&gt;" id="2349" name="Google Shape;2349;p97" title="7 minus 3 x equals 13 minus one fourth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1300" y="1084875"/>
            <a:ext cx="2203199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left(+\frac{1}{4}\right)&quot;&gt;&lt;mo&gt;×&lt;/mo&gt;&lt;mrow data-mjx-texclass=&quot;INNER&quot;&gt;&lt;mo data-mjx-texclass=&quot;OPEN&quot;&gt;(&lt;/mo&gt;&lt;mo&gt;+&lt;/mo&gt;&lt;mfrac&gt;&lt;mn&gt;1&lt;/mn&gt;&lt;mn&gt;4&lt;/mn&gt;&lt;/mfrac&gt;&lt;mo data-mjx-texclass=&quot;CLOSE&quot;&gt;)&lt;/mo&gt;&lt;/mrow&gt;&lt;/math&gt;" id="2350" name="Google Shape;2350;p97" title="times open paren positive one fourth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8000" y="2596273"/>
            <a:ext cx="1218078" cy="83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left(+4\right)&quot;&gt;&lt;mo&gt;×&lt;/mo&gt;&lt;mrow data-mjx-texclass=&quot;INNER&quot;&gt;&lt;mo data-mjx-texclass=&quot;OPEN&quot;&gt;(&lt;/mo&gt;&lt;mo&gt;+&lt;/mo&gt;&lt;mn&gt;4&lt;/mn&gt;&lt;mo data-mjx-texclass=&quot;CLOSE&quot;&gt;)&lt;/mo&gt;&lt;/mrow&gt;&lt;/math&gt;" id="2351" name="Google Shape;2351;p97" title="times open paren positive 4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8000" y="1894311"/>
            <a:ext cx="886801" cy="3007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left(-4\right)&quot;&gt;&lt;mo&gt;×&lt;/mo&gt;&lt;mrow data-mjx-texclass=&quot;INNER&quot;&gt;&lt;mo data-mjx-texclass=&quot;OPEN&quot;&gt;(&lt;/mo&gt;&lt;mo&gt;−&lt;/mo&gt;&lt;mn&gt;4&lt;/mn&gt;&lt;mo data-mjx-texclass=&quot;CLOSE&quot;&gt;)&lt;/mo&gt;&lt;/mrow&gt;&lt;/math&gt;" id="2352" name="Google Shape;2352;p97" title="times negative 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8000" y="3828285"/>
            <a:ext cx="886801" cy="30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3" name="Google Shape;2353;p9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96138" y="2820956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4" name="Google Shape;2354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1814" y="1830689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5" name="Google Shape;2355;p97"/>
          <p:cNvSpPr txBox="1"/>
          <p:nvPr>
            <p:ph type="title"/>
          </p:nvPr>
        </p:nvSpPr>
        <p:spPr>
          <a:xfrm>
            <a:off x="3383230" y="1894187"/>
            <a:ext cx="3636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 very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efficient start.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6" name="Google Shape;2356;p97"/>
          <p:cNvSpPr txBox="1"/>
          <p:nvPr>
            <p:ph idx="4" type="subTitle"/>
          </p:nvPr>
        </p:nvSpPr>
        <p:spPr>
          <a:xfrm>
            <a:off x="3461601" y="4134350"/>
            <a:ext cx="2203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− 28 =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− 52</a:t>
            </a:r>
            <a:endParaRPr sz="2300"/>
          </a:p>
        </p:txBody>
      </p:sp>
      <p:sp>
        <p:nvSpPr>
          <p:cNvPr id="2357" name="Google Shape;2357;p97"/>
          <p:cNvSpPr txBox="1"/>
          <p:nvPr>
            <p:ph type="title"/>
          </p:nvPr>
        </p:nvSpPr>
        <p:spPr>
          <a:xfrm>
            <a:off x="3383230" y="3722987"/>
            <a:ext cx="3636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Arguably even more efficient!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98"/>
          <p:cNvSpPr txBox="1"/>
          <p:nvPr>
            <p:ph idx="1" type="body"/>
          </p:nvPr>
        </p:nvSpPr>
        <p:spPr>
          <a:xfrm>
            <a:off x="324000" y="759300"/>
            <a:ext cx="7135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Solve these equations in two different ways:</a:t>
            </a:r>
            <a:endParaRPr/>
          </a:p>
        </p:txBody>
      </p:sp>
      <p:sp>
        <p:nvSpPr>
          <p:cNvPr id="2363" name="Google Shape;2363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364" name="Google Shape;2364;p98"/>
          <p:cNvSpPr txBox="1"/>
          <p:nvPr>
            <p:ph idx="1" type="body"/>
          </p:nvPr>
        </p:nvSpPr>
        <p:spPr>
          <a:xfrm>
            <a:off x="324000" y="1368900"/>
            <a:ext cx="36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r>
              <a:rPr lang="en-GB" sz="2000"/>
              <a:t>)</a:t>
            </a:r>
            <a:endParaRPr sz="2000"/>
          </a:p>
        </p:txBody>
      </p:sp>
      <p:graphicFrame>
        <p:nvGraphicFramePr>
          <p:cNvPr id="2365" name="Google Shape;2365;p98"/>
          <p:cNvGraphicFramePr/>
          <p:nvPr/>
        </p:nvGraphicFramePr>
        <p:xfrm>
          <a:off x="99957" y="1325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1900625"/>
                <a:gridCol w="620000"/>
                <a:gridCol w="1871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66" name="Google Shape;2366;p98"/>
          <p:cNvGraphicFramePr/>
          <p:nvPr/>
        </p:nvGraphicFramePr>
        <p:xfrm>
          <a:off x="4574712" y="13232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1856100"/>
                <a:gridCol w="605475"/>
                <a:gridCol w="1827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67" name="Google Shape;2367;p98"/>
          <p:cNvGraphicFramePr/>
          <p:nvPr/>
        </p:nvGraphicFramePr>
        <p:xfrm>
          <a:off x="99957" y="29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1900625"/>
                <a:gridCol w="620000"/>
                <a:gridCol w="1871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23 − 5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68" name="Google Shape;2368;p98"/>
          <p:cNvSpPr txBox="1"/>
          <p:nvPr>
            <p:ph idx="1" type="body"/>
          </p:nvPr>
        </p:nvSpPr>
        <p:spPr>
          <a:xfrm>
            <a:off x="324000" y="2969100"/>
            <a:ext cx="36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graphicFrame>
        <p:nvGraphicFramePr>
          <p:cNvPr id="2369" name="Google Shape;2369;p98"/>
          <p:cNvGraphicFramePr/>
          <p:nvPr/>
        </p:nvGraphicFramePr>
        <p:xfrm>
          <a:off x="4477048" y="29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1900625"/>
                <a:gridCol w="620000"/>
                <a:gridCol w="1871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23 − 5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3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374;p99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</a:t>
            </a:r>
            <a:r>
              <a:rPr lang="en-GB"/>
              <a:t> Find the perimeter of this rectangle.</a:t>
            </a:r>
            <a:endParaRPr/>
          </a:p>
        </p:txBody>
      </p:sp>
      <p:sp>
        <p:nvSpPr>
          <p:cNvPr id="2375" name="Google Shape;2375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376" name="Google Shape;2376;p99"/>
          <p:cNvSpPr/>
          <p:nvPr/>
        </p:nvSpPr>
        <p:spPr>
          <a:xfrm>
            <a:off x="1046675" y="1733975"/>
            <a:ext cx="2322900" cy="11424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77" name="Google Shape;2377;p99"/>
          <p:cNvCxnSpPr/>
          <p:nvPr/>
        </p:nvCxnSpPr>
        <p:spPr>
          <a:xfrm>
            <a:off x="1051056" y="3025725"/>
            <a:ext cx="2331600" cy="6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78" name="Google Shape;2378;p99"/>
          <p:cNvCxnSpPr/>
          <p:nvPr/>
        </p:nvCxnSpPr>
        <p:spPr>
          <a:xfrm>
            <a:off x="1051056" y="1577925"/>
            <a:ext cx="2331600" cy="6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79" name="Google Shape;2379;p99"/>
          <p:cNvCxnSpPr/>
          <p:nvPr/>
        </p:nvCxnSpPr>
        <p:spPr>
          <a:xfrm rot="10800000">
            <a:off x="879336" y="1736450"/>
            <a:ext cx="11100" cy="1143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80" name="Google Shape;2380;p99"/>
          <p:cNvSpPr txBox="1"/>
          <p:nvPr>
            <p:ph idx="4294967295" type="subTitle"/>
          </p:nvPr>
        </p:nvSpPr>
        <p:spPr>
          <a:xfrm>
            <a:off x="1780800" y="1213350"/>
            <a:ext cx="896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7 − 2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2381" name="Google Shape;2381;p99"/>
          <p:cNvSpPr txBox="1"/>
          <p:nvPr>
            <p:ph idx="4294967295" type="subTitle"/>
          </p:nvPr>
        </p:nvSpPr>
        <p:spPr>
          <a:xfrm>
            <a:off x="1803098" y="3118350"/>
            <a:ext cx="1122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+ 2 </a:t>
            </a:r>
            <a:endParaRPr/>
          </a:p>
        </p:txBody>
      </p:sp>
      <p:sp>
        <p:nvSpPr>
          <p:cNvPr id="2382" name="Google Shape;2382;p99"/>
          <p:cNvSpPr txBox="1"/>
          <p:nvPr>
            <p:ph idx="4294967295" type="subTitle"/>
          </p:nvPr>
        </p:nvSpPr>
        <p:spPr>
          <a:xfrm>
            <a:off x="637800" y="2085250"/>
            <a:ext cx="237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6" name="Shape 2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7" name="Google Shape;2387;p100"/>
          <p:cNvSpPr txBox="1"/>
          <p:nvPr>
            <p:ph idx="1" type="body"/>
          </p:nvPr>
        </p:nvSpPr>
        <p:spPr>
          <a:xfrm>
            <a:off x="324000" y="759300"/>
            <a:ext cx="7135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r>
              <a:rPr lang="en-GB"/>
              <a:t>) Solve:</a:t>
            </a:r>
            <a:endParaRPr/>
          </a:p>
        </p:txBody>
      </p:sp>
      <p:sp>
        <p:nvSpPr>
          <p:cNvPr id="2388" name="Google Shape;2388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8}x-7=3-7x&quot;&gt;&lt;mfrac&gt;&lt;mn&gt;1&lt;/mn&gt;&lt;mn&gt;8&lt;/mn&gt;&lt;/mfrac&gt;&lt;mi&gt;x&lt;/mi&gt;&lt;mo&gt;−&lt;/mo&gt;&lt;mn&gt;7&lt;/mn&gt;&lt;mo&gt;=&lt;/mo&gt;&lt;mn&gt;3&lt;/mn&gt;&lt;mo&gt;−&lt;/mo&gt;&lt;mn&gt;7&lt;/mn&gt;&lt;mi&gt;x&lt;/mi&gt;&lt;/math&gt;" id="2389" name="Google Shape;2389;p100" title="one eighth x minus 7 equals 3 minus 7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711" y="810004"/>
            <a:ext cx="1867174" cy="56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3" name="Shape 2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101"/>
          <p:cNvSpPr txBox="1"/>
          <p:nvPr>
            <p:ph idx="1" type="body"/>
          </p:nvPr>
        </p:nvSpPr>
        <p:spPr>
          <a:xfrm>
            <a:off x="324000" y="759300"/>
            <a:ext cx="82377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Solve this equation in two different ways:</a:t>
            </a:r>
            <a:endParaRPr/>
          </a:p>
        </p:txBody>
      </p:sp>
      <p:sp>
        <p:nvSpPr>
          <p:cNvPr id="2395" name="Google Shape;2395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396" name="Google Shape;2396;p101"/>
          <p:cNvSpPr txBox="1"/>
          <p:nvPr>
            <p:ph idx="1" type="body"/>
          </p:nvPr>
        </p:nvSpPr>
        <p:spPr>
          <a:xfrm>
            <a:off x="324000" y="1368900"/>
            <a:ext cx="36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graphicFrame>
        <p:nvGraphicFramePr>
          <p:cNvPr id="2397" name="Google Shape;2397;p101"/>
          <p:cNvGraphicFramePr/>
          <p:nvPr/>
        </p:nvGraphicFramePr>
        <p:xfrm>
          <a:off x="99957" y="1325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1900625"/>
                <a:gridCol w="620000"/>
                <a:gridCol w="1871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</a:t>
                      </a:r>
                      <a:r>
                        <a:rPr i="1"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</a:t>
                      </a:r>
                      <a:r>
                        <a:rPr i="1"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(10)</a:t>
                      </a:r>
                      <a:endParaRPr i="1" sz="22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(10)</a:t>
                      </a:r>
                      <a:endParaRPr sz="22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98" name="Google Shape;2398;p101"/>
          <p:cNvGraphicFramePr/>
          <p:nvPr/>
        </p:nvGraphicFramePr>
        <p:xfrm>
          <a:off x="4574712" y="13232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1856100"/>
                <a:gridCol w="605475"/>
                <a:gridCol w="1827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(10)</a:t>
                      </a:r>
                      <a:endParaRPr sz="22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(10)</a:t>
                      </a:r>
                      <a:endParaRPr sz="22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+ 12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</a:t>
                      </a:r>
                      <a:r>
                        <a:rPr i="1"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i="1" sz="22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</a:t>
                      </a:r>
                      <a:r>
                        <a:rPr i="1"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99" name="Google Shape;2399;p101"/>
          <p:cNvSpPr txBox="1"/>
          <p:nvPr>
            <p:ph idx="4294967295" type="title"/>
          </p:nvPr>
        </p:nvSpPr>
        <p:spPr>
          <a:xfrm>
            <a:off x="1706771" y="4103975"/>
            <a:ext cx="6608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>
                <a:latin typeface="Kalam"/>
                <a:ea typeface="Kalam"/>
                <a:cs typeface="Kalam"/>
                <a:sym typeface="Kalam"/>
              </a:rPr>
              <a:t>There were multiple other methods you might have used which </a:t>
            </a:r>
            <a:r>
              <a:rPr b="0" lang="en-GB">
                <a:latin typeface="Kalam"/>
                <a:ea typeface="Kalam"/>
                <a:cs typeface="Kalam"/>
                <a:sym typeface="Kalam"/>
              </a:rPr>
              <a:t>should</a:t>
            </a:r>
            <a:r>
              <a:rPr b="0" lang="en-GB">
                <a:latin typeface="Kalam"/>
                <a:ea typeface="Kalam"/>
                <a:cs typeface="Kalam"/>
                <a:sym typeface="Kalam"/>
              </a:rPr>
              <a:t> have led to the same solution.</a:t>
            </a:r>
            <a:endParaRPr b="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3" name="Shape 2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04" name="Google Shape;2404;p102"/>
          <p:cNvGraphicFramePr/>
          <p:nvPr/>
        </p:nvGraphicFramePr>
        <p:xfrm>
          <a:off x="99957" y="1325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1900625"/>
                <a:gridCol w="620000"/>
                <a:gridCol w="1871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23 − 5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(5</a:t>
                      </a:r>
                      <a:r>
                        <a:rPr i="1"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23 − 5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(5</a:t>
                      </a:r>
                      <a:r>
                        <a:rPr i="1"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(−2)</a:t>
                      </a:r>
                      <a:endParaRPr i="1" sz="22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(−2)</a:t>
                      </a:r>
                      <a:endParaRPr sz="22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05" name="Google Shape;2405;p102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Solve this equation in two different ways:</a:t>
            </a:r>
            <a:endParaRPr/>
          </a:p>
        </p:txBody>
      </p:sp>
      <p:sp>
        <p:nvSpPr>
          <p:cNvPr id="2406" name="Google Shape;2406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407" name="Google Shape;2407;p102"/>
          <p:cNvSpPr txBox="1"/>
          <p:nvPr>
            <p:ph idx="1" type="body"/>
          </p:nvPr>
        </p:nvSpPr>
        <p:spPr>
          <a:xfrm>
            <a:off x="324000" y="1368900"/>
            <a:ext cx="36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graphicFrame>
        <p:nvGraphicFramePr>
          <p:cNvPr id="2408" name="Google Shape;2408;p102"/>
          <p:cNvGraphicFramePr/>
          <p:nvPr/>
        </p:nvGraphicFramePr>
        <p:xfrm>
          <a:off x="4477048" y="1325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1900625"/>
                <a:gridCol w="620000"/>
                <a:gridCol w="1871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23 − 5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(−2)</a:t>
                      </a:r>
                      <a:endParaRPr sz="22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23 − 5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(−2)</a:t>
                      </a:r>
                      <a:endParaRPr sz="22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21 − 5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(5</a:t>
                      </a:r>
                      <a:r>
                        <a:rPr i="1"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i="1" sz="22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(5</a:t>
                      </a:r>
                      <a:r>
                        <a:rPr i="1"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09" name="Google Shape;2409;p102"/>
          <p:cNvSpPr txBox="1"/>
          <p:nvPr>
            <p:ph idx="4294967295" type="title"/>
          </p:nvPr>
        </p:nvSpPr>
        <p:spPr>
          <a:xfrm>
            <a:off x="1706771" y="4103975"/>
            <a:ext cx="6608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>
                <a:latin typeface="Kalam"/>
                <a:ea typeface="Kalam"/>
                <a:cs typeface="Kalam"/>
                <a:sym typeface="Kalam"/>
              </a:rPr>
              <a:t>There were multiple other methods you might have used which should have led to the same solution.</a:t>
            </a:r>
            <a:endParaRPr b="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3" name="Shape 2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4" name="Google Shape;2414;p103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Find the perimeter of this rectangle.</a:t>
            </a:r>
            <a:endParaRPr/>
          </a:p>
        </p:txBody>
      </p:sp>
      <p:sp>
        <p:nvSpPr>
          <p:cNvPr id="2415" name="Google Shape;2415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416" name="Google Shape;2416;p103"/>
          <p:cNvSpPr/>
          <p:nvPr/>
        </p:nvSpPr>
        <p:spPr>
          <a:xfrm>
            <a:off x="1046675" y="1733975"/>
            <a:ext cx="2322900" cy="11424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17" name="Google Shape;2417;p103"/>
          <p:cNvCxnSpPr/>
          <p:nvPr/>
        </p:nvCxnSpPr>
        <p:spPr>
          <a:xfrm>
            <a:off x="1051056" y="3025725"/>
            <a:ext cx="2331600" cy="6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18" name="Google Shape;2418;p103"/>
          <p:cNvCxnSpPr/>
          <p:nvPr/>
        </p:nvCxnSpPr>
        <p:spPr>
          <a:xfrm>
            <a:off x="1051056" y="1577925"/>
            <a:ext cx="2331600" cy="6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19" name="Google Shape;2419;p103"/>
          <p:cNvCxnSpPr/>
          <p:nvPr/>
        </p:nvCxnSpPr>
        <p:spPr>
          <a:xfrm rot="10800000">
            <a:off x="879336" y="1736450"/>
            <a:ext cx="11100" cy="1143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20" name="Google Shape;2420;p103"/>
          <p:cNvSpPr txBox="1"/>
          <p:nvPr>
            <p:ph idx="4294967295" type="subTitle"/>
          </p:nvPr>
        </p:nvSpPr>
        <p:spPr>
          <a:xfrm>
            <a:off x="1780800" y="1213350"/>
            <a:ext cx="896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17 − 2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2421" name="Google Shape;2421;p103"/>
          <p:cNvSpPr txBox="1"/>
          <p:nvPr>
            <p:ph idx="4294967295" type="subTitle"/>
          </p:nvPr>
        </p:nvSpPr>
        <p:spPr>
          <a:xfrm>
            <a:off x="1803098" y="3118350"/>
            <a:ext cx="1122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+ 2 </a:t>
            </a:r>
            <a:endParaRPr/>
          </a:p>
        </p:txBody>
      </p:sp>
      <p:sp>
        <p:nvSpPr>
          <p:cNvPr id="2422" name="Google Shape;2422;p103"/>
          <p:cNvSpPr txBox="1"/>
          <p:nvPr>
            <p:ph idx="4294967295" type="subTitle"/>
          </p:nvPr>
        </p:nvSpPr>
        <p:spPr>
          <a:xfrm>
            <a:off x="637800" y="2085250"/>
            <a:ext cx="237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graphicFrame>
        <p:nvGraphicFramePr>
          <p:cNvPr id="2423" name="Google Shape;2423;p103"/>
          <p:cNvGraphicFramePr/>
          <p:nvPr/>
        </p:nvGraphicFramePr>
        <p:xfrm>
          <a:off x="4214757" y="1173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1900625"/>
                <a:gridCol w="620000"/>
                <a:gridCol w="1871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17 − 2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(2</a:t>
                      </a:r>
                      <a:r>
                        <a:rPr i="1"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(2</a:t>
                      </a:r>
                      <a:r>
                        <a:rPr i="1"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(−2)</a:t>
                      </a:r>
                      <a:endParaRPr i="1" sz="22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(−2)</a:t>
                      </a:r>
                      <a:endParaRPr sz="22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24" name="Google Shape;2424;p103"/>
          <p:cNvSpPr txBox="1"/>
          <p:nvPr>
            <p:ph idx="4294967295" type="subTitle"/>
          </p:nvPr>
        </p:nvSpPr>
        <p:spPr>
          <a:xfrm>
            <a:off x="1825561" y="3533041"/>
            <a:ext cx="156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3(3)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+ 2 = 11 </a:t>
            </a:r>
            <a:endParaRPr/>
          </a:p>
        </p:txBody>
      </p:sp>
      <p:sp>
        <p:nvSpPr>
          <p:cNvPr id="2425" name="Google Shape;2425;p103"/>
          <p:cNvSpPr txBox="1"/>
          <p:nvPr>
            <p:ph idx="4294967295" type="subTitle"/>
          </p:nvPr>
        </p:nvSpPr>
        <p:spPr>
          <a:xfrm>
            <a:off x="1825520" y="4066450"/>
            <a:ext cx="5757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Perimeter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2(11 + 7) = 2(18) = 36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9" name="Shape 2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0" name="Google Shape;2430;p104"/>
          <p:cNvSpPr txBox="1"/>
          <p:nvPr>
            <p:ph idx="1" type="body"/>
          </p:nvPr>
        </p:nvSpPr>
        <p:spPr>
          <a:xfrm>
            <a:off x="324000" y="759300"/>
            <a:ext cx="82377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r>
              <a:rPr lang="en-GB"/>
              <a:t>) Solve:</a:t>
            </a:r>
            <a:endParaRPr/>
          </a:p>
        </p:txBody>
      </p:sp>
      <p:sp>
        <p:nvSpPr>
          <p:cNvPr id="2431" name="Google Shape;2431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8}x-7=3-7x&quot;&gt;&lt;mfrac&gt;&lt;mn&gt;1&lt;/mn&gt;&lt;mn&gt;8&lt;/mn&gt;&lt;/mfrac&gt;&lt;mi&gt;x&lt;/mi&gt;&lt;mo&gt;−&lt;/mo&gt;&lt;mn&gt;7&lt;/mn&gt;&lt;mo&gt;=&lt;/mo&gt;&lt;mn&gt;3&lt;/mn&gt;&lt;mo&gt;−&lt;/mo&gt;&lt;mn&gt;7&lt;/mn&gt;&lt;mi&gt;x&lt;/mi&gt;&lt;/math&gt;" id="2432" name="Google Shape;2432;p104" title="one eighth x minus 7 equals 3 minus 7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711" y="810004"/>
            <a:ext cx="1867174" cy="56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\left(\frac{1}{8}x-7\right)=8\left(3-7x\right)&quot;&gt;&lt;mn&gt;8&lt;/mn&gt;&lt;mrow data-mjx-texclass=&quot;INNER&quot;&gt;&lt;mo data-mjx-texclass=&quot;OPEN&quot;&gt;(&lt;/mo&gt;&lt;mfrac&gt;&lt;mn&gt;1&lt;/mn&gt;&lt;mn&gt;8&lt;/mn&gt;&lt;/mfrac&gt;&lt;mi&gt;x&lt;/mi&gt;&lt;mo&gt;−&lt;/mo&gt;&lt;mn&gt;7&lt;/mn&gt;&lt;mo data-mjx-texclass=&quot;CLOSE&quot;&gt;)&lt;/mo&gt;&lt;/mrow&gt;&lt;mo&gt;=&lt;/mo&gt;&lt;mn&gt;8&lt;/mn&gt;&lt;mrow data-mjx-texclass=&quot;INNER&quot;&gt;&lt;mo data-mjx-texclass=&quot;OPEN&quot;&gt;(&lt;/mo&gt;&lt;mn&gt;3&lt;/mn&gt;&lt;mo&gt;−&lt;/mo&gt;&lt;mn&gt;7&lt;/mn&gt;&lt;mi&gt;x&lt;/mi&gt;&lt;mo data-mjx-texclass=&quot;CLOSE&quot;&gt;)&lt;/mo&gt;&lt;/mrow&gt;&lt;/math&gt;" id="2433" name="Google Shape;2433;p104" title="8 times open paren one eighth x minus 7 close paren equals 8 times open paren 3 minus 7 x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0409" y="1523991"/>
            <a:ext cx="2802023" cy="669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34" name="Google Shape;2434;p104"/>
          <p:cNvGraphicFramePr/>
          <p:nvPr/>
        </p:nvGraphicFramePr>
        <p:xfrm>
          <a:off x="945502" y="23563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{B050290B-C6FF-4AA0-B376-D061EE36F5A4}</a:tableStyleId>
              </a:tblPr>
              <a:tblGrid>
                <a:gridCol w="2287850"/>
                <a:gridCol w="432550"/>
                <a:gridCol w="233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− 56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56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57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− 56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57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x=\frac{80}{57}&quot;&gt;&lt;mi&gt;x&lt;/mi&gt;&lt;mo&gt;=&lt;/mo&gt;&lt;mfrac&gt;&lt;mn&gt;80&lt;/mn&gt;&lt;mn&gt;57&lt;/mn&gt;&lt;/mfrac&gt;&lt;/math&gt;" id="2435" name="Google Shape;2435;p104" title="x equals 80 over 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8706" y="3920636"/>
            <a:ext cx="822103" cy="56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9" name="Shape 2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0" name="Google Shape;2440;p105"/>
          <p:cNvSpPr txBox="1"/>
          <p:nvPr>
            <p:ph idx="1" type="body"/>
          </p:nvPr>
        </p:nvSpPr>
        <p:spPr>
          <a:xfrm>
            <a:off x="324000" y="1080000"/>
            <a:ext cx="8113800" cy="13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Equations with unknowns on both sides can be manipulated in many ways so that the unknowns are on one side and we can </a:t>
            </a:r>
            <a:r>
              <a:rPr lang="en-GB"/>
              <a:t>therefore</a:t>
            </a:r>
            <a:r>
              <a:rPr lang="en-GB"/>
              <a:t> solve.</a:t>
            </a:r>
            <a:endParaRPr/>
          </a:p>
        </p:txBody>
      </p:sp>
      <p:sp>
        <p:nvSpPr>
          <p:cNvPr id="2441" name="Google Shape;2441;p105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to solve linear equations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5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6" name="Google Shape;2446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447" name="Google Shape;2447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