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18ECD5-302C-4E6C-8154-E11FF0FED62E}">
  <a:tblStyle styleId="{FC18ECD5-302C-4E6C-8154-E11FF0FED6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0"/>
          <p:cNvGrpSpPr/>
          <p:nvPr/>
        </p:nvGrpSpPr>
        <p:grpSpPr>
          <a:xfrm>
            <a:off x="4139869" y="1723348"/>
            <a:ext cx="2907370" cy="1702498"/>
            <a:chOff x="3679000" y="1380975"/>
            <a:chExt cx="4343896" cy="2543700"/>
          </a:xfrm>
        </p:grpSpPr>
        <p:sp>
          <p:nvSpPr>
            <p:cNvPr id="172" name="Google Shape;172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3" name="Google Shape;173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" name="Google Shape;174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5" name="Google Shape;175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" name="Google Shape;176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7" name="Google Shape;177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8" name="Google Shape;178;p20"/>
          <p:cNvGrpSpPr/>
          <p:nvPr/>
        </p:nvGrpSpPr>
        <p:grpSpPr>
          <a:xfrm>
            <a:off x="4168444" y="4799923"/>
            <a:ext cx="2907370" cy="1702498"/>
            <a:chOff x="3679000" y="1380975"/>
            <a:chExt cx="4343896" cy="2543700"/>
          </a:xfrm>
        </p:grpSpPr>
        <p:sp>
          <p:nvSpPr>
            <p:cNvPr id="179" name="Google Shape;179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0" name="Google Shape;180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" name="Google Shape;181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" name="Google Shape;182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" name="Google Shape;183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4" name="Google Shape;184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to solve linear equations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Representing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6875" y="1673700"/>
            <a:ext cx="371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Build an equation with unknowns on both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6533885" y="1988912"/>
            <a:ext cx="192300" cy="190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90" name="Google Shape;190;p20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458" y="2022364"/>
            <a:ext cx="58135" cy="130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20"/>
          <p:cNvGrpSpPr/>
          <p:nvPr/>
        </p:nvGrpSpPr>
        <p:grpSpPr>
          <a:xfrm>
            <a:off x="6532488" y="2602360"/>
            <a:ext cx="192496" cy="191071"/>
            <a:chOff x="4237000" y="4025275"/>
            <a:chExt cx="283500" cy="281400"/>
          </a:xfrm>
        </p:grpSpPr>
        <p:sp>
          <p:nvSpPr>
            <p:cNvPr id="192" name="Google Shape;192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3" name="Google Shape;193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20"/>
          <p:cNvGrpSpPr/>
          <p:nvPr/>
        </p:nvGrpSpPr>
        <p:grpSpPr>
          <a:xfrm>
            <a:off x="6532488" y="2395420"/>
            <a:ext cx="192496" cy="191071"/>
            <a:chOff x="4237000" y="4025275"/>
            <a:chExt cx="283500" cy="281400"/>
          </a:xfrm>
        </p:grpSpPr>
        <p:sp>
          <p:nvSpPr>
            <p:cNvPr id="195" name="Google Shape;195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6" name="Google Shape;196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0"/>
          <p:cNvGrpSpPr/>
          <p:nvPr/>
        </p:nvGrpSpPr>
        <p:grpSpPr>
          <a:xfrm>
            <a:off x="6532488" y="2188480"/>
            <a:ext cx="192496" cy="191071"/>
            <a:chOff x="4237000" y="4025275"/>
            <a:chExt cx="283500" cy="281400"/>
          </a:xfrm>
        </p:grpSpPr>
        <p:sp>
          <p:nvSpPr>
            <p:cNvPr id="198" name="Google Shape;198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99" name="Google Shape;199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20"/>
          <p:cNvGrpSpPr/>
          <p:nvPr/>
        </p:nvGrpSpPr>
        <p:grpSpPr>
          <a:xfrm>
            <a:off x="4256261" y="2409414"/>
            <a:ext cx="245866" cy="191071"/>
            <a:chOff x="6668990" y="3490075"/>
            <a:chExt cx="362100" cy="281400"/>
          </a:xfrm>
        </p:grpSpPr>
        <p:sp>
          <p:nvSpPr>
            <p:cNvPr id="201" name="Google Shape;201;p2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02" name="Google Shape;202;p20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20"/>
          <p:cNvGrpSpPr/>
          <p:nvPr/>
        </p:nvGrpSpPr>
        <p:grpSpPr>
          <a:xfrm>
            <a:off x="4256261" y="2608729"/>
            <a:ext cx="245866" cy="191071"/>
            <a:chOff x="6668990" y="3490075"/>
            <a:chExt cx="362100" cy="281400"/>
          </a:xfrm>
        </p:grpSpPr>
        <p:sp>
          <p:nvSpPr>
            <p:cNvPr id="204" name="Google Shape;204;p2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205" name="Google Shape;205;p20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20"/>
          <p:cNvGrpSpPr/>
          <p:nvPr/>
        </p:nvGrpSpPr>
        <p:grpSpPr>
          <a:xfrm>
            <a:off x="6302873" y="1989052"/>
            <a:ext cx="194135" cy="804323"/>
            <a:chOff x="7789534" y="2230166"/>
            <a:chExt cx="285912" cy="1184570"/>
          </a:xfrm>
        </p:grpSpPr>
        <p:grpSp>
          <p:nvGrpSpPr>
            <p:cNvPr id="207" name="Google Shape;207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208" name="Google Shape;208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09" name="Google Shape;209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211" name="Google Shape;211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2" name="Google Shape;212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3" name="Google Shape;213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5" name="Google Shape;215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6" name="Google Shape;216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18" name="Google Shape;218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19" name="Google Shape;219;p20"/>
          <p:cNvSpPr txBox="1"/>
          <p:nvPr/>
        </p:nvSpPr>
        <p:spPr>
          <a:xfrm>
            <a:off x="466875" y="2009777"/>
            <a:ext cx="3140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Starting with this balance showing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what you need to add to both sides to make the equation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= 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>
            <a:off x="4566608" y="1811372"/>
            <a:ext cx="245866" cy="996031"/>
            <a:chOff x="5503529" y="1968487"/>
            <a:chExt cx="362100" cy="1466909"/>
          </a:xfrm>
        </p:grpSpPr>
        <p:grpSp>
          <p:nvGrpSpPr>
            <p:cNvPr id="221" name="Google Shape;221;p20"/>
            <p:cNvGrpSpPr/>
            <p:nvPr/>
          </p:nvGrpSpPr>
          <p:grpSpPr>
            <a:xfrm>
              <a:off x="5503529" y="3153996"/>
              <a:ext cx="362100" cy="281400"/>
              <a:chOff x="6668990" y="3490075"/>
              <a:chExt cx="362100" cy="281400"/>
            </a:xfrm>
          </p:grpSpPr>
          <p:sp>
            <p:nvSpPr>
              <p:cNvPr id="222" name="Google Shape;222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3" name="Google Shape;223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4" name="Google Shape;224;p20"/>
            <p:cNvGrpSpPr/>
            <p:nvPr/>
          </p:nvGrpSpPr>
          <p:grpSpPr>
            <a:xfrm>
              <a:off x="5503529" y="2849196"/>
              <a:ext cx="362100" cy="281400"/>
              <a:chOff x="6668990" y="3490075"/>
              <a:chExt cx="362100" cy="281400"/>
            </a:xfrm>
          </p:grpSpPr>
          <p:sp>
            <p:nvSpPr>
              <p:cNvPr id="225" name="Google Shape;225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6" name="Google Shape;226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7" name="Google Shape;227;p20"/>
            <p:cNvGrpSpPr/>
            <p:nvPr/>
          </p:nvGrpSpPr>
          <p:grpSpPr>
            <a:xfrm>
              <a:off x="5503529" y="2555627"/>
              <a:ext cx="362100" cy="281400"/>
              <a:chOff x="6668990" y="3490075"/>
              <a:chExt cx="362100" cy="281400"/>
            </a:xfrm>
          </p:grpSpPr>
          <p:sp>
            <p:nvSpPr>
              <p:cNvPr id="228" name="Google Shape;228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9" name="Google Shape;229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0" name="Google Shape;230;p20"/>
            <p:cNvGrpSpPr/>
            <p:nvPr/>
          </p:nvGrpSpPr>
          <p:grpSpPr>
            <a:xfrm>
              <a:off x="5503529" y="2262057"/>
              <a:ext cx="362100" cy="281400"/>
              <a:chOff x="6668990" y="3490075"/>
              <a:chExt cx="362100" cy="281400"/>
            </a:xfrm>
          </p:grpSpPr>
          <p:sp>
            <p:nvSpPr>
              <p:cNvPr id="231" name="Google Shape;231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32" name="Google Shape;232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3" name="Google Shape;233;p20"/>
            <p:cNvGrpSpPr/>
            <p:nvPr/>
          </p:nvGrpSpPr>
          <p:grpSpPr>
            <a:xfrm>
              <a:off x="5503529" y="1968487"/>
              <a:ext cx="362100" cy="281400"/>
              <a:chOff x="5503529" y="1968487"/>
              <a:chExt cx="362100" cy="281400"/>
            </a:xfrm>
          </p:grpSpPr>
          <p:sp>
            <p:nvSpPr>
              <p:cNvPr id="234" name="Google Shape;234;p20"/>
              <p:cNvSpPr/>
              <p:nvPr/>
            </p:nvSpPr>
            <p:spPr>
              <a:xfrm>
                <a:off x="5503529" y="1968487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35" name="Google Shape;235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07997" y="2040007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36" name="Google Shape;236;p20"/>
          <p:cNvGrpSpPr/>
          <p:nvPr/>
        </p:nvGrpSpPr>
        <p:grpSpPr>
          <a:xfrm>
            <a:off x="5999952" y="1811372"/>
            <a:ext cx="245866" cy="996031"/>
            <a:chOff x="5503529" y="1968487"/>
            <a:chExt cx="362100" cy="1466909"/>
          </a:xfrm>
        </p:grpSpPr>
        <p:grpSp>
          <p:nvGrpSpPr>
            <p:cNvPr id="237" name="Google Shape;237;p20"/>
            <p:cNvGrpSpPr/>
            <p:nvPr/>
          </p:nvGrpSpPr>
          <p:grpSpPr>
            <a:xfrm>
              <a:off x="5503529" y="3153996"/>
              <a:ext cx="362100" cy="281400"/>
              <a:chOff x="6668990" y="3490075"/>
              <a:chExt cx="362100" cy="281400"/>
            </a:xfrm>
          </p:grpSpPr>
          <p:sp>
            <p:nvSpPr>
              <p:cNvPr id="238" name="Google Shape;238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39" name="Google Shape;239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0" name="Google Shape;240;p20"/>
            <p:cNvGrpSpPr/>
            <p:nvPr/>
          </p:nvGrpSpPr>
          <p:grpSpPr>
            <a:xfrm>
              <a:off x="5503529" y="2849196"/>
              <a:ext cx="362100" cy="281400"/>
              <a:chOff x="6668990" y="3490075"/>
              <a:chExt cx="362100" cy="281400"/>
            </a:xfrm>
          </p:grpSpPr>
          <p:sp>
            <p:nvSpPr>
              <p:cNvPr id="241" name="Google Shape;241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42" name="Google Shape;242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3" name="Google Shape;243;p20"/>
            <p:cNvGrpSpPr/>
            <p:nvPr/>
          </p:nvGrpSpPr>
          <p:grpSpPr>
            <a:xfrm>
              <a:off x="5503529" y="2555627"/>
              <a:ext cx="362100" cy="281400"/>
              <a:chOff x="6668990" y="3490075"/>
              <a:chExt cx="362100" cy="281400"/>
            </a:xfrm>
          </p:grpSpPr>
          <p:sp>
            <p:nvSpPr>
              <p:cNvPr id="244" name="Google Shape;244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45" name="Google Shape;245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6" name="Google Shape;246;p20"/>
            <p:cNvGrpSpPr/>
            <p:nvPr/>
          </p:nvGrpSpPr>
          <p:grpSpPr>
            <a:xfrm>
              <a:off x="5503529" y="2262057"/>
              <a:ext cx="362100" cy="281400"/>
              <a:chOff x="6668990" y="3490075"/>
              <a:chExt cx="362100" cy="281400"/>
            </a:xfrm>
          </p:grpSpPr>
          <p:sp>
            <p:nvSpPr>
              <p:cNvPr id="247" name="Google Shape;247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48" name="Google Shape;248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9" name="Google Shape;249;p20"/>
            <p:cNvGrpSpPr/>
            <p:nvPr/>
          </p:nvGrpSpPr>
          <p:grpSpPr>
            <a:xfrm>
              <a:off x="5503529" y="1968487"/>
              <a:ext cx="362100" cy="281400"/>
              <a:chOff x="5503529" y="1968487"/>
              <a:chExt cx="362100" cy="281400"/>
            </a:xfrm>
          </p:grpSpPr>
          <p:sp>
            <p:nvSpPr>
              <p:cNvPr id="250" name="Google Shape;250;p20"/>
              <p:cNvSpPr/>
              <p:nvPr/>
            </p:nvSpPr>
            <p:spPr>
              <a:xfrm>
                <a:off x="5503529" y="1968487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51" name="Google Shape;251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607997" y="2040007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252" name="Google Shape;252;p20"/>
          <p:cNvGraphicFramePr/>
          <p:nvPr/>
        </p:nvGraphicFramePr>
        <p:xfrm>
          <a:off x="553384" y="2663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886050"/>
                <a:gridCol w="617475"/>
                <a:gridCol w="1100450"/>
              </a:tblGrid>
              <a:tr h="247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+ (5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 + (2)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53" name="Google Shape;253;p20"/>
          <p:cNvGrpSpPr/>
          <p:nvPr/>
        </p:nvGrpSpPr>
        <p:grpSpPr>
          <a:xfrm>
            <a:off x="6775081" y="2395345"/>
            <a:ext cx="192497" cy="398030"/>
            <a:chOff x="8451293" y="2828536"/>
            <a:chExt cx="283500" cy="586200"/>
          </a:xfrm>
        </p:grpSpPr>
        <p:grpSp>
          <p:nvGrpSpPr>
            <p:cNvPr id="254" name="Google Shape;254;p20"/>
            <p:cNvGrpSpPr/>
            <p:nvPr/>
          </p:nvGrpSpPr>
          <p:grpSpPr>
            <a:xfrm>
              <a:off x="8451293" y="3133336"/>
              <a:ext cx="283500" cy="281400"/>
              <a:chOff x="8096746" y="1947827"/>
              <a:chExt cx="283500" cy="281400"/>
            </a:xfrm>
          </p:grpSpPr>
          <p:sp>
            <p:nvSpPr>
              <p:cNvPr id="255" name="Google Shape;255;p20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56" name="Google Shape;256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7" name="Google Shape;257;p20"/>
            <p:cNvGrpSpPr/>
            <p:nvPr/>
          </p:nvGrpSpPr>
          <p:grpSpPr>
            <a:xfrm>
              <a:off x="8451293" y="2828536"/>
              <a:ext cx="283500" cy="281400"/>
              <a:chOff x="8096746" y="1947827"/>
              <a:chExt cx="283500" cy="2814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59" name="Google Shape;259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60" name="Google Shape;260;p20"/>
          <p:cNvGrpSpPr/>
          <p:nvPr/>
        </p:nvGrpSpPr>
        <p:grpSpPr>
          <a:xfrm>
            <a:off x="4868493" y="2402969"/>
            <a:ext cx="192497" cy="398030"/>
            <a:chOff x="8451293" y="2828536"/>
            <a:chExt cx="283500" cy="586200"/>
          </a:xfrm>
        </p:grpSpPr>
        <p:grpSp>
          <p:nvGrpSpPr>
            <p:cNvPr id="261" name="Google Shape;261;p20"/>
            <p:cNvGrpSpPr/>
            <p:nvPr/>
          </p:nvGrpSpPr>
          <p:grpSpPr>
            <a:xfrm>
              <a:off x="8451293" y="3133336"/>
              <a:ext cx="283500" cy="281400"/>
              <a:chOff x="8096746" y="1947827"/>
              <a:chExt cx="283500" cy="28140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63" name="Google Shape;263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64" name="Google Shape;264;p20"/>
            <p:cNvGrpSpPr/>
            <p:nvPr/>
          </p:nvGrpSpPr>
          <p:grpSpPr>
            <a:xfrm>
              <a:off x="8451293" y="2828536"/>
              <a:ext cx="283500" cy="281400"/>
              <a:chOff x="8096746" y="1947827"/>
              <a:chExt cx="283500" cy="281400"/>
            </a:xfrm>
          </p:grpSpPr>
          <p:sp>
            <p:nvSpPr>
              <p:cNvPr id="265" name="Google Shape;265;p20"/>
              <p:cNvSpPr/>
              <p:nvPr/>
            </p:nvSpPr>
            <p:spPr>
              <a:xfrm>
                <a:off x="8096746" y="1947827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66" name="Google Shape;266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96272" y="1997099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67" name="Google Shape;267;p20"/>
          <p:cNvSpPr txBox="1"/>
          <p:nvPr/>
        </p:nvSpPr>
        <p:spPr>
          <a:xfrm>
            <a:off x="466875" y="4721700"/>
            <a:ext cx="431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‘Un-do’ this balance model to solve this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566294" y="5084380"/>
            <a:ext cx="188100" cy="18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269" name="Google Shape;269;p20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298" y="5117057"/>
            <a:ext cx="56785" cy="1277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20"/>
          <p:cNvGrpSpPr/>
          <p:nvPr/>
        </p:nvGrpSpPr>
        <p:grpSpPr>
          <a:xfrm>
            <a:off x="6564760" y="5683403"/>
            <a:ext cx="188017" cy="186624"/>
            <a:chOff x="4237000" y="4025275"/>
            <a:chExt cx="283500" cy="281400"/>
          </a:xfrm>
        </p:grpSpPr>
        <p:sp>
          <p:nvSpPr>
            <p:cNvPr id="271" name="Google Shape;271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72" name="Google Shape;272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3" name="Google Shape;273;p20"/>
          <p:cNvGrpSpPr/>
          <p:nvPr/>
        </p:nvGrpSpPr>
        <p:grpSpPr>
          <a:xfrm>
            <a:off x="6564760" y="5481264"/>
            <a:ext cx="188017" cy="186624"/>
            <a:chOff x="4237000" y="4025275"/>
            <a:chExt cx="283500" cy="281400"/>
          </a:xfrm>
        </p:grpSpPr>
        <p:sp>
          <p:nvSpPr>
            <p:cNvPr id="274" name="Google Shape;274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75" name="Google Shape;275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20"/>
          <p:cNvGrpSpPr/>
          <p:nvPr/>
        </p:nvGrpSpPr>
        <p:grpSpPr>
          <a:xfrm>
            <a:off x="6564760" y="5279124"/>
            <a:ext cx="188017" cy="186624"/>
            <a:chOff x="4237000" y="4025275"/>
            <a:chExt cx="283500" cy="281400"/>
          </a:xfrm>
        </p:grpSpPr>
        <p:sp>
          <p:nvSpPr>
            <p:cNvPr id="277" name="Google Shape;277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78" name="Google Shape;278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20"/>
          <p:cNvGrpSpPr/>
          <p:nvPr/>
        </p:nvGrpSpPr>
        <p:grpSpPr>
          <a:xfrm>
            <a:off x="4255067" y="5300255"/>
            <a:ext cx="240145" cy="576015"/>
            <a:chOff x="4763990" y="2555627"/>
            <a:chExt cx="362100" cy="868539"/>
          </a:xfrm>
        </p:grpSpPr>
        <p:grpSp>
          <p:nvGrpSpPr>
            <p:cNvPr id="280" name="Google Shape;280;p20"/>
            <p:cNvGrpSpPr/>
            <p:nvPr/>
          </p:nvGrpSpPr>
          <p:grpSpPr>
            <a:xfrm>
              <a:off x="4763990" y="2849196"/>
              <a:ext cx="362100" cy="281400"/>
              <a:chOff x="6668990" y="3490075"/>
              <a:chExt cx="362100" cy="281400"/>
            </a:xfrm>
          </p:grpSpPr>
          <p:sp>
            <p:nvSpPr>
              <p:cNvPr id="281" name="Google Shape;281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82" name="Google Shape;282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3" name="Google Shape;283;p20"/>
            <p:cNvGrpSpPr/>
            <p:nvPr/>
          </p:nvGrpSpPr>
          <p:grpSpPr>
            <a:xfrm>
              <a:off x="4763990" y="3142766"/>
              <a:ext cx="362100" cy="281400"/>
              <a:chOff x="6668990" y="3490075"/>
              <a:chExt cx="362100" cy="281400"/>
            </a:xfrm>
          </p:grpSpPr>
          <p:sp>
            <p:nvSpPr>
              <p:cNvPr id="284" name="Google Shape;284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85" name="Google Shape;285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6" name="Google Shape;286;p20"/>
            <p:cNvGrpSpPr/>
            <p:nvPr/>
          </p:nvGrpSpPr>
          <p:grpSpPr>
            <a:xfrm>
              <a:off x="4763990" y="2555627"/>
              <a:ext cx="362100" cy="281400"/>
              <a:chOff x="6668990" y="3490075"/>
              <a:chExt cx="362100" cy="281400"/>
            </a:xfrm>
          </p:grpSpPr>
          <p:sp>
            <p:nvSpPr>
              <p:cNvPr id="287" name="Google Shape;287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88" name="Google Shape;288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89" name="Google Shape;289;p20"/>
          <p:cNvGrpSpPr/>
          <p:nvPr/>
        </p:nvGrpSpPr>
        <p:grpSpPr>
          <a:xfrm>
            <a:off x="6795146" y="5084409"/>
            <a:ext cx="189617" cy="785607"/>
            <a:chOff x="7789534" y="2230166"/>
            <a:chExt cx="285912" cy="1184570"/>
          </a:xfrm>
        </p:grpSpPr>
        <p:grpSp>
          <p:nvGrpSpPr>
            <p:cNvPr id="290" name="Google Shape;290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291" name="Google Shape;291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92" name="Google Shape;292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3" name="Google Shape;293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95" name="Google Shape;295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6" name="Google Shape;296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297" name="Google Shape;297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98" name="Google Shape;298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99" name="Google Shape;299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300" name="Google Shape;300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301" name="Google Shape;301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02" name="Google Shape;302;p20"/>
          <p:cNvGrpSpPr/>
          <p:nvPr/>
        </p:nvGrpSpPr>
        <p:grpSpPr>
          <a:xfrm>
            <a:off x="5076968" y="5091857"/>
            <a:ext cx="189617" cy="785607"/>
            <a:chOff x="7789534" y="2230166"/>
            <a:chExt cx="285912" cy="1184570"/>
          </a:xfrm>
        </p:grpSpPr>
        <p:grpSp>
          <p:nvGrpSpPr>
            <p:cNvPr id="303" name="Google Shape;303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304" name="Google Shape;304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305" name="Google Shape;305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6" name="Google Shape;306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308" name="Google Shape;308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9" name="Google Shape;309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310" name="Google Shape;310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311" name="Google Shape;311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12" name="Google Shape;312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313" name="Google Shape;313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314" name="Google Shape;314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15" name="Google Shape;315;p20"/>
          <p:cNvGrpSpPr/>
          <p:nvPr/>
        </p:nvGrpSpPr>
        <p:grpSpPr>
          <a:xfrm>
            <a:off x="6566421" y="4904610"/>
            <a:ext cx="188017" cy="186624"/>
            <a:chOff x="8096746" y="1947827"/>
            <a:chExt cx="283500" cy="281400"/>
          </a:xfrm>
        </p:grpSpPr>
        <p:sp>
          <p:nvSpPr>
            <p:cNvPr id="316" name="Google Shape;316;p20"/>
            <p:cNvSpPr/>
            <p:nvPr/>
          </p:nvSpPr>
          <p:spPr>
            <a:xfrm>
              <a:off x="8096746" y="1947827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317" name="Google Shape;317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627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0"/>
          <p:cNvGrpSpPr/>
          <p:nvPr/>
        </p:nvGrpSpPr>
        <p:grpSpPr>
          <a:xfrm>
            <a:off x="6796756" y="4897162"/>
            <a:ext cx="188017" cy="186624"/>
            <a:chOff x="8455286" y="1947827"/>
            <a:chExt cx="283500" cy="281400"/>
          </a:xfrm>
        </p:grpSpPr>
        <p:sp>
          <p:nvSpPr>
            <p:cNvPr id="319" name="Google Shape;319;p20"/>
            <p:cNvSpPr/>
            <p:nvPr/>
          </p:nvSpPr>
          <p:spPr>
            <a:xfrm>
              <a:off x="8455286" y="1947827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320" name="Google Shape;320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5481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20"/>
          <p:cNvGrpSpPr/>
          <p:nvPr/>
        </p:nvGrpSpPr>
        <p:grpSpPr>
          <a:xfrm>
            <a:off x="4543384" y="5300255"/>
            <a:ext cx="1670044" cy="576015"/>
            <a:chOff x="5046329" y="2555627"/>
            <a:chExt cx="2518161" cy="868539"/>
          </a:xfrm>
        </p:grpSpPr>
        <p:grpSp>
          <p:nvGrpSpPr>
            <p:cNvPr id="322" name="Google Shape;322;p20"/>
            <p:cNvGrpSpPr/>
            <p:nvPr/>
          </p:nvGrpSpPr>
          <p:grpSpPr>
            <a:xfrm>
              <a:off x="5046329" y="2555627"/>
              <a:ext cx="362100" cy="868539"/>
              <a:chOff x="5198729" y="2555627"/>
              <a:chExt cx="362100" cy="868539"/>
            </a:xfrm>
          </p:grpSpPr>
          <p:grpSp>
            <p:nvGrpSpPr>
              <p:cNvPr id="323" name="Google Shape;323;p20"/>
              <p:cNvGrpSpPr/>
              <p:nvPr/>
            </p:nvGrpSpPr>
            <p:grpSpPr>
              <a:xfrm>
                <a:off x="5198729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324" name="Google Shape;324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25" name="Google Shape;325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6" name="Google Shape;326;p20"/>
              <p:cNvGrpSpPr/>
              <p:nvPr/>
            </p:nvGrpSpPr>
            <p:grpSpPr>
              <a:xfrm>
                <a:off x="5198729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327" name="Google Shape;327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28" name="Google Shape;328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29" name="Google Shape;329;p20"/>
              <p:cNvGrpSpPr/>
              <p:nvPr/>
            </p:nvGrpSpPr>
            <p:grpSpPr>
              <a:xfrm>
                <a:off x="5198729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330" name="Google Shape;330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31" name="Google Shape;331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32" name="Google Shape;332;p20"/>
            <p:cNvGrpSpPr/>
            <p:nvPr/>
          </p:nvGrpSpPr>
          <p:grpSpPr>
            <a:xfrm>
              <a:off x="7202390" y="2555627"/>
              <a:ext cx="362100" cy="868539"/>
              <a:chOff x="7354790" y="2555627"/>
              <a:chExt cx="362100" cy="868539"/>
            </a:xfrm>
          </p:grpSpPr>
          <p:grpSp>
            <p:nvGrpSpPr>
              <p:cNvPr id="333" name="Google Shape;333;p20"/>
              <p:cNvGrpSpPr/>
              <p:nvPr/>
            </p:nvGrpSpPr>
            <p:grpSpPr>
              <a:xfrm>
                <a:off x="7354790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334" name="Google Shape;334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35" name="Google Shape;335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36" name="Google Shape;336;p20"/>
              <p:cNvGrpSpPr/>
              <p:nvPr/>
            </p:nvGrpSpPr>
            <p:grpSpPr>
              <a:xfrm>
                <a:off x="7354790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337" name="Google Shape;337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38" name="Google Shape;338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39" name="Google Shape;339;p20"/>
              <p:cNvGrpSpPr/>
              <p:nvPr/>
            </p:nvGrpSpPr>
            <p:grpSpPr>
              <a:xfrm>
                <a:off x="7354790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340" name="Google Shape;340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341" name="Google Shape;341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42" name="Google Shape;342;p20"/>
          <p:cNvGrpSpPr/>
          <p:nvPr/>
        </p:nvGrpSpPr>
        <p:grpSpPr>
          <a:xfrm>
            <a:off x="4809587" y="5302595"/>
            <a:ext cx="1682633" cy="568640"/>
            <a:chOff x="5447721" y="2559156"/>
            <a:chExt cx="2537142" cy="857419"/>
          </a:xfrm>
        </p:grpSpPr>
        <p:grpSp>
          <p:nvGrpSpPr>
            <p:cNvPr id="343" name="Google Shape;343;p20"/>
            <p:cNvGrpSpPr/>
            <p:nvPr/>
          </p:nvGrpSpPr>
          <p:grpSpPr>
            <a:xfrm>
              <a:off x="5447721" y="2559156"/>
              <a:ext cx="361033" cy="857419"/>
              <a:chOff x="5447721" y="2559156"/>
              <a:chExt cx="361033" cy="857419"/>
            </a:xfrm>
          </p:grpSpPr>
          <p:grpSp>
            <p:nvGrpSpPr>
              <p:cNvPr id="344" name="Google Shape;344;p20"/>
              <p:cNvGrpSpPr/>
              <p:nvPr/>
            </p:nvGrpSpPr>
            <p:grpSpPr>
              <a:xfrm>
                <a:off x="5447721" y="2559156"/>
                <a:ext cx="352215" cy="281510"/>
                <a:chOff x="6364551" y="1728591"/>
                <a:chExt cx="403500" cy="322500"/>
              </a:xfrm>
            </p:grpSpPr>
            <p:sp>
              <p:nvSpPr>
                <p:cNvPr id="345" name="Google Shape;345;p20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346" name="Google Shape;346;p20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47" name="Google Shape;347;p20"/>
              <p:cNvGrpSpPr/>
              <p:nvPr/>
            </p:nvGrpSpPr>
            <p:grpSpPr>
              <a:xfrm>
                <a:off x="5456539" y="2852725"/>
                <a:ext cx="352215" cy="563850"/>
                <a:chOff x="5645043" y="3995725"/>
                <a:chExt cx="352215" cy="563850"/>
              </a:xfrm>
            </p:grpSpPr>
            <p:grpSp>
              <p:nvGrpSpPr>
                <p:cNvPr id="348" name="Google Shape;348;p20"/>
                <p:cNvGrpSpPr/>
                <p:nvPr/>
              </p:nvGrpSpPr>
              <p:grpSpPr>
                <a:xfrm>
                  <a:off x="5645043" y="427806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349" name="Google Shape;349;p20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350" name="Google Shape;350;p20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51" name="Google Shape;351;p20"/>
                <p:cNvGrpSpPr/>
                <p:nvPr/>
              </p:nvGrpSpPr>
              <p:grpSpPr>
                <a:xfrm>
                  <a:off x="5645043" y="399572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352" name="Google Shape;352;p20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353" name="Google Shape;353;p20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  <p:grpSp>
          <p:nvGrpSpPr>
            <p:cNvPr id="354" name="Google Shape;354;p20"/>
            <p:cNvGrpSpPr/>
            <p:nvPr/>
          </p:nvGrpSpPr>
          <p:grpSpPr>
            <a:xfrm>
              <a:off x="7623830" y="2559156"/>
              <a:ext cx="361033" cy="857419"/>
              <a:chOff x="5447721" y="2559156"/>
              <a:chExt cx="361033" cy="857419"/>
            </a:xfrm>
          </p:grpSpPr>
          <p:grpSp>
            <p:nvGrpSpPr>
              <p:cNvPr id="355" name="Google Shape;355;p20"/>
              <p:cNvGrpSpPr/>
              <p:nvPr/>
            </p:nvGrpSpPr>
            <p:grpSpPr>
              <a:xfrm>
                <a:off x="5447721" y="2559156"/>
                <a:ext cx="352215" cy="281510"/>
                <a:chOff x="6364551" y="1728591"/>
                <a:chExt cx="403500" cy="322500"/>
              </a:xfrm>
            </p:grpSpPr>
            <p:sp>
              <p:nvSpPr>
                <p:cNvPr id="356" name="Google Shape;356;p20"/>
                <p:cNvSpPr/>
                <p:nvPr/>
              </p:nvSpPr>
              <p:spPr>
                <a:xfrm>
                  <a:off x="6364551" y="1728591"/>
                  <a:ext cx="403500" cy="3225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-x&quot;&gt;&lt;mo&gt;−&lt;/mo&gt;&lt;mi&gt;x&lt;/mi&gt;&lt;/math&gt;" id="357" name="Google Shape;357;p20" title="negative x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6380426" y="1819360"/>
                  <a:ext cx="358002" cy="1432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58" name="Google Shape;358;p20"/>
              <p:cNvGrpSpPr/>
              <p:nvPr/>
            </p:nvGrpSpPr>
            <p:grpSpPr>
              <a:xfrm>
                <a:off x="5456539" y="2852725"/>
                <a:ext cx="352215" cy="563850"/>
                <a:chOff x="5645043" y="3995725"/>
                <a:chExt cx="352215" cy="563850"/>
              </a:xfrm>
            </p:grpSpPr>
            <p:grpSp>
              <p:nvGrpSpPr>
                <p:cNvPr id="359" name="Google Shape;359;p20"/>
                <p:cNvGrpSpPr/>
                <p:nvPr/>
              </p:nvGrpSpPr>
              <p:grpSpPr>
                <a:xfrm>
                  <a:off x="5645043" y="427806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360" name="Google Shape;360;p20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361" name="Google Shape;361;p20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grpSp>
              <p:nvGrpSpPr>
                <p:cNvPr id="362" name="Google Shape;362;p20"/>
                <p:cNvGrpSpPr/>
                <p:nvPr/>
              </p:nvGrpSpPr>
              <p:grpSpPr>
                <a:xfrm>
                  <a:off x="5645043" y="3995725"/>
                  <a:ext cx="352215" cy="281510"/>
                  <a:chOff x="6364551" y="1728591"/>
                  <a:chExt cx="403500" cy="322500"/>
                </a:xfrm>
              </p:grpSpPr>
              <p:sp>
                <p:nvSpPr>
                  <p:cNvPr id="363" name="Google Shape;363;p20"/>
                  <p:cNvSpPr/>
                  <p:nvPr/>
                </p:nvSpPr>
                <p:spPr>
                  <a:xfrm>
                    <a:off x="6364551" y="1728591"/>
                    <a:ext cx="403500" cy="322500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2857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pic>
                <p:nvPicPr>
                  <p:cNvPr descr="&lt;math xmlns=&quot;http://www.w3.org/1998/Math/MathML&quot; display=&quot;block&quot; data-is-equatio=&quot;1&quot; data-latex=&quot;-x&quot;&gt;&lt;mo&gt;−&lt;/mo&gt;&lt;mi&gt;x&lt;/mi&gt;&lt;/math&gt;" id="364" name="Google Shape;364;p20" title="negative x"/>
                  <p:cNvPicPr preferRelativeResize="0"/>
                  <p:nvPr/>
                </p:nvPicPr>
                <p:blipFill>
                  <a:blip r:embed="rId5">
                    <a:alphaModFix/>
                  </a:blip>
                  <a:stretch>
                    <a:fillRect/>
                  </a:stretch>
                </p:blipFill>
                <p:spPr>
                  <a:xfrm>
                    <a:off x="6380426" y="1819360"/>
                    <a:ext cx="358002" cy="14320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</p:grpSp>
      </p:grpSp>
      <p:graphicFrame>
        <p:nvGraphicFramePr>
          <p:cNvPr id="365" name="Google Shape;365;p20"/>
          <p:cNvGraphicFramePr/>
          <p:nvPr/>
        </p:nvGraphicFramePr>
        <p:xfrm>
          <a:off x="500384" y="49019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246700"/>
                <a:gridCol w="583800"/>
                <a:gridCol w="1285975"/>
              </a:tblGrid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 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+ (−4)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+ (−4)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6" name="Google Shape;366;p20"/>
          <p:cNvSpPr txBox="1"/>
          <p:nvPr/>
        </p:nvSpPr>
        <p:spPr>
          <a:xfrm>
            <a:off x="466875" y="7464900"/>
            <a:ext cx="3456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this bar model to solve this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algebraic notation alongside.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7" name="Google Shape;367;p20"/>
          <p:cNvGraphicFramePr/>
          <p:nvPr/>
        </p:nvGraphicFramePr>
        <p:xfrm>
          <a:off x="322259" y="8047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20"/>
          <p:cNvSpPr/>
          <p:nvPr/>
        </p:nvSpPr>
        <p:spPr>
          <a:xfrm>
            <a:off x="6475522" y="7890414"/>
            <a:ext cx="5403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4063675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4367386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670754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4976785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4063675" y="7677430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4367386" y="7677430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4662900" y="7677430"/>
            <a:ext cx="23529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274962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5573138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5871315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6169491" y="78904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80" name="Google Shape;380;p20"/>
          <p:cNvGraphicFramePr/>
          <p:nvPr/>
        </p:nvGraphicFramePr>
        <p:xfrm>
          <a:off x="322259" y="8323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1" name="Google Shape;381;p20"/>
          <p:cNvGraphicFramePr/>
          <p:nvPr/>
        </p:nvGraphicFramePr>
        <p:xfrm>
          <a:off x="322259" y="88572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82" name="Google Shape;382;p20"/>
          <p:cNvCxnSpPr/>
          <p:nvPr/>
        </p:nvCxnSpPr>
        <p:spPr>
          <a:xfrm flipH="1">
            <a:off x="4659544" y="7481529"/>
            <a:ext cx="9300" cy="841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383" name="Google Shape;383;p20"/>
          <p:cNvGrpSpPr/>
          <p:nvPr/>
        </p:nvGrpSpPr>
        <p:grpSpPr>
          <a:xfrm>
            <a:off x="4662849" y="8400022"/>
            <a:ext cx="2352831" cy="429647"/>
            <a:chOff x="4601150" y="2875534"/>
            <a:chExt cx="4209000" cy="768600"/>
          </a:xfrm>
        </p:grpSpPr>
        <p:sp>
          <p:nvSpPr>
            <p:cNvPr id="384" name="Google Shape;384;p20"/>
            <p:cNvSpPr/>
            <p:nvPr/>
          </p:nvSpPr>
          <p:spPr>
            <a:xfrm>
              <a:off x="7843700" y="3256534"/>
              <a:ext cx="9663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29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461520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6" name="Google Shape;386;p20"/>
            <p:cNvSpPr/>
            <p:nvPr/>
          </p:nvSpPr>
          <p:spPr>
            <a:xfrm>
              <a:off x="51626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4601150" y="2875534"/>
              <a:ext cx="4209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Times New Roman"/>
                  <a:ea typeface="Times New Roman"/>
                  <a:cs typeface="Times New Roman"/>
                  <a:sym typeface="Times New Roman"/>
                </a:rPr>
                <a:t>161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56960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9" name="Google Shape;389;p20"/>
            <p:cNvSpPr/>
            <p:nvPr/>
          </p:nvSpPr>
          <p:spPr>
            <a:xfrm>
              <a:off x="62294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67628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7296250" y="3256534"/>
              <a:ext cx="540000" cy="387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92" name="Google Shape;392;p20"/>
          <p:cNvSpPr/>
          <p:nvPr/>
        </p:nvSpPr>
        <p:spPr>
          <a:xfrm>
            <a:off x="5360029" y="8949411"/>
            <a:ext cx="402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3" name="Google Shape;393;p20"/>
          <p:cNvCxnSpPr/>
          <p:nvPr/>
        </p:nvCxnSpPr>
        <p:spPr>
          <a:xfrm>
            <a:off x="4681753" y="8910000"/>
            <a:ext cx="1788300" cy="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394" name="Google Shape;394;p20"/>
          <p:cNvGraphicFramePr/>
          <p:nvPr/>
        </p:nvGraphicFramePr>
        <p:xfrm>
          <a:off x="322259" y="8628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132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5" name="Google Shape;395;p20"/>
          <p:cNvCxnSpPr/>
          <p:nvPr/>
        </p:nvCxnSpPr>
        <p:spPr>
          <a:xfrm>
            <a:off x="4680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0" name="Google Shape;400;p21"/>
          <p:cNvGraphicFramePr/>
          <p:nvPr/>
        </p:nvGraphicFramePr>
        <p:xfrm>
          <a:off x="328557" y="140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400650"/>
                <a:gridCol w="456900"/>
                <a:gridCol w="1379200"/>
              </a:tblGrid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 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 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+ (10)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 + (10)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1" name="Google Shape;40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2" name="Google Shape;40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Rearranging to solve linear equations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468000" y="9455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476400" y="1216500"/>
            <a:ext cx="3535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this equation in two different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476400" y="1445100"/>
            <a:ext cx="240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08" name="Google Shape;408;p21"/>
          <p:cNvGraphicFramePr/>
          <p:nvPr/>
        </p:nvGraphicFramePr>
        <p:xfrm>
          <a:off x="3812712" y="1399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445600"/>
                <a:gridCol w="471575"/>
                <a:gridCol w="1423475"/>
              </a:tblGrid>
              <a:tr h="201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 + (10)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 + (10)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6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 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9" name="Google Shape;409;p21"/>
          <p:cNvGraphicFramePr/>
          <p:nvPr/>
        </p:nvGraphicFramePr>
        <p:xfrm>
          <a:off x="328557" y="3306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400650"/>
                <a:gridCol w="456900"/>
                <a:gridCol w="1379200"/>
              </a:tblGrid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 + (5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(5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 + (−2)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+ (−2)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0" name="Google Shape;410;p21"/>
          <p:cNvGraphicFramePr/>
          <p:nvPr/>
        </p:nvGraphicFramePr>
        <p:xfrm>
          <a:off x="3286423" y="3278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900625"/>
                <a:gridCol w="620000"/>
                <a:gridCol w="1871525"/>
              </a:tblGrid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 + (−2)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(−2)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(5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21 − 5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1" name="Google Shape;411;p21"/>
          <p:cNvSpPr txBox="1"/>
          <p:nvPr/>
        </p:nvSpPr>
        <p:spPr>
          <a:xfrm>
            <a:off x="476400" y="3273900"/>
            <a:ext cx="240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466875" y="5712300"/>
            <a:ext cx="3535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this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1126096" y="6262300"/>
            <a:ext cx="1309800" cy="644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4" name="Google Shape;414;p21"/>
          <p:cNvCxnSpPr/>
          <p:nvPr/>
        </p:nvCxnSpPr>
        <p:spPr>
          <a:xfrm>
            <a:off x="1128566" y="6990741"/>
            <a:ext cx="1314900" cy="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5" name="Google Shape;415;p21"/>
          <p:cNvCxnSpPr/>
          <p:nvPr/>
        </p:nvCxnSpPr>
        <p:spPr>
          <a:xfrm>
            <a:off x="1128566" y="6174300"/>
            <a:ext cx="1314900" cy="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6" name="Google Shape;416;p21"/>
          <p:cNvCxnSpPr/>
          <p:nvPr/>
        </p:nvCxnSpPr>
        <p:spPr>
          <a:xfrm rot="10800000">
            <a:off x="1031689" y="6263554"/>
            <a:ext cx="6300" cy="64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7" name="Google Shape;417;p21"/>
          <p:cNvSpPr txBox="1"/>
          <p:nvPr/>
        </p:nvSpPr>
        <p:spPr>
          <a:xfrm>
            <a:off x="1476000" y="5937750"/>
            <a:ext cx="631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1498300" y="7004550"/>
            <a:ext cx="488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875925" y="6504850"/>
            <a:ext cx="155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20" name="Google Shape;420;p21"/>
          <p:cNvGraphicFramePr/>
          <p:nvPr/>
        </p:nvGraphicFramePr>
        <p:xfrm>
          <a:off x="3528957" y="56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425650"/>
                <a:gridCol w="465050"/>
                <a:gridCol w="1403825"/>
              </a:tblGrid>
              <a:tr h="180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17 − 2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0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1" name="Google Shape;421;p21"/>
          <p:cNvSpPr txBox="1"/>
          <p:nvPr/>
        </p:nvSpPr>
        <p:spPr>
          <a:xfrm>
            <a:off x="3806725" y="6962050"/>
            <a:ext cx="27228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Perimeter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2(11 + 7) = 2(18) = 36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476400" y="8150700"/>
            <a:ext cx="735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x-7=3-7x&quot;&gt;&lt;mfrac&gt;&lt;mn&gt;1&lt;/mn&gt;&lt;mn&gt;8&lt;/mn&gt;&lt;/mfrac&gt;&lt;mi&gt;x&lt;/mi&gt;&lt;mo&gt;−&lt;/mo&gt;&lt;mn&gt;7&lt;/mn&gt;&lt;mo&gt;=&lt;/mo&gt;&lt;mn&gt;3&lt;/mn&gt;&lt;mo&gt;−&lt;/mo&gt;&lt;mn&gt;7&lt;/mn&gt;&lt;mi&gt;x&lt;/mi&gt;&lt;/math&gt;" id="423" name="Google Shape;423;p21" title="one eighth x minus 7 equals 3 minus 7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504" y="8185701"/>
            <a:ext cx="1106231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left(\frac{1}{8}x-7\right)=8\left(3-7x\right)&quot;&gt;&lt;mn&gt;8&lt;/mn&gt;&lt;mrow data-mjx-texclass=&quot;INNER&quot;&gt;&lt;mo data-mjx-texclass=&quot;OPEN&quot;&gt;(&lt;/mo&gt;&lt;mfrac&gt;&lt;mn&gt;1&lt;/mn&gt;&lt;mn&gt;8&lt;/mn&gt;&lt;/mfrac&gt;&lt;mi&gt;x&lt;/mi&gt;&lt;mo&gt;−&lt;/mo&gt;&lt;mn&gt;7&lt;/mn&gt;&lt;mo data-mjx-texclass=&quot;CLOSE&quot;&gt;)&lt;/mo&gt;&lt;/mrow&gt;&lt;mo&gt;=&lt;/mo&gt;&lt;mn&gt;8&lt;/mn&gt;&lt;mrow data-mjx-texclass=&quot;INNER&quot;&gt;&lt;mo data-mjx-texclass=&quot;OPEN&quot;&gt;(&lt;/mo&gt;&lt;mn&gt;3&lt;/mn&gt;&lt;mo&gt;−&lt;/mo&gt;&lt;mn&gt;7&lt;/mn&gt;&lt;mi&gt;x&lt;/mi&gt;&lt;mo data-mjx-texclass=&quot;CLOSE&quot;&gt;)&lt;/mo&gt;&lt;/mrow&gt;&lt;/math&gt;" id="424" name="Google Shape;424;p21" title="8 times open paren one eighth x minus 7 close paren equals 8 times open paren 3 minus 7 x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629" y="8699011"/>
            <a:ext cx="1674900" cy="4003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5" name="Google Shape;425;p21"/>
          <p:cNvGraphicFramePr/>
          <p:nvPr/>
        </p:nvGraphicFramePr>
        <p:xfrm>
          <a:off x="3069852" y="81952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{FC18ECD5-302C-4E6C-8154-E11FF0FED62E}</a:tableStyleId>
              </a:tblPr>
              <a:tblGrid>
                <a:gridCol w="1021300"/>
                <a:gridCol w="272000"/>
                <a:gridCol w="1041450"/>
              </a:tblGrid>
              <a:tr h="329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56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− 56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80}{57}&quot;&gt;&lt;mi&gt;x&lt;/mi&gt;&lt;mo&gt;=&lt;/mo&gt;&lt;mfrac&gt;&lt;mn&gt;80&lt;/mn&gt;&lt;mn&gt;57&lt;/mn&gt;&lt;/mfrac&gt;&lt;/math&gt;" id="426" name="Google Shape;426;p21" title="x equals 80 over 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5675" y="8485737"/>
            <a:ext cx="488100" cy="337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