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2" name="Shape 202"/>
        <p:cNvGrpSpPr/>
        <p:nvPr/>
      </p:nvGrpSpPr>
      <p:grpSpPr>
        <a:xfrm>
          <a:off x="0" y="0"/>
          <a:ext cx="0" cy="0"/>
        </a:xfrm>
      </p:grpSpPr>
      <p:sp>
        <p:nvSpPr>
          <p:cNvPr id="203" name="Google Shape;20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Many equations, one solution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8546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Maintaining equality while manipulating equations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13" y="1990870"/>
            <a:ext cx="66240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equations in this diagram. The arrows show the operation that is being applied to the whole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3454231" y="4987083"/>
            <a:ext cx="651600" cy="3705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= 3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 rot="10800000">
            <a:off x="3114695" y="4676847"/>
            <a:ext cx="459900" cy="36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5" name="Google Shape;165;p20"/>
          <p:cNvCxnSpPr>
            <a:stCxn id="163" idx="7"/>
          </p:cNvCxnSpPr>
          <p:nvPr/>
        </p:nvCxnSpPr>
        <p:spPr>
          <a:xfrm rot="10800000" flipH="1">
            <a:off x="4010406" y="4476741"/>
            <a:ext cx="656700" cy="56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6" name="Google Shape;166;p20"/>
          <p:cNvCxnSpPr/>
          <p:nvPr/>
        </p:nvCxnSpPr>
        <p:spPr>
          <a:xfrm>
            <a:off x="3926744" y="5357576"/>
            <a:ext cx="534000" cy="50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7" name="Google Shape;167;p20"/>
          <p:cNvCxnSpPr>
            <a:stCxn id="163" idx="3"/>
          </p:cNvCxnSpPr>
          <p:nvPr/>
        </p:nvCxnSpPr>
        <p:spPr>
          <a:xfrm flipH="1">
            <a:off x="3152756" y="5303324"/>
            <a:ext cx="396900" cy="335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8" name="Google Shape;168;p20"/>
          <p:cNvSpPr/>
          <p:nvPr/>
        </p:nvSpPr>
        <p:spPr>
          <a:xfrm flipH="1">
            <a:off x="2485718" y="4411808"/>
            <a:ext cx="1068300" cy="24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= ___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 rot="10800000">
            <a:off x="2333700" y="3943350"/>
            <a:ext cx="452400" cy="45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70" name="Google Shape;170;p20"/>
          <p:cNvSpPr/>
          <p:nvPr/>
        </p:nvSpPr>
        <p:spPr>
          <a:xfrm flipH="1">
            <a:off x="1593309" y="3663487"/>
            <a:ext cx="10683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_______ = 35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 rot="10800000">
            <a:off x="1363950" y="3199650"/>
            <a:ext cx="560100" cy="438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72" name="Google Shape;172;p20"/>
          <p:cNvSpPr/>
          <p:nvPr/>
        </p:nvSpPr>
        <p:spPr>
          <a:xfrm flipH="1">
            <a:off x="589343" y="2937974"/>
            <a:ext cx="1320000" cy="264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_______ = _____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" name="Google Shape;173;p20"/>
          <p:cNvSpPr/>
          <p:nvPr/>
        </p:nvSpPr>
        <p:spPr>
          <a:xfrm flipH="1">
            <a:off x="4408173" y="4228048"/>
            <a:ext cx="1190100" cy="24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_____ = 3 + 5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 rot="10800000" flipH="1">
            <a:off x="5100573" y="3819448"/>
            <a:ext cx="395400" cy="408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75" name="Google Shape;175;p20"/>
          <p:cNvSpPr/>
          <p:nvPr/>
        </p:nvSpPr>
        <p:spPr>
          <a:xfrm flipH="1">
            <a:off x="5100586" y="3539524"/>
            <a:ext cx="1776300" cy="24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_____ + 1 = _____ + 5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6" name="Google Shape;176;p20"/>
          <p:cNvCxnSpPr>
            <a:stCxn id="175" idx="0"/>
            <a:endCxn id="177" idx="2"/>
          </p:cNvCxnSpPr>
          <p:nvPr/>
        </p:nvCxnSpPr>
        <p:spPr>
          <a:xfrm rot="10800000" flipH="1">
            <a:off x="5988736" y="3099724"/>
            <a:ext cx="497400" cy="439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77" name="Google Shape;177;p20"/>
          <p:cNvSpPr/>
          <p:nvPr/>
        </p:nvSpPr>
        <p:spPr>
          <a:xfrm flipH="1">
            <a:off x="5880013" y="2836876"/>
            <a:ext cx="12120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= _____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/>
          <p:nvPr/>
        </p:nvSpPr>
        <p:spPr>
          <a:xfrm flipH="1">
            <a:off x="2499046" y="5644851"/>
            <a:ext cx="7914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 = 9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 flipH="1">
            <a:off x="2439450" y="5905500"/>
            <a:ext cx="360900" cy="39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0" name="Google Shape;180;p20"/>
          <p:cNvSpPr/>
          <p:nvPr/>
        </p:nvSpPr>
        <p:spPr>
          <a:xfrm flipH="1">
            <a:off x="1821775" y="6305549"/>
            <a:ext cx="1068300" cy="289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______ = −1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flipH="1">
            <a:off x="1781056" y="6593372"/>
            <a:ext cx="470100" cy="45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4804062" y="6281960"/>
            <a:ext cx="525600" cy="47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3" name="Google Shape;183;p20"/>
          <p:cNvSpPr/>
          <p:nvPr/>
        </p:nvSpPr>
        <p:spPr>
          <a:xfrm>
            <a:off x="5148000" y="6315601"/>
            <a:ext cx="651600" cy="248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+ 1) 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138503" y="3391939"/>
            <a:ext cx="4548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+(−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146200" y="4143139"/>
            <a:ext cx="3027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046147" y="4516098"/>
            <a:ext cx="3492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915496" y="3849749"/>
            <a:ext cx="3027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495964" y="3212342"/>
            <a:ext cx="5709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067035" y="4916976"/>
            <a:ext cx="3027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448571" y="5430354"/>
            <a:ext cx="3027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752731" y="5999346"/>
            <a:ext cx="5343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+(−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146197" y="6754746"/>
            <a:ext cx="3027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endParaRPr sz="1200"/>
          </a:p>
        </p:txBody>
      </p:sp>
      <p:pic>
        <p:nvPicPr>
          <p:cNvPr id="193" name="Google Shape;193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469" y="5211138"/>
            <a:ext cx="99446" cy="32913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/>
          <p:nvPr/>
        </p:nvSpPr>
        <p:spPr>
          <a:xfrm flipH="1">
            <a:off x="4238112" y="5292565"/>
            <a:ext cx="993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238094" y="5197504"/>
            <a:ext cx="267900" cy="356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 flipH="1">
            <a:off x="4953525" y="6776150"/>
            <a:ext cx="1609200" cy="39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________ =________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>
            <a:off x="474770" y="77028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8" name="Google Shape;198;p20" descr="&lt;math xmlns=&quot;http://www.w3.org/1998/Math/MathML&quot; display=&quot;block&quot; data-is-equatio=&quot;1&quot; data-latex=&quot;\frac{x}{3}=&quot;&gt;&lt;mfrac&gt;&lt;mi&gt;x&lt;/mi&gt;&lt;mn&gt;3&lt;/mn&gt;&lt;/mfrac&gt;&lt;mo&gt;=&lt;/mo&gt;&lt;/math&gt;" title="x over 3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4550" y="5939425"/>
            <a:ext cx="267900" cy="28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 flipH="1">
            <a:off x="4140002" y="5884866"/>
            <a:ext cx="791400" cy="37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____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00" name="Google Shape;200;p20" descr="&lt;math xmlns=&quot;http://www.w3.org/1998/Math/MathML&quot; display=&quot;block&quot; data-is-equatio=&quot;1&quot; data-latex=&quot;=-\frac{1}{3}&quot;&gt;&lt;mo&gt;=&lt;/mo&gt;&lt;mo&gt;−&lt;/mo&gt;&lt;mfrac&gt;&lt;mn&gt;1&lt;/mn&gt;&lt;mn&gt;3&lt;/mn&gt;&lt;/mfrac&gt;&lt;/math&gt;" title="equals negative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7142" y="7110968"/>
            <a:ext cx="420630" cy="37242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/>
          <p:nvPr/>
        </p:nvSpPr>
        <p:spPr>
          <a:xfrm flipH="1">
            <a:off x="831750" y="7073550"/>
            <a:ext cx="1212000" cy="42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________ 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sp>
        <p:nvSpPr>
          <p:cNvPr id="206" name="Google Shape;20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7" name="Google Shape;20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Many equations, one solution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Generating equations with the same solution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75220" y="1286925"/>
            <a:ext cx="6509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expressions and operations in this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368998" y="4444577"/>
            <a:ext cx="940200" cy="3705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 =___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3" name="Google Shape;213;p21"/>
          <p:cNvCxnSpPr>
            <a:stCxn id="212" idx="1"/>
          </p:cNvCxnSpPr>
          <p:nvPr/>
        </p:nvCxnSpPr>
        <p:spPr>
          <a:xfrm rot="10800000">
            <a:off x="2858987" y="3988236"/>
            <a:ext cx="647700" cy="510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4" name="Google Shape;214;p21"/>
          <p:cNvCxnSpPr>
            <a:stCxn id="212" idx="7"/>
          </p:cNvCxnSpPr>
          <p:nvPr/>
        </p:nvCxnSpPr>
        <p:spPr>
          <a:xfrm rot="10800000" flipH="1">
            <a:off x="4171509" y="3895836"/>
            <a:ext cx="648000" cy="60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5" name="Google Shape;215;p21"/>
          <p:cNvCxnSpPr/>
          <p:nvPr/>
        </p:nvCxnSpPr>
        <p:spPr>
          <a:xfrm>
            <a:off x="4171509" y="4790219"/>
            <a:ext cx="686100" cy="59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6" name="Google Shape;216;p21"/>
          <p:cNvCxnSpPr>
            <a:stCxn id="212" idx="3"/>
          </p:cNvCxnSpPr>
          <p:nvPr/>
        </p:nvCxnSpPr>
        <p:spPr>
          <a:xfrm flipH="1">
            <a:off x="2990987" y="4760819"/>
            <a:ext cx="515700" cy="439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17" name="Google Shape;217;p21"/>
          <p:cNvSpPr/>
          <p:nvPr/>
        </p:nvSpPr>
        <p:spPr>
          <a:xfrm flipH="1">
            <a:off x="2220276" y="3691573"/>
            <a:ext cx="1068300" cy="24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= ____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 rot="10800000">
            <a:off x="2064525" y="3082350"/>
            <a:ext cx="573900" cy="556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19" name="Google Shape;219;p21"/>
          <p:cNvSpPr/>
          <p:nvPr/>
        </p:nvSpPr>
        <p:spPr>
          <a:xfrm flipH="1">
            <a:off x="1463400" y="2819488"/>
            <a:ext cx="10683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_______ = 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0" name="Google Shape;220;p21"/>
          <p:cNvCxnSpPr/>
          <p:nvPr/>
        </p:nvCxnSpPr>
        <p:spPr>
          <a:xfrm rot="10800000">
            <a:off x="1343250" y="2386200"/>
            <a:ext cx="504600" cy="433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21" name="Google Shape;221;p21"/>
          <p:cNvSpPr/>
          <p:nvPr/>
        </p:nvSpPr>
        <p:spPr>
          <a:xfrm flipH="1">
            <a:off x="4495641" y="3627274"/>
            <a:ext cx="1068300" cy="24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  _______ = 6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2" name="Google Shape;222;p21"/>
          <p:cNvCxnSpPr/>
          <p:nvPr/>
        </p:nvCxnSpPr>
        <p:spPr>
          <a:xfrm rot="10800000" flipH="1">
            <a:off x="5153025" y="3123675"/>
            <a:ext cx="397200" cy="486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23" name="Google Shape;223;p21"/>
          <p:cNvSpPr/>
          <p:nvPr/>
        </p:nvSpPr>
        <p:spPr>
          <a:xfrm flipH="1">
            <a:off x="4953589" y="2866576"/>
            <a:ext cx="1158600" cy="24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_______ = 2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4" name="Google Shape;224;p21"/>
          <p:cNvCxnSpPr/>
          <p:nvPr/>
        </p:nvCxnSpPr>
        <p:spPr>
          <a:xfrm rot="10800000" flipH="1">
            <a:off x="5724525" y="2319600"/>
            <a:ext cx="490500" cy="57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25" name="Google Shape;225;p21"/>
          <p:cNvSpPr/>
          <p:nvPr/>
        </p:nvSpPr>
        <p:spPr>
          <a:xfrm flipH="1">
            <a:off x="5663950" y="2049950"/>
            <a:ext cx="12120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6 = ______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1"/>
          <p:cNvSpPr/>
          <p:nvPr/>
        </p:nvSpPr>
        <p:spPr>
          <a:xfrm flipH="1">
            <a:off x="2302806" y="5200320"/>
            <a:ext cx="11172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_____ = 3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− 4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7" name="Google Shape;227;p21"/>
          <p:cNvCxnSpPr>
            <a:stCxn id="226" idx="2"/>
          </p:cNvCxnSpPr>
          <p:nvPr/>
        </p:nvCxnSpPr>
        <p:spPr>
          <a:xfrm flipH="1">
            <a:off x="2229006" y="5463120"/>
            <a:ext cx="632400" cy="63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28" name="Google Shape;228;p21"/>
          <p:cNvSpPr/>
          <p:nvPr/>
        </p:nvSpPr>
        <p:spPr>
          <a:xfrm flipH="1">
            <a:off x="1639796" y="6101030"/>
            <a:ext cx="1068300" cy="21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9" name="Google Shape;229;p21"/>
          <p:cNvCxnSpPr>
            <a:endCxn id="230" idx="0"/>
          </p:cNvCxnSpPr>
          <p:nvPr/>
        </p:nvCxnSpPr>
        <p:spPr>
          <a:xfrm flipH="1">
            <a:off x="1452059" y="6334284"/>
            <a:ext cx="563100" cy="600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1" name="Google Shape;231;p21"/>
          <p:cNvCxnSpPr/>
          <p:nvPr/>
        </p:nvCxnSpPr>
        <p:spPr>
          <a:xfrm>
            <a:off x="5313079" y="5953085"/>
            <a:ext cx="572400" cy="53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32" name="Google Shape;232;p21"/>
          <p:cNvSpPr/>
          <p:nvPr/>
        </p:nvSpPr>
        <p:spPr>
          <a:xfrm>
            <a:off x="5217675" y="6167550"/>
            <a:ext cx="267900" cy="248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2948088" y="4712334"/>
            <a:ext cx="3492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1343256" y="6416240"/>
            <a:ext cx="3027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268640" y="4085479"/>
            <a:ext cx="3027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445222" y="4261202"/>
            <a:ext cx="4548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374197" y="3161414"/>
            <a:ext cx="4761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____</a:t>
            </a:r>
            <a:endParaRPr sz="1200"/>
          </a:p>
        </p:txBody>
      </p:sp>
      <p:pic>
        <p:nvPicPr>
          <p:cNvPr id="238" name="Google Shape;238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462" y="5012255"/>
            <a:ext cx="99446" cy="32913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/>
          <p:nvPr/>
        </p:nvSpPr>
        <p:spPr>
          <a:xfrm flipH="1">
            <a:off x="1754017" y="2414555"/>
            <a:ext cx="996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500">
                <a:latin typeface="Times"/>
                <a:ea typeface="Times"/>
                <a:cs typeface="Times"/>
                <a:sym typeface="Times"/>
              </a:rPr>
              <a:t> 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1740925" y="2303850"/>
            <a:ext cx="324300" cy="409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1" descr="&lt;math xmlns=&quot;http://www.w3.org/1998/Math/MathML&quot; display=&quot;block&quot; data-is-equatio=&quot;1&quot; data-latex=&quot;\frac{2x+9}{5}=\frac{1}{5}&quot;&gt;&lt;mfrac&gt;&lt;mrow&gt;&lt;mn&gt;2&lt;/mn&gt;&lt;mi&gt;x&lt;/mi&gt;&lt;mo&gt;+&lt;/mo&gt;&lt;mn&gt;9&lt;/mn&gt;&lt;/mrow&gt;&lt;mn&gt;5&lt;/mn&gt;&lt;/mfrac&gt;&lt;mo&gt;=&lt;/mo&gt;&lt;mfrac&gt;&lt;mn&gt;1&lt;/mn&gt;&lt;mn&gt;5&lt;/mn&gt;&lt;/mfrac&gt;&lt;/math&gt;" title="the fraction with numerator 2 x plus 9 and denominator 5 equals 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910" y="2005757"/>
            <a:ext cx="827265" cy="351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6267" y="2356282"/>
            <a:ext cx="99446" cy="31963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>
            <a:off x="5410119" y="3335499"/>
            <a:ext cx="5562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____</a:t>
            </a:r>
            <a:endParaRPr sz="1200"/>
          </a:p>
        </p:txBody>
      </p:sp>
      <p:sp>
        <p:nvSpPr>
          <p:cNvPr id="244" name="Google Shape;244;p21"/>
          <p:cNvSpPr/>
          <p:nvPr/>
        </p:nvSpPr>
        <p:spPr>
          <a:xfrm>
            <a:off x="6054969" y="2529066"/>
            <a:ext cx="5712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2017600" y="5586620"/>
            <a:ext cx="4761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</a:t>
            </a:r>
            <a:endParaRPr sz="1200"/>
          </a:p>
        </p:txBody>
      </p:sp>
      <p:sp>
        <p:nvSpPr>
          <p:cNvPr id="230" name="Google Shape;230;p21"/>
          <p:cNvSpPr/>
          <p:nvPr/>
        </p:nvSpPr>
        <p:spPr>
          <a:xfrm flipH="1">
            <a:off x="917909" y="6934284"/>
            <a:ext cx="1068300" cy="21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_______ = 7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21"/>
          <p:cNvSpPr/>
          <p:nvPr/>
        </p:nvSpPr>
        <p:spPr>
          <a:xfrm flipH="1">
            <a:off x="4075345" y="5078595"/>
            <a:ext cx="996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500">
                <a:latin typeface="Times"/>
                <a:ea typeface="Times"/>
                <a:cs typeface="Times"/>
                <a:sym typeface="Times"/>
              </a:rPr>
              <a:t> 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4053675" y="4998634"/>
            <a:ext cx="267900" cy="356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 flipH="1">
            <a:off x="709451" y="1976606"/>
            <a:ext cx="940200" cy="409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1"/>
          <p:cNvSpPr/>
          <p:nvPr/>
        </p:nvSpPr>
        <p:spPr>
          <a:xfrm flipH="1">
            <a:off x="4668625" y="5444175"/>
            <a:ext cx="1068300" cy="465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_____ =_____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0" name="Google Shape;250;p21"/>
          <p:cNvCxnSpPr/>
          <p:nvPr/>
        </p:nvCxnSpPr>
        <p:spPr>
          <a:xfrm>
            <a:off x="474770" y="7559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p21"/>
          <p:cNvSpPr/>
          <p:nvPr/>
        </p:nvSpPr>
        <p:spPr>
          <a:xfrm flipH="1">
            <a:off x="5485650" y="6530000"/>
            <a:ext cx="1330200" cy="510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_______ </a:t>
            </a:r>
            <a:r>
              <a:rPr lang="en-GB" sz="12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........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52" name="Google Shape;252;p21" descr="&lt;math xmlns=&quot;http://www.w3.org/1998/Math/MathML&quot; display=&quot;block&quot; data-is-equatio=&quot;1&quot; data-latex=&quot;=x-\frac{4}{3}&quot;&gt;&lt;mo&gt;=&lt;/mo&gt;&lt;mi&gt;x&lt;/mi&gt;&lt;mo&gt;−&lt;/mo&gt;&lt;mfrac&gt;&lt;mn&gt;4&lt;/mn&gt;&lt;mn&gt;3&lt;/mn&gt;&lt;/mfrac&gt;&lt;/math&gt;" title="equals x minus four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7959" y="6596192"/>
            <a:ext cx="569271" cy="35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Many equations, one solution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2024-02-06T09:58:09.202</cp:lastPrinted>
  <dcterms:created xsi:type="dcterms:W3CDTF">2024-02-06T09:58:09Z</dcterms:created>
  <dcterms:modified xsi:type="dcterms:W3CDTF">2024-02-06T09:55:05Z</dcterms:modified>
</cp:coreProperties>
</file>