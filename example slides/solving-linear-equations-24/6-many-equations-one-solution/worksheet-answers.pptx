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sp>
        <p:nvSpPr>
          <p:cNvPr id="216" name="Google Shape;216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Relationship Id="rId4" Type="http://schemas.openxmlformats.org/officeDocument/2006/relationships/image" Target="../media/image11.png" /><Relationship Id="rId5" Type="http://schemas.openxmlformats.org/officeDocument/2006/relationships/image" Target="../media/image12.png" /><Relationship Id="rId6" Type="http://schemas.openxmlformats.org/officeDocument/2006/relationships/image" Target="../media/image13.png" /><Relationship Id="rId7" Type="http://schemas.openxmlformats.org/officeDocument/2006/relationships/image" Target="../media/image1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Many equations, one solution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85464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Maintaining equality while manipulating equations</a:t>
            </a:r>
            <a:endParaRPr sz="17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13" y="1990870"/>
            <a:ext cx="66240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equations in this diagram. The arrows show the operation that is being applied to the whole equation.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3454231" y="4987083"/>
            <a:ext cx="651600" cy="3705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= 3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76" name="Google Shape;176;p20"/>
          <p:cNvCxnSpPr/>
          <p:nvPr/>
        </p:nvCxnSpPr>
        <p:spPr>
          <a:xfrm rot="10800000">
            <a:off x="3114695" y="4676847"/>
            <a:ext cx="459900" cy="368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77" name="Google Shape;177;p20"/>
          <p:cNvCxnSpPr>
            <a:stCxn id="175" idx="7"/>
          </p:cNvCxnSpPr>
          <p:nvPr/>
        </p:nvCxnSpPr>
        <p:spPr>
          <a:xfrm rot="10800000" flipH="1">
            <a:off x="4010406" y="4476741"/>
            <a:ext cx="656700" cy="564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78" name="Google Shape;178;p20"/>
          <p:cNvCxnSpPr/>
          <p:nvPr/>
        </p:nvCxnSpPr>
        <p:spPr>
          <a:xfrm>
            <a:off x="3926744" y="5357576"/>
            <a:ext cx="534000" cy="504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79" name="Google Shape;179;p20"/>
          <p:cNvCxnSpPr>
            <a:stCxn id="175" idx="3"/>
          </p:cNvCxnSpPr>
          <p:nvPr/>
        </p:nvCxnSpPr>
        <p:spPr>
          <a:xfrm flipH="1">
            <a:off x="3152756" y="5303324"/>
            <a:ext cx="396900" cy="335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80" name="Google Shape;180;p20"/>
          <p:cNvSpPr/>
          <p:nvPr/>
        </p:nvSpPr>
        <p:spPr>
          <a:xfrm flipH="1">
            <a:off x="2485718" y="4398483"/>
            <a:ext cx="1068300" cy="24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7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81" name="Google Shape;181;p20"/>
          <p:cNvCxnSpPr/>
          <p:nvPr/>
        </p:nvCxnSpPr>
        <p:spPr>
          <a:xfrm rot="10800000">
            <a:off x="2333700" y="3943350"/>
            <a:ext cx="452400" cy="452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82" name="Google Shape;182;p20"/>
          <p:cNvSpPr/>
          <p:nvPr/>
        </p:nvSpPr>
        <p:spPr>
          <a:xfrm flipH="1">
            <a:off x="1593309" y="3663487"/>
            <a:ext cx="1068300" cy="262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35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83" name="Google Shape;183;p20"/>
          <p:cNvCxnSpPr/>
          <p:nvPr/>
        </p:nvCxnSpPr>
        <p:spPr>
          <a:xfrm rot="10800000">
            <a:off x="1363950" y="3199650"/>
            <a:ext cx="560100" cy="438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84" name="Google Shape;184;p20"/>
          <p:cNvSpPr/>
          <p:nvPr/>
        </p:nvSpPr>
        <p:spPr>
          <a:xfrm flipH="1">
            <a:off x="589343" y="2937974"/>
            <a:ext cx="1320000" cy="264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+ 4)−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 = 31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5" name="Google Shape;185;p20"/>
          <p:cNvSpPr/>
          <p:nvPr/>
        </p:nvSpPr>
        <p:spPr>
          <a:xfrm flipH="1">
            <a:off x="4408173" y="4228048"/>
            <a:ext cx="1190100" cy="248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3 + 5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86" name="Google Shape;186;p20"/>
          <p:cNvCxnSpPr/>
          <p:nvPr/>
        </p:nvCxnSpPr>
        <p:spPr>
          <a:xfrm rot="10800000" flipH="1">
            <a:off x="5100573" y="3819448"/>
            <a:ext cx="395400" cy="408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87" name="Google Shape;187;p20"/>
          <p:cNvSpPr/>
          <p:nvPr/>
        </p:nvSpPr>
        <p:spPr>
          <a:xfrm flipH="1">
            <a:off x="5100586" y="3539524"/>
            <a:ext cx="1776300" cy="248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4 + 5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88" name="Google Shape;188;p20"/>
          <p:cNvCxnSpPr>
            <a:stCxn id="187" idx="0"/>
            <a:endCxn id="189" idx="2"/>
          </p:cNvCxnSpPr>
          <p:nvPr/>
        </p:nvCxnSpPr>
        <p:spPr>
          <a:xfrm rot="10800000" flipH="1">
            <a:off x="5988736" y="3099724"/>
            <a:ext cx="497400" cy="439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89" name="Google Shape;189;p20"/>
          <p:cNvSpPr/>
          <p:nvPr/>
        </p:nvSpPr>
        <p:spPr>
          <a:xfrm flipH="1">
            <a:off x="5880013" y="2836876"/>
            <a:ext cx="1212000" cy="262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4 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0" name="Google Shape;190;p20"/>
          <p:cNvSpPr/>
          <p:nvPr/>
        </p:nvSpPr>
        <p:spPr>
          <a:xfrm flipH="1">
            <a:off x="2499046" y="5644851"/>
            <a:ext cx="791400" cy="262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9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91" name="Google Shape;191;p20"/>
          <p:cNvCxnSpPr/>
          <p:nvPr/>
        </p:nvCxnSpPr>
        <p:spPr>
          <a:xfrm flipH="1">
            <a:off x="2439375" y="5895975"/>
            <a:ext cx="370500" cy="409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92" name="Google Shape;192;p20"/>
          <p:cNvSpPr/>
          <p:nvPr/>
        </p:nvSpPr>
        <p:spPr>
          <a:xfrm flipH="1">
            <a:off x="1821781" y="6305559"/>
            <a:ext cx="1068300" cy="214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93" name="Google Shape;193;p20"/>
          <p:cNvCxnSpPr>
            <a:stCxn id="192" idx="2"/>
            <a:endCxn id="194" idx="1"/>
          </p:cNvCxnSpPr>
          <p:nvPr/>
        </p:nvCxnSpPr>
        <p:spPr>
          <a:xfrm flipH="1">
            <a:off x="1767031" y="6520059"/>
            <a:ext cx="588900" cy="553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95" name="Google Shape;195;p20"/>
          <p:cNvCxnSpPr/>
          <p:nvPr/>
        </p:nvCxnSpPr>
        <p:spPr>
          <a:xfrm>
            <a:off x="4804062" y="6281960"/>
            <a:ext cx="525600" cy="472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96" name="Google Shape;196;p20"/>
          <p:cNvSpPr/>
          <p:nvPr/>
        </p:nvSpPr>
        <p:spPr>
          <a:xfrm>
            <a:off x="5148000" y="6315601"/>
            <a:ext cx="651600" cy="248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+ (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+ 1) 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1138503" y="3391939"/>
            <a:ext cx="454800" cy="214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+(−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2146200" y="4143139"/>
            <a:ext cx="302700" cy="214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4046147" y="4516098"/>
            <a:ext cx="349200" cy="214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+ 5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4915496" y="3849749"/>
            <a:ext cx="302700" cy="214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5495964" y="3212342"/>
            <a:ext cx="570900" cy="214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3067035" y="4916976"/>
            <a:ext cx="302700" cy="214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3448571" y="5430354"/>
            <a:ext cx="302700" cy="214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2752731" y="5999346"/>
            <a:ext cx="534300" cy="214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+(−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2060497" y="6800371"/>
            <a:ext cx="302700" cy="214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÷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</a:t>
            </a:r>
            <a:endParaRPr sz="1200"/>
          </a:p>
        </p:txBody>
      </p:sp>
      <p:pic>
        <p:nvPicPr>
          <p:cNvPr id="206" name="Google Shape;206;p20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4469" y="5211138"/>
            <a:ext cx="99446" cy="329133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 flipH="1">
            <a:off x="4238112" y="5292565"/>
            <a:ext cx="993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4238094" y="5197504"/>
            <a:ext cx="267900" cy="356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 flipH="1">
            <a:off x="576925" y="6888350"/>
            <a:ext cx="1190100" cy="370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9" name="Google Shape;209;p20"/>
          <p:cNvSpPr/>
          <p:nvPr/>
        </p:nvSpPr>
        <p:spPr>
          <a:xfrm flipH="1">
            <a:off x="4238094" y="5861576"/>
            <a:ext cx="844500" cy="39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0" name="Google Shape;210;p20"/>
          <p:cNvSpPr/>
          <p:nvPr/>
        </p:nvSpPr>
        <p:spPr>
          <a:xfrm flipH="1">
            <a:off x="4953525" y="6776150"/>
            <a:ext cx="1609200" cy="39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211" name="Google Shape;211;p20" descr="&lt;math xmlns=&quot;http://www.w3.org/1998/Math/MathML&quot; display=&quot;block&quot; data-is-equatio=&quot;1&quot; data-latex=&quot;\frac{3x-10}{3}=\ -\frac{1}{3}&quot;&gt;&lt;mfrac&gt;&lt;mrow&gt;&lt;mn&gt;3&lt;/mn&gt;&lt;mi&gt;x&lt;/mi&gt;&lt;mo&gt;−&lt;/mo&gt;&lt;mn&gt;10&lt;/mn&gt;&lt;/mrow&gt;&lt;mn&gt;3&lt;/mn&gt;&lt;/mfrac&gt;&lt;mo&gt;=&lt;/mo&gt;&lt;mtext&gt;&lt;/mtext&gt;&lt;mo&gt;−&lt;/mo&gt;&lt;mfrac&gt;&lt;mn&gt;1&lt;/mn&gt;&lt;mn&gt;3&lt;/mn&gt;&lt;/mfrac&gt;&lt;/math&gt;" title="the fraction with numerator 3 x minus 10 and denominator 3 equals negative 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359" y="6929716"/>
            <a:ext cx="1077354" cy="329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&lt;math xmlns=&quot;http://www.w3.org/1998/Math/MathML&quot; display=&quot;block&quot; data-is-equatio=&quot;1&quot; data-latex=&quot;\frac{x}{3}=1&quot;&gt;&lt;mfrac&gt;&lt;mi&gt;x&lt;/mi&gt;&lt;mn&gt;3&lt;/mn&gt;&lt;/mfrac&gt;&lt;mo&gt;=&lt;/mo&gt;&lt;mn&gt;1&lt;/mn&gt;&lt;/math&gt;" title="x over 3 equals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2473" y="5895969"/>
            <a:ext cx="435753" cy="330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 descr="&lt;math xmlns=&quot;http://www.w3.org/1998/Math/MathML&quot; display=&quot;block&quot; data-is-equatio=&quot;1&quot; data-latex=&quot;\frac{x}{3}+x+1=x+2&quot;&gt;&lt;mfrac&gt;&lt;mi&gt;x&lt;/mi&gt;&lt;mn&gt;3&lt;/mn&gt;&lt;/mfrac&gt;&lt;mo&gt;+&lt;/mo&gt;&lt;mi&gt;x&lt;/mi&gt;&lt;mo&gt;+&lt;/mo&gt;&lt;mn&gt;1&lt;/mn&gt;&lt;mo&gt;=&lt;/mo&gt;&lt;mi&gt;x&lt;/mi&gt;&lt;mo&gt;+&lt;/mo&gt;&lt;mn&gt;2&lt;/mn&gt;&lt;/math&gt;" title="x over 3 plus x plus 1 equals x plus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84757" y="6804640"/>
            <a:ext cx="1393332" cy="342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4" name="Google Shape;214;p20"/>
          <p:cNvCxnSpPr/>
          <p:nvPr/>
        </p:nvCxnSpPr>
        <p:spPr>
          <a:xfrm>
            <a:off x="474770" y="7559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8" name="Shape 218"/>
        <p:cNvGrpSpPr/>
        <p:nvPr/>
      </p:nvGrpSpPr>
      <p:grpSpPr>
        <a:xfrm>
          <a:off x="0" y="0"/>
          <a:ext cx="0" cy="0"/>
        </a:xfrm>
      </p:grpSpPr>
      <p:sp>
        <p:nvSpPr>
          <p:cNvPr id="219" name="Google Shape;21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20" name="Google Shape;220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Many equations, one solution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Generating equations with the same solution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475220" y="1286925"/>
            <a:ext cx="6509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missing expressions and operations in this diagram.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/>
          <p:nvPr/>
        </p:nvSpPr>
        <p:spPr>
          <a:xfrm flipH="1">
            <a:off x="5303014" y="6516071"/>
            <a:ext cx="1224600" cy="438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3368998" y="4444577"/>
            <a:ext cx="940200" cy="3705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27" name="Google Shape;227;p21"/>
          <p:cNvCxnSpPr>
            <a:stCxn id="226" idx="1"/>
          </p:cNvCxnSpPr>
          <p:nvPr/>
        </p:nvCxnSpPr>
        <p:spPr>
          <a:xfrm rot="10800000">
            <a:off x="2858987" y="3988236"/>
            <a:ext cx="647700" cy="510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28" name="Google Shape;228;p21"/>
          <p:cNvCxnSpPr>
            <a:stCxn id="226" idx="7"/>
          </p:cNvCxnSpPr>
          <p:nvPr/>
        </p:nvCxnSpPr>
        <p:spPr>
          <a:xfrm rot="10800000" flipH="1">
            <a:off x="4171509" y="3895836"/>
            <a:ext cx="648000" cy="603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29" name="Google Shape;229;p21"/>
          <p:cNvCxnSpPr/>
          <p:nvPr/>
        </p:nvCxnSpPr>
        <p:spPr>
          <a:xfrm>
            <a:off x="4171509" y="4790219"/>
            <a:ext cx="686100" cy="591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30" name="Google Shape;230;p21"/>
          <p:cNvCxnSpPr>
            <a:stCxn id="226" idx="3"/>
          </p:cNvCxnSpPr>
          <p:nvPr/>
        </p:nvCxnSpPr>
        <p:spPr>
          <a:xfrm flipH="1">
            <a:off x="2990987" y="4760819"/>
            <a:ext cx="515700" cy="439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31" name="Google Shape;231;p21"/>
          <p:cNvSpPr/>
          <p:nvPr/>
        </p:nvSpPr>
        <p:spPr>
          <a:xfrm flipH="1">
            <a:off x="2220276" y="3691573"/>
            <a:ext cx="1068300" cy="24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− 8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32" name="Google Shape;232;p21"/>
          <p:cNvCxnSpPr/>
          <p:nvPr/>
        </p:nvCxnSpPr>
        <p:spPr>
          <a:xfrm rot="10800000">
            <a:off x="2064525" y="3082350"/>
            <a:ext cx="573900" cy="556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33" name="Google Shape;233;p21"/>
          <p:cNvSpPr/>
          <p:nvPr/>
        </p:nvSpPr>
        <p:spPr>
          <a:xfrm flipH="1">
            <a:off x="1463400" y="2819488"/>
            <a:ext cx="1068300" cy="262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+ 9 = 1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34" name="Google Shape;234;p21"/>
          <p:cNvCxnSpPr/>
          <p:nvPr/>
        </p:nvCxnSpPr>
        <p:spPr>
          <a:xfrm rot="10800000">
            <a:off x="1343250" y="2386200"/>
            <a:ext cx="504600" cy="433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35" name="Google Shape;235;p21"/>
          <p:cNvSpPr/>
          <p:nvPr/>
        </p:nvSpPr>
        <p:spPr>
          <a:xfrm flipH="1">
            <a:off x="4495641" y="3627274"/>
            <a:ext cx="1068300" cy="248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6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36" name="Google Shape;236;p21"/>
          <p:cNvCxnSpPr/>
          <p:nvPr/>
        </p:nvCxnSpPr>
        <p:spPr>
          <a:xfrm rot="10800000" flipH="1">
            <a:off x="5153025" y="3123675"/>
            <a:ext cx="397200" cy="486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37" name="Google Shape;237;p21"/>
          <p:cNvSpPr/>
          <p:nvPr/>
        </p:nvSpPr>
        <p:spPr>
          <a:xfrm flipH="1">
            <a:off x="4953589" y="2866576"/>
            <a:ext cx="1158600" cy="248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2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38" name="Google Shape;238;p21"/>
          <p:cNvCxnSpPr/>
          <p:nvPr/>
        </p:nvCxnSpPr>
        <p:spPr>
          <a:xfrm rot="10800000" flipH="1">
            <a:off x="5724525" y="2319600"/>
            <a:ext cx="490500" cy="576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39" name="Google Shape;239;p21"/>
          <p:cNvSpPr/>
          <p:nvPr/>
        </p:nvSpPr>
        <p:spPr>
          <a:xfrm flipH="1">
            <a:off x="5663950" y="2049950"/>
            <a:ext cx="1212000" cy="262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2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0" name="Google Shape;240;p21"/>
          <p:cNvSpPr/>
          <p:nvPr/>
        </p:nvSpPr>
        <p:spPr>
          <a:xfrm flipH="1">
            <a:off x="2302806" y="5200320"/>
            <a:ext cx="1117200" cy="262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41" name="Google Shape;241;p21"/>
          <p:cNvCxnSpPr>
            <a:stCxn id="240" idx="2"/>
          </p:cNvCxnSpPr>
          <p:nvPr/>
        </p:nvCxnSpPr>
        <p:spPr>
          <a:xfrm flipH="1">
            <a:off x="2229006" y="5463120"/>
            <a:ext cx="632400" cy="633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42" name="Google Shape;242;p21"/>
          <p:cNvSpPr/>
          <p:nvPr/>
        </p:nvSpPr>
        <p:spPr>
          <a:xfrm flipH="1">
            <a:off x="1639796" y="6101030"/>
            <a:ext cx="1068300" cy="21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7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43" name="Google Shape;243;p21"/>
          <p:cNvCxnSpPr>
            <a:endCxn id="244" idx="0"/>
          </p:cNvCxnSpPr>
          <p:nvPr/>
        </p:nvCxnSpPr>
        <p:spPr>
          <a:xfrm flipH="1">
            <a:off x="1452059" y="6334284"/>
            <a:ext cx="563100" cy="600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45" name="Google Shape;245;p21"/>
          <p:cNvCxnSpPr/>
          <p:nvPr/>
        </p:nvCxnSpPr>
        <p:spPr>
          <a:xfrm>
            <a:off x="5313079" y="5953085"/>
            <a:ext cx="572400" cy="530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46" name="Google Shape;246;p21"/>
          <p:cNvSpPr/>
          <p:nvPr/>
        </p:nvSpPr>
        <p:spPr>
          <a:xfrm>
            <a:off x="5217675" y="6167550"/>
            <a:ext cx="267900" cy="248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2948088" y="4712334"/>
            <a:ext cx="349200" cy="214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1343256" y="6416240"/>
            <a:ext cx="302700" cy="214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3268640" y="4085479"/>
            <a:ext cx="302700" cy="214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4445222" y="4261202"/>
            <a:ext cx="454800" cy="214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2374197" y="3161414"/>
            <a:ext cx="476100" cy="214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+ 9</a:t>
            </a:r>
            <a:endParaRPr sz="1200"/>
          </a:p>
        </p:txBody>
      </p:sp>
      <p:pic>
        <p:nvPicPr>
          <p:cNvPr id="252" name="Google Shape;252;p21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0462" y="5012255"/>
            <a:ext cx="99446" cy="329134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1"/>
          <p:cNvSpPr/>
          <p:nvPr/>
        </p:nvSpPr>
        <p:spPr>
          <a:xfrm flipH="1">
            <a:off x="1744492" y="2433605"/>
            <a:ext cx="996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500">
                <a:latin typeface="Times"/>
                <a:ea typeface="Times"/>
                <a:cs typeface="Times"/>
                <a:sym typeface="Times"/>
              </a:rPr>
              <a:t> </a:t>
            </a:r>
            <a:endParaRPr sz="15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1731400" y="2356950"/>
            <a:ext cx="324300" cy="356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5" name="Google Shape;255;p21" descr="&lt;math xmlns=&quot;http://www.w3.org/1998/Math/MathML&quot; display=&quot;block&quot; data-is-equatio=&quot;1&quot; data-latex=&quot;\frac{2x+9}{5}=\frac{1}{5}&quot;&gt;&lt;mfrac&gt;&lt;mrow&gt;&lt;mn&gt;2&lt;/mn&gt;&lt;mi&gt;x&lt;/mi&gt;&lt;mo&gt;+&lt;/mo&gt;&lt;mn&gt;9&lt;/mn&gt;&lt;/mrow&gt;&lt;mn&gt;5&lt;/mn&gt;&lt;/mfrac&gt;&lt;mo&gt;=&lt;/mo&gt;&lt;mfrac&gt;&lt;mn&gt;1&lt;/mn&gt;&lt;mn&gt;5&lt;/mn&gt;&lt;/mfrac&gt;&lt;/math&gt;" title="the fraction with numerator 2 x plus 9 and denominator 5 equals one fif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910" y="2005757"/>
            <a:ext cx="827265" cy="351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1" descr="&lt;math xmlns=&quot;http://www.w3.org/1998/Math/MathML&quot; display=&quot;block&quot; data-is-equatio=&quot;1&quot; data-latex=&quot;\frac{1}{5}&quot;&gt;&lt;mfrac&gt;&lt;mn&gt;1&lt;/mn&gt;&lt;mn&gt;5&lt;/mn&gt;&lt;/mfrac&gt;&lt;/math&gt;" title="one fif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86742" y="2375332"/>
            <a:ext cx="99446" cy="319639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/>
          <p:nvPr/>
        </p:nvSpPr>
        <p:spPr>
          <a:xfrm>
            <a:off x="5410119" y="3335499"/>
            <a:ext cx="556200" cy="214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(−4)</a:t>
            </a:r>
            <a:endParaRPr sz="1200"/>
          </a:p>
        </p:txBody>
      </p:sp>
      <p:sp>
        <p:nvSpPr>
          <p:cNvPr id="258" name="Google Shape;258;p21"/>
          <p:cNvSpPr/>
          <p:nvPr/>
        </p:nvSpPr>
        <p:spPr>
          <a:xfrm>
            <a:off x="6054969" y="2529066"/>
            <a:ext cx="571200" cy="214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2017600" y="5586620"/>
            <a:ext cx="476100" cy="214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+ 4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/>
          </a:p>
        </p:txBody>
      </p:sp>
      <p:sp>
        <p:nvSpPr>
          <p:cNvPr id="244" name="Google Shape;244;p21"/>
          <p:cNvSpPr/>
          <p:nvPr/>
        </p:nvSpPr>
        <p:spPr>
          <a:xfrm flipH="1">
            <a:off x="917909" y="6934284"/>
            <a:ext cx="1068300" cy="21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= 7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0" name="Google Shape;260;p21"/>
          <p:cNvSpPr/>
          <p:nvPr/>
        </p:nvSpPr>
        <p:spPr>
          <a:xfrm flipH="1">
            <a:off x="4075345" y="5078595"/>
            <a:ext cx="996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1500">
                <a:latin typeface="Times"/>
                <a:ea typeface="Times"/>
                <a:cs typeface="Times"/>
                <a:sym typeface="Times"/>
              </a:rPr>
              <a:t> </a:t>
            </a:r>
            <a:endParaRPr sz="15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4053675" y="4998634"/>
            <a:ext cx="267900" cy="356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2" name="Google Shape;262;p21" descr="&lt;math xmlns=&quot;http://www.w3.org/1998/Math/MathML&quot; display=&quot;block&quot; data-is-equatio=&quot;1&quot; data-latex=&quot;\frac{x}{3}=-\frac{4}{3}&quot;&gt;&lt;mfrac&gt;&lt;mi&gt;x&lt;/mi&gt;&lt;mn&gt;3&lt;/mn&gt;&lt;/mfrac&gt;&lt;mo&gt;=&lt;/mo&gt;&lt;mo&gt;−&lt;/mo&gt;&lt;mfrac&gt;&lt;mn&gt;4&lt;/mn&gt;&lt;mn&gt;3&lt;/mn&gt;&lt;/mfrac&gt;&lt;/math&gt;" title="x over 3 equals negative four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59199" y="5492612"/>
            <a:ext cx="613109" cy="368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1" descr="&lt;math xmlns=&quot;http://www.w3.org/1998/Math/MathML&quot; display=&quot;block&quot; data-is-equatio=&quot;1&quot; data-latex=&quot;\frac{x}{3}+x=x-\frac{4}{3}&quot;&gt;&lt;mfrac&gt;&lt;mi&gt;x&lt;/mi&gt;&lt;mn&gt;3&lt;/mn&gt;&lt;/mfrac&gt;&lt;mo&gt;+&lt;/mo&gt;&lt;mi&gt;x&lt;/mi&gt;&lt;mo&gt;=&lt;/mo&gt;&lt;mi&gt;x&lt;/mi&gt;&lt;mo&gt;−&lt;/mo&gt;&lt;mfrac&gt;&lt;mn&gt;4&lt;/mn&gt;&lt;mn&gt;3&lt;/mn&gt;&lt;/mfrac&gt;&lt;/math&gt;" title="x over 3 plus x equals x minus four third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09299" y="6529626"/>
            <a:ext cx="1212067" cy="41086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1"/>
          <p:cNvSpPr/>
          <p:nvPr/>
        </p:nvSpPr>
        <p:spPr>
          <a:xfrm flipH="1">
            <a:off x="709451" y="1976606"/>
            <a:ext cx="940200" cy="409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5" name="Google Shape;265;p21"/>
          <p:cNvSpPr/>
          <p:nvPr/>
        </p:nvSpPr>
        <p:spPr>
          <a:xfrm flipH="1">
            <a:off x="4668749" y="5444185"/>
            <a:ext cx="722100" cy="465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66" name="Google Shape;266;p21"/>
          <p:cNvCxnSpPr/>
          <p:nvPr/>
        </p:nvCxnSpPr>
        <p:spPr>
          <a:xfrm>
            <a:off x="474770" y="7559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51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Many equations, one solution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2024-02-06T09:55:02.993</cp:lastPrinted>
  <dcterms:created xsi:type="dcterms:W3CDTF">2024-02-06T09:55:02Z</dcterms:created>
  <dcterms:modified xsi:type="dcterms:W3CDTF">2024-02-06T09:58:24Z</dcterms:modified>
</cp:coreProperties>
</file>