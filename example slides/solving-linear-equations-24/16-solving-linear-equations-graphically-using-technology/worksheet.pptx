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linear equations graphically using technology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2177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Solving equations with unknowns one side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770875"/>
            <a:ext cx="50310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Draw the line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use it to solve the below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868627" y="2102800"/>
            <a:ext cx="962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868627" y="2788601"/>
            <a:ext cx="962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868627" y="3550603"/>
            <a:ext cx="962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868627" y="4377574"/>
            <a:ext cx="962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6400" y="210935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76400" y="279515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76400" y="355715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76400" y="439535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6875" y="5712300"/>
            <a:ext cx="51738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Draw two lines for each to find the solutions to these equations: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859100" y="6042185"/>
            <a:ext cx="14712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− 7 = 13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6875" y="6050800"/>
            <a:ext cx="240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610000" y="6050800"/>
            <a:ext cx="2400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78-\frac{1}{2}x=105&quot;&gt;&lt;mn&gt;278&lt;/mn&gt;&lt;mo&gt;−&lt;/mo&gt;&lt;mfrac&gt;&lt;mn&gt;1&lt;/mn&gt;&lt;mn&gt;2&lt;/mn&gt;&lt;/mfrac&gt;&lt;mi&gt;x&lt;/mi&gt;&lt;mo&gt;=&lt;/mo&gt;&lt;mn&gt;105&lt;/mn&gt;&lt;/math&gt;" id="175" name="Google Shape;175;p20" title="278 minus one half x equals 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452" y="5999025"/>
            <a:ext cx="109529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364425" y="6033000"/>
            <a:ext cx="14712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+ 3.7 = 2.608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972200" y="6050791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>
            <a:off x="46800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Solving linear equations graphically using technology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94552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Solving equations with unknowns on both sides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6875" y="1226025"/>
            <a:ext cx="5779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pairs of lines and find the intersections to solve the below equations: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782900" y="1481750"/>
            <a:ext cx="1371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− 13 =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66875" y="148831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2764100" y="1481750"/>
            <a:ext cx="1800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− 268 = 5396 − 18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2524275" y="1488323"/>
            <a:ext cx="307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116775" y="1472225"/>
            <a:ext cx="20625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− 8.75 = 4(0.0625 −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924575" y="1478796"/>
            <a:ext cx="3072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76400" y="3959700"/>
            <a:ext cx="27579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says this graph shows that the solution to the equation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+ 9 = −2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76400" y="4797450"/>
            <a:ext cx="30879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is wrong.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the correct solution and write a sentence explaining Alex’s error to him.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" name="Google Shape;1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2600" y="4220150"/>
            <a:ext cx="727350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466875" y="7236300"/>
            <a:ext cx="42498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One of the below equations has no solution.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dentify which one it is and show why it has no solution.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706699" y="7679975"/>
            <a:ext cx="1279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8 − 3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706700" y="8457260"/>
            <a:ext cx="1705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− 25 = 25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706700" y="9310670"/>
            <a:ext cx="1435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− 11 = 2(3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6875" y="7686531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6875" y="846381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6875" y="9317226"/>
            <a:ext cx="307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" name="Google Shape;205;p21"/>
          <p:cNvGrpSpPr/>
          <p:nvPr/>
        </p:nvGrpSpPr>
        <p:grpSpPr>
          <a:xfrm>
            <a:off x="3564292" y="3942301"/>
            <a:ext cx="3505297" cy="2585976"/>
            <a:chOff x="4335122" y="1005600"/>
            <a:chExt cx="4472754" cy="3299701"/>
          </a:xfrm>
        </p:grpSpPr>
        <p:pic>
          <p:nvPicPr>
            <p:cNvPr id="206" name="Google Shape;20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5122" y="1005600"/>
              <a:ext cx="4472754" cy="3299701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4346876" y="2119365"/>
              <a:ext cx="1799100" cy="81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