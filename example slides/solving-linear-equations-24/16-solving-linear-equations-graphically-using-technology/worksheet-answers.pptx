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one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4031063" y="2058639"/>
            <a:ext cx="2964551" cy="1886570"/>
            <a:chOff x="4150674" y="1085148"/>
            <a:chExt cx="4674473" cy="3236525"/>
          </a:xfrm>
        </p:grpSpPr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50674" y="1085148"/>
              <a:ext cx="4674473" cy="323652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6" name="Google Shape;176;p20"/>
            <p:cNvSpPr/>
            <p:nvPr/>
          </p:nvSpPr>
          <p:spPr>
            <a:xfrm>
              <a:off x="4164575" y="3590500"/>
              <a:ext cx="1471200" cy="615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476400" y="1770875"/>
            <a:ext cx="5031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Draw the line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use it to solve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868630" y="2102795"/>
            <a:ext cx="147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054139" y="2102795"/>
            <a:ext cx="764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68630" y="2712395"/>
            <a:ext cx="147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68630" y="3321995"/>
            <a:ext cx="147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868630" y="3996565"/>
            <a:ext cx="147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21093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27189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33285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40143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054139" y="2712395"/>
            <a:ext cx="764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054139" y="3321995"/>
            <a:ext cx="764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054139" y="3844165"/>
            <a:ext cx="764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6875" y="5255100"/>
            <a:ext cx="5173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two lines for each to find the solutions to these equations: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59100" y="5584985"/>
            <a:ext cx="14712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− 7 = 13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6875" y="5593600"/>
            <a:ext cx="24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232425" y="5881675"/>
            <a:ext cx="483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484330" y="6236715"/>
            <a:ext cx="1931768" cy="1339405"/>
            <a:chOff x="4450700" y="1284850"/>
            <a:chExt cx="4349850" cy="3015998"/>
          </a:xfrm>
        </p:grpSpPr>
        <p:pic>
          <p:nvPicPr>
            <p:cNvPr id="195" name="Google Shape;195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0700" y="1284850"/>
              <a:ext cx="4349850" cy="3015998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4462125" y="2149835"/>
              <a:ext cx="1471200" cy="104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2610000" y="5593600"/>
            <a:ext cx="240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8-\frac{1}{2}x=105&quot;&gt;&lt;mn&gt;278&lt;/mn&gt;&lt;mo&gt;−&lt;/mo&gt;&lt;mfrac&gt;&lt;mn&gt;1&lt;/mn&gt;&lt;mn&gt;2&lt;/mn&gt;&lt;/mfrac&gt;&lt;mi&gt;x&lt;/mi&gt;&lt;mo&gt;=&lt;/mo&gt;&lt;mn&gt;105&lt;/mn&gt;&lt;/math&gt;" id="198" name="Google Shape;198;p20" title="278 minus one half x equals 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9452" y="5541825"/>
            <a:ext cx="109529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587025" y="5881675"/>
            <a:ext cx="653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346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2605498" y="6241818"/>
            <a:ext cx="2153503" cy="1191534"/>
            <a:chOff x="3441350" y="1530068"/>
            <a:chExt cx="5362309" cy="279375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1350" y="1530068"/>
              <a:ext cx="5362309" cy="279375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2" name="Google Shape;202;p20"/>
            <p:cNvSpPr/>
            <p:nvPr/>
          </p:nvSpPr>
          <p:spPr>
            <a:xfrm>
              <a:off x="3454874" y="2594885"/>
              <a:ext cx="1507800" cy="799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20"/>
          <p:cNvSpPr txBox="1"/>
          <p:nvPr/>
        </p:nvSpPr>
        <p:spPr>
          <a:xfrm>
            <a:off x="5364425" y="5575800"/>
            <a:ext cx="1471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+ 3.7 = 2.608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972200" y="5593591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996200" y="5881675"/>
            <a:ext cx="76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−0.52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4979019" y="6233251"/>
            <a:ext cx="2099471" cy="1394313"/>
            <a:chOff x="4183184" y="6028064"/>
            <a:chExt cx="2886267" cy="1901163"/>
          </a:xfrm>
        </p:grpSpPr>
        <p:pic>
          <p:nvPicPr>
            <p:cNvPr id="207" name="Google Shape;207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183184" y="6028064"/>
              <a:ext cx="2886267" cy="190116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8" name="Google Shape;208;p20"/>
            <p:cNvSpPr/>
            <p:nvPr/>
          </p:nvSpPr>
          <p:spPr>
            <a:xfrm>
              <a:off x="4187544" y="6587406"/>
              <a:ext cx="912300" cy="52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9" name="Google Shape;209;p20"/>
          <p:cNvCxnSpPr/>
          <p:nvPr/>
        </p:nvCxnSpPr>
        <p:spPr>
          <a:xfrm>
            <a:off x="4680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9455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6875" y="1226025"/>
            <a:ext cx="5779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pairs of lines and find the intersections to solve the below equations: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82900" y="1481750"/>
            <a:ext cx="1371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− 13 =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6875" y="148831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73098" y="1811925"/>
            <a:ext cx="206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(3, 14)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solution is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1"/>
          <p:cNvGrpSpPr/>
          <p:nvPr/>
        </p:nvGrpSpPr>
        <p:grpSpPr>
          <a:xfrm>
            <a:off x="498503" y="2453188"/>
            <a:ext cx="2002817" cy="1867873"/>
            <a:chOff x="152408" y="1469330"/>
            <a:chExt cx="3987293" cy="3488091"/>
          </a:xfrm>
        </p:grpSpPr>
        <p:pic>
          <p:nvPicPr>
            <p:cNvPr id="224" name="Google Shape;224;p21"/>
            <p:cNvPicPr preferRelativeResize="0"/>
            <p:nvPr/>
          </p:nvPicPr>
          <p:blipFill rotWithShape="1">
            <a:blip r:embed="rId3">
              <a:alphaModFix/>
            </a:blip>
            <a:srcRect b="6147" l="0" r="0" t="0"/>
            <a:stretch/>
          </p:blipFill>
          <p:spPr>
            <a:xfrm>
              <a:off x="152408" y="1469330"/>
              <a:ext cx="3987293" cy="348809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5" name="Google Shape;225;p21"/>
            <p:cNvSpPr/>
            <p:nvPr/>
          </p:nvSpPr>
          <p:spPr>
            <a:xfrm>
              <a:off x="167775" y="2506924"/>
              <a:ext cx="1714800" cy="863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" name="Google Shape;226;p21"/>
          <p:cNvSpPr txBox="1"/>
          <p:nvPr/>
        </p:nvSpPr>
        <p:spPr>
          <a:xfrm>
            <a:off x="2916500" y="1481750"/>
            <a:ext cx="180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− 268 = 5396 − 18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676675" y="1488323"/>
            <a:ext cx="307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665750" y="1807525"/>
            <a:ext cx="2246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(177, 2210)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solution is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177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2686337" y="2452802"/>
            <a:ext cx="2099742" cy="1868234"/>
            <a:chOff x="4292110" y="1274700"/>
            <a:chExt cx="4224833" cy="3716400"/>
          </a:xfrm>
        </p:grpSpPr>
        <p:pic>
          <p:nvPicPr>
            <p:cNvPr id="230" name="Google Shape;23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92110" y="1274700"/>
              <a:ext cx="4224833" cy="37164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1" name="Google Shape;231;p21"/>
            <p:cNvSpPr/>
            <p:nvPr/>
          </p:nvSpPr>
          <p:spPr>
            <a:xfrm>
              <a:off x="4302900" y="2301825"/>
              <a:ext cx="1665900" cy="863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" name="Google Shape;232;p21"/>
          <p:cNvSpPr txBox="1"/>
          <p:nvPr/>
        </p:nvSpPr>
        <p:spPr>
          <a:xfrm>
            <a:off x="5116775" y="1472225"/>
            <a:ext cx="2062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− 8.75 = 4(0.0625 −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924575" y="1478796"/>
            <a:ext cx="3072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930777" y="1806875"/>
            <a:ext cx="206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(2, −7.75)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solution is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4893933" y="2453194"/>
            <a:ext cx="2184326" cy="1868119"/>
            <a:chOff x="1243250" y="0"/>
            <a:chExt cx="6657499" cy="5143499"/>
          </a:xfrm>
        </p:grpSpPr>
        <p:pic>
          <p:nvPicPr>
            <p:cNvPr id="236" name="Google Shape;236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43250" y="0"/>
              <a:ext cx="6657499" cy="5143499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7" name="Google Shape;237;p21"/>
            <p:cNvSpPr/>
            <p:nvPr/>
          </p:nvSpPr>
          <p:spPr>
            <a:xfrm>
              <a:off x="1259950" y="1519500"/>
              <a:ext cx="2350800" cy="1137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8" name="Google Shape;238;p21"/>
          <p:cNvSpPr txBox="1"/>
          <p:nvPr/>
        </p:nvSpPr>
        <p:spPr>
          <a:xfrm>
            <a:off x="476400" y="4493100"/>
            <a:ext cx="27579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says this graph shows that the solution to the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 = −2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1"/>
          <p:cNvGrpSpPr/>
          <p:nvPr/>
        </p:nvGrpSpPr>
        <p:grpSpPr>
          <a:xfrm>
            <a:off x="3573292" y="4510838"/>
            <a:ext cx="3505297" cy="2585976"/>
            <a:chOff x="4335122" y="1005600"/>
            <a:chExt cx="4472754" cy="3299701"/>
          </a:xfrm>
        </p:grpSpPr>
        <p:pic>
          <p:nvPicPr>
            <p:cNvPr id="240" name="Google Shape;240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35122" y="1005600"/>
              <a:ext cx="4472754" cy="329970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1" name="Google Shape;241;p21"/>
            <p:cNvSpPr/>
            <p:nvPr/>
          </p:nvSpPr>
          <p:spPr>
            <a:xfrm>
              <a:off x="4346876" y="2119365"/>
              <a:ext cx="1799100" cy="81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2" name="Google Shape;242;p21"/>
          <p:cNvSpPr txBox="1"/>
          <p:nvPr/>
        </p:nvSpPr>
        <p:spPr>
          <a:xfrm>
            <a:off x="476400" y="5330850"/>
            <a:ext cx="30879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wrong.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correct solution and write a sentence explaining Alex’s error to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2600" y="4753550"/>
            <a:ext cx="727350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476400" y="6245700"/>
            <a:ext cx="2868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Kalam"/>
              <a:buChar char="●"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the solution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the value of both expressions when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98000" y="9267400"/>
            <a:ext cx="1800300" cy="3372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6875" y="7236300"/>
            <a:ext cx="4249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One of the below equations has no solution.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dentify which one it is and show why it has no solution.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06699" y="7679975"/>
            <a:ext cx="127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706700" y="8457260"/>
            <a:ext cx="1705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06700" y="9310670"/>
            <a:ext cx="1435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− 11 = 2(3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6875" y="7686531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6875" y="846381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6875" y="931722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99500" y="7947475"/>
            <a:ext cx="308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Different gradients therefore intersection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solution.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99500" y="8785675"/>
            <a:ext cx="308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Different gradients therefore intersection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solution.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706700" y="9635800"/>
            <a:ext cx="1435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− 11 = 6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147300" y="9642925"/>
            <a:ext cx="356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Same gradient. No intersection,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solution.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7" name="Google Shape;257;p21"/>
          <p:cNvGrpSpPr/>
          <p:nvPr/>
        </p:nvGrpSpPr>
        <p:grpSpPr>
          <a:xfrm>
            <a:off x="4691346" y="7331259"/>
            <a:ext cx="2372539" cy="2236147"/>
            <a:chOff x="4319846" y="1653827"/>
            <a:chExt cx="2894399" cy="2727674"/>
          </a:xfrm>
        </p:grpSpPr>
        <p:pic>
          <p:nvPicPr>
            <p:cNvPr id="258" name="Google Shape;25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319846" y="1653827"/>
              <a:ext cx="2894399" cy="2727674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9" name="Google Shape;259;p21"/>
            <p:cNvSpPr/>
            <p:nvPr/>
          </p:nvSpPr>
          <p:spPr>
            <a:xfrm>
              <a:off x="4326549" y="2424175"/>
              <a:ext cx="1225500" cy="81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