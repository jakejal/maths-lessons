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07AE6FC-48D8-47F2-9272-29BF079F8D33}">
  <a:tblStyle styleId="{007AE6FC-48D8-47F2-9272-29BF079F8D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1" name="Shape 231"/>
        <p:cNvGrpSpPr/>
        <p:nvPr/>
      </p:nvGrpSpPr>
      <p:grpSpPr>
        <a:xfrm>
          <a:off x="0" y="0"/>
          <a:ext cx="0" cy="0"/>
        </a:xfrm>
      </p:grpSpPr>
      <p:sp>
        <p:nvSpPr>
          <p:cNvPr id="232" name="Google Shape;23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5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Relationship Id="rId5" Type="http://schemas.openxmlformats.org/officeDocument/2006/relationships/image" Target="../media/image10.png" /><Relationship Id="rId6" Type="http://schemas.openxmlformats.org/officeDocument/2006/relationships/image" Target="../media/image11.png" /><Relationship Id="rId7" Type="http://schemas.openxmlformats.org/officeDocument/2006/relationships/image" Target="../media/image12.png" /><Relationship Id="rId8" Type="http://schemas.openxmlformats.org/officeDocument/2006/relationships/image" Target="../media/image13.png" /><Relationship Id="rId9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4097230" y="3462275"/>
          <a:ext cx="1457200" cy="915400"/>
        </p:xfrm>
        <a:graphic>
          <a:graphicData uri="http://schemas.openxmlformats.org/drawingml/2006/table">
            <a:tbl>
              <a:tblPr>
                <a:noFill/>
                <a:tableStyleId>{007AE6FC-48D8-47F2-9272-29BF079F8D33}</a:tableStyleId>
              </a:tblPr>
              <a:tblGrid>
                <a:gridCol w="603150"/>
                <a:gridCol w="272000"/>
                <a:gridCol w="582050"/>
              </a:tblGrid>
              <a:tr h="228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8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8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8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3316620" y="1892355"/>
          <a:ext cx="2121475" cy="640080"/>
        </p:xfrm>
        <a:graphic>
          <a:graphicData uri="http://schemas.openxmlformats.org/drawingml/2006/table">
            <a:tbl>
              <a:tblPr>
                <a:noFill/>
                <a:tableStyleId>{007AE6FC-48D8-47F2-9272-29BF079F8D33}</a:tableStyleId>
              </a:tblPr>
              <a:tblGrid>
                <a:gridCol w="1609275"/>
                <a:gridCol w="243075"/>
                <a:gridCol w="269125"/>
              </a:tblGrid>
              <a:tr h="1806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 + 2(8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06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 + 16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06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linear equations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817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Solving geometric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6875" y="16356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perimeter of this rectangle is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Work out the value of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083021" y="1969500"/>
            <a:ext cx="1729800" cy="458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 rot="10800000">
            <a:off x="986842" y="1976224"/>
            <a:ext cx="1200" cy="462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9" name="Google Shape;179;p20"/>
          <p:cNvSpPr txBox="1"/>
          <p:nvPr/>
        </p:nvSpPr>
        <p:spPr>
          <a:xfrm>
            <a:off x="468575" y="2074325"/>
            <a:ext cx="539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653400" y="2553250"/>
            <a:ext cx="680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1077920" y="2513796"/>
            <a:ext cx="1736100" cy="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82" name="Google Shape;182;p20" descr="&lt;math xmlns=&quot;http://www.w3.org/1998/Math/MathML&quot; display=&quot;block&quot; data-is-equatio=&quot;1&quot; data-latex=&quot;x=\frac{7}{28}=\frac{1}{4}&quot;&gt;&lt;mi&gt;x&lt;/mi&gt;&lt;mo&gt;=&lt;/mo&gt;&lt;mfrac&gt;&lt;mn&gt;7&lt;/mn&gt;&lt;mn&gt;28&lt;/mn&gt;&lt;/mfrac&gt;&lt;mo&gt;=&lt;/mo&gt;&lt;mfrac&gt;&lt;mn&gt;1&lt;/mn&gt;&lt;mn&gt;4&lt;/mn&gt;&lt;/mfrac&gt;&lt;/math&gt;" title="x equals 7 over 28 equals 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025" y="2548000"/>
            <a:ext cx="769375" cy="31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0"/>
          <p:cNvCxnSpPr/>
          <p:nvPr/>
        </p:nvCxnSpPr>
        <p:spPr>
          <a:xfrm rot="10800000" flipH="1">
            <a:off x="864175" y="3251441"/>
            <a:ext cx="656700" cy="119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4" name="Google Shape;184;p20"/>
          <p:cNvSpPr txBox="1"/>
          <p:nvPr/>
        </p:nvSpPr>
        <p:spPr>
          <a:xfrm>
            <a:off x="466875" y="2920475"/>
            <a:ext cx="3783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perimeter of this equilateral triangle.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964529" y="3297684"/>
            <a:ext cx="1340100" cy="1193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 rot="10800000">
            <a:off x="1760700" y="3251441"/>
            <a:ext cx="656700" cy="119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7" name="Google Shape;187;p20"/>
          <p:cNvSpPr txBox="1"/>
          <p:nvPr/>
        </p:nvSpPr>
        <p:spPr>
          <a:xfrm>
            <a:off x="2205850" y="3645925"/>
            <a:ext cx="562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26400" y="3645925"/>
            <a:ext cx="680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424625" y="3234375"/>
            <a:ext cx="320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 equilateral triangle has equal lengths.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424925" y="4425275"/>
            <a:ext cx="2673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5(9) + 20 = 45 + 20 = 65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424625" y="4688300"/>
            <a:ext cx="23316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perimeter is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× 65 = 195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6875" y="4978875"/>
            <a:ext cx="5691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Two identical rectangles make this compound shape with perimeter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Work out the value of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128900" y="6957143"/>
            <a:ext cx="1182600" cy="432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450250" y="7464750"/>
            <a:ext cx="581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1125413" y="7470855"/>
            <a:ext cx="1187100" cy="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6" name="Google Shape;196;p20"/>
          <p:cNvSpPr/>
          <p:nvPr/>
        </p:nvSpPr>
        <p:spPr>
          <a:xfrm rot="5400000">
            <a:off x="1503842" y="6150562"/>
            <a:ext cx="1182600" cy="432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297850" y="6655125"/>
            <a:ext cx="483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1133434" y="6887867"/>
            <a:ext cx="687900" cy="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" name="Google Shape;199;p20"/>
          <p:cNvSpPr txBox="1"/>
          <p:nvPr/>
        </p:nvSpPr>
        <p:spPr>
          <a:xfrm>
            <a:off x="529750" y="7055175"/>
            <a:ext cx="539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840775" y="5454975"/>
            <a:ext cx="562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>
            <a:off x="1888395" y="5709936"/>
            <a:ext cx="408300" cy="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2" name="Google Shape;202;p20"/>
          <p:cNvCxnSpPr/>
          <p:nvPr/>
        </p:nvCxnSpPr>
        <p:spPr>
          <a:xfrm rot="10800000">
            <a:off x="1058564" y="6955427"/>
            <a:ext cx="1200" cy="43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3" name="Google Shape;203;p20"/>
          <p:cNvSpPr txBox="1"/>
          <p:nvPr/>
        </p:nvSpPr>
        <p:spPr>
          <a:xfrm>
            <a:off x="3420217" y="5546814"/>
            <a:ext cx="2130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420217" y="5791052"/>
            <a:ext cx="2130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420225" y="6035295"/>
            <a:ext cx="1093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463325" y="7055175"/>
            <a:ext cx="539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 rot="10800000">
            <a:off x="2397399" y="6955427"/>
            <a:ext cx="1200" cy="43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8" name="Google Shape;208;p20"/>
          <p:cNvSpPr txBox="1"/>
          <p:nvPr/>
        </p:nvSpPr>
        <p:spPr>
          <a:xfrm>
            <a:off x="1312500" y="6144175"/>
            <a:ext cx="539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 rot="10800000" flipH="1">
            <a:off x="1818106" y="5776171"/>
            <a:ext cx="1200" cy="111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0" name="Google Shape;210;p20"/>
          <p:cNvCxnSpPr/>
          <p:nvPr/>
        </p:nvCxnSpPr>
        <p:spPr>
          <a:xfrm rot="10800000" flipH="1">
            <a:off x="2393805" y="5776171"/>
            <a:ext cx="1200" cy="111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" name="Google Shape;211;p20"/>
          <p:cNvSpPr txBox="1"/>
          <p:nvPr/>
        </p:nvSpPr>
        <p:spPr>
          <a:xfrm>
            <a:off x="2465025" y="6144175"/>
            <a:ext cx="562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420200" y="6450700"/>
            <a:ext cx="267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3(6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2) +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− 6) + 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+ 4) = 48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686900" y="6689925"/>
            <a:ext cx="25254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 +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− 18 +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= 48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963250" y="6948200"/>
            <a:ext cx="1230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334725" y="7187425"/>
            <a:ext cx="769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515700" y="7436175"/>
            <a:ext cx="483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76400" y="7769700"/>
            <a:ext cx="6624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rectangle and the square have equal perimeters. Work out this perimeter.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296383" y="8089851"/>
            <a:ext cx="622200" cy="591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" name="Google Shape;219;p20"/>
          <p:cNvCxnSpPr/>
          <p:nvPr/>
        </p:nvCxnSpPr>
        <p:spPr>
          <a:xfrm rot="10800000">
            <a:off x="4204494" y="8091108"/>
            <a:ext cx="5700" cy="59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0" name="Google Shape;220;p20"/>
          <p:cNvSpPr txBox="1"/>
          <p:nvPr/>
        </p:nvSpPr>
        <p:spPr>
          <a:xfrm>
            <a:off x="3715551" y="8284786"/>
            <a:ext cx="5256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029279" y="8091594"/>
            <a:ext cx="937500" cy="461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0"/>
          <p:cNvCxnSpPr/>
          <p:nvPr/>
        </p:nvCxnSpPr>
        <p:spPr>
          <a:xfrm>
            <a:off x="2031047" y="8635735"/>
            <a:ext cx="941100" cy="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" name="Google Shape;223;p20"/>
          <p:cNvCxnSpPr/>
          <p:nvPr/>
        </p:nvCxnSpPr>
        <p:spPr>
          <a:xfrm rot="10800000">
            <a:off x="1933143" y="8092533"/>
            <a:ext cx="4500" cy="46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4" name="Google Shape;224;p20"/>
          <p:cNvSpPr txBox="1"/>
          <p:nvPr/>
        </p:nvSpPr>
        <p:spPr>
          <a:xfrm>
            <a:off x="1503001" y="8205903"/>
            <a:ext cx="3870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8 −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264201" y="8630862"/>
            <a:ext cx="4893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20"/>
          <p:cNvGraphicFramePr>
            <a:graphicFrameLocks noGrp="1"/>
          </p:cNvGraphicFramePr>
          <p:nvPr/>
        </p:nvGraphicFramePr>
        <p:xfrm>
          <a:off x="474011" y="8865016"/>
          <a:ext cx="2820225" cy="1066800"/>
        </p:xfrm>
        <a:graphic>
          <a:graphicData uri="http://schemas.openxmlformats.org/drawingml/2006/table">
            <a:tbl>
              <a:tblPr>
                <a:noFill/>
                <a:tableStyleId>{007AE6FC-48D8-47F2-9272-29BF079F8D33}</a:tableStyleId>
              </a:tblPr>
              <a:tblGrid>
                <a:gridCol w="1621075"/>
                <a:gridCol w="218950"/>
                <a:gridCol w="980200"/>
              </a:tblGrid>
              <a:tr h="2064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+ 2(5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0"/>
          <p:cNvSpPr txBox="1"/>
          <p:nvPr/>
        </p:nvSpPr>
        <p:spPr>
          <a:xfrm>
            <a:off x="3426450" y="8958475"/>
            <a:ext cx="1842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 = 6(2.5) − 5 = 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426450" y="9232000"/>
            <a:ext cx="1842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× 10 = 40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3420000" y="9517475"/>
            <a:ext cx="28875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perimeter of both shapes is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4" name="Shape 234"/>
        <p:cNvGrpSpPr/>
        <p:nvPr/>
      </p:nvGrpSpPr>
      <p:grpSpPr>
        <a:xfrm>
          <a:off x="0" y="0"/>
          <a:ext cx="0" cy="0"/>
        </a:xfrm>
      </p:grpSpPr>
      <p:sp>
        <p:nvSpPr>
          <p:cNvPr id="235" name="Google Shape;23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6" name="Google Shape;23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linear equations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468000" y="924550"/>
            <a:ext cx="57780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Forming and solving equations from worded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6875" y="1206975"/>
            <a:ext cx="367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An electrician has a call out fee and then charges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hour. For an eight hour job they charge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£385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Form an equation and calculate their call out fee.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276341" y="1184950"/>
            <a:ext cx="2335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 ×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£45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£385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468546" y="1441691"/>
            <a:ext cx="2335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£360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£385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022706" y="1698427"/>
            <a:ext cx="1189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137325" y="1949925"/>
            <a:ext cx="1949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Their call out fee is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£25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66875" y="2178525"/>
            <a:ext cx="367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Another electrician has a call out fee of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for an eight hour job they charge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Form an equation to calculate their hourly rate.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468525" y="2183375"/>
            <a:ext cx="1378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 + 8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£370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932652" y="2440641"/>
            <a:ext cx="9333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£320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5575" y="4208975"/>
            <a:ext cx="681875" cy="87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rot="10800000">
            <a:off x="662827" y="5091349"/>
            <a:ext cx="3549123" cy="97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972825" y="5250825"/>
            <a:ext cx="3115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I have another number whereby if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385525" y="4874125"/>
            <a:ext cx="14154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395050" y="5117225"/>
            <a:ext cx="1077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625727" y="5338725"/>
            <a:ext cx="1077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Andeep’s number is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682868" y="5350800"/>
            <a:ext cx="6051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1" descr="&lt;math xmlns=&quot;http://www.w3.org/1998/Math/MathML&quot; display=&quot;block&quot; data-is-equatio=&quot;1&quot; data-latex=&quot;x=\frac{2}{3}&quot;&gt;&lt;mi&gt;x&lt;/mi&gt;&lt;mo&gt;=&lt;/mo&gt;&lt;mfrac&gt;&lt;mn&gt;2&lt;/mn&gt;&lt;mn&gt;3&lt;/mn&gt;&lt;/mfrac&gt;&lt;/math&gt;" title="x equal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7425" y="5609482"/>
            <a:ext cx="448457" cy="371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8112" y="5547497"/>
            <a:ext cx="112112" cy="37104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5016372" y="2697905"/>
            <a:ext cx="747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137325" y="2947499"/>
            <a:ext cx="19491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Their hourly rate is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£40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6400" y="3121500"/>
            <a:ext cx="4217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Andeep has made two number problems.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an equation and find the number in each case.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" name="Google Shape;260;p21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flipH="1">
            <a:off x="1058125" y="3558650"/>
            <a:ext cx="3439575" cy="99188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1357300" y="3688725"/>
            <a:ext cx="2949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I have a number whereby if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add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it’s the same as if you multiply it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minus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523947" y="3532512"/>
            <a:ext cx="138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514421" y="3803600"/>
            <a:ext cx="10509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+ 68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871027" y="4065162"/>
            <a:ext cx="654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978324" y="4307675"/>
            <a:ext cx="7476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824950" y="3941150"/>
            <a:ext cx="10509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Andeep’s number is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76400" y="6169500"/>
            <a:ext cx="48957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Jun, Aisha and Jacob are buying a present for classmates.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213200" y="6451850"/>
            <a:ext cx="5412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spends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more than Jun and Jacob spends three times as much as Jun. In total they spend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£39.50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does Jacob spend?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9" name="Google Shape;26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525" y="6533701"/>
            <a:ext cx="597128" cy="74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8021" y="7355127"/>
            <a:ext cx="511869" cy="96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3852" y="8427721"/>
            <a:ext cx="655549" cy="73585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1212750" y="8353425"/>
            <a:ext cx="59295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Aisha spends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more than Jun and Jacob spends four times as much as Aisha. Jacob spends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£33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than Aisha. How much does Jun spend?</a:t>
            </a:r>
            <a:endParaRPr sz="1200"/>
          </a:p>
        </p:txBody>
      </p:sp>
      <p:pic>
        <p:nvPicPr>
          <p:cNvPr id="273" name="Google Shape;27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30275" y="7083050"/>
            <a:ext cx="187394" cy="8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/>
          <p:nvPr/>
        </p:nvSpPr>
        <p:spPr>
          <a:xfrm>
            <a:off x="1806000" y="7083050"/>
            <a:ext cx="826800" cy="268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1259200" y="7130675"/>
            <a:ext cx="4755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6" name="Google Shape;276;p21"/>
          <p:cNvGrpSpPr/>
          <p:nvPr/>
        </p:nvGrpSpPr>
        <p:grpSpPr>
          <a:xfrm>
            <a:off x="1805859" y="7354692"/>
            <a:ext cx="1397928" cy="268529"/>
            <a:chOff x="4307665" y="2985427"/>
            <a:chExt cx="2047047" cy="387600"/>
          </a:xfrm>
        </p:grpSpPr>
        <p:sp>
          <p:nvSpPr>
            <p:cNvPr id="277" name="Google Shape;277;p21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79" name="Google Shape;279;p21"/>
          <p:cNvSpPr txBox="1"/>
          <p:nvPr/>
        </p:nvSpPr>
        <p:spPr>
          <a:xfrm>
            <a:off x="1259200" y="7409488"/>
            <a:ext cx="4755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1259200" y="7677002"/>
            <a:ext cx="4755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549150" y="7411600"/>
            <a:ext cx="6057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£39.50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460150" y="7043400"/>
            <a:ext cx="11733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39.50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751000" y="7250725"/>
            <a:ext cx="8268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37.50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836725" y="7448550"/>
            <a:ext cx="6744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7.50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633500" y="7946875"/>
            <a:ext cx="24768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spends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× £7.50 = £22.50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86" name="Google Shape;286;p21"/>
          <p:cNvGrpSpPr/>
          <p:nvPr/>
        </p:nvGrpSpPr>
        <p:grpSpPr>
          <a:xfrm>
            <a:off x="1805906" y="7624872"/>
            <a:ext cx="2476700" cy="268542"/>
            <a:chOff x="2882324" y="3290474"/>
            <a:chExt cx="3626739" cy="356204"/>
          </a:xfrm>
        </p:grpSpPr>
        <p:grpSp>
          <p:nvGrpSpPr>
            <p:cNvPr id="287" name="Google Shape;287;p21"/>
            <p:cNvGrpSpPr/>
            <p:nvPr/>
          </p:nvGrpSpPr>
          <p:grpSpPr>
            <a:xfrm>
              <a:off x="2882324" y="3290474"/>
              <a:ext cx="2418770" cy="356204"/>
              <a:chOff x="2882326" y="3487548"/>
              <a:chExt cx="2418770" cy="387600"/>
            </a:xfrm>
          </p:grpSpPr>
          <p:sp>
            <p:nvSpPr>
              <p:cNvPr id="288" name="Google Shape;288;p21"/>
              <p:cNvSpPr/>
              <p:nvPr/>
            </p:nvSpPr>
            <p:spPr>
              <a:xfrm>
                <a:off x="2882326" y="3487548"/>
                <a:ext cx="12108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289" name="Google Shape;289;p21"/>
              <p:cNvSpPr/>
              <p:nvPr/>
            </p:nvSpPr>
            <p:spPr>
              <a:xfrm>
                <a:off x="4090296" y="3487548"/>
                <a:ext cx="1210800" cy="387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290" name="Google Shape;290;p21"/>
            <p:cNvSpPr/>
            <p:nvPr/>
          </p:nvSpPr>
          <p:spPr>
            <a:xfrm>
              <a:off x="5298263" y="3290474"/>
              <a:ext cx="1210800" cy="356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91" name="Google Shape;291;p21"/>
          <p:cNvSpPr/>
          <p:nvPr/>
        </p:nvSpPr>
        <p:spPr>
          <a:xfrm>
            <a:off x="1787105" y="8983856"/>
            <a:ext cx="552300" cy="288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92" name="Google Shape;292;p21"/>
          <p:cNvGrpSpPr/>
          <p:nvPr/>
        </p:nvGrpSpPr>
        <p:grpSpPr>
          <a:xfrm>
            <a:off x="1786988" y="9276675"/>
            <a:ext cx="934068" cy="289033"/>
            <a:chOff x="4307665" y="2985427"/>
            <a:chExt cx="2047047" cy="387600"/>
          </a:xfrm>
        </p:grpSpPr>
        <p:sp>
          <p:nvSpPr>
            <p:cNvPr id="293" name="Google Shape;293;p21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95" name="Google Shape;295;p21"/>
          <p:cNvSpPr txBox="1"/>
          <p:nvPr/>
        </p:nvSpPr>
        <p:spPr>
          <a:xfrm>
            <a:off x="5803050" y="8896325"/>
            <a:ext cx="12711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6011524" y="9138432"/>
            <a:ext cx="9039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6290577" y="9385758"/>
            <a:ext cx="5241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760373" y="9689133"/>
            <a:ext cx="12711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Jun spends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99" name="Google Shape;299;p21"/>
          <p:cNvGrpSpPr/>
          <p:nvPr/>
        </p:nvGrpSpPr>
        <p:grpSpPr>
          <a:xfrm>
            <a:off x="1786988" y="9567557"/>
            <a:ext cx="934068" cy="289033"/>
            <a:chOff x="4307665" y="2985427"/>
            <a:chExt cx="2047047" cy="387600"/>
          </a:xfrm>
        </p:grpSpPr>
        <p:sp>
          <p:nvSpPr>
            <p:cNvPr id="300" name="Google Shape;300;p21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22295" y="9567557"/>
            <a:ext cx="934068" cy="289033"/>
            <a:chOff x="4307665" y="2985427"/>
            <a:chExt cx="2047047" cy="387600"/>
          </a:xfrm>
        </p:grpSpPr>
        <p:sp>
          <p:nvSpPr>
            <p:cNvPr id="303" name="Google Shape;303;p21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305" name="Google Shape;305;p21"/>
          <p:cNvGrpSpPr/>
          <p:nvPr/>
        </p:nvGrpSpPr>
        <p:grpSpPr>
          <a:xfrm>
            <a:off x="3657602" y="9567557"/>
            <a:ext cx="934068" cy="289033"/>
            <a:chOff x="4307665" y="2985427"/>
            <a:chExt cx="2047047" cy="387600"/>
          </a:xfrm>
        </p:grpSpPr>
        <p:sp>
          <p:nvSpPr>
            <p:cNvPr id="306" name="Google Shape;306;p21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308" name="Google Shape;308;p21"/>
          <p:cNvGrpSpPr/>
          <p:nvPr/>
        </p:nvGrpSpPr>
        <p:grpSpPr>
          <a:xfrm>
            <a:off x="4592910" y="9567557"/>
            <a:ext cx="934068" cy="289033"/>
            <a:chOff x="4307665" y="2985427"/>
            <a:chExt cx="2047047" cy="387600"/>
          </a:xfrm>
        </p:grpSpPr>
        <p:sp>
          <p:nvSpPr>
            <p:cNvPr id="309" name="Google Shape;309;p21"/>
            <p:cNvSpPr/>
            <p:nvPr/>
          </p:nvSpPr>
          <p:spPr>
            <a:xfrm>
              <a:off x="5514112" y="2985427"/>
              <a:ext cx="8406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4307665" y="2985427"/>
              <a:ext cx="1210800" cy="387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cxnSp>
        <p:nvCxnSpPr>
          <p:cNvPr id="311" name="Google Shape;311;p21"/>
          <p:cNvCxnSpPr/>
          <p:nvPr/>
        </p:nvCxnSpPr>
        <p:spPr>
          <a:xfrm>
            <a:off x="2733386" y="9487115"/>
            <a:ext cx="2783100" cy="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2" name="Google Shape;312;p21"/>
          <p:cNvSpPr txBox="1"/>
          <p:nvPr/>
        </p:nvSpPr>
        <p:spPr>
          <a:xfrm>
            <a:off x="3923104" y="9245168"/>
            <a:ext cx="3030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£33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1240150" y="9043057"/>
            <a:ext cx="4755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1240150" y="9336626"/>
            <a:ext cx="4755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1240150" y="9618299"/>
            <a:ext cx="4755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100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Times</vt:lpstr>
      <vt:lpstr>simple-light-2</vt:lpstr>
      <vt:lpstr>Problem solving with linear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2024-02-06T10:02:39.466</cp:lastPrinted>
  <dcterms:created xsi:type="dcterms:W3CDTF">2024-02-06T10:02:39Z</dcterms:created>
  <dcterms:modified xsi:type="dcterms:W3CDTF">2024-02-06T09:59:36Z</dcterms:modified>
</cp:coreProperties>
</file>