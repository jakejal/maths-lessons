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linear equations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817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geometric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6875" y="16356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perimeter of this rectangle is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Work out the value of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083021" y="2121900"/>
            <a:ext cx="1729800" cy="458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 rot="10800000">
            <a:off x="986842" y="2128624"/>
            <a:ext cx="1200" cy="46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5" name="Google Shape;165;p20"/>
          <p:cNvSpPr txBox="1"/>
          <p:nvPr/>
        </p:nvSpPr>
        <p:spPr>
          <a:xfrm>
            <a:off x="468575" y="2226725"/>
            <a:ext cx="539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653400" y="2705650"/>
            <a:ext cx="680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1077920" y="2666196"/>
            <a:ext cx="1736100" cy="4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8" name="Google Shape;168;p20"/>
          <p:cNvCxnSpPr/>
          <p:nvPr/>
        </p:nvCxnSpPr>
        <p:spPr>
          <a:xfrm rot="10800000" flipH="1">
            <a:off x="864175" y="3556241"/>
            <a:ext cx="656700" cy="119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9" name="Google Shape;169;p20"/>
          <p:cNvSpPr txBox="1"/>
          <p:nvPr/>
        </p:nvSpPr>
        <p:spPr>
          <a:xfrm>
            <a:off x="466875" y="3225275"/>
            <a:ext cx="3783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perimeter of this equilateral triangle.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964529" y="3602484"/>
            <a:ext cx="1340100" cy="1193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 rot="10800000">
            <a:off x="1760700" y="3556241"/>
            <a:ext cx="656700" cy="119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2" name="Google Shape;172;p20"/>
          <p:cNvSpPr txBox="1"/>
          <p:nvPr/>
        </p:nvSpPr>
        <p:spPr>
          <a:xfrm>
            <a:off x="2205850" y="3950725"/>
            <a:ext cx="562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26400" y="3950725"/>
            <a:ext cx="680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6875" y="5131275"/>
            <a:ext cx="5691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identical rectangles make this compound shape with perimeter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Work out the value of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128900" y="6957143"/>
            <a:ext cx="1182600" cy="432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450250" y="7464750"/>
            <a:ext cx="581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1125413" y="7470855"/>
            <a:ext cx="11871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/>
          <p:nvPr/>
        </p:nvSpPr>
        <p:spPr>
          <a:xfrm rot="5400000">
            <a:off x="1503842" y="6150562"/>
            <a:ext cx="1182600" cy="432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297850" y="6655125"/>
            <a:ext cx="483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1133434" y="6887867"/>
            <a:ext cx="6879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476400" y="8226900"/>
            <a:ext cx="6624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rectangle and the square have equal perimeters. Work out this perimeter.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296383" y="8547051"/>
            <a:ext cx="622200" cy="591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rot="10800000">
            <a:off x="4204494" y="8548308"/>
            <a:ext cx="5700" cy="59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3715551" y="8741986"/>
            <a:ext cx="5256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029279" y="8548794"/>
            <a:ext cx="937500" cy="461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2031047" y="9092935"/>
            <a:ext cx="941100" cy="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7" name="Google Shape;187;p20"/>
          <p:cNvCxnSpPr/>
          <p:nvPr/>
        </p:nvCxnSpPr>
        <p:spPr>
          <a:xfrm rot="10800000">
            <a:off x="1933143" y="8549733"/>
            <a:ext cx="4500" cy="46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1503001" y="8663103"/>
            <a:ext cx="3870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264201" y="9088062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6" name="Google Shape;19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linear equations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924550"/>
            <a:ext cx="5778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Forming and solving equations from worded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6875" y="1206975"/>
            <a:ext cx="36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An electrician has a call out fee and then charges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hour. For an eight hour job they charge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Form an equation and calculate their call out fee.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6875" y="2178525"/>
            <a:ext cx="36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Another electrician has a call out fee of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for an eight hour job they charge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Form an equation to calculate their hourly rate.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5575" y="4208975"/>
            <a:ext cx="681875" cy="87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rot="10800000">
            <a:off x="662827" y="5091349"/>
            <a:ext cx="3549123" cy="97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972825" y="5250825"/>
            <a:ext cx="3115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I have another number whereby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6400" y="3121500"/>
            <a:ext cx="4217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has made two number problems.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an equation and find the number in each case.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1058125" y="3558650"/>
            <a:ext cx="3439575" cy="991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357300" y="3688725"/>
            <a:ext cx="2949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I have a number whereby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76400" y="6169500"/>
            <a:ext cx="48957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Jun, Aisha and Jacob are buying a present for classmates.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213200" y="6451850"/>
            <a:ext cx="5412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spends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more than Jun and Jacob spends three times as much as Jun. In total they spend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£39.50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does Jacob spend?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525" y="6533701"/>
            <a:ext cx="597128" cy="74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021" y="7355127"/>
            <a:ext cx="511869" cy="96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852" y="8427721"/>
            <a:ext cx="655549" cy="73585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1212750" y="8124825"/>
            <a:ext cx="59295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Aisha spends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more than Jun and Jacob spends four times as much as Aisha. Jacob spends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more than Aisha. How much does Jun spend?</a:t>
            </a:r>
            <a:endParaRPr sz="12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Problem solving with linear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2024-02-06T09:59:25.929</cp:lastPrinted>
  <dcterms:created xsi:type="dcterms:W3CDTF">2024-02-06T09:59:25Z</dcterms:created>
  <dcterms:modified xsi:type="dcterms:W3CDTF">2024-02-06T09:59:35Z</dcterms:modified>
</cp:coreProperties>
</file>