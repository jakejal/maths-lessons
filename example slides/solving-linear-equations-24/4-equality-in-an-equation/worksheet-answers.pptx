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72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F246B45-7D24-40DA-A5F4-379A2FCC0858}">
  <a:tblStyle styleId="{DF246B45-7D24-40DA-A5F4-379A2FCC08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972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9" name="Shape 279"/>
        <p:cNvGrpSpPr/>
        <p:nvPr/>
      </p:nvGrpSpPr>
      <p:grpSpPr>
        <a:xfrm>
          <a:off x="0" y="0"/>
          <a:ext cx="0" cy="0"/>
        </a:xfrm>
      </p:grpSpPr>
      <p:sp>
        <p:nvSpPr>
          <p:cNvPr id="280" name="Google Shape;28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5150607" y="2989126"/>
            <a:ext cx="1908125" cy="227779"/>
            <a:chOff x="506475" y="3510000"/>
            <a:chExt cx="2412600" cy="288000"/>
          </a:xfrm>
        </p:grpSpPr>
        <p:sp>
          <p:nvSpPr>
            <p:cNvPr id="174" name="Google Shape;174;p20"/>
            <p:cNvSpPr/>
            <p:nvPr/>
          </p:nvSpPr>
          <p:spPr>
            <a:xfrm>
              <a:off x="50647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50647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5150529" y="3294307"/>
            <a:ext cx="1908125" cy="227779"/>
            <a:chOff x="3396275" y="3510000"/>
            <a:chExt cx="2412600" cy="288000"/>
          </a:xfrm>
        </p:grpSpPr>
        <p:sp>
          <p:nvSpPr>
            <p:cNvPr id="177" name="Google Shape;177;p20"/>
            <p:cNvSpPr/>
            <p:nvPr/>
          </p:nvSpPr>
          <p:spPr>
            <a:xfrm>
              <a:off x="339627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39627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2837489" y="3294324"/>
            <a:ext cx="1908125" cy="227779"/>
            <a:chOff x="506475" y="2898175"/>
            <a:chExt cx="2412600" cy="288000"/>
          </a:xfrm>
        </p:grpSpPr>
        <p:sp>
          <p:nvSpPr>
            <p:cNvPr id="180" name="Google Shape;180;p20"/>
            <p:cNvSpPr/>
            <p:nvPr/>
          </p:nvSpPr>
          <p:spPr>
            <a:xfrm>
              <a:off x="506475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506475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2837411" y="2989143"/>
            <a:ext cx="1908125" cy="227779"/>
            <a:chOff x="3365700" y="2898175"/>
            <a:chExt cx="2412600" cy="288000"/>
          </a:xfrm>
        </p:grpSpPr>
        <p:sp>
          <p:nvSpPr>
            <p:cNvPr id="183" name="Google Shape;183;p20"/>
            <p:cNvSpPr/>
            <p:nvPr/>
          </p:nvSpPr>
          <p:spPr>
            <a:xfrm>
              <a:off x="3365700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3365700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468025" y="1722621"/>
            <a:ext cx="6515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equations to the bar models. Each bar model can match with multiple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837503" y="3613688"/>
            <a:ext cx="1908300" cy="2277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67289" y="2960275"/>
            <a:ext cx="185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42 − 27 − 2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76586" y="3265457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83818" y="3584740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 + 3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280471" y="2960275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+ 27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244385" y="3265457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− 42 =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098528" y="3584740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+ 27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413981" y="3269646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421587" y="2964465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588539" y="3613573"/>
            <a:ext cx="1908125" cy="227779"/>
            <a:chOff x="506475" y="4121825"/>
            <a:chExt cx="2412600" cy="288000"/>
          </a:xfrm>
        </p:grpSpPr>
        <p:sp>
          <p:nvSpPr>
            <p:cNvPr id="196" name="Google Shape;196;p20"/>
            <p:cNvSpPr/>
            <p:nvPr/>
          </p:nvSpPr>
          <p:spPr>
            <a:xfrm>
              <a:off x="506475" y="412182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506475" y="412182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588384" y="2989143"/>
            <a:ext cx="1908125" cy="227779"/>
            <a:chOff x="6224925" y="2898175"/>
            <a:chExt cx="2412600" cy="288000"/>
          </a:xfrm>
        </p:grpSpPr>
        <p:sp>
          <p:nvSpPr>
            <p:cNvPr id="199" name="Google Shape;199;p20"/>
            <p:cNvSpPr/>
            <p:nvPr/>
          </p:nvSpPr>
          <p:spPr>
            <a:xfrm>
              <a:off x="6224925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224925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588384" y="3301358"/>
            <a:ext cx="1908125" cy="227779"/>
            <a:chOff x="6224925" y="3510000"/>
            <a:chExt cx="2412600" cy="288000"/>
          </a:xfrm>
        </p:grpSpPr>
        <p:sp>
          <p:nvSpPr>
            <p:cNvPr id="202" name="Google Shape;202;p20"/>
            <p:cNvSpPr/>
            <p:nvPr/>
          </p:nvSpPr>
          <p:spPr>
            <a:xfrm>
              <a:off x="622492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622492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" name="Google Shape;204;p20"/>
          <p:cNvSpPr/>
          <p:nvPr/>
        </p:nvSpPr>
        <p:spPr>
          <a:xfrm>
            <a:off x="2837503" y="3613688"/>
            <a:ext cx="227700" cy="227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41989" y="2188958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876873" y="2176343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160437" y="2188958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42000" y="24477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447309" y="2447703"/>
            <a:ext cx="9837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09724" y="24477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177448" y="24477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42001" y="2653059"/>
            <a:ext cx="17892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876883" y="24477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024696" y="2653059"/>
            <a:ext cx="6897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876882" y="2653059"/>
            <a:ext cx="1148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489445" y="24477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102008" y="24477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160447" y="2447703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269382" y="2447703"/>
            <a:ext cx="7344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7575" y="2653059"/>
            <a:ext cx="12864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717575" y="2447703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160447" y="2653059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68000" y="4124625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bar model write another equation which is also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090398" y="5939140"/>
            <a:ext cx="19833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− 42 = 0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102121" y="5503364"/>
            <a:ext cx="16341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86113" y="4631813"/>
            <a:ext cx="1837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+ 27 = 42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99692" y="5011315"/>
            <a:ext cx="13251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42 − 27 =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99692" y="5431808"/>
            <a:ext cx="1608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42 − 27 − 3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868052" y="4631813"/>
            <a:ext cx="1837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− 27 = 42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868052" y="5070277"/>
            <a:ext cx="1837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− 27 − 42 = 0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5102121" y="4631813"/>
            <a:ext cx="1837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+ 27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+ 42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102121" y="5067579"/>
            <a:ext cx="1837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+ 27 − 42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99692" y="5885280"/>
            <a:ext cx="65742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other possible answers.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93645" y="7137955"/>
            <a:ext cx="64923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Choose one expression from the box to place on each scale pan.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" name="Google Shape;235;p20"/>
          <p:cNvGrpSpPr/>
          <p:nvPr/>
        </p:nvGrpSpPr>
        <p:grpSpPr>
          <a:xfrm>
            <a:off x="483796" y="8314599"/>
            <a:ext cx="1797939" cy="763873"/>
            <a:chOff x="3679000" y="1380975"/>
            <a:chExt cx="4343896" cy="2543700"/>
          </a:xfrm>
        </p:grpSpPr>
        <p:sp>
          <p:nvSpPr>
            <p:cNvPr id="236" name="Google Shape;236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7" name="Google Shape;237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9" name="Google Shape;239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Google Shape;240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1" name="Google Shape;241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2" name="Google Shape;242;p20"/>
          <p:cNvSpPr/>
          <p:nvPr/>
        </p:nvSpPr>
        <p:spPr>
          <a:xfrm>
            <a:off x="5738875" y="7167050"/>
            <a:ext cx="1224600" cy="1302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773418" y="7975005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+ 10 + 12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897438" y="7698838"/>
            <a:ext cx="450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230236" y="8168325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5893468" y="7241796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821520" y="8222484"/>
            <a:ext cx="19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5812016" y="7470310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6504721" y="7674156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550310" y="7427328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38425" y="8621144"/>
            <a:ext cx="4080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667607" y="8621144"/>
            <a:ext cx="8289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82263" y="9131425"/>
            <a:ext cx="1978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both expressions are the same as  6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488200" y="9131425"/>
            <a:ext cx="17244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This would balance if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2338333" y="8317580"/>
            <a:ext cx="1797939" cy="763873"/>
            <a:chOff x="3679000" y="1380975"/>
            <a:chExt cx="4343896" cy="2543700"/>
          </a:xfrm>
        </p:grpSpPr>
        <p:sp>
          <p:nvSpPr>
            <p:cNvPr id="256" name="Google Shape;256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7" name="Google Shape;257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8" name="Google Shape;258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59" name="Google Shape;259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0" name="Google Shape;260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1" name="Google Shape;261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2" name="Google Shape;262;p20"/>
          <p:cNvSpPr txBox="1"/>
          <p:nvPr/>
        </p:nvSpPr>
        <p:spPr>
          <a:xfrm>
            <a:off x="2608552" y="8596361"/>
            <a:ext cx="176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592681" y="8596370"/>
            <a:ext cx="4080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01050" y="7666286"/>
            <a:ext cx="439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Many possible answers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here are some suggestions.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5" name="Google Shape;265;p20"/>
          <p:cNvGrpSpPr/>
          <p:nvPr/>
        </p:nvGrpSpPr>
        <p:grpSpPr>
          <a:xfrm>
            <a:off x="4190383" y="8317575"/>
            <a:ext cx="1797939" cy="763873"/>
            <a:chOff x="3679000" y="1380975"/>
            <a:chExt cx="4343896" cy="2543700"/>
          </a:xfrm>
        </p:grpSpPr>
        <p:sp>
          <p:nvSpPr>
            <p:cNvPr id="266" name="Google Shape;266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7" name="Google Shape;267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8" name="Google Shape;268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9" name="Google Shape;269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0" name="Google Shape;270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71" name="Google Shape;271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2" name="Google Shape;272;p20"/>
          <p:cNvSpPr txBox="1"/>
          <p:nvPr/>
        </p:nvSpPr>
        <p:spPr>
          <a:xfrm>
            <a:off x="4345012" y="8598628"/>
            <a:ext cx="331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482876" y="8597214"/>
            <a:ext cx="331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347125" y="9131425"/>
            <a:ext cx="20769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This would balance if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75" name="Google Shape;275;p20"/>
          <p:cNvGraphicFramePr>
            <a:graphicFrameLocks noGrp="1"/>
          </p:cNvGraphicFramePr>
          <p:nvPr/>
        </p:nvGraphicFramePr>
        <p:xfrm>
          <a:off x="455838" y="8012500"/>
          <a:ext cx="535875" cy="365730"/>
        </p:xfrm>
        <a:graphic>
          <a:graphicData uri="http://schemas.openxmlformats.org/drawingml/2006/table">
            <a:tbl>
              <a:tblPr>
                <a:noFill/>
                <a:tableStyleId>{DF246B45-7D24-40DA-A5F4-379A2FCC0858}</a:tableStyleId>
              </a:tblPr>
              <a:tblGrid>
                <a:gridCol w="535875"/>
              </a:tblGrid>
              <a:tr h="337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6" name="Google Shape;276;p20"/>
          <p:cNvSpPr txBox="1"/>
          <p:nvPr/>
        </p:nvSpPr>
        <p:spPr>
          <a:xfrm>
            <a:off x="468000" y="13961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bar models to rearrange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0"/>
          <p:cNvCxnSpPr/>
          <p:nvPr/>
        </p:nvCxnSpPr>
        <p:spPr>
          <a:xfrm>
            <a:off x="434545" y="64931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278;p20"/>
          <p:cNvSpPr txBox="1"/>
          <p:nvPr/>
        </p:nvSpPr>
        <p:spPr>
          <a:xfrm>
            <a:off x="484675" y="661021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balances to represent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2" name="Shape 282"/>
        <p:cNvGrpSpPr/>
        <p:nvPr/>
      </p:nvGrpSpPr>
      <p:grpSpPr>
        <a:xfrm>
          <a:off x="0" y="0"/>
          <a:ext cx="0" cy="0"/>
        </a:xfrm>
      </p:grpSpPr>
      <p:sp>
        <p:nvSpPr>
          <p:cNvPr id="283" name="Google Shape;28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84" name="Google Shape;28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511200" y="9402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Choose one expression from the box to place on each scale pan.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11200" y="3768525"/>
            <a:ext cx="62574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Many possible answers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all answers from b) are also valid here as long as the expressions are on the opposite sides to those in part b)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11208" y="4349872"/>
            <a:ext cx="2050113" cy="799599"/>
            <a:chOff x="385691" y="2731154"/>
            <a:chExt cx="2658341" cy="1796448"/>
          </a:xfrm>
        </p:grpSpPr>
        <p:sp>
          <p:nvSpPr>
            <p:cNvPr id="290" name="Google Shape;290;p21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91" name="Google Shape;291;p21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292" name="Google Shape;292;p21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3" name="Google Shape;293;p21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294" name="Google Shape;294;p21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21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296" name="Google Shape;296;p21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97" name="Google Shape;297;p21"/>
          <p:cNvGrpSpPr/>
          <p:nvPr/>
        </p:nvGrpSpPr>
        <p:grpSpPr>
          <a:xfrm>
            <a:off x="2754942" y="4349869"/>
            <a:ext cx="2050113" cy="799599"/>
            <a:chOff x="385691" y="2731154"/>
            <a:chExt cx="2658341" cy="1796448"/>
          </a:xfrm>
        </p:grpSpPr>
        <p:sp>
          <p:nvSpPr>
            <p:cNvPr id="298" name="Google Shape;298;p21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99" name="Google Shape;299;p21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300" name="Google Shape;300;p21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1" name="Google Shape;301;p21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302" name="Google Shape;302;p21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3" name="Google Shape;303;p21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304" name="Google Shape;304;p21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05" name="Google Shape;305;p21"/>
          <p:cNvGrpSpPr/>
          <p:nvPr/>
        </p:nvGrpSpPr>
        <p:grpSpPr>
          <a:xfrm>
            <a:off x="4998680" y="4340346"/>
            <a:ext cx="2050113" cy="799599"/>
            <a:chOff x="385691" y="2731154"/>
            <a:chExt cx="2658341" cy="1796448"/>
          </a:xfrm>
        </p:grpSpPr>
        <p:sp>
          <p:nvSpPr>
            <p:cNvPr id="306" name="Google Shape;306;p21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07" name="Google Shape;307;p21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308" name="Google Shape;308;p21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9" name="Google Shape;309;p21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310" name="Google Shape;310;p21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1" name="Google Shape;311;p21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312" name="Google Shape;312;p21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3" name="Google Shape;313;p21"/>
          <p:cNvSpPr txBox="1"/>
          <p:nvPr/>
        </p:nvSpPr>
        <p:spPr>
          <a:xfrm>
            <a:off x="511298" y="4824818"/>
            <a:ext cx="9771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1988771" y="4600532"/>
            <a:ext cx="4803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2932107" y="4824365"/>
            <a:ext cx="3906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341860" y="4616128"/>
            <a:ext cx="208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175845" y="4810906"/>
            <a:ext cx="3906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6494343" y="4594579"/>
            <a:ext cx="3906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738875" y="918650"/>
            <a:ext cx="1224600" cy="1302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5773418" y="1650405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+ 10 + 12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5897438" y="1450438"/>
            <a:ext cx="450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6230236" y="1919925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5893468" y="993396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897720" y="1941824"/>
            <a:ext cx="19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812016" y="1221910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6504721" y="1425756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6550310" y="1178928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494300" y="5336500"/>
            <a:ext cx="1772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8 + 10 + 13 =31 and 6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673450" y="5336500"/>
            <a:ext cx="18765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 when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positive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956400" y="5351175"/>
            <a:ext cx="20925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 when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less than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>
            <a:off x="474745" y="99536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21"/>
          <p:cNvSpPr txBox="1"/>
          <p:nvPr/>
        </p:nvSpPr>
        <p:spPr>
          <a:xfrm>
            <a:off x="468000" y="6083775"/>
            <a:ext cx="436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3" name="Google Shape;333;p21"/>
          <p:cNvGrpSpPr/>
          <p:nvPr/>
        </p:nvGrpSpPr>
        <p:grpSpPr>
          <a:xfrm>
            <a:off x="904489" y="6148090"/>
            <a:ext cx="1946065" cy="681203"/>
            <a:chOff x="3679000" y="1380975"/>
            <a:chExt cx="4343896" cy="2543700"/>
          </a:xfrm>
        </p:grpSpPr>
        <p:sp>
          <p:nvSpPr>
            <p:cNvPr id="334" name="Google Shape;334;p2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35" name="Google Shape;335;p2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6" name="Google Shape;336;p2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37" name="Google Shape;337;p2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" name="Google Shape;338;p2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39" name="Google Shape;339;p2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0" name="Google Shape;340;p21"/>
          <p:cNvSpPr txBox="1"/>
          <p:nvPr/>
        </p:nvSpPr>
        <p:spPr>
          <a:xfrm>
            <a:off x="2802175" y="6116525"/>
            <a:ext cx="4241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scales are balanced. What might the mass of the triangle and circle be? Is there more than one answer?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1033434" y="6385751"/>
            <a:ext cx="233100" cy="2058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1266682" y="6385751"/>
            <a:ext cx="206400" cy="2058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3" name="Google Shape;343;p21"/>
          <p:cNvGrpSpPr/>
          <p:nvPr/>
        </p:nvGrpSpPr>
        <p:grpSpPr>
          <a:xfrm>
            <a:off x="2371553" y="6281710"/>
            <a:ext cx="256860" cy="309985"/>
            <a:chOff x="4396891" y="2255566"/>
            <a:chExt cx="368100" cy="475584"/>
          </a:xfrm>
        </p:grpSpPr>
        <p:grpSp>
          <p:nvGrpSpPr>
            <p:cNvPr id="344" name="Google Shape;344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345" name="Google Shape;345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9" name="Google Shape;349;p21"/>
          <p:cNvSpPr txBox="1"/>
          <p:nvPr/>
        </p:nvSpPr>
        <p:spPr>
          <a:xfrm>
            <a:off x="2850550" y="6634575"/>
            <a:ext cx="5341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6 integer possibilities. e.g.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(Infinite non-integer answers)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2860263" y="6854795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3115141" y="6854795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527281" y="6835576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3782160" y="6835576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181437" y="6854805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436316" y="6854805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828239" y="6854795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5083117" y="6854795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483418" y="6854795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5738296" y="6854795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6177968" y="6854805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6432847" y="6854805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2802175" y="7458200"/>
            <a:ext cx="4241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scales are still balanced. What might the mass of the triangle and circle be?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there more than one answer now?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802175" y="8250000"/>
            <a:ext cx="42831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when the triangle was added, a mass of 3 was added. So the extra triangle is worth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4602937" y="7682480"/>
            <a:ext cx="255000" cy="2250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857816" y="7682480"/>
            <a:ext cx="225300" cy="2250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6" name="Google Shape;366;p21"/>
          <p:cNvGrpSpPr/>
          <p:nvPr/>
        </p:nvGrpSpPr>
        <p:grpSpPr>
          <a:xfrm>
            <a:off x="1013846" y="8169594"/>
            <a:ext cx="1737558" cy="607944"/>
            <a:chOff x="3679000" y="1380975"/>
            <a:chExt cx="4343896" cy="2543700"/>
          </a:xfrm>
        </p:grpSpPr>
        <p:sp>
          <p:nvSpPr>
            <p:cNvPr id="367" name="Google Shape;367;p2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68" name="Google Shape;368;p2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9" name="Google Shape;369;p2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70" name="Google Shape;370;p2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1" name="Google Shape;371;p2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72" name="Google Shape;372;p2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3" name="Google Shape;373;p21"/>
          <p:cNvGrpSpPr/>
          <p:nvPr/>
        </p:nvGrpSpPr>
        <p:grpSpPr>
          <a:xfrm>
            <a:off x="2304115" y="8282718"/>
            <a:ext cx="265511" cy="276742"/>
            <a:chOff x="4396891" y="2255566"/>
            <a:chExt cx="368100" cy="475584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77" name="Google Shape;377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8" name="Google Shape;378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79" name="Google Shape;379;p21"/>
          <p:cNvSpPr/>
          <p:nvPr/>
        </p:nvSpPr>
        <p:spPr>
          <a:xfrm>
            <a:off x="1128705" y="8381840"/>
            <a:ext cx="208200" cy="1839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1339904" y="8385738"/>
            <a:ext cx="184200" cy="183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1234565" y="8191441"/>
            <a:ext cx="208200" cy="1839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2" name="Google Shape;382;p21"/>
          <p:cNvGraphicFramePr>
            <a:graphicFrameLocks noGrp="1"/>
          </p:cNvGraphicFramePr>
          <p:nvPr/>
        </p:nvGraphicFramePr>
        <p:xfrm>
          <a:off x="667313" y="60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{DF246B45-7D24-40DA-A5F4-379A2FCC0858}</a:tableStyleId>
              </a:tblPr>
              <a:tblGrid>
                <a:gridCol w="535875"/>
              </a:tblGrid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21"/>
          <p:cNvSpPr/>
          <p:nvPr/>
        </p:nvSpPr>
        <p:spPr>
          <a:xfrm>
            <a:off x="1128705" y="7487806"/>
            <a:ext cx="208200" cy="1839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1336927" y="7487806"/>
            <a:ext cx="184200" cy="183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5" name="Google Shape;385;p21"/>
          <p:cNvGrpSpPr/>
          <p:nvPr/>
        </p:nvGrpSpPr>
        <p:grpSpPr>
          <a:xfrm>
            <a:off x="2322680" y="7395006"/>
            <a:ext cx="229253" cy="276742"/>
            <a:chOff x="4396891" y="2255566"/>
            <a:chExt cx="368100" cy="475584"/>
          </a:xfrm>
        </p:grpSpPr>
        <p:grpSp>
          <p:nvGrpSpPr>
            <p:cNvPr id="386" name="Google Shape;386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387" name="Google Shape;387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9" name="Google Shape;389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1167250" y="7452071"/>
            <a:ext cx="366301" cy="985732"/>
            <a:chOff x="660373" y="1377806"/>
            <a:chExt cx="669900" cy="1451100"/>
          </a:xfrm>
        </p:grpSpPr>
        <p:cxnSp>
          <p:nvCxnSpPr>
            <p:cNvPr id="392" name="Google Shape;392;p21"/>
            <p:cNvCxnSpPr>
              <a:endCxn id="393" idx="0"/>
            </p:cNvCxnSpPr>
            <p:nvPr/>
          </p:nvCxnSpPr>
          <p:spPr>
            <a:xfrm flipH="1">
              <a:off x="995323" y="1377806"/>
              <a:ext cx="2700" cy="104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3" name="Google Shape;393;p21"/>
            <p:cNvSpPr/>
            <p:nvPr/>
          </p:nvSpPr>
          <p:spPr>
            <a:xfrm>
              <a:off x="660373" y="2420906"/>
              <a:ext cx="669900" cy="4080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1013846" y="7275553"/>
            <a:ext cx="1737558" cy="607944"/>
            <a:chOff x="3679000" y="1380975"/>
            <a:chExt cx="4343896" cy="2543700"/>
          </a:xfrm>
        </p:grpSpPr>
        <p:sp>
          <p:nvSpPr>
            <p:cNvPr id="395" name="Google Shape;395;p2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96" name="Google Shape;396;p2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7" name="Google Shape;397;p2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398" name="Google Shape;398;p2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9" name="Google Shape;399;p2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00" name="Google Shape;400;p2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1" name="Google Shape;401;p21"/>
          <p:cNvGrpSpPr/>
          <p:nvPr/>
        </p:nvGrpSpPr>
        <p:grpSpPr>
          <a:xfrm>
            <a:off x="2233225" y="7720846"/>
            <a:ext cx="407500" cy="848812"/>
            <a:chOff x="3352831" y="1937101"/>
            <a:chExt cx="669900" cy="1229093"/>
          </a:xfrm>
        </p:grpSpPr>
        <p:sp>
          <p:nvSpPr>
            <p:cNvPr id="402" name="Google Shape;402;p21"/>
            <p:cNvSpPr/>
            <p:nvPr/>
          </p:nvSpPr>
          <p:spPr>
            <a:xfrm>
              <a:off x="3352831" y="2764794"/>
              <a:ext cx="669900" cy="401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3" name="Google Shape;403;p21"/>
            <p:cNvCxnSpPr>
              <a:endCxn id="375" idx="0"/>
            </p:cNvCxnSpPr>
            <p:nvPr/>
          </p:nvCxnSpPr>
          <p:spPr>
            <a:xfrm>
              <a:off x="3686780" y="1937101"/>
              <a:ext cx="2400" cy="813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04" name="Google Shape;404;p21"/>
          <p:cNvGrpSpPr/>
          <p:nvPr/>
        </p:nvGrpSpPr>
        <p:grpSpPr>
          <a:xfrm>
            <a:off x="1052054" y="8911245"/>
            <a:ext cx="1650925" cy="681327"/>
            <a:chOff x="3316500" y="457975"/>
            <a:chExt cx="4672871" cy="2924150"/>
          </a:xfrm>
        </p:grpSpPr>
        <p:sp>
          <p:nvSpPr>
            <p:cNvPr id="405" name="Google Shape;405;p21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06" name="Google Shape;406;p21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7" name="Google Shape;407;p21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08" name="Google Shape;408;p21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9" name="Google Shape;409;p21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10" name="Google Shape;410;p21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1" name="Google Shape;411;p21"/>
          <p:cNvSpPr txBox="1"/>
          <p:nvPr/>
        </p:nvSpPr>
        <p:spPr>
          <a:xfrm>
            <a:off x="2802175" y="8943700"/>
            <a:ext cx="4283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scales are no longer balanced. What could be done to balance them and is there more than one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1149044" y="9113733"/>
            <a:ext cx="204600" cy="18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1356402" y="9117561"/>
            <a:ext cx="180900" cy="180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252979" y="8926797"/>
            <a:ext cx="204600" cy="180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5" name="Google Shape;415;p21"/>
          <p:cNvGrpSpPr/>
          <p:nvPr/>
        </p:nvGrpSpPr>
        <p:grpSpPr>
          <a:xfrm>
            <a:off x="2250966" y="9139426"/>
            <a:ext cx="301179" cy="330103"/>
            <a:chOff x="4396891" y="2255566"/>
            <a:chExt cx="368100" cy="475584"/>
          </a:xfrm>
        </p:grpSpPr>
        <p:grpSp>
          <p:nvGrpSpPr>
            <p:cNvPr id="416" name="Google Shape;416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417" name="Google Shape;417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419" name="Google Shape;419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420" name="Google Shape;420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21" name="Google Shape;421;p21"/>
          <p:cNvSpPr txBox="1"/>
          <p:nvPr/>
        </p:nvSpPr>
        <p:spPr>
          <a:xfrm>
            <a:off x="2829700" y="9453450"/>
            <a:ext cx="42414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you could add 10 to left hand side or double the left hand side.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422" name="Google Shape;422;p21"/>
          <p:cNvGrpSpPr/>
          <p:nvPr/>
        </p:nvGrpSpPr>
        <p:grpSpPr>
          <a:xfrm>
            <a:off x="515188" y="2107610"/>
            <a:ext cx="1835036" cy="822856"/>
            <a:chOff x="3316500" y="457975"/>
            <a:chExt cx="4672871" cy="2924150"/>
          </a:xfrm>
        </p:grpSpPr>
        <p:sp>
          <p:nvSpPr>
            <p:cNvPr id="423" name="Google Shape;423;p21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24" name="Google Shape;424;p21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5" name="Google Shape;425;p21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26" name="Google Shape;426;p21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7" name="Google Shape;427;p21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28" name="Google Shape;428;p21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29" name="Google Shape;429;p21"/>
          <p:cNvGrpSpPr/>
          <p:nvPr/>
        </p:nvGrpSpPr>
        <p:grpSpPr>
          <a:xfrm>
            <a:off x="2608550" y="2107610"/>
            <a:ext cx="1835036" cy="822856"/>
            <a:chOff x="3316500" y="457975"/>
            <a:chExt cx="4672871" cy="2924150"/>
          </a:xfrm>
        </p:grpSpPr>
        <p:sp>
          <p:nvSpPr>
            <p:cNvPr id="430" name="Google Shape;430;p21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31" name="Google Shape;431;p21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2" name="Google Shape;432;p21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33" name="Google Shape;433;p21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4" name="Google Shape;434;p21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35" name="Google Shape;435;p21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6" name="Google Shape;436;p21"/>
          <p:cNvGrpSpPr/>
          <p:nvPr/>
        </p:nvGrpSpPr>
        <p:grpSpPr>
          <a:xfrm>
            <a:off x="4701888" y="2114108"/>
            <a:ext cx="1835036" cy="822856"/>
            <a:chOff x="3316500" y="457975"/>
            <a:chExt cx="4672871" cy="2924150"/>
          </a:xfrm>
        </p:grpSpPr>
        <p:sp>
          <p:nvSpPr>
            <p:cNvPr id="437" name="Google Shape;437;p21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38" name="Google Shape;438;p21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9" name="Google Shape;439;p21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40" name="Google Shape;440;p21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1" name="Google Shape;441;p21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442" name="Google Shape;442;p21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3" name="Google Shape;443;p21"/>
          <p:cNvSpPr txBox="1"/>
          <p:nvPr/>
        </p:nvSpPr>
        <p:spPr>
          <a:xfrm>
            <a:off x="1667596" y="2614382"/>
            <a:ext cx="8742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498150" y="2383925"/>
            <a:ext cx="8742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+ 10 + 12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2888689" y="2390833"/>
            <a:ext cx="1863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4011212" y="2615538"/>
            <a:ext cx="3498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7" name="Google Shape;447;p21"/>
          <p:cNvSpPr txBox="1"/>
          <p:nvPr/>
        </p:nvSpPr>
        <p:spPr>
          <a:xfrm>
            <a:off x="4982027" y="2399322"/>
            <a:ext cx="1863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6043829" y="2608951"/>
            <a:ext cx="3498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+ 6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9" name="Google Shape;449;p21"/>
          <p:cNvSpPr txBox="1"/>
          <p:nvPr/>
        </p:nvSpPr>
        <p:spPr>
          <a:xfrm>
            <a:off x="482263" y="2994938"/>
            <a:ext cx="21588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The right hand side is one bigger.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2639375" y="2994938"/>
            <a:ext cx="18504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positive then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will be larger than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4726525" y="2994938"/>
            <a:ext cx="25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 for any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511200" y="1346674"/>
            <a:ext cx="439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Many possible answers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here are some suggestions.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Equality in an equation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2024-02-06T09:57:23.995</cp:lastPrinted>
  <dcterms:created xsi:type="dcterms:W3CDTF">2024-02-06T09:57:23Z</dcterms:created>
  <dcterms:modified xsi:type="dcterms:W3CDTF">2024-02-06T09:54:21Z</dcterms:modified>
</cp:coreProperties>
</file>