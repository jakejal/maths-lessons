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95">
          <p15:clr>
            <a:srgbClr val="747775"/>
          </p15:clr>
        </p15:guide>
        <p15:guide id="2" orient="horz" pos="227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8DC5B31-E326-4E63-BB09-7A8CF71FF860}">
  <a:tblStyle styleId="{68DC5B31-E326-4E63-BB09-7A8CF71FF8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/>
        <p:guide orient="horz" pos="227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25" y="1722621"/>
            <a:ext cx="6515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equations to the bar models. Each bar model can match with multiple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961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bar models to rearrange equations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41989" y="2265158"/>
            <a:ext cx="199200" cy="199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876873" y="2252543"/>
            <a:ext cx="199200" cy="199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5160437" y="2265158"/>
            <a:ext cx="199200" cy="1992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642000" y="2523903"/>
            <a:ext cx="267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447309" y="2523903"/>
            <a:ext cx="9837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09724" y="2523903"/>
            <a:ext cx="267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177448" y="2523903"/>
            <a:ext cx="267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642001" y="2729259"/>
            <a:ext cx="17892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876883" y="2523903"/>
            <a:ext cx="612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024696" y="2729259"/>
            <a:ext cx="6897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876882" y="2729259"/>
            <a:ext cx="1148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489445" y="2523903"/>
            <a:ext cx="612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102008" y="2523903"/>
            <a:ext cx="6126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160447" y="2523903"/>
            <a:ext cx="557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269382" y="2523903"/>
            <a:ext cx="7344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7575" y="2729259"/>
            <a:ext cx="12864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717575" y="2523903"/>
            <a:ext cx="557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160447" y="2729259"/>
            <a:ext cx="557100" cy="205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578607" y="3446326"/>
            <a:ext cx="1908125" cy="227779"/>
            <a:chOff x="506475" y="3510000"/>
            <a:chExt cx="2412600" cy="288000"/>
          </a:xfrm>
        </p:grpSpPr>
        <p:sp>
          <p:nvSpPr>
            <p:cNvPr id="182" name="Google Shape;182;p20"/>
            <p:cNvSpPr/>
            <p:nvPr/>
          </p:nvSpPr>
          <p:spPr>
            <a:xfrm>
              <a:off x="506475" y="3510000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06475" y="3510000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2820589" y="3446707"/>
            <a:ext cx="1908125" cy="227779"/>
            <a:chOff x="3396275" y="3510000"/>
            <a:chExt cx="2412600" cy="288000"/>
          </a:xfrm>
        </p:grpSpPr>
        <p:sp>
          <p:nvSpPr>
            <p:cNvPr id="185" name="Google Shape;185;p20"/>
            <p:cNvSpPr/>
            <p:nvPr/>
          </p:nvSpPr>
          <p:spPr>
            <a:xfrm>
              <a:off x="3396275" y="3510000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3396275" y="3510000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579346" y="3141924"/>
            <a:ext cx="1908125" cy="227779"/>
            <a:chOff x="506475" y="2898175"/>
            <a:chExt cx="2412600" cy="288000"/>
          </a:xfrm>
        </p:grpSpPr>
        <p:sp>
          <p:nvSpPr>
            <p:cNvPr id="188" name="Google Shape;188;p20"/>
            <p:cNvSpPr/>
            <p:nvPr/>
          </p:nvSpPr>
          <p:spPr>
            <a:xfrm>
              <a:off x="506475" y="289817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506475" y="289817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2818361" y="3141543"/>
            <a:ext cx="1908125" cy="227779"/>
            <a:chOff x="3365700" y="2898175"/>
            <a:chExt cx="2412600" cy="288000"/>
          </a:xfrm>
        </p:grpSpPr>
        <p:sp>
          <p:nvSpPr>
            <p:cNvPr id="191" name="Google Shape;191;p20"/>
            <p:cNvSpPr/>
            <p:nvPr/>
          </p:nvSpPr>
          <p:spPr>
            <a:xfrm>
              <a:off x="3365700" y="289817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3365700" y="289817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" name="Google Shape;193;p20"/>
          <p:cNvSpPr/>
          <p:nvPr/>
        </p:nvSpPr>
        <p:spPr>
          <a:xfrm>
            <a:off x="5170409" y="3766088"/>
            <a:ext cx="1908300" cy="2277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439289" y="3112675"/>
            <a:ext cx="185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42 − 27 − 2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648586" y="3417857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74293" y="3737140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 + 3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261421" y="3112675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 + 27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986242" y="3113057"/>
            <a:ext cx="13545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− 42 =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431435" y="3737140"/>
            <a:ext cx="167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 + 27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3084041" y="3422046"/>
            <a:ext cx="167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42 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849587" y="3421665"/>
            <a:ext cx="16704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42 −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>
            <a:off x="579014" y="3765973"/>
            <a:ext cx="1908125" cy="227779"/>
            <a:chOff x="506475" y="4121825"/>
            <a:chExt cx="2412600" cy="288000"/>
          </a:xfrm>
        </p:grpSpPr>
        <p:sp>
          <p:nvSpPr>
            <p:cNvPr id="203" name="Google Shape;203;p20"/>
            <p:cNvSpPr/>
            <p:nvPr/>
          </p:nvSpPr>
          <p:spPr>
            <a:xfrm>
              <a:off x="506475" y="412182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506475" y="412182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5160384" y="3141543"/>
            <a:ext cx="1908125" cy="227779"/>
            <a:chOff x="6224925" y="2898175"/>
            <a:chExt cx="2412600" cy="288000"/>
          </a:xfrm>
        </p:grpSpPr>
        <p:sp>
          <p:nvSpPr>
            <p:cNvPr id="206" name="Google Shape;206;p20"/>
            <p:cNvSpPr/>
            <p:nvPr/>
          </p:nvSpPr>
          <p:spPr>
            <a:xfrm>
              <a:off x="6224925" y="2898175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6224925" y="2898175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5160384" y="3453758"/>
            <a:ext cx="1908125" cy="227779"/>
            <a:chOff x="6224925" y="3510000"/>
            <a:chExt cx="2412600" cy="288000"/>
          </a:xfrm>
        </p:grpSpPr>
        <p:sp>
          <p:nvSpPr>
            <p:cNvPr id="209" name="Google Shape;209;p20"/>
            <p:cNvSpPr/>
            <p:nvPr/>
          </p:nvSpPr>
          <p:spPr>
            <a:xfrm>
              <a:off x="6224925" y="3510000"/>
              <a:ext cx="2412600" cy="2880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6224925" y="3510000"/>
              <a:ext cx="288000" cy="288000"/>
            </a:xfrm>
            <a:prstGeom prst="ellips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" name="Google Shape;211;p20"/>
          <p:cNvSpPr/>
          <p:nvPr/>
        </p:nvSpPr>
        <p:spPr>
          <a:xfrm>
            <a:off x="5170409" y="3766088"/>
            <a:ext cx="227700" cy="2277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83750" y="4749575"/>
            <a:ext cx="6624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For each bar model write another equation which is also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93645" y="5994955"/>
            <a:ext cx="64923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Choose one expression from the box to place on each scale pan.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785808" y="6519387"/>
            <a:ext cx="1797939" cy="763873"/>
            <a:chOff x="3679000" y="1380975"/>
            <a:chExt cx="4343896" cy="2543700"/>
          </a:xfrm>
        </p:grpSpPr>
        <p:sp>
          <p:nvSpPr>
            <p:cNvPr id="215" name="Google Shape;215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6" name="Google Shape;216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7" name="Google Shape;217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8" name="Google Shape;218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9" name="Google Shape;219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0" name="Google Shape;220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1" name="Google Shape;221;p20"/>
          <p:cNvSpPr/>
          <p:nvPr/>
        </p:nvSpPr>
        <p:spPr>
          <a:xfrm>
            <a:off x="5608975" y="6328850"/>
            <a:ext cx="1354500" cy="13491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714831" y="7166099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+ 10 + 12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897438" y="6860638"/>
            <a:ext cx="450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230236" y="7406325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893468" y="6403596"/>
            <a:ext cx="91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821520" y="7460484"/>
            <a:ext cx="195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812016" y="6632110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504721" y="6835956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6550310" y="6589128"/>
            <a:ext cx="3663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+ b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>
            <a:off x="434545" y="55025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20"/>
          <p:cNvSpPr txBox="1"/>
          <p:nvPr/>
        </p:nvSpPr>
        <p:spPr>
          <a:xfrm>
            <a:off x="484675" y="5619613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balances to represent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2" name="Google Shape;232;p20"/>
          <p:cNvGraphicFramePr>
            <a:graphicFrameLocks noGrp="1"/>
          </p:cNvGraphicFramePr>
          <p:nvPr/>
        </p:nvGraphicFramePr>
        <p:xfrm>
          <a:off x="473663" y="6519363"/>
          <a:ext cx="535875" cy="3388875"/>
        </p:xfrm>
        <a:graphic>
          <a:graphicData uri="http://schemas.openxmlformats.org/drawingml/2006/table">
            <a:tbl>
              <a:tblPr>
                <a:noFill/>
                <a:tableStyleId>{68DC5B31-E326-4E63-BB09-7A8CF71FF860}</a:tableStyleId>
              </a:tblPr>
              <a:tblGrid>
                <a:gridCol w="535875"/>
              </a:tblGrid>
              <a:tr h="1129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9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9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33" name="Google Shape;233;p20"/>
          <p:cNvGrpSpPr/>
          <p:nvPr/>
        </p:nvGrpSpPr>
        <p:grpSpPr>
          <a:xfrm>
            <a:off x="767250" y="7636210"/>
            <a:ext cx="1835036" cy="822856"/>
            <a:chOff x="3316500" y="457975"/>
            <a:chExt cx="4672871" cy="2924150"/>
          </a:xfrm>
        </p:grpSpPr>
        <p:sp>
          <p:nvSpPr>
            <p:cNvPr id="234" name="Google Shape;234;p20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5" name="Google Shape;235;p20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6" name="Google Shape;236;p20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7" name="Google Shape;237;p20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20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9" name="Google Shape;239;p20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0" name="Google Shape;240;p20"/>
          <p:cNvGrpSpPr/>
          <p:nvPr/>
        </p:nvGrpSpPr>
        <p:grpSpPr>
          <a:xfrm>
            <a:off x="659721" y="8812022"/>
            <a:ext cx="2050113" cy="799599"/>
            <a:chOff x="385691" y="2731154"/>
            <a:chExt cx="2658341" cy="1796448"/>
          </a:xfrm>
        </p:grpSpPr>
        <p:sp>
          <p:nvSpPr>
            <p:cNvPr id="241" name="Google Shape;241;p20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42" name="Google Shape;242;p20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243" name="Google Shape;243;p20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4" name="Google Shape;244;p20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245" name="Google Shape;245;p20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6" name="Google Shape;246;p20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cxnSp>
            <p:nvCxnSpPr>
              <p:cNvPr id="247" name="Google Shape;247;p20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8" name="Google Shape;248;p20"/>
          <p:cNvSpPr txBox="1"/>
          <p:nvPr/>
        </p:nvSpPr>
        <p:spPr>
          <a:xfrm>
            <a:off x="3420000" y="9722625"/>
            <a:ext cx="3861300" cy="1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your reasoning.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2" name="Shape 252"/>
        <p:cNvGrpSpPr/>
        <p:nvPr/>
      </p:nvGrpSpPr>
      <p:grpSpPr>
        <a:xfrm>
          <a:off x="0" y="0"/>
          <a:ext cx="0" cy="0"/>
        </a:xfrm>
      </p:grpSpPr>
      <p:sp>
        <p:nvSpPr>
          <p:cNvPr id="253" name="Google Shape;25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4" name="Google Shape;25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467350" y="1019189"/>
            <a:ext cx="3162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8" name="Google Shape;258;p21"/>
          <p:cNvGrpSpPr/>
          <p:nvPr/>
        </p:nvGrpSpPr>
        <p:grpSpPr>
          <a:xfrm>
            <a:off x="695084" y="1217738"/>
            <a:ext cx="2228853" cy="780153"/>
            <a:chOff x="3679000" y="1380975"/>
            <a:chExt cx="4343896" cy="2543700"/>
          </a:xfrm>
        </p:grpSpPr>
        <p:sp>
          <p:nvSpPr>
            <p:cNvPr id="259" name="Google Shape;259;p2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0" name="Google Shape;260;p2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1" name="Google Shape;261;p2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2" name="Google Shape;262;p2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3" name="Google Shape;263;p2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4" name="Google Shape;264;p2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5" name="Google Shape;265;p21"/>
          <p:cNvGrpSpPr/>
          <p:nvPr/>
        </p:nvGrpSpPr>
        <p:grpSpPr>
          <a:xfrm>
            <a:off x="731219" y="4519246"/>
            <a:ext cx="2156530" cy="889819"/>
            <a:chOff x="3316500" y="457975"/>
            <a:chExt cx="4672871" cy="2924150"/>
          </a:xfrm>
        </p:grpSpPr>
        <p:sp>
          <p:nvSpPr>
            <p:cNvPr id="266" name="Google Shape;266;p21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7" name="Google Shape;267;p21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8" name="Google Shape;268;p21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69" name="Google Shape;269;p21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0" name="Google Shape;270;p21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71" name="Google Shape;271;p21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72" name="Google Shape;272;p21"/>
          <p:cNvSpPr txBox="1"/>
          <p:nvPr/>
        </p:nvSpPr>
        <p:spPr>
          <a:xfrm>
            <a:off x="2923895" y="1270145"/>
            <a:ext cx="41685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These scales are balanced. What might the mass of the triangle and circle be? Is there more than one answer?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73" name="Google Shape;273;p21"/>
          <p:cNvGraphicFramePr>
            <a:graphicFrameLocks noGrp="1"/>
          </p:cNvGraphicFramePr>
          <p:nvPr/>
        </p:nvGraphicFramePr>
        <p:xfrm>
          <a:off x="468000" y="1298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{68DC5B31-E326-4E63-BB09-7A8CF71FF860}</a:tableStyleId>
              </a:tblPr>
              <a:tblGrid>
                <a:gridCol w="535875"/>
              </a:tblGrid>
              <a:tr h="1615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615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6154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21"/>
          <p:cNvSpPr txBox="1"/>
          <p:nvPr/>
        </p:nvSpPr>
        <p:spPr>
          <a:xfrm>
            <a:off x="2923895" y="2898852"/>
            <a:ext cx="41685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scales are still balanced. What might the mass of the triangle and circle be? Is there more than one answer now?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887861" y="4603743"/>
            <a:ext cx="42048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scales are no longer balanced. What could be done to balance them? Is there more than one answer?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6" name="Google Shape;276;p21"/>
          <p:cNvGrpSpPr/>
          <p:nvPr/>
        </p:nvGrpSpPr>
        <p:grpSpPr>
          <a:xfrm>
            <a:off x="695084" y="2854974"/>
            <a:ext cx="2228853" cy="780153"/>
            <a:chOff x="3679000" y="1380975"/>
            <a:chExt cx="4343896" cy="2543700"/>
          </a:xfrm>
        </p:grpSpPr>
        <p:sp>
          <p:nvSpPr>
            <p:cNvPr id="277" name="Google Shape;277;p2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78" name="Google Shape;278;p2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9" name="Google Shape;279;p2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80" name="Google Shape;280;p2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1" name="Google Shape;281;p2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82" name="Google Shape;282;p2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3" name="Google Shape;283;p21"/>
          <p:cNvSpPr/>
          <p:nvPr/>
        </p:nvSpPr>
        <p:spPr>
          <a:xfrm>
            <a:off x="842613" y="1489906"/>
            <a:ext cx="267000" cy="2358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1109736" y="1489906"/>
            <a:ext cx="236100" cy="235800"/>
          </a:xfrm>
          <a:prstGeom prst="ellipse">
            <a:avLst/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5" name="Google Shape;285;p21"/>
          <p:cNvGrpSpPr/>
          <p:nvPr/>
        </p:nvGrpSpPr>
        <p:grpSpPr>
          <a:xfrm>
            <a:off x="2374891" y="1370613"/>
            <a:ext cx="294149" cy="354976"/>
            <a:chOff x="4396891" y="2255566"/>
            <a:chExt cx="368100" cy="475584"/>
          </a:xfrm>
        </p:grpSpPr>
        <p:grpSp>
          <p:nvGrpSpPr>
            <p:cNvPr id="286" name="Google Shape;286;p2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287" name="Google Shape;287;p2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289" name="Google Shape;289;p2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91" name="Google Shape;291;p21"/>
          <p:cNvGrpSpPr/>
          <p:nvPr/>
        </p:nvGrpSpPr>
        <p:grpSpPr>
          <a:xfrm>
            <a:off x="2350797" y="2999729"/>
            <a:ext cx="340640" cy="354976"/>
            <a:chOff x="4396891" y="2255566"/>
            <a:chExt cx="368100" cy="475584"/>
          </a:xfrm>
        </p:grpSpPr>
        <p:grpSp>
          <p:nvGrpSpPr>
            <p:cNvPr id="292" name="Google Shape;292;p2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293" name="Google Shape;293;p2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294" name="Google Shape;294;p2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295" name="Google Shape;295;p2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96" name="Google Shape;296;p2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97" name="Google Shape;297;p21"/>
          <p:cNvSpPr/>
          <p:nvPr/>
        </p:nvSpPr>
        <p:spPr>
          <a:xfrm>
            <a:off x="842613" y="3127132"/>
            <a:ext cx="267000" cy="2358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1113555" y="3132133"/>
            <a:ext cx="236100" cy="235800"/>
          </a:xfrm>
          <a:prstGeom prst="ellipse">
            <a:avLst/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978418" y="2882874"/>
            <a:ext cx="267000" cy="2358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862346" y="4764393"/>
            <a:ext cx="267000" cy="2358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129338" y="4788894"/>
            <a:ext cx="236100" cy="235800"/>
          </a:xfrm>
          <a:prstGeom prst="ellipse">
            <a:avLst/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994201" y="4539635"/>
            <a:ext cx="267000" cy="235800"/>
          </a:xfrm>
          <a:prstGeom prst="triangle">
            <a:avLst>
              <a:gd name="adj" fmla="val 50000"/>
            </a:avLst>
          </a:prstGeom>
          <a:solidFill>
            <a:srgbClr val="B7B7B7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3" name="Google Shape;303;p21"/>
          <p:cNvGrpSpPr/>
          <p:nvPr/>
        </p:nvGrpSpPr>
        <p:grpSpPr>
          <a:xfrm>
            <a:off x="2297811" y="4817600"/>
            <a:ext cx="393499" cy="431354"/>
            <a:chOff x="4396891" y="2255566"/>
            <a:chExt cx="368100" cy="475584"/>
          </a:xfrm>
        </p:grpSpPr>
        <p:grpSp>
          <p:nvGrpSpPr>
            <p:cNvPr id="304" name="Google Shape;304;p2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305" name="Google Shape;305;p2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</p:grpSp>
        <p:sp>
          <p:nvSpPr>
            <p:cNvPr id="307" name="Google Shape;307;p2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09" name="Google Shape;309;p21"/>
          <p:cNvCxnSpPr/>
          <p:nvPr/>
        </p:nvCxnSpPr>
        <p:spPr>
          <a:xfrm>
            <a:off x="474745" y="60004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Equality in an equation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2024-02-06T09:57:18.148</cp:lastPrinted>
  <dcterms:created xsi:type="dcterms:W3CDTF">2024-02-06T09:57:18Z</dcterms:created>
  <dcterms:modified xsi:type="dcterms:W3CDTF">2024-02-06T09:57:27Z</dcterms:modified>
</cp:coreProperties>
</file>