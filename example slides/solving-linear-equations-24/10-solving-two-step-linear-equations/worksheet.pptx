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D6302D-0FB8-4CBC-826F-F8B58930A059}">
  <a:tblStyle styleId="{79D6302D-0FB8-4CBC-826F-F8B58930A0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0"/>
          <p:cNvGraphicFramePr/>
          <p:nvPr/>
        </p:nvGraphicFramePr>
        <p:xfrm>
          <a:off x="-237966" y="206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457275"/>
                <a:gridCol w="372225"/>
                <a:gridCol w="1123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two step linear equations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297472" y="5304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949525"/>
                <a:gridCol w="323250"/>
                <a:gridCol w="1352650"/>
              </a:tblGrid>
              <a:tr h="240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3" name="Google Shape;163;p20"/>
          <p:cNvGrpSpPr/>
          <p:nvPr/>
        </p:nvGrpSpPr>
        <p:grpSpPr>
          <a:xfrm>
            <a:off x="3530270" y="2280720"/>
            <a:ext cx="2907370" cy="1562595"/>
            <a:chOff x="3679000" y="1380975"/>
            <a:chExt cx="4343896" cy="2543700"/>
          </a:xfrm>
        </p:grpSpPr>
        <p:sp>
          <p:nvSpPr>
            <p:cNvPr id="164" name="Google Shape;164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" name="Google Shape;165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" name="Google Shape;167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8" name="Google Shape;168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" name="Google Shape;169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" name="Google Shape;170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using an additive step first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6875" y="1749900"/>
            <a:ext cx="44352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Manipulate the balance scale to solve the equation: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3468805" y="2655690"/>
            <a:ext cx="254701" cy="595132"/>
            <a:chOff x="4306790" y="2544396"/>
            <a:chExt cx="362100" cy="846079"/>
          </a:xfrm>
        </p:grpSpPr>
        <p:grpSp>
          <p:nvGrpSpPr>
            <p:cNvPr id="173" name="Google Shape;173;p20"/>
            <p:cNvGrpSpPr/>
            <p:nvPr/>
          </p:nvGrpSpPr>
          <p:grpSpPr>
            <a:xfrm>
              <a:off x="4306790" y="2826736"/>
              <a:ext cx="362100" cy="281400"/>
              <a:chOff x="6668990" y="3490075"/>
              <a:chExt cx="362100" cy="281400"/>
            </a:xfrm>
          </p:grpSpPr>
          <p:sp>
            <p:nvSpPr>
              <p:cNvPr id="174" name="Google Shape;174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5" name="Google Shape;175;p20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6" name="Google Shape;176;p20"/>
            <p:cNvGrpSpPr/>
            <p:nvPr/>
          </p:nvGrpSpPr>
          <p:grpSpPr>
            <a:xfrm>
              <a:off x="4306790" y="3109075"/>
              <a:ext cx="362100" cy="281400"/>
              <a:chOff x="6668990" y="3490075"/>
              <a:chExt cx="362100" cy="281400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78" name="Google Shape;178;p20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9" name="Google Shape;179;p20"/>
            <p:cNvGrpSpPr/>
            <p:nvPr/>
          </p:nvGrpSpPr>
          <p:grpSpPr>
            <a:xfrm>
              <a:off x="4306790" y="2544396"/>
              <a:ext cx="362100" cy="281400"/>
              <a:chOff x="6668990" y="3490075"/>
              <a:chExt cx="362100" cy="2814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81" name="Google Shape;181;p20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2" name="Google Shape;182;p20"/>
          <p:cNvGrpSpPr/>
          <p:nvPr/>
        </p:nvGrpSpPr>
        <p:grpSpPr>
          <a:xfrm>
            <a:off x="3774919" y="2218191"/>
            <a:ext cx="459584" cy="1025498"/>
            <a:chOff x="4513397" y="1922418"/>
            <a:chExt cx="653375" cy="1457916"/>
          </a:xfrm>
        </p:grpSpPr>
        <p:grpSp>
          <p:nvGrpSpPr>
            <p:cNvPr id="183" name="Google Shape;183;p20"/>
            <p:cNvGrpSpPr/>
            <p:nvPr/>
          </p:nvGrpSpPr>
          <p:grpSpPr>
            <a:xfrm>
              <a:off x="4883166" y="1922418"/>
              <a:ext cx="283605" cy="1457916"/>
              <a:chOff x="4894397" y="2074818"/>
              <a:chExt cx="283605" cy="1457916"/>
            </a:xfrm>
          </p:grpSpPr>
          <p:grpSp>
            <p:nvGrpSpPr>
              <p:cNvPr id="184" name="Google Shape;184;p20"/>
              <p:cNvGrpSpPr/>
              <p:nvPr/>
            </p:nvGrpSpPr>
            <p:grpSpPr>
              <a:xfrm>
                <a:off x="4894397" y="3249096"/>
                <a:ext cx="283605" cy="283638"/>
                <a:chOff x="3808719" y="1460200"/>
                <a:chExt cx="324900" cy="324900"/>
              </a:xfrm>
            </p:grpSpPr>
            <p:sp>
              <p:nvSpPr>
                <p:cNvPr id="185" name="Google Shape;185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86" name="Google Shape;186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7" name="Google Shape;187;p20"/>
              <p:cNvGrpSpPr/>
              <p:nvPr/>
            </p:nvGrpSpPr>
            <p:grpSpPr>
              <a:xfrm>
                <a:off x="4894397" y="2955527"/>
                <a:ext cx="283605" cy="283638"/>
                <a:chOff x="3808719" y="1460200"/>
                <a:chExt cx="324900" cy="324900"/>
              </a:xfrm>
            </p:grpSpPr>
            <p:sp>
              <p:nvSpPr>
                <p:cNvPr id="188" name="Google Shape;188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89" name="Google Shape;189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0" name="Google Shape;190;p20"/>
              <p:cNvGrpSpPr/>
              <p:nvPr/>
            </p:nvGrpSpPr>
            <p:grpSpPr>
              <a:xfrm>
                <a:off x="4894397" y="2661957"/>
                <a:ext cx="283605" cy="283638"/>
                <a:chOff x="3808719" y="1460200"/>
                <a:chExt cx="324900" cy="324900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92" name="Google Shape;192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3" name="Google Shape;193;p20"/>
              <p:cNvGrpSpPr/>
              <p:nvPr/>
            </p:nvGrpSpPr>
            <p:grpSpPr>
              <a:xfrm>
                <a:off x="4894397" y="2368387"/>
                <a:ext cx="283605" cy="283638"/>
                <a:chOff x="3808719" y="1460200"/>
                <a:chExt cx="324900" cy="324900"/>
              </a:xfrm>
            </p:grpSpPr>
            <p:sp>
              <p:nvSpPr>
                <p:cNvPr id="194" name="Google Shape;194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95" name="Google Shape;195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6" name="Google Shape;196;p20"/>
              <p:cNvGrpSpPr/>
              <p:nvPr/>
            </p:nvGrpSpPr>
            <p:grpSpPr>
              <a:xfrm>
                <a:off x="4894397" y="2074818"/>
                <a:ext cx="283605" cy="283638"/>
                <a:chOff x="3808719" y="1460200"/>
                <a:chExt cx="324900" cy="324900"/>
              </a:xfrm>
            </p:grpSpPr>
            <p:sp>
              <p:nvSpPr>
                <p:cNvPr id="197" name="Google Shape;197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98" name="Google Shape;198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99" name="Google Shape;199;p20"/>
            <p:cNvGrpSpPr/>
            <p:nvPr/>
          </p:nvGrpSpPr>
          <p:grpSpPr>
            <a:xfrm>
              <a:off x="4513397" y="1922418"/>
              <a:ext cx="283605" cy="1457916"/>
              <a:chOff x="4894397" y="2074818"/>
              <a:chExt cx="283605" cy="1457916"/>
            </a:xfrm>
          </p:grpSpPr>
          <p:grpSp>
            <p:nvGrpSpPr>
              <p:cNvPr id="200" name="Google Shape;200;p20"/>
              <p:cNvGrpSpPr/>
              <p:nvPr/>
            </p:nvGrpSpPr>
            <p:grpSpPr>
              <a:xfrm>
                <a:off x="4894397" y="3249096"/>
                <a:ext cx="283605" cy="283638"/>
                <a:chOff x="3808719" y="1460200"/>
                <a:chExt cx="324900" cy="324900"/>
              </a:xfrm>
            </p:grpSpPr>
            <p:sp>
              <p:nvSpPr>
                <p:cNvPr id="201" name="Google Shape;201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2" name="Google Shape;202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3" name="Google Shape;203;p20"/>
              <p:cNvGrpSpPr/>
              <p:nvPr/>
            </p:nvGrpSpPr>
            <p:grpSpPr>
              <a:xfrm>
                <a:off x="4894397" y="2955527"/>
                <a:ext cx="283605" cy="283638"/>
                <a:chOff x="3808719" y="1460200"/>
                <a:chExt cx="324900" cy="324900"/>
              </a:xfrm>
            </p:grpSpPr>
            <p:sp>
              <p:nvSpPr>
                <p:cNvPr id="204" name="Google Shape;204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5" name="Google Shape;205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6" name="Google Shape;206;p20"/>
              <p:cNvGrpSpPr/>
              <p:nvPr/>
            </p:nvGrpSpPr>
            <p:grpSpPr>
              <a:xfrm>
                <a:off x="4894397" y="2661957"/>
                <a:ext cx="283605" cy="283638"/>
                <a:chOff x="3808719" y="1460200"/>
                <a:chExt cx="324900" cy="324900"/>
              </a:xfrm>
            </p:grpSpPr>
            <p:sp>
              <p:nvSpPr>
                <p:cNvPr id="207" name="Google Shape;207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8" name="Google Shape;208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20"/>
              <p:cNvGrpSpPr/>
              <p:nvPr/>
            </p:nvGrpSpPr>
            <p:grpSpPr>
              <a:xfrm>
                <a:off x="4894397" y="2368387"/>
                <a:ext cx="283605" cy="283638"/>
                <a:chOff x="3808719" y="1460200"/>
                <a:chExt cx="324900" cy="324900"/>
              </a:xfrm>
            </p:grpSpPr>
            <p:sp>
              <p:nvSpPr>
                <p:cNvPr id="210" name="Google Shape;210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11" name="Google Shape;211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2" name="Google Shape;212;p20"/>
              <p:cNvGrpSpPr/>
              <p:nvPr/>
            </p:nvGrpSpPr>
            <p:grpSpPr>
              <a:xfrm>
                <a:off x="4894397" y="2074818"/>
                <a:ext cx="283605" cy="283638"/>
                <a:chOff x="3808719" y="1460200"/>
                <a:chExt cx="324900" cy="324900"/>
              </a:xfrm>
            </p:grpSpPr>
            <p:sp>
              <p:nvSpPr>
                <p:cNvPr id="213" name="Google Shape;213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14" name="Google Shape;214;p20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5" name="Google Shape;215;p20"/>
          <p:cNvGrpSpPr/>
          <p:nvPr/>
        </p:nvGrpSpPr>
        <p:grpSpPr>
          <a:xfrm>
            <a:off x="5587366" y="2831914"/>
            <a:ext cx="199414" cy="412333"/>
            <a:chOff x="7090091" y="4014045"/>
            <a:chExt cx="283500" cy="586200"/>
          </a:xfrm>
        </p:grpSpPr>
        <p:grpSp>
          <p:nvGrpSpPr>
            <p:cNvPr id="216" name="Google Shape;216;p20"/>
            <p:cNvGrpSpPr/>
            <p:nvPr/>
          </p:nvGrpSpPr>
          <p:grpSpPr>
            <a:xfrm>
              <a:off x="7090091" y="4318845"/>
              <a:ext cx="283500" cy="281400"/>
              <a:chOff x="4237000" y="4025275"/>
              <a:chExt cx="283500" cy="281400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8" name="Google Shape;218;p20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9" name="Google Shape;219;p20"/>
            <p:cNvGrpSpPr/>
            <p:nvPr/>
          </p:nvGrpSpPr>
          <p:grpSpPr>
            <a:xfrm>
              <a:off x="7090091" y="4014045"/>
              <a:ext cx="283500" cy="281400"/>
              <a:chOff x="4237000" y="4025275"/>
              <a:chExt cx="283500" cy="281400"/>
            </a:xfrm>
          </p:grpSpPr>
          <p:sp>
            <p:nvSpPr>
              <p:cNvPr id="220" name="Google Shape;220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21" name="Google Shape;221;p20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22" name="Google Shape;222;p20"/>
          <p:cNvSpPr txBox="1"/>
          <p:nvPr/>
        </p:nvSpPr>
        <p:spPr>
          <a:xfrm>
            <a:off x="466875" y="4007325"/>
            <a:ext cx="295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the following equations: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76400" y="4292075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762525" y="4291895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6400" y="5320414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791100" y="5324616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7" name="Google Shape;227;p20"/>
          <p:cNvGraphicFramePr/>
          <p:nvPr/>
        </p:nvGraphicFramePr>
        <p:xfrm>
          <a:off x="300882" y="4291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197650"/>
                <a:gridCol w="284675"/>
                <a:gridCol w="926850"/>
              </a:tblGrid>
              <a:tr h="219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20"/>
          <p:cNvGraphicFramePr/>
          <p:nvPr/>
        </p:nvGraphicFramePr>
        <p:xfrm>
          <a:off x="4187082" y="4291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073525"/>
                <a:gridCol w="272000"/>
                <a:gridCol w="830775"/>
              </a:tblGrid>
              <a:tr h="167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229" name="Google Shape;229;p20" title="one half x plus 7 equals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8800" y="5256600"/>
            <a:ext cx="942740" cy="38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20"/>
          <p:cNvGraphicFramePr/>
          <p:nvPr/>
        </p:nvGraphicFramePr>
        <p:xfrm>
          <a:off x="3024607" y="6697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829200"/>
                <a:gridCol w="272000"/>
                <a:gridCol w="639375"/>
              </a:tblGrid>
              <a:tr h="23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20"/>
          <p:cNvGraphicFramePr/>
          <p:nvPr/>
        </p:nvGraphicFramePr>
        <p:xfrm>
          <a:off x="5186782" y="6702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833050"/>
                <a:gridCol w="272000"/>
                <a:gridCol w="642325"/>
              </a:tblGrid>
              <a:tr h="292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2" name="Google Shape;232;p20"/>
          <p:cNvCxnSpPr/>
          <p:nvPr/>
        </p:nvCxnSpPr>
        <p:spPr>
          <a:xfrm>
            <a:off x="474750" y="619057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0"/>
          <p:cNvSpPr txBox="1"/>
          <p:nvPr/>
        </p:nvSpPr>
        <p:spPr>
          <a:xfrm>
            <a:off x="468000" y="625095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Multiple approaches to solving the same equation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76400" y="6474300"/>
            <a:ext cx="34269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two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2771925" y="67314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896000" y="67314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76400" y="67314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8" name="Google Shape;238;p20"/>
          <p:cNvGraphicFramePr/>
          <p:nvPr/>
        </p:nvGraphicFramePr>
        <p:xfrm>
          <a:off x="321855" y="7724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316300"/>
                <a:gridCol w="272000"/>
                <a:gridCol w="914050"/>
              </a:tblGrid>
              <a:tr h="301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9" name="Google Shape;239;p20"/>
          <p:cNvGraphicFramePr/>
          <p:nvPr/>
        </p:nvGraphicFramePr>
        <p:xfrm>
          <a:off x="757657" y="6701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881025"/>
                <a:gridCol w="272000"/>
                <a:gridCol w="679325"/>
              </a:tblGrid>
              <a:tr h="251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Google Shape;240;p20"/>
          <p:cNvGraphicFramePr/>
          <p:nvPr/>
        </p:nvGraphicFramePr>
        <p:xfrm>
          <a:off x="2713255" y="7724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136625"/>
                <a:gridCol w="272000"/>
                <a:gridCol w="789275"/>
              </a:tblGrid>
              <a:tr h="253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1" name="Google Shape;241;p20"/>
          <p:cNvGraphicFramePr/>
          <p:nvPr/>
        </p:nvGraphicFramePr>
        <p:xfrm>
          <a:off x="4793905" y="7724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{79D6302D-0FB8-4CBC-826F-F8B58930A059}</a:tableStyleId>
              </a:tblPr>
              <a:tblGrid>
                <a:gridCol w="1233475"/>
                <a:gridCol w="292925"/>
                <a:gridCol w="856525"/>
              </a:tblGrid>
              <a:tr h="288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0"/>
          <p:cNvSpPr txBox="1"/>
          <p:nvPr/>
        </p:nvSpPr>
        <p:spPr>
          <a:xfrm>
            <a:off x="466875" y="9007950"/>
            <a:ext cx="815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4}-\frac{x}{8}=\frac{7}{2}&quot;&gt;&lt;mfrac&gt;&lt;mn&gt;13&lt;/mn&gt;&lt;mn&gt;4&lt;/mn&gt;&lt;/mfrac&gt;&lt;mo&gt;−&lt;/mo&gt;&lt;mfrac&gt;&lt;mi&gt;x&lt;/mi&gt;&lt;mn&gt;8&lt;/mn&gt;&lt;/mfrac&gt;&lt;mo&gt;=&lt;/mo&gt;&lt;mfrac&gt;&lt;mn&gt;7&lt;/mn&gt;&lt;mn&gt;2&lt;/mn&gt;&lt;/mfrac&gt;&lt;/math&gt;" id="243" name="Google Shape;243;p20" title="thirteen fourths minus x over 8 equals seven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7709" y="9047150"/>
            <a:ext cx="782329" cy="30851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