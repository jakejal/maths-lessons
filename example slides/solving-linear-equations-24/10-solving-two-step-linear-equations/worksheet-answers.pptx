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249A73-CE64-443E-97CD-8F4264FFDC33}">
  <a:tblStyle styleId="{7C249A73-CE64-443E-97CD-8F4264FFDC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0" Type="http://schemas.openxmlformats.org/officeDocument/2006/relationships/image" Target="../media/image11.png"/><Relationship Id="rId9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11" Type="http://schemas.openxmlformats.org/officeDocument/2006/relationships/image" Target="../media/image18.png"/><Relationship Id="rId10" Type="http://schemas.openxmlformats.org/officeDocument/2006/relationships/image" Target="../media/image20.png"/><Relationship Id="rId9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Google Shape;171;p20"/>
          <p:cNvGraphicFramePr/>
          <p:nvPr/>
        </p:nvGraphicFramePr>
        <p:xfrm>
          <a:off x="297472" y="57616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{7C249A73-CE64-443E-97CD-8F4264FFDC33}</a:tableStyleId>
              </a:tblPr>
              <a:tblGrid>
                <a:gridCol w="949525"/>
                <a:gridCol w="323250"/>
                <a:gridCol w="1352650"/>
              </a:tblGrid>
              <a:tr h="240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+ (−19)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+ 19 + (−19)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2" name="Google Shape;172;p20"/>
          <p:cNvGrpSpPr/>
          <p:nvPr/>
        </p:nvGrpSpPr>
        <p:grpSpPr>
          <a:xfrm>
            <a:off x="4139870" y="1823520"/>
            <a:ext cx="2907370" cy="1562595"/>
            <a:chOff x="3679000" y="1380975"/>
            <a:chExt cx="4343896" cy="2543700"/>
          </a:xfrm>
        </p:grpSpPr>
        <p:sp>
          <p:nvSpPr>
            <p:cNvPr id="173" name="Google Shape;173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4" name="Google Shape;174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" name="Google Shape;175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6" name="Google Shape;176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7" name="Google Shape;177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8" name="Google Shape;178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9" name="Google Shape;179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" name="Google Shape;180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two step linear equations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468000" y="142177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Solving using an additive step first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2" name="Google Shape;182;p20"/>
          <p:cNvGrpSpPr/>
          <p:nvPr/>
        </p:nvGrpSpPr>
        <p:grpSpPr>
          <a:xfrm>
            <a:off x="6518560" y="1739366"/>
            <a:ext cx="467409" cy="1047623"/>
            <a:chOff x="7547291" y="1891675"/>
            <a:chExt cx="664500" cy="1489370"/>
          </a:xfrm>
        </p:grpSpPr>
        <p:grpSp>
          <p:nvGrpSpPr>
            <p:cNvPr id="183" name="Google Shape;183;p20"/>
            <p:cNvGrpSpPr/>
            <p:nvPr/>
          </p:nvGrpSpPr>
          <p:grpSpPr>
            <a:xfrm>
              <a:off x="7547291" y="1891675"/>
              <a:ext cx="283500" cy="1489370"/>
              <a:chOff x="6480491" y="2044075"/>
              <a:chExt cx="283500" cy="1489370"/>
            </a:xfrm>
          </p:grpSpPr>
          <p:grpSp>
            <p:nvGrpSpPr>
              <p:cNvPr id="184" name="Google Shape;184;p20"/>
              <p:cNvGrpSpPr/>
              <p:nvPr/>
            </p:nvGrpSpPr>
            <p:grpSpPr>
              <a:xfrm>
                <a:off x="6480491" y="32520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85" name="Google Shape;185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86" name="Google Shape;186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87" name="Google Shape;187;p20"/>
              <p:cNvGrpSpPr/>
              <p:nvPr/>
            </p:nvGrpSpPr>
            <p:grpSpPr>
              <a:xfrm>
                <a:off x="6480491" y="29472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88" name="Google Shape;188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89" name="Google Shape;189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90" name="Google Shape;190;p20"/>
              <p:cNvGrpSpPr/>
              <p:nvPr/>
            </p:nvGrpSpPr>
            <p:grpSpPr>
              <a:xfrm>
                <a:off x="6480491" y="26424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91" name="Google Shape;191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92" name="Google Shape;192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93" name="Google Shape;193;p20"/>
              <p:cNvGrpSpPr/>
              <p:nvPr/>
            </p:nvGrpSpPr>
            <p:grpSpPr>
              <a:xfrm>
                <a:off x="6480491" y="23376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94" name="Google Shape;194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95" name="Google Shape;195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96" name="Google Shape;196;p20"/>
              <p:cNvGrpSpPr/>
              <p:nvPr/>
            </p:nvGrpSpPr>
            <p:grpSpPr>
              <a:xfrm>
                <a:off x="6480491" y="2044075"/>
                <a:ext cx="283500" cy="281400"/>
                <a:chOff x="4237000" y="4025275"/>
                <a:chExt cx="283500" cy="281400"/>
              </a:xfrm>
            </p:grpSpPr>
            <p:sp>
              <p:nvSpPr>
                <p:cNvPr id="197" name="Google Shape;197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98" name="Google Shape;198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99" name="Google Shape;199;p20"/>
            <p:cNvGrpSpPr/>
            <p:nvPr/>
          </p:nvGrpSpPr>
          <p:grpSpPr>
            <a:xfrm>
              <a:off x="7928291" y="1891675"/>
              <a:ext cx="283500" cy="1489370"/>
              <a:chOff x="6937691" y="2044075"/>
              <a:chExt cx="283500" cy="1489370"/>
            </a:xfrm>
          </p:grpSpPr>
          <p:grpSp>
            <p:nvGrpSpPr>
              <p:cNvPr id="200" name="Google Shape;200;p20"/>
              <p:cNvGrpSpPr/>
              <p:nvPr/>
            </p:nvGrpSpPr>
            <p:grpSpPr>
              <a:xfrm>
                <a:off x="6937691" y="3252045"/>
                <a:ext cx="283500" cy="281400"/>
                <a:chOff x="4237000" y="4025275"/>
                <a:chExt cx="283500" cy="281400"/>
              </a:xfrm>
            </p:grpSpPr>
            <p:sp>
              <p:nvSpPr>
                <p:cNvPr id="201" name="Google Shape;201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02" name="Google Shape;202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3" name="Google Shape;203;p20"/>
              <p:cNvGrpSpPr/>
              <p:nvPr/>
            </p:nvGrpSpPr>
            <p:grpSpPr>
              <a:xfrm>
                <a:off x="6937691" y="2947245"/>
                <a:ext cx="283500" cy="281400"/>
                <a:chOff x="4237000" y="4025275"/>
                <a:chExt cx="283500" cy="281400"/>
              </a:xfrm>
            </p:grpSpPr>
            <p:sp>
              <p:nvSpPr>
                <p:cNvPr id="204" name="Google Shape;204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05" name="Google Shape;205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6" name="Google Shape;206;p20"/>
              <p:cNvGrpSpPr/>
              <p:nvPr/>
            </p:nvGrpSpPr>
            <p:grpSpPr>
              <a:xfrm>
                <a:off x="6937691" y="2642445"/>
                <a:ext cx="283500" cy="281400"/>
                <a:chOff x="4237000" y="4025275"/>
                <a:chExt cx="283500" cy="281400"/>
              </a:xfrm>
            </p:grpSpPr>
            <p:sp>
              <p:nvSpPr>
                <p:cNvPr id="207" name="Google Shape;207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08" name="Google Shape;208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9" name="Google Shape;209;p20"/>
              <p:cNvGrpSpPr/>
              <p:nvPr/>
            </p:nvGrpSpPr>
            <p:grpSpPr>
              <a:xfrm>
                <a:off x="6937691" y="2337645"/>
                <a:ext cx="283500" cy="281400"/>
                <a:chOff x="4237000" y="4025275"/>
                <a:chExt cx="283500" cy="281400"/>
              </a:xfrm>
            </p:grpSpPr>
            <p:sp>
              <p:nvSpPr>
                <p:cNvPr id="210" name="Google Shape;210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11" name="Google Shape;211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12" name="Google Shape;212;p20"/>
              <p:cNvGrpSpPr/>
              <p:nvPr/>
            </p:nvGrpSpPr>
            <p:grpSpPr>
              <a:xfrm>
                <a:off x="6937691" y="2044075"/>
                <a:ext cx="283500" cy="281400"/>
                <a:chOff x="4237000" y="4025275"/>
                <a:chExt cx="283500" cy="281400"/>
              </a:xfrm>
            </p:grpSpPr>
            <p:sp>
              <p:nvSpPr>
                <p:cNvPr id="213" name="Google Shape;213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14" name="Google Shape;214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215" name="Google Shape;215;p20"/>
          <p:cNvGrpSpPr/>
          <p:nvPr/>
        </p:nvGrpSpPr>
        <p:grpSpPr>
          <a:xfrm>
            <a:off x="4078405" y="2198490"/>
            <a:ext cx="254701" cy="595132"/>
            <a:chOff x="4306790" y="2544396"/>
            <a:chExt cx="362100" cy="846079"/>
          </a:xfrm>
        </p:grpSpPr>
        <p:grpSp>
          <p:nvGrpSpPr>
            <p:cNvPr id="216" name="Google Shape;216;p20"/>
            <p:cNvGrpSpPr/>
            <p:nvPr/>
          </p:nvGrpSpPr>
          <p:grpSpPr>
            <a:xfrm>
              <a:off x="4306790" y="2826736"/>
              <a:ext cx="362100" cy="281400"/>
              <a:chOff x="6668990" y="3490075"/>
              <a:chExt cx="362100" cy="281400"/>
            </a:xfrm>
          </p:grpSpPr>
          <p:sp>
            <p:nvSpPr>
              <p:cNvPr id="217" name="Google Shape;217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18" name="Google Shape;218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9" name="Google Shape;219;p20"/>
            <p:cNvGrpSpPr/>
            <p:nvPr/>
          </p:nvGrpSpPr>
          <p:grpSpPr>
            <a:xfrm>
              <a:off x="4306790" y="3109075"/>
              <a:ext cx="362100" cy="281400"/>
              <a:chOff x="6668990" y="3490075"/>
              <a:chExt cx="362100" cy="281400"/>
            </a:xfrm>
          </p:grpSpPr>
          <p:sp>
            <p:nvSpPr>
              <p:cNvPr id="220" name="Google Shape;220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21" name="Google Shape;221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2" name="Google Shape;222;p20"/>
            <p:cNvGrpSpPr/>
            <p:nvPr/>
          </p:nvGrpSpPr>
          <p:grpSpPr>
            <a:xfrm>
              <a:off x="4306790" y="2544396"/>
              <a:ext cx="362100" cy="281400"/>
              <a:chOff x="6668990" y="3490075"/>
              <a:chExt cx="362100" cy="281400"/>
            </a:xfrm>
          </p:grpSpPr>
          <p:sp>
            <p:nvSpPr>
              <p:cNvPr id="223" name="Google Shape;223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24" name="Google Shape;224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25" name="Google Shape;225;p20"/>
          <p:cNvGrpSpPr/>
          <p:nvPr/>
        </p:nvGrpSpPr>
        <p:grpSpPr>
          <a:xfrm>
            <a:off x="4384519" y="1760991"/>
            <a:ext cx="459584" cy="1025498"/>
            <a:chOff x="4513397" y="1922418"/>
            <a:chExt cx="653375" cy="1457916"/>
          </a:xfrm>
        </p:grpSpPr>
        <p:grpSp>
          <p:nvGrpSpPr>
            <p:cNvPr id="226" name="Google Shape;226;p20"/>
            <p:cNvGrpSpPr/>
            <p:nvPr/>
          </p:nvGrpSpPr>
          <p:grpSpPr>
            <a:xfrm>
              <a:off x="4883166" y="1922418"/>
              <a:ext cx="283605" cy="1457916"/>
              <a:chOff x="4894397" y="2074818"/>
              <a:chExt cx="283605" cy="1457916"/>
            </a:xfrm>
          </p:grpSpPr>
          <p:grpSp>
            <p:nvGrpSpPr>
              <p:cNvPr id="227" name="Google Shape;227;p20"/>
              <p:cNvGrpSpPr/>
              <p:nvPr/>
            </p:nvGrpSpPr>
            <p:grpSpPr>
              <a:xfrm>
                <a:off x="4894397" y="3249096"/>
                <a:ext cx="283605" cy="283638"/>
                <a:chOff x="3808719" y="1460200"/>
                <a:chExt cx="324900" cy="324900"/>
              </a:xfrm>
            </p:grpSpPr>
            <p:sp>
              <p:nvSpPr>
                <p:cNvPr id="228" name="Google Shape;228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29" name="Google Shape;229;p20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30" name="Google Shape;230;p20"/>
              <p:cNvGrpSpPr/>
              <p:nvPr/>
            </p:nvGrpSpPr>
            <p:grpSpPr>
              <a:xfrm>
                <a:off x="4894397" y="2955527"/>
                <a:ext cx="283605" cy="283638"/>
                <a:chOff x="3808719" y="1460200"/>
                <a:chExt cx="324900" cy="324900"/>
              </a:xfrm>
            </p:grpSpPr>
            <p:sp>
              <p:nvSpPr>
                <p:cNvPr id="231" name="Google Shape;231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32" name="Google Shape;232;p20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33" name="Google Shape;233;p20"/>
              <p:cNvGrpSpPr/>
              <p:nvPr/>
            </p:nvGrpSpPr>
            <p:grpSpPr>
              <a:xfrm>
                <a:off x="4894397" y="2661957"/>
                <a:ext cx="283605" cy="283638"/>
                <a:chOff x="3808719" y="1460200"/>
                <a:chExt cx="324900" cy="324900"/>
              </a:xfrm>
            </p:grpSpPr>
            <p:sp>
              <p:nvSpPr>
                <p:cNvPr id="234" name="Google Shape;234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35" name="Google Shape;235;p20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36" name="Google Shape;236;p20"/>
              <p:cNvGrpSpPr/>
              <p:nvPr/>
            </p:nvGrpSpPr>
            <p:grpSpPr>
              <a:xfrm>
                <a:off x="4894397" y="2368387"/>
                <a:ext cx="283605" cy="283638"/>
                <a:chOff x="3808719" y="1460200"/>
                <a:chExt cx="324900" cy="324900"/>
              </a:xfrm>
            </p:grpSpPr>
            <p:sp>
              <p:nvSpPr>
                <p:cNvPr id="237" name="Google Shape;237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38" name="Google Shape;238;p20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39" name="Google Shape;239;p20"/>
              <p:cNvGrpSpPr/>
              <p:nvPr/>
            </p:nvGrpSpPr>
            <p:grpSpPr>
              <a:xfrm>
                <a:off x="4894397" y="2074818"/>
                <a:ext cx="283605" cy="283638"/>
                <a:chOff x="3808719" y="1460200"/>
                <a:chExt cx="324900" cy="324900"/>
              </a:xfrm>
            </p:grpSpPr>
            <p:sp>
              <p:nvSpPr>
                <p:cNvPr id="240" name="Google Shape;240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41" name="Google Shape;241;p20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42" name="Google Shape;242;p20"/>
            <p:cNvGrpSpPr/>
            <p:nvPr/>
          </p:nvGrpSpPr>
          <p:grpSpPr>
            <a:xfrm>
              <a:off x="4513397" y="1922418"/>
              <a:ext cx="283605" cy="1457916"/>
              <a:chOff x="4894397" y="2074818"/>
              <a:chExt cx="283605" cy="1457916"/>
            </a:xfrm>
          </p:grpSpPr>
          <p:grpSp>
            <p:nvGrpSpPr>
              <p:cNvPr id="243" name="Google Shape;243;p20"/>
              <p:cNvGrpSpPr/>
              <p:nvPr/>
            </p:nvGrpSpPr>
            <p:grpSpPr>
              <a:xfrm>
                <a:off x="4894397" y="3249096"/>
                <a:ext cx="283605" cy="283638"/>
                <a:chOff x="3808719" y="1460200"/>
                <a:chExt cx="324900" cy="324900"/>
              </a:xfrm>
            </p:grpSpPr>
            <p:sp>
              <p:nvSpPr>
                <p:cNvPr id="244" name="Google Shape;244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45" name="Google Shape;245;p20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46" name="Google Shape;246;p20"/>
              <p:cNvGrpSpPr/>
              <p:nvPr/>
            </p:nvGrpSpPr>
            <p:grpSpPr>
              <a:xfrm>
                <a:off x="4894397" y="2955527"/>
                <a:ext cx="283605" cy="283638"/>
                <a:chOff x="3808719" y="1460200"/>
                <a:chExt cx="324900" cy="324900"/>
              </a:xfrm>
            </p:grpSpPr>
            <p:sp>
              <p:nvSpPr>
                <p:cNvPr id="247" name="Google Shape;247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48" name="Google Shape;248;p20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49" name="Google Shape;249;p20"/>
              <p:cNvGrpSpPr/>
              <p:nvPr/>
            </p:nvGrpSpPr>
            <p:grpSpPr>
              <a:xfrm>
                <a:off x="4894397" y="2661957"/>
                <a:ext cx="283605" cy="283638"/>
                <a:chOff x="3808719" y="1460200"/>
                <a:chExt cx="324900" cy="324900"/>
              </a:xfrm>
            </p:grpSpPr>
            <p:sp>
              <p:nvSpPr>
                <p:cNvPr id="250" name="Google Shape;250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51" name="Google Shape;251;p20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52" name="Google Shape;252;p20"/>
              <p:cNvGrpSpPr/>
              <p:nvPr/>
            </p:nvGrpSpPr>
            <p:grpSpPr>
              <a:xfrm>
                <a:off x="4894397" y="2368387"/>
                <a:ext cx="283605" cy="283638"/>
                <a:chOff x="3808719" y="1460200"/>
                <a:chExt cx="324900" cy="324900"/>
              </a:xfrm>
            </p:grpSpPr>
            <p:sp>
              <p:nvSpPr>
                <p:cNvPr id="253" name="Google Shape;253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54" name="Google Shape;254;p20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55" name="Google Shape;255;p20"/>
              <p:cNvGrpSpPr/>
              <p:nvPr/>
            </p:nvGrpSpPr>
            <p:grpSpPr>
              <a:xfrm>
                <a:off x="4894397" y="2074818"/>
                <a:ext cx="283605" cy="283638"/>
                <a:chOff x="3808719" y="1460200"/>
                <a:chExt cx="324900" cy="324900"/>
              </a:xfrm>
            </p:grpSpPr>
            <p:sp>
              <p:nvSpPr>
                <p:cNvPr id="256" name="Google Shape;256;p20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57" name="Google Shape;257;p20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16661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258" name="Google Shape;258;p20"/>
          <p:cNvGrpSpPr/>
          <p:nvPr/>
        </p:nvGrpSpPr>
        <p:grpSpPr>
          <a:xfrm>
            <a:off x="6196966" y="2374714"/>
            <a:ext cx="199414" cy="412333"/>
            <a:chOff x="7090091" y="4014045"/>
            <a:chExt cx="283500" cy="586200"/>
          </a:xfrm>
        </p:grpSpPr>
        <p:grpSp>
          <p:nvGrpSpPr>
            <p:cNvPr id="259" name="Google Shape;259;p20"/>
            <p:cNvGrpSpPr/>
            <p:nvPr/>
          </p:nvGrpSpPr>
          <p:grpSpPr>
            <a:xfrm>
              <a:off x="7090091" y="4318845"/>
              <a:ext cx="283500" cy="281400"/>
              <a:chOff x="4237000" y="4025275"/>
              <a:chExt cx="283500" cy="281400"/>
            </a:xfrm>
          </p:grpSpPr>
          <p:sp>
            <p:nvSpPr>
              <p:cNvPr id="260" name="Google Shape;260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61" name="Google Shape;261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2" name="Google Shape;262;p20"/>
            <p:cNvGrpSpPr/>
            <p:nvPr/>
          </p:nvGrpSpPr>
          <p:grpSpPr>
            <a:xfrm>
              <a:off x="7090091" y="4014045"/>
              <a:ext cx="283500" cy="281400"/>
              <a:chOff x="4237000" y="4025275"/>
              <a:chExt cx="283500" cy="281400"/>
            </a:xfrm>
          </p:grpSpPr>
          <p:sp>
            <p:nvSpPr>
              <p:cNvPr id="263" name="Google Shape;263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64" name="Google Shape;264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65" name="Google Shape;265;p20"/>
          <p:cNvGrpSpPr/>
          <p:nvPr/>
        </p:nvGrpSpPr>
        <p:grpSpPr>
          <a:xfrm>
            <a:off x="4902689" y="1747266"/>
            <a:ext cx="459510" cy="1047623"/>
            <a:chOff x="5250061" y="1902905"/>
            <a:chExt cx="653270" cy="1489370"/>
          </a:xfrm>
        </p:grpSpPr>
        <p:grpSp>
          <p:nvGrpSpPr>
            <p:cNvPr id="266" name="Google Shape;266;p20"/>
            <p:cNvGrpSpPr/>
            <p:nvPr/>
          </p:nvGrpSpPr>
          <p:grpSpPr>
            <a:xfrm>
              <a:off x="5250061" y="1902905"/>
              <a:ext cx="283500" cy="1489370"/>
              <a:chOff x="6937691" y="2044075"/>
              <a:chExt cx="283500" cy="1489370"/>
            </a:xfrm>
          </p:grpSpPr>
          <p:grpSp>
            <p:nvGrpSpPr>
              <p:cNvPr id="267" name="Google Shape;267;p20"/>
              <p:cNvGrpSpPr/>
              <p:nvPr/>
            </p:nvGrpSpPr>
            <p:grpSpPr>
              <a:xfrm>
                <a:off x="6937691" y="3252045"/>
                <a:ext cx="283500" cy="281400"/>
                <a:chOff x="4237000" y="4025275"/>
                <a:chExt cx="283500" cy="281400"/>
              </a:xfrm>
            </p:grpSpPr>
            <p:sp>
              <p:nvSpPr>
                <p:cNvPr id="268" name="Google Shape;268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69" name="Google Shape;269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70" name="Google Shape;270;p20"/>
              <p:cNvGrpSpPr/>
              <p:nvPr/>
            </p:nvGrpSpPr>
            <p:grpSpPr>
              <a:xfrm>
                <a:off x="6937691" y="2947245"/>
                <a:ext cx="283500" cy="281400"/>
                <a:chOff x="4237000" y="4025275"/>
                <a:chExt cx="283500" cy="281400"/>
              </a:xfrm>
            </p:grpSpPr>
            <p:sp>
              <p:nvSpPr>
                <p:cNvPr id="271" name="Google Shape;271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72" name="Google Shape;272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73" name="Google Shape;273;p20"/>
              <p:cNvGrpSpPr/>
              <p:nvPr/>
            </p:nvGrpSpPr>
            <p:grpSpPr>
              <a:xfrm>
                <a:off x="6937691" y="2642445"/>
                <a:ext cx="283500" cy="281400"/>
                <a:chOff x="4237000" y="4025275"/>
                <a:chExt cx="283500" cy="281400"/>
              </a:xfrm>
            </p:grpSpPr>
            <p:sp>
              <p:nvSpPr>
                <p:cNvPr id="274" name="Google Shape;274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75" name="Google Shape;275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76" name="Google Shape;276;p20"/>
              <p:cNvGrpSpPr/>
              <p:nvPr/>
            </p:nvGrpSpPr>
            <p:grpSpPr>
              <a:xfrm>
                <a:off x="6937691" y="2337645"/>
                <a:ext cx="283500" cy="281400"/>
                <a:chOff x="4237000" y="4025275"/>
                <a:chExt cx="283500" cy="281400"/>
              </a:xfrm>
            </p:grpSpPr>
            <p:sp>
              <p:nvSpPr>
                <p:cNvPr id="277" name="Google Shape;277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78" name="Google Shape;278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79" name="Google Shape;279;p20"/>
              <p:cNvGrpSpPr/>
              <p:nvPr/>
            </p:nvGrpSpPr>
            <p:grpSpPr>
              <a:xfrm>
                <a:off x="6937691" y="2044075"/>
                <a:ext cx="283500" cy="281400"/>
                <a:chOff x="4237000" y="4025275"/>
                <a:chExt cx="283500" cy="281400"/>
              </a:xfrm>
            </p:grpSpPr>
            <p:sp>
              <p:nvSpPr>
                <p:cNvPr id="280" name="Google Shape;280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81" name="Google Shape;281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82" name="Google Shape;282;p20"/>
            <p:cNvGrpSpPr/>
            <p:nvPr/>
          </p:nvGrpSpPr>
          <p:grpSpPr>
            <a:xfrm>
              <a:off x="5619830" y="1902905"/>
              <a:ext cx="283500" cy="1489370"/>
              <a:chOff x="6937691" y="2044075"/>
              <a:chExt cx="283500" cy="1489370"/>
            </a:xfrm>
          </p:grpSpPr>
          <p:grpSp>
            <p:nvGrpSpPr>
              <p:cNvPr id="283" name="Google Shape;283;p20"/>
              <p:cNvGrpSpPr/>
              <p:nvPr/>
            </p:nvGrpSpPr>
            <p:grpSpPr>
              <a:xfrm>
                <a:off x="6937691" y="3252045"/>
                <a:ext cx="283500" cy="281400"/>
                <a:chOff x="4237000" y="4025275"/>
                <a:chExt cx="283500" cy="281400"/>
              </a:xfrm>
            </p:grpSpPr>
            <p:sp>
              <p:nvSpPr>
                <p:cNvPr id="284" name="Google Shape;284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85" name="Google Shape;285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86" name="Google Shape;286;p20"/>
              <p:cNvGrpSpPr/>
              <p:nvPr/>
            </p:nvGrpSpPr>
            <p:grpSpPr>
              <a:xfrm>
                <a:off x="6937691" y="2947245"/>
                <a:ext cx="283500" cy="281400"/>
                <a:chOff x="4237000" y="4025275"/>
                <a:chExt cx="283500" cy="281400"/>
              </a:xfrm>
            </p:grpSpPr>
            <p:sp>
              <p:nvSpPr>
                <p:cNvPr id="287" name="Google Shape;287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88" name="Google Shape;288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89" name="Google Shape;289;p20"/>
              <p:cNvGrpSpPr/>
              <p:nvPr/>
            </p:nvGrpSpPr>
            <p:grpSpPr>
              <a:xfrm>
                <a:off x="6937691" y="2642445"/>
                <a:ext cx="283500" cy="281400"/>
                <a:chOff x="4237000" y="4025275"/>
                <a:chExt cx="283500" cy="281400"/>
              </a:xfrm>
            </p:grpSpPr>
            <p:sp>
              <p:nvSpPr>
                <p:cNvPr id="290" name="Google Shape;290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91" name="Google Shape;291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92" name="Google Shape;292;p20"/>
              <p:cNvGrpSpPr/>
              <p:nvPr/>
            </p:nvGrpSpPr>
            <p:grpSpPr>
              <a:xfrm>
                <a:off x="6937691" y="2337645"/>
                <a:ext cx="283500" cy="281400"/>
                <a:chOff x="4237000" y="4025275"/>
                <a:chExt cx="283500" cy="281400"/>
              </a:xfrm>
            </p:grpSpPr>
            <p:sp>
              <p:nvSpPr>
                <p:cNvPr id="293" name="Google Shape;293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94" name="Google Shape;294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95" name="Google Shape;295;p20"/>
              <p:cNvGrpSpPr/>
              <p:nvPr/>
            </p:nvGrpSpPr>
            <p:grpSpPr>
              <a:xfrm>
                <a:off x="6937691" y="2044075"/>
                <a:ext cx="283500" cy="281400"/>
                <a:chOff x="4237000" y="4025275"/>
                <a:chExt cx="283500" cy="281400"/>
              </a:xfrm>
            </p:grpSpPr>
            <p:sp>
              <p:nvSpPr>
                <p:cNvPr id="296" name="Google Shape;296;p20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297" name="Google Shape;297;p20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aphicFrame>
        <p:nvGraphicFramePr>
          <p:cNvPr id="298" name="Google Shape;298;p20"/>
          <p:cNvGraphicFramePr/>
          <p:nvPr/>
        </p:nvGraphicFramePr>
        <p:xfrm>
          <a:off x="447834" y="17628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{7C249A73-CE64-443E-97CD-8F4264FFDC33}</a:tableStyleId>
              </a:tblPr>
              <a:tblGrid>
                <a:gridCol w="1457275"/>
                <a:gridCol w="372225"/>
                <a:gridCol w="1123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 + 10</a:t>
                      </a:r>
                      <a:endParaRPr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+ 10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9" name="Google Shape;299;p20"/>
          <p:cNvSpPr txBox="1"/>
          <p:nvPr/>
        </p:nvSpPr>
        <p:spPr>
          <a:xfrm>
            <a:off x="466875" y="4159725"/>
            <a:ext cx="2953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Solve the following equations: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476400" y="4444475"/>
            <a:ext cx="1995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3762525" y="4444295"/>
            <a:ext cx="1995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476400" y="5777614"/>
            <a:ext cx="1995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20"/>
          <p:cNvSpPr txBox="1"/>
          <p:nvPr/>
        </p:nvSpPr>
        <p:spPr>
          <a:xfrm>
            <a:off x="3791100" y="5781816"/>
            <a:ext cx="1995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04" name="Google Shape;304;p20"/>
          <p:cNvGraphicFramePr/>
          <p:nvPr/>
        </p:nvGraphicFramePr>
        <p:xfrm>
          <a:off x="300882" y="44437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{7C249A73-CE64-443E-97CD-8F4264FFDC33}</a:tableStyleId>
              </a:tblPr>
              <a:tblGrid>
                <a:gridCol w="1197650"/>
                <a:gridCol w="284675"/>
                <a:gridCol w="926850"/>
              </a:tblGrid>
              <a:tr h="219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 + (−7)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 + (−7)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5" name="Google Shape;305;p20"/>
          <p:cNvGraphicFramePr/>
          <p:nvPr/>
        </p:nvGraphicFramePr>
        <p:xfrm>
          <a:off x="4187082" y="44437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{7C249A73-CE64-443E-97CD-8F4264FFDC33}</a:tableStyleId>
              </a:tblPr>
              <a:tblGrid>
                <a:gridCol w="1073525"/>
                <a:gridCol w="272000"/>
                <a:gridCol w="830775"/>
              </a:tblGrid>
              <a:tr h="1678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8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 + 7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 + 7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8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textcolor{#2E3F51}{\textcolor{#354A5F}{\textcolor{#2E3F51}{x=\frac{32}{9}}}}&quot;&gt;&lt;mstyle mathcolor=&quot;#2E3F51&quot;&gt;&lt;mstyle mathcolor=&quot;#354A5F&quot;&gt;&lt;mstyle mathcolor=&quot;#2E3F51&quot;&gt;&lt;mi&gt;x&lt;/mi&gt;&lt;mo&gt;=&lt;/mo&gt;&lt;mfrac&gt;&lt;mn&gt;32&lt;/mn&gt;&lt;mn&gt;9&lt;/mn&gt;&lt;/mfrac&gt;&lt;/mstyle&gt;&lt;/mstyle&gt;&lt;/mstyle&gt;&lt;/math&gt;" id="306" name="Google Shape;306;p20" title="x equals 32 over 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21050" y="5311000"/>
            <a:ext cx="487083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2E3F51}{\textcolor{#354A5F}{\textcolor{#2E3F51}{\frac{1}{2}x+7=25}}}&quot;&gt;&lt;mstyle mathcolor=&quot;#2E3F51&quot;&gt;&lt;mstyle mathcolor=&quot;#354A5F&quot;&gt;&lt;mstyle mathcolor=&quot;#2E3F51&quot;&gt;&lt;mfrac&gt;&lt;mn&gt;1&lt;/mn&gt;&lt;mn&gt;2&lt;/mn&gt;&lt;/mfrac&gt;&lt;mi&gt;x&lt;/mi&gt;&lt;mo&gt;+&lt;/mo&gt;&lt;mn&gt;7&lt;/mn&gt;&lt;mo&gt;=&lt;/mo&gt;&lt;mn&gt;25&lt;/mn&gt;&lt;/mstyle&gt;&lt;/mstyle&gt;&lt;/mstyle&gt;&lt;/math&gt;" id="307" name="Google Shape;307;p20" title="one half x plus 7 equals 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23663" y="5827550"/>
            <a:ext cx="773267" cy="32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2E3F51}{\textcolor{#354A5F}{\textcolor{#2E3F51}{\frac{1}{2}x+7\ +\left(-7\right)=25\ +\ \left(-7\right)}}}&quot;&gt;&lt;mstyle mathcolor=&quot;#2E3F51&quot;&gt;&lt;mstyle mathcolor=&quot;#354A5F&quot;&gt;&lt;mstyle mathcolor=&quot;#2E3F51&quot;&gt;&lt;mfrac&gt;&lt;mn&gt;1&lt;/mn&gt;&lt;mn&gt;2&lt;/mn&gt;&lt;/mfrac&gt;&lt;mi&gt;x&lt;/mi&gt;&lt;mo&gt;+&lt;/mo&gt;&lt;mn&gt;7&lt;/mn&gt;&lt;mtext&gt;&lt;/mtext&gt;&lt;mo&gt;+&lt;/mo&gt;&lt;mrow data-mjx-texclass=&quot;INNER&quot;&gt;&lt;mo data-mjx-texclass=&quot;OPEN&quot;&gt;(&lt;/mo&gt;&lt;mo&gt;−&lt;/mo&gt;&lt;mn&gt;7&lt;/mn&gt;&lt;mo data-mjx-texclass=&quot;CLOSE&quot;&gt;)&lt;/mo&gt;&lt;/mrow&gt;&lt;mo&gt;=&lt;/mo&gt;&lt;mn&gt;25&lt;/mn&gt;&lt;mtext&gt;&lt;/mtext&gt;&lt;mo&gt;+&lt;/mo&gt;&lt;mtext&gt;&lt;/mtext&gt;&lt;mrow data-mjx-texclass=&quot;INNER&quot;&gt;&lt;mo data-mjx-texclass=&quot;OPEN&quot;&gt;(&lt;/mo&gt;&lt;mo&gt;−&lt;/mo&gt;&lt;mn&gt;7&lt;/mn&gt;&lt;mo data-mjx-texclass=&quot;CLOSE&quot;&gt;)&lt;/mo&gt;&lt;/mrow&gt;&lt;/mstyle&gt;&lt;/mstyle&gt;&lt;/mstyle&gt;&lt;/math&gt;" id="308" name="Google Shape;308;p20" title="one half x plus 7 positive negative 7 equals 25 plus negative 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41350" y="6216265"/>
            <a:ext cx="1815700" cy="32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2E3F51}{\textcolor{#354A5F}{\textcolor{#2E3F51}{\frac{1}{2}x=}18}}&quot;&gt;&lt;mstyle mathcolor=&quot;#2E3F51&quot;&gt;&lt;mstyle mathcolor=&quot;#354A5F&quot;&gt;&lt;mstyle mathcolor=&quot;#2E3F51&quot;&gt;&lt;mfrac&gt;&lt;mn&gt;1&lt;/mn&gt;&lt;mn&gt;2&lt;/mn&gt;&lt;/mfrac&gt;&lt;mi&gt;x&lt;/mi&gt;&lt;mo&gt;=&lt;/mo&gt;&lt;/mstyle&gt;&lt;mn&gt;18&lt;/mn&gt;&lt;/mstyle&gt;&lt;/mstyle&gt;&lt;/math&gt;" id="309" name="Google Shape;309;p20" title="one half x equals 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71859" y="6604981"/>
            <a:ext cx="527789" cy="321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2E3F51}{x=36}&quot;&gt;&lt;mstyle mathcolor=&quot;#2E3F51&quot;&gt;&lt;mi&gt;x&lt;/mi&gt;&lt;mo&gt;=&lt;/mo&gt;&lt;mn&gt;36&lt;/mn&gt;&lt;/mstyle&gt;&lt;/math&gt;" id="310" name="Google Shape;310;p20" title="x equals 3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76975" y="7065561"/>
            <a:ext cx="449594" cy="120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5" name="Google Shape;315;p21"/>
          <p:cNvGraphicFramePr/>
          <p:nvPr/>
        </p:nvGraphicFramePr>
        <p:xfrm>
          <a:off x="3024607" y="12113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{7C249A73-CE64-443E-97CD-8F4264FFDC33}</a:tableStyleId>
              </a:tblPr>
              <a:tblGrid>
                <a:gridCol w="829200"/>
                <a:gridCol w="272000"/>
                <a:gridCol w="639375"/>
              </a:tblGrid>
              <a:tr h="23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− 27)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(9)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9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6" name="Google Shape;316;p21"/>
          <p:cNvGraphicFramePr/>
          <p:nvPr/>
        </p:nvGraphicFramePr>
        <p:xfrm>
          <a:off x="5186782" y="12162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{7C249A73-CE64-443E-97CD-8F4264FFDC33}</a:tableStyleId>
              </a:tblPr>
              <a:tblGrid>
                <a:gridCol w="833050"/>
                <a:gridCol w="272000"/>
                <a:gridCol w="642325"/>
              </a:tblGrid>
              <a:tr h="2929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35 − 7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9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5 − 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9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7" name="Google Shape;31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8" name="Google Shape;318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two step linear equations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</a:t>
            </a:r>
            <a:r>
              <a:rPr lang="en-GB"/>
              <a:t> in Education and Industry.</a:t>
            </a:r>
            <a:endParaRPr/>
          </a:p>
        </p:txBody>
      </p:sp>
      <p:sp>
        <p:nvSpPr>
          <p:cNvPr id="321" name="Google Shape;321;p21"/>
          <p:cNvSpPr txBox="1"/>
          <p:nvPr/>
        </p:nvSpPr>
        <p:spPr>
          <a:xfrm>
            <a:off x="468000" y="764550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Multiple approaches to solving the same equation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466875" y="4893150"/>
            <a:ext cx="8154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Solve: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3}{4}-\frac{x}{8}=\frac{7}{2}&quot;&gt;&lt;mfrac&gt;&lt;mn&gt;13&lt;/mn&gt;&lt;mn&gt;4&lt;/mn&gt;&lt;/mfrac&gt;&lt;mo&gt;−&lt;/mo&gt;&lt;mfrac&gt;&lt;mi&gt;x&lt;/mi&gt;&lt;mn&gt;8&lt;/mn&gt;&lt;/mfrac&gt;&lt;mo&gt;=&lt;/mo&gt;&lt;mfrac&gt;&lt;mn&gt;7&lt;/mn&gt;&lt;mn&gt;2&lt;/mn&gt;&lt;/mfrac&gt;&lt;/math&gt;" id="323" name="Google Shape;323;p21" title="thirteen fourths minus x over 8 equals seven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7709" y="4932350"/>
            <a:ext cx="782329" cy="308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\left(\frac{13}{4}-\frac{x}{8}\right)=8\left(\frac{7}{2}\right)&quot;&gt;&lt;mn&gt;8&lt;/mn&gt;&lt;mrow data-mjx-texclass=&quot;INNER&quot;&gt;&lt;mo data-mjx-texclass=&quot;OPEN&quot;&gt;(&lt;/mo&gt;&lt;mfrac&gt;&lt;mn&gt;13&lt;/mn&gt;&lt;mn&gt;4&lt;/mn&gt;&lt;/mfrac&gt;&lt;mo&gt;−&lt;/mo&gt;&lt;mfrac&gt;&lt;mi&gt;x&lt;/mi&gt;&lt;mn&gt;8&lt;/mn&gt;&lt;/mfrac&gt;&lt;mo data-mjx-texclass=&quot;CLOSE&quot;&gt;)&lt;/mo&gt;&lt;/mrow&gt;&lt;mo&gt;=&lt;/mo&gt;&lt;mn&gt;8&lt;/mn&gt;&lt;mrow data-mjx-texclass=&quot;INNER&quot;&gt;&lt;mo data-mjx-texclass=&quot;OPEN&quot;&gt;(&lt;/mo&gt;&lt;mfrac&gt;&lt;mn&gt;7&lt;/mn&gt;&lt;mn&gt;2&lt;/mn&gt;&lt;/mfrac&gt;&lt;mo data-mjx-texclass=&quot;CLOSE&quot;&gt;)&lt;/mo&gt;&lt;/mrow&gt;&lt;/math&gt;" id="324" name="Google Shape;324;p21" title="8 times open paren thirteen fourths minus x over 8 close paren equals 8 times seven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9595" y="5338849"/>
            <a:ext cx="1420700" cy="366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6-x=28&quot;&gt;&lt;mn&gt;26&lt;/mn&gt;&lt;mo&gt;−&lt;/mo&gt;&lt;mi&gt;x&lt;/mi&gt;&lt;mo&gt;=&lt;/mo&gt;&lt;mn&gt;28&lt;/mn&gt;&lt;/math&gt;" id="325" name="Google Shape;325;p21" title="26 minus x equals 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3060" y="4963610"/>
            <a:ext cx="708079" cy="1036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-2&quot;&gt;&lt;mi&gt;x&lt;/mi&gt;&lt;mo&gt;=&lt;/mo&gt;&lt;mo&gt;−&lt;/mo&gt;&lt;mn&gt;2&lt;/mn&gt;&lt;/math&gt;" id="326" name="Google Shape;326;p21" title="x equals negative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2243" y="5266367"/>
            <a:ext cx="427376" cy="10368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1"/>
          <p:cNvSpPr txBox="1"/>
          <p:nvPr/>
        </p:nvSpPr>
        <p:spPr>
          <a:xfrm>
            <a:off x="476400" y="987900"/>
            <a:ext cx="34269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Solve these equations two different ways.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2771925" y="1245075"/>
            <a:ext cx="283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4896000" y="1245075"/>
            <a:ext cx="283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476400" y="1245075"/>
            <a:ext cx="283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31" name="Google Shape;331;p21"/>
          <p:cNvGraphicFramePr/>
          <p:nvPr/>
        </p:nvGraphicFramePr>
        <p:xfrm>
          <a:off x="321855" y="28472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{7C249A73-CE64-443E-97CD-8F4264FFDC33}</a:tableStyleId>
              </a:tblPr>
              <a:tblGrid>
                <a:gridCol w="1316300"/>
                <a:gridCol w="272000"/>
                <a:gridCol w="914050"/>
              </a:tblGrid>
              <a:tr h="3010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18 + (−18)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(−18)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2" name="Google Shape;332;p21"/>
          <p:cNvGraphicFramePr/>
          <p:nvPr/>
        </p:nvGraphicFramePr>
        <p:xfrm>
          <a:off x="757657" y="12149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{7C249A73-CE64-443E-97CD-8F4264FFDC33}</a:tableStyleId>
              </a:tblPr>
              <a:tblGrid>
                <a:gridCol w="881025"/>
                <a:gridCol w="272000"/>
                <a:gridCol w="679325"/>
              </a:tblGrid>
              <a:tr h="2514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8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4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9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4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x+18}{2}&quot;&gt;&lt;mfrac&gt;&lt;mrow&gt;&lt;mn&gt;2&lt;/mn&gt;&lt;mi&gt;x&lt;/mi&gt;&lt;mo&gt;+&lt;/mo&gt;&lt;mn&gt;18&lt;/mn&gt;&lt;/mrow&gt;&lt;mn&gt;2&lt;/mn&gt;&lt;/mfrac&gt;&lt;/math&gt;" id="333" name="Google Shape;333;p21" title="the fraction with numerator 2 x plus 18 and denominator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18719" y="1618642"/>
            <a:ext cx="494695" cy="3080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2}&quot;&gt;&lt;mfrac&gt;&lt;mn&gt;30&lt;/mn&gt;&lt;mn&gt;2&lt;/mn&gt;&lt;/mfrac&gt;&lt;/math&gt;" id="334" name="Google Shape;334;p21" title="30 over 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51755" y="1618175"/>
            <a:ext cx="170895" cy="3080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5" name="Google Shape;335;p21"/>
          <p:cNvGraphicFramePr/>
          <p:nvPr/>
        </p:nvGraphicFramePr>
        <p:xfrm>
          <a:off x="2713255" y="28472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{7C249A73-CE64-443E-97CD-8F4264FFDC33}</a:tableStyleId>
              </a:tblPr>
              <a:tblGrid>
                <a:gridCol w="1136625"/>
                <a:gridCol w="272000"/>
                <a:gridCol w="789275"/>
              </a:tblGrid>
              <a:tr h="2538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8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− 27 + 27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8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8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36" name="Google Shape;336;p21"/>
          <p:cNvGrpSpPr/>
          <p:nvPr/>
        </p:nvGrpSpPr>
        <p:grpSpPr>
          <a:xfrm>
            <a:off x="3040492" y="1588328"/>
            <a:ext cx="1134273" cy="323287"/>
            <a:chOff x="478262" y="3110575"/>
            <a:chExt cx="1708756" cy="487025"/>
          </a:xfrm>
        </p:grpSpPr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337" name="Google Shape;337;p21" title="one third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78262" y="3110575"/>
              <a:ext cx="147150" cy="487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338" name="Google Shape;338;p21" title="one third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039869" y="3110575"/>
              <a:ext cx="147150" cy="487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9" name="Google Shape;339;p21"/>
          <p:cNvGrpSpPr/>
          <p:nvPr/>
        </p:nvGrpSpPr>
        <p:grpSpPr>
          <a:xfrm>
            <a:off x="5461475" y="1605429"/>
            <a:ext cx="1047033" cy="337190"/>
            <a:chOff x="355714" y="2697584"/>
            <a:chExt cx="1766846" cy="569002"/>
          </a:xfrm>
        </p:grpSpPr>
        <p:pic>
          <p:nvPicPr>
            <p:cNvPr descr="&lt;math xmlns=&quot;http://www.w3.org/1998/Math/MathML&quot; display=&quot;block&quot; data-is-equatio=&quot;1&quot; data-latex=&quot;\frac{35-7x}{7}&quot;&gt;&lt;mfrac&gt;&lt;mrow&gt;&lt;mn&gt;35&lt;/mn&gt;&lt;mo&gt;−&lt;/mo&gt;&lt;mn&gt;7&lt;/mn&gt;&lt;mi&gt;x&lt;/mi&gt;&lt;/mrow&gt;&lt;mn&gt;7&lt;/mn&gt;&lt;/mfrac&gt;&lt;/math&gt;" id="340" name="Google Shape;340;p21" title="the fraction with numerator 35 minus 7 x and denominator 7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55714" y="2697584"/>
              <a:ext cx="909665" cy="5659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1}{7}&quot;&gt;&lt;mfrac&gt;&lt;mn&gt;21&lt;/mn&gt;&lt;mn&gt;7&lt;/mn&gt;&lt;/mfrac&gt;&lt;/math&gt;" id="341" name="Google Shape;341;p21" title="21 over 7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814995" y="2700655"/>
              <a:ext cx="307566" cy="56593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342" name="Google Shape;342;p21"/>
          <p:cNvGraphicFramePr/>
          <p:nvPr/>
        </p:nvGraphicFramePr>
        <p:xfrm>
          <a:off x="4793905" y="28472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{7C249A73-CE64-443E-97CD-8F4264FFDC33}</a:tableStyleId>
              </a:tblPr>
              <a:tblGrid>
                <a:gridCol w="1233475"/>
                <a:gridCol w="292925"/>
                <a:gridCol w="856525"/>
              </a:tblGrid>
              <a:tr h="2887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35 − 7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35 − 7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+(−35)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+(−35)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