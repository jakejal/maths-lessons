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22019E43-7D1F-4414-B492-F0F603E1DF9B}">
  <a:tblStyle styleId="{22019E43-7D1F-4414-B492-F0F603E1DF9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73" name="Shape 273"/>
        <p:cNvGrpSpPr/>
        <p:nvPr/>
      </p:nvGrpSpPr>
      <p:grpSpPr>
        <a:xfrm>
          <a:off x="0" y="0"/>
          <a:ext cx="0" cy="0"/>
        </a:xfrm>
      </p:grpSpPr>
      <p:sp>
        <p:nvSpPr>
          <p:cNvPr id="274" name="Google Shape;274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5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Solving simple linear equations with an additive step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396114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Additive steps using representations</a:t>
            </a:r>
            <a:endParaRPr sz="17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859381"/>
            <a:ext cx="6624000" cy="2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the value of the unknown in each bar model. Explain how you know.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3" name="Google Shape;163;p20"/>
          <p:cNvGrpSpPr/>
          <p:nvPr/>
        </p:nvGrpSpPr>
        <p:grpSpPr>
          <a:xfrm>
            <a:off x="914516" y="2398218"/>
            <a:ext cx="2069920" cy="487433"/>
            <a:chOff x="324000" y="2700075"/>
            <a:chExt cx="2604000" cy="613200"/>
          </a:xfrm>
        </p:grpSpPr>
        <p:sp>
          <p:nvSpPr>
            <p:cNvPr id="164" name="Google Shape;164;p20"/>
            <p:cNvSpPr/>
            <p:nvPr/>
          </p:nvSpPr>
          <p:spPr>
            <a:xfrm>
              <a:off x="1467300" y="3006675"/>
              <a:ext cx="1460700" cy="306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9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5" name="Google Shape;165;p20"/>
            <p:cNvSpPr/>
            <p:nvPr/>
          </p:nvSpPr>
          <p:spPr>
            <a:xfrm>
              <a:off x="324000" y="3006675"/>
              <a:ext cx="1143300" cy="306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6" name="Google Shape;166;p20"/>
            <p:cNvSpPr/>
            <p:nvPr/>
          </p:nvSpPr>
          <p:spPr>
            <a:xfrm>
              <a:off x="324000" y="2700075"/>
              <a:ext cx="2604000" cy="306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15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67" name="Google Shape;167;p20"/>
          <p:cNvGrpSpPr/>
          <p:nvPr/>
        </p:nvGrpSpPr>
        <p:grpSpPr>
          <a:xfrm>
            <a:off x="914516" y="3754053"/>
            <a:ext cx="2069920" cy="487433"/>
            <a:chOff x="324000" y="2700075"/>
            <a:chExt cx="2604000" cy="613200"/>
          </a:xfrm>
        </p:grpSpPr>
        <p:sp>
          <p:nvSpPr>
            <p:cNvPr id="168" name="Google Shape;168;p20"/>
            <p:cNvSpPr/>
            <p:nvPr/>
          </p:nvSpPr>
          <p:spPr>
            <a:xfrm>
              <a:off x="324000" y="3006675"/>
              <a:ext cx="2604000" cy="306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41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69" name="Google Shape;169;p20"/>
            <p:cNvSpPr/>
            <p:nvPr/>
          </p:nvSpPr>
          <p:spPr>
            <a:xfrm>
              <a:off x="324000" y="2700075"/>
              <a:ext cx="799200" cy="306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"/>
                  <a:ea typeface="Times"/>
                  <a:cs typeface="Times"/>
                  <a:sym typeface="Times"/>
                </a:rPr>
                <a:t>b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0" name="Google Shape;170;p20"/>
            <p:cNvSpPr/>
            <p:nvPr/>
          </p:nvSpPr>
          <p:spPr>
            <a:xfrm>
              <a:off x="1123075" y="2700075"/>
              <a:ext cx="1804800" cy="306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33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71" name="Google Shape;171;p20"/>
          <p:cNvGrpSpPr/>
          <p:nvPr/>
        </p:nvGrpSpPr>
        <p:grpSpPr>
          <a:xfrm>
            <a:off x="4479652" y="2398218"/>
            <a:ext cx="2069920" cy="487433"/>
            <a:chOff x="324000" y="2700075"/>
            <a:chExt cx="2604000" cy="613200"/>
          </a:xfrm>
        </p:grpSpPr>
        <p:sp>
          <p:nvSpPr>
            <p:cNvPr id="172" name="Google Shape;172;p20"/>
            <p:cNvSpPr/>
            <p:nvPr/>
          </p:nvSpPr>
          <p:spPr>
            <a:xfrm>
              <a:off x="1467300" y="3006675"/>
              <a:ext cx="1460700" cy="306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31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3" name="Google Shape;173;p20"/>
            <p:cNvSpPr/>
            <p:nvPr/>
          </p:nvSpPr>
          <p:spPr>
            <a:xfrm>
              <a:off x="324000" y="2700075"/>
              <a:ext cx="2604000" cy="306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"/>
                  <a:ea typeface="Times"/>
                  <a:cs typeface="Times"/>
                  <a:sym typeface="Times"/>
                </a:rPr>
                <a:t>c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4" name="Google Shape;174;p20"/>
            <p:cNvSpPr/>
            <p:nvPr/>
          </p:nvSpPr>
          <p:spPr>
            <a:xfrm>
              <a:off x="324000" y="3006675"/>
              <a:ext cx="1143300" cy="306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27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75" name="Google Shape;175;p20"/>
          <p:cNvGrpSpPr/>
          <p:nvPr/>
        </p:nvGrpSpPr>
        <p:grpSpPr>
          <a:xfrm>
            <a:off x="4479652" y="3754053"/>
            <a:ext cx="2069920" cy="487433"/>
            <a:chOff x="324000" y="2700075"/>
            <a:chExt cx="2604000" cy="613200"/>
          </a:xfrm>
        </p:grpSpPr>
        <p:sp>
          <p:nvSpPr>
            <p:cNvPr id="176" name="Google Shape;176;p20"/>
            <p:cNvSpPr/>
            <p:nvPr/>
          </p:nvSpPr>
          <p:spPr>
            <a:xfrm>
              <a:off x="1467300" y="3006675"/>
              <a:ext cx="1460700" cy="306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5.7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7" name="Google Shape;177;p20"/>
            <p:cNvSpPr/>
            <p:nvPr/>
          </p:nvSpPr>
          <p:spPr>
            <a:xfrm>
              <a:off x="324000" y="3006675"/>
              <a:ext cx="1143300" cy="306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i="1">
                  <a:latin typeface="Times"/>
                  <a:ea typeface="Times"/>
                  <a:cs typeface="Times"/>
                  <a:sym typeface="Times"/>
                </a:rPr>
                <a:t>d</a:t>
              </a:r>
              <a:endParaRPr i="1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78" name="Google Shape;178;p20"/>
            <p:cNvSpPr/>
            <p:nvPr/>
          </p:nvSpPr>
          <p:spPr>
            <a:xfrm>
              <a:off x="324000" y="2700075"/>
              <a:ext cx="2604000" cy="3066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latin typeface="Times"/>
                  <a:ea typeface="Times"/>
                  <a:cs typeface="Times"/>
                  <a:sym typeface="Times"/>
                </a:rPr>
                <a:t>8.4</a:t>
              </a:r>
              <a:endParaRPr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79" name="Google Shape;179;p20"/>
          <p:cNvSpPr txBox="1"/>
          <p:nvPr/>
        </p:nvSpPr>
        <p:spPr>
          <a:xfrm>
            <a:off x="570721" y="2398222"/>
            <a:ext cx="235200" cy="2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570721" y="3754057"/>
            <a:ext cx="235200" cy="2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099014" y="2398222"/>
            <a:ext cx="235200" cy="2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099014" y="3754057"/>
            <a:ext cx="235200" cy="2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3" name="Google Shape;183;p20"/>
          <p:cNvGrpSpPr/>
          <p:nvPr/>
        </p:nvGrpSpPr>
        <p:grpSpPr>
          <a:xfrm>
            <a:off x="5256127" y="7254441"/>
            <a:ext cx="1786644" cy="744032"/>
            <a:chOff x="3679000" y="1380975"/>
            <a:chExt cx="4343896" cy="2543700"/>
          </a:xfrm>
        </p:grpSpPr>
        <p:sp>
          <p:nvSpPr>
            <p:cNvPr id="184" name="Google Shape;184;p2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185" name="Google Shape;185;p2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6" name="Google Shape;186;p2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187" name="Google Shape;187;p2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8" name="Google Shape;188;p2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189" name="Google Shape;189;p2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0"/>
          <p:cNvSpPr txBox="1"/>
          <p:nvPr/>
        </p:nvSpPr>
        <p:spPr>
          <a:xfrm>
            <a:off x="468000" y="5457056"/>
            <a:ext cx="6569100" cy="1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Complete the balance scales to show the additive step needed to find the solution. What is the solution for each equation?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1" name="Google Shape;191;p20"/>
          <p:cNvGrpSpPr/>
          <p:nvPr/>
        </p:nvGrpSpPr>
        <p:grpSpPr>
          <a:xfrm>
            <a:off x="516487" y="6022737"/>
            <a:ext cx="1786644" cy="744032"/>
            <a:chOff x="3679000" y="1380975"/>
            <a:chExt cx="4343896" cy="2543700"/>
          </a:xfrm>
        </p:grpSpPr>
        <p:sp>
          <p:nvSpPr>
            <p:cNvPr id="192" name="Google Shape;192;p2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193" name="Google Shape;193;p2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4" name="Google Shape;194;p2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195" name="Google Shape;195;p2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96" name="Google Shape;196;p2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197" name="Google Shape;197;p2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98" name="Google Shape;198;p20"/>
          <p:cNvCxnSpPr/>
          <p:nvPr/>
        </p:nvCxnSpPr>
        <p:spPr>
          <a:xfrm flipH="1">
            <a:off x="2673075" y="6082475"/>
            <a:ext cx="0" cy="3699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9" name="Google Shape;199;p20"/>
          <p:cNvCxnSpPr/>
          <p:nvPr/>
        </p:nvCxnSpPr>
        <p:spPr>
          <a:xfrm flipH="1">
            <a:off x="5042900" y="6082475"/>
            <a:ext cx="0" cy="36996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00" name="Google Shape;200;p20"/>
          <p:cNvGrpSpPr/>
          <p:nvPr/>
        </p:nvGrpSpPr>
        <p:grpSpPr>
          <a:xfrm>
            <a:off x="516487" y="7254441"/>
            <a:ext cx="1786644" cy="744032"/>
            <a:chOff x="3679000" y="1380975"/>
            <a:chExt cx="4343896" cy="2543700"/>
          </a:xfrm>
        </p:grpSpPr>
        <p:sp>
          <p:nvSpPr>
            <p:cNvPr id="201" name="Google Shape;201;p2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02" name="Google Shape;202;p2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3" name="Google Shape;203;p2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04" name="Google Shape;204;p2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5" name="Google Shape;205;p2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06" name="Google Shape;206;p2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07" name="Google Shape;207;p20"/>
          <p:cNvGrpSpPr/>
          <p:nvPr/>
        </p:nvGrpSpPr>
        <p:grpSpPr>
          <a:xfrm>
            <a:off x="516487" y="8486146"/>
            <a:ext cx="1786644" cy="744032"/>
            <a:chOff x="3679000" y="1380975"/>
            <a:chExt cx="4343896" cy="2543700"/>
          </a:xfrm>
        </p:grpSpPr>
        <p:sp>
          <p:nvSpPr>
            <p:cNvPr id="208" name="Google Shape;208;p2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09" name="Google Shape;209;p2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0" name="Google Shape;210;p2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11" name="Google Shape;211;p2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2" name="Google Shape;212;p2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13" name="Google Shape;213;p2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14" name="Google Shape;214;p20"/>
          <p:cNvGrpSpPr/>
          <p:nvPr/>
        </p:nvGrpSpPr>
        <p:grpSpPr>
          <a:xfrm>
            <a:off x="2965547" y="6022737"/>
            <a:ext cx="1786644" cy="744032"/>
            <a:chOff x="3679000" y="1380975"/>
            <a:chExt cx="4343896" cy="2543700"/>
          </a:xfrm>
        </p:grpSpPr>
        <p:sp>
          <p:nvSpPr>
            <p:cNvPr id="215" name="Google Shape;215;p2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16" name="Google Shape;216;p2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7" name="Google Shape;217;p2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18" name="Google Shape;218;p2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9" name="Google Shape;219;p2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20" name="Google Shape;220;p2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21" name="Google Shape;221;p20"/>
          <p:cNvGrpSpPr/>
          <p:nvPr/>
        </p:nvGrpSpPr>
        <p:grpSpPr>
          <a:xfrm>
            <a:off x="2965547" y="7254441"/>
            <a:ext cx="1786644" cy="744032"/>
            <a:chOff x="3679000" y="1380975"/>
            <a:chExt cx="4343896" cy="2543700"/>
          </a:xfrm>
        </p:grpSpPr>
        <p:sp>
          <p:nvSpPr>
            <p:cNvPr id="222" name="Google Shape;222;p2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23" name="Google Shape;223;p2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4" name="Google Shape;224;p2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25" name="Google Shape;225;p2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6" name="Google Shape;226;p2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27" name="Google Shape;227;p2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28" name="Google Shape;228;p20"/>
          <p:cNvGrpSpPr/>
          <p:nvPr/>
        </p:nvGrpSpPr>
        <p:grpSpPr>
          <a:xfrm>
            <a:off x="2965547" y="8486146"/>
            <a:ext cx="1786644" cy="744032"/>
            <a:chOff x="3679000" y="1380975"/>
            <a:chExt cx="4343896" cy="2543700"/>
          </a:xfrm>
        </p:grpSpPr>
        <p:sp>
          <p:nvSpPr>
            <p:cNvPr id="229" name="Google Shape;229;p2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30" name="Google Shape;230;p2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1" name="Google Shape;231;p2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32" name="Google Shape;232;p2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3" name="Google Shape;233;p2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34" name="Google Shape;234;p2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35" name="Google Shape;235;p20"/>
          <p:cNvGrpSpPr/>
          <p:nvPr/>
        </p:nvGrpSpPr>
        <p:grpSpPr>
          <a:xfrm>
            <a:off x="5256127" y="6022737"/>
            <a:ext cx="1786644" cy="744032"/>
            <a:chOff x="3679000" y="1380975"/>
            <a:chExt cx="4343896" cy="2543700"/>
          </a:xfrm>
        </p:grpSpPr>
        <p:sp>
          <p:nvSpPr>
            <p:cNvPr id="236" name="Google Shape;236;p2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37" name="Google Shape;237;p2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8" name="Google Shape;238;p2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39" name="Google Shape;239;p2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0" name="Google Shape;240;p2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41" name="Google Shape;241;p2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2" name="Google Shape;242;p20"/>
          <p:cNvGrpSpPr/>
          <p:nvPr/>
        </p:nvGrpSpPr>
        <p:grpSpPr>
          <a:xfrm>
            <a:off x="5256127" y="8486146"/>
            <a:ext cx="1786644" cy="744032"/>
            <a:chOff x="3679000" y="1380975"/>
            <a:chExt cx="4343896" cy="2543700"/>
          </a:xfrm>
        </p:grpSpPr>
        <p:sp>
          <p:nvSpPr>
            <p:cNvPr id="243" name="Google Shape;243;p2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name="adj" fmla="val 25000"/>
              </a:avLst>
            </a:prstGeom>
            <a:solidFill>
              <a:srgbClr val="000000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44" name="Google Shape;244;p2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5" name="Google Shape;245;p2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46" name="Google Shape;246;p2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7" name="Google Shape;247;p2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cxnSp>
          <p:nvCxnSpPr>
            <p:cNvPr id="248" name="Google Shape;248;p2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9" name="Google Shape;249;p20"/>
          <p:cNvSpPr/>
          <p:nvPr/>
        </p:nvSpPr>
        <p:spPr>
          <a:xfrm>
            <a:off x="636997" y="6311150"/>
            <a:ext cx="256200" cy="1824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636997" y="7542855"/>
            <a:ext cx="256200" cy="1824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636997" y="8774559"/>
            <a:ext cx="256200" cy="1824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1734547" y="6299886"/>
            <a:ext cx="451800" cy="1974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7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952402" y="6299886"/>
            <a:ext cx="211800" cy="1974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952402" y="7527783"/>
            <a:ext cx="211800" cy="1974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952402" y="7324875"/>
            <a:ext cx="211800" cy="197400"/>
          </a:xfrm>
          <a:prstGeom prst="rect">
            <a:avLst/>
          </a:prstGeom>
          <a:solidFill>
            <a:srgbClr val="EBEDF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1734547" y="7527773"/>
            <a:ext cx="451800" cy="1974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7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3021280" y="6311150"/>
            <a:ext cx="256200" cy="1824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3363888" y="7447003"/>
            <a:ext cx="290700" cy="2688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3027779" y="7539087"/>
            <a:ext cx="256200" cy="1824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3363888" y="7178107"/>
            <a:ext cx="290700" cy="268800"/>
          </a:xfrm>
          <a:prstGeom prst="rect">
            <a:avLst/>
          </a:prstGeom>
          <a:solidFill>
            <a:srgbClr val="EBEDF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__</a:t>
            </a: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3107662" y="8787640"/>
            <a:ext cx="256200" cy="1824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6799009" y="6299889"/>
            <a:ext cx="256200" cy="1824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5333455" y="6102690"/>
            <a:ext cx="479400" cy="3831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19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4" name="Google Shape;264;p20"/>
          <p:cNvSpPr/>
          <p:nvPr/>
        </p:nvSpPr>
        <p:spPr>
          <a:xfrm>
            <a:off x="1729384" y="7324875"/>
            <a:ext cx="211800" cy="197400"/>
          </a:xfrm>
          <a:prstGeom prst="rect">
            <a:avLst/>
          </a:prstGeom>
          <a:solidFill>
            <a:srgbClr val="EBEDFE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−2</a:t>
            </a: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3350890" y="6228316"/>
            <a:ext cx="290700" cy="2688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4060488" y="7455316"/>
            <a:ext cx="684600" cy="2652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30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4059074" y="6221495"/>
            <a:ext cx="684600" cy="2652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30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6353477" y="6102680"/>
            <a:ext cx="211800" cy="383100"/>
          </a:xfrm>
          <a:prstGeom prst="rect">
            <a:avLst/>
          </a:prstGeom>
          <a:solidFill>
            <a:srgbClr val="D9D9D9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527939" y="6001047"/>
            <a:ext cx="235800" cy="2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2763859" y="6001047"/>
            <a:ext cx="235800" cy="2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5101014" y="6001047"/>
            <a:ext cx="235800" cy="2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2" name="Google Shape;272;p20"/>
          <p:cNvCxnSpPr/>
          <p:nvPr/>
        </p:nvCxnSpPr>
        <p:spPr>
          <a:xfrm>
            <a:off x="474745" y="9871411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76" name="Shape 276"/>
        <p:cNvGrpSpPr/>
        <p:nvPr/>
      </p:nvGrpSpPr>
      <p:grpSpPr>
        <a:xfrm>
          <a:off x="0" y="0"/>
          <a:ext cx="0" cy="0"/>
        </a:xfrm>
      </p:grpSpPr>
      <p:sp>
        <p:nvSpPr>
          <p:cNvPr id="277" name="Google Shape;277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78" name="Google Shape;278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Solving simple linear equations with an additive step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Writing solutions algebraically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468000" y="13048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Solve the following 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83" name="Google Shape;283;p21"/>
          <p:cNvGraphicFramePr>
            <a:graphicFrameLocks noGrp="1"/>
          </p:cNvGraphicFramePr>
          <p:nvPr/>
        </p:nvGraphicFramePr>
        <p:xfrm>
          <a:off x="568388" y="1866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{22019E43-7D1F-4414-B492-F0F603E1DF9B}</a:tableStyleId>
              </a:tblPr>
              <a:tblGrid>
                <a:gridCol w="1424750"/>
                <a:gridCol w="306175"/>
                <a:gridCol w="1480675"/>
              </a:tblGrid>
              <a:tr h="292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12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84" name="Google Shape;284;p21"/>
          <p:cNvGraphicFramePr>
            <a:graphicFrameLocks noGrp="1"/>
          </p:cNvGraphicFramePr>
          <p:nvPr/>
        </p:nvGraphicFramePr>
        <p:xfrm>
          <a:off x="467988" y="295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{22019E43-7D1F-4414-B492-F0F603E1DF9B}</a:tableStyleId>
              </a:tblPr>
              <a:tblGrid>
                <a:gridCol w="1517675"/>
                <a:gridCol w="307450"/>
                <a:gridCol w="1486850"/>
              </a:tblGrid>
              <a:tr h="292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+ 3.6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17.8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85" name="Google Shape;285;p21"/>
          <p:cNvGraphicFramePr>
            <a:graphicFrameLocks noGrp="1"/>
          </p:cNvGraphicFramePr>
          <p:nvPr/>
        </p:nvGraphicFramePr>
        <p:xfrm>
          <a:off x="568388" y="4124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{22019E43-7D1F-4414-B492-F0F603E1DF9B}</a:tableStyleId>
              </a:tblPr>
              <a:tblGrid>
                <a:gridCol w="1424750"/>
                <a:gridCol w="306175"/>
                <a:gridCol w="1480675"/>
              </a:tblGrid>
              <a:tr h="292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− 18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42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86" name="Google Shape;286;p21"/>
          <p:cNvGraphicFramePr>
            <a:graphicFrameLocks noGrp="1"/>
          </p:cNvGraphicFramePr>
          <p:nvPr/>
        </p:nvGraphicFramePr>
        <p:xfrm>
          <a:off x="3831263" y="1866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{22019E43-7D1F-4414-B492-F0F603E1DF9B}</a:tableStyleId>
              </a:tblPr>
              <a:tblGrid>
                <a:gridCol w="1424725"/>
                <a:gridCol w="306175"/>
                <a:gridCol w="1480675"/>
              </a:tblGrid>
              <a:tr h="292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+ 13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11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87" name="Google Shape;287;p21"/>
          <p:cNvGraphicFramePr>
            <a:graphicFrameLocks noGrp="1"/>
          </p:cNvGraphicFramePr>
          <p:nvPr/>
        </p:nvGraphicFramePr>
        <p:xfrm>
          <a:off x="3831263" y="2950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{22019E43-7D1F-4414-B492-F0F603E1DF9B}</a:tableStyleId>
              </a:tblPr>
              <a:tblGrid>
                <a:gridCol w="1424725"/>
                <a:gridCol w="306175"/>
                <a:gridCol w="1480675"/>
              </a:tblGrid>
              <a:tr h="292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− 10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−8.4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88" name="Google Shape;288;p21"/>
          <p:cNvSpPr/>
          <p:nvPr/>
        </p:nvSpPr>
        <p:spPr>
          <a:xfrm>
            <a:off x="474875" y="16420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474925" y="27982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474925" y="396637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3522875" y="16420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/>
          <p:nvPr/>
        </p:nvSpPr>
        <p:spPr>
          <a:xfrm>
            <a:off x="3522875" y="279822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3" name="Google Shape;293;p21" descr="&lt;math xmlns=&quot;http://www.w3.org/1998/Math/MathML&quot; display=&quot;block&quot; data-is-equatio=&quot;1&quot; data-latex=&quot;x\ +\ \frac{3}{5}=-\frac{9}{10}&quot;&gt;&lt;mi&gt;x&lt;/mi&gt;&lt;mtext&gt;&lt;/mtext&gt;&lt;mo&gt;+&lt;/mo&gt;&lt;mtext&gt;&lt;/mtext&gt;&lt;mfrac&gt;&lt;mn&gt;3&lt;/mn&gt;&lt;mn&gt;5&lt;/mn&gt;&lt;/mfrac&gt;&lt;mo&gt;=&lt;/mo&gt;&lt;mo&gt;−&lt;/mo&gt;&lt;mfrac&gt;&lt;mn&gt;9&lt;/mn&gt;&lt;mn&gt;10&lt;/mn&gt;&lt;/mfrac&gt;&lt;/math&gt;" title="x plus three fifths equals negative nine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3111" y="4034925"/>
            <a:ext cx="966675" cy="325448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1"/>
          <p:cNvSpPr/>
          <p:nvPr/>
        </p:nvSpPr>
        <p:spPr>
          <a:xfrm>
            <a:off x="3522875" y="396637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583847" y="5724750"/>
            <a:ext cx="6320700" cy="4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Spot the mistakes in the following methods to solve these 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96" name="Google Shape;296;p21"/>
          <p:cNvGraphicFramePr>
            <a:graphicFrameLocks noGrp="1"/>
          </p:cNvGraphicFramePr>
          <p:nvPr/>
        </p:nvGraphicFramePr>
        <p:xfrm>
          <a:off x="467988" y="6178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{22019E43-7D1F-4414-B492-F0F603E1DF9B}</a:tableStyleId>
              </a:tblPr>
              <a:tblGrid>
                <a:gridCol w="1401950"/>
                <a:gridCol w="301275"/>
                <a:gridCol w="1456975"/>
              </a:tblGrid>
              <a:tr h="292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+ 7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−3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2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+ 7 + (7)</a:t>
                      </a:r>
                      <a:endParaRPr sz="1200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−3 + (7)</a:t>
                      </a:r>
                      <a:endParaRPr sz="1200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42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97" name="Google Shape;297;p21"/>
          <p:cNvGraphicFramePr>
            <a:graphicFrameLocks noGrp="1"/>
          </p:cNvGraphicFramePr>
          <p:nvPr/>
        </p:nvGraphicFramePr>
        <p:xfrm>
          <a:off x="468013" y="8083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{22019E43-7D1F-4414-B492-F0F603E1DF9B}</a:tableStyleId>
              </a:tblPr>
              <a:tblGrid>
                <a:gridCol w="1455000"/>
                <a:gridCol w="292175"/>
                <a:gridCol w="1413000"/>
              </a:tblGrid>
              <a:tr h="292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+ 7.1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23.5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2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+ 7.1 + (−7.1)</a:t>
                      </a:r>
                      <a:endParaRPr sz="1200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23.5 </a:t>
                      </a:r>
                      <a:endParaRPr sz="1200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42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23.5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98" name="Google Shape;298;p21"/>
          <p:cNvGraphicFramePr>
            <a:graphicFrameLocks noGrp="1"/>
          </p:cNvGraphicFramePr>
          <p:nvPr/>
        </p:nvGraphicFramePr>
        <p:xfrm>
          <a:off x="3752075" y="6178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{22019E43-7D1F-4414-B492-F0F603E1DF9B}</a:tableStyleId>
              </a:tblPr>
              <a:tblGrid>
                <a:gridCol w="1401950"/>
                <a:gridCol w="301275"/>
                <a:gridCol w="1456975"/>
              </a:tblGrid>
              <a:tr h="292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− 5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2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− 5 + 10</a:t>
                      </a:r>
                      <a:endParaRPr sz="1200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10 + 10</a:t>
                      </a:r>
                      <a:endParaRPr sz="1200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42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20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99" name="Google Shape;299;p21"/>
          <p:cNvGraphicFramePr>
            <a:graphicFrameLocks noGrp="1"/>
          </p:cNvGraphicFramePr>
          <p:nvPr/>
        </p:nvGraphicFramePr>
        <p:xfrm>
          <a:off x="3752075" y="8083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{22019E43-7D1F-4414-B492-F0F603E1DF9B}</a:tableStyleId>
              </a:tblPr>
              <a:tblGrid>
                <a:gridCol w="1401950"/>
                <a:gridCol w="301275"/>
                <a:gridCol w="1456975"/>
              </a:tblGrid>
              <a:tr h="292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− 23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23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928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− 23 + 23</a:t>
                      </a:r>
                      <a:endParaRPr sz="1200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23 − 23</a:t>
                      </a:r>
                      <a:endParaRPr sz="1200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742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1200"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=</a:t>
                      </a:r>
                      <a:endParaRPr sz="1200"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0</a:t>
                      </a:r>
                      <a:endParaRPr sz="12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00" name="Google Shape;300;p21"/>
          <p:cNvSpPr/>
          <p:nvPr/>
        </p:nvSpPr>
        <p:spPr>
          <a:xfrm>
            <a:off x="583888" y="8032863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3784288" y="6127863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583888" y="6127863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3" name="Google Shape;303;p21"/>
          <p:cNvSpPr/>
          <p:nvPr/>
        </p:nvSpPr>
        <p:spPr>
          <a:xfrm>
            <a:off x="3784288" y="8032863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4" name="Google Shape;304;p21"/>
          <p:cNvCxnSpPr/>
          <p:nvPr/>
        </p:nvCxnSpPr>
        <p:spPr>
          <a:xfrm>
            <a:off x="474745" y="98195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61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</vt:lpstr>
      <vt:lpstr>Times New Roman</vt:lpstr>
      <vt:lpstr>simple-light-2</vt:lpstr>
      <vt:lpstr>Solving simple linear equations with an additive step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2024-02-06T09:58:34.141</cp:lastPrinted>
  <dcterms:created xsi:type="dcterms:W3CDTF">2024-02-06T09:58:34Z</dcterms:created>
  <dcterms:modified xsi:type="dcterms:W3CDTF">2024-02-06T09:58:44Z</dcterms:modified>
</cp:coreProperties>
</file>