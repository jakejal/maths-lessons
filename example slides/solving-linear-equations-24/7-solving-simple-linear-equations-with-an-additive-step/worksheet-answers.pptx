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92">
          <p15:clr>
            <a:srgbClr val="747775"/>
          </p15:clr>
        </p15:guide>
        <p15:guide id="2" pos="170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1410A67-2429-47D5-96CF-EF3C32D04128}">
  <a:tblStyle styleId="{81410A67-2429-47D5-96CF-EF3C32D041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92"/>
        <p:guide pos="170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02" name="Shape 302"/>
        <p:cNvGrpSpPr/>
        <p:nvPr/>
      </p:nvGrpSpPr>
      <p:grpSpPr>
        <a:xfrm>
          <a:off x="0" y="0"/>
          <a:ext cx="0" cy="0"/>
        </a:xfrm>
      </p:grpSpPr>
      <p:sp>
        <p:nvSpPr>
          <p:cNvPr id="303" name="Google Shape;30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simple linear equations with an additive step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961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Additive steps using representations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59381"/>
            <a:ext cx="66240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value of the unknown in each bar model. Explain how you know.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914516" y="2398218"/>
            <a:ext cx="2069920" cy="487433"/>
            <a:chOff x="324000" y="2700075"/>
            <a:chExt cx="2604000" cy="613200"/>
          </a:xfrm>
        </p:grpSpPr>
        <p:sp>
          <p:nvSpPr>
            <p:cNvPr id="176" name="Google Shape;176;p20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914516" y="3754053"/>
            <a:ext cx="2069920" cy="487433"/>
            <a:chOff x="324000" y="2700075"/>
            <a:chExt cx="2604000" cy="613200"/>
          </a:xfrm>
        </p:grpSpPr>
        <p:sp>
          <p:nvSpPr>
            <p:cNvPr id="180" name="Google Shape;180;p20"/>
            <p:cNvSpPr/>
            <p:nvPr/>
          </p:nvSpPr>
          <p:spPr>
            <a:xfrm>
              <a:off x="324000" y="3006675"/>
              <a:ext cx="26040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41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324000" y="2700075"/>
              <a:ext cx="7992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1123075" y="2700075"/>
              <a:ext cx="18048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33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4479652" y="2398218"/>
            <a:ext cx="2069920" cy="487433"/>
            <a:chOff x="324000" y="2700075"/>
            <a:chExt cx="2604000" cy="613200"/>
          </a:xfrm>
        </p:grpSpPr>
        <p:sp>
          <p:nvSpPr>
            <p:cNvPr id="184" name="Google Shape;184;p20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c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27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4479652" y="3754053"/>
            <a:ext cx="2069920" cy="487433"/>
            <a:chOff x="324000" y="2700075"/>
            <a:chExt cx="2604000" cy="613200"/>
          </a:xfrm>
        </p:grpSpPr>
        <p:sp>
          <p:nvSpPr>
            <p:cNvPr id="188" name="Google Shape;188;p20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5.7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d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8.4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1" name="Google Shape;191;p20"/>
          <p:cNvSpPr txBox="1"/>
          <p:nvPr/>
        </p:nvSpPr>
        <p:spPr>
          <a:xfrm>
            <a:off x="570721" y="2398222"/>
            <a:ext cx="235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0721" y="3754057"/>
            <a:ext cx="235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099014" y="2398222"/>
            <a:ext cx="235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099014" y="3754057"/>
            <a:ext cx="235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77583" y="2971170"/>
            <a:ext cx="2664600" cy="7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represents the equation: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15 − 9 =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5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a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7583" y="4285730"/>
            <a:ext cx="2664600" cy="7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represents the equation: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41 − 33 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b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918400" y="2972952"/>
            <a:ext cx="28341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represents the equation: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27 + 31 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c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58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918412" y="4285727"/>
            <a:ext cx="3051300" cy="7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represents the equation: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8.4 − 5.7 =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2.7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d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2.7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99" name="Google Shape;199;p20"/>
          <p:cNvGrpSpPr/>
          <p:nvPr/>
        </p:nvGrpSpPr>
        <p:grpSpPr>
          <a:xfrm>
            <a:off x="5256127" y="7254441"/>
            <a:ext cx="1786644" cy="744032"/>
            <a:chOff x="3679000" y="1380975"/>
            <a:chExt cx="4343896" cy="2543700"/>
          </a:xfrm>
        </p:grpSpPr>
        <p:sp>
          <p:nvSpPr>
            <p:cNvPr id="200" name="Google Shape;200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01" name="Google Shape;201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2" name="Google Shape;202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03" name="Google Shape;203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4" name="Google Shape;204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05" name="Google Shape;205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6" name="Google Shape;206;p20"/>
          <p:cNvSpPr txBox="1"/>
          <p:nvPr/>
        </p:nvSpPr>
        <p:spPr>
          <a:xfrm>
            <a:off x="468000" y="5457056"/>
            <a:ext cx="65691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balance scales to show the additive step needed to find the solution. What is the solution for each equation?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0"/>
          <p:cNvGrpSpPr/>
          <p:nvPr/>
        </p:nvGrpSpPr>
        <p:grpSpPr>
          <a:xfrm>
            <a:off x="516487" y="6022737"/>
            <a:ext cx="1786644" cy="744032"/>
            <a:chOff x="3679000" y="1380975"/>
            <a:chExt cx="4343896" cy="2543700"/>
          </a:xfrm>
        </p:grpSpPr>
        <p:sp>
          <p:nvSpPr>
            <p:cNvPr id="208" name="Google Shape;208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09" name="Google Shape;209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0" name="Google Shape;210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1" name="Google Shape;211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2" name="Google Shape;212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3" name="Google Shape;213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14" name="Google Shape;214;p20"/>
          <p:cNvCxnSpPr/>
          <p:nvPr/>
        </p:nvCxnSpPr>
        <p:spPr>
          <a:xfrm flipH="1">
            <a:off x="2673075" y="6082475"/>
            <a:ext cx="0" cy="3699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0"/>
          <p:cNvCxnSpPr/>
          <p:nvPr/>
        </p:nvCxnSpPr>
        <p:spPr>
          <a:xfrm flipH="1">
            <a:off x="5042900" y="6082475"/>
            <a:ext cx="0" cy="3699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6" name="Google Shape;216;p20"/>
          <p:cNvGrpSpPr/>
          <p:nvPr/>
        </p:nvGrpSpPr>
        <p:grpSpPr>
          <a:xfrm>
            <a:off x="516487" y="7254441"/>
            <a:ext cx="1786644" cy="744032"/>
            <a:chOff x="3679000" y="1380975"/>
            <a:chExt cx="4343896" cy="2543700"/>
          </a:xfrm>
        </p:grpSpPr>
        <p:sp>
          <p:nvSpPr>
            <p:cNvPr id="217" name="Google Shape;217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8" name="Google Shape;218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9" name="Google Shape;219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0" name="Google Shape;220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1" name="Google Shape;221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2" name="Google Shape;222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3" name="Google Shape;223;p20"/>
          <p:cNvGrpSpPr/>
          <p:nvPr/>
        </p:nvGrpSpPr>
        <p:grpSpPr>
          <a:xfrm>
            <a:off x="516487" y="8486146"/>
            <a:ext cx="1786644" cy="744032"/>
            <a:chOff x="3679000" y="1380975"/>
            <a:chExt cx="4343896" cy="2543700"/>
          </a:xfrm>
        </p:grpSpPr>
        <p:sp>
          <p:nvSpPr>
            <p:cNvPr id="224" name="Google Shape;224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5" name="Google Shape;225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6" name="Google Shape;226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7" name="Google Shape;227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8" name="Google Shape;228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9" name="Google Shape;229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0" name="Google Shape;230;p20"/>
          <p:cNvGrpSpPr/>
          <p:nvPr/>
        </p:nvGrpSpPr>
        <p:grpSpPr>
          <a:xfrm>
            <a:off x="2965547" y="6022737"/>
            <a:ext cx="1786644" cy="744032"/>
            <a:chOff x="3679000" y="1380975"/>
            <a:chExt cx="4343896" cy="2543700"/>
          </a:xfrm>
        </p:grpSpPr>
        <p:sp>
          <p:nvSpPr>
            <p:cNvPr id="231" name="Google Shape;231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2" name="Google Shape;232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3" name="Google Shape;233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4" name="Google Shape;234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5" name="Google Shape;235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6" name="Google Shape;236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7" name="Google Shape;237;p20"/>
          <p:cNvGrpSpPr/>
          <p:nvPr/>
        </p:nvGrpSpPr>
        <p:grpSpPr>
          <a:xfrm>
            <a:off x="2965547" y="7254441"/>
            <a:ext cx="1786644" cy="744032"/>
            <a:chOff x="3679000" y="1380975"/>
            <a:chExt cx="4343896" cy="2543700"/>
          </a:xfrm>
        </p:grpSpPr>
        <p:sp>
          <p:nvSpPr>
            <p:cNvPr id="238" name="Google Shape;238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9" name="Google Shape;239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" name="Google Shape;240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1" name="Google Shape;241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2" name="Google Shape;242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3" name="Google Shape;243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" name="Google Shape;244;p20"/>
          <p:cNvGrpSpPr/>
          <p:nvPr/>
        </p:nvGrpSpPr>
        <p:grpSpPr>
          <a:xfrm>
            <a:off x="2965547" y="8486146"/>
            <a:ext cx="1786644" cy="744032"/>
            <a:chOff x="3679000" y="1380975"/>
            <a:chExt cx="4343896" cy="2543700"/>
          </a:xfrm>
        </p:grpSpPr>
        <p:sp>
          <p:nvSpPr>
            <p:cNvPr id="245" name="Google Shape;245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6" name="Google Shape;246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7" name="Google Shape;247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9" name="Google Shape;249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50" name="Google Shape;250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1" name="Google Shape;251;p20"/>
          <p:cNvGrpSpPr/>
          <p:nvPr/>
        </p:nvGrpSpPr>
        <p:grpSpPr>
          <a:xfrm>
            <a:off x="5256127" y="6022737"/>
            <a:ext cx="1786644" cy="744032"/>
            <a:chOff x="3679000" y="1380975"/>
            <a:chExt cx="4343896" cy="2543700"/>
          </a:xfrm>
        </p:grpSpPr>
        <p:sp>
          <p:nvSpPr>
            <p:cNvPr id="252" name="Google Shape;252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53" name="Google Shape;253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4" name="Google Shape;254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55" name="Google Shape;255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6" name="Google Shape;256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57" name="Google Shape;257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8" name="Google Shape;258;p20"/>
          <p:cNvGrpSpPr/>
          <p:nvPr/>
        </p:nvGrpSpPr>
        <p:grpSpPr>
          <a:xfrm>
            <a:off x="5256127" y="8486146"/>
            <a:ext cx="1786644" cy="744032"/>
            <a:chOff x="3679000" y="1380975"/>
            <a:chExt cx="4343896" cy="2543700"/>
          </a:xfrm>
        </p:grpSpPr>
        <p:sp>
          <p:nvSpPr>
            <p:cNvPr id="259" name="Google Shape;259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0" name="Google Shape;260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1" name="Google Shape;261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2" name="Google Shape;262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3" name="Google Shape;263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4" name="Google Shape;264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5" name="Google Shape;265;p20"/>
          <p:cNvSpPr/>
          <p:nvPr/>
        </p:nvSpPr>
        <p:spPr>
          <a:xfrm>
            <a:off x="636997" y="6311150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636997" y="7542855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636997" y="8774559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1734547" y="6299886"/>
            <a:ext cx="4518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952402" y="6299886"/>
            <a:ext cx="2118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952402" y="7527783"/>
            <a:ext cx="2118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952402" y="7324875"/>
            <a:ext cx="211800" cy="1974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734547" y="7527773"/>
            <a:ext cx="4518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3021280" y="6311150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3363888" y="7447003"/>
            <a:ext cx="290700" cy="2688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3027779" y="7539087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3363888" y="7178107"/>
            <a:ext cx="290700" cy="2688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−11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3107662" y="8787640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6799009" y="6299889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5333455" y="6102690"/>
            <a:ext cx="479400" cy="3831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19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1729384" y="7324875"/>
            <a:ext cx="211800" cy="1974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1832383" y="8747622"/>
            <a:ext cx="2562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3350890" y="6228316"/>
            <a:ext cx="290700" cy="2688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4060488" y="7455316"/>
            <a:ext cx="684600" cy="2652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4060488" y="7190428"/>
            <a:ext cx="290700" cy="2688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−11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4237579" y="8701457"/>
            <a:ext cx="393900" cy="2652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19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4059074" y="6221495"/>
            <a:ext cx="684600" cy="2652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6353477" y="6102680"/>
            <a:ext cx="211800" cy="3831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6801763" y="7535310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6356342" y="7331034"/>
            <a:ext cx="211800" cy="3831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6568071" y="7331026"/>
            <a:ext cx="211800" cy="3831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5314625" y="7331026"/>
            <a:ext cx="479400" cy="3831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19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5593764" y="6947778"/>
            <a:ext cx="211800" cy="3831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453409" y="8559371"/>
            <a:ext cx="290700" cy="3831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6565882" y="8770723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468000" y="9405620"/>
            <a:ext cx="1884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2896670" y="9405620"/>
            <a:ext cx="1884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19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5207101" y="9405620"/>
            <a:ext cx="1884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527939" y="6001047"/>
            <a:ext cx="2358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2763859" y="6001047"/>
            <a:ext cx="2358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5101014" y="6001047"/>
            <a:ext cx="2358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1" name="Google Shape;301;p20"/>
          <p:cNvCxnSpPr/>
          <p:nvPr/>
        </p:nvCxnSpPr>
        <p:spPr>
          <a:xfrm>
            <a:off x="474745" y="9895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05" name="Shape 305"/>
        <p:cNvGrpSpPr/>
        <p:nvPr/>
      </p:nvGrpSpPr>
      <p:grpSpPr>
        <a:xfrm>
          <a:off x="0" y="0"/>
          <a:ext cx="0" cy="0"/>
        </a:xfrm>
      </p:grpSpPr>
      <p:sp>
        <p:nvSpPr>
          <p:cNvPr id="306" name="Google Shape;30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07" name="Google Shape;30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simple linear equations with an additive step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Writing solutions algebraically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68000" y="1304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Solve the following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2" name="Google Shape;312;p21"/>
          <p:cNvGraphicFramePr>
            <a:graphicFrameLocks noGrp="1"/>
          </p:cNvGraphicFramePr>
          <p:nvPr/>
        </p:nvGraphicFramePr>
        <p:xfrm>
          <a:off x="568388" y="186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424750"/>
                <a:gridCol w="306175"/>
                <a:gridCol w="14806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 + (−1)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 + (−1)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3" name="Google Shape;313;p21"/>
          <p:cNvGraphicFramePr>
            <a:graphicFrameLocks noGrp="1"/>
          </p:cNvGraphicFramePr>
          <p:nvPr/>
        </p:nvGraphicFramePr>
        <p:xfrm>
          <a:off x="467988" y="29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517675"/>
                <a:gridCol w="307450"/>
                <a:gridCol w="1486850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+ 3.6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17.8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+ 3.6 + (−3.6)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17.8 + (−3.6)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14.2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Google Shape;314;p21"/>
          <p:cNvGraphicFramePr>
            <a:graphicFrameLocks noGrp="1"/>
          </p:cNvGraphicFramePr>
          <p:nvPr/>
        </p:nvGraphicFramePr>
        <p:xfrm>
          <a:off x="568388" y="412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424750"/>
                <a:gridCol w="306175"/>
                <a:gridCol w="14806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 + 18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 + 18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5" name="Google Shape;315;p21"/>
          <p:cNvGraphicFramePr>
            <a:graphicFrameLocks noGrp="1"/>
          </p:cNvGraphicFramePr>
          <p:nvPr/>
        </p:nvGraphicFramePr>
        <p:xfrm>
          <a:off x="3831263" y="186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424725"/>
                <a:gridCol w="306175"/>
                <a:gridCol w="14806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 + (−13)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 + (−13)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6" name="Google Shape;316;p21"/>
          <p:cNvGraphicFramePr>
            <a:graphicFrameLocks noGrp="1"/>
          </p:cNvGraphicFramePr>
          <p:nvPr/>
        </p:nvGraphicFramePr>
        <p:xfrm>
          <a:off x="3831263" y="29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424725"/>
                <a:gridCol w="306175"/>
                <a:gridCol w="14806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−8.4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− 10 + 10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−8.4 + 10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21"/>
          <p:cNvSpPr/>
          <p:nvPr/>
        </p:nvSpPr>
        <p:spPr>
          <a:xfrm>
            <a:off x="474875" y="1642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474925" y="2798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474925" y="3966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522875" y="1642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3522875" y="2798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2" name="Google Shape;322;p21" descr="&lt;math xmlns=&quot;http://www.w3.org/1998/Math/MathML&quot; display=&quot;block&quot; data-is-equatio=&quot;1&quot; data-latex=&quot;x\ +\ \frac{3}{5}=-\frac{9}{10}&quot;&gt;&lt;mi&gt;x&lt;/mi&gt;&lt;mtext&gt;&lt;/mtext&gt;&lt;mo&gt;+&lt;/mo&gt;&lt;mtext&gt;&lt;/mtext&gt;&lt;mfrac&gt;&lt;mn&gt;3&lt;/mn&gt;&lt;mn&gt;5&lt;/mn&gt;&lt;/mfrac&gt;&lt;mo&gt;=&lt;/mo&gt;&lt;mo&gt;−&lt;/mo&gt;&lt;mfrac&gt;&lt;mn&gt;9&lt;/mn&gt;&lt;mn&gt;10&lt;/mn&gt;&lt;/mfrac&gt;&lt;/math&gt;" title="x plus three fifths equals negative nin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111" y="4034925"/>
            <a:ext cx="966675" cy="32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/>
          <p:nvPr/>
        </p:nvSpPr>
        <p:spPr>
          <a:xfrm>
            <a:off x="3522875" y="3966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21" descr="&lt;math xmlns=&quot;http://www.w3.org/1998/Math/MathML&quot; display=&quot;block&quot; data-is-equatio=&quot;1&quot; data-latex=&quot;\begin{array}{l}x\ =-\frac{9}{10}-\frac{6}{10}\end{array}&quot;&gt;&lt;mtable columnalign=&quot;left&quot; columnspacing=&quot;1em&quot; rowspacing=&quot;4pt&quot;&gt;&lt;mtr&gt;&lt;mtd&gt;&lt;mi&gt;x&lt;/mi&gt;&lt;mtext&gt;&lt;/mtext&gt;&lt;mo&gt;=&lt;/mo&gt;&lt;mo&gt;−&lt;/mo&gt;&lt;mfrac&gt;&lt;mn&gt;9&lt;/mn&gt;&lt;mn&gt;10&lt;/mn&gt;&lt;/mfrac&gt;&lt;mo&gt;−&lt;/mo&gt;&lt;mfrac&gt;&lt;mn&gt;6&lt;/mn&gt;&lt;mn&gt;10&lt;/mn&gt;&lt;/mfrac&gt;&lt;/mtd&gt;&lt;/mtr&gt;&lt;/mtable&gt;&lt;/math&gt;" title="1 lines Line 1: x equals negative nine tenths minus six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940" y="4874051"/>
            <a:ext cx="966685" cy="23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 descr="&lt;math xmlns=&quot;http://www.w3.org/1998/Math/MathML&quot; display=&quot;block&quot; data-is-equatio=&quot;1&quot; data-latex=&quot;\begin{array}{l}x\ =-\frac{15}{10}\end{array}&quot;&gt;&lt;mtable columnalign=&quot;left&quot; columnspacing=&quot;1em&quot; rowspacing=&quot;4pt&quot;&gt;&lt;mtr&gt;&lt;mtd&gt;&lt;mi&gt;x&lt;/mi&gt;&lt;mtext&gt;&lt;/mtext&gt;&lt;mo&gt;=&lt;/mo&gt;&lt;mo&gt;−&lt;/mo&gt;&lt;mfrac&gt;&lt;mn&gt;15&lt;/mn&gt;&lt;mn&gt;10&lt;/mn&gt;&lt;/mfrac&gt;&lt;/mtd&gt;&lt;/mtr&gt;&lt;/mtable&gt;&lt;/math&gt;" title="1 lines Line 1: x equals negative fifteen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7934" y="5215046"/>
            <a:ext cx="618925" cy="235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 descr="&lt;math xmlns=&quot;http://www.w3.org/1998/Math/MathML&quot; display=&quot;block&quot; data-is-equatio=&quot;1&quot; data-latex=&quot;\begin{array}{l}x\ =-\frac{3}{2}\end{array}&quot;&gt;&lt;mtable columnalign=&quot;left&quot; columnspacing=&quot;1em&quot; rowspacing=&quot;4pt&quot;&gt;&lt;mtr&gt;&lt;mtd&gt;&lt;mi&gt;x&lt;/mi&gt;&lt;mtext&gt;&lt;/mtext&gt;&lt;mo&gt;=&lt;/mo&gt;&lt;mo&gt;−&lt;/mo&gt;&lt;mfrac&gt;&lt;mn&gt;3&lt;/mn&gt;&lt;mn&gt;2&lt;/mn&gt;&lt;/mfrac&gt;&lt;/mtd&gt;&lt;/mtr&gt;&lt;/mtable&gt;&lt;/math&gt;" title="1 lines Line 1: x equals negative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3960" y="5557095"/>
            <a:ext cx="568442" cy="235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 descr="&lt;math xmlns=&quot;http://www.w3.org/1998/Math/MathML&quot; display=&quot;block&quot; data-is-equatio=&quot;1&quot; data-latex=&quot;x\ +\ \frac{3}{5}+\left(-\frac{3}{5}\right)=-\frac{9}{10}+\left(-\frac{3}{5}\right)&quot;&gt;&lt;mi&gt;x&lt;/mi&gt;&lt;mtext&gt;&lt;/mtext&gt;&lt;mo&gt;+&lt;/mo&gt;&lt;mtext&gt;&lt;/mtext&gt;&lt;mfrac&gt;&lt;mn&gt;3&lt;/mn&gt;&lt;mn&gt;5&lt;/mn&gt;&lt;/mfrac&gt;&lt;mo&gt;+&lt;/mo&gt;&lt;mrow data-mjx-texclass=&quot;INNER&quot;&gt;&lt;mo data-mjx-texclass=&quot;OPEN&quot;&gt;(&lt;/mo&gt;&lt;mo&gt;−&lt;/mo&gt;&lt;mfrac&gt;&lt;mn&gt;3&lt;/mn&gt;&lt;mn&gt;5&lt;/mn&gt;&lt;/mfrac&gt;&lt;mo data-mjx-texclass=&quot;CLOSE&quot;&gt;)&lt;/mo&gt;&lt;/mrow&gt;&lt;mo&gt;=&lt;/mo&gt;&lt;mo&gt;−&lt;/mo&gt;&lt;mfrac&gt;&lt;mn&gt;9&lt;/mn&gt;&lt;mn&gt;10&lt;/mn&gt;&lt;/mfrac&gt;&lt;mo&gt;+&lt;/mo&gt;&lt;mrow data-mjx-texclass=&quot;INNER&quot;&gt;&lt;mo data-mjx-texclass=&quot;OPEN&quot;&gt;(&lt;/mo&gt;&lt;mo&gt;−&lt;/mo&gt;&lt;mfrac&gt;&lt;mn&gt;3&lt;/mn&gt;&lt;mn&gt;5&lt;/mn&gt;&lt;/mfrac&gt;&lt;mo data-mjx-texclass=&quot;CLOSE&quot;&gt;)&lt;/mo&gt;&lt;/mrow&gt;&lt;/math&gt;" title="x plus three fifths plus negative three fifths equals negative nine tenths plus negative 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4775" y="4421575"/>
            <a:ext cx="1954801" cy="34995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1"/>
          <p:cNvSpPr txBox="1"/>
          <p:nvPr/>
        </p:nvSpPr>
        <p:spPr>
          <a:xfrm>
            <a:off x="583847" y="6029550"/>
            <a:ext cx="63207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Spot the mistakes in the following methods to solve these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29" name="Google Shape;329;p21"/>
          <p:cNvGraphicFramePr>
            <a:graphicFrameLocks noGrp="1"/>
          </p:cNvGraphicFramePr>
          <p:nvPr/>
        </p:nvGraphicFramePr>
        <p:xfrm>
          <a:off x="467988" y="648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401950"/>
                <a:gridCol w="301275"/>
                <a:gridCol w="14569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 + (7)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 + (7)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30" name="Google Shape;330;p21"/>
          <p:cNvGraphicFramePr>
            <a:graphicFrameLocks noGrp="1"/>
          </p:cNvGraphicFramePr>
          <p:nvPr/>
        </p:nvGraphicFramePr>
        <p:xfrm>
          <a:off x="468013" y="823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455000"/>
                <a:gridCol w="292175"/>
                <a:gridCol w="1413000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+ 7.1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+ 7.1 + (−7.1)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 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31" name="Google Shape;331;p21"/>
          <p:cNvGraphicFramePr>
            <a:graphicFrameLocks noGrp="1"/>
          </p:cNvGraphicFramePr>
          <p:nvPr/>
        </p:nvGraphicFramePr>
        <p:xfrm>
          <a:off x="3752075" y="648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401950"/>
                <a:gridCol w="301275"/>
                <a:gridCol w="14569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 + 10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+ 10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32" name="Google Shape;332;p21"/>
          <p:cNvGraphicFramePr>
            <a:graphicFrameLocks noGrp="1"/>
          </p:cNvGraphicFramePr>
          <p:nvPr/>
        </p:nvGraphicFramePr>
        <p:xfrm>
          <a:off x="3752075" y="823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{81410A67-2429-47D5-96CF-EF3C32D04128}</a:tableStyleId>
              </a:tblPr>
              <a:tblGrid>
                <a:gridCol w="1401950"/>
                <a:gridCol w="301275"/>
                <a:gridCol w="14569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− 23 + 23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23 − 23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21"/>
          <p:cNvSpPr/>
          <p:nvPr/>
        </p:nvSpPr>
        <p:spPr>
          <a:xfrm>
            <a:off x="583888" y="818526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3784288" y="643266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583888" y="643266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3784288" y="818526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68008" y="7537200"/>
            <a:ext cx="31602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Should have added −7 not 7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−10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67997" y="9232775"/>
            <a:ext cx="31602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Forgot to add −7.1 to RHS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16.4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3752075" y="7537200"/>
            <a:ext cx="33399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Hasn’t isolated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x,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could now add −5 to both sides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15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3778274" y="9232775"/>
            <a:ext cx="3312000" cy="6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Subtracted 23 instead of added 23 to RHS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1" name="Google Shape;341;p21"/>
          <p:cNvCxnSpPr/>
          <p:nvPr/>
        </p:nvCxnSpPr>
        <p:spPr>
          <a:xfrm>
            <a:off x="474745" y="9895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Solving simple linear equations with an additive step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2024-02-06T09:55:27.067</cp:lastPrinted>
  <dcterms:created xsi:type="dcterms:W3CDTF">2024-02-06T09:55:27Z</dcterms:created>
  <dcterms:modified xsi:type="dcterms:W3CDTF">2024-02-06T09:58:48Z</dcterms:modified>
</cp:coreProperties>
</file>