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03096B1-D69D-40CB-9470-E079E709C60C}">
  <a:tblStyle styleId="{303096B1-D69D-40CB-9470-E079E709C6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82" name="Shape 282"/>
        <p:cNvGrpSpPr/>
        <p:nvPr/>
      </p:nvGrpSpPr>
      <p:grpSpPr>
        <a:xfrm>
          <a:off x="0" y="0"/>
          <a:ext cx="0" cy="0"/>
        </a:xfrm>
      </p:grpSpPr>
      <p:sp>
        <p:nvSpPr>
          <p:cNvPr id="283" name="Google Shape;28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equality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393147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Maintaining equality in bar models 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1173" y="1771415"/>
            <a:ext cx="66240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each bar model so it maintains equality, given that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 =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1856500" y="2199399"/>
            <a:ext cx="5382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867032" y="2199399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1194818" y="2434662"/>
            <a:ext cx="12000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1361763" y="2199399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867032" y="2434662"/>
            <a:ext cx="3279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2404715" y="2199399"/>
            <a:ext cx="7254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856500" y="3103291"/>
            <a:ext cx="5382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867032" y="3103291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1194818" y="3338554"/>
            <a:ext cx="12000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1361763" y="3103291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867032" y="3338554"/>
            <a:ext cx="3279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2398686" y="3335200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856500" y="3965836"/>
            <a:ext cx="5382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867032" y="3965836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194818" y="4201099"/>
            <a:ext cx="12000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361763" y="3965836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867032" y="4201099"/>
            <a:ext cx="3279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394183" y="3965836"/>
            <a:ext cx="5382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404715" y="3965836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899446" y="3965836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015958" y="2199399"/>
            <a:ext cx="5382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026489" y="2199399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685033" y="2434662"/>
            <a:ext cx="12000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521220" y="2199399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026489" y="2434662"/>
            <a:ext cx="3279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354401" y="2434662"/>
            <a:ext cx="3279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005426" y="3148737"/>
            <a:ext cx="5382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026489" y="3148737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354401" y="3384000"/>
            <a:ext cx="12000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521220" y="3148737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026489" y="3384000"/>
            <a:ext cx="3279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4931866" y="3965836"/>
            <a:ext cx="5382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3942398" y="3965836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437129" y="3965836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015958" y="3148737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510689" y="3148737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553640" y="3148737"/>
            <a:ext cx="5382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71182" y="2199399"/>
            <a:ext cx="3858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71224" y="3103291"/>
            <a:ext cx="3858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71224" y="3965836"/>
            <a:ext cx="3858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556737" y="2199399"/>
            <a:ext cx="3858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3577201" y="2893638"/>
            <a:ext cx="8601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71173" y="4910220"/>
            <a:ext cx="63366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The bar models are not drawn to scale. Given that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+ 18 = 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+ 21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bar models will maintain equality, and should be the same length?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your reasoning.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1690525" y="6036888"/>
            <a:ext cx="5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1542990" y="6251285"/>
            <a:ext cx="7086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755930" y="6035645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755932" y="6251871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1223228" y="6035645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017061" y="6251871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1278190" y="6251279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1663680" y="7330310"/>
            <a:ext cx="5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1516145" y="7544707"/>
            <a:ext cx="7086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729085" y="7329067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729087" y="7545293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1196382" y="7329067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990216" y="7545293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1251345" y="7544701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2225130" y="7329067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692428" y="7329067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2228399" y="7544716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2695697" y="7544716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2251975" y="6035628"/>
            <a:ext cx="5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2255247" y="6252160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2516376" y="6251567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3164629" y="8510928"/>
            <a:ext cx="5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1514510" y="8726574"/>
            <a:ext cx="7086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727450" y="8510935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727452" y="8727161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1194748" y="8510935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88581" y="8727161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1249710" y="8726568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1663680" y="8510935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2132613" y="8511165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2226764" y="8726584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2694062" y="8726584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2601545" y="8510928"/>
            <a:ext cx="5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3164629" y="8727154"/>
            <a:ext cx="5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452975" y="5994793"/>
            <a:ext cx="354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452975" y="7284176"/>
            <a:ext cx="354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52975" y="8510928"/>
            <a:ext cx="354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5930205" y="6027752"/>
            <a:ext cx="5685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5624110" y="6247330"/>
            <a:ext cx="7179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4037072" y="6027759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4037074" y="6246755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4510355" y="6027759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301548" y="6246755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4566022" y="6246155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4830593" y="6247339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5095067" y="6247339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5359541" y="6246739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4983638" y="6027759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456922" y="6027759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5248209" y="8523035"/>
            <a:ext cx="5685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5105251" y="8742029"/>
            <a:ext cx="7179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4037072" y="8523043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4510355" y="8523043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4301548" y="8742038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4566022" y="8741438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4038015" y="8742038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4835637" y="8742023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4983641" y="8523027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5938580" y="7285451"/>
            <a:ext cx="5685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5627382" y="7503860"/>
            <a:ext cx="7179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4037072" y="7285458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4510355" y="7285458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4301548" y="7504454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4566022" y="7503854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4987826" y="7285458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5461109" y="7285458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6511409" y="7285451"/>
            <a:ext cx="5685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4037074" y="7504454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5102370" y="7504746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5366844" y="7504146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4837897" y="7504746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6345136" y="7504737"/>
            <a:ext cx="7179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3671358" y="5994793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3671358" y="7284176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3671358" y="8564404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1" name="Google Shape;281;p20"/>
          <p:cNvCxnSpPr/>
          <p:nvPr/>
        </p:nvCxnSpPr>
        <p:spPr>
          <a:xfrm>
            <a:off x="460045" y="985481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graphicFrame>
        <p:nvGraphicFramePr>
          <p:cNvPr id="286" name="Google Shape;286;p21"/>
          <p:cNvGraphicFramePr>
            <a:graphicFrameLocks noGrp="1"/>
          </p:cNvGraphicFramePr>
          <p:nvPr/>
        </p:nvGraphicFramePr>
        <p:xfrm>
          <a:off x="4701813" y="19261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{303096B1-D69D-40CB-9470-E079E709C60C}</a:tableStyleId>
              </a:tblPr>
              <a:tblGrid>
                <a:gridCol w="1280850"/>
                <a:gridCol w="275250"/>
                <a:gridCol w="1331100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________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87" name="Google Shape;28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88" name="Google Shape;28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equality 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467998" y="1248950"/>
            <a:ext cx="67902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in these equations so they maintain equality.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92" name="Google Shape;292;p21"/>
          <p:cNvGraphicFramePr>
            <a:graphicFrameLocks noGrp="1"/>
          </p:cNvGraphicFramePr>
          <p:nvPr/>
        </p:nvGraphicFramePr>
        <p:xfrm>
          <a:off x="549675" y="19558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{303096B1-D69D-40CB-9470-E079E709C60C}</a:tableStyleId>
              </a:tblPr>
              <a:tblGrid>
                <a:gridCol w="617575"/>
                <a:gridCol w="248100"/>
                <a:gridCol w="1199875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________  </a:t>
                      </a:r>
                      <a:endParaRPr sz="800" u="sng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________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93" name="Google Shape;293;p21"/>
          <p:cNvGraphicFramePr>
            <a:graphicFrameLocks noGrp="1"/>
          </p:cNvGraphicFramePr>
          <p:nvPr/>
        </p:nvGraphicFramePr>
        <p:xfrm>
          <a:off x="19725" y="33374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{303096B1-D69D-40CB-9470-E079E709C60C}</a:tableStyleId>
              </a:tblPr>
              <a:tblGrid>
                <a:gridCol w="1154575"/>
                <a:gridCol w="248100"/>
                <a:gridCol w="1199875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_______ 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+ r +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_______  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+ r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94" name="Google Shape;294;p21"/>
          <p:cNvGraphicFramePr>
            <a:graphicFrameLocks noGrp="1"/>
          </p:cNvGraphicFramePr>
          <p:nvPr/>
        </p:nvGraphicFramePr>
        <p:xfrm>
          <a:off x="21925" y="4601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{303096B1-D69D-40CB-9470-E079E709C60C}</a:tableStyleId>
              </a:tblPr>
              <a:tblGrid>
                <a:gridCol w="1154575"/>
                <a:gridCol w="248100"/>
                <a:gridCol w="1199875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________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95" name="Google Shape;295;p21"/>
          <p:cNvGraphicFramePr>
            <a:graphicFrameLocks noGrp="1"/>
          </p:cNvGraphicFramePr>
          <p:nvPr/>
        </p:nvGraphicFramePr>
        <p:xfrm>
          <a:off x="2066400" y="19558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{303096B1-D69D-40CB-9470-E079E709C60C}</a:tableStyleId>
              </a:tblPr>
              <a:tblGrid>
                <a:gridCol w="1280850"/>
                <a:gridCol w="275250"/>
                <a:gridCol w="1331100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96" name="Google Shape;296;p21"/>
          <p:cNvGraphicFramePr>
            <a:graphicFrameLocks noGrp="1"/>
          </p:cNvGraphicFramePr>
          <p:nvPr/>
        </p:nvGraphicFramePr>
        <p:xfrm>
          <a:off x="2207425" y="33569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{303096B1-D69D-40CB-9470-E079E709C60C}</a:tableStyleId>
              </a:tblPr>
              <a:tblGrid>
                <a:gridCol w="1154575"/>
                <a:gridCol w="248100"/>
                <a:gridCol w="1199875"/>
              </a:tblGrid>
              <a:tr h="3275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________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1)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97" name="Google Shape;297;p21"/>
          <p:cNvGraphicFramePr>
            <a:graphicFrameLocks noGrp="1"/>
          </p:cNvGraphicFramePr>
          <p:nvPr/>
        </p:nvGraphicFramePr>
        <p:xfrm>
          <a:off x="1818188" y="4601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{303096B1-D69D-40CB-9470-E079E709C60C}</a:tableStyleId>
              </a:tblPr>
              <a:tblGrid>
                <a:gridCol w="1571625"/>
                <a:gridCol w="337700"/>
                <a:gridCol w="1633300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+ (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5)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________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98" name="Google Shape;298;p21" descr="&lt;math xmlns=&quot;http://www.w3.org/1998/Math/MathML&quot; display=&quot;block&quot; data-is-equatio=&quot;1&quot; data-latex=&quot;\frac{p+\ q}{5}&quot;&gt;&lt;mfrac&gt;&lt;mrow&gt;&lt;mi&gt;p&lt;/mi&gt;&lt;mo&gt;+&lt;/mo&gt;&lt;mtext&gt;&lt;/mtext&gt;&lt;mi&gt;q&lt;/mi&gt;&lt;/mrow&gt;&lt;mn&gt;5&lt;/mn&gt;&lt;/mfrac&gt;&lt;/math&gt;" title="the fraction with numerator p plus q and denominator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9575" y="2397660"/>
            <a:ext cx="450684" cy="3652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9" name="Google Shape;299;p21"/>
          <p:cNvGraphicFramePr>
            <a:graphicFrameLocks noGrp="1"/>
          </p:cNvGraphicFramePr>
          <p:nvPr/>
        </p:nvGraphicFramePr>
        <p:xfrm>
          <a:off x="4714713" y="33907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{303096B1-D69D-40CB-9470-E079E709C60C}</a:tableStyleId>
              </a:tblPr>
              <a:tblGrid>
                <a:gridCol w="1248850"/>
                <a:gridCol w="307250"/>
                <a:gridCol w="1331100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________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00" name="Google Shape;300;p21"/>
          <p:cNvGraphicFramePr>
            <a:graphicFrameLocks noGrp="1"/>
          </p:cNvGraphicFramePr>
          <p:nvPr/>
        </p:nvGraphicFramePr>
        <p:xfrm>
          <a:off x="4521163" y="4601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{303096B1-D69D-40CB-9470-E079E709C60C}</a:tableStyleId>
              </a:tblPr>
              <a:tblGrid>
                <a:gridCol w="1443800"/>
                <a:gridCol w="290350"/>
                <a:gridCol w="1404125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 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 + p + q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________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301" name="Google Shape;301;p21"/>
          <p:cNvCxnSpPr/>
          <p:nvPr/>
        </p:nvCxnSpPr>
        <p:spPr>
          <a:xfrm flipH="1">
            <a:off x="2240775" y="1689150"/>
            <a:ext cx="0" cy="4037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2" name="Google Shape;302;p21"/>
          <p:cNvCxnSpPr/>
          <p:nvPr/>
        </p:nvCxnSpPr>
        <p:spPr>
          <a:xfrm flipH="1">
            <a:off x="4787550" y="1689150"/>
            <a:ext cx="0" cy="4037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21"/>
          <p:cNvSpPr/>
          <p:nvPr/>
        </p:nvSpPr>
        <p:spPr>
          <a:xfrm>
            <a:off x="468050" y="170625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468050" y="302083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468050" y="434138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2240775" y="170625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2240775" y="302083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2240775" y="434138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4806650" y="170625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4806650" y="302083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4806650" y="434138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Maintaining equality in equations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3" name="Google Shape;313;p21"/>
          <p:cNvCxnSpPr/>
          <p:nvPr/>
        </p:nvCxnSpPr>
        <p:spPr>
          <a:xfrm>
            <a:off x="466820" y="58104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139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Times</vt:lpstr>
      <vt:lpstr>simple-light-2</vt:lpstr>
      <vt:lpstr>Securing understanding of equality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2024-01-08T16:53:17.678</cp:lastPrinted>
  <dcterms:created xsi:type="dcterms:W3CDTF">2024-01-08T16:53:17Z</dcterms:created>
  <dcterms:modified xsi:type="dcterms:W3CDTF">2024-01-08T16:53:26Z</dcterms:modified>
</cp:coreProperties>
</file>