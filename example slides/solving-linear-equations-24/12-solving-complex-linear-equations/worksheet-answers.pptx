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A481C13-09BF-4B38-8F3C-76170F95F289}">
  <a:tblStyle styleId="{1A481C13-09BF-4B38-8F3C-76170F95F2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5.png" /><Relationship Id="rId11" Type="http://schemas.openxmlformats.org/officeDocument/2006/relationships/image" Target="../media/image26.png" /><Relationship Id="rId12" Type="http://schemas.openxmlformats.org/officeDocument/2006/relationships/image" Target="../media/image27.png" /><Relationship Id="rId13" Type="http://schemas.openxmlformats.org/officeDocument/2006/relationships/image" Target="../media/image28.png" /><Relationship Id="rId14" Type="http://schemas.openxmlformats.org/officeDocument/2006/relationships/image" Target="../media/image29.png" /><Relationship Id="rId15" Type="http://schemas.openxmlformats.org/officeDocument/2006/relationships/image" Target="../media/image30.png" /><Relationship Id="rId16" Type="http://schemas.openxmlformats.org/officeDocument/2006/relationships/image" Target="../media/image31.png" /><Relationship Id="rId17" Type="http://schemas.openxmlformats.org/officeDocument/2006/relationships/image" Target="../media/image32.png" /><Relationship Id="rId18" Type="http://schemas.openxmlformats.org/officeDocument/2006/relationships/image" Target="../media/image33.png" /><Relationship Id="rId19" Type="http://schemas.openxmlformats.org/officeDocument/2006/relationships/image" Target="../media/image34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35.png" /><Relationship Id="rId21" Type="http://schemas.openxmlformats.org/officeDocument/2006/relationships/image" Target="../media/image36.png" /><Relationship Id="rId22" Type="http://schemas.openxmlformats.org/officeDocument/2006/relationships/image" Target="../media/image37.png" /><Relationship Id="rId3" Type="http://schemas.openxmlformats.org/officeDocument/2006/relationships/image" Target="../media/image19.png" /><Relationship Id="rId4" Type="http://schemas.openxmlformats.org/officeDocument/2006/relationships/image" Target="../media/image18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image" Target="../media/image22.png" /><Relationship Id="rId8" Type="http://schemas.openxmlformats.org/officeDocument/2006/relationships/image" Target="../media/image23.png" /><Relationship Id="rId9" Type="http://schemas.openxmlformats.org/officeDocument/2006/relationships/image" Target="../media/image2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652735"/>
            <a:ext cx="3420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Alex solved this complex linear equation. Fill in the missing blanks in his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10099" y="2023085"/>
            <a:ext cx="849026" cy="9791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3610570" y="2637217"/>
          <a:ext cx="2195125" cy="1143000"/>
        </p:xfrm>
        <a:graphic>
          <a:graphicData uri="http://schemas.openxmlformats.org/drawingml/2006/table">
            <a:tbl>
              <a:tblPr>
                <a:noFill/>
                <a:tableStyleId>{1A481C13-09BF-4B38-8F3C-76170F95F289}</a:tableStyleId>
              </a:tblPr>
              <a:tblGrid>
                <a:gridCol w="1083225"/>
                <a:gridCol w="276675"/>
                <a:gridCol w="835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6" name="Google Shape;176;p20" descr="&lt;math xmlns=&quot;http://www.w3.org/1998/Math/MathML&quot; display=&quot;block&quot; data-is-equatio=&quot;1&quot; data-latex=&quot;\frac{7x-5}{8}=2&quot;&gt;&lt;mfrac&gt;&lt;mrow&gt;&lt;mn&gt;7&lt;/mn&gt;&lt;mi&gt;x&lt;/mi&gt;&lt;mo&gt;−&lt;/mo&gt;&lt;mn&gt;5&lt;/mn&gt;&lt;/mrow&gt;&lt;mn&gt;8&lt;/mn&gt;&lt;/mfrac&gt;&lt;mo&gt;=&lt;/mo&gt;&lt;mn&gt;2&lt;/mn&gt;&lt;/math&gt;" title="the fraction with numerator 7 x minus 5 and denominator 8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725" y="1680210"/>
            <a:ext cx="796303" cy="35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frac{7x-5}{8}=\frac{16}{8}&quot;&gt;&lt;mfrac&gt;&lt;mrow&gt;&lt;mn&gt;7&lt;/mn&gt;&lt;mi&gt;x&lt;/mi&gt;&lt;mo&gt;−&lt;/mo&gt;&lt;mn&gt;5&lt;/mn&gt;&lt;/mrow&gt;&lt;mn&gt;8&lt;/mn&gt;&lt;/mfrac&gt;&lt;mo&gt;=&lt;/mo&gt;&lt;mfrac&gt;&lt;mn&gt;16&lt;/mn&gt;&lt;mn&gt;8&lt;/mn&gt;&lt;/mfrac&gt;&lt;/math&gt;" title="the fraction with numerator 7 x minus 5 and denominator 8 equals sixte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003" y="2181834"/>
            <a:ext cx="927274" cy="35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2}{1}=\frac{16}{8}&quot;&gt;&lt;mfrac&gt;&lt;mn&gt;2&lt;/mn&gt;&lt;mn&gt;1&lt;/mn&gt;&lt;/mfrac&gt;&lt;mo&gt;=&lt;/mo&gt;&lt;mfrac&gt;&lt;mn&gt;16&lt;/mn&gt;&lt;mn&gt;8&lt;/mn&gt;&lt;/mfrac&gt;&lt;/math&gt;" title="two oneths equals sixte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0519" y="1973551"/>
            <a:ext cx="532336" cy="34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2x+10}{3}=14&quot;&gt;&lt;mfrac&gt;&lt;mrow&gt;&lt;mn&gt;2&lt;/mn&gt;&lt;mi&gt;x&lt;/mi&gt;&lt;mo&gt;+&lt;/mo&gt;&lt;mn&gt;10&lt;/mn&gt;&lt;/mrow&gt;&lt;mn&gt;3&lt;/mn&gt;&lt;/mfrac&gt;&lt;mo&gt;=&lt;/mo&gt;&lt;mn&gt;14&lt;/mn&gt;&lt;/math&gt;" title="the fraction with numerator 2 x plus 10 and denominator 3 equals 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0146" y="3987853"/>
            <a:ext cx="945059" cy="3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6875" y="3719660"/>
            <a:ext cx="10686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 descr="&lt;math xmlns=&quot;http://www.w3.org/1998/Math/MathML&quot; display=&quot;block&quot; data-is-equatio=&quot;1&quot; data-latex=&quot;\frac{2x+10}{3}=\frac{42}{3}&quot;&gt;&lt;mfrac&gt;&lt;mrow&gt;&lt;mn&gt;2&lt;/mn&gt;&lt;mi&gt;x&lt;/mi&gt;&lt;mo&gt;+&lt;/mo&gt;&lt;mn&gt;10&lt;/mn&gt;&lt;/mrow&gt;&lt;mn&gt;3&lt;/mn&gt;&lt;/mfrac&gt;&lt;mo&gt;=&lt;/mo&gt;&lt;mfrac&gt;&lt;mn&gt;42&lt;/mn&gt;&lt;mn&gt;3&lt;/mn&gt;&lt;/mfrac&gt;&lt;/math&gt;" title="the fraction with numerator 2 x plus 10 and denominator 3 equals 42 ove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4975" y="4501400"/>
            <a:ext cx="995062" cy="35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2x}{3}+10=14&quot;&gt;&lt;mfrac&gt;&lt;mrow&gt;&lt;mn&gt;2&lt;/mn&gt;&lt;mi&gt;x&lt;/mi&gt;&lt;/mrow&gt;&lt;mn&gt;3&lt;/mn&gt;&lt;/mfrac&gt;&lt;mo&gt;+&lt;/mo&gt;&lt;mn&gt;10&lt;/mn&gt;&lt;mo&gt;=&lt;/mo&gt;&lt;mn&gt;14&lt;/mn&gt;&lt;/math&gt;" title="2 x over 3 plus 10 equals 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5905" y="3987760"/>
            <a:ext cx="936416" cy="34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2x}{3}=4&quot;&gt;&lt;mfrac&gt;&lt;mrow&gt;&lt;mn&gt;2&lt;/mn&gt;&lt;mi&gt;x&lt;/mi&gt;&lt;/mrow&gt;&lt;mn&gt;3&lt;/mn&gt;&lt;/mfrac&gt;&lt;mo&gt;=&lt;/mo&gt;&lt;mn&gt;4&lt;/mn&gt;&lt;/math&gt;" title="2 x over 3 equals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82604" y="4503808"/>
            <a:ext cx="505031" cy="3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66875" y="3937030"/>
            <a:ext cx="329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422329" y="3937030"/>
            <a:ext cx="329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55503" y="4913276"/>
          <a:ext cx="2735175" cy="1143000"/>
        </p:xfrm>
        <a:graphic>
          <a:graphicData uri="http://schemas.openxmlformats.org/drawingml/2006/table">
            <a:tbl>
              <a:tblPr>
                <a:noFill/>
                <a:tableStyleId>{1A481C13-09BF-4B38-8F3C-76170F95F289}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3665664" y="5348723"/>
          <a:ext cx="1690650" cy="762000"/>
        </p:xfrm>
        <a:graphic>
          <a:graphicData uri="http://schemas.openxmlformats.org/drawingml/2006/table">
            <a:tbl>
              <a:tblPr>
                <a:noFill/>
                <a:tableStyleId>{1A481C13-09BF-4B38-8F3C-76170F95F289}</a:tableStyleId>
              </a:tblPr>
              <a:tblGrid>
                <a:gridCol w="801025"/>
                <a:gridCol w="272000"/>
                <a:gridCol w="6176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8" name="Google Shape;188;p20" descr="&lt;math xmlns=&quot;http://www.w3.org/1998/Math/MathML&quot; display=&quot;block&quot; data-is-equatio=&quot;1&quot; data-latex=&quot;\frac{2x}{3}=\frac{12}{3}&quot;&gt;&lt;mfrac&gt;&lt;mrow&gt;&lt;mn&gt;2&lt;/mn&gt;&lt;mi&gt;x&lt;/mi&gt;&lt;/mrow&gt;&lt;mn&gt;3&lt;/mn&gt;&lt;/mfrac&gt;&lt;mo&gt;=&lt;/mo&gt;&lt;mfrac&gt;&lt;mn&gt;12&lt;/mn&gt;&lt;mn&gt;3&lt;/mn&gt;&lt;/mfrac&gt;&lt;/math&gt;" title="2 x over 3 equals twelve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78482" y="4993719"/>
            <a:ext cx="637093" cy="350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>
            <a:off x="474750" y="629343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468000" y="635380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complex linear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8000" y="1345575"/>
            <a:ext cx="641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Introduction to complex linear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 descr="&lt;math xmlns=&quot;http://www.w3.org/1998/Math/MathML&quot; display=&quot;block&quot; data-is-equatio=&quot;1&quot; data-latex=&quot;\frac{3x-5}{10}=\frac{2x+1}{10}&quot;&gt;&lt;mfrac&gt;&lt;mrow&gt;&lt;mn&gt;3&lt;/mn&gt;&lt;mi&gt;x&lt;/mi&gt;&lt;mo&gt;−&lt;/mo&gt;&lt;mn&gt;5&lt;/mn&gt;&lt;/mrow&gt;&lt;mn&gt;10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10 equals the fraction with numerator 2 x plus 1 and denominator 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60095" y="8371325"/>
            <a:ext cx="1193408" cy="35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3x-5}{2}\times\frac{1}{5}=\frac{2x+1}{10}&quot;&gt;&lt;mfrac&gt;&lt;mrow&gt;&lt;mn&gt;3&lt;/mn&gt;&lt;mi&gt;x&lt;/mi&gt;&lt;mo&gt;−&lt;/mo&gt;&lt;mn&gt;5&lt;/mn&gt;&lt;/mrow&gt;&lt;mn&gt;2&lt;/mn&gt;&lt;/mfrac&gt;&lt;mo&gt;×&lt;/mo&gt;&lt;mfrac&gt;&lt;mn&gt;1&lt;/mn&gt;&lt;mn&gt;5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times one fifth equals the fraction with numerator 2 x plus 1 and denominator 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37950" y="7910367"/>
            <a:ext cx="1510350" cy="35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6875" y="6779100"/>
            <a:ext cx="46812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Where is the error in this attempted solution?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error and write a sentence explaining why it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equals the fraction with numerator 2 x plus 1 and denominator 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53882" y="7458737"/>
            <a:ext cx="1193339" cy="35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2107125" y="8886250"/>
            <a:ext cx="1150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194331" y="9240801"/>
            <a:ext cx="1150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478925" y="9579300"/>
            <a:ext cx="5049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213816" y="7851308"/>
            <a:ext cx="432300" cy="4749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419875" y="7739425"/>
            <a:ext cx="324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Multiplying the LHS by a fifth and not doing the same to the RHS means our equation has lost equality at this point.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963800" y="2146175"/>
            <a:ext cx="1929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557400" y="2146175"/>
            <a:ext cx="1929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986150" y="1930275"/>
            <a:ext cx="1929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201800" y="2724025"/>
            <a:ext cx="1929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989200" y="2724025"/>
            <a:ext cx="2274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989200" y="3105025"/>
            <a:ext cx="2274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963800" y="3486025"/>
            <a:ext cx="1929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3" name="Google Shape;21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216" name="Google Shape;216;p21"/>
          <p:cNvCxnSpPr/>
          <p:nvPr/>
        </p:nvCxnSpPr>
        <p:spPr>
          <a:xfrm>
            <a:off x="474750" y="423603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Google Shape;217;p21"/>
          <p:cNvSpPr txBox="1"/>
          <p:nvPr/>
        </p:nvSpPr>
        <p:spPr>
          <a:xfrm>
            <a:off x="468000" y="429640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simple rational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6875" y="864075"/>
            <a:ext cx="6368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successfully solved two equations. Fill in the missing blanks in her working.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63" y="1198654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3392" y="1136425"/>
            <a:ext cx="1287456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&lt;math xmlns=&quot;http://www.w3.org/1998/Math/MathML&quot; display=&quot;block&quot; data-is-equatio=&quot;1&quot; data-latex=&quot;\frac{3x-5}{2}\times\frac{5}{5}=\frac{2x+1}{10}&quot;&gt;&lt;mfrac&gt;&lt;mrow&gt;&lt;mn&gt;3&lt;/mn&gt;&lt;mi&gt;x&lt;/mi&gt;&lt;mo&gt;−&lt;/mo&gt;&lt;mn&gt;5&lt;/mn&gt;&lt;/mrow&gt;&lt;mn&gt;2&lt;/mn&gt;&lt;/mfrac&gt;&lt;mo&gt;×&lt;/mo&gt;&lt;mfrac&gt;&lt;mn&gt;5&lt;/mn&gt;&lt;mn&gt;5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times five fifths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5275" y="1610596"/>
            <a:ext cx="1629436" cy="378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&lt;math xmlns=&quot;http://www.w3.org/1998/Math/MathML&quot; display=&quot;block&quot; data-is-equatio=&quot;1&quot; data-latex=&quot;\frac{5\left(3x-5\right)}{10}=\frac{2x+1}{10}&quot;&gt;&lt;mfrac&gt;&lt;mrow&gt;&lt;mn&gt;5&lt;/mn&gt;&lt;mrow data-mjx-texclass=&quot;INNER&quot;&gt;&lt;mo data-mjx-texclass=&quot;OPEN&quot;&gt;(&lt;/mo&gt;&lt;mn&gt;3&lt;/mn&gt;&lt;mi&gt;x&lt;/mi&gt;&lt;mo&gt;−&lt;/mo&gt;&lt;mn&gt;5&lt;/mn&gt;&lt;mo data-mjx-texclass=&quot;CLOSE&quot;&gt;)&lt;/mo&gt;&lt;/mrow&gt;&lt;/mrow&gt;&lt;mn&gt;10&lt;/mn&gt;&lt;/mfrac&gt;&lt;mo&gt;=&lt;/mo&gt;&lt;mfrac&gt;&lt;mrow&gt;&lt;mn&gt;2&lt;/mn&gt;&lt;mi&gt;x&lt;/mi&gt;&lt;mo&gt;+&lt;/mo&gt;&lt;mn&gt;1&lt;/mn&gt;&lt;/mrow&gt;&lt;mn&gt;10&lt;/mn&gt;&lt;/mfrac&gt;&lt;/math&gt;" title="5 times open paren 3 x minus 5 close paren over 10 equals the fraction with numerator 2 x plus 1 and denominator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2091" y="2103347"/>
            <a:ext cx="1509459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&lt;math xmlns=&quot;http://www.w3.org/1998/Math/MathML&quot; display=&quot;block&quot; data-is-equatio=&quot;1&quot; data-latex=&quot;\frac{5-x}{3}=\frac{3-x}{5}&quot;&gt;&lt;mfrac&gt;&lt;mrow&gt;&lt;mn&gt;5&lt;/mn&gt;&lt;mo&gt;−&lt;/mo&gt;&lt;mi&gt;x&lt;/mi&gt;&lt;/mrow&gt;&lt;mn&gt;3&lt;/mn&gt;&lt;/mfrac&gt;&lt;mo&gt;=&lt;/mo&gt;&lt;mfrac&gt;&lt;mrow&gt;&lt;mn&gt;3&lt;/mn&gt;&lt;mo&gt;−&lt;/mo&gt;&lt;mi&gt;x&lt;/mi&gt;&lt;/mrow&gt;&lt;mn&gt;5&lt;/mn&gt;&lt;/mfrac&gt;&lt;/math&gt;" title="the fraction with numerator 5 minus x and denominator 3 equals the fraction with numerator 3 minus x and denominator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8397" y="1140232"/>
            <a:ext cx="1098733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&lt;math xmlns=&quot;http://www.w3.org/1998/Math/MathML&quot; display=&quot;block&quot; data-is-equatio=&quot;1&quot; data-latex=&quot;\frac{5-x}{3}\times\frac{5}{5}=\frac{3-x}{5}\times\frac{3}{3}&quot;&gt;&lt;mfrac&gt;&lt;mrow&gt;&lt;mn&gt;5&lt;/mn&gt;&lt;mo&gt;−&lt;/mo&gt;&lt;mi&gt;x&lt;/mi&gt;&lt;/mrow&gt;&lt;mn&gt;3&lt;/mn&gt;&lt;/mfrac&gt;&lt;mo&gt;×&lt;/mo&gt;&lt;mfrac&gt;&lt;mn&gt;5&lt;/mn&gt;&lt;mn&gt;5&lt;/mn&gt;&lt;/mfrac&gt;&lt;mo&gt;=&lt;/mo&gt;&lt;mfrac&gt;&lt;mrow&gt;&lt;mn&gt;3&lt;/mn&gt;&lt;mo&gt;−&lt;/mo&gt;&lt;mi&gt;x&lt;/mi&gt;&lt;/mrow&gt;&lt;mn&gt;5&lt;/mn&gt;&lt;/mfrac&gt;&lt;mo&gt;×&lt;/mo&gt;&lt;mfrac&gt;&lt;mn&gt;3&lt;/mn&gt;&lt;mn&gt;3&lt;/mn&gt;&lt;/mfrac&gt;&lt;/math&gt;" title="the fraction with numerator 5 minus x and denominator 3 times five fifths equals the fraction with numerator 3 minus x and denominator 5 times thre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4425" y="1609410"/>
            <a:ext cx="1798700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&lt;math xmlns=&quot;http://www.w3.org/1998/Math/MathML&quot; display=&quot;block&quot; data-is-equatio=&quot;1&quot; data-latex=&quot;\frac{5\left(5-x\right)}{15}=\frac{3\left(3-x\right)}{15}&quot;&gt;&lt;mfrac&gt;&lt;mrow&gt;&lt;mn&gt;5&lt;/mn&gt;&lt;mrow data-mjx-texclass=&quot;INNER&quot;&gt;&lt;mo data-mjx-texclass=&quot;OPEN&quot;&gt;(&lt;/mo&gt;&lt;mn&gt;5&lt;/mn&gt;&lt;mo&gt;−&lt;/mo&gt;&lt;mi&gt;x&lt;/mi&gt;&lt;mo data-mjx-texclass=&quot;CLOSE&quot;&gt;)&lt;/mo&gt;&lt;/mrow&gt;&lt;/mrow&gt;&lt;mn&gt;15&lt;/mn&gt;&lt;/mfrac&gt;&lt;mo&gt;=&lt;/mo&gt;&lt;mfrac&gt;&lt;mrow&gt;&lt;mn&gt;3&lt;/mn&gt;&lt;mrow data-mjx-texclass=&quot;INNER&quot;&gt;&lt;mo data-mjx-texclass=&quot;OPEN&quot;&gt;(&lt;/mo&gt;&lt;mn&gt;3&lt;/mn&gt;&lt;mo&gt;−&lt;/mo&gt;&lt;mi&gt;x&lt;/mi&gt;&lt;mo data-mjx-texclass=&quot;CLOSE&quot;&gt;)&lt;/mo&gt;&lt;/mrow&gt;&lt;/mrow&gt;&lt;mn&gt;15&lt;/mn&gt;&lt;/mfrac&gt;&lt;/math&gt;" title="5 times open paren 5 minus x close paren over 15 equals 3 times open paren 3 minus x close paren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08320" y="2103827"/>
            <a:ext cx="1565727" cy="37867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914920" y="25663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938379" y="291408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307149" y="3252573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483000" y="3587650"/>
            <a:ext cx="483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448573" y="2604450"/>
            <a:ext cx="1625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5(5 −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3(3 −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475861" y="2952175"/>
            <a:ext cx="1625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25 − 5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840799" y="3290675"/>
            <a:ext cx="7755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930295" y="3625751"/>
            <a:ext cx="487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6875" y="4712175"/>
            <a:ext cx="5149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Finish each method to solve this equation in two different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title="54 over e equals 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104" y="4982233"/>
            <a:ext cx="509194" cy="3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e\left(\frac{54}{e}\right)=e\left(6\right)&quot;&gt;&lt;mi&gt;e&lt;/mi&gt;&lt;mrow data-mjx-texclass=&quot;INNER&quot;&gt;&lt;mo data-mjx-texclass=&quot;OPEN&quot;&gt;(&lt;/mo&gt;&lt;mfrac&gt;&lt;mn&gt;54&lt;/mn&gt;&lt;mi&gt;e&lt;/mi&gt;&lt;/mfrac&gt;&lt;mo data-mjx-texclass=&quot;CLOSE&quot;&gt;)&lt;/mo&gt;&lt;/mrow&gt;&lt;mo&gt;=&lt;/mo&gt;&lt;mi&gt;e&lt;/mi&gt;&lt;mrow data-mjx-texclass=&quot;INNER&quot;&gt;&lt;mo data-mjx-texclass=&quot;OPEN&quot;&gt;(&lt;/mo&gt;&lt;mn&gt;6&lt;/mn&gt;&lt;mo data-mjx-texclass=&quot;CLOSE&quot;&gt;)&lt;/mo&gt;&lt;/mrow&gt;&lt;/math&gt;" title="e of open paren 54 over e close paren equals e of 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51200" y="5407615"/>
            <a:ext cx="1119166" cy="43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\frac{54}{e}=6\times\frac{e}{e}&quot;&gt;&lt;mfrac&gt;&lt;mn&gt;54&lt;/mn&gt;&lt;mi&gt;e&lt;/mi&gt;&lt;/mfrac&gt;&lt;mo&gt;=&lt;/mo&gt;&lt;mn&gt;6&lt;/mn&gt;&lt;mo&gt;×&lt;/mo&gt;&lt;mfrac&gt;&lt;mi&gt;e&lt;/mi&gt;&lt;mi&gt;e&lt;/mi&gt;&lt;/mfrac&gt;&lt;/math&gt;" title="54 over e equals 6 times e over e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88318" y="5426162"/>
            <a:ext cx="816832" cy="3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\frac{54}{e}=\frac{6e}{e}&quot;&gt;&lt;mfrac&gt;&lt;mn&gt;54&lt;/mn&gt;&lt;mi&gt;e&lt;/mi&gt;&lt;/mfrac&gt;&lt;mo&gt;=&lt;/mo&gt;&lt;mfrac&gt;&lt;mrow&gt;&lt;mn&gt;6&lt;/mn&gt;&lt;mi&gt;e&lt;/mi&gt;&lt;/mrow&gt;&lt;mi&gt;e&lt;/mi&gt;&lt;/mfrac&gt;&lt;/math&gt;" title="54 over e equals 6 e over e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81055" y="5909004"/>
            <a:ext cx="631188" cy="3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title="54 over e equals 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79800" y="4982233"/>
            <a:ext cx="509194" cy="35537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2083675" y="5985950"/>
            <a:ext cx="7170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 =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184750" y="6361525"/>
            <a:ext cx="585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32947" y="6390400"/>
            <a:ext cx="7170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 =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524495" y="6724475"/>
            <a:ext cx="5091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6875" y="6979125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 descr="&lt;math xmlns=&quot;http://www.w3.org/1998/Math/MathML&quot; display=&quot;block&quot; data-is-equatio=&quot;1&quot; data-latex=&quot;\frac{84}{x}=12&quot;&gt;&lt;mfrac&gt;&lt;mn&gt;84&lt;/mn&gt;&lt;mi&gt;x&lt;/mi&gt;&lt;/mfrac&gt;&lt;mo&gt;=&lt;/mo&gt;&lt;mn&gt;12&lt;/mn&gt;&lt;/math&gt;" title="84 over x equals 1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6548" y="7390350"/>
            <a:ext cx="615969" cy="36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frac{84}{x}=12\times\frac{x}{x}&quot;&gt;&lt;mfrac&gt;&lt;mn&gt;84&lt;/mn&gt;&lt;mi&gt;x&lt;/mi&gt;&lt;/mfrac&gt;&lt;mo&gt;=&lt;/mo&gt;&lt;mn&gt;12&lt;/mn&gt;&lt;mo&gt;×&lt;/mo&gt;&lt;mfrac&gt;&lt;mi&gt;x&lt;/mi&gt;&lt;mi&gt;x&lt;/mi&gt;&lt;/mfrac&gt;&lt;/math&gt;" title="84 over x equals 12 times x over x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23350" y="7904051"/>
            <a:ext cx="953159" cy="36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frac{84}{x}=\frac{12x}{x}&quot;&gt;&lt;mfrac&gt;&lt;mn&gt;84&lt;/mn&gt;&lt;mi&gt;x&lt;/mi&gt;&lt;/mfrac&gt;&lt;mo&gt;=&lt;/mo&gt;&lt;mfrac&gt;&lt;mrow&gt;&lt;mn&gt;12&lt;/mn&gt;&lt;mi&gt;x&lt;/mi&gt;&lt;/mrow&gt;&lt;mi&gt;x&lt;/mi&gt;&lt;/mfrac&gt;&lt;/math&gt;" title="84 over x equals 12 x over x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6548" y="8442061"/>
            <a:ext cx="759341" cy="36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&lt;math xmlns=&quot;http://www.w3.org/1998/Math/MathML&quot; display=&quot;block&quot; data-is-equatio=&quot;1&quot; data-latex=&quot;11=\frac{84}{x}&quot;&gt;&lt;mn&gt;11&lt;/mn&gt;&lt;mo&gt;=&lt;/mo&gt;&lt;mfrac&gt;&lt;mn&gt;84&lt;/mn&gt;&lt;mi&gt;x&lt;/mi&gt;&lt;/mfrac&gt;&lt;/math&gt;" title="11 equals 84 over x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291216" y="7394247"/>
            <a:ext cx="600039" cy="36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&lt;math xmlns=&quot;http://www.w3.org/1998/Math/MathML&quot; display=&quot;block&quot; data-is-equatio=&quot;1&quot; data-latex=&quot;x\left(11\right)=x\left(\frac{84}{x}\right)&quot;&gt;&lt;mi&gt;x&lt;/mi&gt;&lt;mrow data-mjx-texclass=&quot;INNER&quot;&gt;&lt;mo data-mjx-texclass=&quot;OPEN&quot;&gt;(&lt;/mo&gt;&lt;mn&gt;11&lt;/mn&gt;&lt;mo data-mjx-texclass=&quot;CLOSE&quot;&gt;)&lt;/mo&gt;&lt;/mrow&gt;&lt;mo&gt;=&lt;/mo&gt;&lt;mi&gt;x&lt;/mi&gt;&lt;mrow data-mjx-texclass=&quot;INNER&quot;&gt;&lt;mo data-mjx-texclass=&quot;OPEN&quot;&gt;(&lt;/mo&gt;&lt;mfrac&gt;&lt;mn&gt;84&lt;/mn&gt;&lt;mi&gt;x&lt;/mi&gt;&lt;/mfrac&gt;&lt;mo data-mjx-texclass=&quot;CLOSE&quot;&gt;)&lt;/mo&gt;&lt;/mrow&gt;&lt;/math&gt;" title="x of 11 equals x of open paren 84 over x close paren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44726" y="7880725"/>
            <a:ext cx="1223973" cy="43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x=\frac{84}{11}&quot;&gt;&lt;mi&gt;x&lt;/mi&gt;&lt;mo&gt;=&lt;/mo&gt;&lt;mfrac&gt;&lt;mn&gt;84&lt;/mn&gt;&lt;mn&gt;11&lt;/mn&gt;&lt;/mfrac&gt;&lt;/math&gt;" title="x equals 84 over 1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354394" y="8901348"/>
            <a:ext cx="533663" cy="36638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466875" y="7360125"/>
            <a:ext cx="426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2808365" y="7360125"/>
            <a:ext cx="350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153725" y="7360125"/>
            <a:ext cx="350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78700" y="9014900"/>
            <a:ext cx="833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 = 12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975653" y="9420775"/>
            <a:ext cx="533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218549" y="8520925"/>
            <a:ext cx="7593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57" name="Google Shape;257;p21" descr="&lt;math xmlns=&quot;http://www.w3.org/1998/Math/MathML&quot; display=&quot;block&quot; data-is-equatio=&quot;1&quot; data-latex=&quot;-7=\frac{84}{3x}&quot;&gt;&lt;mo&gt;−&lt;/mo&gt;&lt;mn&gt;7&lt;/mn&gt;&lt;mo&gt;=&lt;/mo&gt;&lt;mfrac&gt;&lt;mn&gt;84&lt;/mn&gt;&lt;mrow&gt;&lt;mn&gt;3&lt;/mn&gt;&lt;mi&gt;x&lt;/mi&gt;&lt;/mrow&gt;&lt;/mfrac&gt;&lt;/math&gt;" title="negative 7 equals 84 over 3 x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00097" y="7392951"/>
            <a:ext cx="608996" cy="345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-7\times\frac{3x}{3x}=\frac{84}{3x}&quot;&gt;&lt;mo&gt;−&lt;/mo&gt;&lt;mn&gt;7&lt;/mn&gt;&lt;mo&gt;×&lt;/mo&gt;&lt;mfrac&gt;&lt;mrow&gt;&lt;mn&gt;3&lt;/mn&gt;&lt;mi&gt;x&lt;/mi&gt;&lt;/mrow&gt;&lt;mrow&gt;&lt;mn&gt;3&lt;/mn&gt;&lt;mi&gt;x&lt;/mi&gt;&lt;/mrow&gt;&lt;/mfrac&gt;&lt;mo&gt;=&lt;/mo&gt;&lt;mfrac&gt;&lt;mn&gt;84&lt;/mn&gt;&lt;mrow&gt;&lt;mn&gt;3&lt;/mn&gt;&lt;mi&gt;x&lt;/mi&gt;&lt;/mrow&gt;&lt;/mfrac&gt;&lt;/math&gt;" title="negative 7 times 3 x over 3 x equals 84 over 3 x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278390" y="7908436"/>
            <a:ext cx="1023212" cy="345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&lt;math xmlns=&quot;http://www.w3.org/1998/Math/MathML&quot; display=&quot;block&quot; data-is-equatio=&quot;1&quot; data-latex=&quot;\frac{-21x}{3x}=\frac{84}{3x}&quot;&gt;&lt;mfrac&gt;&lt;mrow&gt;&lt;mo&gt;−&lt;/mo&gt;&lt;mn&gt;21&lt;/mn&gt;&lt;mi&gt;x&lt;/mi&gt;&lt;/mrow&gt;&lt;mrow&gt;&lt;mn&gt;3&lt;/mn&gt;&lt;mi&gt;x&lt;/mi&gt;&lt;/mrow&gt;&lt;/mfrac&gt;&lt;mo&gt;=&lt;/mo&gt;&lt;mfrac&gt;&lt;mn&gt;84&lt;/mn&gt;&lt;mrow&gt;&lt;mn&gt;3&lt;/mn&gt;&lt;mi&gt;x&lt;/mi&gt;&lt;/mrow&gt;&lt;/mfrac&gt;&lt;/math&gt;" title="negative 21 x over 3 x equals 84 over 3 x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475219" y="8450965"/>
            <a:ext cx="833363" cy="34517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5528323" y="8984625"/>
            <a:ext cx="9531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−21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815773" y="9346575"/>
            <a:ext cx="7101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858650" y="2562825"/>
            <a:ext cx="1746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366650" y="1568325"/>
            <a:ext cx="227400" cy="47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821050" y="1568325"/>
            <a:ext cx="227400" cy="47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1757050" y="2048475"/>
            <a:ext cx="1746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186050" y="2048475"/>
            <a:ext cx="1746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154300" y="2594575"/>
            <a:ext cx="1746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154300" y="2931125"/>
            <a:ext cx="1746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452750" y="2931125"/>
            <a:ext cx="2274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173350" y="3280375"/>
            <a:ext cx="2274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160650" y="3610575"/>
            <a:ext cx="2274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914925" y="2912075"/>
            <a:ext cx="2961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2358275" y="2912075"/>
            <a:ext cx="2274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2289575" y="3242275"/>
            <a:ext cx="296100" cy="25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Solving complex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2024-02-06T10:00:33.169</cp:lastPrinted>
  <dcterms:created xsi:type="dcterms:W3CDTF">2024-02-06T10:00:33Z</dcterms:created>
  <dcterms:modified xsi:type="dcterms:W3CDTF">2024-02-06T09:57:30Z</dcterms:modified>
</cp:coreProperties>
</file>