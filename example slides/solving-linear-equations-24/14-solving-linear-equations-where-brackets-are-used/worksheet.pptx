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A89997-542E-4141-97E0-25823C5A83B1}">
  <a:tblStyle styleId="{D9A89997-542E-4141-97E0-25823C5A83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where brackets are used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3637030" y="4913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1029550"/>
                <a:gridCol w="272000"/>
                <a:gridCol w="1106250"/>
              </a:tblGrid>
              <a:tr h="290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468000" y="1400800"/>
            <a:ext cx="5563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reciprocals to solve equations with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6875" y="1673700"/>
            <a:ext cx="52404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in two different ways. Firstly, by expanding the bracket as a first step. Secondly, by multiplying by the reciprocal.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455680" y="2216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07925"/>
                <a:gridCol w="228650"/>
                <a:gridCol w="586650"/>
              </a:tblGrid>
              <a:tr h="143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/>
          <p:nvPr/>
        </p:nvGraphicFramePr>
        <p:xfrm>
          <a:off x="3729430" y="2216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33900"/>
                <a:gridCol w="272000"/>
                <a:gridCol w="100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6875" y="2207100"/>
            <a:ext cx="268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272236" y="3411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723425"/>
                <a:gridCol w="272000"/>
                <a:gridCol w="777300"/>
              </a:tblGrid>
              <a:tr h="95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466875" y="3426300"/>
            <a:ext cx="268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/>
          <p:nvPr/>
        </p:nvGraphicFramePr>
        <p:xfrm>
          <a:off x="3320773" y="3411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56550"/>
                <a:gridCol w="272000"/>
                <a:gridCol w="1027825"/>
              </a:tblGrid>
              <a:tr h="244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0"/>
          <p:cNvGraphicFramePr/>
          <p:nvPr/>
        </p:nvGraphicFramePr>
        <p:xfrm>
          <a:off x="578780" y="4913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69125"/>
                <a:gridCol w="272000"/>
                <a:gridCol w="1041325"/>
              </a:tblGrid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/>
        </p:nvSpPr>
        <p:spPr>
          <a:xfrm>
            <a:off x="485925" y="4721700"/>
            <a:ext cx="2382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by 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85925" y="4932955"/>
            <a:ext cx="36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648225" y="4932955"/>
            <a:ext cx="36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6798150"/>
            <a:ext cx="849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and Izzy have solved an equation by removing the brackets.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3726166" y="7159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94475"/>
                <a:gridCol w="272000"/>
                <a:gridCol w="570850"/>
              </a:tblGrid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/>
          <p:nvPr/>
        </p:nvGraphicFramePr>
        <p:xfrm>
          <a:off x="1870496" y="7159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792900"/>
                <a:gridCol w="272000"/>
                <a:gridCol w="512800"/>
              </a:tblGrid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148" y="7036800"/>
            <a:ext cx="985877" cy="95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725" y="7099285"/>
            <a:ext cx="714689" cy="936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6120507" y="775288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5361" y="77511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8280650"/>
            <a:ext cx="59643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one pupil is 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the right method worked and write a sentence explaining what went wrong in the other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where brackets are used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 methods to solve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6875" y="1187925"/>
            <a:ext cx="661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811516" y="1949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716475"/>
                <a:gridCol w="204600"/>
                <a:gridCol w="769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1"/>
          <p:cNvSpPr txBox="1"/>
          <p:nvPr/>
        </p:nvSpPr>
        <p:spPr>
          <a:xfrm>
            <a:off x="466875" y="1694453"/>
            <a:ext cx="1875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774248" y="1694450"/>
            <a:ext cx="2828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3830941" y="1949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796150"/>
                <a:gridCol w="336350"/>
                <a:gridCol w="855450"/>
              </a:tblGrid>
              <a:tr h="26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1"/>
          <p:cNvSpPr txBox="1"/>
          <p:nvPr/>
        </p:nvSpPr>
        <p:spPr>
          <a:xfrm>
            <a:off x="466875" y="3717775"/>
            <a:ext cx="5289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 both of these equations twice using two different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7875" y="3969225"/>
            <a:ext cx="248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628877" y="3997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694325"/>
                <a:gridCol w="270900"/>
                <a:gridCol w="750950"/>
              </a:tblGrid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21"/>
          <p:cNvGraphicFramePr/>
          <p:nvPr/>
        </p:nvGraphicFramePr>
        <p:xfrm>
          <a:off x="655873" y="5149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660775"/>
                <a:gridCol w="272000"/>
                <a:gridCol w="758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21"/>
          <p:cNvGraphicFramePr/>
          <p:nvPr/>
        </p:nvGraphicFramePr>
        <p:xfrm>
          <a:off x="3786727" y="3997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912200"/>
                <a:gridCol w="218925"/>
                <a:gridCol w="980175"/>
              </a:tblGrid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1"/>
          <p:cNvGraphicFramePr/>
          <p:nvPr/>
        </p:nvGraphicFramePr>
        <p:xfrm>
          <a:off x="3826166" y="5140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{D9A89997-542E-4141-97E0-25823C5A83B1}</a:tableStyleId>
              </a:tblPr>
              <a:tblGrid>
                <a:gridCol w="877425"/>
                <a:gridCol w="210600"/>
                <a:gridCol w="942825"/>
              </a:tblGrid>
              <a:tr h="277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1"/>
          <p:cNvSpPr txBox="1"/>
          <p:nvPr/>
        </p:nvSpPr>
        <p:spPr>
          <a:xfrm>
            <a:off x="466875" y="6969600"/>
            <a:ext cx="82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86925" y="7198200"/>
            <a:ext cx="24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\left(7x-4\right)=21\end{array}&quot;&gt;&lt;mtable columnalign=&quot;left&quot; columnspacing=&quot;1em&quot; rowspacing=&quot;4pt&quot;&gt;&lt;mtr&gt;&lt;mtd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n&gt;21&lt;/mn&gt;&lt;/mtd&gt;&lt;/mtr&gt;&lt;/mtable&gt;&lt;/math&gt;" id="205" name="Google Shape;205;p21" title="1 lines Line 1: three fifths times open paren 7 x minus 4 close paren equals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28" y="7222375"/>
            <a:ext cx="982664" cy="22469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792100" y="7198200"/>
            <a:ext cx="24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7" name="Google Shape;207;p21" title="1 lines Line 1: one fifth times open paren 5 x minus 15 close paren equals three halves times open paren x plus 4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5356" y="7231550"/>
            <a:ext cx="1407581" cy="212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