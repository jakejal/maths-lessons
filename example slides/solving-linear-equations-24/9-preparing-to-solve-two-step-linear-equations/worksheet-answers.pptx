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3ACCDFAB-7713-4201-B5C8-ECB9A7955D9E}">
  <a:tblStyle styleId="{3ACCDFAB-7713-4201-B5C8-ECB9A7955D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43" name="Shape 343"/>
        <p:cNvGrpSpPr/>
        <p:nvPr/>
      </p:nvGrpSpPr>
      <p:grpSpPr>
        <a:xfrm>
          <a:off x="0" y="0"/>
          <a:ext cx="0" cy="0"/>
        </a:xfrm>
      </p:grpSpPr>
      <p:sp>
        <p:nvSpPr>
          <p:cNvPr id="344" name="Google Shape;344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4386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Preparing to solve two step linear equations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54851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Using representations to solve a two step equation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7981" y="1937557"/>
            <a:ext cx="6505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bar models to find a solution for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each question.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 flipH="1">
            <a:off x="3752109" y="2298616"/>
            <a:ext cx="0" cy="2831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" name="Google Shape;176;p20"/>
          <p:cNvCxnSpPr/>
          <p:nvPr/>
        </p:nvCxnSpPr>
        <p:spPr>
          <a:xfrm flipH="1">
            <a:off x="2065688" y="2298616"/>
            <a:ext cx="0" cy="2831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20"/>
          <p:cNvCxnSpPr/>
          <p:nvPr/>
        </p:nvCxnSpPr>
        <p:spPr>
          <a:xfrm flipH="1">
            <a:off x="5419470" y="2295654"/>
            <a:ext cx="0" cy="2831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8" name="Google Shape;178;p20"/>
          <p:cNvSpPr/>
          <p:nvPr/>
        </p:nvSpPr>
        <p:spPr>
          <a:xfrm>
            <a:off x="467973" y="2664799"/>
            <a:ext cx="3051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771401" y="2664799"/>
            <a:ext cx="3051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079111" y="2664799"/>
            <a:ext cx="3051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67973" y="2878745"/>
            <a:ext cx="14337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386815" y="2664799"/>
            <a:ext cx="3051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690870" y="2664799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67981" y="3366373"/>
            <a:ext cx="12243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467981" y="3580318"/>
            <a:ext cx="12243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67981" y="4021318"/>
            <a:ext cx="3054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771445" y="4021318"/>
            <a:ext cx="9207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67981" y="4235262"/>
            <a:ext cx="12243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9" name="Google Shape;189;p20"/>
          <p:cNvGrpSpPr/>
          <p:nvPr/>
        </p:nvGrpSpPr>
        <p:grpSpPr>
          <a:xfrm>
            <a:off x="467986" y="3366506"/>
            <a:ext cx="1224274" cy="427914"/>
            <a:chOff x="324000" y="2998200"/>
            <a:chExt cx="2593800" cy="541800"/>
          </a:xfrm>
        </p:grpSpPr>
        <p:sp>
          <p:nvSpPr>
            <p:cNvPr id="190" name="Google Shape;190;p20"/>
            <p:cNvSpPr/>
            <p:nvPr/>
          </p:nvSpPr>
          <p:spPr>
            <a:xfrm>
              <a:off x="324000" y="2998200"/>
              <a:ext cx="6468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966913" y="2998200"/>
              <a:ext cx="6468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1618899" y="2998200"/>
              <a:ext cx="6468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2270869" y="2998200"/>
              <a:ext cx="6468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324000" y="3269100"/>
              <a:ext cx="25938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32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95" name="Google Shape;195;p20"/>
          <p:cNvGrpSpPr/>
          <p:nvPr/>
        </p:nvGrpSpPr>
        <p:grpSpPr>
          <a:xfrm>
            <a:off x="467986" y="4021494"/>
            <a:ext cx="1224274" cy="427914"/>
            <a:chOff x="324000" y="3988800"/>
            <a:chExt cx="2593800" cy="541800"/>
          </a:xfrm>
        </p:grpSpPr>
        <p:sp>
          <p:nvSpPr>
            <p:cNvPr id="196" name="Google Shape;196;p20"/>
            <p:cNvSpPr/>
            <p:nvPr/>
          </p:nvSpPr>
          <p:spPr>
            <a:xfrm>
              <a:off x="972215" y="3988800"/>
              <a:ext cx="6468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1619400" y="3988800"/>
              <a:ext cx="6468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2271000" y="3988800"/>
              <a:ext cx="6468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9" name="Google Shape;199;p20"/>
            <p:cNvSpPr/>
            <p:nvPr/>
          </p:nvSpPr>
          <p:spPr>
            <a:xfrm>
              <a:off x="324000" y="4259700"/>
              <a:ext cx="6468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0" name="Google Shape;200;p20"/>
            <p:cNvSpPr/>
            <p:nvPr/>
          </p:nvSpPr>
          <p:spPr>
            <a:xfrm>
              <a:off x="972215" y="4259700"/>
              <a:ext cx="6468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1619400" y="4259700"/>
              <a:ext cx="6468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2271000" y="4259700"/>
              <a:ext cx="6468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8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03" name="Google Shape;203;p20"/>
          <p:cNvSpPr txBox="1"/>
          <p:nvPr/>
        </p:nvSpPr>
        <p:spPr>
          <a:xfrm>
            <a:off x="490751" y="4643400"/>
            <a:ext cx="15063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Solution when 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67981" y="2304184"/>
            <a:ext cx="3639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2151166" y="2664807"/>
            <a:ext cx="5298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2151151" y="2878745"/>
            <a:ext cx="14337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72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3206828" y="2664807"/>
            <a:ext cx="3780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2677065" y="2664807"/>
            <a:ext cx="5298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2151166" y="3343851"/>
            <a:ext cx="5298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2151157" y="3557787"/>
            <a:ext cx="10557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2677065" y="3343851"/>
            <a:ext cx="5298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2180239" y="4010065"/>
            <a:ext cx="5298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2180231" y="4224008"/>
            <a:ext cx="5298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2706138" y="4010065"/>
            <a:ext cx="5298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2706138" y="4224008"/>
            <a:ext cx="5298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2148375" y="4643400"/>
            <a:ext cx="15654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Solution when 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25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3898382" y="2631392"/>
            <a:ext cx="14337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9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898377" y="2845346"/>
            <a:ext cx="3780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121163" y="2845346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4908891" y="2845346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4699906" y="2845346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4487635" y="2845346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4278650" y="2845346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4276278" y="3353556"/>
            <a:ext cx="10557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5121163" y="356750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4908891" y="356750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4699906" y="356750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4487635" y="356750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4278650" y="356750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121160" y="401553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5121163" y="4229477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908891" y="4229477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699903" y="4229477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4487635" y="4229477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278650" y="4229477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908891" y="401553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699903" y="401553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4487635" y="401553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4278650" y="401553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3852450" y="4643400"/>
            <a:ext cx="15417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Solution when 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5601177" y="2845338"/>
            <a:ext cx="14337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5601172" y="2631401"/>
            <a:ext cx="3780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823957" y="263140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6611686" y="263140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6402701" y="263140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6190429" y="263140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5981445" y="263140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5979073" y="3567501"/>
            <a:ext cx="10557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6823957" y="3353556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6611686" y="3353556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6402701" y="3353556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6190429" y="3353556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5981445" y="3353556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5507022" y="4643400"/>
            <a:ext cx="1541700" cy="4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Solution when </a:t>
            </a:r>
            <a:r>
              <a:rPr lang="en-GB" sz="12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7.6 or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" name="Google Shape;255;p20" descr="&lt;math xmlns=&quot;http://www.w3.org/1998/Math/MathML&quot; display=&quot;block&quot; data-is-equatio=&quot;1&quot; data-latex=&quot;\frac{38}{5}=7\frac{3}{5}&quot;&gt;&lt;mfrac&gt;&lt;mn&gt;38&lt;/mn&gt;&lt;mn&gt;5&lt;/mn&gt;&lt;/mfrac&gt;&lt;mo&gt;=&lt;/mo&gt;&lt;mn&gt;7&lt;/mn&gt;&lt;mfrac&gt;&lt;mn&gt;3&lt;/mn&gt;&lt;mn&gt;5&lt;/mn&gt;&lt;/mfrac&gt;&lt;/math&gt;" title="38 over 5 equals 7 and three fifths"/>
          <p:cNvPicPr preferRelativeResize="0"/>
          <p:nvPr/>
        </p:nvPicPr>
        <p:blipFill>
          <a:blip r:embed="rId3">
            <a:alphaModFix/>
          </a:blip>
          <a:srcRect r="66040"/>
          <a:stretch>
            <a:fillRect/>
          </a:stretch>
        </p:blipFill>
        <p:spPr>
          <a:xfrm>
            <a:off x="5729929" y="4843948"/>
            <a:ext cx="210865" cy="34117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0"/>
          <p:cNvSpPr/>
          <p:nvPr/>
        </p:nvSpPr>
        <p:spPr>
          <a:xfrm>
            <a:off x="6823957" y="401553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6611686" y="401553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6402701" y="401553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6190429" y="401553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5981445" y="401553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6823957" y="4227803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6611686" y="4227803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6402701" y="4227803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6190429" y="4227803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5981445" y="4227803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2158159" y="2304184"/>
            <a:ext cx="3639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3905506" y="2304184"/>
            <a:ext cx="3639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5576888" y="2304184"/>
            <a:ext cx="3639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490798" y="5549616"/>
            <a:ext cx="65226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Match each bar model to an equation in the form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ax + b = 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3809163" y="6579986"/>
            <a:ext cx="13569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833269" y="7787923"/>
            <a:ext cx="13569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5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3795246" y="8909030"/>
            <a:ext cx="13569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833269" y="8919101"/>
            <a:ext cx="13569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16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833269" y="6585018"/>
            <a:ext cx="13569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17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3795246" y="7778583"/>
            <a:ext cx="13569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1434117" y="6284850"/>
            <a:ext cx="8379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833368" y="6284850"/>
            <a:ext cx="598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3806927" y="6284853"/>
            <a:ext cx="20295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3806925" y="6067992"/>
            <a:ext cx="1995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4206030" y="6067992"/>
            <a:ext cx="277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4008296" y="6067992"/>
            <a:ext cx="1995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4483572" y="6067992"/>
            <a:ext cx="1995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4882676" y="6067992"/>
            <a:ext cx="277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4684942" y="6067992"/>
            <a:ext cx="1995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5160219" y="6067992"/>
            <a:ext cx="1995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5559323" y="6067992"/>
            <a:ext cx="277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5361589" y="6067992"/>
            <a:ext cx="1995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88" name="Google Shape;288;p20"/>
          <p:cNvGrpSpPr/>
          <p:nvPr/>
        </p:nvGrpSpPr>
        <p:grpSpPr>
          <a:xfrm>
            <a:off x="833362" y="6067975"/>
            <a:ext cx="2039212" cy="214499"/>
            <a:chOff x="478566" y="1430200"/>
            <a:chExt cx="2575413" cy="270900"/>
          </a:xfrm>
        </p:grpSpPr>
        <p:sp>
          <p:nvSpPr>
            <p:cNvPr id="289" name="Google Shape;289;p20"/>
            <p:cNvSpPr/>
            <p:nvPr/>
          </p:nvSpPr>
          <p:spPr>
            <a:xfrm>
              <a:off x="1180850" y="1430200"/>
              <a:ext cx="9753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16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0" name="Google Shape;290;p20"/>
            <p:cNvSpPr/>
            <p:nvPr/>
          </p:nvSpPr>
          <p:spPr>
            <a:xfrm>
              <a:off x="2855379" y="1430200"/>
              <a:ext cx="1986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1" name="Google Shape;291;p20"/>
            <p:cNvSpPr/>
            <p:nvPr/>
          </p:nvSpPr>
          <p:spPr>
            <a:xfrm>
              <a:off x="2508462" y="1430200"/>
              <a:ext cx="3501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2" name="Google Shape;292;p20"/>
            <p:cNvSpPr/>
            <p:nvPr/>
          </p:nvSpPr>
          <p:spPr>
            <a:xfrm>
              <a:off x="2156278" y="1430200"/>
              <a:ext cx="3501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3" name="Google Shape;293;p20"/>
            <p:cNvSpPr/>
            <p:nvPr/>
          </p:nvSpPr>
          <p:spPr>
            <a:xfrm>
              <a:off x="830751" y="1430200"/>
              <a:ext cx="3501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4" name="Google Shape;294;p20"/>
            <p:cNvSpPr/>
            <p:nvPr/>
          </p:nvSpPr>
          <p:spPr>
            <a:xfrm>
              <a:off x="478566" y="1430200"/>
              <a:ext cx="3501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95" name="Google Shape;295;p20"/>
          <p:cNvSpPr/>
          <p:nvPr/>
        </p:nvSpPr>
        <p:spPr>
          <a:xfrm>
            <a:off x="833366" y="7417343"/>
            <a:ext cx="2039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2122092" y="7199159"/>
            <a:ext cx="179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833645" y="7199159"/>
            <a:ext cx="322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1155757" y="7199159"/>
            <a:ext cx="322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1477869" y="7199159"/>
            <a:ext cx="322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1799980" y="7199159"/>
            <a:ext cx="322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2301518" y="7199159"/>
            <a:ext cx="322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2623629" y="7199159"/>
            <a:ext cx="2493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2271936" y="6284850"/>
            <a:ext cx="598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3802274" y="7194131"/>
            <a:ext cx="200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4000231" y="7194131"/>
            <a:ext cx="1140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4112630" y="7194131"/>
            <a:ext cx="200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4310587" y="7194131"/>
            <a:ext cx="1140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4422981" y="7194131"/>
            <a:ext cx="200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620938" y="7194131"/>
            <a:ext cx="1140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4733337" y="7194131"/>
            <a:ext cx="200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4931294" y="7194131"/>
            <a:ext cx="1140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5043691" y="7194131"/>
            <a:ext cx="200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5241651" y="7194131"/>
            <a:ext cx="2010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5442641" y="7194131"/>
            <a:ext cx="200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5640602" y="7194131"/>
            <a:ext cx="2010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3802274" y="7411642"/>
            <a:ext cx="7668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5335859" y="7411642"/>
            <a:ext cx="5058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833276" y="8548510"/>
            <a:ext cx="2039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1534937" y="8330326"/>
            <a:ext cx="3183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833566" y="8330326"/>
            <a:ext cx="3507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1184251" y="8330326"/>
            <a:ext cx="3507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2554595" y="8330326"/>
            <a:ext cx="3183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1853225" y="8330326"/>
            <a:ext cx="3507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2203910" y="8330326"/>
            <a:ext cx="3507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3801898" y="8538454"/>
            <a:ext cx="13437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4630210" y="8320270"/>
            <a:ext cx="1887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3802179" y="8320270"/>
            <a:ext cx="274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4076348" y="8320270"/>
            <a:ext cx="274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9" name="Google Shape;329;p20"/>
          <p:cNvSpPr/>
          <p:nvPr/>
        </p:nvSpPr>
        <p:spPr>
          <a:xfrm>
            <a:off x="5146736" y="8538434"/>
            <a:ext cx="6948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4350518" y="8320270"/>
            <a:ext cx="274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5652747" y="8320270"/>
            <a:ext cx="1887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4824715" y="8320270"/>
            <a:ext cx="274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5098885" y="8320270"/>
            <a:ext cx="274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5373055" y="8320270"/>
            <a:ext cx="274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490750" y="6037745"/>
            <a:ext cx="3648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490750" y="7181838"/>
            <a:ext cx="3648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490750" y="8395730"/>
            <a:ext cx="3648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3443196" y="6037745"/>
            <a:ext cx="3648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3443196" y="7181838"/>
            <a:ext cx="3648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3443196" y="8395730"/>
            <a:ext cx="3648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4569067" y="7411652"/>
            <a:ext cx="7668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42" name="Google Shape;342;p20"/>
          <p:cNvCxnSpPr/>
          <p:nvPr/>
        </p:nvCxnSpPr>
        <p:spPr>
          <a:xfrm>
            <a:off x="474745" y="98862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46" name="Shape 346"/>
        <p:cNvGrpSpPr/>
        <p:nvPr/>
      </p:nvGrpSpPr>
      <p:grpSpPr>
        <a:xfrm>
          <a:off x="0" y="0"/>
          <a:ext cx="0" cy="0"/>
        </a:xfrm>
      </p:grpSpPr>
      <p:sp>
        <p:nvSpPr>
          <p:cNvPr id="347" name="Google Shape;34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48" name="Google Shape;348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Preparing to solve two step linear equations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Writing linear equations in the form ax + b = c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468000" y="1435575"/>
            <a:ext cx="82377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each equation in the form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ax + b = c.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You do not need to solve the equation.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3" name="Google Shape;353;p21"/>
          <p:cNvCxnSpPr/>
          <p:nvPr/>
        </p:nvCxnSpPr>
        <p:spPr>
          <a:xfrm flipH="1">
            <a:off x="3782550" y="1962700"/>
            <a:ext cx="0" cy="3952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4" name="Google Shape;354;p21"/>
          <p:cNvSpPr/>
          <p:nvPr/>
        </p:nvSpPr>
        <p:spPr>
          <a:xfrm>
            <a:off x="468000" y="21510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468000" y="34830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3829950" y="21510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3829950" y="34830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468000" y="47022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59" name="Google Shape;359;p21"/>
          <p:cNvGraphicFramePr>
            <a:graphicFrameLocks noGrp="1"/>
          </p:cNvGraphicFramePr>
          <p:nvPr/>
        </p:nvGraphicFramePr>
        <p:xfrm>
          <a:off x="449750" y="480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{3ACCDFAB-7713-4201-B5C8-ECB9A7955D9E}</a:tableStyleId>
              </a:tblPr>
              <a:tblGrid>
                <a:gridCol w="1821650"/>
                <a:gridCol w="200000"/>
                <a:gridCol w="431700"/>
              </a:tblGrid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10 − 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+ 7 − 4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−1</a:t>
                      </a: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− 4</a:t>
                      </a: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(10 + 7)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+ 17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60" name="Google Shape;360;p21"/>
          <p:cNvSpPr/>
          <p:nvPr/>
        </p:nvSpPr>
        <p:spPr>
          <a:xfrm>
            <a:off x="3829950" y="4723886"/>
            <a:ext cx="4608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61" name="Google Shape;361;p21"/>
          <p:cNvGraphicFramePr>
            <a:graphicFrameLocks noGrp="1"/>
          </p:cNvGraphicFramePr>
          <p:nvPr/>
        </p:nvGraphicFramePr>
        <p:xfrm>
          <a:off x="3780950" y="480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{3ACCDFAB-7713-4201-B5C8-ECB9A7955D9E}</a:tableStyleId>
              </a:tblPr>
              <a:tblGrid>
                <a:gridCol w="2181775"/>
                <a:gridCol w="229050"/>
                <a:gridCol w="517050"/>
              </a:tblGrid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6(4 − 2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 − (4 − 2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40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5(4 − 2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−40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20 − </a:t>
                      </a: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−40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62" name="Google Shape;362;p21"/>
          <p:cNvGraphicFramePr>
            <a:graphicFrameLocks noGrp="1"/>
          </p:cNvGraphicFramePr>
          <p:nvPr/>
        </p:nvGraphicFramePr>
        <p:xfrm>
          <a:off x="458500" y="2132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{3ACCDFAB-7713-4201-B5C8-ECB9A7955D9E}</a:tableStyleId>
              </a:tblPr>
              <a:tblGrid>
                <a:gridCol w="1814575"/>
                <a:gridCol w="200000"/>
                <a:gridCol w="430025"/>
              </a:tblGrid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 + 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(7 + 1)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(3 + 1)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+ 4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63" name="Google Shape;363;p21"/>
          <p:cNvGraphicFramePr>
            <a:graphicFrameLocks noGrp="1"/>
          </p:cNvGraphicFramePr>
          <p:nvPr/>
        </p:nvGraphicFramePr>
        <p:xfrm>
          <a:off x="449750" y="35036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{3ACCDFAB-7713-4201-B5C8-ECB9A7955D9E}</a:tableStyleId>
              </a:tblPr>
              <a:tblGrid>
                <a:gridCol w="1821650"/>
                <a:gridCol w="200000"/>
                <a:gridCol w="431700"/>
              </a:tblGrid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5 − 3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+ 5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− 8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 + 5)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(5 − 8)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− 3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64" name="Google Shape;364;p21"/>
          <p:cNvGraphicFramePr>
            <a:graphicFrameLocks noGrp="1"/>
          </p:cNvGraphicFramePr>
          <p:nvPr/>
        </p:nvGraphicFramePr>
        <p:xfrm>
          <a:off x="3780950" y="2132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{3ACCDFAB-7713-4201-B5C8-ECB9A7955D9E}</a:tableStyleId>
              </a:tblPr>
              <a:tblGrid>
                <a:gridCol w="2181775"/>
                <a:gridCol w="229050"/>
                <a:gridCol w="517050"/>
              </a:tblGrid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− 2) + 5(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− 2)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8(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− 2)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− 16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65" name="Google Shape;365;p21"/>
          <p:cNvGraphicFramePr>
            <a:graphicFrameLocks noGrp="1"/>
          </p:cNvGraphicFramePr>
          <p:nvPr/>
        </p:nvGraphicFramePr>
        <p:xfrm>
          <a:off x="3780950" y="35036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{3ACCDFAB-7713-4201-B5C8-ECB9A7955D9E}</a:tableStyleId>
              </a:tblPr>
              <a:tblGrid>
                <a:gridCol w="2181775"/>
                <a:gridCol w="229050"/>
                <a:gridCol w="517050"/>
              </a:tblGrid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− 5) + 5(3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+ 2)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85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− 20 + 15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+ 10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85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19</a:t>
                      </a:r>
                      <a:r>
                        <a:rPr lang="en-GB" i="1"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− 10</a:t>
                      </a:r>
                      <a:endParaRPr i="1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85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366" name="Google Shape;366;p21"/>
          <p:cNvGrpSpPr/>
          <p:nvPr/>
        </p:nvGrpSpPr>
        <p:grpSpPr>
          <a:xfrm>
            <a:off x="1031189" y="7541097"/>
            <a:ext cx="256200" cy="1519763"/>
            <a:chOff x="1031189" y="7388697"/>
            <a:chExt cx="256200" cy="1519763"/>
          </a:xfrm>
        </p:grpSpPr>
        <p:cxnSp>
          <p:nvCxnSpPr>
            <p:cNvPr id="367" name="Google Shape;367;p21"/>
            <p:cNvCxnSpPr/>
            <p:nvPr/>
          </p:nvCxnSpPr>
          <p:spPr>
            <a:xfrm flipH="1">
              <a:off x="1032420" y="7388697"/>
              <a:ext cx="123600" cy="224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" name="Google Shape;368;p21"/>
            <p:cNvCxnSpPr/>
            <p:nvPr/>
          </p:nvCxnSpPr>
          <p:spPr>
            <a:xfrm>
              <a:off x="1156020" y="7388697"/>
              <a:ext cx="123600" cy="224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9" name="Google Shape;369;p21"/>
            <p:cNvCxnSpPr/>
            <p:nvPr/>
          </p:nvCxnSpPr>
          <p:spPr>
            <a:xfrm flipH="1">
              <a:off x="1031204" y="7609760"/>
              <a:ext cx="1200" cy="1298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0" name="Google Shape;370;p21"/>
            <p:cNvCxnSpPr/>
            <p:nvPr/>
          </p:nvCxnSpPr>
          <p:spPr>
            <a:xfrm>
              <a:off x="1279635" y="7609760"/>
              <a:ext cx="300" cy="1291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1" name="Google Shape;371;p21"/>
            <p:cNvCxnSpPr/>
            <p:nvPr/>
          </p:nvCxnSpPr>
          <p:spPr>
            <a:xfrm>
              <a:off x="1031189" y="8901194"/>
              <a:ext cx="256200" cy="3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2" name="Google Shape;372;p21"/>
          <p:cNvSpPr txBox="1"/>
          <p:nvPr/>
        </p:nvSpPr>
        <p:spPr>
          <a:xfrm>
            <a:off x="470613" y="6905542"/>
            <a:ext cx="21852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An equilateral triangle on top of a rectangle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2783399" y="6905542"/>
            <a:ext cx="21852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parallelogram on top of a rectangle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5096185" y="6905542"/>
            <a:ext cx="19983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 regular hexagon on top of a rectangle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5" name="Google Shape;375;p21"/>
          <p:cNvGrpSpPr/>
          <p:nvPr/>
        </p:nvGrpSpPr>
        <p:grpSpPr>
          <a:xfrm>
            <a:off x="3214346" y="7602694"/>
            <a:ext cx="367698" cy="1500022"/>
            <a:chOff x="3214346" y="7450294"/>
            <a:chExt cx="367698" cy="1500022"/>
          </a:xfrm>
        </p:grpSpPr>
        <p:cxnSp>
          <p:nvCxnSpPr>
            <p:cNvPr id="376" name="Google Shape;376;p21"/>
            <p:cNvCxnSpPr/>
            <p:nvPr/>
          </p:nvCxnSpPr>
          <p:spPr>
            <a:xfrm flipH="1">
              <a:off x="3214346" y="7450294"/>
              <a:ext cx="85500" cy="341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7" name="Google Shape;377;p21"/>
            <p:cNvCxnSpPr/>
            <p:nvPr/>
          </p:nvCxnSpPr>
          <p:spPr>
            <a:xfrm flipH="1">
              <a:off x="3492945" y="7450294"/>
              <a:ext cx="89100" cy="348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8" name="Google Shape;378;p21"/>
            <p:cNvCxnSpPr/>
            <p:nvPr/>
          </p:nvCxnSpPr>
          <p:spPr>
            <a:xfrm>
              <a:off x="3292479" y="7450294"/>
              <a:ext cx="2895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" name="Google Shape;379;p21"/>
            <p:cNvCxnSpPr/>
            <p:nvPr/>
          </p:nvCxnSpPr>
          <p:spPr>
            <a:xfrm flipH="1">
              <a:off x="3214435" y="7791902"/>
              <a:ext cx="0" cy="1151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0" name="Google Shape;380;p21"/>
            <p:cNvCxnSpPr/>
            <p:nvPr/>
          </p:nvCxnSpPr>
          <p:spPr>
            <a:xfrm flipH="1">
              <a:off x="3492929" y="7795615"/>
              <a:ext cx="0" cy="1154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1" name="Google Shape;381;p21"/>
            <p:cNvCxnSpPr/>
            <p:nvPr/>
          </p:nvCxnSpPr>
          <p:spPr>
            <a:xfrm>
              <a:off x="3216559" y="8942916"/>
              <a:ext cx="274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2" name="Google Shape;382;p21"/>
          <p:cNvGrpSpPr/>
          <p:nvPr/>
        </p:nvGrpSpPr>
        <p:grpSpPr>
          <a:xfrm>
            <a:off x="5396354" y="7532911"/>
            <a:ext cx="499574" cy="1530584"/>
            <a:chOff x="6434150" y="2008163"/>
            <a:chExt cx="711340" cy="2184988"/>
          </a:xfrm>
        </p:grpSpPr>
        <p:cxnSp>
          <p:nvCxnSpPr>
            <p:cNvPr id="383" name="Google Shape;383;p21"/>
            <p:cNvCxnSpPr/>
            <p:nvPr/>
          </p:nvCxnSpPr>
          <p:spPr>
            <a:xfrm>
              <a:off x="6588211" y="2012925"/>
              <a:ext cx="4035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4" name="Google Shape;384;p21"/>
            <p:cNvCxnSpPr/>
            <p:nvPr/>
          </p:nvCxnSpPr>
          <p:spPr>
            <a:xfrm flipH="1">
              <a:off x="6434311" y="2008163"/>
              <a:ext cx="153900" cy="308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5" name="Google Shape;385;p21"/>
            <p:cNvCxnSpPr/>
            <p:nvPr/>
          </p:nvCxnSpPr>
          <p:spPr>
            <a:xfrm>
              <a:off x="6434150" y="2311521"/>
              <a:ext cx="162000" cy="324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6" name="Google Shape;386;p21"/>
            <p:cNvCxnSpPr/>
            <p:nvPr/>
          </p:nvCxnSpPr>
          <p:spPr>
            <a:xfrm>
              <a:off x="6991430" y="2008163"/>
              <a:ext cx="153900" cy="308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7" name="Google Shape;387;p21"/>
            <p:cNvCxnSpPr/>
            <p:nvPr/>
          </p:nvCxnSpPr>
          <p:spPr>
            <a:xfrm flipH="1">
              <a:off x="6978990" y="2311521"/>
              <a:ext cx="166500" cy="324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8" name="Google Shape;388;p21"/>
            <p:cNvCxnSpPr/>
            <p:nvPr/>
          </p:nvCxnSpPr>
          <p:spPr>
            <a:xfrm flipH="1">
              <a:off x="6598063" y="2624150"/>
              <a:ext cx="0" cy="1569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9" name="Google Shape;389;p21"/>
            <p:cNvCxnSpPr/>
            <p:nvPr/>
          </p:nvCxnSpPr>
          <p:spPr>
            <a:xfrm flipH="1">
              <a:off x="6982535" y="2629391"/>
              <a:ext cx="0" cy="1563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0" name="Google Shape;390;p21"/>
            <p:cNvCxnSpPr/>
            <p:nvPr/>
          </p:nvCxnSpPr>
          <p:spPr>
            <a:xfrm>
              <a:off x="6586810" y="4192843"/>
              <a:ext cx="408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91" name="Google Shape;391;p21"/>
          <p:cNvSpPr txBox="1"/>
          <p:nvPr/>
        </p:nvSpPr>
        <p:spPr>
          <a:xfrm>
            <a:off x="888725" y="9186936"/>
            <a:ext cx="9099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+ 5) cm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2" name="Google Shape;392;p21"/>
          <p:cNvCxnSpPr/>
          <p:nvPr/>
        </p:nvCxnSpPr>
        <p:spPr>
          <a:xfrm>
            <a:off x="1027213" y="9147738"/>
            <a:ext cx="264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93" name="Google Shape;393;p21"/>
          <p:cNvSpPr txBox="1"/>
          <p:nvPr/>
        </p:nvSpPr>
        <p:spPr>
          <a:xfrm rot="-5400000">
            <a:off x="336774" y="8278225"/>
            <a:ext cx="9099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− 2) cm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4" name="Google Shape;394;p21"/>
          <p:cNvCxnSpPr/>
          <p:nvPr/>
        </p:nvCxnSpPr>
        <p:spPr>
          <a:xfrm flipH="1">
            <a:off x="956244" y="7768947"/>
            <a:ext cx="0" cy="1277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5" name="Google Shape;395;p21"/>
          <p:cNvCxnSpPr/>
          <p:nvPr/>
        </p:nvCxnSpPr>
        <p:spPr>
          <a:xfrm flipH="1">
            <a:off x="3129637" y="7951680"/>
            <a:ext cx="0" cy="1150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6" name="Google Shape;396;p21"/>
          <p:cNvCxnSpPr/>
          <p:nvPr/>
        </p:nvCxnSpPr>
        <p:spPr>
          <a:xfrm>
            <a:off x="3205975" y="9182297"/>
            <a:ext cx="2799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7" name="Google Shape;397;p21"/>
          <p:cNvCxnSpPr/>
          <p:nvPr/>
        </p:nvCxnSpPr>
        <p:spPr>
          <a:xfrm rot="10800000" flipH="1">
            <a:off x="3161058" y="7574106"/>
            <a:ext cx="72900" cy="309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8" name="Google Shape;398;p21"/>
          <p:cNvCxnSpPr/>
          <p:nvPr/>
        </p:nvCxnSpPr>
        <p:spPr>
          <a:xfrm>
            <a:off x="5493302" y="9136498"/>
            <a:ext cx="306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99" name="Google Shape;399;p21"/>
          <p:cNvCxnSpPr/>
          <p:nvPr/>
        </p:nvCxnSpPr>
        <p:spPr>
          <a:xfrm flipH="1">
            <a:off x="5436346" y="7981383"/>
            <a:ext cx="0" cy="1090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00" name="Google Shape;400;p21"/>
          <p:cNvSpPr txBox="1"/>
          <p:nvPr/>
        </p:nvSpPr>
        <p:spPr>
          <a:xfrm>
            <a:off x="3134237" y="9186936"/>
            <a:ext cx="9099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− 2) cm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1"/>
          <p:cNvSpPr txBox="1"/>
          <p:nvPr/>
        </p:nvSpPr>
        <p:spPr>
          <a:xfrm rot="-4575291">
            <a:off x="2818595" y="7489393"/>
            <a:ext cx="501255" cy="193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cm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1"/>
          <p:cNvSpPr txBox="1"/>
          <p:nvPr/>
        </p:nvSpPr>
        <p:spPr>
          <a:xfrm rot="-5400000">
            <a:off x="2475540" y="8397046"/>
            <a:ext cx="9099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+ 1) cm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1"/>
          <p:cNvSpPr txBox="1"/>
          <p:nvPr/>
        </p:nvSpPr>
        <p:spPr>
          <a:xfrm>
            <a:off x="5396462" y="9186936"/>
            <a:ext cx="9099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− 1) cm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1"/>
          <p:cNvSpPr txBox="1"/>
          <p:nvPr/>
        </p:nvSpPr>
        <p:spPr>
          <a:xfrm rot="-5400000">
            <a:off x="4805147" y="8429908"/>
            <a:ext cx="9099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+ 1) cm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1396974" y="8236400"/>
            <a:ext cx="815400" cy="224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3612551" y="8236400"/>
            <a:ext cx="815400" cy="224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5962726" y="8236400"/>
            <a:ext cx="815400" cy="224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1"/>
          <p:cNvSpPr txBox="1"/>
          <p:nvPr/>
        </p:nvSpPr>
        <p:spPr>
          <a:xfrm>
            <a:off x="470613" y="6189943"/>
            <a:ext cx="64227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shapes below to one of these expressions for its perimeter.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2490716" y="6473900"/>
            <a:ext cx="809100" cy="224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1605970" y="6473900"/>
            <a:ext cx="809100" cy="224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721225" y="6473900"/>
            <a:ext cx="809100" cy="224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2" name="Google Shape;412;p21"/>
          <p:cNvCxnSpPr/>
          <p:nvPr/>
        </p:nvCxnSpPr>
        <p:spPr>
          <a:xfrm>
            <a:off x="477295" y="97373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184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Preparing to solve two step linear equations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2024-02-06T09:59:22.200</cp:lastPrinted>
  <dcterms:created xsi:type="dcterms:W3CDTF">2024-02-06T09:59:22Z</dcterms:created>
  <dcterms:modified xsi:type="dcterms:W3CDTF">2024-02-06T09:59:31Z</dcterms:modified>
</cp:coreProperties>
</file>