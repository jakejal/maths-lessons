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eg" ContentType="image/jpeg"/>
  <Default Extension="fntdata" ContentType="application/x-fontdata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&#65279;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officeDocument/2006/relationships/extended-properties" Target="docProps/app.xml" /><Relationship Id="rId4" Type="http://schemas.openxmlformats.org/package/2006/relationships/metadata/thumbnail" Target="docProps/thumbnail.jpeg" /></Relationships>
</file>

<file path=ppt/presentation.xml><?xml version="1.0" encoding="utf-8"?>
<!--Generated by Aspose.Slides for .NET 24.1-->
<p:presentation xmlns:r="http://schemas.openxmlformats.org/officeDocument/2006/relationships" xmlns:a="http://schemas.openxmlformats.org/drawingml/2006/main" xmlns:p="http://schemas.openxmlformats.org/presentationml/2006/main" strictFirstAndLastChars="0" embedTrueTypeFonts="1" saveSubsetFonts="1" autoCompressPictures="0">
  <p:sldMasterIdLst>
    <p:sldMasterId id="2147483665" r:id="rId1"/>
    <p:sldMasterId id="2147483666" r:id="rId2"/>
  </p:sldMasterIdLst>
  <p:notesMasterIdLst>
    <p:notesMasterId r:id="rId3"/>
  </p:notesMasterIdLst>
  <p:sldIdLst>
    <p:sldId id="256" r:id="rId4"/>
    <p:sldId id="257" r:id="rId5"/>
  </p:sldIdLst>
  <p:sldSz cx="7560000" cy="10692000"/>
  <p:notesSz cx="6858000" cy="9144000"/>
  <p:embeddedFontLst>
    <p:embeddedFont>
      <p:font typeface="Lexend" panose="00000000000000000000"/>
      <p:regular r:id="rId7"/>
    </p:embeddedFont>
    <p:embeddedFont>
      <p:font typeface="Kalam" panose="02000000000000000000"/>
      <p:regular r:id="rId8"/>
    </p:embeddedFont>
    <p:embeddedFont>
      <p:font typeface="Lexend Medium" panose="00000000000000000000"/>
      <p:regular r:id="rId9"/>
    </p:embeddedFont>
    <p:embeddedFont>
      <p:font typeface="Lexend Light" panose="00000000000000000000"/>
      <p:regular r:id="rId10"/>
    </p:embeddedFont>
  </p:embeddedFontLst>
  <p:custDataLst>
    <p:tags r:id="rId6"/>
  </p:custDataLst>
  <p:defaultText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r="http://schemas.openxmlformats.org/officeDocument/2006/relationships" xmlns:a="http://schemas.openxmlformats.org/drawingml/2006/main" xmlns:p="http://schemas.openxmlformats.org/presentationml/2006/main">
  <p:showPr showNarration="1">
    <p:present/>
    <p:extLs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  <p:ext uri="{1BD7E111-0CB8-44D6-8891-C1BB2F81B7CC}">
      <p1710:readonlyRecommended xmlns:p1710="http://schemas.microsoft.com/office/powerpoint/2017/10/main" val="0"/>
    </p:ext>
  </p:extLst>
</p:presentationPr>
</file>

<file path=ppt/tableStyles.xml><?xml version="1.0" encoding="utf-8"?>
<a:tblStyleLst xmlns:r="http://schemas.openxmlformats.org/officeDocument/2006/relationships" xmlns:a="http://schemas.openxmlformats.org/drawingml/2006/main" def="{7306904E-7232-418E-809A-0FA7F4798B87}">
  <a:tblStyle styleId="{7306904E-7232-418E-809A-0FA7F4798B87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6000"/>
    <p:restoredTop sz="0"/>
  </p:normalViewPr>
  <p:slideViewPr>
    <p:cSldViewPr>
      <p:cViewPr>
        <p:scale>
          <a:sx n="73" d="100"/>
          <a:sy n="73" d="100"/>
        </p:scale>
        <p:origin x="0" y="0"/>
      </p:cViewPr>
    </p:cSldViewPr>
  </p:slideViewPr>
  <p:notesViewPr>
    <p:cSldViewPr>
      <p:cViewPr>
        <p:scale>
          <a:sx n="1" d="100"/>
          <a:sy n="1" d="100"/>
        </p:scale>
        <p:origin x="0" y="0"/>
      </p:cViewPr>
    </p:cSldViewPr>
  </p:notesViewPr>
</p:viewPr>
</file>

<file path=ppt/_rels/presentation.xml.rels>&#65279;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 /><Relationship Id="rId10" Type="http://schemas.openxmlformats.org/officeDocument/2006/relationships/font" Target="fonts/font4.fntdata" /><Relationship Id="rId11" Type="http://schemas.openxmlformats.org/officeDocument/2006/relationships/presProps" Target="presProps.xml" /><Relationship Id="rId12" Type="http://schemas.openxmlformats.org/officeDocument/2006/relationships/viewProps" Target="viewProps.xml" /><Relationship Id="rId13" Type="http://schemas.openxmlformats.org/officeDocument/2006/relationships/theme" Target="theme/theme1.xml" /><Relationship Id="rId14" Type="http://schemas.openxmlformats.org/officeDocument/2006/relationships/tableStyles" Target="tableStyles.xml" /><Relationship Id="rId2" Type="http://schemas.openxmlformats.org/officeDocument/2006/relationships/slideMaster" Target="slideMasters/slideMaster2.xml" /><Relationship Id="rId3" Type="http://schemas.openxmlformats.org/officeDocument/2006/relationships/notesMaster" Target="notesMasters/notesMaster1.xml" /><Relationship Id="rId4" Type="http://schemas.openxmlformats.org/officeDocument/2006/relationships/slide" Target="slides/slide1.xml" /><Relationship Id="rId5" Type="http://schemas.openxmlformats.org/officeDocument/2006/relationships/slide" Target="slides/slide2.xml" /><Relationship Id="rId6" Type="http://schemas.openxmlformats.org/officeDocument/2006/relationships/tags" Target="tags/tag1.xml" /><Relationship Id="rId7" Type="http://schemas.openxmlformats.org/officeDocument/2006/relationships/font" Target="fonts/font1.fntdata" /><Relationship Id="rId8" Type="http://schemas.openxmlformats.org/officeDocument/2006/relationships/font" Target="fonts/font2.fntdata" /><Relationship Id="rId9" Type="http://schemas.openxmlformats.org/officeDocument/2006/relationships/font" Target="fonts/font3.fntdata" /></Relationships>
</file>

<file path=ppt/notesMasters/_rels/notesMaster1.xml.rels>&#65279;<?xml version="1.0" encoding="utf-8" standalone="yes"?><Relationships xmlns="http://schemas.openxmlformats.org/package/2006/relationships"><Relationship Id="rId1" Type="http://schemas.openxmlformats.org/officeDocument/2006/relationships/theme" Target="../theme/theme3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2" name="Shape 2"/>
        <p:cNvGrpSpPr/>
        <p:nvPr/>
      </p:nvGrpSpPr>
      <p:grpSpPr>
        <a:xfrm>
          <a:off x="0" y="0"/>
          <a:ext cx="0" cy="0"/>
        </a:xfrm>
      </p:grpSpPr>
      <p:sp>
        <p:nvSpPr>
          <p:cNvPr id="3" name="Google Shape;3;n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.xml" /><Relationship Id="rId2" Type="http://schemas.openxmlformats.org/officeDocument/2006/relationships/notesMaster" Target="../notesMasters/notesMaster1.xml" /></Relationships>
</file>

<file path=ppt/notesSlides/_rels/notesSlide2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.xml" /><Relationship Id="rId2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55" name="Shape 155"/>
        <p:cNvGrpSpPr/>
        <p:nvPr/>
      </p:nvGrpSpPr>
      <p:grpSpPr>
        <a:xfrm>
          <a:off x="0" y="0"/>
          <a:ext cx="0" cy="0"/>
        </a:xfrm>
      </p:grpSpPr>
      <p:sp>
        <p:nvSpPr>
          <p:cNvPr id="156" name="Google Shape;156;g27996905f60_0_125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27996905f60_0_125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294" name="Shape 294"/>
        <p:cNvGrpSpPr/>
        <p:nvPr/>
      </p:nvGrpSpPr>
      <p:grpSpPr>
        <a:xfrm>
          <a:off x="0" y="0"/>
          <a:ext cx="0" cy="0"/>
        </a:xfrm>
      </p:grpSpPr>
      <p:sp>
        <p:nvSpPr>
          <p:cNvPr id="295" name="Google Shape;295;g27996905f60_0_130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6" name="Google Shape;296;g27996905f60_0_13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slideMaster" Target="../slideMasters/slideMaster1.xml" /></Relationships>
</file>

<file path=ppt/slideLayouts/_rels/slideLayout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slideMaster" Target="../slideMasters/slideMaster1.xml" /></Relationships>
</file>

<file path=ppt/slideLayouts/_rels/slideLayout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8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3.png" /><Relationship Id="rId3" Type="http://schemas.openxmlformats.org/officeDocument/2006/relationships/image" Target="../media/image4.png" /><Relationship Id="rId4" Type="http://schemas.openxmlformats.org/officeDocument/2006/relationships/slideMaster" Target="../slideMasters/slideMaster2.xml" /></Relationships>
</file>

<file path=ppt/slideLayouts/_rels/slideLayout9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slideMaster" Target="../slideMasters/slideMaster2.xml" /></Relationships>
</file>

<file path=ppt/slideLayouts/_rels/slideLayout10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2.xml" /></Relationships>
</file>

<file path=ppt/slideLayouts/_rels/slideLayout1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hyperlink" Target="https://www.nationalarchives.gov.uk/doc/open-government-licence/version/3/" TargetMode="External" /><Relationship Id="rId3" Type="http://schemas.openxmlformats.org/officeDocument/2006/relationships/hyperlink" Target="https://www.thenational.academy/legal/terms-and-conditions" TargetMode="External" /><Relationship Id="rId4" Type="http://schemas.openxmlformats.org/officeDocument/2006/relationships/slideMaster" Target="../slideMasters/slideMaster2.xml" /></Relationships>
</file>

<file path=ppt/slideLayouts/_rels/slideLayout1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hyperlink" Target="https://www.nationalarchives.gov.uk/doc/open-government-licence/version/3/" TargetMode="External" /><Relationship Id="rId5" Type="http://schemas.openxmlformats.org/officeDocument/2006/relationships/hyperlink" Target="https://www.thenational.academy/legal/terms-and-conditions" TargetMode="External" /><Relationship Id="rId6" Type="http://schemas.openxmlformats.org/officeDocument/2006/relationships/slideMaster" Target="../slideMasters/slideMaster2.xml" /></Relationships>
</file>

<file path=ppt/slideLayouts/_rels/slideLayout1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hyperlink" Target="https://www.nationalarchives.gov.uk/doc/open-government-licence/version/3/" TargetMode="External" /><Relationship Id="rId5" Type="http://schemas.openxmlformats.org/officeDocument/2006/relationships/hyperlink" Target="https://www.thenational.academy/legal/terms-and-conditions" TargetMode="External" /><Relationship Id="rId6" Type="http://schemas.openxmlformats.org/officeDocument/2006/relationships/slideMaster" Target="../slideMasters/slideMaster2.xml" /></Relationships>
</file>

<file path=ppt/slideLayouts/_rels/slideLayout1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slideMaster" Target="../slideMasters/slideMaster2.xml" /></Relationships>
</file>

<file path=ppt/slideLayouts/_rels/slideLayout1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2.xml" /></Relationships>
</file>

<file path=ppt/slideLayouts/_rels/slideLayout1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hyperlink" Target="https://www.nationalarchives.gov.uk/doc/open-government-licence/version/3/" TargetMode="External" /><Relationship Id="rId3" Type="http://schemas.openxmlformats.org/officeDocument/2006/relationships/hyperlink" Target="https://www.thenational.academy/legal/terms-and-conditions" TargetMode="External" /><Relationship Id="rId4" Type="http://schemas.openxmlformats.org/officeDocument/2006/relationships/slideMaster" Target="../slideMasters/slideMaster2.xml" /></Relationships>
</file>

<file path=ppt/slideLayouts/_rels/slideLayout1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hyperlink" Target="https://www.nationalarchives.gov.uk/doc/open-government-licence/version/3/" TargetMode="External" /><Relationship Id="rId5" Type="http://schemas.openxmlformats.org/officeDocument/2006/relationships/hyperlink" Target="https://www.thenational.academy/legal/terms-and-conditions" TargetMode="External" /><Relationship Id="rId6" Type="http://schemas.openxmlformats.org/officeDocument/2006/relationships/slideMaster" Target="../slideMasters/slideMaster2.xml" /></Relationships>
</file>

<file path=ppt/slideLayouts/slideLayout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SEC FRONT COL 1">
  <p:cSld name="SECTION_HEADER_1_1_1_1_1_1_1_1_1">
    <p:spTree>
      <p:nvGrpSpPr>
        <p:cNvPr id="9" name="Shape 9"/>
        <p:cNvGrpSpPr/>
        <p:nvPr/>
      </p:nvGrpSpPr>
      <p:grpSpPr>
        <a:xfrm>
          <a:off x="0" y="0"/>
          <a: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468000" y="266700"/>
            <a:ext cx="6624000" cy="4320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1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type="subTitle" idx="1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2" name="Google Shape;12;p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2"/>
          <p:cNvPicPr preferRelativeResize="0"/>
          <p:nvPr/>
        </p:nvPicPr>
        <p:blipFill>
          <a:blip r:embed="rId2">
            <a:alphaModFix/>
          </a:blip>
          <a:srcRect l="4603" r="4603"/>
          <a:stretch>
            <a:fillRect/>
          </a:stretch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" name="Google Shape;14;p2"/>
          <p:cNvGrpSpPr/>
          <p:nvPr/>
        </p:nvGrpSpPr>
        <p:grpSpPr>
          <a:xfrm>
            <a:off x="466900" y="962525"/>
            <a:ext cx="2953057" cy="162000"/>
            <a:chOff x="466900" y="962525"/>
            <a:chExt cx="2953057" cy="162000"/>
          </a:xfrm>
        </p:grpSpPr>
        <p:sp>
          <p:nvSpPr>
            <p:cNvPr id="15" name="Google Shape;15;p2"/>
            <p:cNvSpPr txBox="1"/>
            <p:nvPr/>
          </p:nvSpPr>
          <p:spPr>
            <a:xfrm>
              <a:off x="466900" y="962525"/>
              <a:ext cx="2953057" cy="153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000" b="1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Name: </a:t>
              </a:r>
              <a:endParaRPr sz="1000" b="1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6" name="Google Shape;16;p2"/>
            <p:cNvCxnSpPr/>
            <p:nvPr/>
          </p:nvCxnSpPr>
          <p:spPr>
            <a:xfrm rot="10800000" flipH="1">
              <a:off x="943904" y="1116425"/>
              <a:ext cx="1998900" cy="81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88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pos="295">
          <p15:clr>
            <a:srgbClr val="FF0000"/>
          </p15:clr>
        </p15:guide>
        <p15:guide id="7" pos="4467">
          <p15:clr>
            <a:srgbClr val="FF0000"/>
          </p15:clr>
        </p15:guide>
        <p15:guide id="8" pos="1519">
          <p15:clr>
            <a:srgbClr val="D9D9D9"/>
          </p15:clr>
        </p15:guide>
        <p15:guide id="9" pos="1764">
          <p15:clr>
            <a:srgbClr val="D9D9D9"/>
          </p15:clr>
        </p15:guide>
        <p15:guide id="10" pos="3243">
          <p15:clr>
            <a:srgbClr val="D9D9D9"/>
          </p15:clr>
        </p15:guide>
        <p15:guide id="11" pos="2998">
          <p15:clr>
            <a:srgbClr val="D9D9D9"/>
          </p15:clr>
        </p15:guide>
        <p15:guide id="12" pos="3120">
          <p15:clr>
            <a:srgbClr val="D9D9D9"/>
          </p15:clr>
        </p15:guide>
        <p15:guide id="13" pos="1642">
          <p15:clr>
            <a:srgbClr val="D9D9D9"/>
          </p15:clr>
        </p15:guide>
        <p15:guide id="14" pos="2381">
          <p15:clr>
            <a:srgbClr val="D9D9D9"/>
          </p15:clr>
        </p15:guide>
        <p15:guide id="15" pos="2154">
          <p15:clr>
            <a:srgbClr val="FF0000"/>
          </p15:clr>
        </p15:guide>
        <p15:guide id="16" pos="2608">
          <p15:clr>
            <a:srgbClr val="FF0000"/>
          </p15:clr>
        </p15:guide>
        <p15:guide id="17" orient="horz" pos="227">
          <p15:clr>
            <a:srgbClr val="FF000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SEC FRONT COL 1 1">
  <p:cSld name="SECTION_HEADER_1_1_1_1_1_1_1_1_1_3">
    <p:spTree>
      <p:nvGrpSpPr>
        <p:cNvPr id="17" name="Shape 17"/>
        <p:cNvGrpSpPr/>
        <p:nvPr/>
      </p:nvGrpSpPr>
      <p:grpSpPr>
        <a:xfrm>
          <a:off x="0" y="0"/>
          <a:ext cx="0" cy="0"/>
        </a:xfrm>
      </p:grpSpPr>
      <p:sp>
        <p:nvSpPr>
          <p:cNvPr id="18" name="Google Shape;18;p3"/>
          <p:cNvSpPr txBox="1"/>
          <p:nvPr>
            <p:ph type="title"/>
          </p:nvPr>
        </p:nvSpPr>
        <p:spPr>
          <a:xfrm>
            <a:off x="468000" y="266700"/>
            <a:ext cx="6624000" cy="4320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1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type="subTitle" idx="1"/>
          </p:nvPr>
        </p:nvSpPr>
        <p:spPr>
          <a:xfrm>
            <a:off x="466825" y="178015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type="subTitle" idx="2"/>
          </p:nvPr>
        </p:nvSpPr>
        <p:spPr>
          <a:xfrm>
            <a:off x="2807400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type="subTitle" idx="3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type="subTitle" idx="4"/>
          </p:nvPr>
        </p:nvSpPr>
        <p:spPr>
          <a:xfrm>
            <a:off x="4127250" y="30420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type="subTitle" idx="5"/>
          </p:nvPr>
        </p:nvSpPr>
        <p:spPr>
          <a:xfrm>
            <a:off x="468000" y="5866375"/>
            <a:ext cx="6581700" cy="41058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type="subTitle" idx="6"/>
          </p:nvPr>
        </p:nvSpPr>
        <p:spPr>
          <a:xfrm>
            <a:off x="466825" y="30420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"/>
          <p:cNvSpPr txBox="1"/>
          <p:nvPr>
            <p:ph type="subTitle" idx="7"/>
          </p:nvPr>
        </p:nvSpPr>
        <p:spPr>
          <a:xfrm>
            <a:off x="466825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"/>
          <p:cNvSpPr txBox="1"/>
          <p:nvPr>
            <p:ph type="subTitle" idx="8"/>
          </p:nvPr>
        </p:nvSpPr>
        <p:spPr>
          <a:xfrm>
            <a:off x="5147975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7" name="Google Shape;27;p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8" name="Google Shape;28;p3"/>
          <p:cNvPicPr preferRelativeResize="0"/>
          <p:nvPr/>
        </p:nvPicPr>
        <p:blipFill>
          <a:blip r:embed="rId2">
            <a:alphaModFix/>
          </a:blip>
          <a:srcRect l="4603" r="4603"/>
          <a:stretch>
            <a:fillRect/>
          </a:stretch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9" name="Google Shape;29;p3"/>
          <p:cNvGrpSpPr/>
          <p:nvPr/>
        </p:nvGrpSpPr>
        <p:grpSpPr>
          <a:xfrm>
            <a:off x="466900" y="962525"/>
            <a:ext cx="2953200" cy="162000"/>
            <a:chOff x="466900" y="962525"/>
            <a:chExt cx="2953200" cy="162000"/>
          </a:xfrm>
        </p:grpSpPr>
        <p:sp>
          <p:nvSpPr>
            <p:cNvPr id="30" name="Google Shape;30;p3"/>
            <p:cNvSpPr txBox="1"/>
            <p:nvPr/>
          </p:nvSpPr>
          <p:spPr>
            <a:xfrm>
              <a:off x="466900" y="962525"/>
              <a:ext cx="29532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000" b="1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Name: </a:t>
              </a:r>
              <a:endParaRPr sz="1000" b="1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31" name="Google Shape;31;p3"/>
            <p:cNvCxnSpPr/>
            <p:nvPr/>
          </p:nvCxnSpPr>
          <p:spPr>
            <a:xfrm rot="10800000" flipH="1">
              <a:off x="943904" y="1116425"/>
              <a:ext cx="1998900" cy="81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32" name="Google Shape;32;p3"/>
          <p:cNvSpPr txBox="1"/>
          <p:nvPr>
            <p:ph type="subTitle" idx="9"/>
          </p:nvPr>
        </p:nvSpPr>
        <p:spPr>
          <a:xfrm>
            <a:off x="466825" y="13698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88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pos="295">
          <p15:clr>
            <a:srgbClr val="FF0000"/>
          </p15:clr>
        </p15:guide>
        <p15:guide id="7" pos="4467">
          <p15:clr>
            <a:srgbClr val="FF0000"/>
          </p15:clr>
        </p15:guide>
        <p15:guide id="8" pos="1519">
          <p15:clr>
            <a:srgbClr val="D9D9D9"/>
          </p15:clr>
        </p15:guide>
        <p15:guide id="9" pos="1764">
          <p15:clr>
            <a:srgbClr val="D9D9D9"/>
          </p15:clr>
        </p15:guide>
        <p15:guide id="10" pos="3243">
          <p15:clr>
            <a:srgbClr val="D9D9D9"/>
          </p15:clr>
        </p15:guide>
        <p15:guide id="11" pos="2998">
          <p15:clr>
            <a:srgbClr val="D9D9D9"/>
          </p15:clr>
        </p15:guide>
        <p15:guide id="12" pos="3120">
          <p15:clr>
            <a:srgbClr val="D9D9D9"/>
          </p15:clr>
        </p15:guide>
        <p15:guide id="13" pos="1642">
          <p15:clr>
            <a:srgbClr val="D9D9D9"/>
          </p15:clr>
        </p15:guide>
        <p15:guide id="14" pos="2381">
          <p15:clr>
            <a:srgbClr val="D9D9D9"/>
          </p15:clr>
        </p15:guide>
        <p15:guide id="15" pos="2154">
          <p15:clr>
            <a:srgbClr val="FF0000"/>
          </p15:clr>
        </p15:guide>
        <p15:guide id="16" pos="2608">
          <p15:clr>
            <a:srgbClr val="FF0000"/>
          </p15:clr>
        </p15:guide>
        <p15:guide id="17" orient="horz" pos="227">
          <p15:clr>
            <a:srgbClr val="FF000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1">
  <p:cSld name="SECTION_HEADER_1_1_1_1_1_1_1_1_1_1">
    <p:spTree>
      <p:nvGrpSpPr>
        <p:cNvPr id="33" name="Shape 33"/>
        <p:cNvGrpSpPr/>
        <p:nvPr/>
      </p:nvGrpSpPr>
      <p:grpSpPr>
        <a:xfrm>
          <a:off x="0" y="0"/>
          <a:ext cx="0" cy="0"/>
        </a:xfrm>
      </p:grpSpPr>
      <p:sp>
        <p:nvSpPr>
          <p:cNvPr id="34" name="Google Shape;34;p4"/>
          <p:cNvSpPr txBox="1"/>
          <p:nvPr>
            <p:ph type="subTitle" idx="1"/>
          </p:nvPr>
        </p:nvSpPr>
        <p:spPr>
          <a:xfrm>
            <a:off x="466825" y="162775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"/>
          <p:cNvSpPr txBox="1"/>
          <p:nvPr>
            <p:ph type="subTitle" idx="2"/>
          </p:nvPr>
        </p:nvSpPr>
        <p:spPr>
          <a:xfrm>
            <a:off x="4127250" y="28896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4"/>
          <p:cNvSpPr txBox="1"/>
          <p:nvPr>
            <p:ph type="subTitle" idx="3"/>
          </p:nvPr>
        </p:nvSpPr>
        <p:spPr>
          <a:xfrm>
            <a:off x="466825" y="28896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7" name="Google Shape;37;p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38" name="Google Shape;38;p4"/>
          <p:cNvSpPr txBox="1"/>
          <p:nvPr>
            <p:ph type="subTitle" idx="4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2">
  <p:cSld name="SECTION_HEADER_1_1_1_1_1_1_1_1_1_1_1">
    <p:spTree>
      <p:nvGrpSpPr>
        <p:cNvPr id="39" name="Shape 39"/>
        <p:cNvGrpSpPr/>
        <p:nvPr/>
      </p:nvGrpSpPr>
      <p:grpSpPr>
        <a:xfrm>
          <a:off x="0" y="0"/>
          <a:ext cx="0" cy="0"/>
        </a:xfrm>
      </p:grpSpPr>
      <p:sp>
        <p:nvSpPr>
          <p:cNvPr id="40" name="Google Shape;40;p5"/>
          <p:cNvSpPr txBox="1"/>
          <p:nvPr>
            <p:ph type="subTitle" idx="1"/>
          </p:nvPr>
        </p:nvSpPr>
        <p:spPr>
          <a:xfrm>
            <a:off x="2807400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type="subTitle" idx="2"/>
          </p:nvPr>
        </p:nvSpPr>
        <p:spPr>
          <a:xfrm>
            <a:off x="467950" y="2493013"/>
            <a:ext cx="6624000" cy="41058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type="subTitle" idx="3"/>
          </p:nvPr>
        </p:nvSpPr>
        <p:spPr>
          <a:xfrm>
            <a:off x="466825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5"/>
          <p:cNvSpPr txBox="1"/>
          <p:nvPr>
            <p:ph type="subTitle" idx="4"/>
          </p:nvPr>
        </p:nvSpPr>
        <p:spPr>
          <a:xfrm>
            <a:off x="5147975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44" name="Google Shape;44;p5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5"/>
          <p:cNvSpPr txBox="1"/>
          <p:nvPr>
            <p:ph type="subTitle" idx="5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3">
  <p:cSld name="SECTION_HEADER_1_1_1_1_1_1_1_1_1_1_1_2">
    <p:spTree>
      <p:nvGrpSpPr>
        <p:cNvPr id="46" name="Shape 46"/>
        <p:cNvGrpSpPr/>
        <p:nvPr/>
      </p:nvGrpSpPr>
      <p:grpSpPr>
        <a:xfrm>
          <a:off x="0" y="0"/>
          <a:ext cx="0" cy="0"/>
        </a:xfrm>
      </p:grpSpPr>
      <p:sp>
        <p:nvSpPr>
          <p:cNvPr id="47" name="Google Shape;47;p6"/>
          <p:cNvSpPr txBox="1"/>
          <p:nvPr>
            <p:ph type="subTitle" idx="1"/>
          </p:nvPr>
        </p:nvSpPr>
        <p:spPr>
          <a:xfrm>
            <a:off x="466825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type="subTitle" idx="2"/>
          </p:nvPr>
        </p:nvSpPr>
        <p:spPr>
          <a:xfrm>
            <a:off x="2807400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6"/>
          <p:cNvSpPr txBox="1"/>
          <p:nvPr>
            <p:ph type="subTitle" idx="3"/>
          </p:nvPr>
        </p:nvSpPr>
        <p:spPr>
          <a:xfrm>
            <a:off x="5147975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6"/>
          <p:cNvSpPr txBox="1"/>
          <p:nvPr>
            <p:ph type="subTitle" idx="4"/>
          </p:nvPr>
        </p:nvSpPr>
        <p:spPr>
          <a:xfrm>
            <a:off x="466825" y="170220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6"/>
          <p:cNvSpPr txBox="1"/>
          <p:nvPr>
            <p:ph type="subTitle" idx="5"/>
          </p:nvPr>
        </p:nvSpPr>
        <p:spPr>
          <a:xfrm>
            <a:off x="466825" y="296405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6"/>
          <p:cNvSpPr txBox="1"/>
          <p:nvPr>
            <p:ph type="subTitle" idx="6"/>
          </p:nvPr>
        </p:nvSpPr>
        <p:spPr>
          <a:xfrm>
            <a:off x="4127250" y="296405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3" name="Google Shape;53;p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6"/>
          <p:cNvSpPr txBox="1"/>
          <p:nvPr>
            <p:ph type="subTitle" idx="7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4">
  <p:cSld name="SECTION_HEADER_1_1_1_1_1_1_1_1_1_1_1_2_1">
    <p:spTree>
      <p:nvGrpSpPr>
        <p:cNvPr id="55" name="Shape 55"/>
        <p:cNvGrpSpPr/>
        <p:nvPr/>
      </p:nvGrpSpPr>
      <p:grpSpPr>
        <a:xfrm>
          <a:off x="0" y="0"/>
          <a:ext cx="0" cy="0"/>
        </a:xfrm>
      </p:grpSpPr>
      <p:sp>
        <p:nvSpPr>
          <p:cNvPr id="56" name="Google Shape;56;p7"/>
          <p:cNvSpPr txBox="1"/>
          <p:nvPr>
            <p:ph type="subTitle" idx="1"/>
          </p:nvPr>
        </p:nvSpPr>
        <p:spPr>
          <a:xfrm>
            <a:off x="468000" y="1327649"/>
            <a:ext cx="6624000" cy="38436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7" name="Google Shape;57;p7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7"/>
          <p:cNvSpPr txBox="1"/>
          <p:nvPr>
            <p:ph type="subTitle" idx="2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Elements to copy and paste">
  <p:cSld name="SECTION_HEADER_1_1_1_1_1_1_1_1_1_1_1_2_1_1">
    <p:spTree>
      <p:nvGrpSpPr>
        <p:cNvPr id="59" name="Shape 59"/>
        <p:cNvGrpSpPr/>
        <p:nvPr/>
      </p:nvGrpSpPr>
      <p:grpSpPr>
        <a:xfrm>
          <a:off x="0" y="0"/>
          <a:ext cx="0" cy="0"/>
        </a:xfrm>
      </p:grpSpPr>
      <p:sp>
        <p:nvSpPr>
          <p:cNvPr id="60" name="Google Shape;60;p8"/>
          <p:cNvSpPr txBox="1"/>
          <p:nvPr/>
        </p:nvSpPr>
        <p:spPr>
          <a:xfrm>
            <a:off x="493450" y="416654"/>
            <a:ext cx="662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latin typeface="Lexend"/>
                <a:ea typeface="Lexend"/>
                <a:cs typeface="Lexend"/>
                <a:sym typeface="Lexend"/>
              </a:rPr>
              <a:t>Elements to copy and paste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1" name="Google Shape;61;p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 Title page">
  <p:cSld name="SECTION_HEADER_1_1_1_1_1_1_1_1_1_1_1_2_1_1_1_1_1">
    <p:bg>
      <p:bgPr>
        <a:solidFill>
          <a:schemeClr val="lt1"/>
        </a:solidFill>
      </p:bgPr>
    </p:bg>
    <p:spTree>
      <p:nvGrpSpPr>
        <p:cNvPr id="66" name="Shape 66"/>
        <p:cNvGrpSpPr/>
        <p:nvPr/>
      </p:nvGrpSpPr>
      <p:grpSpPr>
        <a:xfrm>
          <a:off x="0" y="0"/>
          <a:ext cx="0" cy="0"/>
        </a:xfrm>
      </p:grpSpPr>
      <p:pic>
        <p:nvPicPr>
          <p:cNvPr id="67" name="Google Shape;67;p10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10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9" name="Google Shape;69;p10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70" name="Google Shape;70;p10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71" name="Google Shape;71;p10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72" name="Google Shape;72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3" name="Google Shape;73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10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1 Title page with long title">
  <p:cSld name="SECTION_HEADER_1_1_1_1_1_1_1_1_1_1_1_2_1_1_1_1_1_1_2">
    <p:bg>
      <p:bgPr>
        <a:solidFill>
          <a:schemeClr val="lt1"/>
        </a:solidFill>
      </p:bgPr>
    </p:bg>
    <p:spTree>
      <p:nvGrpSpPr>
        <p:cNvPr id="75" name="Shape 75"/>
        <p:cNvGrpSpPr/>
        <p:nvPr/>
      </p:nvGrpSpPr>
      <p:grpSpPr>
        <a:xfrm>
          <a:off x="0" y="0"/>
          <a:ext cx="0" cy="0"/>
        </a:xfrm>
      </p:grpSpPr>
      <p:pic>
        <p:nvPicPr>
          <p:cNvPr id="76" name="Google Shape;76;p1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11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8" name="Google Shape;78;p11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79" name="Google Shape;79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1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81" name="Google Shape;81;p11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82" name="Google Shape;82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11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 Middle page">
  <p:cSld name="SECTION_HEADER_1_1_1_1_1_1_1_1_1_1_1_2_1_1_1_1_1_1_1_1_2">
    <p:bg>
      <p:bgPr>
        <a:solidFill>
          <a:schemeClr val="lt1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</a:xfrm>
      </p:grpSpPr>
      <p:pic>
        <p:nvPicPr>
          <p:cNvPr id="85" name="Google Shape;85;p1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2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7" name="Google Shape;87;p12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8" name="Google Shape;88;p12"/>
          <p:cNvSpPr txBox="1"/>
          <p:nvPr>
            <p:ph type="subTitle" idx="1"/>
          </p:nvPr>
        </p:nvSpPr>
        <p:spPr>
          <a:xfrm>
            <a:off x="466825" y="360000"/>
            <a:ext cx="57792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1 Last page">
  <p:cSld name="SECTION_HEADER_1_1_1_1_1_1_1_1_1_1_1_2_1_1_1_1_1_1_1_1_1_3">
    <p:bg>
      <p:bgPr>
        <a:solidFill>
          <a:schemeClr val="lt1"/>
        </a:solidFill>
      </p:bgPr>
    </p:bg>
    <p:spTree>
      <p:nvGrpSpPr>
        <p:cNvPr id="89" name="Shape 89"/>
        <p:cNvGrpSpPr/>
        <p:nvPr/>
      </p:nvGrpSpPr>
      <p:grpSpPr>
        <a:xfrm>
          <a:off x="0" y="0"/>
          <a:ext cx="0" cy="0"/>
        </a:xfrm>
      </p:grpSpPr>
      <p:pic>
        <p:nvPicPr>
          <p:cNvPr id="90" name="Google Shape;90;p1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3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2" name="Google Shape;92;p13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" name="Google Shape;93;p13"/>
          <p:cNvSpPr txBox="1"/>
          <p:nvPr>
            <p:ph type="subTitle" idx="1"/>
          </p:nvPr>
        </p:nvSpPr>
        <p:spPr>
          <a:xfrm>
            <a:off x="466825" y="360000"/>
            <a:ext cx="57792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94" name="Google Shape;94;p13"/>
          <p:cNvSpPr txBox="1"/>
          <p:nvPr>
            <p:ph type="subTitle" idx="2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95" name="Google Shape;95;p13"/>
          <p:cNvSpPr txBox="1"/>
          <p:nvPr/>
        </p:nvSpPr>
        <p:spPr>
          <a:xfrm>
            <a:off x="391800" y="10152000"/>
            <a:ext cx="6367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" name="Google Shape;96;p13"/>
          <p:cNvSpPr txBox="1"/>
          <p:nvPr/>
        </p:nvSpPr>
        <p:spPr>
          <a:xfrm>
            <a:off x="394350" y="9972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 Single page worksheet">
  <p:cSld name="SECTION_HEADER_1_1_1_1_1_1_1_1_1_1_1_2_1_1_1_1_1_2">
    <p:bg>
      <p:bgPr>
        <a:solidFill>
          <a:schemeClr val="lt1"/>
        </a:soli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</a:xfrm>
      </p:grpSpPr>
      <p:pic>
        <p:nvPicPr>
          <p:cNvPr id="98" name="Google Shape;98;p1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4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00" name="Google Shape;100;p14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01" name="Google Shape;101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4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03" name="Google Shape;103;p14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04" name="Google Shape;104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4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6" name="Google Shape;106;p14"/>
          <p:cNvSpPr txBox="1"/>
          <p:nvPr>
            <p:ph type="subTitle" idx="1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07" name="Google Shape;107;p14"/>
          <p:cNvSpPr txBox="1"/>
          <p:nvPr/>
        </p:nvSpPr>
        <p:spPr>
          <a:xfrm>
            <a:off x="391800" y="10152000"/>
            <a:ext cx="6367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8" name="Google Shape;108;p14"/>
          <p:cNvSpPr txBox="1"/>
          <p:nvPr/>
        </p:nvSpPr>
        <p:spPr>
          <a:xfrm>
            <a:off x="394350" y="9972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1 Single page worksheet with long title">
  <p:cSld name="SECTION_HEADER_1_1_1_1_1_1_1_1_1_1_1_2_1_1_1_1_1_1_1">
    <p:bg>
      <p:bgPr>
        <a:solidFill>
          <a:schemeClr val="lt1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</a:xfrm>
      </p:grpSpPr>
      <p:pic>
        <p:nvPicPr>
          <p:cNvPr id="110" name="Google Shape;110;p15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5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12" name="Google Shape;112;p15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13" name="Google Shape;113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5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15" name="Google Shape;115;p15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16" name="Google Shape;116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5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8" name="Google Shape;118;p15"/>
          <p:cNvSpPr txBox="1"/>
          <p:nvPr>
            <p:ph type="subTitle" idx="1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19" name="Google Shape;119;p15"/>
          <p:cNvSpPr txBox="1"/>
          <p:nvPr/>
        </p:nvSpPr>
        <p:spPr>
          <a:xfrm>
            <a:off x="391800" y="10152000"/>
            <a:ext cx="6367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0" name="Google Shape;120;p15"/>
          <p:cNvSpPr txBox="1"/>
          <p:nvPr/>
        </p:nvSpPr>
        <p:spPr>
          <a:xfrm>
            <a:off x="394350" y="9972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 Landscape title page">
  <p:cSld name="SECTION_HEADER_1_1_1_1_1_1_1_1_1_1_1_2_1_1_1_1_1_1_1_1_1_1">
    <p:bg>
      <p:bgPr>
        <a:solidFill>
          <a:schemeClr val="lt1"/>
        </a:solidFill>
      </p:bgPr>
    </p:bg>
    <p:spTree>
      <p:nvGrpSpPr>
        <p:cNvPr id="121" name="Shape 121"/>
        <p:cNvGrpSpPr/>
        <p:nvPr/>
      </p:nvGrpSpPr>
      <p:grpSpPr>
        <a:xfrm>
          <a:off x="0" y="0"/>
          <a:ext cx="0" cy="0"/>
        </a:xfrm>
      </p:grpSpPr>
      <p:pic>
        <p:nvPicPr>
          <p:cNvPr id="122" name="Google Shape;122;p1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16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24" name="Google Shape;124;p16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25" name="Google Shape;125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16"/>
          <p:cNvSpPr txBox="1"/>
          <p:nvPr/>
        </p:nvSpPr>
        <p:spPr>
          <a:xfrm rot="-5400000">
            <a:off x="-595236" y="9057311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27" name="Google Shape;127;p16"/>
          <p:cNvCxnSpPr/>
          <p:nvPr/>
        </p:nvCxnSpPr>
        <p:spPr>
          <a:xfrm rot="-5400000">
            <a:off x="-192111" y="8904711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28" name="Google Shape;128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6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1 Landscape middle page">
  <p:cSld name="SECTION_HEADER_1_1_1_1_1_1_1_1_1_1_1_2_1_1_1_1_1_1_1_1_1_1_1">
    <p:bg>
      <p:bgPr>
        <a:solidFill>
          <a:schemeClr val="lt1"/>
        </a:solidFill>
      </p:bgPr>
    </p:bg>
    <p:spTree>
      <p:nvGrpSpPr>
        <p:cNvPr id="130" name="Shape 130"/>
        <p:cNvGrpSpPr/>
        <p:nvPr/>
      </p:nvGrpSpPr>
      <p:grpSpPr>
        <a:xfrm>
          <a:off x="0" y="0"/>
          <a:ext cx="0" cy="0"/>
        </a:xfrm>
      </p:grpSpPr>
      <p:pic>
        <p:nvPicPr>
          <p:cNvPr id="131" name="Google Shape;131;p17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7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3" name="Google Shape;133;p17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4" name="Google Shape;134;p17"/>
          <p:cNvSpPr txBox="1"/>
          <p:nvPr>
            <p:ph type="subTitle" idx="1"/>
          </p:nvPr>
        </p:nvSpPr>
        <p:spPr>
          <a:xfrm rot="-5400000">
            <a:off x="-3976225" y="5682150"/>
            <a:ext cx="9096900" cy="2028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2 Landscape last page">
  <p:cSld name="SECTION_HEADER_1_1_1_1_1_1_1_1_1_1_1_2_1_1_1_1_1_1_1_1_1_1_1_1">
    <p:bg>
      <p:bgPr>
        <a:solidFill>
          <a:schemeClr val="lt1"/>
        </a:solid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</a:xfrm>
      </p:grpSpPr>
      <p:pic>
        <p:nvPicPr>
          <p:cNvPr id="136" name="Google Shape;136;p1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18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8" name="Google Shape;138;p18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9" name="Google Shape;139;p18"/>
          <p:cNvSpPr txBox="1"/>
          <p:nvPr>
            <p:ph type="subTitle" idx="1"/>
          </p:nvPr>
        </p:nvSpPr>
        <p:spPr>
          <a:xfrm rot="-5400000">
            <a:off x="-3976225" y="5682150"/>
            <a:ext cx="9096900" cy="2028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140" name="Google Shape;140;p18"/>
          <p:cNvSpPr txBox="1"/>
          <p:nvPr>
            <p:ph type="subTitle" idx="2"/>
          </p:nvPr>
        </p:nvSpPr>
        <p:spPr>
          <a:xfrm rot="-5400000">
            <a:off x="5488475" y="5406175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41" name="Google Shape;141;p18"/>
          <p:cNvSpPr txBox="1"/>
          <p:nvPr/>
        </p:nvSpPr>
        <p:spPr>
          <a:xfrm rot="-5400000">
            <a:off x="3494675" y="6716250"/>
            <a:ext cx="70704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" name="Google Shape;142;p18"/>
          <p:cNvSpPr txBox="1"/>
          <p:nvPr/>
        </p:nvSpPr>
        <p:spPr>
          <a:xfrm rot="-5400000">
            <a:off x="4814975" y="8214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5.0 Landscape single page worksheet">
  <p:cSld name="SECTION_HEADER_1_1_1_1_1_1_1_1_1_1_1_2_1_1_1_1_1_1_1_1_1_1_2">
    <p:bg>
      <p:bgPr>
        <a:solidFill>
          <a:schemeClr val="lt1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</a:xfrm>
      </p:grpSpPr>
      <p:pic>
        <p:nvPicPr>
          <p:cNvPr id="144" name="Google Shape;144;p19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9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46" name="Google Shape;146;p19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47" name="Google Shape;147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9"/>
          <p:cNvSpPr txBox="1"/>
          <p:nvPr/>
        </p:nvSpPr>
        <p:spPr>
          <a:xfrm rot="-5400000">
            <a:off x="-595236" y="9057311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49" name="Google Shape;149;p19"/>
          <p:cNvCxnSpPr/>
          <p:nvPr/>
        </p:nvCxnSpPr>
        <p:spPr>
          <a:xfrm rot="-5400000">
            <a:off x="-192111" y="8904711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50" name="Google Shape;150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19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2" name="Google Shape;152;p19"/>
          <p:cNvSpPr txBox="1"/>
          <p:nvPr>
            <p:ph type="subTitle" idx="1"/>
          </p:nvPr>
        </p:nvSpPr>
        <p:spPr>
          <a:xfrm rot="-5400000">
            <a:off x="5488475" y="5406175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53" name="Google Shape;153;p19"/>
          <p:cNvSpPr txBox="1"/>
          <p:nvPr/>
        </p:nvSpPr>
        <p:spPr>
          <a:xfrm rot="-5400000">
            <a:off x="3494675" y="6716250"/>
            <a:ext cx="70704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4" name="Google Shape;154;p19"/>
          <p:cNvSpPr txBox="1"/>
          <p:nvPr/>
        </p:nvSpPr>
        <p:spPr>
          <a:xfrm rot="-5400000">
            <a:off x="4814975" y="8214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Masters/_rels/slideMaster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slideLayout" Target="../slideLayouts/slideLayout2.xml" /><Relationship Id="rId3" Type="http://schemas.openxmlformats.org/officeDocument/2006/relationships/slideLayout" Target="../slideLayouts/slideLayout3.xml" /><Relationship Id="rId4" Type="http://schemas.openxmlformats.org/officeDocument/2006/relationships/slideLayout" Target="../slideLayouts/slideLayout4.xml" /><Relationship Id="rId5" Type="http://schemas.openxmlformats.org/officeDocument/2006/relationships/slideLayout" Target="../slideLayouts/slideLayout5.xml" /><Relationship Id="rId6" Type="http://schemas.openxmlformats.org/officeDocument/2006/relationships/slideLayout" Target="../slideLayouts/slideLayout6.xml" /><Relationship Id="rId7" Type="http://schemas.openxmlformats.org/officeDocument/2006/relationships/slideLayout" Target="../slideLayouts/slideLayout7.xml" /><Relationship Id="rId8" Type="http://schemas.openxmlformats.org/officeDocument/2006/relationships/theme" Target="../theme/theme1.xml" /></Relationships>
</file>

<file path=ppt/slideMasters/_rels/slideMaster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 /><Relationship Id="rId10" Type="http://schemas.openxmlformats.org/officeDocument/2006/relationships/slideLayout" Target="../slideLayouts/slideLayout17.xml" /><Relationship Id="rId11" Type="http://schemas.openxmlformats.org/officeDocument/2006/relationships/theme" Target="../theme/theme2.xml" /><Relationship Id="rId2" Type="http://schemas.openxmlformats.org/officeDocument/2006/relationships/slideLayout" Target="../slideLayouts/slideLayout9.xml" /><Relationship Id="rId3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12.xml" /><Relationship Id="rId6" Type="http://schemas.openxmlformats.org/officeDocument/2006/relationships/slideLayout" Target="../slideLayouts/slideLayout13.xml" /><Relationship Id="rId7" Type="http://schemas.openxmlformats.org/officeDocument/2006/relationships/slideLayout" Target="../slideLayouts/slideLayout14.xml" /><Relationship Id="rId8" Type="http://schemas.openxmlformats.org/officeDocument/2006/relationships/slideLayout" Target="../slideLayouts/slideLayout15.xml" /><Relationship Id="rId9" Type="http://schemas.openxmlformats.org/officeDocument/2006/relationships/slideLayout" Target="../slideLayouts/slideLayout16.xml" /></Relationships>
</file>

<file path=ppt/slideMasters/slideMaster1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None/>
              <a:defRPr sz="2200" b="1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type="body" idx="1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800"/>
              <a:buFont typeface="Lexend"/>
              <a:buChar char="●"/>
              <a:defRPr sz="18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Kalam"/>
              <a:buChar char="■"/>
              <a:defRPr sz="1400" i="0" u="none" strike="noStrike" cap="non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0" marR="0" lvl="1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0" marR="0" lvl="2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0" marR="0" lvl="3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0" marR="0" lvl="4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0" marR="0" lvl="5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0" marR="0" lvl="6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0" marR="0" lvl="7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0" marR="0" lvl="8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0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  <p:transition/>
  <p:timing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lt1"/>
        </a:solidFill>
      </p:bgPr>
    </p:bg>
    <p:spTree>
      <p:nvGrpSpPr>
        <p:cNvPr id="62" name="Shape 62"/>
        <p:cNvGrpSpPr/>
        <p:nvPr/>
      </p:nvGrpSpPr>
      <p:grpSpPr>
        <a:xfrm>
          <a:off x="0" y="0"/>
          <a:ext cx="0" cy="0"/>
        </a:xfrm>
      </p:grpSpPr>
      <p:sp>
        <p:nvSpPr>
          <p:cNvPr id="63" name="Google Shape;63;p9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None/>
              <a:defRPr sz="2200" b="1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4" name="Google Shape;64;p9"/>
          <p:cNvSpPr txBox="1"/>
          <p:nvPr>
            <p:ph type="body" idx="1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800"/>
              <a:buFont typeface="Lexend"/>
              <a:buChar char="●"/>
              <a:defRPr sz="18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Kalam"/>
              <a:buChar char="■"/>
              <a:defRPr sz="1400" i="0" u="none" strike="noStrike" cap="non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65" name="Google Shape;65;p9"/>
          <p:cNvSpPr txBox="1"/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0" marR="0" lvl="1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0" marR="0" lvl="2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0" marR="0" lvl="3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0" marR="0" lvl="4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0" marR="0" lvl="5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0" marR="0" lvl="6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0" marR="0" lvl="7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0" marR="0" lvl="8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0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</p:sldLayoutIdLst>
  <p:transition/>
  <p:timing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notesSlide" Target="../notesSlides/notesSlide1.xml" /></Relationships>
</file>

<file path=ppt/slides/_rels/slide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1.xml" /><Relationship Id="rId2" Type="http://schemas.openxmlformats.org/officeDocument/2006/relationships/notesSlide" Target="../notesSlides/notesSlide2.xml" /></Relationships>
</file>

<file path=ppt/slides/slide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58" name="Shape 158"/>
        <p:cNvGrpSpPr/>
        <p:nvPr/>
      </p:nvGrpSpPr>
      <p:grpSpPr>
        <a:xfrm>
          <a:off x="0" y="0"/>
          <a:ext cx="0" cy="0"/>
        </a:xfrm>
      </p:grpSpPr>
      <p:sp>
        <p:nvSpPr>
          <p:cNvPr id="159" name="Google Shape;159;p20"/>
          <p:cNvSpPr txBox="1"/>
          <p:nvPr>
            <p:ph type="title"/>
          </p:nvPr>
        </p:nvSpPr>
        <p:spPr>
          <a:xfrm>
            <a:off x="468000" y="864000"/>
            <a:ext cx="6624000" cy="2772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Preparing to solve two step linear equations</a:t>
            </a:r>
            <a:endParaRPr/>
          </a:p>
        </p:txBody>
      </p:sp>
      <p:sp>
        <p:nvSpPr>
          <p:cNvPr id="160" name="Google Shape;160;p20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1</a:t>
            </a:fld>
            <a:endParaRPr/>
          </a:p>
        </p:txBody>
      </p:sp>
      <p:sp>
        <p:nvSpPr>
          <p:cNvPr id="161" name="Google Shape;161;p20"/>
          <p:cNvSpPr txBox="1"/>
          <p:nvPr/>
        </p:nvSpPr>
        <p:spPr>
          <a:xfrm>
            <a:off x="468000" y="1548514"/>
            <a:ext cx="6624000" cy="3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Task A: 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Using representations to solve a two step equation</a:t>
            </a:r>
            <a:endParaRPr sz="1700"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2" name="Google Shape;162;p20"/>
          <p:cNvSpPr txBox="1"/>
          <p:nvPr/>
        </p:nvSpPr>
        <p:spPr>
          <a:xfrm>
            <a:off x="467981" y="1937557"/>
            <a:ext cx="6505800" cy="3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304800" algn="l" rtl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200"/>
              <a:buFont typeface="Lexend"/>
              <a:buAutoNum type="arabi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Use the bar models to find a solution for 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in each question.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63" name="Google Shape;163;p20"/>
          <p:cNvCxnSpPr/>
          <p:nvPr/>
        </p:nvCxnSpPr>
        <p:spPr>
          <a:xfrm flipH="1">
            <a:off x="3752109" y="2298616"/>
            <a:ext cx="0" cy="28314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64" name="Google Shape;164;p20"/>
          <p:cNvCxnSpPr/>
          <p:nvPr/>
        </p:nvCxnSpPr>
        <p:spPr>
          <a:xfrm flipH="1">
            <a:off x="2065688" y="2298616"/>
            <a:ext cx="0" cy="28314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65" name="Google Shape;165;p20"/>
          <p:cNvSpPr/>
          <p:nvPr/>
        </p:nvSpPr>
        <p:spPr>
          <a:xfrm>
            <a:off x="467973" y="2664799"/>
            <a:ext cx="305100" cy="2139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i="1">
                <a:latin typeface="Times"/>
                <a:ea typeface="Times"/>
                <a:cs typeface="Times"/>
                <a:sym typeface="Times"/>
              </a:rPr>
              <a:t>x</a:t>
            </a:r>
            <a:endParaRPr i="1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66" name="Google Shape;166;p20"/>
          <p:cNvSpPr/>
          <p:nvPr/>
        </p:nvSpPr>
        <p:spPr>
          <a:xfrm>
            <a:off x="771401" y="2664799"/>
            <a:ext cx="305100" cy="2139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i="1">
                <a:latin typeface="Times"/>
                <a:ea typeface="Times"/>
                <a:cs typeface="Times"/>
                <a:sym typeface="Times"/>
              </a:rPr>
              <a:t>x</a:t>
            </a:r>
            <a:endParaRPr i="1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67" name="Google Shape;167;p20"/>
          <p:cNvSpPr/>
          <p:nvPr/>
        </p:nvSpPr>
        <p:spPr>
          <a:xfrm>
            <a:off x="1079111" y="2664799"/>
            <a:ext cx="305100" cy="2139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i="1">
                <a:latin typeface="Times"/>
                <a:ea typeface="Times"/>
                <a:cs typeface="Times"/>
                <a:sym typeface="Times"/>
              </a:rPr>
              <a:t>x</a:t>
            </a:r>
            <a:endParaRPr i="1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68" name="Google Shape;168;p20"/>
          <p:cNvSpPr/>
          <p:nvPr/>
        </p:nvSpPr>
        <p:spPr>
          <a:xfrm>
            <a:off x="467973" y="2878745"/>
            <a:ext cx="1433700" cy="2139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latin typeface="Times"/>
                <a:ea typeface="Times"/>
                <a:cs typeface="Times"/>
                <a:sym typeface="Times"/>
              </a:rPr>
              <a:t>35</a:t>
            </a:r>
            <a:endParaRPr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69" name="Google Shape;169;p20"/>
          <p:cNvSpPr/>
          <p:nvPr/>
        </p:nvSpPr>
        <p:spPr>
          <a:xfrm>
            <a:off x="1386815" y="2664799"/>
            <a:ext cx="305100" cy="2139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i="1">
                <a:latin typeface="Times"/>
                <a:ea typeface="Times"/>
                <a:cs typeface="Times"/>
                <a:sym typeface="Times"/>
              </a:rPr>
              <a:t>x</a:t>
            </a:r>
            <a:endParaRPr i="1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70" name="Google Shape;170;p20"/>
          <p:cNvSpPr/>
          <p:nvPr/>
        </p:nvSpPr>
        <p:spPr>
          <a:xfrm>
            <a:off x="1690870" y="2664799"/>
            <a:ext cx="210900" cy="2139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latin typeface="Times"/>
                <a:ea typeface="Times"/>
                <a:cs typeface="Times"/>
                <a:sym typeface="Times"/>
              </a:rPr>
              <a:t>3</a:t>
            </a:r>
            <a:endParaRPr>
              <a:latin typeface="Times"/>
              <a:ea typeface="Times"/>
              <a:cs typeface="Times"/>
              <a:sym typeface="Times"/>
            </a:endParaRPr>
          </a:p>
        </p:txBody>
      </p:sp>
      <p:grpSp>
        <p:nvGrpSpPr>
          <p:cNvPr id="171" name="Google Shape;171;p20"/>
          <p:cNvGrpSpPr/>
          <p:nvPr/>
        </p:nvGrpSpPr>
        <p:grpSpPr>
          <a:xfrm>
            <a:off x="467981" y="3343850"/>
            <a:ext cx="1224300" cy="428046"/>
            <a:chOff x="467981" y="3366373"/>
            <a:chExt cx="1224300" cy="428046"/>
          </a:xfrm>
        </p:grpSpPr>
        <p:sp>
          <p:nvSpPr>
            <p:cNvPr id="172" name="Google Shape;172;p20"/>
            <p:cNvSpPr/>
            <p:nvPr/>
          </p:nvSpPr>
          <p:spPr>
            <a:xfrm>
              <a:off x="467981" y="3366373"/>
              <a:ext cx="1224300" cy="213900"/>
            </a:xfrm>
            <a:prstGeom prst="rect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 i="1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173" name="Google Shape;173;p20"/>
            <p:cNvSpPr/>
            <p:nvPr/>
          </p:nvSpPr>
          <p:spPr>
            <a:xfrm>
              <a:off x="467981" y="3580318"/>
              <a:ext cx="1224300" cy="213900"/>
            </a:xfrm>
            <a:prstGeom prst="rect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174" name="Google Shape;174;p20"/>
            <p:cNvSpPr/>
            <p:nvPr/>
          </p:nvSpPr>
          <p:spPr>
            <a:xfrm>
              <a:off x="467986" y="3580463"/>
              <a:ext cx="1224274" cy="213957"/>
            </a:xfrm>
            <a:prstGeom prst="rect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Times"/>
                <a:ea typeface="Times"/>
                <a:cs typeface="Times"/>
                <a:sym typeface="Times"/>
              </a:endParaRPr>
            </a:p>
          </p:txBody>
        </p:sp>
      </p:grpSp>
      <p:sp>
        <p:nvSpPr>
          <p:cNvPr id="175" name="Google Shape;175;p20"/>
          <p:cNvSpPr/>
          <p:nvPr/>
        </p:nvSpPr>
        <p:spPr>
          <a:xfrm>
            <a:off x="467981" y="2304184"/>
            <a:ext cx="363900" cy="22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a)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6" name="Google Shape;176;p20"/>
          <p:cNvSpPr/>
          <p:nvPr/>
        </p:nvSpPr>
        <p:spPr>
          <a:xfrm>
            <a:off x="2151166" y="2664807"/>
            <a:ext cx="529800" cy="2139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i="1">
                <a:latin typeface="Times"/>
                <a:ea typeface="Times"/>
                <a:cs typeface="Times"/>
                <a:sym typeface="Times"/>
              </a:rPr>
              <a:t>x</a:t>
            </a:r>
            <a:endParaRPr i="1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77" name="Google Shape;177;p20"/>
          <p:cNvSpPr/>
          <p:nvPr/>
        </p:nvSpPr>
        <p:spPr>
          <a:xfrm>
            <a:off x="2151151" y="2878745"/>
            <a:ext cx="1433700" cy="2139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latin typeface="Times"/>
                <a:ea typeface="Times"/>
                <a:cs typeface="Times"/>
                <a:sym typeface="Times"/>
              </a:rPr>
              <a:t>72</a:t>
            </a:r>
            <a:endParaRPr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78" name="Google Shape;178;p20"/>
          <p:cNvSpPr/>
          <p:nvPr/>
        </p:nvSpPr>
        <p:spPr>
          <a:xfrm>
            <a:off x="3206828" y="2664807"/>
            <a:ext cx="378000" cy="2139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latin typeface="Times"/>
                <a:ea typeface="Times"/>
                <a:cs typeface="Times"/>
                <a:sym typeface="Times"/>
              </a:rPr>
              <a:t>22</a:t>
            </a:r>
            <a:endParaRPr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79" name="Google Shape;179;p20"/>
          <p:cNvSpPr/>
          <p:nvPr/>
        </p:nvSpPr>
        <p:spPr>
          <a:xfrm>
            <a:off x="2677065" y="2664807"/>
            <a:ext cx="529800" cy="2139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i="1">
                <a:latin typeface="Times"/>
                <a:ea typeface="Times"/>
                <a:cs typeface="Times"/>
                <a:sym typeface="Times"/>
              </a:rPr>
              <a:t>x</a:t>
            </a:r>
            <a:endParaRPr i="1">
              <a:latin typeface="Times"/>
              <a:ea typeface="Times"/>
              <a:cs typeface="Times"/>
              <a:sym typeface="Times"/>
            </a:endParaRPr>
          </a:p>
        </p:txBody>
      </p:sp>
      <p:grpSp>
        <p:nvGrpSpPr>
          <p:cNvPr id="180" name="Google Shape;180;p20"/>
          <p:cNvGrpSpPr/>
          <p:nvPr/>
        </p:nvGrpSpPr>
        <p:grpSpPr>
          <a:xfrm>
            <a:off x="2151157" y="3343850"/>
            <a:ext cx="1055727" cy="427837"/>
            <a:chOff x="2151157" y="3343850"/>
            <a:chExt cx="1055727" cy="427837"/>
          </a:xfrm>
        </p:grpSpPr>
        <p:sp>
          <p:nvSpPr>
            <p:cNvPr id="181" name="Google Shape;181;p20"/>
            <p:cNvSpPr/>
            <p:nvPr/>
          </p:nvSpPr>
          <p:spPr>
            <a:xfrm>
              <a:off x="2151184" y="3343850"/>
              <a:ext cx="1055700" cy="213900"/>
            </a:xfrm>
            <a:prstGeom prst="rect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 i="1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182" name="Google Shape;182;p20"/>
            <p:cNvSpPr/>
            <p:nvPr/>
          </p:nvSpPr>
          <p:spPr>
            <a:xfrm>
              <a:off x="2151157" y="3557787"/>
              <a:ext cx="1055700" cy="213900"/>
            </a:xfrm>
            <a:prstGeom prst="rect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Times"/>
                <a:ea typeface="Times"/>
                <a:cs typeface="Times"/>
                <a:sym typeface="Times"/>
              </a:endParaRPr>
            </a:p>
          </p:txBody>
        </p:sp>
      </p:grpSp>
      <p:sp>
        <p:nvSpPr>
          <p:cNvPr id="183" name="Google Shape;183;p20"/>
          <p:cNvSpPr/>
          <p:nvPr/>
        </p:nvSpPr>
        <p:spPr>
          <a:xfrm>
            <a:off x="3898382" y="2631392"/>
            <a:ext cx="1433700" cy="2139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latin typeface="Times"/>
                <a:ea typeface="Times"/>
                <a:cs typeface="Times"/>
                <a:sym typeface="Times"/>
              </a:rPr>
              <a:t>9</a:t>
            </a:r>
            <a:endParaRPr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84" name="Google Shape;184;p20"/>
          <p:cNvSpPr/>
          <p:nvPr/>
        </p:nvSpPr>
        <p:spPr>
          <a:xfrm>
            <a:off x="3898377" y="2845346"/>
            <a:ext cx="378000" cy="2139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latin typeface="Times"/>
                <a:ea typeface="Times"/>
                <a:cs typeface="Times"/>
                <a:sym typeface="Times"/>
              </a:rPr>
              <a:t>4</a:t>
            </a:r>
            <a:endParaRPr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85" name="Google Shape;185;p20"/>
          <p:cNvSpPr/>
          <p:nvPr/>
        </p:nvSpPr>
        <p:spPr>
          <a:xfrm>
            <a:off x="5121163" y="2845346"/>
            <a:ext cx="210900" cy="2139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i="1">
                <a:latin typeface="Times"/>
                <a:ea typeface="Times"/>
                <a:cs typeface="Times"/>
                <a:sym typeface="Times"/>
              </a:rPr>
              <a:t>x</a:t>
            </a:r>
            <a:endParaRPr i="1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86" name="Google Shape;186;p20"/>
          <p:cNvSpPr/>
          <p:nvPr/>
        </p:nvSpPr>
        <p:spPr>
          <a:xfrm>
            <a:off x="4908891" y="2845346"/>
            <a:ext cx="210900" cy="2139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i="1">
                <a:latin typeface="Times"/>
                <a:ea typeface="Times"/>
                <a:cs typeface="Times"/>
                <a:sym typeface="Times"/>
              </a:rPr>
              <a:t>x</a:t>
            </a:r>
            <a:endParaRPr i="1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87" name="Google Shape;187;p20"/>
          <p:cNvSpPr/>
          <p:nvPr/>
        </p:nvSpPr>
        <p:spPr>
          <a:xfrm>
            <a:off x="4699906" y="2845346"/>
            <a:ext cx="210900" cy="2139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i="1">
                <a:latin typeface="Times"/>
                <a:ea typeface="Times"/>
                <a:cs typeface="Times"/>
                <a:sym typeface="Times"/>
              </a:rPr>
              <a:t>x</a:t>
            </a:r>
            <a:endParaRPr i="1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88" name="Google Shape;188;p20"/>
          <p:cNvSpPr/>
          <p:nvPr/>
        </p:nvSpPr>
        <p:spPr>
          <a:xfrm>
            <a:off x="4487635" y="2845346"/>
            <a:ext cx="210900" cy="2139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i="1">
                <a:latin typeface="Times"/>
                <a:ea typeface="Times"/>
                <a:cs typeface="Times"/>
                <a:sym typeface="Times"/>
              </a:rPr>
              <a:t>x</a:t>
            </a:r>
            <a:endParaRPr i="1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89" name="Google Shape;189;p20"/>
          <p:cNvSpPr/>
          <p:nvPr/>
        </p:nvSpPr>
        <p:spPr>
          <a:xfrm>
            <a:off x="4278650" y="2845346"/>
            <a:ext cx="210900" cy="2139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i="1">
                <a:latin typeface="Times"/>
                <a:ea typeface="Times"/>
                <a:cs typeface="Times"/>
                <a:sym typeface="Times"/>
              </a:rPr>
              <a:t>x</a:t>
            </a:r>
            <a:endParaRPr i="1">
              <a:latin typeface="Times"/>
              <a:ea typeface="Times"/>
              <a:cs typeface="Times"/>
              <a:sym typeface="Times"/>
            </a:endParaRPr>
          </a:p>
        </p:txBody>
      </p:sp>
      <p:grpSp>
        <p:nvGrpSpPr>
          <p:cNvPr id="190" name="Google Shape;190;p20"/>
          <p:cNvGrpSpPr/>
          <p:nvPr/>
        </p:nvGrpSpPr>
        <p:grpSpPr>
          <a:xfrm>
            <a:off x="4276278" y="3343850"/>
            <a:ext cx="1058072" cy="427844"/>
            <a:chOff x="4276278" y="3353556"/>
            <a:chExt cx="1058072" cy="427844"/>
          </a:xfrm>
        </p:grpSpPr>
        <p:sp>
          <p:nvSpPr>
            <p:cNvPr id="191" name="Google Shape;191;p20"/>
            <p:cNvSpPr/>
            <p:nvPr/>
          </p:nvSpPr>
          <p:spPr>
            <a:xfrm>
              <a:off x="4276278" y="3353556"/>
              <a:ext cx="1055700" cy="213900"/>
            </a:xfrm>
            <a:prstGeom prst="rect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192" name="Google Shape;192;p20"/>
            <p:cNvSpPr/>
            <p:nvPr/>
          </p:nvSpPr>
          <p:spPr>
            <a:xfrm>
              <a:off x="4278650" y="3567500"/>
              <a:ext cx="1055700" cy="213900"/>
            </a:xfrm>
            <a:prstGeom prst="rect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 i="1">
                <a:latin typeface="Times"/>
                <a:ea typeface="Times"/>
                <a:cs typeface="Times"/>
                <a:sym typeface="Times"/>
              </a:endParaRPr>
            </a:p>
          </p:txBody>
        </p:sp>
      </p:grpSp>
      <p:sp>
        <p:nvSpPr>
          <p:cNvPr id="193" name="Google Shape;193;p20"/>
          <p:cNvSpPr/>
          <p:nvPr/>
        </p:nvSpPr>
        <p:spPr>
          <a:xfrm>
            <a:off x="2158159" y="2304184"/>
            <a:ext cx="363900" cy="22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b)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4" name="Google Shape;194;p20"/>
          <p:cNvSpPr/>
          <p:nvPr/>
        </p:nvSpPr>
        <p:spPr>
          <a:xfrm>
            <a:off x="3905506" y="2304184"/>
            <a:ext cx="363900" cy="22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c)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5" name="Google Shape;195;p20"/>
          <p:cNvSpPr txBox="1"/>
          <p:nvPr/>
        </p:nvSpPr>
        <p:spPr>
          <a:xfrm>
            <a:off x="490798" y="5549616"/>
            <a:ext cx="6522600" cy="38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 Match each bar model to an equation in the form 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ax + b = c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6" name="Google Shape;196;p20"/>
          <p:cNvSpPr txBox="1"/>
          <p:nvPr/>
        </p:nvSpPr>
        <p:spPr>
          <a:xfrm>
            <a:off x="5733444" y="6072923"/>
            <a:ext cx="1356900" cy="34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6</a:t>
            </a:r>
            <a:r>
              <a:rPr lang="en-GB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 +</a:t>
            </a:r>
            <a:r>
              <a:rPr lang="en-GB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15</a:t>
            </a:r>
            <a:r>
              <a:rPr lang="en-GB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= </a:t>
            </a:r>
            <a:r>
              <a:rPr lang="en-GB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30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7" name="Google Shape;197;p20"/>
          <p:cNvSpPr txBox="1"/>
          <p:nvPr/>
        </p:nvSpPr>
        <p:spPr>
          <a:xfrm>
            <a:off x="5733444" y="6582555"/>
            <a:ext cx="1356900" cy="34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5</a:t>
            </a:r>
            <a:r>
              <a:rPr lang="en-GB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 +</a:t>
            </a:r>
            <a:r>
              <a:rPr lang="en-GB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5</a:t>
            </a:r>
            <a:r>
              <a:rPr lang="en-GB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= </a:t>
            </a:r>
            <a:r>
              <a:rPr lang="en-GB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30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8" name="Google Shape;198;p20"/>
          <p:cNvSpPr txBox="1"/>
          <p:nvPr/>
        </p:nvSpPr>
        <p:spPr>
          <a:xfrm>
            <a:off x="5733444" y="7092187"/>
            <a:ext cx="1356900" cy="34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6</a:t>
            </a:r>
            <a:r>
              <a:rPr lang="en-GB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 +</a:t>
            </a:r>
            <a:r>
              <a:rPr lang="en-GB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8</a:t>
            </a:r>
            <a:r>
              <a:rPr lang="en-GB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= </a:t>
            </a:r>
            <a:r>
              <a:rPr lang="en-GB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30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9" name="Google Shape;199;p20"/>
          <p:cNvSpPr txBox="1"/>
          <p:nvPr/>
        </p:nvSpPr>
        <p:spPr>
          <a:xfrm>
            <a:off x="5733444" y="7601819"/>
            <a:ext cx="1356900" cy="34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4</a:t>
            </a:r>
            <a:r>
              <a:rPr lang="en-GB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 +</a:t>
            </a:r>
            <a:r>
              <a:rPr lang="en-GB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16</a:t>
            </a:r>
            <a:r>
              <a:rPr lang="en-GB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= </a:t>
            </a:r>
            <a:r>
              <a:rPr lang="en-GB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50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0" name="Google Shape;200;p20"/>
          <p:cNvSpPr txBox="1"/>
          <p:nvPr/>
        </p:nvSpPr>
        <p:spPr>
          <a:xfrm>
            <a:off x="5733444" y="8111451"/>
            <a:ext cx="1356900" cy="34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4</a:t>
            </a:r>
            <a:r>
              <a:rPr lang="en-GB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 +</a:t>
            </a:r>
            <a:r>
              <a:rPr lang="en-GB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17</a:t>
            </a:r>
            <a:r>
              <a:rPr lang="en-GB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= </a:t>
            </a:r>
            <a:r>
              <a:rPr lang="en-GB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50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1" name="Google Shape;201;p20"/>
          <p:cNvSpPr txBox="1"/>
          <p:nvPr/>
        </p:nvSpPr>
        <p:spPr>
          <a:xfrm>
            <a:off x="5733444" y="8621083"/>
            <a:ext cx="1356900" cy="34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6</a:t>
            </a:r>
            <a:r>
              <a:rPr lang="en-GB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 +</a:t>
            </a:r>
            <a:r>
              <a:rPr lang="en-GB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8</a:t>
            </a:r>
            <a:r>
              <a:rPr lang="en-GB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= </a:t>
            </a:r>
            <a:r>
              <a:rPr lang="en-GB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50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2" name="Google Shape;202;p20"/>
          <p:cNvSpPr/>
          <p:nvPr/>
        </p:nvSpPr>
        <p:spPr>
          <a:xfrm>
            <a:off x="1434117" y="6284850"/>
            <a:ext cx="837900" cy="2145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latin typeface="Times"/>
                <a:ea typeface="Times"/>
                <a:cs typeface="Times"/>
                <a:sym typeface="Times"/>
              </a:rPr>
              <a:t>20</a:t>
            </a:r>
            <a:endParaRPr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03" name="Google Shape;203;p20"/>
          <p:cNvSpPr/>
          <p:nvPr/>
        </p:nvSpPr>
        <p:spPr>
          <a:xfrm>
            <a:off x="833368" y="6284850"/>
            <a:ext cx="598200" cy="2145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latin typeface="Times"/>
                <a:ea typeface="Times"/>
                <a:cs typeface="Times"/>
                <a:sym typeface="Times"/>
              </a:rPr>
              <a:t>15</a:t>
            </a:r>
            <a:endParaRPr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04" name="Google Shape;204;p20"/>
          <p:cNvSpPr/>
          <p:nvPr/>
        </p:nvSpPr>
        <p:spPr>
          <a:xfrm>
            <a:off x="3502127" y="6284853"/>
            <a:ext cx="2029500" cy="2145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latin typeface="Times"/>
                <a:ea typeface="Times"/>
                <a:cs typeface="Times"/>
                <a:sym typeface="Times"/>
              </a:rPr>
              <a:t>30</a:t>
            </a:r>
            <a:endParaRPr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05" name="Google Shape;205;p20"/>
          <p:cNvSpPr/>
          <p:nvPr/>
        </p:nvSpPr>
        <p:spPr>
          <a:xfrm>
            <a:off x="3502125" y="6067992"/>
            <a:ext cx="199500" cy="2145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i="1">
                <a:latin typeface="Times"/>
                <a:ea typeface="Times"/>
                <a:cs typeface="Times"/>
                <a:sym typeface="Times"/>
              </a:rPr>
              <a:t>x</a:t>
            </a:r>
            <a:endParaRPr i="1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06" name="Google Shape;206;p20"/>
          <p:cNvSpPr/>
          <p:nvPr/>
        </p:nvSpPr>
        <p:spPr>
          <a:xfrm>
            <a:off x="3901230" y="6067992"/>
            <a:ext cx="277200" cy="2145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latin typeface="Times"/>
                <a:ea typeface="Times"/>
                <a:cs typeface="Times"/>
                <a:sym typeface="Times"/>
              </a:rPr>
              <a:t>5</a:t>
            </a:r>
            <a:endParaRPr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07" name="Google Shape;207;p20"/>
          <p:cNvSpPr/>
          <p:nvPr/>
        </p:nvSpPr>
        <p:spPr>
          <a:xfrm>
            <a:off x="3703496" y="6067992"/>
            <a:ext cx="199500" cy="2145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i="1">
                <a:latin typeface="Times"/>
                <a:ea typeface="Times"/>
                <a:cs typeface="Times"/>
                <a:sym typeface="Times"/>
              </a:rPr>
              <a:t>x</a:t>
            </a:r>
            <a:endParaRPr i="1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08" name="Google Shape;208;p20"/>
          <p:cNvSpPr/>
          <p:nvPr/>
        </p:nvSpPr>
        <p:spPr>
          <a:xfrm>
            <a:off x="4178772" y="6067992"/>
            <a:ext cx="199500" cy="2145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i="1">
                <a:latin typeface="Times"/>
                <a:ea typeface="Times"/>
                <a:cs typeface="Times"/>
                <a:sym typeface="Times"/>
              </a:rPr>
              <a:t>x</a:t>
            </a:r>
            <a:endParaRPr i="1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09" name="Google Shape;209;p20"/>
          <p:cNvSpPr/>
          <p:nvPr/>
        </p:nvSpPr>
        <p:spPr>
          <a:xfrm>
            <a:off x="4577876" y="6067992"/>
            <a:ext cx="277200" cy="2145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latin typeface="Times"/>
                <a:ea typeface="Times"/>
                <a:cs typeface="Times"/>
                <a:sym typeface="Times"/>
              </a:rPr>
              <a:t>5</a:t>
            </a:r>
            <a:endParaRPr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10" name="Google Shape;210;p20"/>
          <p:cNvSpPr/>
          <p:nvPr/>
        </p:nvSpPr>
        <p:spPr>
          <a:xfrm>
            <a:off x="4380142" y="6067992"/>
            <a:ext cx="199500" cy="2145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i="1">
                <a:latin typeface="Times"/>
                <a:ea typeface="Times"/>
                <a:cs typeface="Times"/>
                <a:sym typeface="Times"/>
              </a:rPr>
              <a:t>x</a:t>
            </a:r>
            <a:endParaRPr i="1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11" name="Google Shape;211;p20"/>
          <p:cNvSpPr/>
          <p:nvPr/>
        </p:nvSpPr>
        <p:spPr>
          <a:xfrm>
            <a:off x="4855419" y="6067992"/>
            <a:ext cx="199500" cy="2145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i="1">
                <a:latin typeface="Times"/>
                <a:ea typeface="Times"/>
                <a:cs typeface="Times"/>
                <a:sym typeface="Times"/>
              </a:rPr>
              <a:t>x</a:t>
            </a:r>
            <a:endParaRPr i="1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12" name="Google Shape;212;p20"/>
          <p:cNvSpPr/>
          <p:nvPr/>
        </p:nvSpPr>
        <p:spPr>
          <a:xfrm>
            <a:off x="5056789" y="6067992"/>
            <a:ext cx="199500" cy="2145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i="1">
                <a:latin typeface="Times"/>
                <a:ea typeface="Times"/>
                <a:cs typeface="Times"/>
                <a:sym typeface="Times"/>
              </a:rPr>
              <a:t>x</a:t>
            </a:r>
            <a:endParaRPr i="1">
              <a:latin typeface="Times"/>
              <a:ea typeface="Times"/>
              <a:cs typeface="Times"/>
              <a:sym typeface="Times"/>
            </a:endParaRPr>
          </a:p>
        </p:txBody>
      </p:sp>
      <p:grpSp>
        <p:nvGrpSpPr>
          <p:cNvPr id="213" name="Google Shape;213;p20"/>
          <p:cNvGrpSpPr/>
          <p:nvPr/>
        </p:nvGrpSpPr>
        <p:grpSpPr>
          <a:xfrm>
            <a:off x="833362" y="6067975"/>
            <a:ext cx="2039212" cy="214499"/>
            <a:chOff x="478566" y="1430200"/>
            <a:chExt cx="2575413" cy="270900"/>
          </a:xfrm>
        </p:grpSpPr>
        <p:sp>
          <p:nvSpPr>
            <p:cNvPr id="214" name="Google Shape;214;p20"/>
            <p:cNvSpPr/>
            <p:nvPr/>
          </p:nvSpPr>
          <p:spPr>
            <a:xfrm>
              <a:off x="1180850" y="1430200"/>
              <a:ext cx="975300" cy="270900"/>
            </a:xfrm>
            <a:prstGeom prst="rect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>
                  <a:latin typeface="Times"/>
                  <a:ea typeface="Times"/>
                  <a:cs typeface="Times"/>
                  <a:sym typeface="Times"/>
                </a:rPr>
                <a:t>16</a:t>
              </a:r>
              <a:endParaRPr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215" name="Google Shape;215;p20"/>
            <p:cNvSpPr/>
            <p:nvPr/>
          </p:nvSpPr>
          <p:spPr>
            <a:xfrm>
              <a:off x="2855379" y="1430200"/>
              <a:ext cx="198600" cy="270900"/>
            </a:xfrm>
            <a:prstGeom prst="rect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>
                  <a:latin typeface="Times"/>
                  <a:ea typeface="Times"/>
                  <a:cs typeface="Times"/>
                  <a:sym typeface="Times"/>
                </a:rPr>
                <a:t>1</a:t>
              </a:r>
              <a:endParaRPr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216" name="Google Shape;216;p20"/>
            <p:cNvSpPr/>
            <p:nvPr/>
          </p:nvSpPr>
          <p:spPr>
            <a:xfrm>
              <a:off x="2508462" y="1430200"/>
              <a:ext cx="350100" cy="270900"/>
            </a:xfrm>
            <a:prstGeom prst="rect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i="1">
                  <a:latin typeface="Times"/>
                  <a:ea typeface="Times"/>
                  <a:cs typeface="Times"/>
                  <a:sym typeface="Times"/>
                </a:rPr>
                <a:t>x</a:t>
              </a:r>
              <a:endParaRPr i="1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217" name="Google Shape;217;p20"/>
            <p:cNvSpPr/>
            <p:nvPr/>
          </p:nvSpPr>
          <p:spPr>
            <a:xfrm>
              <a:off x="2156278" y="1430200"/>
              <a:ext cx="350100" cy="270900"/>
            </a:xfrm>
            <a:prstGeom prst="rect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i="1">
                  <a:latin typeface="Times"/>
                  <a:ea typeface="Times"/>
                  <a:cs typeface="Times"/>
                  <a:sym typeface="Times"/>
                </a:rPr>
                <a:t>x</a:t>
              </a:r>
              <a:endParaRPr i="1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218" name="Google Shape;218;p20"/>
            <p:cNvSpPr/>
            <p:nvPr/>
          </p:nvSpPr>
          <p:spPr>
            <a:xfrm>
              <a:off x="830751" y="1430200"/>
              <a:ext cx="350100" cy="270900"/>
            </a:xfrm>
            <a:prstGeom prst="rect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i="1">
                  <a:latin typeface="Times"/>
                  <a:ea typeface="Times"/>
                  <a:cs typeface="Times"/>
                  <a:sym typeface="Times"/>
                </a:rPr>
                <a:t>x</a:t>
              </a:r>
              <a:endParaRPr i="1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219" name="Google Shape;219;p20"/>
            <p:cNvSpPr/>
            <p:nvPr/>
          </p:nvSpPr>
          <p:spPr>
            <a:xfrm>
              <a:off x="478566" y="1430200"/>
              <a:ext cx="350100" cy="270900"/>
            </a:xfrm>
            <a:prstGeom prst="rect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i="1">
                  <a:latin typeface="Times"/>
                  <a:ea typeface="Times"/>
                  <a:cs typeface="Times"/>
                  <a:sym typeface="Times"/>
                </a:rPr>
                <a:t>x</a:t>
              </a:r>
              <a:endParaRPr i="1">
                <a:latin typeface="Times"/>
                <a:ea typeface="Times"/>
                <a:cs typeface="Times"/>
                <a:sym typeface="Times"/>
              </a:endParaRPr>
            </a:p>
          </p:txBody>
        </p:sp>
      </p:grpSp>
      <p:sp>
        <p:nvSpPr>
          <p:cNvPr id="220" name="Google Shape;220;p20"/>
          <p:cNvSpPr/>
          <p:nvPr/>
        </p:nvSpPr>
        <p:spPr>
          <a:xfrm>
            <a:off x="833366" y="7417343"/>
            <a:ext cx="2039400" cy="2145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latin typeface="Times"/>
                <a:ea typeface="Times"/>
                <a:cs typeface="Times"/>
                <a:sym typeface="Times"/>
              </a:rPr>
              <a:t>30</a:t>
            </a:r>
            <a:endParaRPr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21" name="Google Shape;221;p20"/>
          <p:cNvSpPr/>
          <p:nvPr/>
        </p:nvSpPr>
        <p:spPr>
          <a:xfrm>
            <a:off x="2122092" y="7199159"/>
            <a:ext cx="179400" cy="2145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latin typeface="Times"/>
                <a:ea typeface="Times"/>
                <a:cs typeface="Times"/>
                <a:sym typeface="Times"/>
              </a:rPr>
              <a:t>2</a:t>
            </a:r>
            <a:endParaRPr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22" name="Google Shape;222;p20"/>
          <p:cNvSpPr/>
          <p:nvPr/>
        </p:nvSpPr>
        <p:spPr>
          <a:xfrm>
            <a:off x="833645" y="7199159"/>
            <a:ext cx="322200" cy="2145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i="1">
                <a:latin typeface="Times"/>
                <a:ea typeface="Times"/>
                <a:cs typeface="Times"/>
                <a:sym typeface="Times"/>
              </a:rPr>
              <a:t>x</a:t>
            </a:r>
            <a:endParaRPr i="1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23" name="Google Shape;223;p20"/>
          <p:cNvSpPr/>
          <p:nvPr/>
        </p:nvSpPr>
        <p:spPr>
          <a:xfrm>
            <a:off x="1155757" y="7199159"/>
            <a:ext cx="322200" cy="2145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i="1">
                <a:latin typeface="Times"/>
                <a:ea typeface="Times"/>
                <a:cs typeface="Times"/>
                <a:sym typeface="Times"/>
              </a:rPr>
              <a:t>x</a:t>
            </a:r>
            <a:endParaRPr i="1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24" name="Google Shape;224;p20"/>
          <p:cNvSpPr/>
          <p:nvPr/>
        </p:nvSpPr>
        <p:spPr>
          <a:xfrm>
            <a:off x="1477869" y="7199159"/>
            <a:ext cx="322200" cy="2145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i="1">
                <a:latin typeface="Times"/>
                <a:ea typeface="Times"/>
                <a:cs typeface="Times"/>
                <a:sym typeface="Times"/>
              </a:rPr>
              <a:t>x</a:t>
            </a:r>
            <a:endParaRPr i="1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25" name="Google Shape;225;p20"/>
          <p:cNvSpPr/>
          <p:nvPr/>
        </p:nvSpPr>
        <p:spPr>
          <a:xfrm>
            <a:off x="1799980" y="7199159"/>
            <a:ext cx="322200" cy="2145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i="1">
                <a:latin typeface="Times"/>
                <a:ea typeface="Times"/>
                <a:cs typeface="Times"/>
                <a:sym typeface="Times"/>
              </a:rPr>
              <a:t>x</a:t>
            </a:r>
            <a:endParaRPr i="1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26" name="Google Shape;226;p20"/>
          <p:cNvSpPr/>
          <p:nvPr/>
        </p:nvSpPr>
        <p:spPr>
          <a:xfrm>
            <a:off x="2301518" y="7199159"/>
            <a:ext cx="322200" cy="2145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i="1">
                <a:latin typeface="Times"/>
                <a:ea typeface="Times"/>
                <a:cs typeface="Times"/>
                <a:sym typeface="Times"/>
              </a:rPr>
              <a:t>x</a:t>
            </a:r>
            <a:endParaRPr i="1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27" name="Google Shape;227;p20"/>
          <p:cNvSpPr/>
          <p:nvPr/>
        </p:nvSpPr>
        <p:spPr>
          <a:xfrm>
            <a:off x="2623629" y="7199159"/>
            <a:ext cx="249300" cy="2145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latin typeface="Times"/>
                <a:ea typeface="Times"/>
                <a:cs typeface="Times"/>
                <a:sym typeface="Times"/>
              </a:rPr>
              <a:t>3</a:t>
            </a:r>
            <a:endParaRPr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28" name="Google Shape;228;p20"/>
          <p:cNvSpPr/>
          <p:nvPr/>
        </p:nvSpPr>
        <p:spPr>
          <a:xfrm>
            <a:off x="2271936" y="6284850"/>
            <a:ext cx="598200" cy="2145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latin typeface="Times"/>
                <a:ea typeface="Times"/>
                <a:cs typeface="Times"/>
                <a:sym typeface="Times"/>
              </a:rPr>
              <a:t>15</a:t>
            </a:r>
            <a:endParaRPr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29" name="Google Shape;229;p20"/>
          <p:cNvSpPr/>
          <p:nvPr/>
        </p:nvSpPr>
        <p:spPr>
          <a:xfrm>
            <a:off x="3497474" y="7194131"/>
            <a:ext cx="200400" cy="2145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i="1">
                <a:latin typeface="Times"/>
                <a:ea typeface="Times"/>
                <a:cs typeface="Times"/>
                <a:sym typeface="Times"/>
              </a:rPr>
              <a:t>x</a:t>
            </a:r>
            <a:endParaRPr i="1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30" name="Google Shape;230;p20"/>
          <p:cNvSpPr/>
          <p:nvPr/>
        </p:nvSpPr>
        <p:spPr>
          <a:xfrm>
            <a:off x="3695431" y="7194131"/>
            <a:ext cx="114000" cy="2145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latin typeface="Times"/>
                <a:ea typeface="Times"/>
                <a:cs typeface="Times"/>
                <a:sym typeface="Times"/>
              </a:rPr>
              <a:t>1</a:t>
            </a:r>
            <a:endParaRPr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31" name="Google Shape;231;p20"/>
          <p:cNvSpPr/>
          <p:nvPr/>
        </p:nvSpPr>
        <p:spPr>
          <a:xfrm>
            <a:off x="3807830" y="7194131"/>
            <a:ext cx="200400" cy="2145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i="1">
                <a:latin typeface="Times"/>
                <a:ea typeface="Times"/>
                <a:cs typeface="Times"/>
                <a:sym typeface="Times"/>
              </a:rPr>
              <a:t>x</a:t>
            </a:r>
            <a:endParaRPr i="1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32" name="Google Shape;232;p20"/>
          <p:cNvSpPr/>
          <p:nvPr/>
        </p:nvSpPr>
        <p:spPr>
          <a:xfrm>
            <a:off x="4005787" y="7194131"/>
            <a:ext cx="114000" cy="2145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latin typeface="Times"/>
                <a:ea typeface="Times"/>
                <a:cs typeface="Times"/>
                <a:sym typeface="Times"/>
              </a:rPr>
              <a:t>1</a:t>
            </a:r>
            <a:endParaRPr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33" name="Google Shape;233;p20"/>
          <p:cNvSpPr/>
          <p:nvPr/>
        </p:nvSpPr>
        <p:spPr>
          <a:xfrm>
            <a:off x="4118181" y="7194131"/>
            <a:ext cx="200400" cy="2145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i="1">
                <a:latin typeface="Times"/>
                <a:ea typeface="Times"/>
                <a:cs typeface="Times"/>
                <a:sym typeface="Times"/>
              </a:rPr>
              <a:t>x</a:t>
            </a:r>
            <a:endParaRPr i="1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34" name="Google Shape;234;p20"/>
          <p:cNvSpPr/>
          <p:nvPr/>
        </p:nvSpPr>
        <p:spPr>
          <a:xfrm>
            <a:off x="4316138" y="7194131"/>
            <a:ext cx="114000" cy="2145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latin typeface="Times"/>
                <a:ea typeface="Times"/>
                <a:cs typeface="Times"/>
                <a:sym typeface="Times"/>
              </a:rPr>
              <a:t>1</a:t>
            </a:r>
            <a:endParaRPr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35" name="Google Shape;235;p20"/>
          <p:cNvSpPr/>
          <p:nvPr/>
        </p:nvSpPr>
        <p:spPr>
          <a:xfrm>
            <a:off x="4428537" y="7194131"/>
            <a:ext cx="200400" cy="2145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i="1">
                <a:latin typeface="Times"/>
                <a:ea typeface="Times"/>
                <a:cs typeface="Times"/>
                <a:sym typeface="Times"/>
              </a:rPr>
              <a:t>x</a:t>
            </a:r>
            <a:endParaRPr i="1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36" name="Google Shape;236;p20"/>
          <p:cNvSpPr/>
          <p:nvPr/>
        </p:nvSpPr>
        <p:spPr>
          <a:xfrm>
            <a:off x="4626494" y="7194131"/>
            <a:ext cx="114000" cy="2145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latin typeface="Times"/>
                <a:ea typeface="Times"/>
                <a:cs typeface="Times"/>
                <a:sym typeface="Times"/>
              </a:rPr>
              <a:t>1</a:t>
            </a:r>
            <a:endParaRPr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37" name="Google Shape;237;p20"/>
          <p:cNvSpPr/>
          <p:nvPr/>
        </p:nvSpPr>
        <p:spPr>
          <a:xfrm>
            <a:off x="4738891" y="7194131"/>
            <a:ext cx="200400" cy="2145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i="1">
                <a:latin typeface="Times"/>
                <a:ea typeface="Times"/>
                <a:cs typeface="Times"/>
                <a:sym typeface="Times"/>
              </a:rPr>
              <a:t>x</a:t>
            </a:r>
            <a:endParaRPr i="1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38" name="Google Shape;238;p20"/>
          <p:cNvSpPr/>
          <p:nvPr/>
        </p:nvSpPr>
        <p:spPr>
          <a:xfrm>
            <a:off x="4936851" y="7194131"/>
            <a:ext cx="201000" cy="2145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latin typeface="Times"/>
                <a:ea typeface="Times"/>
                <a:cs typeface="Times"/>
                <a:sym typeface="Times"/>
              </a:rPr>
              <a:t>2</a:t>
            </a:r>
            <a:endParaRPr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39" name="Google Shape;239;p20"/>
          <p:cNvSpPr/>
          <p:nvPr/>
        </p:nvSpPr>
        <p:spPr>
          <a:xfrm>
            <a:off x="3497474" y="7411642"/>
            <a:ext cx="766800" cy="2145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latin typeface="Times"/>
                <a:ea typeface="Times"/>
                <a:cs typeface="Times"/>
                <a:sym typeface="Times"/>
              </a:rPr>
              <a:t>20</a:t>
            </a:r>
            <a:endParaRPr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40" name="Google Shape;240;p20"/>
          <p:cNvSpPr/>
          <p:nvPr/>
        </p:nvSpPr>
        <p:spPr>
          <a:xfrm>
            <a:off x="5031059" y="7411642"/>
            <a:ext cx="505800" cy="2145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latin typeface="Times"/>
                <a:ea typeface="Times"/>
                <a:cs typeface="Times"/>
                <a:sym typeface="Times"/>
              </a:rPr>
              <a:t>10</a:t>
            </a:r>
            <a:endParaRPr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41" name="Google Shape;241;p20"/>
          <p:cNvSpPr/>
          <p:nvPr/>
        </p:nvSpPr>
        <p:spPr>
          <a:xfrm>
            <a:off x="833276" y="8548510"/>
            <a:ext cx="2039400" cy="2145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latin typeface="Times"/>
                <a:ea typeface="Times"/>
                <a:cs typeface="Times"/>
                <a:sym typeface="Times"/>
              </a:rPr>
              <a:t>50</a:t>
            </a:r>
            <a:endParaRPr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42" name="Google Shape;242;p20"/>
          <p:cNvSpPr/>
          <p:nvPr/>
        </p:nvSpPr>
        <p:spPr>
          <a:xfrm>
            <a:off x="1534937" y="8330326"/>
            <a:ext cx="318300" cy="2145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latin typeface="Times"/>
                <a:ea typeface="Times"/>
                <a:cs typeface="Times"/>
                <a:sym typeface="Times"/>
              </a:rPr>
              <a:t>8</a:t>
            </a:r>
            <a:endParaRPr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43" name="Google Shape;243;p20"/>
          <p:cNvSpPr/>
          <p:nvPr/>
        </p:nvSpPr>
        <p:spPr>
          <a:xfrm>
            <a:off x="833566" y="8330326"/>
            <a:ext cx="350700" cy="2145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i="1">
                <a:latin typeface="Times"/>
                <a:ea typeface="Times"/>
                <a:cs typeface="Times"/>
                <a:sym typeface="Times"/>
              </a:rPr>
              <a:t>x</a:t>
            </a:r>
            <a:endParaRPr i="1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44" name="Google Shape;244;p20"/>
          <p:cNvSpPr/>
          <p:nvPr/>
        </p:nvSpPr>
        <p:spPr>
          <a:xfrm>
            <a:off x="1184251" y="8330326"/>
            <a:ext cx="350700" cy="2145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i="1">
                <a:latin typeface="Times"/>
                <a:ea typeface="Times"/>
                <a:cs typeface="Times"/>
                <a:sym typeface="Times"/>
              </a:rPr>
              <a:t>x</a:t>
            </a:r>
            <a:endParaRPr i="1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45" name="Google Shape;245;p20"/>
          <p:cNvSpPr/>
          <p:nvPr/>
        </p:nvSpPr>
        <p:spPr>
          <a:xfrm>
            <a:off x="2554595" y="8330326"/>
            <a:ext cx="318300" cy="2145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latin typeface="Times"/>
                <a:ea typeface="Times"/>
                <a:cs typeface="Times"/>
                <a:sym typeface="Times"/>
              </a:rPr>
              <a:t>8</a:t>
            </a:r>
            <a:endParaRPr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46" name="Google Shape;246;p20"/>
          <p:cNvSpPr/>
          <p:nvPr/>
        </p:nvSpPr>
        <p:spPr>
          <a:xfrm>
            <a:off x="1853225" y="8330326"/>
            <a:ext cx="350700" cy="2145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i="1">
                <a:latin typeface="Times"/>
                <a:ea typeface="Times"/>
                <a:cs typeface="Times"/>
                <a:sym typeface="Times"/>
              </a:rPr>
              <a:t>x</a:t>
            </a:r>
            <a:endParaRPr i="1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47" name="Google Shape;247;p20"/>
          <p:cNvSpPr/>
          <p:nvPr/>
        </p:nvSpPr>
        <p:spPr>
          <a:xfrm>
            <a:off x="2203910" y="8330326"/>
            <a:ext cx="350700" cy="2145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i="1">
                <a:latin typeface="Times"/>
                <a:ea typeface="Times"/>
                <a:cs typeface="Times"/>
                <a:sym typeface="Times"/>
              </a:rPr>
              <a:t>x</a:t>
            </a:r>
            <a:endParaRPr i="1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48" name="Google Shape;248;p20"/>
          <p:cNvSpPr/>
          <p:nvPr/>
        </p:nvSpPr>
        <p:spPr>
          <a:xfrm>
            <a:off x="3497098" y="8538454"/>
            <a:ext cx="1343700" cy="2145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latin typeface="Times"/>
                <a:ea typeface="Times"/>
                <a:cs typeface="Times"/>
                <a:sym typeface="Times"/>
              </a:rPr>
              <a:t>20</a:t>
            </a:r>
            <a:endParaRPr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49" name="Google Shape;249;p20"/>
          <p:cNvSpPr/>
          <p:nvPr/>
        </p:nvSpPr>
        <p:spPr>
          <a:xfrm>
            <a:off x="4325410" y="8320270"/>
            <a:ext cx="188700" cy="2145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latin typeface="Times"/>
                <a:ea typeface="Times"/>
                <a:cs typeface="Times"/>
                <a:sym typeface="Times"/>
              </a:rPr>
              <a:t>4</a:t>
            </a:r>
            <a:endParaRPr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50" name="Google Shape;250;p20"/>
          <p:cNvSpPr/>
          <p:nvPr/>
        </p:nvSpPr>
        <p:spPr>
          <a:xfrm>
            <a:off x="3497379" y="8320270"/>
            <a:ext cx="274200" cy="2145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i="1">
                <a:latin typeface="Times"/>
                <a:ea typeface="Times"/>
                <a:cs typeface="Times"/>
                <a:sym typeface="Times"/>
              </a:rPr>
              <a:t>x</a:t>
            </a:r>
            <a:endParaRPr i="1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51" name="Google Shape;251;p20"/>
          <p:cNvSpPr/>
          <p:nvPr/>
        </p:nvSpPr>
        <p:spPr>
          <a:xfrm>
            <a:off x="3771548" y="8320270"/>
            <a:ext cx="274200" cy="2145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i="1">
                <a:latin typeface="Times"/>
                <a:ea typeface="Times"/>
                <a:cs typeface="Times"/>
                <a:sym typeface="Times"/>
              </a:rPr>
              <a:t>x</a:t>
            </a:r>
            <a:endParaRPr i="1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52" name="Google Shape;252;p20"/>
          <p:cNvSpPr/>
          <p:nvPr/>
        </p:nvSpPr>
        <p:spPr>
          <a:xfrm>
            <a:off x="4841936" y="8538434"/>
            <a:ext cx="694800" cy="2145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latin typeface="Times"/>
                <a:ea typeface="Times"/>
                <a:cs typeface="Times"/>
                <a:sym typeface="Times"/>
              </a:rPr>
              <a:t>10</a:t>
            </a:r>
            <a:endParaRPr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53" name="Google Shape;253;p20"/>
          <p:cNvSpPr/>
          <p:nvPr/>
        </p:nvSpPr>
        <p:spPr>
          <a:xfrm>
            <a:off x="4045718" y="8320270"/>
            <a:ext cx="274200" cy="2145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i="1">
                <a:latin typeface="Times"/>
                <a:ea typeface="Times"/>
                <a:cs typeface="Times"/>
                <a:sym typeface="Times"/>
              </a:rPr>
              <a:t>x</a:t>
            </a:r>
            <a:endParaRPr i="1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54" name="Google Shape;254;p20"/>
          <p:cNvSpPr/>
          <p:nvPr/>
        </p:nvSpPr>
        <p:spPr>
          <a:xfrm>
            <a:off x="4519915" y="8320270"/>
            <a:ext cx="274200" cy="2145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i="1">
                <a:latin typeface="Times"/>
                <a:ea typeface="Times"/>
                <a:cs typeface="Times"/>
                <a:sym typeface="Times"/>
              </a:rPr>
              <a:t>x</a:t>
            </a:r>
            <a:endParaRPr i="1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55" name="Google Shape;255;p20"/>
          <p:cNvSpPr/>
          <p:nvPr/>
        </p:nvSpPr>
        <p:spPr>
          <a:xfrm>
            <a:off x="4794085" y="8320270"/>
            <a:ext cx="274200" cy="2145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i="1">
                <a:latin typeface="Times"/>
                <a:ea typeface="Times"/>
                <a:cs typeface="Times"/>
                <a:sym typeface="Times"/>
              </a:rPr>
              <a:t>x</a:t>
            </a:r>
            <a:endParaRPr i="1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56" name="Google Shape;256;p20"/>
          <p:cNvSpPr/>
          <p:nvPr/>
        </p:nvSpPr>
        <p:spPr>
          <a:xfrm>
            <a:off x="5068255" y="8320270"/>
            <a:ext cx="274200" cy="2145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i="1">
                <a:latin typeface="Times"/>
                <a:ea typeface="Times"/>
                <a:cs typeface="Times"/>
                <a:sym typeface="Times"/>
              </a:rPr>
              <a:t>x</a:t>
            </a:r>
            <a:endParaRPr i="1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57" name="Google Shape;257;p20"/>
          <p:cNvSpPr/>
          <p:nvPr/>
        </p:nvSpPr>
        <p:spPr>
          <a:xfrm>
            <a:off x="490750" y="6037745"/>
            <a:ext cx="364800" cy="22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a)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8" name="Google Shape;258;p20"/>
          <p:cNvSpPr/>
          <p:nvPr/>
        </p:nvSpPr>
        <p:spPr>
          <a:xfrm>
            <a:off x="490750" y="7181838"/>
            <a:ext cx="364800" cy="22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b)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9" name="Google Shape;259;p20"/>
          <p:cNvSpPr/>
          <p:nvPr/>
        </p:nvSpPr>
        <p:spPr>
          <a:xfrm>
            <a:off x="490750" y="8395730"/>
            <a:ext cx="364800" cy="22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c)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0" name="Google Shape;260;p20"/>
          <p:cNvSpPr/>
          <p:nvPr/>
        </p:nvSpPr>
        <p:spPr>
          <a:xfrm>
            <a:off x="3138396" y="6037745"/>
            <a:ext cx="364800" cy="22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d)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1" name="Google Shape;261;p20"/>
          <p:cNvSpPr/>
          <p:nvPr/>
        </p:nvSpPr>
        <p:spPr>
          <a:xfrm>
            <a:off x="3138396" y="7181838"/>
            <a:ext cx="364800" cy="22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e)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2" name="Google Shape;262;p20"/>
          <p:cNvSpPr/>
          <p:nvPr/>
        </p:nvSpPr>
        <p:spPr>
          <a:xfrm>
            <a:off x="3138396" y="8395730"/>
            <a:ext cx="364800" cy="22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f)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3" name="Google Shape;263;p20"/>
          <p:cNvSpPr/>
          <p:nvPr/>
        </p:nvSpPr>
        <p:spPr>
          <a:xfrm>
            <a:off x="4264267" y="7411652"/>
            <a:ext cx="766800" cy="2145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latin typeface="Times"/>
                <a:ea typeface="Times"/>
                <a:cs typeface="Times"/>
                <a:sym typeface="Times"/>
              </a:rPr>
              <a:t>20</a:t>
            </a:r>
            <a:endParaRPr>
              <a:latin typeface="Times"/>
              <a:ea typeface="Times"/>
              <a:cs typeface="Times"/>
              <a:sym typeface="Times"/>
            </a:endParaRPr>
          </a:p>
        </p:txBody>
      </p:sp>
      <p:cxnSp>
        <p:nvCxnSpPr>
          <p:cNvPr id="264" name="Google Shape;264;p20"/>
          <p:cNvCxnSpPr/>
          <p:nvPr/>
        </p:nvCxnSpPr>
        <p:spPr>
          <a:xfrm>
            <a:off x="497995" y="9365063"/>
            <a:ext cx="6610500" cy="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65" name="Google Shape;265;p20"/>
          <p:cNvSpPr/>
          <p:nvPr/>
        </p:nvSpPr>
        <p:spPr>
          <a:xfrm>
            <a:off x="467981" y="4189918"/>
            <a:ext cx="1224300" cy="2139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Times"/>
              <a:ea typeface="Times"/>
              <a:cs typeface="Times"/>
              <a:sym typeface="Times"/>
            </a:endParaRPr>
          </a:p>
        </p:txBody>
      </p:sp>
      <p:grpSp>
        <p:nvGrpSpPr>
          <p:cNvPr id="266" name="Google Shape;266;p20"/>
          <p:cNvGrpSpPr/>
          <p:nvPr/>
        </p:nvGrpSpPr>
        <p:grpSpPr>
          <a:xfrm>
            <a:off x="467981" y="3984800"/>
            <a:ext cx="1224304" cy="427990"/>
            <a:chOff x="467981" y="3975973"/>
            <a:chExt cx="1224304" cy="427990"/>
          </a:xfrm>
        </p:grpSpPr>
        <p:sp>
          <p:nvSpPr>
            <p:cNvPr id="267" name="Google Shape;267;p20"/>
            <p:cNvSpPr/>
            <p:nvPr/>
          </p:nvSpPr>
          <p:spPr>
            <a:xfrm>
              <a:off x="467981" y="3975973"/>
              <a:ext cx="1224300" cy="213900"/>
            </a:xfrm>
            <a:prstGeom prst="rect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 i="1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268" name="Google Shape;268;p20"/>
            <p:cNvSpPr/>
            <p:nvPr/>
          </p:nvSpPr>
          <p:spPr>
            <a:xfrm>
              <a:off x="467986" y="4190063"/>
              <a:ext cx="1224300" cy="213900"/>
            </a:xfrm>
            <a:prstGeom prst="rect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Times"/>
                <a:ea typeface="Times"/>
                <a:cs typeface="Times"/>
                <a:sym typeface="Times"/>
              </a:endParaRPr>
            </a:p>
          </p:txBody>
        </p:sp>
      </p:grpSp>
      <p:grpSp>
        <p:nvGrpSpPr>
          <p:cNvPr id="269" name="Google Shape;269;p20"/>
          <p:cNvGrpSpPr/>
          <p:nvPr/>
        </p:nvGrpSpPr>
        <p:grpSpPr>
          <a:xfrm>
            <a:off x="2151157" y="4029650"/>
            <a:ext cx="1055727" cy="427837"/>
            <a:chOff x="2151157" y="3953450"/>
            <a:chExt cx="1055727" cy="427837"/>
          </a:xfrm>
        </p:grpSpPr>
        <p:sp>
          <p:nvSpPr>
            <p:cNvPr id="270" name="Google Shape;270;p20"/>
            <p:cNvSpPr/>
            <p:nvPr/>
          </p:nvSpPr>
          <p:spPr>
            <a:xfrm>
              <a:off x="2151184" y="3953450"/>
              <a:ext cx="1055700" cy="213900"/>
            </a:xfrm>
            <a:prstGeom prst="rect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 i="1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271" name="Google Shape;271;p20"/>
            <p:cNvSpPr/>
            <p:nvPr/>
          </p:nvSpPr>
          <p:spPr>
            <a:xfrm>
              <a:off x="2151157" y="4167387"/>
              <a:ext cx="1055700" cy="213900"/>
            </a:xfrm>
            <a:prstGeom prst="rect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Times"/>
                <a:ea typeface="Times"/>
                <a:cs typeface="Times"/>
                <a:sym typeface="Times"/>
              </a:endParaRPr>
            </a:p>
          </p:txBody>
        </p:sp>
      </p:grpSp>
      <p:grpSp>
        <p:nvGrpSpPr>
          <p:cNvPr id="272" name="Google Shape;272;p20"/>
          <p:cNvGrpSpPr/>
          <p:nvPr/>
        </p:nvGrpSpPr>
        <p:grpSpPr>
          <a:xfrm>
            <a:off x="4276278" y="4029650"/>
            <a:ext cx="1058072" cy="427844"/>
            <a:chOff x="4276278" y="3963156"/>
            <a:chExt cx="1058072" cy="427844"/>
          </a:xfrm>
        </p:grpSpPr>
        <p:sp>
          <p:nvSpPr>
            <p:cNvPr id="273" name="Google Shape;273;p20"/>
            <p:cNvSpPr/>
            <p:nvPr/>
          </p:nvSpPr>
          <p:spPr>
            <a:xfrm>
              <a:off x="4276278" y="3963156"/>
              <a:ext cx="1055700" cy="213900"/>
            </a:xfrm>
            <a:prstGeom prst="rect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274" name="Google Shape;274;p20"/>
            <p:cNvSpPr/>
            <p:nvPr/>
          </p:nvSpPr>
          <p:spPr>
            <a:xfrm>
              <a:off x="4278650" y="4177100"/>
              <a:ext cx="1055700" cy="213900"/>
            </a:xfrm>
            <a:prstGeom prst="rect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 i="1">
                <a:latin typeface="Times"/>
                <a:ea typeface="Times"/>
                <a:cs typeface="Times"/>
                <a:sym typeface="Times"/>
              </a:endParaRPr>
            </a:p>
          </p:txBody>
        </p:sp>
      </p:grpSp>
      <p:sp>
        <p:nvSpPr>
          <p:cNvPr id="275" name="Google Shape;275;p20"/>
          <p:cNvSpPr/>
          <p:nvPr/>
        </p:nvSpPr>
        <p:spPr>
          <a:xfrm>
            <a:off x="5601177" y="2845338"/>
            <a:ext cx="1433700" cy="2139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latin typeface="Times"/>
                <a:ea typeface="Times"/>
                <a:cs typeface="Times"/>
                <a:sym typeface="Times"/>
              </a:rPr>
              <a:t>50</a:t>
            </a:r>
            <a:endParaRPr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76" name="Google Shape;276;p20"/>
          <p:cNvSpPr/>
          <p:nvPr/>
        </p:nvSpPr>
        <p:spPr>
          <a:xfrm>
            <a:off x="5601172" y="2631401"/>
            <a:ext cx="378000" cy="2139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latin typeface="Times"/>
                <a:ea typeface="Times"/>
                <a:cs typeface="Times"/>
                <a:sym typeface="Times"/>
              </a:rPr>
              <a:t>12</a:t>
            </a:r>
            <a:endParaRPr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77" name="Google Shape;277;p20"/>
          <p:cNvSpPr/>
          <p:nvPr/>
        </p:nvSpPr>
        <p:spPr>
          <a:xfrm>
            <a:off x="6823957" y="2631401"/>
            <a:ext cx="210900" cy="2139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i="1">
                <a:latin typeface="Times"/>
                <a:ea typeface="Times"/>
                <a:cs typeface="Times"/>
                <a:sym typeface="Times"/>
              </a:rPr>
              <a:t>x</a:t>
            </a:r>
            <a:endParaRPr i="1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78" name="Google Shape;278;p20"/>
          <p:cNvSpPr/>
          <p:nvPr/>
        </p:nvSpPr>
        <p:spPr>
          <a:xfrm>
            <a:off x="6611686" y="2631401"/>
            <a:ext cx="210900" cy="2139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i="1">
                <a:latin typeface="Times"/>
                <a:ea typeface="Times"/>
                <a:cs typeface="Times"/>
                <a:sym typeface="Times"/>
              </a:rPr>
              <a:t>x</a:t>
            </a:r>
            <a:endParaRPr i="1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79" name="Google Shape;279;p20"/>
          <p:cNvSpPr/>
          <p:nvPr/>
        </p:nvSpPr>
        <p:spPr>
          <a:xfrm>
            <a:off x="6402701" y="2631401"/>
            <a:ext cx="210900" cy="2139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i="1">
                <a:latin typeface="Times"/>
                <a:ea typeface="Times"/>
                <a:cs typeface="Times"/>
                <a:sym typeface="Times"/>
              </a:rPr>
              <a:t>x</a:t>
            </a:r>
            <a:endParaRPr i="1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80" name="Google Shape;280;p20"/>
          <p:cNvSpPr/>
          <p:nvPr/>
        </p:nvSpPr>
        <p:spPr>
          <a:xfrm>
            <a:off x="6190429" y="2631401"/>
            <a:ext cx="210900" cy="2139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i="1">
                <a:latin typeface="Times"/>
                <a:ea typeface="Times"/>
                <a:cs typeface="Times"/>
                <a:sym typeface="Times"/>
              </a:rPr>
              <a:t>x</a:t>
            </a:r>
            <a:endParaRPr i="1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81" name="Google Shape;281;p20"/>
          <p:cNvSpPr/>
          <p:nvPr/>
        </p:nvSpPr>
        <p:spPr>
          <a:xfrm>
            <a:off x="5981445" y="2631401"/>
            <a:ext cx="210900" cy="2139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i="1">
                <a:latin typeface="Times"/>
                <a:ea typeface="Times"/>
                <a:cs typeface="Times"/>
                <a:sym typeface="Times"/>
              </a:rPr>
              <a:t>x</a:t>
            </a:r>
            <a:endParaRPr i="1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82" name="Google Shape;282;p20"/>
          <p:cNvSpPr/>
          <p:nvPr/>
        </p:nvSpPr>
        <p:spPr>
          <a:xfrm>
            <a:off x="5576888" y="2304184"/>
            <a:ext cx="363900" cy="22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d)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83" name="Google Shape;283;p20"/>
          <p:cNvCxnSpPr/>
          <p:nvPr/>
        </p:nvCxnSpPr>
        <p:spPr>
          <a:xfrm flipH="1">
            <a:off x="5419470" y="2295654"/>
            <a:ext cx="0" cy="28314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284" name="Google Shape;284;p20"/>
          <p:cNvGrpSpPr/>
          <p:nvPr/>
        </p:nvGrpSpPr>
        <p:grpSpPr>
          <a:xfrm>
            <a:off x="5979073" y="3343850"/>
            <a:ext cx="1055700" cy="428025"/>
            <a:chOff x="5979073" y="3353376"/>
            <a:chExt cx="1055700" cy="428025"/>
          </a:xfrm>
        </p:grpSpPr>
        <p:sp>
          <p:nvSpPr>
            <p:cNvPr id="285" name="Google Shape;285;p20"/>
            <p:cNvSpPr/>
            <p:nvPr/>
          </p:nvSpPr>
          <p:spPr>
            <a:xfrm>
              <a:off x="5979073" y="3567501"/>
              <a:ext cx="1055700" cy="213900"/>
            </a:xfrm>
            <a:prstGeom prst="rect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286" name="Google Shape;286;p20"/>
            <p:cNvSpPr/>
            <p:nvPr/>
          </p:nvSpPr>
          <p:spPr>
            <a:xfrm>
              <a:off x="5979073" y="3353376"/>
              <a:ext cx="1055700" cy="213900"/>
            </a:xfrm>
            <a:prstGeom prst="rect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Times"/>
                <a:ea typeface="Times"/>
                <a:cs typeface="Times"/>
                <a:sym typeface="Times"/>
              </a:endParaRPr>
            </a:p>
          </p:txBody>
        </p:sp>
      </p:grpSp>
      <p:grpSp>
        <p:nvGrpSpPr>
          <p:cNvPr id="287" name="Google Shape;287;p20"/>
          <p:cNvGrpSpPr/>
          <p:nvPr/>
        </p:nvGrpSpPr>
        <p:grpSpPr>
          <a:xfrm>
            <a:off x="5979073" y="4029650"/>
            <a:ext cx="1055700" cy="428025"/>
            <a:chOff x="5979073" y="3353376"/>
            <a:chExt cx="1055700" cy="428025"/>
          </a:xfrm>
        </p:grpSpPr>
        <p:sp>
          <p:nvSpPr>
            <p:cNvPr id="288" name="Google Shape;288;p20"/>
            <p:cNvSpPr/>
            <p:nvPr/>
          </p:nvSpPr>
          <p:spPr>
            <a:xfrm>
              <a:off x="5979073" y="3567501"/>
              <a:ext cx="1055700" cy="213900"/>
            </a:xfrm>
            <a:prstGeom prst="rect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289" name="Google Shape;289;p20"/>
            <p:cNvSpPr/>
            <p:nvPr/>
          </p:nvSpPr>
          <p:spPr>
            <a:xfrm>
              <a:off x="5979073" y="3353376"/>
              <a:ext cx="1055700" cy="213900"/>
            </a:xfrm>
            <a:prstGeom prst="rect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Times"/>
                <a:ea typeface="Times"/>
                <a:cs typeface="Times"/>
                <a:sym typeface="Times"/>
              </a:endParaRPr>
            </a:p>
          </p:txBody>
        </p:sp>
      </p:grpSp>
      <p:sp>
        <p:nvSpPr>
          <p:cNvPr id="290" name="Google Shape;290;p20"/>
          <p:cNvSpPr/>
          <p:nvPr/>
        </p:nvSpPr>
        <p:spPr>
          <a:xfrm>
            <a:off x="5254523" y="6067992"/>
            <a:ext cx="277200" cy="2145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latin typeface="Times"/>
                <a:ea typeface="Times"/>
                <a:cs typeface="Times"/>
                <a:sym typeface="Times"/>
              </a:rPr>
              <a:t>5</a:t>
            </a:r>
            <a:endParaRPr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91" name="Google Shape;291;p20"/>
          <p:cNvSpPr/>
          <p:nvPr/>
        </p:nvSpPr>
        <p:spPr>
          <a:xfrm>
            <a:off x="5335802" y="7194131"/>
            <a:ext cx="201000" cy="2145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latin typeface="Times"/>
                <a:ea typeface="Times"/>
                <a:cs typeface="Times"/>
                <a:sym typeface="Times"/>
              </a:rPr>
              <a:t>2</a:t>
            </a:r>
            <a:endParaRPr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92" name="Google Shape;292;p20"/>
          <p:cNvSpPr/>
          <p:nvPr/>
        </p:nvSpPr>
        <p:spPr>
          <a:xfrm>
            <a:off x="5347947" y="8320270"/>
            <a:ext cx="188700" cy="2145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latin typeface="Times"/>
                <a:ea typeface="Times"/>
                <a:cs typeface="Times"/>
                <a:sym typeface="Times"/>
              </a:rPr>
              <a:t>4</a:t>
            </a:r>
            <a:endParaRPr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93" name="Google Shape;293;p20"/>
          <p:cNvSpPr/>
          <p:nvPr/>
        </p:nvSpPr>
        <p:spPr>
          <a:xfrm>
            <a:off x="5137841" y="7194131"/>
            <a:ext cx="200400" cy="2145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i="1">
                <a:latin typeface="Times"/>
                <a:ea typeface="Times"/>
                <a:cs typeface="Times"/>
                <a:sym typeface="Times"/>
              </a:rPr>
              <a:t>x</a:t>
            </a:r>
            <a:endParaRPr i="1">
              <a:latin typeface="Times"/>
              <a:ea typeface="Times"/>
              <a:cs typeface="Times"/>
              <a:sym typeface="Times"/>
            </a:endParaRPr>
          </a:p>
        </p:txBody>
      </p:sp>
    </p:spTree>
  </p:cSld>
  <p:clrMapOvr>
    <a:masterClrMapping/>
  </p:clrMapOvr>
  <p:transition/>
  <p:timing/>
</p:sld>
</file>

<file path=ppt/slides/slide2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297" name="Shape 297"/>
        <p:cNvGrpSpPr/>
        <p:nvPr/>
      </p:nvGrpSpPr>
      <p:grpSpPr>
        <a:xfrm>
          <a:off x="0" y="0"/>
          <a:ext cx="0" cy="0"/>
        </a:xfrm>
      </p:grpSpPr>
      <p:sp>
        <p:nvSpPr>
          <p:cNvPr id="298" name="Google Shape;298;p21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2</a:t>
            </a:fld>
            <a:endParaRPr/>
          </a:p>
        </p:txBody>
      </p:sp>
      <p:sp>
        <p:nvSpPr>
          <p:cNvPr id="299" name="Google Shape;299;p21"/>
          <p:cNvSpPr txBox="1"/>
          <p:nvPr>
            <p:ph type="subTitle" idx="1"/>
          </p:nvPr>
        </p:nvSpPr>
        <p:spPr>
          <a:xfrm>
            <a:off x="466825" y="360000"/>
            <a:ext cx="5779200" cy="1386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Preparing to solve two step linear equations</a:t>
            </a:r>
            <a:endParaRPr/>
          </a:p>
        </p:txBody>
      </p:sp>
      <p:sp>
        <p:nvSpPr>
          <p:cNvPr id="300" name="Google Shape;300;p21"/>
          <p:cNvSpPr txBox="1"/>
          <p:nvPr/>
        </p:nvSpPr>
        <p:spPr>
          <a:xfrm>
            <a:off x="6744600" y="10447800"/>
            <a:ext cx="815400" cy="24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v2.3</a:t>
            </a:r>
            <a:endParaRPr sz="1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1" name="Google Shape;301;p21"/>
          <p:cNvSpPr txBox="1"/>
          <p:nvPr>
            <p:ph type="subTitle" idx="2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Mathematics in Education and Industry</a:t>
            </a:r>
            <a:endParaRPr/>
          </a:p>
        </p:txBody>
      </p:sp>
      <p:sp>
        <p:nvSpPr>
          <p:cNvPr id="302" name="Google Shape;302;p21"/>
          <p:cNvSpPr txBox="1"/>
          <p:nvPr/>
        </p:nvSpPr>
        <p:spPr>
          <a:xfrm>
            <a:off x="468000" y="864000"/>
            <a:ext cx="6624000" cy="3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Task B: 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Writing linear equations in the form ax + b = c</a:t>
            </a:r>
            <a:endParaRPr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3" name="Google Shape;303;p21"/>
          <p:cNvSpPr txBox="1"/>
          <p:nvPr/>
        </p:nvSpPr>
        <p:spPr>
          <a:xfrm>
            <a:off x="468000" y="1435575"/>
            <a:ext cx="8237700" cy="33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3048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200"/>
              <a:buFont typeface="Lexend"/>
              <a:buAutoNum type="arabi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Write each equation in the form 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ax + b = c.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You do not need to solve the equation.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304" name="Google Shape;304;p21"/>
          <p:cNvCxnSpPr/>
          <p:nvPr/>
        </p:nvCxnSpPr>
        <p:spPr>
          <a:xfrm flipH="1">
            <a:off x="3782550" y="1962700"/>
            <a:ext cx="0" cy="395220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05" name="Google Shape;305;p21"/>
          <p:cNvSpPr/>
          <p:nvPr/>
        </p:nvSpPr>
        <p:spPr>
          <a:xfrm>
            <a:off x="468000" y="2151075"/>
            <a:ext cx="460800" cy="28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a)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6" name="Google Shape;306;p21"/>
          <p:cNvSpPr/>
          <p:nvPr/>
        </p:nvSpPr>
        <p:spPr>
          <a:xfrm>
            <a:off x="468000" y="3483075"/>
            <a:ext cx="460800" cy="28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b)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7" name="Google Shape;307;p21"/>
          <p:cNvSpPr/>
          <p:nvPr/>
        </p:nvSpPr>
        <p:spPr>
          <a:xfrm>
            <a:off x="3829950" y="2151075"/>
            <a:ext cx="460800" cy="28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d)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8" name="Google Shape;308;p21"/>
          <p:cNvSpPr/>
          <p:nvPr/>
        </p:nvSpPr>
        <p:spPr>
          <a:xfrm>
            <a:off x="3829950" y="3483075"/>
            <a:ext cx="460800" cy="28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e)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9" name="Google Shape;309;p21"/>
          <p:cNvSpPr/>
          <p:nvPr/>
        </p:nvSpPr>
        <p:spPr>
          <a:xfrm>
            <a:off x="468000" y="4702275"/>
            <a:ext cx="460800" cy="28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c)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310" name="Google Shape;310;p21"/>
          <p:cNvGraphicFramePr>
            <a:graphicFrameLocks noGrp="1"/>
          </p:cNvGraphicFramePr>
          <p:nvPr/>
        </p:nvGraphicFramePr>
        <p:xfrm>
          <a:off x="449750" y="48096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{7306904E-7232-418E-809A-0FA7F4798B87}</a:tableStyleId>
              </a:tblPr>
              <a:tblGrid>
                <a:gridCol w="1821650"/>
                <a:gridCol w="200000"/>
                <a:gridCol w="431700"/>
              </a:tblGrid>
              <a:tr h="328625">
                <a:tc>
                  <a:txBody>
                    <a:bodyPr vert="horz" wrap="square"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10 − </a:t>
                      </a:r>
                      <a:r>
                        <a:rPr lang="en-GB" i="1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r>
                        <a:rPr lang="en-GB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+ 7 − 4</a:t>
                      </a:r>
                      <a:r>
                        <a:rPr lang="en-GB" i="1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endParaRPr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latin typeface="Times"/>
                          <a:ea typeface="Times"/>
                          <a:cs typeface="Times"/>
                          <a:sym typeface="Times"/>
                        </a:rPr>
                        <a:t>=</a:t>
                      </a:r>
                      <a:endParaRPr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latin typeface="Times"/>
                          <a:ea typeface="Times"/>
                          <a:cs typeface="Times"/>
                          <a:sym typeface="Times"/>
                        </a:rPr>
                        <a:t>2</a:t>
                      </a:r>
                      <a:endParaRPr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311" name="Google Shape;311;p21"/>
          <p:cNvSpPr/>
          <p:nvPr/>
        </p:nvSpPr>
        <p:spPr>
          <a:xfrm>
            <a:off x="3829950" y="4723886"/>
            <a:ext cx="460800" cy="24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f)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312" name="Google Shape;312;p21"/>
          <p:cNvGraphicFramePr>
            <a:graphicFrameLocks noGrp="1"/>
          </p:cNvGraphicFramePr>
          <p:nvPr/>
        </p:nvGraphicFramePr>
        <p:xfrm>
          <a:off x="3780950" y="48096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{7306904E-7232-418E-809A-0FA7F4798B87}</a:tableStyleId>
              </a:tblPr>
              <a:tblGrid>
                <a:gridCol w="2181775"/>
                <a:gridCol w="229050"/>
                <a:gridCol w="517050"/>
              </a:tblGrid>
              <a:tr h="328625">
                <a:tc>
                  <a:txBody>
                    <a:bodyPr vert="horz" wrap="square"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6(4 − 2</a:t>
                      </a:r>
                      <a:r>
                        <a:rPr lang="en-GB" i="1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r>
                        <a:rPr lang="en-GB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) − (4 − 2</a:t>
                      </a:r>
                      <a:r>
                        <a:rPr lang="en-GB" i="1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r>
                        <a:rPr lang="en-GB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)</a:t>
                      </a:r>
                      <a:endParaRPr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latin typeface="Times"/>
                          <a:ea typeface="Times"/>
                          <a:cs typeface="Times"/>
                          <a:sym typeface="Times"/>
                        </a:rPr>
                        <a:t>= </a:t>
                      </a:r>
                      <a:endParaRPr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−</a:t>
                      </a:r>
                      <a:r>
                        <a:rPr lang="en-GB">
                          <a:latin typeface="Times"/>
                          <a:ea typeface="Times"/>
                          <a:cs typeface="Times"/>
                          <a:sym typeface="Times"/>
                        </a:rPr>
                        <a:t>40</a:t>
                      </a:r>
                      <a:endParaRPr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graphicFrame>
        <p:nvGraphicFramePr>
          <p:cNvPr id="313" name="Google Shape;313;p21"/>
          <p:cNvGraphicFramePr>
            <a:graphicFrameLocks noGrp="1"/>
          </p:cNvGraphicFramePr>
          <p:nvPr/>
        </p:nvGraphicFramePr>
        <p:xfrm>
          <a:off x="458500" y="213208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{7306904E-7232-418E-809A-0FA7F4798B87}</a:tableStyleId>
              </a:tblPr>
              <a:tblGrid>
                <a:gridCol w="1814575"/>
                <a:gridCol w="200000"/>
                <a:gridCol w="430025"/>
              </a:tblGrid>
              <a:tr h="328625">
                <a:tc>
                  <a:txBody>
                    <a:bodyPr vert="horz" wrap="square"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7</a:t>
                      </a:r>
                      <a:r>
                        <a:rPr lang="en-GB" i="1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r>
                        <a:rPr lang="en-GB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+ 3 + </a:t>
                      </a:r>
                      <a:r>
                        <a:rPr lang="en-GB" i="1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r>
                        <a:rPr lang="en-GB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+ 1</a:t>
                      </a:r>
                      <a:endParaRPr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latin typeface="Times"/>
                          <a:ea typeface="Times"/>
                          <a:cs typeface="Times"/>
                          <a:sym typeface="Times"/>
                        </a:rPr>
                        <a:t>=</a:t>
                      </a:r>
                      <a:endParaRPr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latin typeface="Times"/>
                          <a:ea typeface="Times"/>
                          <a:cs typeface="Times"/>
                          <a:sym typeface="Times"/>
                        </a:rPr>
                        <a:t>12</a:t>
                      </a:r>
                      <a:endParaRPr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graphicFrame>
        <p:nvGraphicFramePr>
          <p:cNvPr id="314" name="Google Shape;314;p21"/>
          <p:cNvGraphicFramePr>
            <a:graphicFrameLocks noGrp="1"/>
          </p:cNvGraphicFramePr>
          <p:nvPr/>
        </p:nvGraphicFramePr>
        <p:xfrm>
          <a:off x="449750" y="350368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{7306904E-7232-418E-809A-0FA7F4798B87}</a:tableStyleId>
              </a:tblPr>
              <a:tblGrid>
                <a:gridCol w="1821650"/>
                <a:gridCol w="200000"/>
                <a:gridCol w="431700"/>
              </a:tblGrid>
              <a:tr h="328625">
                <a:tc>
                  <a:txBody>
                    <a:bodyPr vert="horz" wrap="square"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5 − 3</a:t>
                      </a:r>
                      <a:r>
                        <a:rPr lang="en-GB" i="1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r>
                        <a:rPr lang="en-GB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+ 5</a:t>
                      </a:r>
                      <a:r>
                        <a:rPr lang="en-GB" i="1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r>
                        <a:rPr lang="en-GB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− 8</a:t>
                      </a:r>
                      <a:endParaRPr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latin typeface="Times"/>
                          <a:ea typeface="Times"/>
                          <a:cs typeface="Times"/>
                          <a:sym typeface="Times"/>
                        </a:rPr>
                        <a:t>=</a:t>
                      </a:r>
                      <a:endParaRPr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latin typeface="Times"/>
                          <a:ea typeface="Times"/>
                          <a:cs typeface="Times"/>
                          <a:sym typeface="Times"/>
                        </a:rPr>
                        <a:t>1</a:t>
                      </a:r>
                      <a:endParaRPr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graphicFrame>
        <p:nvGraphicFramePr>
          <p:cNvPr id="315" name="Google Shape;315;p21"/>
          <p:cNvGraphicFramePr>
            <a:graphicFrameLocks noGrp="1"/>
          </p:cNvGraphicFramePr>
          <p:nvPr/>
        </p:nvGraphicFramePr>
        <p:xfrm>
          <a:off x="3780950" y="213208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{7306904E-7232-418E-809A-0FA7F4798B87}</a:tableStyleId>
              </a:tblPr>
              <a:tblGrid>
                <a:gridCol w="2181775"/>
                <a:gridCol w="229050"/>
                <a:gridCol w="517050"/>
              </a:tblGrid>
              <a:tr h="328625">
                <a:tc>
                  <a:txBody>
                    <a:bodyPr vert="horz" wrap="square"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3(</a:t>
                      </a:r>
                      <a:r>
                        <a:rPr lang="en-GB" i="1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r>
                        <a:rPr lang="en-GB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− 2) + 5(</a:t>
                      </a:r>
                      <a:r>
                        <a:rPr lang="en-GB" i="1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r>
                        <a:rPr lang="en-GB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− 2)</a:t>
                      </a:r>
                      <a:endParaRPr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latin typeface="Times"/>
                          <a:ea typeface="Times"/>
                          <a:cs typeface="Times"/>
                          <a:sym typeface="Times"/>
                        </a:rPr>
                        <a:t>=</a:t>
                      </a:r>
                      <a:endParaRPr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latin typeface="Times"/>
                          <a:ea typeface="Times"/>
                          <a:cs typeface="Times"/>
                          <a:sym typeface="Times"/>
                        </a:rPr>
                        <a:t>16</a:t>
                      </a:r>
                      <a:endParaRPr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graphicFrame>
        <p:nvGraphicFramePr>
          <p:cNvPr id="316" name="Google Shape;316;p21"/>
          <p:cNvGraphicFramePr>
            <a:graphicFrameLocks noGrp="1"/>
          </p:cNvGraphicFramePr>
          <p:nvPr/>
        </p:nvGraphicFramePr>
        <p:xfrm>
          <a:off x="3780950" y="350368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{7306904E-7232-418E-809A-0FA7F4798B87}</a:tableStyleId>
              </a:tblPr>
              <a:tblGrid>
                <a:gridCol w="2181775"/>
                <a:gridCol w="229050"/>
                <a:gridCol w="517050"/>
              </a:tblGrid>
              <a:tr h="328625">
                <a:tc>
                  <a:txBody>
                    <a:bodyPr vert="horz" wrap="square"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4(</a:t>
                      </a:r>
                      <a:r>
                        <a:rPr lang="en-GB" i="1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r>
                        <a:rPr lang="en-GB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− 5) + 5(3</a:t>
                      </a:r>
                      <a:r>
                        <a:rPr lang="en-GB" i="1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r>
                        <a:rPr lang="en-GB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+ 2)</a:t>
                      </a:r>
                      <a:endParaRPr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latin typeface="Times"/>
                          <a:ea typeface="Times"/>
                          <a:cs typeface="Times"/>
                          <a:sym typeface="Times"/>
                        </a:rPr>
                        <a:t>=</a:t>
                      </a:r>
                      <a:endParaRPr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latin typeface="Times"/>
                          <a:ea typeface="Times"/>
                          <a:cs typeface="Times"/>
                          <a:sym typeface="Times"/>
                        </a:rPr>
                        <a:t>85</a:t>
                      </a:r>
                      <a:endParaRPr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grpSp>
        <p:nvGrpSpPr>
          <p:cNvPr id="317" name="Google Shape;317;p21"/>
          <p:cNvGrpSpPr/>
          <p:nvPr/>
        </p:nvGrpSpPr>
        <p:grpSpPr>
          <a:xfrm>
            <a:off x="1031189" y="7541097"/>
            <a:ext cx="256200" cy="1519763"/>
            <a:chOff x="1031189" y="7388697"/>
            <a:chExt cx="256200" cy="1519763"/>
          </a:xfrm>
        </p:grpSpPr>
        <p:cxnSp>
          <p:nvCxnSpPr>
            <p:cNvPr id="318" name="Google Shape;318;p21"/>
            <p:cNvCxnSpPr/>
            <p:nvPr/>
          </p:nvCxnSpPr>
          <p:spPr>
            <a:xfrm flipH="1">
              <a:off x="1032420" y="7388697"/>
              <a:ext cx="123600" cy="22470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19" name="Google Shape;319;p21"/>
            <p:cNvCxnSpPr/>
            <p:nvPr/>
          </p:nvCxnSpPr>
          <p:spPr>
            <a:xfrm>
              <a:off x="1156020" y="7388697"/>
              <a:ext cx="123600" cy="22470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20" name="Google Shape;320;p21"/>
            <p:cNvCxnSpPr/>
            <p:nvPr/>
          </p:nvCxnSpPr>
          <p:spPr>
            <a:xfrm flipH="1">
              <a:off x="1031204" y="7609760"/>
              <a:ext cx="1200" cy="129870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21" name="Google Shape;321;p21"/>
            <p:cNvCxnSpPr/>
            <p:nvPr/>
          </p:nvCxnSpPr>
          <p:spPr>
            <a:xfrm>
              <a:off x="1279635" y="7609760"/>
              <a:ext cx="300" cy="129150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22" name="Google Shape;322;p21"/>
            <p:cNvCxnSpPr/>
            <p:nvPr/>
          </p:nvCxnSpPr>
          <p:spPr>
            <a:xfrm>
              <a:off x="1031189" y="8901194"/>
              <a:ext cx="256200" cy="360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323" name="Google Shape;323;p21"/>
          <p:cNvSpPr txBox="1"/>
          <p:nvPr/>
        </p:nvSpPr>
        <p:spPr>
          <a:xfrm>
            <a:off x="470613" y="6905542"/>
            <a:ext cx="2185200" cy="34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 An equilateral triangle on top of a rectangle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4" name="Google Shape;324;p21"/>
          <p:cNvSpPr txBox="1"/>
          <p:nvPr/>
        </p:nvSpPr>
        <p:spPr>
          <a:xfrm>
            <a:off x="2783399" y="6905542"/>
            <a:ext cx="2185200" cy="34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 A parallelogram on top of a rectangle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5" name="Google Shape;325;p21"/>
          <p:cNvSpPr txBox="1"/>
          <p:nvPr/>
        </p:nvSpPr>
        <p:spPr>
          <a:xfrm>
            <a:off x="5096185" y="6905542"/>
            <a:ext cx="1998300" cy="34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 A regular hexagon on top of a rectangle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326" name="Google Shape;326;p21"/>
          <p:cNvGrpSpPr/>
          <p:nvPr/>
        </p:nvGrpSpPr>
        <p:grpSpPr>
          <a:xfrm>
            <a:off x="3214346" y="7602694"/>
            <a:ext cx="367698" cy="1500022"/>
            <a:chOff x="3214346" y="7450294"/>
            <a:chExt cx="367698" cy="1500022"/>
          </a:xfrm>
        </p:grpSpPr>
        <p:cxnSp>
          <p:nvCxnSpPr>
            <p:cNvPr id="327" name="Google Shape;327;p21"/>
            <p:cNvCxnSpPr/>
            <p:nvPr/>
          </p:nvCxnSpPr>
          <p:spPr>
            <a:xfrm flipH="1">
              <a:off x="3214346" y="7450294"/>
              <a:ext cx="85500" cy="34170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28" name="Google Shape;328;p21"/>
            <p:cNvCxnSpPr/>
            <p:nvPr/>
          </p:nvCxnSpPr>
          <p:spPr>
            <a:xfrm flipH="1">
              <a:off x="3492945" y="7450294"/>
              <a:ext cx="89100" cy="34890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29" name="Google Shape;329;p21"/>
            <p:cNvCxnSpPr/>
            <p:nvPr/>
          </p:nvCxnSpPr>
          <p:spPr>
            <a:xfrm>
              <a:off x="3292479" y="7450294"/>
              <a:ext cx="289500" cy="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30" name="Google Shape;330;p21"/>
            <p:cNvCxnSpPr/>
            <p:nvPr/>
          </p:nvCxnSpPr>
          <p:spPr>
            <a:xfrm flipH="1">
              <a:off x="3214435" y="7791902"/>
              <a:ext cx="0" cy="115110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31" name="Google Shape;331;p21"/>
            <p:cNvCxnSpPr/>
            <p:nvPr/>
          </p:nvCxnSpPr>
          <p:spPr>
            <a:xfrm flipH="1">
              <a:off x="3492929" y="7795615"/>
              <a:ext cx="0" cy="115470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32" name="Google Shape;332;p21"/>
            <p:cNvCxnSpPr/>
            <p:nvPr/>
          </p:nvCxnSpPr>
          <p:spPr>
            <a:xfrm>
              <a:off x="3216559" y="8942916"/>
              <a:ext cx="274800" cy="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333" name="Google Shape;333;p21"/>
          <p:cNvGrpSpPr/>
          <p:nvPr/>
        </p:nvGrpSpPr>
        <p:grpSpPr>
          <a:xfrm>
            <a:off x="5396354" y="7532911"/>
            <a:ext cx="499574" cy="1530584"/>
            <a:chOff x="6434150" y="2008163"/>
            <a:chExt cx="711340" cy="2184988"/>
          </a:xfrm>
        </p:grpSpPr>
        <p:cxnSp>
          <p:nvCxnSpPr>
            <p:cNvPr id="334" name="Google Shape;334;p21"/>
            <p:cNvCxnSpPr/>
            <p:nvPr/>
          </p:nvCxnSpPr>
          <p:spPr>
            <a:xfrm>
              <a:off x="6588211" y="2012925"/>
              <a:ext cx="403500" cy="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35" name="Google Shape;335;p21"/>
            <p:cNvCxnSpPr/>
            <p:nvPr/>
          </p:nvCxnSpPr>
          <p:spPr>
            <a:xfrm flipH="1">
              <a:off x="6434311" y="2008163"/>
              <a:ext cx="153900" cy="30810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36" name="Google Shape;336;p21"/>
            <p:cNvCxnSpPr/>
            <p:nvPr/>
          </p:nvCxnSpPr>
          <p:spPr>
            <a:xfrm>
              <a:off x="6434150" y="2311521"/>
              <a:ext cx="162000" cy="32460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37" name="Google Shape;337;p21"/>
            <p:cNvCxnSpPr/>
            <p:nvPr/>
          </p:nvCxnSpPr>
          <p:spPr>
            <a:xfrm>
              <a:off x="6991430" y="2008163"/>
              <a:ext cx="153900" cy="30810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38" name="Google Shape;338;p21"/>
            <p:cNvCxnSpPr/>
            <p:nvPr/>
          </p:nvCxnSpPr>
          <p:spPr>
            <a:xfrm flipH="1">
              <a:off x="6978990" y="2311521"/>
              <a:ext cx="166500" cy="32460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39" name="Google Shape;339;p21"/>
            <p:cNvCxnSpPr/>
            <p:nvPr/>
          </p:nvCxnSpPr>
          <p:spPr>
            <a:xfrm flipH="1">
              <a:off x="6598063" y="2624150"/>
              <a:ext cx="0" cy="156900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40" name="Google Shape;340;p21"/>
            <p:cNvCxnSpPr/>
            <p:nvPr/>
          </p:nvCxnSpPr>
          <p:spPr>
            <a:xfrm flipH="1">
              <a:off x="6982535" y="2629391"/>
              <a:ext cx="0" cy="156330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41" name="Google Shape;341;p21"/>
            <p:cNvCxnSpPr/>
            <p:nvPr/>
          </p:nvCxnSpPr>
          <p:spPr>
            <a:xfrm>
              <a:off x="6586810" y="4192843"/>
              <a:ext cx="408900" cy="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342" name="Google Shape;342;p21"/>
          <p:cNvSpPr txBox="1"/>
          <p:nvPr/>
        </p:nvSpPr>
        <p:spPr>
          <a:xfrm>
            <a:off x="888725" y="9186936"/>
            <a:ext cx="909900" cy="19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(</a:t>
            </a:r>
            <a:r>
              <a:rPr lang="en-GB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 </a:t>
            </a:r>
            <a:r>
              <a:rPr lang="en-GB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+ 5) cm</a:t>
            </a:r>
            <a:r>
              <a:rPr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343" name="Google Shape;343;p21"/>
          <p:cNvCxnSpPr/>
          <p:nvPr/>
        </p:nvCxnSpPr>
        <p:spPr>
          <a:xfrm>
            <a:off x="1027213" y="9147738"/>
            <a:ext cx="264000" cy="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344" name="Google Shape;344;p21"/>
          <p:cNvSpPr txBox="1"/>
          <p:nvPr/>
        </p:nvSpPr>
        <p:spPr>
          <a:xfrm rot="-5400000">
            <a:off x="336774" y="8278225"/>
            <a:ext cx="909900" cy="19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(3</a:t>
            </a:r>
            <a:r>
              <a:rPr lang="en-GB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− 2) cm</a:t>
            </a:r>
            <a:r>
              <a:rPr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345" name="Google Shape;345;p21"/>
          <p:cNvCxnSpPr/>
          <p:nvPr/>
        </p:nvCxnSpPr>
        <p:spPr>
          <a:xfrm flipH="1">
            <a:off x="956244" y="7768947"/>
            <a:ext cx="0" cy="127770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346" name="Google Shape;346;p21"/>
          <p:cNvCxnSpPr/>
          <p:nvPr/>
        </p:nvCxnSpPr>
        <p:spPr>
          <a:xfrm flipH="1">
            <a:off x="3129637" y="7951680"/>
            <a:ext cx="0" cy="115020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347" name="Google Shape;347;p21"/>
          <p:cNvCxnSpPr/>
          <p:nvPr/>
        </p:nvCxnSpPr>
        <p:spPr>
          <a:xfrm>
            <a:off x="3205975" y="9182297"/>
            <a:ext cx="279900" cy="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348" name="Google Shape;348;p21"/>
          <p:cNvCxnSpPr/>
          <p:nvPr/>
        </p:nvCxnSpPr>
        <p:spPr>
          <a:xfrm rot="10800000" flipH="1">
            <a:off x="3161058" y="7574106"/>
            <a:ext cx="72900" cy="30900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349" name="Google Shape;349;p21"/>
          <p:cNvCxnSpPr/>
          <p:nvPr/>
        </p:nvCxnSpPr>
        <p:spPr>
          <a:xfrm>
            <a:off x="5493302" y="9136498"/>
            <a:ext cx="306000" cy="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350" name="Google Shape;350;p21"/>
          <p:cNvCxnSpPr/>
          <p:nvPr/>
        </p:nvCxnSpPr>
        <p:spPr>
          <a:xfrm flipH="1">
            <a:off x="5436346" y="7981383"/>
            <a:ext cx="0" cy="109080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351" name="Google Shape;351;p21"/>
          <p:cNvSpPr txBox="1"/>
          <p:nvPr/>
        </p:nvSpPr>
        <p:spPr>
          <a:xfrm>
            <a:off x="3134237" y="9186936"/>
            <a:ext cx="909900" cy="19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(</a:t>
            </a:r>
            <a:r>
              <a:rPr lang="en-GB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 </a:t>
            </a:r>
            <a:r>
              <a:rPr lang="en-GB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− 2) cm</a:t>
            </a:r>
            <a:r>
              <a:rPr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2" name="Google Shape;352;p21"/>
          <p:cNvSpPr txBox="1"/>
          <p:nvPr/>
        </p:nvSpPr>
        <p:spPr>
          <a:xfrm rot="-4575291">
            <a:off x="2818595" y="7489393"/>
            <a:ext cx="501255" cy="1939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 </a:t>
            </a:r>
            <a:r>
              <a:rPr lang="en-GB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cm</a:t>
            </a:r>
            <a:r>
              <a:rPr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3" name="Google Shape;353;p21"/>
          <p:cNvSpPr txBox="1"/>
          <p:nvPr/>
        </p:nvSpPr>
        <p:spPr>
          <a:xfrm rot="-5400000">
            <a:off x="2475540" y="8397046"/>
            <a:ext cx="909900" cy="19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(3</a:t>
            </a:r>
            <a:r>
              <a:rPr lang="en-GB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+ 1) cm</a:t>
            </a:r>
            <a:r>
              <a:rPr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4" name="Google Shape;354;p21"/>
          <p:cNvSpPr txBox="1"/>
          <p:nvPr/>
        </p:nvSpPr>
        <p:spPr>
          <a:xfrm>
            <a:off x="5396462" y="9186936"/>
            <a:ext cx="909900" cy="19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(</a:t>
            </a:r>
            <a:r>
              <a:rPr lang="en-GB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 </a:t>
            </a:r>
            <a:r>
              <a:rPr lang="en-GB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− 1) cm</a:t>
            </a:r>
            <a:r>
              <a:rPr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5" name="Google Shape;355;p21"/>
          <p:cNvSpPr txBox="1"/>
          <p:nvPr/>
        </p:nvSpPr>
        <p:spPr>
          <a:xfrm rot="-5400000">
            <a:off x="4805147" y="8429908"/>
            <a:ext cx="909900" cy="19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(2</a:t>
            </a:r>
            <a:r>
              <a:rPr lang="en-GB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+ 1) cm</a:t>
            </a:r>
            <a:r>
              <a:rPr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6" name="Google Shape;356;p21"/>
          <p:cNvSpPr txBox="1"/>
          <p:nvPr/>
        </p:nvSpPr>
        <p:spPr>
          <a:xfrm>
            <a:off x="470613" y="6189943"/>
            <a:ext cx="6422700" cy="34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Match the shapes below to one of these expressions for its perimeter.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7" name="Google Shape;357;p21"/>
          <p:cNvSpPr/>
          <p:nvPr/>
        </p:nvSpPr>
        <p:spPr>
          <a:xfrm>
            <a:off x="2490716" y="6473900"/>
            <a:ext cx="809100" cy="224700"/>
          </a:xfrm>
          <a:prstGeom prst="roundRect">
            <a:avLst>
              <a:gd name="adj" fmla="val 16667"/>
            </a:avLst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9</a:t>
            </a:r>
            <a:r>
              <a:rPr lang="en-GB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+ 11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8" name="Google Shape;358;p21"/>
          <p:cNvSpPr/>
          <p:nvPr/>
        </p:nvSpPr>
        <p:spPr>
          <a:xfrm>
            <a:off x="1605970" y="6473900"/>
            <a:ext cx="809100" cy="224700"/>
          </a:xfrm>
          <a:prstGeom prst="roundRect">
            <a:avLst>
              <a:gd name="adj" fmla="val 16667"/>
            </a:avLst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10</a:t>
            </a:r>
            <a:r>
              <a:rPr lang="en-GB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− 2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9" name="Google Shape;359;p21"/>
          <p:cNvSpPr/>
          <p:nvPr/>
        </p:nvSpPr>
        <p:spPr>
          <a:xfrm>
            <a:off x="721225" y="6473900"/>
            <a:ext cx="809100" cy="224700"/>
          </a:xfrm>
          <a:prstGeom prst="roundRect">
            <a:avLst>
              <a:gd name="adj" fmla="val 16667"/>
            </a:avLst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10</a:t>
            </a:r>
            <a:r>
              <a:rPr lang="en-GB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− 4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360" name="Google Shape;360;p21"/>
          <p:cNvCxnSpPr/>
          <p:nvPr/>
        </p:nvCxnSpPr>
        <p:spPr>
          <a:xfrm>
            <a:off x="477295" y="9737338"/>
            <a:ext cx="6610500" cy="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  <p:transition/>
  <p:timing/>
</p:sld>
</file>

<file path=ppt/tags/tag1.xml><?xml version="1.0" encoding="utf-8"?>
<p:tagLst xmlns:p="http://schemas.openxmlformats.org/presentationml/2006/main">
  <p:tag name="AS_NET" val="3.1.32"/>
  <p:tag name="AS_OS" val="Microsoft Windows NT 6.2.9200.0"/>
  <p:tag name="AS_RELEASE_DATE" val="2024.01.14"/>
  <p:tag name="AS_TITLE" val="Aspose.Slides for .NET Standard 2.0"/>
  <p:tag name="AS_VERSION" val="24.1"/>
</p:tagLst>
</file>

<file path=ppt/theme/theme1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r="http://schemas.openxmlformats.org/officeDocument/2006/relationships" xmlns:a="http://schemas.openxmlformats.org/drawingml/2006/main" name="simple-light-2 override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:vt="http://schemas.openxmlformats.org/officeDocument/2006/docPropsVTypes" xmlns="http://schemas.openxmlformats.org/officeDocument/2006/extended-properties">
  <Company/>
  <Paragraphs>130</Paragraphs>
  <Slides>2</Slides>
  <Notes>2</Notes>
  <TotalTime>0</TotalTime>
  <HiddenSlides>0</HiddenSlides>
  <MMClips>0</MMClips>
  <ScaleCrop>0</ScaleCrop>
  <HeadingPairs>
    <vt:vector baseType="variant" size="6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baseType="lpstr" size="10">
      <vt:lpstr>Arial</vt:lpstr>
      <vt:lpstr>Lexend</vt:lpstr>
      <vt:lpstr>Kalam</vt:lpstr>
      <vt:lpstr>Lexend Medium</vt:lpstr>
      <vt:lpstr>Lexend Light</vt:lpstr>
      <vt:lpstr>Calibri</vt:lpstr>
      <vt:lpstr>Times</vt:lpstr>
      <vt:lpstr>simple-light-2</vt:lpstr>
      <vt:lpstr>Preparing to solve two step linear equations</vt:lpstr>
      <vt:lpstr>PowerPoint Presentation</vt:lpstr>
    </vt:vector>
  </TitlesOfParts>
  <LinksUpToDate>0</LinksUpToDate>
  <SharedDoc>0</SharedDoc>
  <HyperlinksChanged>0</HyperlinksChanged>
  <Application>Aspose.Slides for .NET</Application>
  <AppVersion>24.0100</AppVersion>
</Properties>
</file>

<file path=docProps/core.xml><?xml version="1.0" encoding="utf-8"?>
<cp:coreProperties xmlns:dc="http://purl.org/dc/elements/1.1/" xmlns:dcterms="http://purl.org/dc/terms/" xmlns:dcmitype="http://purl.org/dc/dcmitype/" xmlns:xsi="http://www.w3.org/2001/XMLSchema-instance" xmlns:cp="http://schemas.openxmlformats.org/package/2006/metadata/core-properties">
  <cp:revision>1</cp:revision>
  <cp:lastPrinted>2024-02-06T09:59:20.389</cp:lastPrinted>
  <dcterms:created xsi:type="dcterms:W3CDTF">2024-02-06T09:59:20Z</dcterms:created>
  <dcterms:modified xsi:type="dcterms:W3CDTF">2024-02-06T09:56:17Z</dcterms:modified>
</cp:coreProperties>
</file>