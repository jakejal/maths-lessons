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0" name="Shape 240"/>
        <p:cNvGrpSpPr/>
        <p:nvPr/>
      </p:nvGrpSpPr>
      <p:grpSpPr>
        <a:xfrm>
          <a:off x="0" y="0"/>
          <a:ext cx="0" cy="0"/>
        </a:xfrm>
      </p:grpSpPr>
      <p:sp>
        <p:nvSpPr>
          <p:cNvPr id="241" name="Google Shape;24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00800"/>
            <a:ext cx="556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Representations of equations involving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252700" y="3327625"/>
            <a:ext cx="1321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+ 10) × 5 = 35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4230150" y="1946050"/>
            <a:ext cx="233849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76400" y="1749900"/>
            <a:ext cx="6545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an equation and draw a bar model for Andeep and Laura’s number problems.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3180" y="383981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242377" y="3837107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048275" y="1936375"/>
            <a:ext cx="2401925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1292125" y="2097200"/>
            <a:ext cx="2051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am thinking of a number. When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add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361175" y="2094775"/>
            <a:ext cx="2051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thinking of a number. When you add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multiply by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4785" y="28636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253738" y="28323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814300" y="3338875"/>
            <a:ext cx="1321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023850" y="3643675"/>
            <a:ext cx="110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443200" y="3632425"/>
            <a:ext cx="122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+ 10) = 35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134400" y="3693000"/>
            <a:ext cx="1229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Simplified form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3853493" y="4189744"/>
            <a:ext cx="3243804" cy="664685"/>
            <a:chOff x="4229555" y="4059439"/>
            <a:chExt cx="3750930" cy="768600"/>
          </a:xfrm>
        </p:grpSpPr>
        <p:sp>
          <p:nvSpPr>
            <p:cNvPr id="189" name="Google Shape;189;p20"/>
            <p:cNvSpPr/>
            <p:nvPr/>
          </p:nvSpPr>
          <p:spPr>
            <a:xfrm>
              <a:off x="4232530" y="4440439"/>
              <a:ext cx="37479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35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4480907" y="405943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229555" y="4059439"/>
              <a:ext cx="254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5231677" y="405943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4980325" y="4059439"/>
              <a:ext cx="254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5982446" y="405943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5731095" y="4059439"/>
              <a:ext cx="254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733216" y="405943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6481864" y="4059439"/>
              <a:ext cx="254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7483985" y="405943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7232634" y="4059439"/>
              <a:ext cx="2541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473180" y="4170320"/>
            <a:ext cx="2861537" cy="679937"/>
            <a:chOff x="320775" y="4036979"/>
            <a:chExt cx="3308900" cy="786236"/>
          </a:xfrm>
        </p:grpSpPr>
        <p:sp>
          <p:nvSpPr>
            <p:cNvPr id="201" name="Google Shape;201;p20"/>
            <p:cNvSpPr/>
            <p:nvPr/>
          </p:nvSpPr>
          <p:spPr>
            <a:xfrm>
              <a:off x="1444588" y="4043409"/>
              <a:ext cx="565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332375" y="4435614"/>
              <a:ext cx="32973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35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2569873" y="4043409"/>
              <a:ext cx="565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129355" y="4036979"/>
              <a:ext cx="496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2006495" y="4043409"/>
              <a:ext cx="565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884153" y="4043409"/>
              <a:ext cx="565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320775" y="4043409"/>
              <a:ext cx="5655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8" name="Google Shape;208;p20"/>
          <p:cNvSpPr txBox="1"/>
          <p:nvPr/>
        </p:nvSpPr>
        <p:spPr>
          <a:xfrm>
            <a:off x="476400" y="5483700"/>
            <a:ext cx="6610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equations for the bar models that Jun and Jacob have drawn. If you can see more than one way to write the equation you should do so.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137748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137748" y="6367559"/>
            <a:ext cx="29262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513107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325" y="674978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696" y="6778826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591098" y="7403861"/>
            <a:ext cx="1044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Jacob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235950" y="7406282"/>
            <a:ext cx="601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Jun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59125" y="6369367"/>
            <a:ext cx="28704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149909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59125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103840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513056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066187" y="6083858"/>
            <a:ext cx="364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75403" y="6083858"/>
            <a:ext cx="590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723603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098962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305442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680801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891296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266655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479166" y="6082050"/>
            <a:ext cx="3768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854524" y="6082050"/>
            <a:ext cx="209700" cy="290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135175" y="6785200"/>
            <a:ext cx="141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+ 5) × 3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135175" y="7090000"/>
            <a:ext cx="122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+ 5)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135175" y="75472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×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× 5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135175" y="7852000"/>
            <a:ext cx="1199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135425" y="6785200"/>
            <a:ext cx="132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× 5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135425" y="7090000"/>
            <a:ext cx="110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135425" y="7547200"/>
            <a:ext cx="147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×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× 3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135425" y="7852000"/>
            <a:ext cx="11022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" name="Google Shape;239;p20"/>
          <p:cNvCxnSpPr/>
          <p:nvPr/>
        </p:nvCxnSpPr>
        <p:spPr>
          <a:xfrm>
            <a:off x="47640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p21"/>
          <p:cNvSpPr/>
          <p:nvPr/>
        </p:nvSpPr>
        <p:spPr>
          <a:xfrm>
            <a:off x="5706741" y="523228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411591" y="523228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443358" y="5746631"/>
            <a:ext cx="3012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842891" y="523863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884291" y="523863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585841" y="574663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903353" y="5746631"/>
            <a:ext cx="2085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246241" y="5746632"/>
            <a:ext cx="162000" cy="20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376047" y="52957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12447" y="52957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96597" y="5740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1401447" y="5740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7" name="Google Shape;25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Effectively using brackets in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6875" y="1216500"/>
            <a:ext cx="46404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Spot the errors in these manipulations of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Once spotted, write a sentence to explain each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1001000" y="1827075"/>
            <a:ext cx="111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66875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820262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793150" y="2169975"/>
            <a:ext cx="132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827850" y="2512875"/>
            <a:ext cx="13233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275775" y="1836600"/>
            <a:ext cx="116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3077450" y="2179500"/>
            <a:ext cx="153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200275" y="2522400"/>
            <a:ext cx="12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677775" y="1836600"/>
            <a:ext cx="1114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469925" y="2179500"/>
            <a:ext cx="15348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495100" y="2522400"/>
            <a:ext cx="145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168824" y="1826100"/>
            <a:ext cx="396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41350" y="2163266"/>
            <a:ext cx="189600" cy="26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73375" y="2951775"/>
            <a:ext cx="1990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multiplication only occurred on one side of the equation.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496265" y="2511840"/>
            <a:ext cx="208500" cy="26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138936" y="2511840"/>
            <a:ext cx="208500" cy="26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846902" y="2951775"/>
            <a:ext cx="1990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terms inside the bracket need to be multiplied.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093008" y="2951775"/>
            <a:ext cx="1990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sides need to be multiplied by the same term.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427821" y="2165925"/>
            <a:ext cx="189600" cy="26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169675" y="2165925"/>
            <a:ext cx="189600" cy="26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21" descr="&lt;math xmlns=&quot;http://www.w3.org/1998/Math/MathML&quot; display=&quot;block&quot; data-is-equatio=&quot;1&quot; data-latex=&quot;\frac{7}{f}=18&quot;&gt;&lt;mfrac&gt;&lt;mn&gt;7&lt;/mn&gt;&lt;mi&gt;f&lt;/mi&gt;&lt;/mfrac&gt;&lt;mo&gt;=&lt;/mo&gt;&lt;mn&gt;18&lt;/mn&gt;&lt;/math&gt;" title="7 over f equals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916" y="4641947"/>
            <a:ext cx="501382" cy="366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&lt;math xmlns=&quot;http://www.w3.org/1998/Math/MathML&quot; display=&quot;block&quot; data-is-equatio=&quot;1&quot; data-latex=&quot;f\left(\frac{7}{f}\right)=f\left(18\right)&quot;&gt;&lt;mi&gt;f&lt;/mi&gt;&lt;mrow data-mjx-texclass=&quot;INNER&quot;&gt;&lt;mo data-mjx-texclass=&quot;OPEN&quot;&gt;(&lt;/mo&gt;&lt;mfrac&gt;&lt;mn&gt;7&lt;/mn&gt;&lt;mi&gt;f&lt;/mi&gt;&lt;/mfrac&gt;&lt;mo data-mjx-texclass=&quot;CLOSE&quot;&gt;)&lt;/mo&gt;&lt;/mrow&gt;&lt;mo&gt;=&lt;/mo&gt;&lt;mi&gt;f&lt;/mi&gt;&lt;mrow data-mjx-texclass=&quot;INNER&quot;&gt;&lt;mo data-mjx-texclass=&quot;OPEN&quot;&gt;(&lt;/mo&gt;&lt;mn&gt;18&lt;/mn&gt;&lt;mo data-mjx-texclass=&quot;CLOSE&quot;&gt;)&lt;/mo&gt;&lt;/mrow&gt;&lt;/math&gt;" title="f of open paren 7 over f close paren equals f of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147" y="5138942"/>
            <a:ext cx="1110904" cy="40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&lt;math xmlns=&quot;http://www.w3.org/1998/Math/MathML&quot; display=&quot;block&quot; data-is-equatio=&quot;1&quot; data-latex=&quot;\frac{1}{2}d+4=3d-1&quot;&gt;&lt;mfrac&gt;&lt;mn&gt;1&lt;/mn&gt;&lt;mn&gt;2&lt;/mn&gt;&lt;/mfrac&gt;&lt;mi&gt;d&lt;/mi&gt;&lt;mo&gt;+&lt;/mo&gt;&lt;mn&gt;4&lt;/mn&gt;&lt;mo&gt;=&lt;/mo&gt;&lt;mn&gt;3&lt;/mn&gt;&lt;mi&gt;d&lt;/mi&gt;&lt;mo&gt;−&lt;/mo&gt;&lt;mn&gt;1&lt;/mn&gt;&lt;/math&gt;" title="one half d plus 4 equals 3 d min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0654" y="4642340"/>
            <a:ext cx="1074014" cy="33064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476400" y="4340700"/>
            <a:ext cx="5089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parts of these manipulations of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3351975" y="5732325"/>
            <a:ext cx="1164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76400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2791686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170375" y="5732325"/>
            <a:ext cx="64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= 18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196399" y="4645500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" name="Google Shape;291;p21" descr="&lt;math xmlns=&quot;http://www.w3.org/1998/Math/MathML&quot; display=&quot;block&quot; data-is-equatio=&quot;1&quot; data-latex=&quot;2\left(\frac{1}{2}d+4\right)=2\left(3d-1\right)&quot;&gt;&lt;mn&gt;2&lt;/mn&gt;&lt;mrow data-mjx-texclass=&quot;INNER&quot;&gt;&lt;mo data-mjx-texclass=&quot;OPEN&quot;&gt;(&lt;/mo&gt;&lt;mfrac&gt;&lt;mn&gt;1&lt;/mn&gt;&lt;mn&gt;2&lt;/mn&gt;&lt;/mfrac&gt;&lt;mi&gt;d&lt;/mi&gt;&lt;mo&gt;+&lt;/mo&gt;&lt;mn&gt;4&lt;/mn&gt;&lt;mo data-mjx-texclass=&quot;CLOSE&quot;&gt;)&lt;/mo&gt;&lt;/mrow&gt;&lt;mo&gt;=&lt;/mo&gt;&lt;mn&gt;2&lt;/mn&gt;&lt;mrow data-mjx-texclass=&quot;INNER&quot;&gt;&lt;mo data-mjx-texclass=&quot;OPEN&quot;&gt;(&lt;/mo&gt;&lt;mn&gt;3&lt;/mn&gt;&lt;mi&gt;d&lt;/mi&gt;&lt;mo&gt;−&lt;/mo&gt;&lt;mn&gt;1&lt;/mn&gt;&lt;mo data-mjx-texclass=&quot;CLOSE&quot;&gt;)&lt;/mo&gt;&lt;/mrow&gt;&lt;/math&gt;" title="2 times open paren one half d plus 4 close paren equals 2 times open paren 3 d min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0177" y="5140160"/>
            <a:ext cx="1643604" cy="393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&lt;math xmlns=&quot;http://www.w3.org/1998/Math/MathML&quot; display=&quot;block&quot; data-is-equatio=&quot;1&quot; data-latex=&quot;2e+3=\frac{1}{4}e&quot;&gt;&lt;mn&gt;2&lt;/mn&gt;&lt;mi&gt;e&lt;/mi&gt;&lt;mo&gt;+&lt;/mo&gt;&lt;mn&gt;3&lt;/mn&gt;&lt;mo&gt;=&lt;/mo&gt;&lt;mfrac&gt;&lt;mn&gt;1&lt;/mn&gt;&lt;mn&gt;4&lt;/mn&gt;&lt;/mfrac&gt;&lt;mi&gt;e&lt;/mi&gt;&lt;/math&gt;" title="2 e plus 3 equals one fourth 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345" y="4639617"/>
            <a:ext cx="855298" cy="347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&lt;math xmlns=&quot;http://www.w3.org/1998/Math/MathML&quot; display=&quot;block&quot; data-is-equatio=&quot;1&quot; data-latex=&quot;4\left(2e+3\right)=4\left(\frac{1}{4}e\right)&quot;&gt;&lt;mn&gt;4&lt;/mn&gt;&lt;mrow data-mjx-texclass=&quot;INNER&quot;&gt;&lt;mo data-mjx-texclass=&quot;OPEN&quot;&gt;(&lt;/mo&gt;&lt;mn&gt;2&lt;/mn&gt;&lt;mi&gt;e&lt;/mi&gt;&lt;mo&gt;+&lt;/mo&gt;&lt;mn&gt;3&lt;/mn&gt;&lt;mo data-mjx-texclass=&quot;CLOSE&quot;&gt;)&lt;/mo&gt;&lt;/mrow&gt;&lt;mo&gt;=&lt;/mo&gt;&lt;mn&gt;4&lt;/mn&gt;&lt;mrow data-mjx-texclass=&quot;INNER&quot;&gt;&lt;mo data-mjx-texclass=&quot;OPEN&quot;&gt;(&lt;/mo&gt;&lt;mfrac&gt;&lt;mn&gt;1&lt;/mn&gt;&lt;mn&gt;4&lt;/mn&gt;&lt;/mfrac&gt;&lt;mi&gt;e&lt;/mi&gt;&lt;mo data-mjx-texclass=&quot;CLOSE&quot;&gt;)&lt;/mo&gt;&lt;/mrow&gt;&lt;/math&gt;" title="4 times open paren 2 e plus 3 close paren equals 4 times one fourth 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575" y="5189594"/>
            <a:ext cx="1408576" cy="41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696187" y="5732325"/>
            <a:ext cx="1669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2842897" y="5238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884297" y="5238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585847" y="5746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903361" y="5746625"/>
            <a:ext cx="2085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246247" y="574662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706747" y="5232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6411597" y="5232276"/>
            <a:ext cx="1620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443369" y="5746625"/>
            <a:ext cx="301200" cy="20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Brackets in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2024-02-06T10:01:00.275</cp:lastPrinted>
  <dcterms:created xsi:type="dcterms:W3CDTF">2024-02-06T10:01:00Z</dcterms:created>
  <dcterms:modified xsi:type="dcterms:W3CDTF">2024-02-06T10:01:10Z</dcterms:modified>
</cp:coreProperties>
</file>