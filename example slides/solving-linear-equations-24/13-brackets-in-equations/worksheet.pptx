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" name="Shape 195"/>
        <p:cNvGrpSpPr/>
        <p:nvPr/>
      </p:nvGrpSpPr>
      <p:grpSpPr>
        <a:xfrm>
          <a:off x="0" y="0"/>
          <a:ext cx="0" cy="0"/>
        </a:xfrm>
      </p:grpSpPr>
      <p:sp>
        <p:nvSpPr>
          <p:cNvPr id="196" name="Google Shape;19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image" Target="../media/image13.png" /><Relationship Id="rId7" Type="http://schemas.openxmlformats.org/officeDocument/2006/relationships/image" Target="../media/image14.png" /><Relationship Id="rId8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Brackets in equations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00800"/>
            <a:ext cx="55632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Representations of equations involving brackets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>
            <a:off x="4230150" y="1946050"/>
            <a:ext cx="2338499" cy="10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476400" y="1749900"/>
            <a:ext cx="65454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an equation and draw a bar model for Andeep and Laura’s number problems.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3180" y="3839811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6242377" y="3837107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1048275" y="1936375"/>
            <a:ext cx="2401925" cy="10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1292125" y="2097200"/>
            <a:ext cx="20517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am thinking of a number. When you multiply it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add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get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361175" y="2094775"/>
            <a:ext cx="20517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thinking of a number. When you add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multiply by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get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4785" y="2863649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253738" y="2832377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476400" y="5483700"/>
            <a:ext cx="6610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equations for the bar models that Jun and Jacob have drawn. If you can see more than one way to write the equation you should do so.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4137748" y="6082050"/>
            <a:ext cx="376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137748" y="6367559"/>
            <a:ext cx="29262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513107" y="6082050"/>
            <a:ext cx="209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1325" y="6749787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696" y="6778826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591098" y="7403861"/>
            <a:ext cx="1044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Jacob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235950" y="7406282"/>
            <a:ext cx="601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Jun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59125" y="6369367"/>
            <a:ext cx="28704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149909" y="6083858"/>
            <a:ext cx="364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59125" y="6083858"/>
            <a:ext cx="590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103840" y="6083858"/>
            <a:ext cx="364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513056" y="6083858"/>
            <a:ext cx="590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066187" y="6083858"/>
            <a:ext cx="364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475403" y="6083858"/>
            <a:ext cx="590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723603" y="6082050"/>
            <a:ext cx="376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098962" y="6082050"/>
            <a:ext cx="209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305442" y="6082050"/>
            <a:ext cx="376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680801" y="6082050"/>
            <a:ext cx="209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891296" y="6082050"/>
            <a:ext cx="376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6266655" y="6082050"/>
            <a:ext cx="209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479166" y="6082050"/>
            <a:ext cx="376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6854524" y="6082050"/>
            <a:ext cx="209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>
            <a:off x="476400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0" name="Google Shape;20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Brackets in equations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68000" y="924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Effectively using brackets in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6875" y="1216500"/>
            <a:ext cx="4640400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Spot the errors in these manipulations of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Once spotted, write a sentence to explain each error.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1001000" y="1827075"/>
            <a:ext cx="111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66875" y="1826100"/>
            <a:ext cx="3969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2820262" y="1826100"/>
            <a:ext cx="3969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793150" y="2169975"/>
            <a:ext cx="132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827850" y="2512875"/>
            <a:ext cx="13233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 = 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275775" y="1836600"/>
            <a:ext cx="1164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077450" y="2179500"/>
            <a:ext cx="1534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2(4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200275" y="2522400"/>
            <a:ext cx="123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677775" y="1836600"/>
            <a:ext cx="1114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469925" y="2179500"/>
            <a:ext cx="15348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2(4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495100" y="2522400"/>
            <a:ext cx="1450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 = 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168824" y="1826100"/>
            <a:ext cx="3969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1" descr="&lt;math xmlns=&quot;http://www.w3.org/1998/Math/MathML&quot; display=&quot;block&quot; data-is-equatio=&quot;1&quot; data-latex=&quot;\frac{7}{f}=18&quot;&gt;&lt;mfrac&gt;&lt;mn&gt;7&lt;/mn&gt;&lt;mi&gt;f&lt;/mi&gt;&lt;/mfrac&gt;&lt;mo&gt;=&lt;/mo&gt;&lt;mn&gt;18&lt;/mn&gt;&lt;/math&gt;" title="7 over f equals 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4916" y="4641947"/>
            <a:ext cx="501382" cy="366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&lt;math xmlns=&quot;http://www.w3.org/1998/Math/MathML&quot; display=&quot;block&quot; data-is-equatio=&quot;1&quot; data-latex=&quot;f\left(\frac{7}{f}\right)=f\left(18\right)&quot;&gt;&lt;mi&gt;f&lt;/mi&gt;&lt;mrow data-mjx-texclass=&quot;INNER&quot;&gt;&lt;mo data-mjx-texclass=&quot;OPEN&quot;&gt;(&lt;/mo&gt;&lt;mfrac&gt;&lt;mn&gt;7&lt;/mn&gt;&lt;mi&gt;f&lt;/mi&gt;&lt;/mfrac&gt;&lt;mo data-mjx-texclass=&quot;CLOSE&quot;&gt;)&lt;/mo&gt;&lt;/mrow&gt;&lt;mo&gt;=&lt;/mo&gt;&lt;mi&gt;f&lt;/mi&gt;&lt;mrow data-mjx-texclass=&quot;INNER&quot;&gt;&lt;mo data-mjx-texclass=&quot;OPEN&quot;&gt;(&lt;/mo&gt;&lt;mn&gt;18&lt;/mn&gt;&lt;mo data-mjx-texclass=&quot;CLOSE&quot;&gt;)&lt;/mo&gt;&lt;/mrow&gt;&lt;/math&gt;" title="f of open paren 7 over f close paren equals f of 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6147" y="5138942"/>
            <a:ext cx="1110904" cy="40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&lt;math xmlns=&quot;http://www.w3.org/1998/Math/MathML&quot; display=&quot;block&quot; data-is-equatio=&quot;1&quot; data-latex=&quot;\frac{1}{2}d+4=3d-1&quot;&gt;&lt;mfrac&gt;&lt;mn&gt;1&lt;/mn&gt;&lt;mn&gt;2&lt;/mn&gt;&lt;/mfrac&gt;&lt;mi&gt;d&lt;/mi&gt;&lt;mo&gt;+&lt;/mo&gt;&lt;mn&gt;4&lt;/mn&gt;&lt;mo&gt;=&lt;/mo&gt;&lt;mn&gt;3&lt;/mn&gt;&lt;mi&gt;d&lt;/mi&gt;&lt;mo&gt;−&lt;/mo&gt;&lt;mn&gt;1&lt;/mn&gt;&lt;/math&gt;" title="one half d plus 4 equals 3 d minu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0654" y="4642340"/>
            <a:ext cx="1074014" cy="33064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476400" y="4340700"/>
            <a:ext cx="5089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missing parts of these manipulations of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3351975" y="5732325"/>
            <a:ext cx="1164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+ 8 = 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76400" y="4645500"/>
            <a:ext cx="396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2791686" y="4645500"/>
            <a:ext cx="396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6170375" y="5732325"/>
            <a:ext cx="642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= 18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5196399" y="4645500"/>
            <a:ext cx="396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1" descr="&lt;math xmlns=&quot;http://www.w3.org/1998/Math/MathML&quot; display=&quot;block&quot; data-is-equatio=&quot;1&quot; data-latex=&quot;2\left(\frac{1}{2}d+4\right)=2\left(3d-1\right)&quot;&gt;&lt;mn&gt;2&lt;/mn&gt;&lt;mrow data-mjx-texclass=&quot;INNER&quot;&gt;&lt;mo data-mjx-texclass=&quot;OPEN&quot;&gt;(&lt;/mo&gt;&lt;mfrac&gt;&lt;mn&gt;1&lt;/mn&gt;&lt;mn&gt;2&lt;/mn&gt;&lt;/mfrac&gt;&lt;mi&gt;d&lt;/mi&gt;&lt;mo&gt;+&lt;/mo&gt;&lt;mn&gt;4&lt;/mn&gt;&lt;mo data-mjx-texclass=&quot;CLOSE&quot;&gt;)&lt;/mo&gt;&lt;/mrow&gt;&lt;mo&gt;=&lt;/mo&gt;&lt;mn&gt;2&lt;/mn&gt;&lt;mrow data-mjx-texclass=&quot;INNER&quot;&gt;&lt;mo data-mjx-texclass=&quot;OPEN&quot;&gt;(&lt;/mo&gt;&lt;mn&gt;3&lt;/mn&gt;&lt;mi&gt;d&lt;/mi&gt;&lt;mo&gt;−&lt;/mo&gt;&lt;mn&gt;1&lt;/mn&gt;&lt;mo data-mjx-texclass=&quot;CLOSE&quot;&gt;)&lt;/mo&gt;&lt;/mrow&gt;&lt;/math&gt;" title="2 times open paren one half d plus 4 close paren equals 2 times open paren 3 d minus 1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0177" y="5140160"/>
            <a:ext cx="1643604" cy="393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&lt;math xmlns=&quot;http://www.w3.org/1998/Math/MathML&quot; display=&quot;block&quot; data-is-equatio=&quot;1&quot; data-latex=&quot;2e+3=\frac{1}{4}e&quot;&gt;&lt;mn&gt;2&lt;/mn&gt;&lt;mi&gt;e&lt;/mi&gt;&lt;mo&gt;+&lt;/mo&gt;&lt;mn&gt;3&lt;/mn&gt;&lt;mo&gt;=&lt;/mo&gt;&lt;mfrac&gt;&lt;mn&gt;1&lt;/mn&gt;&lt;mn&gt;4&lt;/mn&gt;&lt;/mfrac&gt;&lt;mi&gt;e&lt;/mi&gt;&lt;/math&gt;" title="2 e plus 3 equals one fourth 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345" y="4639617"/>
            <a:ext cx="855298" cy="347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&lt;math xmlns=&quot;http://www.w3.org/1998/Math/MathML&quot; display=&quot;block&quot; data-is-equatio=&quot;1&quot; data-latex=&quot;4\left(2e+3\right)=4\left(\frac{1}{4}e\right)&quot;&gt;&lt;mn&gt;4&lt;/mn&gt;&lt;mrow data-mjx-texclass=&quot;INNER&quot;&gt;&lt;mo data-mjx-texclass=&quot;OPEN&quot;&gt;(&lt;/mo&gt;&lt;mn&gt;2&lt;/mn&gt;&lt;mi&gt;e&lt;/mi&gt;&lt;mo&gt;+&lt;/mo&gt;&lt;mn&gt;3&lt;/mn&gt;&lt;mo data-mjx-texclass=&quot;CLOSE&quot;&gt;)&lt;/mo&gt;&lt;/mrow&gt;&lt;mo&gt;=&lt;/mo&gt;&lt;mn&gt;4&lt;/mn&gt;&lt;mrow data-mjx-texclass=&quot;INNER&quot;&gt;&lt;mo data-mjx-texclass=&quot;OPEN&quot;&gt;(&lt;/mo&gt;&lt;mfrac&gt;&lt;mn&gt;1&lt;/mn&gt;&lt;mn&gt;4&lt;/mn&gt;&lt;/mfrac&gt;&lt;mi&gt;e&lt;/mi&gt;&lt;mo data-mjx-texclass=&quot;CLOSE&quot;&gt;)&lt;/mo&gt;&lt;/mrow&gt;&lt;/math&gt;" title="4 times open paren 2 e plus 3 close paren equals 4 times one fourth 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2575" y="5189594"/>
            <a:ext cx="1408576" cy="41368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696187" y="5732325"/>
            <a:ext cx="16692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 =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506091" y="5295782"/>
            <a:ext cx="162000" cy="20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12447" y="529577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1376041" y="5295782"/>
            <a:ext cx="162000" cy="20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1376047" y="529577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1401441" y="5740282"/>
            <a:ext cx="162000" cy="20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1401447" y="574027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696591" y="5740282"/>
            <a:ext cx="162000" cy="20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696597" y="574027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2842897" y="523862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2842891" y="5238632"/>
            <a:ext cx="162000" cy="20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884297" y="523862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3884291" y="5238632"/>
            <a:ext cx="162000" cy="20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3585847" y="574662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3585841" y="5746632"/>
            <a:ext cx="162000" cy="20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3903361" y="5746625"/>
            <a:ext cx="2085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3903353" y="5746631"/>
            <a:ext cx="208500" cy="20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4246247" y="574662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4246241" y="5746632"/>
            <a:ext cx="162000" cy="20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706747" y="523227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706741" y="5232282"/>
            <a:ext cx="162000" cy="20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6411597" y="523227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6411591" y="5232282"/>
            <a:ext cx="162000" cy="20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6443369" y="5746625"/>
            <a:ext cx="3012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6443358" y="5746631"/>
            <a:ext cx="301200" cy="20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Brackets in equations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2024-02-06T09:57:36.285</cp:lastPrinted>
  <dcterms:created xsi:type="dcterms:W3CDTF">2024-02-06T09:57:36Z</dcterms:created>
  <dcterms:modified xsi:type="dcterms:W3CDTF">2024-02-06T09:57:46Z</dcterms:modified>
</cp:coreProperties>
</file>