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68" r:id="rId1"/>
    <p:sldMasterId id="2147483769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9144000" cy="5143500"/>
  <p:notesSz cx="6858000" cy="9144000"/>
  <p:embeddedFontLst>
    <p:embeddedFont>
      <p:font typeface="Lexend" panose="00000000000000000000"/>
      <p:regular r:id="rId48"/>
    </p:embeddedFont>
    <p:embeddedFont>
      <p:font typeface="Lexend Medium" panose="00000000000000000000"/>
      <p:regular r:id="rId49"/>
    </p:embeddedFont>
    <p:embeddedFont>
      <p:font typeface="Kalam" panose="02000000000000000000"/>
      <p:regular r:id="rId50"/>
    </p:embeddedFont>
    <p:embeddedFont>
      <p:font typeface="Lexend Light" panose="00000000000000000000"/>
      <p:regular r:id="rId51"/>
    </p:embeddedFont>
  </p:embeddedFontLst>
  <p:custDataLst>
    <p:tags r:id="rId4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E4CF21A-44C6-4638-BF1D-E77CA793A82A}">
  <a:tblStyle styleId="{DE4CF21A-44C6-4638-BF1D-E77CA793A8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2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slide" Target="slides/slide31.xml" /><Relationship Id="rId35" Type="http://schemas.openxmlformats.org/officeDocument/2006/relationships/slide" Target="slides/slide32.xml" /><Relationship Id="rId36" Type="http://schemas.openxmlformats.org/officeDocument/2006/relationships/slide" Target="slides/slide33.xml" /><Relationship Id="rId37" Type="http://schemas.openxmlformats.org/officeDocument/2006/relationships/slide" Target="slides/slide34.xml" /><Relationship Id="rId38" Type="http://schemas.openxmlformats.org/officeDocument/2006/relationships/slide" Target="slides/slide35.xml" /><Relationship Id="rId39" Type="http://schemas.openxmlformats.org/officeDocument/2006/relationships/slide" Target="slides/slide36.xml" /><Relationship Id="rId4" Type="http://schemas.openxmlformats.org/officeDocument/2006/relationships/slide" Target="slides/slide1.xml" /><Relationship Id="rId40" Type="http://schemas.openxmlformats.org/officeDocument/2006/relationships/slide" Target="slides/slide37.xml" /><Relationship Id="rId41" Type="http://schemas.openxmlformats.org/officeDocument/2006/relationships/slide" Target="slides/slide38.xml" /><Relationship Id="rId42" Type="http://schemas.openxmlformats.org/officeDocument/2006/relationships/slide" Target="slides/slide39.xml" /><Relationship Id="rId43" Type="http://schemas.openxmlformats.org/officeDocument/2006/relationships/slide" Target="slides/slide40.xml" /><Relationship Id="rId44" Type="http://schemas.openxmlformats.org/officeDocument/2006/relationships/slide" Target="slides/slide41.xml" /><Relationship Id="rId45" Type="http://schemas.openxmlformats.org/officeDocument/2006/relationships/slide" Target="slides/slide42.xml" /><Relationship Id="rId46" Type="http://schemas.openxmlformats.org/officeDocument/2006/relationships/slide" Target="slides/slide43.xml" /><Relationship Id="rId47" Type="http://schemas.openxmlformats.org/officeDocument/2006/relationships/tags" Target="tags/tag1.xml" /><Relationship Id="rId48" Type="http://schemas.openxmlformats.org/officeDocument/2006/relationships/font" Target="fonts/font1.fntdata" /><Relationship Id="rId49" Type="http://schemas.openxmlformats.org/officeDocument/2006/relationships/font" Target="fonts/font2.fntdata" /><Relationship Id="rId5" Type="http://schemas.openxmlformats.org/officeDocument/2006/relationships/slide" Target="slides/slide2.xml" /><Relationship Id="rId50" Type="http://schemas.openxmlformats.org/officeDocument/2006/relationships/font" Target="fonts/font3.fntdata" /><Relationship Id="rId51" Type="http://schemas.openxmlformats.org/officeDocument/2006/relationships/font" Target="fonts/font4.fntdata" /><Relationship Id="rId52" Type="http://schemas.openxmlformats.org/officeDocument/2006/relationships/presProps" Target="presProps.xml" /><Relationship Id="rId53" Type="http://schemas.openxmlformats.org/officeDocument/2006/relationships/viewProps" Target="viewProps.xml" /><Relationship Id="rId54" Type="http://schemas.openxmlformats.org/officeDocument/2006/relationships/theme" Target="theme/theme1.xml" /><Relationship Id="rId55" Type="http://schemas.openxmlformats.org/officeDocument/2006/relationships/tableStyles" Target="tableStyles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0" name="Shape 1480"/>
        <p:cNvGrpSpPr/>
        <p:nvPr/>
      </p:nvGrpSpPr>
      <p:grpSpPr>
        <a:xfrm>
          <a:off x="0" y="0"/>
          <a:ext cx="0" cy="0"/>
        </a:xfrm>
      </p:grpSpPr>
      <p:sp>
        <p:nvSpPr>
          <p:cNvPr id="1481" name="Google Shape;1481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6" name="Shape 1486"/>
        <p:cNvGrpSpPr/>
        <p:nvPr/>
      </p:nvGrpSpPr>
      <p:grpSpPr>
        <a:xfrm>
          <a:off x="0" y="0"/>
          <a:ext cx="0" cy="0"/>
        </a:xfrm>
      </p:grpSpPr>
      <p:sp>
        <p:nvSpPr>
          <p:cNvPr id="1487" name="Google Shape;1487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1" name="Shape 1491"/>
        <p:cNvGrpSpPr/>
        <p:nvPr/>
      </p:nvGrpSpPr>
      <p:grpSpPr>
        <a:xfrm>
          <a:off x="0" y="0"/>
          <a:ext cx="0" cy="0"/>
        </a:xfrm>
      </p:grpSpPr>
      <p:sp>
        <p:nvSpPr>
          <p:cNvPr id="1492" name="Google Shape;1492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6" name="Shape 1496"/>
        <p:cNvGrpSpPr/>
        <p:nvPr/>
      </p:nvGrpSpPr>
      <p:grpSpPr>
        <a:xfrm>
          <a:off x="0" y="0"/>
          <a:ext cx="0" cy="0"/>
        </a:xfrm>
      </p:grpSpPr>
      <p:sp>
        <p:nvSpPr>
          <p:cNvPr id="1497" name="Google Shape;1497;g1ec546a79ef_0_7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1ec546a79ef_0_7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1" name="Shape 1501"/>
        <p:cNvGrpSpPr/>
        <p:nvPr/>
      </p:nvGrpSpPr>
      <p:grpSpPr>
        <a:xfrm>
          <a:off x="0" y="0"/>
          <a:ext cx="0" cy="0"/>
        </a:xfrm>
      </p:grpSpPr>
      <p:sp>
        <p:nvSpPr>
          <p:cNvPr id="1502" name="Google Shape;1502;g1ec546a79ef_0_14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1ec546a79ef_0_14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9" name="Shape 1509"/>
        <p:cNvGrpSpPr/>
        <p:nvPr/>
      </p:nvGrpSpPr>
      <p:grpSpPr>
        <a:xfrm>
          <a:off x="0" y="0"/>
          <a:ext cx="0" cy="0"/>
        </a:xfrm>
      </p:grpSpPr>
      <p:sp>
        <p:nvSpPr>
          <p:cNvPr id="1510" name="Google Shape;1510;g1ec546a79ef_0_14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1ec546a79ef_0_14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25" name="Shape 1525"/>
        <p:cNvGrpSpPr/>
        <p:nvPr/>
      </p:nvGrpSpPr>
      <p:grpSpPr>
        <a:xfrm>
          <a:off x="0" y="0"/>
          <a:ext cx="0" cy="0"/>
        </a:xfrm>
      </p:grpSpPr>
      <p:sp>
        <p:nvSpPr>
          <p:cNvPr id="1526" name="Google Shape;1526;g2a10a12db6e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a10a12db6e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41" name="Shape 1541"/>
        <p:cNvGrpSpPr/>
        <p:nvPr/>
      </p:nvGrpSpPr>
      <p:grpSpPr>
        <a:xfrm>
          <a:off x="0" y="0"/>
          <a:ext cx="0" cy="0"/>
        </a:xfrm>
      </p:grpSpPr>
      <p:sp>
        <p:nvSpPr>
          <p:cNvPr id="1542" name="Google Shape;1542;g2a10a12db6e_0_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a10a12db6e_0_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7" name="Shape 1557"/>
        <p:cNvGrpSpPr/>
        <p:nvPr/>
      </p:nvGrpSpPr>
      <p:grpSpPr>
        <a:xfrm>
          <a:off x="0" y="0"/>
          <a:ext cx="0" cy="0"/>
        </a:xfrm>
      </p:grpSpPr>
      <p:sp>
        <p:nvSpPr>
          <p:cNvPr id="1558" name="Google Shape;1558;g2a10a12db6e_0_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2a10a12db6e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8" name="Shape 1608"/>
        <p:cNvGrpSpPr/>
        <p:nvPr/>
      </p:nvGrpSpPr>
      <p:grpSpPr>
        <a:xfrm>
          <a:off x="0" y="0"/>
          <a:ext cx="0" cy="0"/>
        </a:xfrm>
      </p:grpSpPr>
      <p:sp>
        <p:nvSpPr>
          <p:cNvPr id="1609" name="Google Shape;1609;g2a10a12db6e_0_1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2a10a12db6e_0_1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4" name="Shape 1654"/>
        <p:cNvGrpSpPr/>
        <p:nvPr/>
      </p:nvGrpSpPr>
      <p:grpSpPr>
        <a:xfrm>
          <a:off x="0" y="0"/>
          <a:ext cx="0" cy="0"/>
        </a:xfrm>
      </p:grpSpPr>
      <p:sp>
        <p:nvSpPr>
          <p:cNvPr id="1655" name="Google Shape;1655;g2a10a12db6e_0_1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a10a12db6e_0_1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83" name="Shape 1683"/>
        <p:cNvGrpSpPr/>
        <p:nvPr/>
      </p:nvGrpSpPr>
      <p:grpSpPr>
        <a:xfrm>
          <a:off x="0" y="0"/>
          <a:ext cx="0" cy="0"/>
        </a:xfrm>
      </p:grpSpPr>
      <p:sp>
        <p:nvSpPr>
          <p:cNvPr id="1684" name="Google Shape;1684;g2a10a12db6e_0_2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2a10a12db6e_0_2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03" name="Shape 1703"/>
        <p:cNvGrpSpPr/>
        <p:nvPr/>
      </p:nvGrpSpPr>
      <p:grpSpPr>
        <a:xfrm>
          <a:off x="0" y="0"/>
          <a:ext cx="0" cy="0"/>
        </a:xfrm>
      </p:grpSpPr>
      <p:sp>
        <p:nvSpPr>
          <p:cNvPr id="1704" name="Google Shape;1704;g2a10a12db6e_0_2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2a10a12db6e_0_2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20" name="Shape 1720"/>
        <p:cNvGrpSpPr/>
        <p:nvPr/>
      </p:nvGrpSpPr>
      <p:grpSpPr>
        <a:xfrm>
          <a:off x="0" y="0"/>
          <a:ext cx="0" cy="0"/>
        </a:xfrm>
      </p:grpSpPr>
      <p:sp>
        <p:nvSpPr>
          <p:cNvPr id="1721" name="Google Shape;1721;g2a10a12db6e_0_2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2a10a12db6e_0_2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32" name="Shape 1732"/>
        <p:cNvGrpSpPr/>
        <p:nvPr/>
      </p:nvGrpSpPr>
      <p:grpSpPr>
        <a:xfrm>
          <a:off x="0" y="0"/>
          <a:ext cx="0" cy="0"/>
        </a:xfrm>
      </p:grpSpPr>
      <p:sp>
        <p:nvSpPr>
          <p:cNvPr id="1733" name="Google Shape;1733;g2a10a12db6e_0_3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2a10a12db6e_0_3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5" name="Shape 1745"/>
        <p:cNvGrpSpPr/>
        <p:nvPr/>
      </p:nvGrpSpPr>
      <p:grpSpPr>
        <a:xfrm>
          <a:off x="0" y="0"/>
          <a:ext cx="0" cy="0"/>
        </a:xfrm>
      </p:grpSpPr>
      <p:sp>
        <p:nvSpPr>
          <p:cNvPr id="1746" name="Google Shape;1746;g2a10a12db6e_0_3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a10a12db6e_0_3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1" name="Shape 1761"/>
        <p:cNvGrpSpPr/>
        <p:nvPr/>
      </p:nvGrpSpPr>
      <p:grpSpPr>
        <a:xfrm>
          <a:off x="0" y="0"/>
          <a:ext cx="0" cy="0"/>
        </a:xfrm>
      </p:grpSpPr>
      <p:sp>
        <p:nvSpPr>
          <p:cNvPr id="1762" name="Google Shape;1762;g2a10a12db6e_0_3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3" name="Google Shape;1763;g2a10a12db6e_0_3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85" name="Shape 1785"/>
        <p:cNvGrpSpPr/>
        <p:nvPr/>
      </p:nvGrpSpPr>
      <p:grpSpPr>
        <a:xfrm>
          <a:off x="0" y="0"/>
          <a:ext cx="0" cy="0"/>
        </a:xfrm>
      </p:grpSpPr>
      <p:sp>
        <p:nvSpPr>
          <p:cNvPr id="1786" name="Google Shape;1786;g2a10a12db6e_0_3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2a10a12db6e_0_3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5" name="Shape 1795"/>
        <p:cNvGrpSpPr/>
        <p:nvPr/>
      </p:nvGrpSpPr>
      <p:grpSpPr>
        <a:xfrm>
          <a:off x="0" y="0"/>
          <a:ext cx="0" cy="0"/>
        </a:xfrm>
      </p:grpSpPr>
      <p:sp>
        <p:nvSpPr>
          <p:cNvPr id="1796" name="Google Shape;1796;g2a10a12db6e_0_3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2a10a12db6e_0_3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9" name="Shape 1809"/>
        <p:cNvGrpSpPr/>
        <p:nvPr/>
      </p:nvGrpSpPr>
      <p:grpSpPr>
        <a:xfrm>
          <a:off x="0" y="0"/>
          <a:ext cx="0" cy="0"/>
        </a:xfrm>
      </p:grpSpPr>
      <p:sp>
        <p:nvSpPr>
          <p:cNvPr id="1810" name="Google Shape;1810;g2a10a12db6e_0_3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2a10a12db6e_0_3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8" name="Shape 1848"/>
        <p:cNvGrpSpPr/>
        <p:nvPr/>
      </p:nvGrpSpPr>
      <p:grpSpPr>
        <a:xfrm>
          <a:off x="0" y="0"/>
          <a:ext cx="0" cy="0"/>
        </a:xfrm>
      </p:grpSpPr>
      <p:sp>
        <p:nvSpPr>
          <p:cNvPr id="1849" name="Google Shape;1849;g2a10a12db6e_0_5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2a10a12db6e_0_5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8" name="Shape 1858"/>
        <p:cNvGrpSpPr/>
        <p:nvPr/>
      </p:nvGrpSpPr>
      <p:grpSpPr>
        <a:xfrm>
          <a:off x="0" y="0"/>
          <a:ext cx="0" cy="0"/>
        </a:xfrm>
      </p:grpSpPr>
      <p:sp>
        <p:nvSpPr>
          <p:cNvPr id="1859" name="Google Shape;1859;g2a10a12db6e_0_5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0" name="Google Shape;1860;g2a10a12db6e_0_5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8" name="Shape 1868"/>
        <p:cNvGrpSpPr/>
        <p:nvPr/>
      </p:nvGrpSpPr>
      <p:grpSpPr>
        <a:xfrm>
          <a:off x="0" y="0"/>
          <a:ext cx="0" cy="0"/>
        </a:xfrm>
      </p:grpSpPr>
      <p:sp>
        <p:nvSpPr>
          <p:cNvPr id="1869" name="Google Shape;1869;g2a10a12db6e_0_5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2a10a12db6e_0_5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84" name="Shape 1884"/>
        <p:cNvGrpSpPr/>
        <p:nvPr/>
      </p:nvGrpSpPr>
      <p:grpSpPr>
        <a:xfrm>
          <a:off x="0" y="0"/>
          <a:ext cx="0" cy="0"/>
        </a:xfrm>
      </p:grpSpPr>
      <p:sp>
        <p:nvSpPr>
          <p:cNvPr id="1885" name="Google Shape;1885;g2a10a12db6e_0_5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2a10a12db6e_0_5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03" name="Shape 1903"/>
        <p:cNvGrpSpPr/>
        <p:nvPr/>
      </p:nvGrpSpPr>
      <p:grpSpPr>
        <a:xfrm>
          <a:off x="0" y="0"/>
          <a:ext cx="0" cy="0"/>
        </a:xfrm>
      </p:grpSpPr>
      <p:sp>
        <p:nvSpPr>
          <p:cNvPr id="1904" name="Google Shape;1904;g2a10a12db6e_0_6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5" name="Google Shape;1905;g2a10a12db6e_0_6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1" name="Shape 1911"/>
        <p:cNvGrpSpPr/>
        <p:nvPr/>
      </p:nvGrpSpPr>
      <p:grpSpPr>
        <a:xfrm>
          <a:off x="0" y="0"/>
          <a:ext cx="0" cy="0"/>
        </a:xfrm>
      </p:grpSpPr>
      <p:sp>
        <p:nvSpPr>
          <p:cNvPr id="1912" name="Google Shape;1912;g2a10a12db6e_0_6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2a10a12db6e_0_6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28" name="Shape 1928"/>
        <p:cNvGrpSpPr/>
        <p:nvPr/>
      </p:nvGrpSpPr>
      <p:grpSpPr>
        <a:xfrm>
          <a:off x="0" y="0"/>
          <a:ext cx="0" cy="0"/>
        </a:xfrm>
      </p:grpSpPr>
      <p:sp>
        <p:nvSpPr>
          <p:cNvPr id="1929" name="Google Shape;1929;g2a10a12db6e_0_6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0" name="Google Shape;1930;g2a10a12db6e_0_6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44" name="Shape 1944"/>
        <p:cNvGrpSpPr/>
        <p:nvPr/>
      </p:nvGrpSpPr>
      <p:grpSpPr>
        <a:xfrm>
          <a:off x="0" y="0"/>
          <a:ext cx="0" cy="0"/>
        </a:xfrm>
      </p:grpSpPr>
      <p:sp>
        <p:nvSpPr>
          <p:cNvPr id="1945" name="Google Shape;1945;g2a10a12db6e_0_6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2a10a12db6e_0_6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7" name="Shape 1957"/>
        <p:cNvGrpSpPr/>
        <p:nvPr/>
      </p:nvGrpSpPr>
      <p:grpSpPr>
        <a:xfrm>
          <a:off x="0" y="0"/>
          <a:ext cx="0" cy="0"/>
        </a:xfrm>
      </p:grpSpPr>
      <p:sp>
        <p:nvSpPr>
          <p:cNvPr id="1958" name="Google Shape;1958;g2a10a12db6e_0_6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2a10a12db6e_0_6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92" name="Shape 1992"/>
        <p:cNvGrpSpPr/>
        <p:nvPr/>
      </p:nvGrpSpPr>
      <p:grpSpPr>
        <a:xfrm>
          <a:off x="0" y="0"/>
          <a:ext cx="0" cy="0"/>
        </a:xfrm>
      </p:grpSpPr>
      <p:sp>
        <p:nvSpPr>
          <p:cNvPr id="1993" name="Google Shape;1993;g2a10a12db6e_0_7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2a10a12db6e_0_7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21" name="Shape 2021"/>
        <p:cNvGrpSpPr/>
        <p:nvPr/>
      </p:nvGrpSpPr>
      <p:grpSpPr>
        <a:xfrm>
          <a:off x="0" y="0"/>
          <a:ext cx="0" cy="0"/>
        </a:xfrm>
      </p:grpSpPr>
      <p:sp>
        <p:nvSpPr>
          <p:cNvPr id="2022" name="Google Shape;2022;g2a10a12db6e_0_7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3" name="Google Shape;2023;g2a10a12db6e_0_7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36" name="Shape 2036"/>
        <p:cNvGrpSpPr/>
        <p:nvPr/>
      </p:nvGrpSpPr>
      <p:grpSpPr>
        <a:xfrm>
          <a:off x="0" y="0"/>
          <a:ext cx="0" cy="0"/>
        </a:xfrm>
      </p:grpSpPr>
      <p:sp>
        <p:nvSpPr>
          <p:cNvPr id="2037" name="Google Shape;2037;g2a10a12db6e_0_8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8" name="Google Shape;2038;g2a10a12db6e_0_8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52" name="Shape 2052"/>
        <p:cNvGrpSpPr/>
        <p:nvPr/>
      </p:nvGrpSpPr>
      <p:grpSpPr>
        <a:xfrm>
          <a:off x="0" y="0"/>
          <a:ext cx="0" cy="0"/>
        </a:xfrm>
      </p:grpSpPr>
      <p:sp>
        <p:nvSpPr>
          <p:cNvPr id="2053" name="Google Shape;2053;g2a10a12db6e_0_8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4" name="Google Shape;2054;g2a10a12db6e_0_8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67" name="Shape 2067"/>
        <p:cNvGrpSpPr/>
        <p:nvPr/>
      </p:nvGrpSpPr>
      <p:grpSpPr>
        <a:xfrm>
          <a:off x="0" y="0"/>
          <a:ext cx="0" cy="0"/>
        </a:xfrm>
      </p:grpSpPr>
      <p:sp>
        <p:nvSpPr>
          <p:cNvPr id="2068" name="Google Shape;2068;g2a10a12db6e_0_8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9" name="Google Shape;2069;g2a10a12db6e_0_8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86" name="Shape 2086"/>
        <p:cNvGrpSpPr/>
        <p:nvPr/>
      </p:nvGrpSpPr>
      <p:grpSpPr>
        <a:xfrm>
          <a:off x="0" y="0"/>
          <a:ext cx="0" cy="0"/>
        </a:xfrm>
      </p:grpSpPr>
      <p:sp>
        <p:nvSpPr>
          <p:cNvPr id="2087" name="Google Shape;2087;g2a10a12db6e_0_8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8" name="Google Shape;2088;g2a10a12db6e_0_8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96" name="Shape 2096"/>
        <p:cNvGrpSpPr/>
        <p:nvPr/>
      </p:nvGrpSpPr>
      <p:grpSpPr>
        <a:xfrm>
          <a:off x="0" y="0"/>
          <a:ext cx="0" cy="0"/>
        </a:xfrm>
      </p:grpSpPr>
      <p:sp>
        <p:nvSpPr>
          <p:cNvPr id="2097" name="Google Shape;2097;g2a10a12db6e_0_9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8" name="Google Shape;2098;g2a10a12db6e_0_9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06" name="Shape 2106"/>
        <p:cNvGrpSpPr/>
        <p:nvPr/>
      </p:nvGrpSpPr>
      <p:grpSpPr>
        <a:xfrm>
          <a:off x="0" y="0"/>
          <a:ext cx="0" cy="0"/>
        </a:xfrm>
      </p:grpSpPr>
      <p:sp>
        <p:nvSpPr>
          <p:cNvPr id="2107" name="Google Shape;2107;g2a10a12db6e_0_9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8" name="Google Shape;2108;g2a10a12db6e_0_9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16" name="Shape 2116"/>
        <p:cNvGrpSpPr/>
        <p:nvPr/>
      </p:nvGrpSpPr>
      <p:grpSpPr>
        <a:xfrm>
          <a:off x="0" y="0"/>
          <a:ext cx="0" cy="0"/>
        </a:xfrm>
      </p:grpSpPr>
      <p:sp>
        <p:nvSpPr>
          <p:cNvPr id="2117" name="Google Shape;2117;g2a10a12db6e_0_9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8" name="Google Shape;2118;g2a10a12db6e_0_9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32" name="Shape 2132"/>
        <p:cNvGrpSpPr/>
        <p:nvPr/>
      </p:nvGrpSpPr>
      <p:grpSpPr>
        <a:xfrm>
          <a:off x="0" y="0"/>
          <a:ext cx="0" cy="0"/>
        </a:xfrm>
      </p:grpSpPr>
      <p:sp>
        <p:nvSpPr>
          <p:cNvPr id="2133" name="Google Shape;2133;g2a10a12db6e_0_8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4" name="Google Shape;2134;g2a10a12db6e_0_8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48" name="Shape 2148"/>
        <p:cNvGrpSpPr/>
        <p:nvPr/>
      </p:nvGrpSpPr>
      <p:grpSpPr>
        <a:xfrm>
          <a:off x="0" y="0"/>
          <a:ext cx="0" cy="0"/>
        </a:xfrm>
      </p:grpSpPr>
      <p:sp>
        <p:nvSpPr>
          <p:cNvPr id="2149" name="Google Shape;2149;g2a10a12db6e_0_9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0" name="Google Shape;2150;g2a10a12db6e_0_9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60" name="Shape 2160"/>
        <p:cNvGrpSpPr/>
        <p:nvPr/>
      </p:nvGrpSpPr>
      <p:grpSpPr>
        <a:xfrm>
          <a:off x="0" y="0"/>
          <a:ext cx="0" cy="0"/>
        </a:xfrm>
      </p:grpSpPr>
      <p:sp>
        <p:nvSpPr>
          <p:cNvPr id="2161" name="Google Shape;2161;g2a10a12db6e_0_9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2" name="Google Shape;2162;g2a10a12db6e_0_9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73" name="Shape 2173"/>
        <p:cNvGrpSpPr/>
        <p:nvPr/>
      </p:nvGrpSpPr>
      <p:grpSpPr>
        <a:xfrm>
          <a:off x="0" y="0"/>
          <a:ext cx="0" cy="0"/>
        </a:xfrm>
      </p:grpSpPr>
      <p:sp>
        <p:nvSpPr>
          <p:cNvPr id="2174" name="Google Shape;2174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5" name="Google Shape;2175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79" name="Shape 2179"/>
        <p:cNvGrpSpPr/>
        <p:nvPr/>
      </p:nvGrpSpPr>
      <p:grpSpPr>
        <a:xfrm>
          <a:off x="0" y="0"/>
          <a:ext cx="0" cy="0"/>
        </a:xfrm>
      </p:grpSpPr>
      <p:sp>
        <p:nvSpPr>
          <p:cNvPr id="2180" name="Google Shape;2180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2.xml" /></Relationships>
</file>

<file path=ppt/slideLayouts/_rels/slideLayout6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2.xml" /></Relationships>
</file>

<file path=ppt/slideLayouts/_rels/slideLayout6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2.xml" /></Relationships>
</file>

<file path=ppt/slideLayouts/_rels/slideLayout6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7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7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2.xml" /></Relationships>
</file>

<file path=ppt/slideLayouts/_rels/slideLayout7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2.xml" /></Relationships>
</file>

<file path=ppt/slideLayouts/_rels/slideLayout7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2.xml" /></Relationships>
</file>

<file path=ppt/slideLayouts/_rels/slideLayout7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2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7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2.xml" /></Relationships>
</file>

<file path=ppt/slideLayouts/_rels/slideLayout8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8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0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0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2.xml" /></Relationships>
</file>

<file path=ppt/slideLayouts/_rels/slideLayout1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1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pic>
        <p:nvPicPr>
          <p:cNvPr id="166" name="Google Shape;166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pic>
        <p:nvPicPr>
          <p:cNvPr id="184" name="Google Shape;184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pic>
        <p:nvPicPr>
          <p:cNvPr id="213" name="Google Shape;213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pic>
        <p:nvPicPr>
          <p:cNvPr id="220" name="Google Shape;220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pic>
        <p:nvPicPr>
          <p:cNvPr id="227" name="Google Shape;227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0" name="Google Shape;250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pic>
        <p:nvPicPr>
          <p:cNvPr id="309" name="Google Shape;309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</a:xfrm>
      </p:grpSpPr>
      <p:pic>
        <p:nvPicPr>
          <p:cNvPr id="332" name="Google Shape;332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</a:xfrm>
      </p:grpSpPr>
      <p:pic>
        <p:nvPicPr>
          <p:cNvPr id="355" name="Google Shape;355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</a:xfrm>
      </p:grpSpPr>
      <p:pic>
        <p:nvPicPr>
          <p:cNvPr id="397" name="Google Shape;397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</a:xfrm>
      </p:grpSpPr>
      <p:pic>
        <p:nvPicPr>
          <p:cNvPr id="416" name="Google Shape;416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</a:xfrm>
      </p:grpSpPr>
      <p:pic>
        <p:nvPicPr>
          <p:cNvPr id="435" name="Google Shape;435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</a:xfrm>
      </p:grpSpPr>
      <p:pic>
        <p:nvPicPr>
          <p:cNvPr id="477" name="Google Shape;477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</a:xfrm>
      </p:grpSpPr>
      <p:pic>
        <p:nvPicPr>
          <p:cNvPr id="500" name="Google Shape;500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</a:xfrm>
      </p:grpSpPr>
      <p:pic>
        <p:nvPicPr>
          <p:cNvPr id="523" name="Google Shape;523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4" name="Google Shape;554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</a:xfrm>
      </p:grpSpPr>
      <p:pic>
        <p:nvPicPr>
          <p:cNvPr id="565" name="Google Shape;565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3" name="Google Shape;573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</a:xfrm>
      </p:grpSpPr>
      <p:pic>
        <p:nvPicPr>
          <p:cNvPr id="584" name="Google Shape;584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2" name="Google Shape;592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</a:xfrm>
      </p:grpSpPr>
      <p:pic>
        <p:nvPicPr>
          <p:cNvPr id="603" name="Google Shape;603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1" name="Google Shape;611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4" name="Google Shape;624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</a:xfrm>
      </p:grpSpPr>
      <p:pic>
        <p:nvPicPr>
          <p:cNvPr id="629" name="Google Shape;629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1" name="Google Shape;631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</a:xfrm>
      </p:grpSpPr>
      <p:pic>
        <p:nvPicPr>
          <p:cNvPr id="636" name="Google Shape;636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8" name="Google Shape;638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</a:xfrm>
      </p:grpSpPr>
      <p:pic>
        <p:nvPicPr>
          <p:cNvPr id="643" name="Google Shape;643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5" name="Google Shape;645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2" name="Google Shape;652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</a:xfrm>
      </p:grpSpPr>
      <p:pic>
        <p:nvPicPr>
          <p:cNvPr id="658" name="Google Shape;658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0" name="Google Shape;660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</a:xfrm>
      </p:grpSpPr>
      <p:pic>
        <p:nvPicPr>
          <p:cNvPr id="666" name="Google Shape;666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8" name="Google Shape;668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</a:xfrm>
      </p:grpSpPr>
      <p:pic>
        <p:nvPicPr>
          <p:cNvPr id="674" name="Google Shape;674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6" name="Google Shape;676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4" name="Google Shape;684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</a:xfrm>
      </p:grpSpPr>
      <p:pic>
        <p:nvPicPr>
          <p:cNvPr id="690" name="Google Shape;690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2" name="Google Shape;692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</a:xfrm>
      </p:grpSpPr>
      <p:pic>
        <p:nvPicPr>
          <p:cNvPr id="698" name="Google Shape;698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0" name="Google Shape;700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</a:xfrm>
      </p:grpSpPr>
      <p:pic>
        <p:nvPicPr>
          <p:cNvPr id="706" name="Google Shape;706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8" name="Google Shape;708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</a:xfrm>
      </p:grpSpPr>
      <p:pic>
        <p:nvPicPr>
          <p:cNvPr id="748" name="Google Shape;748;p63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pic>
        <p:nvPicPr>
          <p:cNvPr id="756" name="Google Shape;756;p6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pic>
        <p:nvPicPr>
          <p:cNvPr id="764" name="Google Shape;764;p6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pic>
        <p:nvPicPr>
          <p:cNvPr id="772" name="Google Shape;772;p66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</a:xfrm>
      </p:grpSpPr>
      <p:pic>
        <p:nvPicPr>
          <p:cNvPr id="783" name="Google Shape;783;p6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</a:xfrm>
      </p:grpSpPr>
      <p:pic>
        <p:nvPicPr>
          <p:cNvPr id="802" name="Google Shape;802;p6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</a:xfrm>
      </p:grpSpPr>
      <p:pic>
        <p:nvPicPr>
          <p:cNvPr id="810" name="Google Shape;810;p7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</a:xfrm>
      </p:grpSpPr>
      <p:pic>
        <p:nvPicPr>
          <p:cNvPr id="821" name="Google Shape;821;p71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7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7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4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4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4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</a:xfrm>
      </p:grpSpPr>
      <p:sp>
        <p:nvSpPr>
          <p:cNvPr id="856" name="Google Shape;856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57" name="Google Shape;857;p7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5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5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5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5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5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5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867" name="Shape 867"/>
        <p:cNvGrpSpPr/>
        <p:nvPr/>
      </p:nvGrpSpPr>
      <p:grpSpPr>
        <a:xfrm>
          <a:off x="0" y="0"/>
          <a:ext cx="0" cy="0"/>
        </a:xfrm>
      </p:grpSpPr>
      <p:sp>
        <p:nvSpPr>
          <p:cNvPr id="868" name="Google Shape;868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69" name="Google Shape;869;p7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7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6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6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6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6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6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6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6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6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881" name="Shape 881"/>
        <p:cNvGrpSpPr/>
        <p:nvPr/>
      </p:nvGrpSpPr>
      <p:grpSpPr>
        <a:xfrm>
          <a:off x="0" y="0"/>
          <a:ext cx="0" cy="0"/>
        </a:xfrm>
      </p:grpSpPr>
      <p:sp>
        <p:nvSpPr>
          <p:cNvPr id="882" name="Google Shape;882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83" name="Google Shape;883;p7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7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7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7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7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889" name="Shape 889"/>
        <p:cNvGrpSpPr/>
        <p:nvPr/>
      </p:nvGrpSpPr>
      <p:grpSpPr>
        <a:xfrm>
          <a:off x="0" y="0"/>
          <a:ext cx="0" cy="0"/>
        </a:xfrm>
      </p:grpSpPr>
      <p:sp>
        <p:nvSpPr>
          <p:cNvPr id="890" name="Google Shape;890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91" name="Google Shape;891;p78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8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8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4" name="Google Shape;894;p78"/>
          <p:cNvCxnSpPr>
            <a:endCxn id="89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96" name="Google Shape;89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8" name="Google Shape;898;p7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5" name="Google Shape;895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902" name="Shape 902"/>
        <p:cNvGrpSpPr/>
        <p:nvPr/>
      </p:nvGrpSpPr>
      <p:grpSpPr>
        <a:xfrm>
          <a:off x="0" y="0"/>
          <a:ext cx="0" cy="0"/>
        </a:xfrm>
      </p:grpSpPr>
      <p:pic>
        <p:nvPicPr>
          <p:cNvPr id="903" name="Google Shape;903;p7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9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9" name="Google Shape;909;p79"/>
          <p:cNvCxnSpPr>
            <a:endCxn id="910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0" name="Google Shape;910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3" name="Google Shape;913;p79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79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5" name="Google Shape;915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17" name="Google Shape;917;p79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9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920" name="Shape 920"/>
        <p:cNvGrpSpPr/>
        <p:nvPr/>
      </p:nvGrpSpPr>
      <p:grpSpPr>
        <a:xfrm>
          <a:off x="0" y="0"/>
          <a:ext cx="0" cy="0"/>
        </a:xfrm>
      </p:grpSpPr>
      <p:pic>
        <p:nvPicPr>
          <p:cNvPr id="921" name="Google Shape;921;p8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0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0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9" name="Google Shape;929;p8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30" name="Google Shape;930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8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4" name="Google Shape;934;p80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5" name="Google Shape;935;p80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6" name="Google Shape;936;p80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37" name="Google Shape;937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39" name="Google Shape;939;p80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80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942" name="Shape 942"/>
        <p:cNvGrpSpPr/>
        <p:nvPr/>
      </p:nvGrpSpPr>
      <p:grpSpPr>
        <a:xfrm>
          <a:off x="0" y="0"/>
          <a:ext cx="0" cy="0"/>
        </a:xfrm>
      </p:grpSpPr>
      <p:pic>
        <p:nvPicPr>
          <p:cNvPr id="943" name="Google Shape;943;p8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5" name="Google Shape;945;p8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6" name="Google Shape;94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8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949" name="Shape 949"/>
        <p:cNvGrpSpPr/>
        <p:nvPr/>
      </p:nvGrpSpPr>
      <p:grpSpPr>
        <a:xfrm>
          <a:off x="0" y="0"/>
          <a:ext cx="0" cy="0"/>
        </a:xfrm>
      </p:grpSpPr>
      <p:pic>
        <p:nvPicPr>
          <p:cNvPr id="950" name="Google Shape;950;p8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2" name="Google Shape;952;p8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5" name="Google Shape;955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956" name="Shape 956"/>
        <p:cNvGrpSpPr/>
        <p:nvPr/>
      </p:nvGrpSpPr>
      <p:grpSpPr>
        <a:xfrm>
          <a:off x="0" y="0"/>
          <a:ext cx="0" cy="0"/>
        </a:xfrm>
      </p:grpSpPr>
      <p:pic>
        <p:nvPicPr>
          <p:cNvPr id="957" name="Google Shape;957;p8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9" name="Google Shape;959;p8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963" name="Shape 963"/>
        <p:cNvGrpSpPr/>
        <p:nvPr/>
      </p:nvGrpSpPr>
      <p:grpSpPr>
        <a:xfrm>
          <a:off x="0" y="0"/>
          <a:ext cx="0" cy="0"/>
        </a:xfrm>
      </p:grpSpPr>
      <p:pic>
        <p:nvPicPr>
          <p:cNvPr id="964" name="Google Shape;964;p8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6" name="Google Shape;966;p8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</a:xfrm>
      </p:grpSpPr>
      <p:sp>
        <p:nvSpPr>
          <p:cNvPr id="971" name="Google Shape;971;p8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2" name="Google Shape;972;p8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4" name="Google Shape;974;p8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5" name="Google Shape;975;p8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6" name="Google Shape;976;p8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7" name="Google Shape;977;p8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8" name="Google Shape;978;p8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8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0" name="Google Shape;980;p8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1" name="Google Shape;981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</a:xfrm>
      </p:grpSpPr>
      <p:sp>
        <p:nvSpPr>
          <p:cNvPr id="984" name="Google Shape;984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85" name="Google Shape;985;p8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7" name="Google Shape;987;p8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8" name="Google Shape;988;p8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9" name="Google Shape;98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0" name="Google Shape;990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1" name="Google Shape;991;p8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3" name="Google Shape;993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4" name="Google Shape;994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</a:xfrm>
      </p:grpSpPr>
      <p:sp>
        <p:nvSpPr>
          <p:cNvPr id="997" name="Google Shape;997;p8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98" name="Google Shape;998;p8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0" name="Google Shape;1000;p8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1" name="Google Shape;1001;p8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2" name="Google Shape;100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3" name="Google Shape;1003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4" name="Google Shape;1004;p8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7" name="Google Shape;1007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</a:xfrm>
      </p:grpSpPr>
      <p:sp>
        <p:nvSpPr>
          <p:cNvPr id="1010" name="Google Shape;1010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11" name="Google Shape;1011;p8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3" name="Google Shape;1013;p8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4" name="Google Shape;1014;p8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5" name="Google Shape;101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6" name="Google Shape;1016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7" name="Google Shape;1017;p8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9" name="Google Shape;1019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0" name="Google Shape;1020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</a:xfrm>
      </p:grpSpPr>
      <p:pic>
        <p:nvPicPr>
          <p:cNvPr id="1023" name="Google Shape;1023;p8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27" name="Google Shape;1027;p8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9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1" name="Google Shape;1031;p89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2" name="Google Shape;1032;p8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3" name="Google Shape;1033;p8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8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6" name="Google Shape;103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9" name="Google Shape;1039;p8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0" name="Google Shape;1040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2" name="Google Shape;1042;p8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3" name="Google Shape;104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</a:xfrm>
      </p:grpSpPr>
      <p:pic>
        <p:nvPicPr>
          <p:cNvPr id="1046" name="Google Shape;1046;p9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8" name="Google Shape;1048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9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2" name="Google Shape;1052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3" name="Google Shape;1053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6" name="Google Shape;1056;p9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7" name="Google Shape;1057;p9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8" name="Google Shape;1058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9" name="Google Shape;1059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1" name="Google Shape;1061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2" name="Google Shape;1062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4" name="Google Shape;1064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8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</a:xfrm>
      </p:grpSpPr>
      <p:pic>
        <p:nvPicPr>
          <p:cNvPr id="1069" name="Google Shape;1069;p9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1" name="Google Shape;107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5" name="Google Shape;107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6" name="Google Shape;107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9" name="Google Shape;1079;p9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0" name="Google Shape;1080;p9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1" name="Google Shape;1081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2" name="Google Shape;1082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5" name="Google Shape;108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7" name="Google Shape;108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</a:xfrm>
      </p:grpSpPr>
      <p:pic>
        <p:nvPicPr>
          <p:cNvPr id="1092" name="Google Shape;1092;p9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4" name="Google Shape;1094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8" name="Google Shape;1098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9" name="Google Shape;1099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2" name="Google Shape;1102;p9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4" name="Google Shape;1104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5" name="Google Shape;1105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8" name="Google Shape;110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0" name="Google Shape;1110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4" name="Shape 1114"/>
        <p:cNvGrpSpPr/>
        <p:nvPr/>
      </p:nvGrpSpPr>
      <p:grpSpPr>
        <a:xfrm>
          <a:off x="0" y="0"/>
          <a:ext cx="0" cy="0"/>
        </a:xfrm>
      </p:grpSpPr>
      <p:pic>
        <p:nvPicPr>
          <p:cNvPr id="1115" name="Google Shape;1115;p9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7" name="Google Shape;1117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8" name="Google Shape;1118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1" name="Google Shape;1121;p9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2" name="Google Shape;1122;p9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3" name="Google Shape;1123;p9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4" name="Google Shape;1124;p9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5" name="Google Shape;1125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9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8" name="Google Shape;1128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1" name="Google Shape;1131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</a:xfrm>
      </p:grpSpPr>
      <p:pic>
        <p:nvPicPr>
          <p:cNvPr id="1134" name="Google Shape;1134;p9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6" name="Google Shape;1136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7" name="Google Shape;1137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0" name="Google Shape;1140;p9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1" name="Google Shape;1141;p9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2" name="Google Shape;1142;p9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3" name="Google Shape;1143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4" name="Google Shape;1144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47" name="Google Shape;1147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0" name="Google Shape;1150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</a:xfrm>
      </p:grpSpPr>
      <p:pic>
        <p:nvPicPr>
          <p:cNvPr id="1153" name="Google Shape;1153;p9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5" name="Google Shape;1155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6" name="Google Shape;1156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9" name="Google Shape;1159;p9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0" name="Google Shape;1160;p9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1" name="Google Shape;1161;p9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2" name="Google Shape;1162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3" name="Google Shape;1163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5" name="Google Shape;1165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6" name="Google Shape;1166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9" name="Google Shape;1169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1" name="Shape 1171"/>
        <p:cNvGrpSpPr/>
        <p:nvPr/>
      </p:nvGrpSpPr>
      <p:grpSpPr>
        <a:xfrm>
          <a:off x="0" y="0"/>
          <a:ext cx="0" cy="0"/>
        </a:xfrm>
      </p:grpSpPr>
      <p:pic>
        <p:nvPicPr>
          <p:cNvPr id="1172" name="Google Shape;1172;p9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74" name="Google Shape;1174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5" name="Google Shape;1175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8" name="Google Shape;1178;p9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9" name="Google Shape;1179;p9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0" name="Google Shape;1180;p9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1" name="Google Shape;1181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2" name="Google Shape;1182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3" name="Google Shape;118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4" name="Google Shape;1184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5" name="Google Shape;1185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8" name="Google Shape;1188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</a:xfrm>
      </p:grpSpPr>
      <p:pic>
        <p:nvPicPr>
          <p:cNvPr id="1191" name="Google Shape;1191;p9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3" name="Google Shape;1193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4" name="Google Shape;1194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7" name="Google Shape;1197;p9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8" name="Google Shape;1198;p9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9" name="Google Shape;1199;p9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0" name="Google Shape;1200;p9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1" name="Google Shape;1201;p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2" name="Google Shape;1202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4" name="Google Shape;1204;p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5" name="Google Shape;1205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8" name="Google Shape;1208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1" name="Google Shape;1211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</a:xfrm>
      </p:grpSpPr>
      <p:pic>
        <p:nvPicPr>
          <p:cNvPr id="1214" name="Google Shape;1214;p9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6" name="Google Shape;1216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17" name="Google Shape;1217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0" name="Google Shape;1220;p9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1" name="Google Shape;1221;p9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2" name="Google Shape;1222;p9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3" name="Google Shape;1223;p9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4" name="Google Shape;1224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5" name="Google Shape;1225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6" name="Google Shape;122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7" name="Google Shape;1227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8" name="Google Shape;1228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1" name="Google Shape;1231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4" name="Google Shape;1234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</a:xfrm>
      </p:grpSpPr>
      <p:pic>
        <p:nvPicPr>
          <p:cNvPr id="1237" name="Google Shape;1237;p9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9" name="Google Shape;1239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0" name="Google Shape;1240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3" name="Google Shape;1243;p9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4" name="Google Shape;1244;p9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5" name="Google Shape;1245;p9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6" name="Google Shape;1246;p9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47" name="Google Shape;1247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8" name="Google Shape;1248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0" name="Google Shape;1250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1" name="Google Shape;1251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4" name="Google Shape;1254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57" name="Google Shape;1257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</a:xfrm>
      </p:grpSpPr>
      <p:pic>
        <p:nvPicPr>
          <p:cNvPr id="1260" name="Google Shape;1260;p10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2" name="Google Shape;1262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3" name="Google Shape;1263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0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6" name="Google Shape;1266;p10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7" name="Google Shape;1267;p10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8" name="Google Shape;1268;p10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9" name="Google Shape;1269;p10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0" name="Google Shape;1270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1" name="Google Shape;1271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2" name="Google Shape;127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3" name="Google Shape;1273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</a:xfrm>
      </p:grpSpPr>
      <p:pic>
        <p:nvPicPr>
          <p:cNvPr id="1283" name="Google Shape;1283;p10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5" name="Google Shape;1285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6" name="Google Shape;1286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10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9" name="Google Shape;1289;p10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0" name="Google Shape;1290;p10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1" name="Google Shape;1291;p10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292" name="Google Shape;1292;p10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3" name="Google Shape;1293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4" name="Google Shape;1294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5" name="Google Shape;1295;p10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</a:xfrm>
      </p:grpSpPr>
      <p:pic>
        <p:nvPicPr>
          <p:cNvPr id="1302" name="Google Shape;1302;p10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4" name="Google Shape;1304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5" name="Google Shape;1305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10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8" name="Google Shape;1308;p10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09" name="Google Shape;1309;p10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10" name="Google Shape;1310;p10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11" name="Google Shape;1311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</a:xfrm>
      </p:grpSpPr>
      <p:pic>
        <p:nvPicPr>
          <p:cNvPr id="1321" name="Google Shape;1321;p10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3" name="Google Shape;1323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4" name="Google Shape;1324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10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7" name="Google Shape;1327;p10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28" name="Google Shape;1328;p10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29" name="Google Shape;1329;p10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30" name="Google Shape;1330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1" name="Google Shape;1331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</a:xfrm>
      </p:grpSpPr>
      <p:pic>
        <p:nvPicPr>
          <p:cNvPr id="1340" name="Google Shape;1340;p10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2" name="Google Shape;1342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3" name="Google Shape;1343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0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6" name="Google Shape;1346;p10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47" name="Google Shape;1347;p10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48" name="Google Shape;1348;p10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49" name="Google Shape;1349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</a:xfrm>
      </p:grpSpPr>
      <p:pic>
        <p:nvPicPr>
          <p:cNvPr id="1359" name="Google Shape;1359;p10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1" name="Google Shape;1361;p10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2" name="Google Shape;1362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</a:xfrm>
      </p:grpSpPr>
      <p:pic>
        <p:nvPicPr>
          <p:cNvPr id="1366" name="Google Shape;1366;p10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8" name="Google Shape;1368;p10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</a:xfrm>
      </p:grpSpPr>
      <p:pic>
        <p:nvPicPr>
          <p:cNvPr id="1373" name="Google Shape;1373;p10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75" name="Google Shape;1375;p10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</a:xfrm>
      </p:grpSpPr>
      <p:pic>
        <p:nvPicPr>
          <p:cNvPr id="1380" name="Google Shape;1380;p10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2" name="Google Shape;1382;p10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1386" name="Shape 1386"/>
        <p:cNvGrpSpPr/>
        <p:nvPr/>
      </p:nvGrpSpPr>
      <p:grpSpPr>
        <a:xfrm>
          <a:off x="0" y="0"/>
          <a:ext cx="0" cy="0"/>
        </a:xfrm>
      </p:grpSpPr>
      <p:pic>
        <p:nvPicPr>
          <p:cNvPr id="1387" name="Google Shape;1387;p10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9" name="Google Shape;1389;p10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0" name="Google Shape;1390;p10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0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2" name="Google Shape;1392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1394" name="Shape 1394"/>
        <p:cNvGrpSpPr/>
        <p:nvPr/>
      </p:nvGrpSpPr>
      <p:grpSpPr>
        <a:xfrm>
          <a:off x="0" y="0"/>
          <a:ext cx="0" cy="0"/>
        </a:xfrm>
      </p:grpSpPr>
      <p:pic>
        <p:nvPicPr>
          <p:cNvPr id="1395" name="Google Shape;1395;p11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7" name="Google Shape;1397;p11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1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1" name="Google Shape;1401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0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1402" name="Shape 1402"/>
        <p:cNvGrpSpPr/>
        <p:nvPr/>
      </p:nvGrpSpPr>
      <p:grpSpPr>
        <a:xfrm>
          <a:off x="0" y="0"/>
          <a:ext cx="0" cy="0"/>
        </a:xfrm>
      </p:grpSpPr>
      <p:pic>
        <p:nvPicPr>
          <p:cNvPr id="1403" name="Google Shape;1403;p11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5" name="Google Shape;1405;p11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11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9" name="Google Shape;1409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1410" name="Shape 1410"/>
        <p:cNvGrpSpPr/>
        <p:nvPr/>
      </p:nvGrpSpPr>
      <p:grpSpPr>
        <a:xfrm>
          <a:off x="0" y="0"/>
          <a:ext cx="0" cy="0"/>
        </a:xfrm>
      </p:grpSpPr>
      <p:pic>
        <p:nvPicPr>
          <p:cNvPr id="1411" name="Google Shape;1411;p11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3" name="Google Shape;1413;p11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1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7" name="Google Shape;1417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</a:xfrm>
      </p:grpSpPr>
      <p:pic>
        <p:nvPicPr>
          <p:cNvPr id="1419" name="Google Shape;1419;p1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1" name="Google Shape;1421;p11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3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</a:xfrm>
      </p:grpSpPr>
      <p:pic>
        <p:nvPicPr>
          <p:cNvPr id="1427" name="Google Shape;1427;p11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9" name="Google Shape;1429;p11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2" name="Google Shape;1432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3" name="Google Shape;1433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</a:xfrm>
      </p:grpSpPr>
      <p:pic>
        <p:nvPicPr>
          <p:cNvPr id="1435" name="Google Shape;1435;p11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7" name="Google Shape;1437;p11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1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0" name="Google Shape;144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1" name="Google Shape;1441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</a:xfrm>
      </p:grpSpPr>
      <p:pic>
        <p:nvPicPr>
          <p:cNvPr id="1443" name="Google Shape;1443;p11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5" name="Google Shape;1445;p11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1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8" name="Google Shape;144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9" name="Google Shape;1449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1450" name="Shape 1450"/>
        <p:cNvGrpSpPr/>
        <p:nvPr/>
      </p:nvGrpSpPr>
      <p:grpSpPr>
        <a:xfrm>
          <a:off x="0" y="0"/>
          <a:ext cx="0" cy="0"/>
        </a:xfrm>
      </p:grpSpPr>
      <p:sp>
        <p:nvSpPr>
          <p:cNvPr id="1451" name="Google Shape;1451;p11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2" name="Google Shape;1452;p1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1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1456" name="Shape 1456"/>
        <p:cNvGrpSpPr/>
        <p:nvPr/>
      </p:nvGrpSpPr>
      <p:grpSpPr>
        <a:xfrm>
          <a:off x="0" y="0"/>
          <a:ext cx="0" cy="0"/>
        </a:xfrm>
      </p:grpSpPr>
      <p:sp>
        <p:nvSpPr>
          <p:cNvPr id="1457" name="Google Shape;1457;p11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8" name="Google Shape;1458;p1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1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0" name="Google Shape;1460;p11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18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1462" name="Shape 1462"/>
        <p:cNvGrpSpPr/>
        <p:nvPr/>
      </p:nvGrpSpPr>
      <p:grpSpPr>
        <a:xfrm>
          <a:off x="0" y="0"/>
          <a:ext cx="0" cy="0"/>
        </a:xfrm>
      </p:grpSpPr>
      <p:pic>
        <p:nvPicPr>
          <p:cNvPr id="1463" name="Google Shape;1463;p1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1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1465" name="Shape 1465"/>
        <p:cNvGrpSpPr/>
        <p:nvPr/>
      </p:nvGrpSpPr>
      <p:grpSpPr>
        <a:xfrm>
          <a:off x="0" y="0"/>
          <a:ext cx="0" cy="0"/>
        </a:xfrm>
      </p:grpSpPr>
      <p:sp>
        <p:nvSpPr>
          <p:cNvPr id="1466" name="Google Shape;1466;p12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2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2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2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</a:xfrm>
      </p:grpSpPr>
      <p:pic>
        <p:nvPicPr>
          <p:cNvPr id="1476" name="Google Shape;1476;p12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21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1478" name="Shape 1478"/>
        <p:cNvGrpSpPr/>
        <p:nvPr/>
      </p:nvGrpSpPr>
      <p:grpSpPr>
        <a:xfrm>
          <a:off x="0" y="0"/>
          <a:ext cx="0" cy="0"/>
        </a:xfrm>
      </p:grpSpPr>
      <p:sp>
        <p:nvSpPr>
          <p:cNvPr id="1479" name="Google Shape;1479;p12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image" Target="../media/image42.png" /><Relationship Id="rId62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10" Type="http://schemas.openxmlformats.org/officeDocument/2006/relationships/slideLayout" Target="../slideLayouts/slideLayout70.xml" /><Relationship Id="rId11" Type="http://schemas.openxmlformats.org/officeDocument/2006/relationships/slideLayout" Target="../slideLayouts/slideLayout71.xml" /><Relationship Id="rId12" Type="http://schemas.openxmlformats.org/officeDocument/2006/relationships/slideLayout" Target="../slideLayouts/slideLayout72.xml" /><Relationship Id="rId13" Type="http://schemas.openxmlformats.org/officeDocument/2006/relationships/slideLayout" Target="../slideLayouts/slideLayout73.xml" /><Relationship Id="rId14" Type="http://schemas.openxmlformats.org/officeDocument/2006/relationships/slideLayout" Target="../slideLayouts/slideLayout74.xml" /><Relationship Id="rId15" Type="http://schemas.openxmlformats.org/officeDocument/2006/relationships/slideLayout" Target="../slideLayouts/slideLayout75.xml" /><Relationship Id="rId16" Type="http://schemas.openxmlformats.org/officeDocument/2006/relationships/slideLayout" Target="../slideLayouts/slideLayout76.xml" /><Relationship Id="rId17" Type="http://schemas.openxmlformats.org/officeDocument/2006/relationships/slideLayout" Target="../slideLayouts/slideLayout77.xml" /><Relationship Id="rId18" Type="http://schemas.openxmlformats.org/officeDocument/2006/relationships/slideLayout" Target="../slideLayouts/slideLayout78.xml" /><Relationship Id="rId19" Type="http://schemas.openxmlformats.org/officeDocument/2006/relationships/slideLayout" Target="../slideLayouts/slideLayout79.xml" /><Relationship Id="rId2" Type="http://schemas.openxmlformats.org/officeDocument/2006/relationships/slideLayout" Target="../slideLayouts/slideLayout62.xml" /><Relationship Id="rId20" Type="http://schemas.openxmlformats.org/officeDocument/2006/relationships/slideLayout" Target="../slideLayouts/slideLayout80.xml" /><Relationship Id="rId21" Type="http://schemas.openxmlformats.org/officeDocument/2006/relationships/slideLayout" Target="../slideLayouts/slideLayout81.xml" /><Relationship Id="rId22" Type="http://schemas.openxmlformats.org/officeDocument/2006/relationships/slideLayout" Target="../slideLayouts/slideLayout82.xml" /><Relationship Id="rId23" Type="http://schemas.openxmlformats.org/officeDocument/2006/relationships/slideLayout" Target="../slideLayouts/slideLayout83.xml" /><Relationship Id="rId24" Type="http://schemas.openxmlformats.org/officeDocument/2006/relationships/slideLayout" Target="../slideLayouts/slideLayout84.xml" /><Relationship Id="rId25" Type="http://schemas.openxmlformats.org/officeDocument/2006/relationships/slideLayout" Target="../slideLayouts/slideLayout85.xml" /><Relationship Id="rId26" Type="http://schemas.openxmlformats.org/officeDocument/2006/relationships/slideLayout" Target="../slideLayouts/slideLayout86.xml" /><Relationship Id="rId27" Type="http://schemas.openxmlformats.org/officeDocument/2006/relationships/slideLayout" Target="../slideLayouts/slideLayout87.xml" /><Relationship Id="rId28" Type="http://schemas.openxmlformats.org/officeDocument/2006/relationships/slideLayout" Target="../slideLayouts/slideLayout88.xml" /><Relationship Id="rId29" Type="http://schemas.openxmlformats.org/officeDocument/2006/relationships/slideLayout" Target="../slideLayouts/slideLayout89.xml" /><Relationship Id="rId3" Type="http://schemas.openxmlformats.org/officeDocument/2006/relationships/slideLayout" Target="../slideLayouts/slideLayout63.xml" /><Relationship Id="rId30" Type="http://schemas.openxmlformats.org/officeDocument/2006/relationships/slideLayout" Target="../slideLayouts/slideLayout90.xml" /><Relationship Id="rId31" Type="http://schemas.openxmlformats.org/officeDocument/2006/relationships/slideLayout" Target="../slideLayouts/slideLayout91.xml" /><Relationship Id="rId32" Type="http://schemas.openxmlformats.org/officeDocument/2006/relationships/slideLayout" Target="../slideLayouts/slideLayout92.xml" /><Relationship Id="rId33" Type="http://schemas.openxmlformats.org/officeDocument/2006/relationships/slideLayout" Target="../slideLayouts/slideLayout93.xml" /><Relationship Id="rId34" Type="http://schemas.openxmlformats.org/officeDocument/2006/relationships/slideLayout" Target="../slideLayouts/slideLayout94.xml" /><Relationship Id="rId35" Type="http://schemas.openxmlformats.org/officeDocument/2006/relationships/slideLayout" Target="../slideLayouts/slideLayout95.xml" /><Relationship Id="rId36" Type="http://schemas.openxmlformats.org/officeDocument/2006/relationships/slideLayout" Target="../slideLayouts/slideLayout96.xml" /><Relationship Id="rId37" Type="http://schemas.openxmlformats.org/officeDocument/2006/relationships/slideLayout" Target="../slideLayouts/slideLayout97.xml" /><Relationship Id="rId38" Type="http://schemas.openxmlformats.org/officeDocument/2006/relationships/slideLayout" Target="../slideLayouts/slideLayout98.xml" /><Relationship Id="rId39" Type="http://schemas.openxmlformats.org/officeDocument/2006/relationships/slideLayout" Target="../slideLayouts/slideLayout99.xml" /><Relationship Id="rId4" Type="http://schemas.openxmlformats.org/officeDocument/2006/relationships/slideLayout" Target="../slideLayouts/slideLayout64.xml" /><Relationship Id="rId40" Type="http://schemas.openxmlformats.org/officeDocument/2006/relationships/slideLayout" Target="../slideLayouts/slideLayout100.xml" /><Relationship Id="rId41" Type="http://schemas.openxmlformats.org/officeDocument/2006/relationships/slideLayout" Target="../slideLayouts/slideLayout101.xml" /><Relationship Id="rId42" Type="http://schemas.openxmlformats.org/officeDocument/2006/relationships/slideLayout" Target="../slideLayouts/slideLayout102.xml" /><Relationship Id="rId43" Type="http://schemas.openxmlformats.org/officeDocument/2006/relationships/slideLayout" Target="../slideLayouts/slideLayout103.xml" /><Relationship Id="rId44" Type="http://schemas.openxmlformats.org/officeDocument/2006/relationships/slideLayout" Target="../slideLayouts/slideLayout104.xml" /><Relationship Id="rId45" Type="http://schemas.openxmlformats.org/officeDocument/2006/relationships/slideLayout" Target="../slideLayouts/slideLayout105.xml" /><Relationship Id="rId46" Type="http://schemas.openxmlformats.org/officeDocument/2006/relationships/slideLayout" Target="../slideLayouts/slideLayout106.xml" /><Relationship Id="rId47" Type="http://schemas.openxmlformats.org/officeDocument/2006/relationships/slideLayout" Target="../slideLayouts/slideLayout107.xml" /><Relationship Id="rId48" Type="http://schemas.openxmlformats.org/officeDocument/2006/relationships/slideLayout" Target="../slideLayouts/slideLayout108.xml" /><Relationship Id="rId49" Type="http://schemas.openxmlformats.org/officeDocument/2006/relationships/slideLayout" Target="../slideLayouts/slideLayout109.xml" /><Relationship Id="rId5" Type="http://schemas.openxmlformats.org/officeDocument/2006/relationships/slideLayout" Target="../slideLayouts/slideLayout65.xml" /><Relationship Id="rId50" Type="http://schemas.openxmlformats.org/officeDocument/2006/relationships/slideLayout" Target="../slideLayouts/slideLayout110.xml" /><Relationship Id="rId51" Type="http://schemas.openxmlformats.org/officeDocument/2006/relationships/slideLayout" Target="../slideLayouts/slideLayout111.xml" /><Relationship Id="rId52" Type="http://schemas.openxmlformats.org/officeDocument/2006/relationships/slideLayout" Target="../slideLayouts/slideLayout112.xml" /><Relationship Id="rId53" Type="http://schemas.openxmlformats.org/officeDocument/2006/relationships/slideLayout" Target="../slideLayouts/slideLayout113.xml" /><Relationship Id="rId54" Type="http://schemas.openxmlformats.org/officeDocument/2006/relationships/slideLayout" Target="../slideLayouts/slideLayout114.xml" /><Relationship Id="rId55" Type="http://schemas.openxmlformats.org/officeDocument/2006/relationships/slideLayout" Target="../slideLayouts/slideLayout115.xml" /><Relationship Id="rId56" Type="http://schemas.openxmlformats.org/officeDocument/2006/relationships/slideLayout" Target="../slideLayouts/slideLayout116.xml" /><Relationship Id="rId57" Type="http://schemas.openxmlformats.org/officeDocument/2006/relationships/slideLayout" Target="../slideLayouts/slideLayout117.xml" /><Relationship Id="rId58" Type="http://schemas.openxmlformats.org/officeDocument/2006/relationships/slideLayout" Target="../slideLayouts/slideLayout118.xml" /><Relationship Id="rId59" Type="http://schemas.openxmlformats.org/officeDocument/2006/relationships/slideLayout" Target="../slideLayouts/slideLayout119.xml" /><Relationship Id="rId6" Type="http://schemas.openxmlformats.org/officeDocument/2006/relationships/slideLayout" Target="../slideLayouts/slideLayout66.xml" /><Relationship Id="rId60" Type="http://schemas.openxmlformats.org/officeDocument/2006/relationships/slideLayout" Target="../slideLayouts/slideLayout120.xml" /><Relationship Id="rId61" Type="http://schemas.openxmlformats.org/officeDocument/2006/relationships/image" Target="../media/image42.png" /><Relationship Id="rId62" Type="http://schemas.openxmlformats.org/officeDocument/2006/relationships/theme" Target="../theme/theme2.xml" /><Relationship Id="rId7" Type="http://schemas.openxmlformats.org/officeDocument/2006/relationships/slideLayout" Target="../slideLayouts/slideLayout67.xml" /><Relationship Id="rId8" Type="http://schemas.openxmlformats.org/officeDocument/2006/relationships/slideLayout" Target="../slideLayouts/slideLayout68.xml" /><Relationship Id="rId9" Type="http://schemas.openxmlformats.org/officeDocument/2006/relationships/slideLayout" Target="../slideLayouts/slideLayout6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5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4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7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1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8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1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8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7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7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7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9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6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43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50.png" /><Relationship Id="rId4" Type="http://schemas.openxmlformats.org/officeDocument/2006/relationships/image" Target="../media/image51.png" /><Relationship Id="rId5" Type="http://schemas.openxmlformats.org/officeDocument/2006/relationships/image" Target="../media/image52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50.png" /><Relationship Id="rId4" Type="http://schemas.openxmlformats.org/officeDocument/2006/relationships/image" Target="../media/image51.png" /><Relationship Id="rId5" Type="http://schemas.openxmlformats.org/officeDocument/2006/relationships/image" Target="../media/image52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50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50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6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48.png" /><Relationship Id="rId4" Type="http://schemas.openxmlformats.org/officeDocument/2006/relationships/image" Target="../media/image53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6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48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8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8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54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41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2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3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83" name="Shape 1483"/>
        <p:cNvGrpSpPr/>
        <p:nvPr/>
      </p:nvGrpSpPr>
      <p:grpSpPr>
        <a:xfrm>
          <a:off x="0" y="0"/>
          <a:ext cx="0" cy="0"/>
        </a:xfrm>
      </p:grpSpPr>
      <p:sp>
        <p:nvSpPr>
          <p:cNvPr id="1484" name="Google Shape;1484;p12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complex linear equations involving brackets</a:t>
            </a:r>
            <a:endParaRPr/>
          </a:p>
        </p:txBody>
      </p:sp>
      <p:sp>
        <p:nvSpPr>
          <p:cNvPr id="1485" name="Google Shape;1485;p12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1489" name="Shape 1489"/>
        <p:cNvGrpSpPr/>
        <p:nvPr/>
      </p:nvGrpSpPr>
      <p:grpSpPr>
        <a:xfrm>
          <a:off x="0" y="0"/>
          <a:ext cx="0" cy="0"/>
        </a:xfrm>
      </p:grpSpPr>
      <p:sp>
        <p:nvSpPr>
          <p:cNvPr id="1490" name="Google Shape;1490;p12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4" name="Shape 1494"/>
        <p:cNvGrpSpPr/>
        <p:nvPr/>
      </p:nvGrpSpPr>
      <p:grpSpPr>
        <a:xfrm>
          <a:off x="0" y="0"/>
          <a:ext cx="0" cy="0"/>
        </a:xfrm>
      </p:grpSpPr>
      <p:sp>
        <p:nvSpPr>
          <p:cNvPr id="1495" name="Google Shape;1495;p12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solve equations involving brackets where simplification is necessary first.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9" name="Shape 1499"/>
        <p:cNvGrpSpPr/>
        <p:nvPr/>
      </p:nvGrpSpPr>
      <p:grpSpPr>
        <a:xfrm>
          <a:off x="0" y="0"/>
          <a:ext cx="0" cy="0"/>
        </a:xfrm>
      </p:grpSpPr>
      <p:sp>
        <p:nvSpPr>
          <p:cNvPr id="1500" name="Google Shape;1500;p126"/>
          <p:cNvSpPr txBox="1"/>
          <p:nvPr/>
        </p:nvSpPr>
        <p:spPr>
          <a:xfrm>
            <a:off x="324000" y="1316975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equation is used to show two expressions that are equal to each other.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4" name="Shape 1504"/>
        <p:cNvGrpSpPr/>
        <p:nvPr/>
      </p:nvGrpSpPr>
      <p:grpSpPr>
        <a:xfrm>
          <a:off x="0" y="0"/>
          <a:ext cx="0" cy="0"/>
        </a:xfrm>
      </p:grpSpPr>
      <p:sp>
        <p:nvSpPr>
          <p:cNvPr id="1505" name="Google Shape;1505;p12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equations with multiple sets of brackets</a:t>
            </a:r>
            <a:endParaRPr/>
          </a:p>
        </p:txBody>
      </p:sp>
      <p:sp>
        <p:nvSpPr>
          <p:cNvPr id="1506" name="Google Shape;1506;p12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before solving</a:t>
            </a:r>
            <a:endParaRPr/>
          </a:p>
        </p:txBody>
      </p:sp>
      <p:sp>
        <p:nvSpPr>
          <p:cNvPr id="1507" name="Google Shape;1507;p127"/>
          <p:cNvSpPr txBox="1"/>
          <p:nvPr>
            <p:ph type="title" idx="3"/>
          </p:nvPr>
        </p:nvSpPr>
        <p:spPr>
          <a:xfrm>
            <a:off x="324000" y="657600"/>
            <a:ext cx="64503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complex linear equations involving brackets</a:t>
            </a:r>
            <a:endParaRPr/>
          </a:p>
        </p:txBody>
      </p:sp>
      <p:pic>
        <p:nvPicPr>
          <p:cNvPr id="1508" name="Google Shape;1508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05110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2" name="Shape 1512"/>
        <p:cNvGrpSpPr/>
        <p:nvPr/>
      </p:nvGrpSpPr>
      <p:grpSpPr>
        <a:xfrm>
          <a:off x="0" y="0"/>
          <a:ext cx="0" cy="0"/>
        </a:xfrm>
      </p:grpSpPr>
      <p:sp>
        <p:nvSpPr>
          <p:cNvPr id="1513" name="Google Shape;1513;p128"/>
          <p:cNvSpPr txBox="1"/>
          <p:nvPr>
            <p:ph type="body" idx="1"/>
          </p:nvPr>
        </p:nvSpPr>
        <p:spPr>
          <a:xfrm>
            <a:off x="324000" y="759300"/>
            <a:ext cx="7135200" cy="78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Sometimes we need to work with equations with multiple sets of brackets.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4" name="Google Shape;1514;p1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equations with multiple sets of brackets</a:t>
            </a:r>
            <a:endParaRPr/>
          </a:p>
        </p:txBody>
      </p:sp>
      <p:sp>
        <p:nvSpPr>
          <p:cNvPr id="1515" name="Google Shape;1515;p128"/>
          <p:cNvSpPr/>
          <p:nvPr/>
        </p:nvSpPr>
        <p:spPr>
          <a:xfrm>
            <a:off x="1142923" y="2276193"/>
            <a:ext cx="2322900" cy="1142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6" name="Google Shape;1516;p128"/>
          <p:cNvCxnSpPr/>
          <p:nvPr/>
        </p:nvCxnSpPr>
        <p:spPr>
          <a:xfrm>
            <a:off x="1147305" y="3567943"/>
            <a:ext cx="2331600" cy="6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17" name="Google Shape;1517;p128"/>
          <p:cNvCxnSpPr/>
          <p:nvPr/>
        </p:nvCxnSpPr>
        <p:spPr>
          <a:xfrm rot="10800000">
            <a:off x="975584" y="2278668"/>
            <a:ext cx="11100" cy="1143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18" name="Google Shape;1518;p128"/>
          <p:cNvSpPr txBox="1"/>
          <p:nvPr/>
        </p:nvSpPr>
        <p:spPr>
          <a:xfrm>
            <a:off x="319198" y="2669968"/>
            <a:ext cx="6258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128"/>
          <p:cNvSpPr txBox="1"/>
          <p:nvPr/>
        </p:nvSpPr>
        <p:spPr>
          <a:xfrm>
            <a:off x="1899347" y="3584368"/>
            <a:ext cx="1122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128"/>
          <p:cNvSpPr txBox="1"/>
          <p:nvPr>
            <p:ph type="body" idx="1"/>
          </p:nvPr>
        </p:nvSpPr>
        <p:spPr>
          <a:xfrm>
            <a:off x="324000" y="1597500"/>
            <a:ext cx="8496000" cy="41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For example, the perimeter of this rectangle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33 </a:t>
            </a:r>
            <a:r>
              <a:rPr lang="en-GB"/>
              <a:t>cm. Find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21" name="Google Shape;1521;p128"/>
          <p:cNvGraphicFramePr>
            <a:graphicFrameLocks noGrp="1"/>
          </p:cNvGraphicFramePr>
          <p:nvPr/>
        </p:nvGraphicFramePr>
        <p:xfrm>
          <a:off x="4233220" y="21927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594025"/>
                <a:gridCol w="350350"/>
                <a:gridCol w="1568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 + 2(9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 + 18 − 2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522" name="Google Shape;1522;p128"/>
          <p:cNvGraphicFramePr>
            <a:graphicFrameLocks noGrp="1"/>
          </p:cNvGraphicFramePr>
          <p:nvPr/>
        </p:nvGraphicFramePr>
        <p:xfrm>
          <a:off x="4233220" y="21927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594025"/>
                <a:gridCol w="350350"/>
                <a:gridCol w="1568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 + 2(9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523" name="Google Shape;1523;p128"/>
          <p:cNvGraphicFramePr>
            <a:graphicFrameLocks noGrp="1"/>
          </p:cNvGraphicFramePr>
          <p:nvPr/>
        </p:nvGraphicFramePr>
        <p:xfrm>
          <a:off x="4233220" y="21927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594025"/>
                <a:gridCol w="350350"/>
                <a:gridCol w="1568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 + 2(9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 + 18 − 2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24" name="Google Shape;1524;p128"/>
          <p:cNvSpPr txBox="1"/>
          <p:nvPr>
            <p:ph type="body" idx="1"/>
          </p:nvPr>
        </p:nvSpPr>
        <p:spPr>
          <a:xfrm>
            <a:off x="324000" y="4123325"/>
            <a:ext cx="6191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After expanding the brackets we’ll have an expression that has like terms that can be simplified.</a:t>
            </a:r>
            <a:endParaRPr sz="21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28" name="Shape 1528"/>
        <p:cNvGrpSpPr/>
        <p:nvPr/>
      </p:nvGrpSpPr>
      <p:grpSpPr>
        <a:xfrm>
          <a:off x="0" y="0"/>
          <a:ext cx="0" cy="0"/>
        </a:xfrm>
      </p:grpSpPr>
      <p:graphicFrame>
        <p:nvGraphicFramePr>
          <p:cNvPr id="1529" name="Google Shape;1529;p129"/>
          <p:cNvGraphicFramePr>
            <a:graphicFrameLocks noGrp="1"/>
          </p:cNvGraphicFramePr>
          <p:nvPr/>
        </p:nvGraphicFramePr>
        <p:xfrm>
          <a:off x="4233220" y="21927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594025"/>
                <a:gridCol w="350350"/>
                <a:gridCol w="1568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 + 2(9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 + 18 − 2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30" name="Google Shape;1530;p129"/>
          <p:cNvSpPr txBox="1"/>
          <p:nvPr>
            <p:ph type="body" idx="1"/>
          </p:nvPr>
        </p:nvSpPr>
        <p:spPr>
          <a:xfrm>
            <a:off x="324000" y="759300"/>
            <a:ext cx="7135200" cy="78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Sometimes we need to work with equations with multiple sets of brackets.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1" name="Google Shape;1531;p1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equations with multiple sets of brackets</a:t>
            </a:r>
            <a:endParaRPr/>
          </a:p>
        </p:txBody>
      </p:sp>
      <p:sp>
        <p:nvSpPr>
          <p:cNvPr id="1532" name="Google Shape;1532;p129"/>
          <p:cNvSpPr/>
          <p:nvPr/>
        </p:nvSpPr>
        <p:spPr>
          <a:xfrm>
            <a:off x="1142923" y="2276193"/>
            <a:ext cx="2322900" cy="1142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3" name="Google Shape;1533;p129"/>
          <p:cNvCxnSpPr/>
          <p:nvPr/>
        </p:nvCxnSpPr>
        <p:spPr>
          <a:xfrm>
            <a:off x="1147305" y="3567943"/>
            <a:ext cx="2331600" cy="6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34" name="Google Shape;1534;p129"/>
          <p:cNvCxnSpPr/>
          <p:nvPr/>
        </p:nvCxnSpPr>
        <p:spPr>
          <a:xfrm rot="10800000">
            <a:off x="975584" y="2278668"/>
            <a:ext cx="11100" cy="1143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35" name="Google Shape;1535;p129"/>
          <p:cNvSpPr txBox="1"/>
          <p:nvPr/>
        </p:nvSpPr>
        <p:spPr>
          <a:xfrm>
            <a:off x="319198" y="2669968"/>
            <a:ext cx="6258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129"/>
          <p:cNvSpPr txBox="1"/>
          <p:nvPr/>
        </p:nvSpPr>
        <p:spPr>
          <a:xfrm>
            <a:off x="1899347" y="3584368"/>
            <a:ext cx="1122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129"/>
          <p:cNvSpPr txBox="1"/>
          <p:nvPr>
            <p:ph type="body" idx="1"/>
          </p:nvPr>
        </p:nvSpPr>
        <p:spPr>
          <a:xfrm>
            <a:off x="324000" y="1597500"/>
            <a:ext cx="8496000" cy="41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For example, the perimeter of this rectangle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33 </a:t>
            </a:r>
            <a:r>
              <a:rPr lang="en-GB"/>
              <a:t>cm. Find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38" name="Google Shape;1538;p129"/>
          <p:cNvGraphicFramePr>
            <a:graphicFrameLocks noGrp="1"/>
          </p:cNvGraphicFramePr>
          <p:nvPr/>
        </p:nvGraphicFramePr>
        <p:xfrm>
          <a:off x="4233220" y="21927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594025"/>
                <a:gridCol w="350350"/>
                <a:gridCol w="1568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 + 2(9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 + 18 − 2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4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39" name="Google Shape;1539;p129"/>
          <p:cNvSpPr txBox="1"/>
          <p:nvPr>
            <p:ph type="body" idx="1"/>
          </p:nvPr>
        </p:nvSpPr>
        <p:spPr>
          <a:xfrm>
            <a:off x="1162200" y="4123325"/>
            <a:ext cx="37926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This is now in the form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b = c</a:t>
            </a:r>
            <a:r>
              <a:rPr lang="en-GB" sz="1900"/>
              <a:t> which we can be solved.</a:t>
            </a:r>
            <a:endParaRPr sz="21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0" name="Google Shape;1540;p129"/>
          <p:cNvSpPr/>
          <p:nvPr/>
        </p:nvSpPr>
        <p:spPr>
          <a:xfrm>
            <a:off x="5689639" y="3221191"/>
            <a:ext cx="1987800" cy="5097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4" name="Shape 1544"/>
        <p:cNvGrpSpPr/>
        <p:nvPr/>
      </p:nvGrpSpPr>
      <p:grpSpPr>
        <a:xfrm>
          <a:off x="0" y="0"/>
          <a:ext cx="0" cy="0"/>
        </a:xfrm>
      </p:grpSpPr>
      <p:sp>
        <p:nvSpPr>
          <p:cNvPr id="1545" name="Google Shape;1545;p130"/>
          <p:cNvSpPr txBox="1"/>
          <p:nvPr>
            <p:ph type="body" idx="1"/>
          </p:nvPr>
        </p:nvSpPr>
        <p:spPr>
          <a:xfrm>
            <a:off x="324000" y="759300"/>
            <a:ext cx="6641100" cy="78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If we can manipulate an equation into the form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b = c</a:t>
            </a:r>
            <a:r>
              <a:rPr lang="en-GB"/>
              <a:t> we can easily solve.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6" name="Google Shape;1546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equations with multiple sets of brackets</a:t>
            </a:r>
            <a:endParaRPr/>
          </a:p>
        </p:txBody>
      </p:sp>
      <p:sp>
        <p:nvSpPr>
          <p:cNvPr id="1547" name="Google Shape;1547;p130"/>
          <p:cNvSpPr txBox="1"/>
          <p:nvPr>
            <p:ph type="body" idx="1"/>
          </p:nvPr>
        </p:nvSpPr>
        <p:spPr>
          <a:xfrm>
            <a:off x="4819800" y="1595082"/>
            <a:ext cx="28719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first step here is to expand the brackets.</a:t>
            </a:r>
            <a:endParaRPr sz="21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48" name="Google Shape;1548;p130"/>
          <p:cNvGraphicFramePr>
            <a:graphicFrameLocks noGrp="1"/>
          </p:cNvGraphicFramePr>
          <p:nvPr/>
        </p:nvGraphicFramePr>
        <p:xfrm>
          <a:off x="370079" y="1789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+ 2(3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+ 7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12 + 6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49" name="Google Shape;1549;p130"/>
          <p:cNvSpPr txBox="1"/>
          <p:nvPr>
            <p:ph type="body" idx="1"/>
          </p:nvPr>
        </p:nvSpPr>
        <p:spPr>
          <a:xfrm>
            <a:off x="4819800" y="2509482"/>
            <a:ext cx="33558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Now we have like terms that can be collected to simplify.</a:t>
            </a:r>
            <a:endParaRPr sz="21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50" name="Google Shape;1550;p130"/>
          <p:cNvCxnSpPr>
            <a:endCxn id="1547" idx="1"/>
          </p:cNvCxnSpPr>
          <p:nvPr/>
        </p:nvCxnSpPr>
        <p:spPr>
          <a:xfrm rot="10800000" flipH="1">
            <a:off x="3955200" y="1901832"/>
            <a:ext cx="864600" cy="135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1" name="Google Shape;1551;p130"/>
          <p:cNvCxnSpPr>
            <a:endCxn id="1549" idx="1"/>
          </p:cNvCxnSpPr>
          <p:nvPr/>
        </p:nvCxnSpPr>
        <p:spPr>
          <a:xfrm>
            <a:off x="3977700" y="2621232"/>
            <a:ext cx="842100" cy="1950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2" name="Google Shape;1552;p130"/>
          <p:cNvSpPr txBox="1"/>
          <p:nvPr>
            <p:ph type="body" idx="1"/>
          </p:nvPr>
        </p:nvSpPr>
        <p:spPr>
          <a:xfrm>
            <a:off x="4819800" y="3475200"/>
            <a:ext cx="31449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Now in the form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b = c</a:t>
            </a:r>
            <a:r>
              <a:rPr lang="en-GB" sz="1900"/>
              <a:t> we can solve.</a:t>
            </a:r>
            <a:endParaRPr sz="21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53" name="Google Shape;1553;p130"/>
          <p:cNvCxnSpPr>
            <a:endCxn id="1552" idx="1"/>
          </p:cNvCxnSpPr>
          <p:nvPr/>
        </p:nvCxnSpPr>
        <p:spPr>
          <a:xfrm>
            <a:off x="3944100" y="3137850"/>
            <a:ext cx="875700" cy="6441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554" name="Google Shape;1554;p130"/>
          <p:cNvGraphicFramePr>
            <a:graphicFrameLocks noGrp="1"/>
          </p:cNvGraphicFramePr>
          <p:nvPr/>
        </p:nvGraphicFramePr>
        <p:xfrm>
          <a:off x="370079" y="1789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+ 2(3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+ 7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555" name="Google Shape;1555;p130"/>
          <p:cNvGraphicFramePr>
            <a:graphicFrameLocks noGrp="1"/>
          </p:cNvGraphicFramePr>
          <p:nvPr/>
        </p:nvGraphicFramePr>
        <p:xfrm>
          <a:off x="370079" y="1789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+ 2(3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+ 7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12 + 6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556" name="Google Shape;1556;p130"/>
          <p:cNvGraphicFramePr>
            <a:graphicFrameLocks noGrp="1"/>
          </p:cNvGraphicFramePr>
          <p:nvPr/>
        </p:nvGraphicFramePr>
        <p:xfrm>
          <a:off x="370079" y="1789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+ 2(3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+ 7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12 + 6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60" name="Shape 1560"/>
        <p:cNvGrpSpPr/>
        <p:nvPr/>
      </p:nvGrpSpPr>
      <p:grpSpPr>
        <a:xfrm>
          <a:off x="0" y="0"/>
          <a:ext cx="0" cy="0"/>
        </a:xfrm>
      </p:grpSpPr>
      <p:sp>
        <p:nvSpPr>
          <p:cNvPr id="1561" name="Google Shape;1561;p131"/>
          <p:cNvSpPr txBox="1"/>
          <p:nvPr>
            <p:ph type="body" idx="1"/>
          </p:nvPr>
        </p:nvSpPr>
        <p:spPr>
          <a:xfrm>
            <a:off x="324000" y="759300"/>
            <a:ext cx="6641100" cy="78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Visual representations often help us to understand what is going on in mathematics.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2" name="Google Shape;1562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equations with multiple sets of brackets</a:t>
            </a:r>
            <a:endParaRPr/>
          </a:p>
        </p:txBody>
      </p:sp>
      <p:graphicFrame>
        <p:nvGraphicFramePr>
          <p:cNvPr id="1563" name="Google Shape;1563;p131"/>
          <p:cNvGraphicFramePr>
            <a:graphicFrameLocks noGrp="1"/>
          </p:cNvGraphicFramePr>
          <p:nvPr/>
        </p:nvGraphicFramePr>
        <p:xfrm>
          <a:off x="370079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+ 2(3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+ 7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64" name="Google Shape;1564;p131"/>
          <p:cNvSpPr/>
          <p:nvPr/>
        </p:nvSpPr>
        <p:spPr>
          <a:xfrm>
            <a:off x="508046" y="1491045"/>
            <a:ext cx="1277700" cy="5097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5" name="Google Shape;1565;p131"/>
          <p:cNvGrpSpPr/>
          <p:nvPr/>
        </p:nvGrpSpPr>
        <p:grpSpPr>
          <a:xfrm>
            <a:off x="327952" y="2149637"/>
            <a:ext cx="1048589" cy="387600"/>
            <a:chOff x="327952" y="2573146"/>
            <a:chExt cx="1048589" cy="387600"/>
          </a:xfrm>
        </p:grpSpPr>
        <p:sp>
          <p:nvSpPr>
            <p:cNvPr id="1566" name="Google Shape;1566;p131"/>
            <p:cNvSpPr/>
            <p:nvPr/>
          </p:nvSpPr>
          <p:spPr>
            <a:xfrm>
              <a:off x="693441" y="2573146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67" name="Google Shape;1567;p131"/>
            <p:cNvSpPr/>
            <p:nvPr/>
          </p:nvSpPr>
          <p:spPr>
            <a:xfrm>
              <a:off x="327952" y="2573146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68" name="Google Shape;1568;p131"/>
          <p:cNvGrpSpPr/>
          <p:nvPr/>
        </p:nvGrpSpPr>
        <p:grpSpPr>
          <a:xfrm>
            <a:off x="1374704" y="2149637"/>
            <a:ext cx="1048589" cy="387600"/>
            <a:chOff x="1374704" y="2573146"/>
            <a:chExt cx="1048589" cy="387600"/>
          </a:xfrm>
        </p:grpSpPr>
        <p:sp>
          <p:nvSpPr>
            <p:cNvPr id="1569" name="Google Shape;1569;p131"/>
            <p:cNvSpPr/>
            <p:nvPr/>
          </p:nvSpPr>
          <p:spPr>
            <a:xfrm>
              <a:off x="1740193" y="2573146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70" name="Google Shape;1570;p131"/>
            <p:cNvSpPr/>
            <p:nvPr/>
          </p:nvSpPr>
          <p:spPr>
            <a:xfrm>
              <a:off x="1374704" y="2573146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71" name="Google Shape;1571;p131"/>
          <p:cNvGrpSpPr/>
          <p:nvPr/>
        </p:nvGrpSpPr>
        <p:grpSpPr>
          <a:xfrm>
            <a:off x="2419043" y="2149637"/>
            <a:ext cx="1048589" cy="387600"/>
            <a:chOff x="2419043" y="2573146"/>
            <a:chExt cx="1048589" cy="387600"/>
          </a:xfrm>
        </p:grpSpPr>
        <p:sp>
          <p:nvSpPr>
            <p:cNvPr id="1572" name="Google Shape;1572;p131"/>
            <p:cNvSpPr/>
            <p:nvPr/>
          </p:nvSpPr>
          <p:spPr>
            <a:xfrm>
              <a:off x="2784532" y="2573146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73" name="Google Shape;1573;p131"/>
            <p:cNvSpPr/>
            <p:nvPr/>
          </p:nvSpPr>
          <p:spPr>
            <a:xfrm>
              <a:off x="2419043" y="2573146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74" name="Google Shape;1574;p131"/>
          <p:cNvSpPr/>
          <p:nvPr/>
        </p:nvSpPr>
        <p:spPr>
          <a:xfrm>
            <a:off x="1837137" y="1491045"/>
            <a:ext cx="1277700" cy="5097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5" name="Google Shape;1575;p131"/>
          <p:cNvGrpSpPr/>
          <p:nvPr/>
        </p:nvGrpSpPr>
        <p:grpSpPr>
          <a:xfrm>
            <a:off x="3472200" y="2149637"/>
            <a:ext cx="2315847" cy="387600"/>
            <a:chOff x="4409061" y="2985425"/>
            <a:chExt cx="2315847" cy="387600"/>
          </a:xfrm>
        </p:grpSpPr>
        <p:sp>
          <p:nvSpPr>
            <p:cNvPr id="1576" name="Google Shape;1576;p131"/>
            <p:cNvSpPr/>
            <p:nvPr/>
          </p:nvSpPr>
          <p:spPr>
            <a:xfrm>
              <a:off x="5514108" y="2985425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77" name="Google Shape;1577;p131"/>
            <p:cNvSpPr/>
            <p:nvPr/>
          </p:nvSpPr>
          <p:spPr>
            <a:xfrm>
              <a:off x="5148600" y="2985425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78" name="Google Shape;1578;p131"/>
            <p:cNvSpPr/>
            <p:nvPr/>
          </p:nvSpPr>
          <p:spPr>
            <a:xfrm>
              <a:off x="4778830" y="2985425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79" name="Google Shape;1579;p131"/>
            <p:cNvSpPr/>
            <p:nvPr/>
          </p:nvSpPr>
          <p:spPr>
            <a:xfrm>
              <a:off x="4409061" y="2985425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80" name="Google Shape;1580;p131"/>
          <p:cNvGrpSpPr/>
          <p:nvPr/>
        </p:nvGrpSpPr>
        <p:grpSpPr>
          <a:xfrm>
            <a:off x="5780661" y="2149637"/>
            <a:ext cx="2315847" cy="387600"/>
            <a:chOff x="4409061" y="2985425"/>
            <a:chExt cx="2315847" cy="387600"/>
          </a:xfrm>
        </p:grpSpPr>
        <p:sp>
          <p:nvSpPr>
            <p:cNvPr id="1581" name="Google Shape;1581;p131"/>
            <p:cNvSpPr/>
            <p:nvPr/>
          </p:nvSpPr>
          <p:spPr>
            <a:xfrm>
              <a:off x="5514108" y="2985425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82" name="Google Shape;1582;p131"/>
            <p:cNvSpPr/>
            <p:nvPr/>
          </p:nvSpPr>
          <p:spPr>
            <a:xfrm>
              <a:off x="5148600" y="2985425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83" name="Google Shape;1583;p131"/>
            <p:cNvSpPr/>
            <p:nvPr/>
          </p:nvSpPr>
          <p:spPr>
            <a:xfrm>
              <a:off x="4778830" y="2985425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84" name="Google Shape;1584;p131"/>
            <p:cNvSpPr/>
            <p:nvPr/>
          </p:nvSpPr>
          <p:spPr>
            <a:xfrm>
              <a:off x="4409061" y="2985425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85" name="Google Shape;1585;p131"/>
          <p:cNvSpPr/>
          <p:nvPr/>
        </p:nvSpPr>
        <p:spPr>
          <a:xfrm>
            <a:off x="3088379" y="1491045"/>
            <a:ext cx="864600" cy="5097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131"/>
          <p:cNvSpPr/>
          <p:nvPr/>
        </p:nvSpPr>
        <p:spPr>
          <a:xfrm>
            <a:off x="327908" y="2541871"/>
            <a:ext cx="7768500" cy="387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89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587" name="Google Shape;1587;p131"/>
          <p:cNvGraphicFramePr>
            <a:graphicFrameLocks noGrp="1"/>
          </p:cNvGraphicFramePr>
          <p:nvPr/>
        </p:nvGraphicFramePr>
        <p:xfrm>
          <a:off x="370079" y="3113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12 + 6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588" name="Google Shape;1588;p131"/>
          <p:cNvGrpSpPr/>
          <p:nvPr/>
        </p:nvGrpSpPr>
        <p:grpSpPr>
          <a:xfrm>
            <a:off x="327952" y="3707329"/>
            <a:ext cx="3162141" cy="387600"/>
            <a:chOff x="327952" y="3707329"/>
            <a:chExt cx="3162141" cy="387600"/>
          </a:xfrm>
        </p:grpSpPr>
        <p:sp>
          <p:nvSpPr>
            <p:cNvPr id="1589" name="Google Shape;1589;p131"/>
            <p:cNvSpPr/>
            <p:nvPr/>
          </p:nvSpPr>
          <p:spPr>
            <a:xfrm>
              <a:off x="1444211" y="3707329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0" name="Google Shape;1590;p131"/>
            <p:cNvSpPr/>
            <p:nvPr/>
          </p:nvSpPr>
          <p:spPr>
            <a:xfrm>
              <a:off x="327952" y="3707329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1" name="Google Shape;1591;p131"/>
            <p:cNvSpPr/>
            <p:nvPr/>
          </p:nvSpPr>
          <p:spPr>
            <a:xfrm>
              <a:off x="2121193" y="3707329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2" name="Google Shape;1592;p131"/>
            <p:cNvSpPr/>
            <p:nvPr/>
          </p:nvSpPr>
          <p:spPr>
            <a:xfrm>
              <a:off x="700134" y="3707329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3" name="Google Shape;1593;p131"/>
            <p:cNvSpPr/>
            <p:nvPr/>
          </p:nvSpPr>
          <p:spPr>
            <a:xfrm>
              <a:off x="2806993" y="3707329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4" name="Google Shape;1594;p131"/>
            <p:cNvSpPr/>
            <p:nvPr/>
          </p:nvSpPr>
          <p:spPr>
            <a:xfrm>
              <a:off x="1069904" y="3707329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95" name="Google Shape;1595;p131"/>
          <p:cNvGrpSpPr/>
          <p:nvPr/>
        </p:nvGrpSpPr>
        <p:grpSpPr>
          <a:xfrm>
            <a:off x="3494661" y="3704916"/>
            <a:ext cx="4644356" cy="390012"/>
            <a:chOff x="3494661" y="3704916"/>
            <a:chExt cx="4644356" cy="390012"/>
          </a:xfrm>
        </p:grpSpPr>
        <p:sp>
          <p:nvSpPr>
            <p:cNvPr id="1596" name="Google Shape;1596;p131"/>
            <p:cNvSpPr/>
            <p:nvPr/>
          </p:nvSpPr>
          <p:spPr>
            <a:xfrm>
              <a:off x="5717835" y="3707329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7" name="Google Shape;1597;p131"/>
            <p:cNvSpPr/>
            <p:nvPr/>
          </p:nvSpPr>
          <p:spPr>
            <a:xfrm>
              <a:off x="4234200" y="3704916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8" name="Google Shape;1598;p131"/>
            <p:cNvSpPr/>
            <p:nvPr/>
          </p:nvSpPr>
          <p:spPr>
            <a:xfrm>
              <a:off x="3864430" y="3704916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9" name="Google Shape;1599;p131"/>
            <p:cNvSpPr/>
            <p:nvPr/>
          </p:nvSpPr>
          <p:spPr>
            <a:xfrm>
              <a:off x="3494661" y="3704916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00" name="Google Shape;1600;p131"/>
            <p:cNvSpPr/>
            <p:nvPr/>
          </p:nvSpPr>
          <p:spPr>
            <a:xfrm>
              <a:off x="6928217" y="3707329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01" name="Google Shape;1601;p131"/>
            <p:cNvSpPr/>
            <p:nvPr/>
          </p:nvSpPr>
          <p:spPr>
            <a:xfrm>
              <a:off x="5343509" y="3704916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02" name="Google Shape;1602;p131"/>
            <p:cNvSpPr/>
            <p:nvPr/>
          </p:nvSpPr>
          <p:spPr>
            <a:xfrm>
              <a:off x="4973739" y="3704916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03" name="Google Shape;1603;p131"/>
            <p:cNvSpPr/>
            <p:nvPr/>
          </p:nvSpPr>
          <p:spPr>
            <a:xfrm>
              <a:off x="4603970" y="3704916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04" name="Google Shape;1604;p131"/>
          <p:cNvSpPr/>
          <p:nvPr/>
        </p:nvSpPr>
        <p:spPr>
          <a:xfrm>
            <a:off x="327900" y="4097150"/>
            <a:ext cx="7811100" cy="387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89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05" name="Google Shape;1605;p131"/>
          <p:cNvSpPr/>
          <p:nvPr/>
        </p:nvSpPr>
        <p:spPr>
          <a:xfrm>
            <a:off x="770326" y="3133750"/>
            <a:ext cx="1197300" cy="5097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131"/>
          <p:cNvSpPr/>
          <p:nvPr/>
        </p:nvSpPr>
        <p:spPr>
          <a:xfrm>
            <a:off x="2020804" y="3133750"/>
            <a:ext cx="1197300" cy="5097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131"/>
          <p:cNvSpPr/>
          <p:nvPr/>
        </p:nvSpPr>
        <p:spPr>
          <a:xfrm>
            <a:off x="3088379" y="3144984"/>
            <a:ext cx="864600" cy="5097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1" name="Shape 1611"/>
        <p:cNvGrpSpPr/>
        <p:nvPr/>
      </p:nvGrpSpPr>
      <p:grpSpPr>
        <a:xfrm>
          <a:off x="0" y="0"/>
          <a:ext cx="0" cy="0"/>
        </a:xfrm>
      </p:grpSpPr>
      <p:sp>
        <p:nvSpPr>
          <p:cNvPr id="1612" name="Google Shape;1612;p132"/>
          <p:cNvSpPr txBox="1"/>
          <p:nvPr>
            <p:ph type="body" idx="1"/>
          </p:nvPr>
        </p:nvSpPr>
        <p:spPr>
          <a:xfrm>
            <a:off x="324000" y="759300"/>
            <a:ext cx="6641100" cy="78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Visual representations often help us to understand what is going on in mathematics.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3" name="Google Shape;1613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equations with multiple sets of brackets</a:t>
            </a:r>
            <a:endParaRPr/>
          </a:p>
        </p:txBody>
      </p:sp>
      <p:graphicFrame>
        <p:nvGraphicFramePr>
          <p:cNvPr id="1614" name="Google Shape;1614;p132"/>
          <p:cNvGraphicFramePr>
            <a:graphicFrameLocks noGrp="1"/>
          </p:cNvGraphicFramePr>
          <p:nvPr/>
        </p:nvGraphicFramePr>
        <p:xfrm>
          <a:off x="370079" y="3073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15" name="Google Shape;1615;p132"/>
          <p:cNvGraphicFramePr>
            <a:graphicFrameLocks noGrp="1"/>
          </p:cNvGraphicFramePr>
          <p:nvPr/>
        </p:nvGraphicFramePr>
        <p:xfrm>
          <a:off x="370079" y="1612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12 + 6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616" name="Google Shape;1616;p132"/>
          <p:cNvGrpSpPr/>
          <p:nvPr/>
        </p:nvGrpSpPr>
        <p:grpSpPr>
          <a:xfrm>
            <a:off x="1444211" y="2205789"/>
            <a:ext cx="2045882" cy="387600"/>
            <a:chOff x="1444211" y="2205789"/>
            <a:chExt cx="2045882" cy="387600"/>
          </a:xfrm>
        </p:grpSpPr>
        <p:sp>
          <p:nvSpPr>
            <p:cNvPr id="1617" name="Google Shape;1617;p132"/>
            <p:cNvSpPr/>
            <p:nvPr/>
          </p:nvSpPr>
          <p:spPr>
            <a:xfrm>
              <a:off x="1444211" y="2205789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18" name="Google Shape;1618;p132"/>
            <p:cNvSpPr/>
            <p:nvPr/>
          </p:nvSpPr>
          <p:spPr>
            <a:xfrm>
              <a:off x="2121193" y="2205789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19" name="Google Shape;1619;p132"/>
            <p:cNvSpPr/>
            <p:nvPr/>
          </p:nvSpPr>
          <p:spPr>
            <a:xfrm>
              <a:off x="2806993" y="2205789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20" name="Google Shape;1620;p132"/>
          <p:cNvGrpSpPr/>
          <p:nvPr/>
        </p:nvGrpSpPr>
        <p:grpSpPr>
          <a:xfrm>
            <a:off x="327952" y="2205789"/>
            <a:ext cx="1111852" cy="387600"/>
            <a:chOff x="327952" y="2205789"/>
            <a:chExt cx="1111852" cy="387600"/>
          </a:xfrm>
        </p:grpSpPr>
        <p:sp>
          <p:nvSpPr>
            <p:cNvPr id="1621" name="Google Shape;1621;p132"/>
            <p:cNvSpPr/>
            <p:nvPr/>
          </p:nvSpPr>
          <p:spPr>
            <a:xfrm>
              <a:off x="327952" y="2205789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22" name="Google Shape;1622;p132"/>
            <p:cNvSpPr/>
            <p:nvPr/>
          </p:nvSpPr>
          <p:spPr>
            <a:xfrm>
              <a:off x="700134" y="2205789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23" name="Google Shape;1623;p132"/>
            <p:cNvSpPr/>
            <p:nvPr/>
          </p:nvSpPr>
          <p:spPr>
            <a:xfrm>
              <a:off x="1069904" y="2205789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24" name="Google Shape;1624;p132"/>
          <p:cNvGrpSpPr/>
          <p:nvPr/>
        </p:nvGrpSpPr>
        <p:grpSpPr>
          <a:xfrm>
            <a:off x="5717835" y="2205789"/>
            <a:ext cx="2421182" cy="387600"/>
            <a:chOff x="5717835" y="2205789"/>
            <a:chExt cx="2421182" cy="387600"/>
          </a:xfrm>
        </p:grpSpPr>
        <p:sp>
          <p:nvSpPr>
            <p:cNvPr id="1625" name="Google Shape;1625;p132"/>
            <p:cNvSpPr/>
            <p:nvPr/>
          </p:nvSpPr>
          <p:spPr>
            <a:xfrm>
              <a:off x="5717835" y="2205789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26" name="Google Shape;1626;p132"/>
            <p:cNvSpPr/>
            <p:nvPr/>
          </p:nvSpPr>
          <p:spPr>
            <a:xfrm>
              <a:off x="6928217" y="2205789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27" name="Google Shape;1627;p132"/>
          <p:cNvGrpSpPr/>
          <p:nvPr/>
        </p:nvGrpSpPr>
        <p:grpSpPr>
          <a:xfrm>
            <a:off x="3494661" y="2203377"/>
            <a:ext cx="2218748" cy="387600"/>
            <a:chOff x="3494661" y="2203377"/>
            <a:chExt cx="2218748" cy="387600"/>
          </a:xfrm>
        </p:grpSpPr>
        <p:sp>
          <p:nvSpPr>
            <p:cNvPr id="1628" name="Google Shape;1628;p132"/>
            <p:cNvSpPr/>
            <p:nvPr/>
          </p:nvSpPr>
          <p:spPr>
            <a:xfrm>
              <a:off x="4234200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29" name="Google Shape;1629;p132"/>
            <p:cNvSpPr/>
            <p:nvPr/>
          </p:nvSpPr>
          <p:spPr>
            <a:xfrm>
              <a:off x="3864430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30" name="Google Shape;1630;p132"/>
            <p:cNvSpPr/>
            <p:nvPr/>
          </p:nvSpPr>
          <p:spPr>
            <a:xfrm>
              <a:off x="3494661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31" name="Google Shape;1631;p132"/>
            <p:cNvSpPr/>
            <p:nvPr/>
          </p:nvSpPr>
          <p:spPr>
            <a:xfrm>
              <a:off x="5343509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32" name="Google Shape;1632;p132"/>
            <p:cNvSpPr/>
            <p:nvPr/>
          </p:nvSpPr>
          <p:spPr>
            <a:xfrm>
              <a:off x="4973739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33" name="Google Shape;1633;p132"/>
            <p:cNvSpPr/>
            <p:nvPr/>
          </p:nvSpPr>
          <p:spPr>
            <a:xfrm>
              <a:off x="4603970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34" name="Google Shape;1634;p132"/>
          <p:cNvSpPr/>
          <p:nvPr/>
        </p:nvSpPr>
        <p:spPr>
          <a:xfrm>
            <a:off x="327900" y="2595611"/>
            <a:ext cx="7811100" cy="387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89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35" name="Google Shape;1635;p132"/>
          <p:cNvGrpSpPr/>
          <p:nvPr/>
        </p:nvGrpSpPr>
        <p:grpSpPr>
          <a:xfrm>
            <a:off x="327952" y="3805989"/>
            <a:ext cx="1111852" cy="387600"/>
            <a:chOff x="327952" y="2205789"/>
            <a:chExt cx="1111852" cy="387600"/>
          </a:xfrm>
        </p:grpSpPr>
        <p:sp>
          <p:nvSpPr>
            <p:cNvPr id="1636" name="Google Shape;1636;p132"/>
            <p:cNvSpPr/>
            <p:nvPr/>
          </p:nvSpPr>
          <p:spPr>
            <a:xfrm>
              <a:off x="327952" y="2205789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37" name="Google Shape;1637;p132"/>
            <p:cNvSpPr/>
            <p:nvPr/>
          </p:nvSpPr>
          <p:spPr>
            <a:xfrm>
              <a:off x="700134" y="2205789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38" name="Google Shape;1638;p132"/>
            <p:cNvSpPr/>
            <p:nvPr/>
          </p:nvSpPr>
          <p:spPr>
            <a:xfrm>
              <a:off x="1069904" y="2205789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39" name="Google Shape;1639;p132"/>
          <p:cNvGrpSpPr/>
          <p:nvPr/>
        </p:nvGrpSpPr>
        <p:grpSpPr>
          <a:xfrm>
            <a:off x="1434848" y="3803577"/>
            <a:ext cx="2218748" cy="387600"/>
            <a:chOff x="3494661" y="2203377"/>
            <a:chExt cx="2218748" cy="387600"/>
          </a:xfrm>
        </p:grpSpPr>
        <p:sp>
          <p:nvSpPr>
            <p:cNvPr id="1640" name="Google Shape;1640;p132"/>
            <p:cNvSpPr/>
            <p:nvPr/>
          </p:nvSpPr>
          <p:spPr>
            <a:xfrm>
              <a:off x="4234200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1" name="Google Shape;1641;p132"/>
            <p:cNvSpPr/>
            <p:nvPr/>
          </p:nvSpPr>
          <p:spPr>
            <a:xfrm>
              <a:off x="3864430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2" name="Google Shape;1642;p132"/>
            <p:cNvSpPr/>
            <p:nvPr/>
          </p:nvSpPr>
          <p:spPr>
            <a:xfrm>
              <a:off x="3494661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3" name="Google Shape;1643;p132"/>
            <p:cNvSpPr/>
            <p:nvPr/>
          </p:nvSpPr>
          <p:spPr>
            <a:xfrm>
              <a:off x="5343509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4" name="Google Shape;1644;p132"/>
            <p:cNvSpPr/>
            <p:nvPr/>
          </p:nvSpPr>
          <p:spPr>
            <a:xfrm>
              <a:off x="4973739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5" name="Google Shape;1645;p132"/>
            <p:cNvSpPr/>
            <p:nvPr/>
          </p:nvSpPr>
          <p:spPr>
            <a:xfrm>
              <a:off x="4603970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46" name="Google Shape;1646;p132"/>
          <p:cNvGrpSpPr/>
          <p:nvPr/>
        </p:nvGrpSpPr>
        <p:grpSpPr>
          <a:xfrm>
            <a:off x="3654011" y="3805989"/>
            <a:ext cx="2045882" cy="387600"/>
            <a:chOff x="1444211" y="2205789"/>
            <a:chExt cx="2045882" cy="387600"/>
          </a:xfrm>
        </p:grpSpPr>
        <p:sp>
          <p:nvSpPr>
            <p:cNvPr id="1647" name="Google Shape;1647;p132"/>
            <p:cNvSpPr/>
            <p:nvPr/>
          </p:nvSpPr>
          <p:spPr>
            <a:xfrm>
              <a:off x="1444211" y="2205789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8" name="Google Shape;1648;p132"/>
            <p:cNvSpPr/>
            <p:nvPr/>
          </p:nvSpPr>
          <p:spPr>
            <a:xfrm>
              <a:off x="2121193" y="2205789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9" name="Google Shape;1649;p132"/>
            <p:cNvSpPr/>
            <p:nvPr/>
          </p:nvSpPr>
          <p:spPr>
            <a:xfrm>
              <a:off x="2806993" y="2205789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50" name="Google Shape;1650;p132"/>
          <p:cNvGrpSpPr/>
          <p:nvPr/>
        </p:nvGrpSpPr>
        <p:grpSpPr>
          <a:xfrm>
            <a:off x="5695374" y="3805989"/>
            <a:ext cx="2421182" cy="387600"/>
            <a:chOff x="5717835" y="2205789"/>
            <a:chExt cx="2421182" cy="387600"/>
          </a:xfrm>
        </p:grpSpPr>
        <p:sp>
          <p:nvSpPr>
            <p:cNvPr id="1651" name="Google Shape;1651;p132"/>
            <p:cNvSpPr/>
            <p:nvPr/>
          </p:nvSpPr>
          <p:spPr>
            <a:xfrm>
              <a:off x="5717835" y="2205789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52" name="Google Shape;1652;p132"/>
            <p:cNvSpPr/>
            <p:nvPr/>
          </p:nvSpPr>
          <p:spPr>
            <a:xfrm>
              <a:off x="6928217" y="2205789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53" name="Google Shape;1653;p132"/>
          <p:cNvSpPr/>
          <p:nvPr/>
        </p:nvSpPr>
        <p:spPr>
          <a:xfrm>
            <a:off x="327900" y="4195811"/>
            <a:ext cx="7811100" cy="387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89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7" name="Shape 1657"/>
        <p:cNvGrpSpPr/>
        <p:nvPr/>
      </p:nvGrpSpPr>
      <p:grpSpPr>
        <a:xfrm>
          <a:off x="0" y="0"/>
          <a:ext cx="0" cy="0"/>
        </a:xfrm>
      </p:grpSpPr>
      <p:sp>
        <p:nvSpPr>
          <p:cNvPr id="1658" name="Google Shape;1658;p133"/>
          <p:cNvSpPr txBox="1"/>
          <p:nvPr>
            <p:ph type="body" idx="1"/>
          </p:nvPr>
        </p:nvSpPr>
        <p:spPr>
          <a:xfrm>
            <a:off x="324000" y="759300"/>
            <a:ext cx="6641100" cy="78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Visual representations often help us to understand what is going on in mathematics.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9" name="Google Shape;1659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equations with multiple sets of brackets</a:t>
            </a:r>
            <a:endParaRPr/>
          </a:p>
        </p:txBody>
      </p:sp>
      <p:graphicFrame>
        <p:nvGraphicFramePr>
          <p:cNvPr id="1660" name="Google Shape;1660;p133"/>
          <p:cNvGraphicFramePr>
            <a:graphicFrameLocks noGrp="1"/>
          </p:cNvGraphicFramePr>
          <p:nvPr/>
        </p:nvGraphicFramePr>
        <p:xfrm>
          <a:off x="370079" y="16256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61" name="Google Shape;1661;p133"/>
          <p:cNvGraphicFramePr>
            <a:graphicFrameLocks noGrp="1"/>
          </p:cNvGraphicFramePr>
          <p:nvPr/>
        </p:nvGraphicFramePr>
        <p:xfrm>
          <a:off x="370079" y="2125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662" name="Google Shape;1662;p133"/>
          <p:cNvGrpSpPr/>
          <p:nvPr/>
        </p:nvGrpSpPr>
        <p:grpSpPr>
          <a:xfrm>
            <a:off x="327952" y="3805989"/>
            <a:ext cx="1111852" cy="387600"/>
            <a:chOff x="327952" y="2205789"/>
            <a:chExt cx="1111852" cy="387600"/>
          </a:xfrm>
        </p:grpSpPr>
        <p:sp>
          <p:nvSpPr>
            <p:cNvPr id="1663" name="Google Shape;1663;p133"/>
            <p:cNvSpPr/>
            <p:nvPr/>
          </p:nvSpPr>
          <p:spPr>
            <a:xfrm>
              <a:off x="327952" y="2205789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4" name="Google Shape;1664;p133"/>
            <p:cNvSpPr/>
            <p:nvPr/>
          </p:nvSpPr>
          <p:spPr>
            <a:xfrm>
              <a:off x="700134" y="2205789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5" name="Google Shape;1665;p133"/>
            <p:cNvSpPr/>
            <p:nvPr/>
          </p:nvSpPr>
          <p:spPr>
            <a:xfrm>
              <a:off x="1069904" y="2205789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66" name="Google Shape;1666;p133"/>
          <p:cNvGrpSpPr/>
          <p:nvPr/>
        </p:nvGrpSpPr>
        <p:grpSpPr>
          <a:xfrm>
            <a:off x="1434848" y="3803577"/>
            <a:ext cx="2218748" cy="387600"/>
            <a:chOff x="3494661" y="2203377"/>
            <a:chExt cx="2218748" cy="387600"/>
          </a:xfrm>
        </p:grpSpPr>
        <p:sp>
          <p:nvSpPr>
            <p:cNvPr id="1667" name="Google Shape;1667;p133"/>
            <p:cNvSpPr/>
            <p:nvPr/>
          </p:nvSpPr>
          <p:spPr>
            <a:xfrm>
              <a:off x="4234200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8" name="Google Shape;1668;p133"/>
            <p:cNvSpPr/>
            <p:nvPr/>
          </p:nvSpPr>
          <p:spPr>
            <a:xfrm>
              <a:off x="3864430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9" name="Google Shape;1669;p133"/>
            <p:cNvSpPr/>
            <p:nvPr/>
          </p:nvSpPr>
          <p:spPr>
            <a:xfrm>
              <a:off x="3494661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0" name="Google Shape;1670;p133"/>
            <p:cNvSpPr/>
            <p:nvPr/>
          </p:nvSpPr>
          <p:spPr>
            <a:xfrm>
              <a:off x="5343509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1" name="Google Shape;1671;p133"/>
            <p:cNvSpPr/>
            <p:nvPr/>
          </p:nvSpPr>
          <p:spPr>
            <a:xfrm>
              <a:off x="4973739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2" name="Google Shape;1672;p133"/>
            <p:cNvSpPr/>
            <p:nvPr/>
          </p:nvSpPr>
          <p:spPr>
            <a:xfrm>
              <a:off x="4603970" y="2203377"/>
              <a:ext cx="369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73" name="Google Shape;1673;p133"/>
          <p:cNvGrpSpPr/>
          <p:nvPr/>
        </p:nvGrpSpPr>
        <p:grpSpPr>
          <a:xfrm>
            <a:off x="3654011" y="3805989"/>
            <a:ext cx="2045882" cy="387600"/>
            <a:chOff x="1444211" y="2205789"/>
            <a:chExt cx="2045882" cy="387600"/>
          </a:xfrm>
        </p:grpSpPr>
        <p:sp>
          <p:nvSpPr>
            <p:cNvPr id="1674" name="Google Shape;1674;p133"/>
            <p:cNvSpPr/>
            <p:nvPr/>
          </p:nvSpPr>
          <p:spPr>
            <a:xfrm>
              <a:off x="1444211" y="2205789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5" name="Google Shape;1675;p133"/>
            <p:cNvSpPr/>
            <p:nvPr/>
          </p:nvSpPr>
          <p:spPr>
            <a:xfrm>
              <a:off x="2121193" y="2205789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6" name="Google Shape;1676;p133"/>
            <p:cNvSpPr/>
            <p:nvPr/>
          </p:nvSpPr>
          <p:spPr>
            <a:xfrm>
              <a:off x="2806993" y="2205789"/>
              <a:ext cx="683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77" name="Google Shape;1677;p133"/>
          <p:cNvGrpSpPr/>
          <p:nvPr/>
        </p:nvGrpSpPr>
        <p:grpSpPr>
          <a:xfrm>
            <a:off x="5695374" y="3805989"/>
            <a:ext cx="2421182" cy="387600"/>
            <a:chOff x="5717835" y="2205789"/>
            <a:chExt cx="2421182" cy="387600"/>
          </a:xfrm>
        </p:grpSpPr>
        <p:sp>
          <p:nvSpPr>
            <p:cNvPr id="1678" name="Google Shape;1678;p133"/>
            <p:cNvSpPr/>
            <p:nvPr/>
          </p:nvSpPr>
          <p:spPr>
            <a:xfrm>
              <a:off x="5717835" y="2205789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9" name="Google Shape;1679;p133"/>
            <p:cNvSpPr/>
            <p:nvPr/>
          </p:nvSpPr>
          <p:spPr>
            <a:xfrm>
              <a:off x="6928217" y="2205789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80" name="Google Shape;1680;p133"/>
          <p:cNvSpPr/>
          <p:nvPr/>
        </p:nvSpPr>
        <p:spPr>
          <a:xfrm>
            <a:off x="327900" y="4195811"/>
            <a:ext cx="7811100" cy="387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89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681" name="Google Shape;1681;p133"/>
          <p:cNvCxnSpPr/>
          <p:nvPr/>
        </p:nvCxnSpPr>
        <p:spPr>
          <a:xfrm rot="10800000" flipH="1">
            <a:off x="331565" y="3678700"/>
            <a:ext cx="3292800" cy="66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82" name="Google Shape;1682;p133"/>
          <p:cNvSpPr txBox="1"/>
          <p:nvPr/>
        </p:nvSpPr>
        <p:spPr>
          <a:xfrm>
            <a:off x="1746948" y="3279575"/>
            <a:ext cx="4056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63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86" name="Shape 1686"/>
        <p:cNvGrpSpPr/>
        <p:nvPr/>
      </p:nvGrpSpPr>
      <p:grpSpPr>
        <a:xfrm>
          <a:off x="0" y="0"/>
          <a:ext cx="0" cy="0"/>
        </a:xfrm>
      </p:grpSpPr>
      <p:graphicFrame>
        <p:nvGraphicFramePr>
          <p:cNvPr id="1687" name="Google Shape;1687;p134"/>
          <p:cNvGraphicFramePr>
            <a:graphicFrameLocks noGrp="1"/>
          </p:cNvGraphicFramePr>
          <p:nvPr/>
        </p:nvGraphicFramePr>
        <p:xfrm>
          <a:off x="262600" y="1789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 + 7(2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9(6 − 3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 + 14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54 − 27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54 − 27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88" name="Google Shape;1688;p134"/>
          <p:cNvSpPr txBox="1"/>
          <p:nvPr>
            <p:ph type="body" idx="1"/>
          </p:nvPr>
        </p:nvSpPr>
        <p:spPr>
          <a:xfrm>
            <a:off x="324000" y="759300"/>
            <a:ext cx="7135200" cy="78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Even with brackets both sides we can manipulate the equation into the form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b = c</a:t>
            </a:r>
            <a:r>
              <a:rPr lang="en-GB"/>
              <a:t> to solve.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9" name="Google Shape;1689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equations with multiple sets of brackets</a:t>
            </a:r>
            <a:endParaRPr/>
          </a:p>
        </p:txBody>
      </p:sp>
      <p:sp>
        <p:nvSpPr>
          <p:cNvPr id="1690" name="Google Shape;1690;p134"/>
          <p:cNvSpPr txBox="1"/>
          <p:nvPr>
            <p:ph type="body" idx="1"/>
          </p:nvPr>
        </p:nvSpPr>
        <p:spPr>
          <a:xfrm>
            <a:off x="5626721" y="1747478"/>
            <a:ext cx="2871900" cy="30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Expand the brackets.</a:t>
            </a:r>
            <a:endParaRPr sz="21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1" name="Google Shape;1691;p134"/>
          <p:cNvSpPr txBox="1"/>
          <p:nvPr>
            <p:ph type="body" idx="1"/>
          </p:nvPr>
        </p:nvSpPr>
        <p:spPr>
          <a:xfrm>
            <a:off x="5626721" y="2325800"/>
            <a:ext cx="3355800" cy="30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Collect like terms.</a:t>
            </a:r>
            <a:endParaRPr sz="21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92" name="Google Shape;1692;p134"/>
          <p:cNvCxnSpPr>
            <a:endCxn id="1690" idx="1"/>
          </p:cNvCxnSpPr>
          <p:nvPr/>
        </p:nvCxnSpPr>
        <p:spPr>
          <a:xfrm rot="10800000" flipH="1">
            <a:off x="4820321" y="1900928"/>
            <a:ext cx="806400" cy="1362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3" name="Google Shape;1693;p134"/>
          <p:cNvCxnSpPr>
            <a:endCxn id="1691" idx="1"/>
          </p:cNvCxnSpPr>
          <p:nvPr/>
        </p:nvCxnSpPr>
        <p:spPr>
          <a:xfrm rot="10800000" flipH="1">
            <a:off x="4820021" y="2479250"/>
            <a:ext cx="806700" cy="858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4" name="Google Shape;1694;p134"/>
          <p:cNvSpPr txBox="1"/>
          <p:nvPr>
            <p:ph type="body" idx="1"/>
          </p:nvPr>
        </p:nvSpPr>
        <p:spPr>
          <a:xfrm>
            <a:off x="5626721" y="3475200"/>
            <a:ext cx="31449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Now in the form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b = c</a:t>
            </a:r>
            <a:r>
              <a:rPr lang="en-GB" sz="1900"/>
              <a:t> we can solve.</a:t>
            </a:r>
            <a:endParaRPr sz="21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95" name="Google Shape;1695;p134"/>
          <p:cNvCxnSpPr>
            <a:endCxn id="1696" idx="1"/>
          </p:cNvCxnSpPr>
          <p:nvPr/>
        </p:nvCxnSpPr>
        <p:spPr>
          <a:xfrm rot="10800000" flipH="1">
            <a:off x="4842521" y="3019050"/>
            <a:ext cx="784200" cy="288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6" name="Google Shape;1696;p134"/>
          <p:cNvSpPr txBox="1"/>
          <p:nvPr>
            <p:ph type="body" idx="1"/>
          </p:nvPr>
        </p:nvSpPr>
        <p:spPr>
          <a:xfrm>
            <a:off x="5626721" y="2865600"/>
            <a:ext cx="3261000" cy="30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Gather </a:t>
            </a:r>
            <a:r>
              <a:rPr lang="en-GB" sz="21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/>
              <a:t>terms on one side.</a:t>
            </a:r>
            <a:endParaRPr sz="21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97" name="Google Shape;1697;p134"/>
          <p:cNvCxnSpPr>
            <a:endCxn id="1694" idx="1"/>
          </p:cNvCxnSpPr>
          <p:nvPr/>
        </p:nvCxnSpPr>
        <p:spPr>
          <a:xfrm>
            <a:off x="4004321" y="3603750"/>
            <a:ext cx="1622400" cy="1782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98" name="Google Shape;1698;p134"/>
          <p:cNvGraphicFramePr>
            <a:graphicFrameLocks noGrp="1"/>
          </p:cNvGraphicFramePr>
          <p:nvPr/>
        </p:nvGraphicFramePr>
        <p:xfrm>
          <a:off x="262600" y="1789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 + 7(2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9(6 − 3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99" name="Google Shape;1699;p134"/>
          <p:cNvGraphicFramePr>
            <a:graphicFrameLocks noGrp="1"/>
          </p:cNvGraphicFramePr>
          <p:nvPr/>
        </p:nvGraphicFramePr>
        <p:xfrm>
          <a:off x="262600" y="1789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 + 7(2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9(6 − 3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 + 14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54 − 27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00" name="Google Shape;1700;p134"/>
          <p:cNvGraphicFramePr>
            <a:graphicFrameLocks noGrp="1"/>
          </p:cNvGraphicFramePr>
          <p:nvPr/>
        </p:nvGraphicFramePr>
        <p:xfrm>
          <a:off x="262600" y="1789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 + 7(2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9(6 − 3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 + 14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54 − 27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54 − 27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01" name="Google Shape;1701;p134"/>
          <p:cNvGraphicFramePr>
            <a:graphicFrameLocks noGrp="1"/>
          </p:cNvGraphicFramePr>
          <p:nvPr/>
        </p:nvGraphicFramePr>
        <p:xfrm>
          <a:off x="262600" y="1789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 + 7(2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9(6 − 3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 + 14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54 − 27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54 − 27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02" name="Google Shape;1702;p134" descr="&lt;math xmlns=&quot;http://www.w3.org/1998/Math/MathML&quot; display=&quot;block&quot; data-is-equatio=&quot;1&quot; data-latex=&quot;x=\frac{31}{46}&quot;&gt;&lt;mi&gt;x&lt;/mi&gt;&lt;mo&gt;=&lt;/mo&gt;&lt;mfrac&gt;&lt;mn&gt;31&lt;/mn&gt;&lt;mn&gt;46&lt;/mn&gt;&lt;/mfrac&gt;&lt;/math&gt;" title="x equals 31 over 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0085" y="4316375"/>
            <a:ext cx="736316" cy="5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6" name="Shape 1706"/>
        <p:cNvGrpSpPr/>
        <p:nvPr/>
      </p:nvGrpSpPr>
      <p:grpSpPr>
        <a:xfrm>
          <a:off x="0" y="0"/>
          <a:ext cx="0" cy="0"/>
        </a:xfrm>
      </p:grpSpPr>
      <p:graphicFrame>
        <p:nvGraphicFramePr>
          <p:cNvPr id="1707" name="Google Shape;1707;p135"/>
          <p:cNvGraphicFramePr>
            <a:graphicFrameLocks noGrp="1"/>
          </p:cNvGraphicFramePr>
          <p:nvPr/>
        </p:nvGraphicFramePr>
        <p:xfrm>
          <a:off x="262600" y="1636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+ 36(3 −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08" name="Google Shape;1708;p135"/>
          <p:cNvSpPr txBox="1"/>
          <p:nvPr>
            <p:ph type="body" idx="1"/>
          </p:nvPr>
        </p:nvSpPr>
        <p:spPr>
          <a:xfrm>
            <a:off x="324000" y="759300"/>
            <a:ext cx="7135200" cy="78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There may be circumstances in which expanding the brackets might not be your first step.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9" name="Google Shape;1709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equations with multiple sets of brackets</a:t>
            </a:r>
            <a:endParaRPr/>
          </a:p>
        </p:txBody>
      </p:sp>
      <p:sp>
        <p:nvSpPr>
          <p:cNvPr id="1710" name="Google Shape;1710;p135"/>
          <p:cNvSpPr txBox="1"/>
          <p:nvPr>
            <p:ph type="body" idx="1"/>
          </p:nvPr>
        </p:nvSpPr>
        <p:spPr>
          <a:xfrm>
            <a:off x="5209800" y="1541336"/>
            <a:ext cx="3610200" cy="30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multipliers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900"/>
              <a:t>,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rPr lang="en-GB" sz="1900"/>
              <a:t>, and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lang="en-GB" sz="1900"/>
              <a:t> share a common factor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21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1" name="Google Shape;1711;p135"/>
          <p:cNvSpPr txBox="1"/>
          <p:nvPr>
            <p:ph type="body" idx="1"/>
          </p:nvPr>
        </p:nvSpPr>
        <p:spPr>
          <a:xfrm>
            <a:off x="5209800" y="3627600"/>
            <a:ext cx="31449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This is a more simple equation to solve.</a:t>
            </a:r>
            <a:endParaRPr sz="21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12" name="Google Shape;1712;p135"/>
          <p:cNvGrpSpPr/>
          <p:nvPr/>
        </p:nvGrpSpPr>
        <p:grpSpPr>
          <a:xfrm>
            <a:off x="322723" y="1708414"/>
            <a:ext cx="3610121" cy="399600"/>
            <a:chOff x="322723" y="1708414"/>
            <a:chExt cx="3610121" cy="399600"/>
          </a:xfrm>
        </p:grpSpPr>
        <p:sp>
          <p:nvSpPr>
            <p:cNvPr id="1713" name="Google Shape;1713;p135"/>
            <p:cNvSpPr/>
            <p:nvPr/>
          </p:nvSpPr>
          <p:spPr>
            <a:xfrm>
              <a:off x="3415645" y="1708414"/>
              <a:ext cx="517200" cy="399600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4" name="Google Shape;1714;p135"/>
            <p:cNvSpPr/>
            <p:nvPr/>
          </p:nvSpPr>
          <p:spPr>
            <a:xfrm>
              <a:off x="1846723" y="1708414"/>
              <a:ext cx="517200" cy="399600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5" name="Google Shape;1715;p135"/>
            <p:cNvSpPr/>
            <p:nvPr/>
          </p:nvSpPr>
          <p:spPr>
            <a:xfrm>
              <a:off x="322723" y="1708414"/>
              <a:ext cx="517200" cy="399600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716" name="Google Shape;1716;p135"/>
          <p:cNvGraphicFramePr>
            <a:graphicFrameLocks noGrp="1"/>
          </p:cNvGraphicFramePr>
          <p:nvPr/>
        </p:nvGraphicFramePr>
        <p:xfrm>
          <a:off x="262600" y="3618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+ 4(3 −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17" name="Google Shape;1717;p135" descr="&lt;math xmlns=&quot;http://www.w3.org/1998/Math/MathML&quot; display=&quot;block&quot; data-is-equatio=&quot;1&quot; data-latex=&quot;\frac{9\left(8x+7\right)}{9}+\frac{36\left(3-x\right)}{9}=\frac{27\left(3x-9\right)}{9}&quot;&gt;&lt;mfrac&gt;&lt;mrow&gt;&lt;mn&gt;9&lt;/mn&gt;&lt;mrow data-mjx-texclass=&quot;INNER&quot;&gt;&lt;mo data-mjx-texclass=&quot;OPEN&quot;&gt;(&lt;/mo&gt;&lt;mn&gt;8&lt;/mn&gt;&lt;mi&gt;x&lt;/mi&gt;&lt;mo&gt;+&lt;/mo&gt;&lt;mn&gt;7&lt;/mn&gt;&lt;mo data-mjx-texclass=&quot;CLOSE&quot;&gt;)&lt;/mo&gt;&lt;/mrow&gt;&lt;/mrow&gt;&lt;mn&gt;9&lt;/mn&gt;&lt;/mfrac&gt;&lt;mo&gt;+&lt;/mo&gt;&lt;mfrac&gt;&lt;mrow&gt;&lt;mn&gt;36&lt;/mn&gt;&lt;mrow data-mjx-texclass=&quot;INNER&quot;&gt;&lt;mo data-mjx-texclass=&quot;OPEN&quot;&gt;(&lt;/mo&gt;&lt;mn&gt;3&lt;/mn&gt;&lt;mo&gt;−&lt;/mo&gt;&lt;mi&gt;x&lt;/mi&gt;&lt;mo data-mjx-texclass=&quot;CLOSE&quot;&gt;)&lt;/mo&gt;&lt;/mrow&gt;&lt;/mrow&gt;&lt;mn&gt;9&lt;/mn&gt;&lt;/mfrac&gt;&lt;mo&gt;=&lt;/mo&gt;&lt;mfrac&gt;&lt;mrow&gt;&lt;mn&gt;27&lt;/mn&gt;&lt;mrow data-mjx-texclass=&quot;INNER&quot;&gt;&lt;mo data-mjx-texclass=&quot;OPEN&quot;&gt;(&lt;/mo&gt;&lt;mn&gt;3&lt;/mn&gt;&lt;mi&gt;x&lt;/mi&gt;&lt;mo&gt;−&lt;/mo&gt;&lt;mn&gt;9&lt;/mn&gt;&lt;mo data-mjx-texclass=&quot;CLOSE&quot;&gt;)&lt;/mo&gt;&lt;/mrow&gt;&lt;/mrow&gt;&lt;mn&gt;9&lt;/mn&gt;&lt;/mfrac&gt;&lt;/math&gt;" title="9 times open paren 8 x plus 7 close paren over 9 plus 36 times open paren 3 minus x close paren over 9 equals 27 times open paren 3 x minus 9 close paren over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430" y="2642734"/>
            <a:ext cx="4289791" cy="57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8" name="Google Shape;1718;p135"/>
          <p:cNvSpPr txBox="1"/>
          <p:nvPr>
            <p:ph type="body" idx="1"/>
          </p:nvPr>
        </p:nvSpPr>
        <p:spPr>
          <a:xfrm>
            <a:off x="5209800" y="2554386"/>
            <a:ext cx="2125800" cy="30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Multiply through by the reciprocal</a:t>
            </a:r>
            <a:endParaRPr sz="21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9" name="Google Shape;1719;p135" descr="&lt;math xmlns=&quot;http://www.w3.org/1998/Math/MathML&quot; display=&quot;block&quot; data-is-equatio=&quot;1&quot; data-latex=&quot;\frac{1}{9}&quot;&gt;&lt;mfrac&gt;&lt;mn&gt;1&lt;/mn&gt;&lt;mn&gt;9&lt;/mn&gt;&lt;/mfrac&gt;&lt;/math&gt;" title="one ni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6989" y="2774347"/>
            <a:ext cx="158596" cy="5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23" name="Shape 1723"/>
        <p:cNvGrpSpPr/>
        <p:nvPr/>
      </p:nvGrpSpPr>
      <p:grpSpPr>
        <a:xfrm>
          <a:off x="0" y="0"/>
          <a:ext cx="0" cy="0"/>
        </a:xfrm>
      </p:grpSpPr>
      <p:graphicFrame>
        <p:nvGraphicFramePr>
          <p:cNvPr id="1724" name="Google Shape;1724;p136"/>
          <p:cNvGraphicFramePr>
            <a:graphicFrameLocks noGrp="1"/>
          </p:cNvGraphicFramePr>
          <p:nvPr/>
        </p:nvGraphicFramePr>
        <p:xfrm>
          <a:off x="262600" y="1636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+ 36(3 −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+ 4(3 −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 + 12 − 4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+ 19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25" name="Google Shape;1725;p136"/>
          <p:cNvSpPr txBox="1"/>
          <p:nvPr>
            <p:ph type="body" idx="1"/>
          </p:nvPr>
        </p:nvSpPr>
        <p:spPr>
          <a:xfrm>
            <a:off x="324000" y="759300"/>
            <a:ext cx="7135200" cy="78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There may be circumstances in which expanding the brackets might not be your first step.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6" name="Google Shape;1726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equations with multiple sets of brackets</a:t>
            </a:r>
            <a:endParaRPr/>
          </a:p>
        </p:txBody>
      </p:sp>
      <p:pic>
        <p:nvPicPr>
          <p:cNvPr id="1727" name="Google Shape;1727;p136" descr="&lt;math xmlns=&quot;http://www.w3.org/1998/Math/MathML&quot; display=&quot;block&quot; data-is-equatio=&quot;1&quot; data-latex=&quot;x=\frac{46}{5}&quot;&gt;&lt;mi&gt;x&lt;/mi&gt;&lt;mo&gt;=&lt;/mo&gt;&lt;mfrac&gt;&lt;mn&gt;46&lt;/mn&gt;&lt;mn&gt;5&lt;/mn&gt;&lt;/mfrac&gt;&lt;/math&gt;" title="x equals 46 over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7679" y="4232997"/>
            <a:ext cx="784200" cy="5441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8" name="Google Shape;1728;p136"/>
          <p:cNvGraphicFramePr>
            <a:graphicFrameLocks noGrp="1"/>
          </p:cNvGraphicFramePr>
          <p:nvPr/>
        </p:nvGraphicFramePr>
        <p:xfrm>
          <a:off x="262600" y="1636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+ 36(3 −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+ 4(3 −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29" name="Google Shape;1729;p136"/>
          <p:cNvGraphicFramePr>
            <a:graphicFrameLocks noGrp="1"/>
          </p:cNvGraphicFramePr>
          <p:nvPr/>
        </p:nvGraphicFramePr>
        <p:xfrm>
          <a:off x="262600" y="1636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+ 36(3 −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30" name="Google Shape;1730;p136"/>
          <p:cNvGraphicFramePr>
            <a:graphicFrameLocks noGrp="1"/>
          </p:cNvGraphicFramePr>
          <p:nvPr/>
        </p:nvGraphicFramePr>
        <p:xfrm>
          <a:off x="262600" y="1636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+ 36(3 −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+ 4(3 −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 + 12 − 4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31" name="Google Shape;1731;p136"/>
          <p:cNvGraphicFramePr>
            <a:graphicFrameLocks noGrp="1"/>
          </p:cNvGraphicFramePr>
          <p:nvPr/>
        </p:nvGraphicFramePr>
        <p:xfrm>
          <a:off x="262600" y="1636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+ 36(3 −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+ 4(3 −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 + 12 − 4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+ 19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35" name="Shape 1735"/>
        <p:cNvGrpSpPr/>
        <p:nvPr/>
      </p:nvGrpSpPr>
      <p:grpSpPr>
        <a:xfrm>
          <a:off x="0" y="0"/>
          <a:ext cx="0" cy="0"/>
        </a:xfrm>
      </p:grpSpPr>
      <p:sp>
        <p:nvSpPr>
          <p:cNvPr id="1736" name="Google Shape;1736;p1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first step to solving this equation?</a:t>
            </a:r>
            <a:endParaRPr/>
          </a:p>
        </p:txBody>
      </p:sp>
      <p:sp>
        <p:nvSpPr>
          <p:cNvPr id="1737" name="Google Shape;1737;p1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multiple sets of brackets</a:t>
            </a:r>
            <a:endParaRPr/>
          </a:p>
        </p:txBody>
      </p:sp>
      <p:sp>
        <p:nvSpPr>
          <p:cNvPr id="1738" name="Google Shape;1738;p137"/>
          <p:cNvSpPr txBox="1"/>
          <p:nvPr>
            <p:ph type="subTitle" idx="1"/>
          </p:nvPr>
        </p:nvSpPr>
        <p:spPr>
          <a:xfrm>
            <a:off x="1034425" y="1860225"/>
            <a:ext cx="3190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Expanding the brackets</a:t>
            </a:r>
            <a:endParaRPr sz="2000"/>
          </a:p>
        </p:txBody>
      </p:sp>
      <p:sp>
        <p:nvSpPr>
          <p:cNvPr id="1739" name="Google Shape;1739;p137"/>
          <p:cNvSpPr txBox="1"/>
          <p:nvPr>
            <p:ph type="subTitle" idx="3"/>
          </p:nvPr>
        </p:nvSpPr>
        <p:spPr>
          <a:xfrm>
            <a:off x="1034425" y="2816700"/>
            <a:ext cx="2763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Collecting like terms</a:t>
            </a:r>
            <a:endParaRPr sz="2000"/>
          </a:p>
        </p:txBody>
      </p:sp>
      <p:sp>
        <p:nvSpPr>
          <p:cNvPr id="1740" name="Google Shape;1740;p137"/>
          <p:cNvSpPr txBox="1"/>
          <p:nvPr>
            <p:ph type="subTitle" idx="4"/>
          </p:nvPr>
        </p:nvSpPr>
        <p:spPr>
          <a:xfrm>
            <a:off x="1034425" y="3778204"/>
            <a:ext cx="3768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Gathering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terms on one side</a:t>
            </a:r>
            <a:endParaRPr sz="2000"/>
          </a:p>
        </p:txBody>
      </p:sp>
      <p:graphicFrame>
        <p:nvGraphicFramePr>
          <p:cNvPr id="1741" name="Google Shape;1741;p137"/>
          <p:cNvGraphicFramePr>
            <a:graphicFrameLocks noGrp="1"/>
          </p:cNvGraphicFramePr>
          <p:nvPr/>
        </p:nvGraphicFramePr>
        <p:xfrm>
          <a:off x="4626048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12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42" name="Google Shape;1742;p137"/>
          <p:cNvGraphicFramePr>
            <a:graphicFrameLocks noGrp="1"/>
          </p:cNvGraphicFramePr>
          <p:nvPr/>
        </p:nvGraphicFramePr>
        <p:xfrm>
          <a:off x="4626048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43" name="Google Shape;1743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4183" y="17769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4" name="Google Shape;1744;p137"/>
          <p:cNvSpPr txBox="1"/>
          <p:nvPr>
            <p:ph type="body" idx="4294967295"/>
          </p:nvPr>
        </p:nvSpPr>
        <p:spPr>
          <a:xfrm>
            <a:off x="1041079" y="2339446"/>
            <a:ext cx="71175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can’t collect the like terms until the brackets are expanded.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8" name="Shape 1748"/>
        <p:cNvGrpSpPr/>
        <p:nvPr/>
      </p:nvGrpSpPr>
      <p:grpSpPr>
        <a:xfrm>
          <a:off x="0" y="0"/>
          <a:ext cx="0" cy="0"/>
        </a:xfrm>
      </p:grpSpPr>
      <p:graphicFrame>
        <p:nvGraphicFramePr>
          <p:cNvPr id="1749" name="Google Shape;1749;p138"/>
          <p:cNvGraphicFramePr>
            <a:graphicFrameLocks noGrp="1"/>
          </p:cNvGraphicFramePr>
          <p:nvPr/>
        </p:nvGraphicFramePr>
        <p:xfrm>
          <a:off x="932045" y="271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232575"/>
                <a:gridCol w="387325"/>
                <a:gridCol w="7334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50" name="Google Shape;1750;p138"/>
          <p:cNvSpPr txBox="1"/>
          <p:nvPr>
            <p:ph type="title"/>
          </p:nvPr>
        </p:nvSpPr>
        <p:spPr>
          <a:xfrm>
            <a:off x="324000" y="748775"/>
            <a:ext cx="54504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will the next step to solving this equation look like?</a:t>
            </a:r>
            <a:endParaRPr/>
          </a:p>
        </p:txBody>
      </p:sp>
      <p:sp>
        <p:nvSpPr>
          <p:cNvPr id="1751" name="Google Shape;1751;p1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equations with multiple sets of brackets</a:t>
            </a:r>
            <a:endParaRPr/>
          </a:p>
        </p:txBody>
      </p:sp>
      <p:graphicFrame>
        <p:nvGraphicFramePr>
          <p:cNvPr id="1752" name="Google Shape;1752;p138"/>
          <p:cNvGraphicFramePr>
            <a:graphicFrameLocks noGrp="1"/>
          </p:cNvGraphicFramePr>
          <p:nvPr/>
        </p:nvGraphicFramePr>
        <p:xfrm>
          <a:off x="4626048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12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53" name="Google Shape;1753;p138"/>
          <p:cNvGraphicFramePr>
            <a:graphicFrameLocks noGrp="1"/>
          </p:cNvGraphicFramePr>
          <p:nvPr/>
        </p:nvGraphicFramePr>
        <p:xfrm>
          <a:off x="4626048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54" name="Google Shape;1754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2631" y="373568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5" name="Google Shape;1755;p138"/>
          <p:cNvSpPr txBox="1"/>
          <p:nvPr>
            <p:ph type="body" idx="4294967295"/>
          </p:nvPr>
        </p:nvSpPr>
        <p:spPr>
          <a:xfrm>
            <a:off x="987337" y="2339450"/>
            <a:ext cx="4059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Unlike terms can not be gathered.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56" name="Google Shape;1756;p138"/>
          <p:cNvGraphicFramePr>
            <a:graphicFrameLocks noGrp="1"/>
          </p:cNvGraphicFramePr>
          <p:nvPr/>
        </p:nvGraphicFramePr>
        <p:xfrm>
          <a:off x="932045" y="176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637000"/>
                <a:gridCol w="405475"/>
                <a:gridCol w="7678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 + 12)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(5 + 10)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57" name="Google Shape;1757;p138"/>
          <p:cNvGraphicFramePr>
            <a:graphicFrameLocks noGrp="1"/>
          </p:cNvGraphicFramePr>
          <p:nvPr/>
        </p:nvGraphicFramePr>
        <p:xfrm>
          <a:off x="932045" y="36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992400"/>
                <a:gridCol w="381400"/>
                <a:gridCol w="722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58" name="Google Shape;1758;p138"/>
          <p:cNvSpPr txBox="1"/>
          <p:nvPr>
            <p:ph type="body" idx="4294967295"/>
          </p:nvPr>
        </p:nvSpPr>
        <p:spPr>
          <a:xfrm>
            <a:off x="987325" y="3177650"/>
            <a:ext cx="59328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Useful to commute like terms but not yet simplified.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9" name="Google Shape;1759;p138"/>
          <p:cNvSpPr txBox="1"/>
          <p:nvPr>
            <p:ph type="body" idx="4294967295"/>
          </p:nvPr>
        </p:nvSpPr>
        <p:spPr>
          <a:xfrm>
            <a:off x="987325" y="4168250"/>
            <a:ext cx="67443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Like terms gathered and simplified.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60" name="Google Shape;1760;p138"/>
          <p:cNvGraphicFramePr>
            <a:graphicFrameLocks noGrp="1"/>
          </p:cNvGraphicFramePr>
          <p:nvPr/>
        </p:nvGraphicFramePr>
        <p:xfrm>
          <a:off x="4626048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12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64" name="Shape 1764"/>
        <p:cNvGrpSpPr/>
        <p:nvPr/>
      </p:nvGrpSpPr>
      <p:grpSpPr>
        <a:xfrm>
          <a:off x="0" y="0"/>
          <a:ext cx="0" cy="0"/>
        </a:xfrm>
      </p:grpSpPr>
      <p:sp>
        <p:nvSpPr>
          <p:cNvPr id="1765" name="Google Shape;1765;p139"/>
          <p:cNvSpPr txBox="1"/>
          <p:nvPr>
            <p:ph type="body" idx="1"/>
          </p:nvPr>
        </p:nvSpPr>
        <p:spPr>
          <a:xfrm>
            <a:off x="324000" y="759300"/>
            <a:ext cx="73035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Fill in the blanks to complete these two equations.</a:t>
            </a:r>
            <a:endParaRPr/>
          </a:p>
        </p:txBody>
      </p:sp>
      <p:sp>
        <p:nvSpPr>
          <p:cNvPr id="1766" name="Google Shape;1766;p13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Solving equations with multiple sets of brackets.</a:t>
            </a:r>
            <a:endParaRPr/>
          </a:p>
        </p:txBody>
      </p:sp>
      <p:graphicFrame>
        <p:nvGraphicFramePr>
          <p:cNvPr id="1767" name="Google Shape;1767;p139"/>
          <p:cNvGraphicFramePr>
            <a:graphicFrameLocks noGrp="1"/>
          </p:cNvGraphicFramePr>
          <p:nvPr/>
        </p:nvGraphicFramePr>
        <p:xfrm>
          <a:off x="4377400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+ 7(4 −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− 7)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 + 28 − 7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 sz="24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24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68" name="Google Shape;1768;p139"/>
          <p:cNvGraphicFramePr>
            <a:graphicFrameLocks noGrp="1"/>
          </p:cNvGraphicFramePr>
          <p:nvPr/>
        </p:nvGraphicFramePr>
        <p:xfrm>
          <a:off x="446279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− 7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69" name="Google Shape;1769;p139"/>
          <p:cNvSpPr txBox="1"/>
          <p:nvPr>
            <p:ph type="body" idx="1"/>
          </p:nvPr>
        </p:nvSpPr>
        <p:spPr>
          <a:xfrm>
            <a:off x="324000" y="136890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1770" name="Google Shape;1770;p139"/>
          <p:cNvSpPr txBox="1"/>
          <p:nvPr>
            <p:ph type="body" idx="1"/>
          </p:nvPr>
        </p:nvSpPr>
        <p:spPr>
          <a:xfrm>
            <a:off x="4286400" y="136890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grpSp>
        <p:nvGrpSpPr>
          <p:cNvPr id="1771" name="Google Shape;1771;p139"/>
          <p:cNvGrpSpPr/>
          <p:nvPr/>
        </p:nvGrpSpPr>
        <p:grpSpPr>
          <a:xfrm>
            <a:off x="871675" y="1861443"/>
            <a:ext cx="7160600" cy="2399087"/>
            <a:chOff x="888800" y="1862643"/>
            <a:chExt cx="7160600" cy="2399087"/>
          </a:xfrm>
        </p:grpSpPr>
        <p:sp>
          <p:nvSpPr>
            <p:cNvPr id="1772" name="Google Shape;1772;p139"/>
            <p:cNvSpPr/>
            <p:nvPr/>
          </p:nvSpPr>
          <p:spPr>
            <a:xfrm>
              <a:off x="888800" y="1862643"/>
              <a:ext cx="566700" cy="328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3" name="Google Shape;1773;p139"/>
            <p:cNvSpPr/>
            <p:nvPr/>
          </p:nvSpPr>
          <p:spPr>
            <a:xfrm>
              <a:off x="7578400" y="3933230"/>
              <a:ext cx="471000" cy="328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4" name="Google Shape;1774;p139"/>
            <p:cNvSpPr/>
            <p:nvPr/>
          </p:nvSpPr>
          <p:spPr>
            <a:xfrm>
              <a:off x="7578400" y="1862650"/>
              <a:ext cx="393900" cy="328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5" name="Google Shape;1775;p139"/>
            <p:cNvSpPr/>
            <p:nvPr/>
          </p:nvSpPr>
          <p:spPr>
            <a:xfrm>
              <a:off x="6604374" y="1862643"/>
              <a:ext cx="635700" cy="328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6" name="Google Shape;1776;p139"/>
            <p:cNvSpPr/>
            <p:nvPr/>
          </p:nvSpPr>
          <p:spPr>
            <a:xfrm>
              <a:off x="4877975" y="1862643"/>
              <a:ext cx="471000" cy="328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7" name="Google Shape;1777;p139"/>
            <p:cNvSpPr/>
            <p:nvPr/>
          </p:nvSpPr>
          <p:spPr>
            <a:xfrm>
              <a:off x="2819425" y="1862643"/>
              <a:ext cx="389400" cy="328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8" name="Google Shape;1778;p139"/>
            <p:cNvSpPr/>
            <p:nvPr/>
          </p:nvSpPr>
          <p:spPr>
            <a:xfrm>
              <a:off x="7578400" y="3420150"/>
              <a:ext cx="471000" cy="328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9" name="Google Shape;1779;p139"/>
            <p:cNvSpPr/>
            <p:nvPr/>
          </p:nvSpPr>
          <p:spPr>
            <a:xfrm>
              <a:off x="7578400" y="2907075"/>
              <a:ext cx="393900" cy="328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0" name="Google Shape;1780;p139"/>
            <p:cNvSpPr/>
            <p:nvPr/>
          </p:nvSpPr>
          <p:spPr>
            <a:xfrm>
              <a:off x="7578400" y="2354880"/>
              <a:ext cx="393900" cy="328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1" name="Google Shape;1781;p139"/>
            <p:cNvSpPr/>
            <p:nvPr/>
          </p:nvSpPr>
          <p:spPr>
            <a:xfrm>
              <a:off x="6190174" y="2375200"/>
              <a:ext cx="423000" cy="328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2" name="Google Shape;1782;p139"/>
            <p:cNvSpPr/>
            <p:nvPr/>
          </p:nvSpPr>
          <p:spPr>
            <a:xfrm>
              <a:off x="2819425" y="2360005"/>
              <a:ext cx="389400" cy="328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3" name="Google Shape;1783;p139"/>
            <p:cNvSpPr/>
            <p:nvPr/>
          </p:nvSpPr>
          <p:spPr>
            <a:xfrm>
              <a:off x="3522800" y="2907075"/>
              <a:ext cx="448200" cy="328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4" name="Google Shape;1784;p139"/>
            <p:cNvSpPr/>
            <p:nvPr/>
          </p:nvSpPr>
          <p:spPr>
            <a:xfrm>
              <a:off x="3522800" y="3420150"/>
              <a:ext cx="448200" cy="328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8" name="Shape 1788"/>
        <p:cNvGrpSpPr/>
        <p:nvPr/>
      </p:nvGrpSpPr>
      <p:grpSpPr>
        <a:xfrm>
          <a:off x="0" y="0"/>
          <a:ext cx="0" cy="0"/>
        </a:xfrm>
      </p:grpSpPr>
      <p:sp>
        <p:nvSpPr>
          <p:cNvPr id="1789" name="Google Shape;1789;p140"/>
          <p:cNvSpPr txBox="1"/>
          <p:nvPr>
            <p:ph type="body" idx="1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Each solution contains an error. Identify it and write a sentence explaining why it is wrong.</a:t>
            </a:r>
            <a:endParaRPr/>
          </a:p>
        </p:txBody>
      </p:sp>
      <p:sp>
        <p:nvSpPr>
          <p:cNvPr id="1790" name="Google Shape;1790;p14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Solving equations with multiple sets of brackets.</a:t>
            </a:r>
            <a:endParaRPr/>
          </a:p>
        </p:txBody>
      </p:sp>
      <p:graphicFrame>
        <p:nvGraphicFramePr>
          <p:cNvPr id="1791" name="Google Shape;1791;p140"/>
          <p:cNvGraphicFramePr>
            <a:graphicFrameLocks noGrp="1"/>
          </p:cNvGraphicFramePr>
          <p:nvPr/>
        </p:nvGraphicFramePr>
        <p:xfrm>
          <a:off x="4689450" y="14641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542675"/>
                <a:gridCol w="380500"/>
                <a:gridCol w="1444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− 5(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+ 21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 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24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92" name="Google Shape;1792;p140"/>
          <p:cNvGraphicFramePr>
            <a:graphicFrameLocks noGrp="1"/>
          </p:cNvGraphicFramePr>
          <p:nvPr/>
        </p:nvGraphicFramePr>
        <p:xfrm>
          <a:off x="702769" y="14641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865325"/>
                <a:gridCol w="365900"/>
                <a:gridCol w="6929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 + 6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93" name="Google Shape;1793;p140"/>
          <p:cNvSpPr txBox="1"/>
          <p:nvPr>
            <p:ph type="body" idx="1"/>
          </p:nvPr>
        </p:nvSpPr>
        <p:spPr>
          <a:xfrm>
            <a:off x="324000" y="157717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1794" name="Google Shape;1794;p140"/>
          <p:cNvSpPr txBox="1"/>
          <p:nvPr>
            <p:ph type="body" idx="1"/>
          </p:nvPr>
        </p:nvSpPr>
        <p:spPr>
          <a:xfrm>
            <a:off x="4286400" y="157717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8" name="Shape 1798"/>
        <p:cNvGrpSpPr/>
        <p:nvPr/>
      </p:nvGrpSpPr>
      <p:grpSpPr>
        <a:xfrm>
          <a:off x="0" y="0"/>
          <a:ext cx="0" cy="0"/>
        </a:xfrm>
      </p:grpSpPr>
      <p:sp>
        <p:nvSpPr>
          <p:cNvPr id="1799" name="Google Shape;1799;p141"/>
          <p:cNvSpPr txBox="1"/>
          <p:nvPr>
            <p:ph type="body" idx="1"/>
          </p:nvPr>
        </p:nvSpPr>
        <p:spPr>
          <a:xfrm>
            <a:off x="324000" y="759300"/>
            <a:ext cx="73035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3) Solve:</a:t>
            </a:r>
            <a:endParaRPr/>
          </a:p>
        </p:txBody>
      </p:sp>
      <p:sp>
        <p:nvSpPr>
          <p:cNvPr id="1800" name="Google Shape;1800;p14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Solving equations with multiple sets of brackets.</a:t>
            </a:r>
            <a:endParaRPr/>
          </a:p>
        </p:txBody>
      </p:sp>
      <p:graphicFrame>
        <p:nvGraphicFramePr>
          <p:cNvPr id="1801" name="Google Shape;1801;p141"/>
          <p:cNvGraphicFramePr>
            <a:graphicFrameLocks noGrp="1"/>
          </p:cNvGraphicFramePr>
          <p:nvPr/>
        </p:nvGraphicFramePr>
        <p:xfrm>
          <a:off x="4377400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+ 5(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02" name="Google Shape;1802;p141"/>
          <p:cNvGraphicFramePr>
            <a:graphicFrameLocks noGrp="1"/>
          </p:cNvGraphicFramePr>
          <p:nvPr/>
        </p:nvGraphicFramePr>
        <p:xfrm>
          <a:off x="446279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 + 4(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+ 9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03" name="Google Shape;1803;p141"/>
          <p:cNvSpPr txBox="1"/>
          <p:nvPr>
            <p:ph type="body" idx="1"/>
          </p:nvPr>
        </p:nvSpPr>
        <p:spPr>
          <a:xfrm>
            <a:off x="324000" y="136890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1804" name="Google Shape;1804;p141"/>
          <p:cNvSpPr txBox="1"/>
          <p:nvPr>
            <p:ph type="body" idx="1"/>
          </p:nvPr>
        </p:nvSpPr>
        <p:spPr>
          <a:xfrm>
            <a:off x="4286400" y="136890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graphicFrame>
        <p:nvGraphicFramePr>
          <p:cNvPr id="1805" name="Google Shape;1805;p141"/>
          <p:cNvGraphicFramePr>
            <a:graphicFrameLocks noGrp="1"/>
          </p:cNvGraphicFramePr>
          <p:nvPr/>
        </p:nvGraphicFramePr>
        <p:xfrm>
          <a:off x="4377400" y="3084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6)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06" name="Google Shape;1806;p141"/>
          <p:cNvGraphicFramePr>
            <a:graphicFrameLocks noGrp="1"/>
          </p:cNvGraphicFramePr>
          <p:nvPr/>
        </p:nvGraphicFramePr>
        <p:xfrm>
          <a:off x="293879" y="3084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99525"/>
                <a:gridCol w="347875"/>
                <a:gridCol w="19689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− 6(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07" name="Google Shape;1807;p141"/>
          <p:cNvSpPr txBox="1"/>
          <p:nvPr>
            <p:ph type="body" idx="1"/>
          </p:nvPr>
        </p:nvSpPr>
        <p:spPr>
          <a:xfrm>
            <a:off x="324000" y="319770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sp>
        <p:nvSpPr>
          <p:cNvPr id="1808" name="Google Shape;1808;p141"/>
          <p:cNvSpPr txBox="1"/>
          <p:nvPr>
            <p:ph type="body" idx="1"/>
          </p:nvPr>
        </p:nvSpPr>
        <p:spPr>
          <a:xfrm>
            <a:off x="4286400" y="319770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d)</a:t>
            </a:r>
            <a:endParaRPr sz="2000"/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2" name="Shape 1812"/>
        <p:cNvGrpSpPr/>
        <p:nvPr/>
      </p:nvGrpSpPr>
      <p:grpSpPr>
        <a:xfrm>
          <a:off x="0" y="0"/>
          <a:ext cx="0" cy="0"/>
        </a:xfrm>
      </p:grpSpPr>
      <p:sp>
        <p:nvSpPr>
          <p:cNvPr id="1813" name="Google Shape;1813;p142"/>
          <p:cNvSpPr txBox="1"/>
          <p:nvPr>
            <p:ph type="body" idx="1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Fill in the blanks to complete these two equations.</a:t>
            </a:r>
            <a:endParaRPr/>
          </a:p>
        </p:txBody>
      </p:sp>
      <p:sp>
        <p:nvSpPr>
          <p:cNvPr id="1814" name="Google Shape;1814;p14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Solving equations with multiple sets of brackets.</a:t>
            </a:r>
            <a:endParaRPr/>
          </a:p>
        </p:txBody>
      </p:sp>
      <p:graphicFrame>
        <p:nvGraphicFramePr>
          <p:cNvPr id="1815" name="Google Shape;1815;p142"/>
          <p:cNvGraphicFramePr>
            <a:graphicFrameLocks noGrp="1"/>
          </p:cNvGraphicFramePr>
          <p:nvPr/>
        </p:nvGraphicFramePr>
        <p:xfrm>
          <a:off x="4377400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+ 7(4 − 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− 7)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 + 28 − 7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 sz="24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24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16" name="Google Shape;1816;p142"/>
          <p:cNvGraphicFramePr>
            <a:graphicFrameLocks noGrp="1"/>
          </p:cNvGraphicFramePr>
          <p:nvPr/>
        </p:nvGraphicFramePr>
        <p:xfrm>
          <a:off x="446279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− 7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17" name="Google Shape;1817;p142"/>
          <p:cNvSpPr txBox="1"/>
          <p:nvPr>
            <p:ph type="body" idx="1"/>
          </p:nvPr>
        </p:nvSpPr>
        <p:spPr>
          <a:xfrm>
            <a:off x="324000" y="136890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1818" name="Google Shape;1818;p142"/>
          <p:cNvSpPr txBox="1"/>
          <p:nvPr>
            <p:ph type="body" idx="1"/>
          </p:nvPr>
        </p:nvSpPr>
        <p:spPr>
          <a:xfrm>
            <a:off x="4286400" y="136890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grpSp>
        <p:nvGrpSpPr>
          <p:cNvPr id="1819" name="Google Shape;1819;p142"/>
          <p:cNvGrpSpPr/>
          <p:nvPr/>
        </p:nvGrpSpPr>
        <p:grpSpPr>
          <a:xfrm>
            <a:off x="886262" y="1857315"/>
            <a:ext cx="7160600" cy="2399087"/>
            <a:chOff x="888800" y="1862643"/>
            <a:chExt cx="7160600" cy="2399087"/>
          </a:xfrm>
        </p:grpSpPr>
        <p:sp>
          <p:nvSpPr>
            <p:cNvPr id="1820" name="Google Shape;1820;p142"/>
            <p:cNvSpPr/>
            <p:nvPr/>
          </p:nvSpPr>
          <p:spPr>
            <a:xfrm>
              <a:off x="888800" y="1862643"/>
              <a:ext cx="566700" cy="32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1" name="Google Shape;1821;p142"/>
            <p:cNvSpPr/>
            <p:nvPr/>
          </p:nvSpPr>
          <p:spPr>
            <a:xfrm>
              <a:off x="7578400" y="3933230"/>
              <a:ext cx="471000" cy="32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2" name="Google Shape;1822;p142"/>
            <p:cNvSpPr/>
            <p:nvPr/>
          </p:nvSpPr>
          <p:spPr>
            <a:xfrm>
              <a:off x="7578400" y="1862650"/>
              <a:ext cx="393900" cy="32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3" name="Google Shape;1823;p142"/>
            <p:cNvSpPr/>
            <p:nvPr/>
          </p:nvSpPr>
          <p:spPr>
            <a:xfrm>
              <a:off x="6604374" y="1862643"/>
              <a:ext cx="635700" cy="32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4" name="Google Shape;1824;p142"/>
            <p:cNvSpPr/>
            <p:nvPr/>
          </p:nvSpPr>
          <p:spPr>
            <a:xfrm>
              <a:off x="4877975" y="1862643"/>
              <a:ext cx="471000" cy="32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5" name="Google Shape;1825;p142"/>
            <p:cNvSpPr/>
            <p:nvPr/>
          </p:nvSpPr>
          <p:spPr>
            <a:xfrm>
              <a:off x="2819425" y="1862643"/>
              <a:ext cx="389400" cy="32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6" name="Google Shape;1826;p142"/>
            <p:cNvSpPr/>
            <p:nvPr/>
          </p:nvSpPr>
          <p:spPr>
            <a:xfrm>
              <a:off x="7578400" y="3420150"/>
              <a:ext cx="471000" cy="32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7" name="Google Shape;1827;p142"/>
            <p:cNvSpPr/>
            <p:nvPr/>
          </p:nvSpPr>
          <p:spPr>
            <a:xfrm>
              <a:off x="7578400" y="2907075"/>
              <a:ext cx="393900" cy="32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8" name="Google Shape;1828;p142"/>
            <p:cNvSpPr/>
            <p:nvPr/>
          </p:nvSpPr>
          <p:spPr>
            <a:xfrm>
              <a:off x="7578400" y="2354880"/>
              <a:ext cx="393900" cy="32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9" name="Google Shape;1829;p142"/>
            <p:cNvSpPr/>
            <p:nvPr/>
          </p:nvSpPr>
          <p:spPr>
            <a:xfrm>
              <a:off x="6190174" y="2375200"/>
              <a:ext cx="423000" cy="32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0" name="Google Shape;1830;p142"/>
            <p:cNvSpPr/>
            <p:nvPr/>
          </p:nvSpPr>
          <p:spPr>
            <a:xfrm>
              <a:off x="2819425" y="2360005"/>
              <a:ext cx="389400" cy="32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1" name="Google Shape;1831;p142"/>
            <p:cNvSpPr/>
            <p:nvPr/>
          </p:nvSpPr>
          <p:spPr>
            <a:xfrm>
              <a:off x="3522800" y="2907075"/>
              <a:ext cx="448200" cy="32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2" name="Google Shape;1832;p142"/>
            <p:cNvSpPr/>
            <p:nvPr/>
          </p:nvSpPr>
          <p:spPr>
            <a:xfrm>
              <a:off x="3522800" y="3420150"/>
              <a:ext cx="448200" cy="328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3" name="Google Shape;1833;p142"/>
          <p:cNvGrpSpPr/>
          <p:nvPr/>
        </p:nvGrpSpPr>
        <p:grpSpPr>
          <a:xfrm>
            <a:off x="4872925" y="1857315"/>
            <a:ext cx="3171425" cy="2399087"/>
            <a:chOff x="4872925" y="1857315"/>
            <a:chExt cx="3171425" cy="2399087"/>
          </a:xfrm>
        </p:grpSpPr>
        <p:sp>
          <p:nvSpPr>
            <p:cNvPr id="1834" name="Google Shape;1834;p142"/>
            <p:cNvSpPr/>
            <p:nvPr/>
          </p:nvSpPr>
          <p:spPr>
            <a:xfrm>
              <a:off x="7573350" y="3927902"/>
              <a:ext cx="471000" cy="328500"/>
            </a:xfrm>
            <a:prstGeom prst="roundRect">
              <a:avLst>
                <a:gd name="adj" fmla="val 16667"/>
              </a:avLst>
            </a:prstGeom>
            <a:solidFill>
              <a:srgbClr val="F2EEFA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5" name="Google Shape;1835;p142"/>
            <p:cNvSpPr/>
            <p:nvPr/>
          </p:nvSpPr>
          <p:spPr>
            <a:xfrm>
              <a:off x="7573350" y="1857322"/>
              <a:ext cx="393900" cy="328500"/>
            </a:xfrm>
            <a:prstGeom prst="roundRect">
              <a:avLst>
                <a:gd name="adj" fmla="val 16667"/>
              </a:avLst>
            </a:prstGeom>
            <a:solidFill>
              <a:srgbClr val="F2EEFA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6" name="Google Shape;1836;p142"/>
            <p:cNvSpPr/>
            <p:nvPr/>
          </p:nvSpPr>
          <p:spPr>
            <a:xfrm>
              <a:off x="6599324" y="1857315"/>
              <a:ext cx="635700" cy="328500"/>
            </a:xfrm>
            <a:prstGeom prst="roundRect">
              <a:avLst>
                <a:gd name="adj" fmla="val 16667"/>
              </a:avLst>
            </a:prstGeom>
            <a:solidFill>
              <a:srgbClr val="F2EEFA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7" name="Google Shape;1837;p142"/>
            <p:cNvSpPr/>
            <p:nvPr/>
          </p:nvSpPr>
          <p:spPr>
            <a:xfrm>
              <a:off x="4872925" y="1857315"/>
              <a:ext cx="471000" cy="328500"/>
            </a:xfrm>
            <a:prstGeom prst="roundRect">
              <a:avLst>
                <a:gd name="adj" fmla="val 16667"/>
              </a:avLst>
            </a:prstGeom>
            <a:solidFill>
              <a:srgbClr val="F2EEFA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8" name="Google Shape;1838;p142"/>
            <p:cNvSpPr/>
            <p:nvPr/>
          </p:nvSpPr>
          <p:spPr>
            <a:xfrm>
              <a:off x="7573350" y="3414822"/>
              <a:ext cx="471000" cy="328500"/>
            </a:xfrm>
            <a:prstGeom prst="roundRect">
              <a:avLst>
                <a:gd name="adj" fmla="val 16667"/>
              </a:avLst>
            </a:prstGeom>
            <a:solidFill>
              <a:srgbClr val="F2EEFA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9" name="Google Shape;1839;p142"/>
            <p:cNvSpPr/>
            <p:nvPr/>
          </p:nvSpPr>
          <p:spPr>
            <a:xfrm>
              <a:off x="7573350" y="2901747"/>
              <a:ext cx="393900" cy="328500"/>
            </a:xfrm>
            <a:prstGeom prst="roundRect">
              <a:avLst>
                <a:gd name="adj" fmla="val 16667"/>
              </a:avLst>
            </a:prstGeom>
            <a:solidFill>
              <a:srgbClr val="F2EEFA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0" name="Google Shape;1840;p142"/>
            <p:cNvSpPr/>
            <p:nvPr/>
          </p:nvSpPr>
          <p:spPr>
            <a:xfrm>
              <a:off x="7573350" y="2349552"/>
              <a:ext cx="393900" cy="328500"/>
            </a:xfrm>
            <a:prstGeom prst="roundRect">
              <a:avLst>
                <a:gd name="adj" fmla="val 16667"/>
              </a:avLst>
            </a:prstGeom>
            <a:solidFill>
              <a:srgbClr val="F2EEFA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1" name="Google Shape;1841;p142"/>
            <p:cNvSpPr/>
            <p:nvPr/>
          </p:nvSpPr>
          <p:spPr>
            <a:xfrm>
              <a:off x="6185124" y="2369872"/>
              <a:ext cx="423000" cy="328500"/>
            </a:xfrm>
            <a:prstGeom prst="roundRect">
              <a:avLst>
                <a:gd name="adj" fmla="val 16667"/>
              </a:avLst>
            </a:prstGeom>
            <a:solidFill>
              <a:srgbClr val="F2EEFA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2" name="Google Shape;1842;p142"/>
          <p:cNvGrpSpPr/>
          <p:nvPr/>
        </p:nvGrpSpPr>
        <p:grpSpPr>
          <a:xfrm>
            <a:off x="883750" y="1857315"/>
            <a:ext cx="3082200" cy="1886007"/>
            <a:chOff x="883750" y="1857315"/>
            <a:chExt cx="3082200" cy="1886007"/>
          </a:xfrm>
        </p:grpSpPr>
        <p:sp>
          <p:nvSpPr>
            <p:cNvPr id="1843" name="Google Shape;1843;p142"/>
            <p:cNvSpPr/>
            <p:nvPr/>
          </p:nvSpPr>
          <p:spPr>
            <a:xfrm>
              <a:off x="883750" y="1857315"/>
              <a:ext cx="566700" cy="328500"/>
            </a:xfrm>
            <a:prstGeom prst="roundRect">
              <a:avLst>
                <a:gd name="adj" fmla="val 16667"/>
              </a:avLst>
            </a:prstGeom>
            <a:solidFill>
              <a:srgbClr val="F2EEFA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4" name="Google Shape;1844;p142"/>
            <p:cNvSpPr/>
            <p:nvPr/>
          </p:nvSpPr>
          <p:spPr>
            <a:xfrm>
              <a:off x="2814375" y="1857315"/>
              <a:ext cx="389400" cy="328500"/>
            </a:xfrm>
            <a:prstGeom prst="roundRect">
              <a:avLst>
                <a:gd name="adj" fmla="val 16667"/>
              </a:avLst>
            </a:prstGeom>
            <a:solidFill>
              <a:srgbClr val="F2EEFA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5" name="Google Shape;1845;p142"/>
            <p:cNvSpPr/>
            <p:nvPr/>
          </p:nvSpPr>
          <p:spPr>
            <a:xfrm>
              <a:off x="2814375" y="2354677"/>
              <a:ext cx="389400" cy="328500"/>
            </a:xfrm>
            <a:prstGeom prst="roundRect">
              <a:avLst>
                <a:gd name="adj" fmla="val 16667"/>
              </a:avLst>
            </a:prstGeom>
            <a:solidFill>
              <a:srgbClr val="F2EEFA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6" name="Google Shape;1846;p142"/>
            <p:cNvSpPr/>
            <p:nvPr/>
          </p:nvSpPr>
          <p:spPr>
            <a:xfrm>
              <a:off x="3517750" y="2901747"/>
              <a:ext cx="448200" cy="328500"/>
            </a:xfrm>
            <a:prstGeom prst="roundRect">
              <a:avLst>
                <a:gd name="adj" fmla="val 16667"/>
              </a:avLst>
            </a:prstGeom>
            <a:solidFill>
              <a:srgbClr val="F2EEFA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7" name="Google Shape;1847;p142"/>
            <p:cNvSpPr/>
            <p:nvPr/>
          </p:nvSpPr>
          <p:spPr>
            <a:xfrm>
              <a:off x="3517750" y="3414822"/>
              <a:ext cx="448200" cy="328500"/>
            </a:xfrm>
            <a:prstGeom prst="roundRect">
              <a:avLst>
                <a:gd name="adj" fmla="val 16667"/>
              </a:avLst>
            </a:prstGeom>
            <a:solidFill>
              <a:srgbClr val="F2EEFA"/>
            </a:solidFill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1" name="Shape 1851"/>
        <p:cNvGrpSpPr/>
        <p:nvPr/>
      </p:nvGrpSpPr>
      <p:grpSpPr>
        <a:xfrm>
          <a:off x="0" y="0"/>
          <a:ext cx="0" cy="0"/>
        </a:xfrm>
      </p:grpSpPr>
      <p:sp>
        <p:nvSpPr>
          <p:cNvPr id="1852" name="Google Shape;1852;p143"/>
          <p:cNvSpPr txBox="1"/>
          <p:nvPr>
            <p:ph type="body" idx="1"/>
          </p:nvPr>
        </p:nvSpPr>
        <p:spPr>
          <a:xfrm>
            <a:off x="324000" y="759300"/>
            <a:ext cx="84960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Each solution contains an error. Identify it and write a sentence explaining why it is wrong.</a:t>
            </a:r>
            <a:endParaRPr/>
          </a:p>
        </p:txBody>
      </p:sp>
      <p:sp>
        <p:nvSpPr>
          <p:cNvPr id="1853" name="Google Shape;1853;p14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Solving equations with multiple sets of brackets.</a:t>
            </a:r>
            <a:endParaRPr/>
          </a:p>
        </p:txBody>
      </p:sp>
      <p:graphicFrame>
        <p:nvGraphicFramePr>
          <p:cNvPr id="1854" name="Google Shape;1854;p143"/>
          <p:cNvGraphicFramePr>
            <a:graphicFrameLocks noGrp="1"/>
          </p:cNvGraphicFramePr>
          <p:nvPr/>
        </p:nvGraphicFramePr>
        <p:xfrm>
          <a:off x="702769" y="14641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865325"/>
                <a:gridCol w="365900"/>
                <a:gridCol w="6929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 + 6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55" name="Google Shape;1855;p143"/>
          <p:cNvSpPr txBox="1"/>
          <p:nvPr>
            <p:ph type="body" idx="1"/>
          </p:nvPr>
        </p:nvSpPr>
        <p:spPr>
          <a:xfrm>
            <a:off x="324000" y="157717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1856" name="Google Shape;1856;p143"/>
          <p:cNvSpPr/>
          <p:nvPr/>
        </p:nvSpPr>
        <p:spPr>
          <a:xfrm>
            <a:off x="2141358" y="2058919"/>
            <a:ext cx="517200" cy="3996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143"/>
          <p:cNvSpPr txBox="1"/>
          <p:nvPr>
            <p:ph type="body" idx="4294967295"/>
          </p:nvPr>
        </p:nvSpPr>
        <p:spPr>
          <a:xfrm>
            <a:off x="3828285" y="1927965"/>
            <a:ext cx="47391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written: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terms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are inside the bracket so are correctly multiplied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but, the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sits outside the bracket on its own so should not have been multiplied.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61" name="Shape 1861"/>
        <p:cNvGrpSpPr/>
        <p:nvPr/>
      </p:nvGrpSpPr>
      <p:grpSpPr>
        <a:xfrm>
          <a:off x="0" y="0"/>
          <a:ext cx="0" cy="0"/>
        </a:xfrm>
      </p:grpSpPr>
      <p:sp>
        <p:nvSpPr>
          <p:cNvPr id="1862" name="Google Shape;1862;p144"/>
          <p:cNvSpPr txBox="1"/>
          <p:nvPr>
            <p:ph type="body" idx="4294967295"/>
          </p:nvPr>
        </p:nvSpPr>
        <p:spPr>
          <a:xfrm>
            <a:off x="323085" y="2080365"/>
            <a:ext cx="47391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written: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second bracket was incorrectly multiplied out. It should multiply out as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−5(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+ 1) = −5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term should be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not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3" name="Google Shape;1863;p144"/>
          <p:cNvSpPr txBox="1"/>
          <p:nvPr>
            <p:ph type="body" idx="1"/>
          </p:nvPr>
        </p:nvSpPr>
        <p:spPr>
          <a:xfrm>
            <a:off x="324000" y="759300"/>
            <a:ext cx="84960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Each solution contains an error. Identify it and write a sentence explaining why it is wrong.</a:t>
            </a:r>
            <a:endParaRPr/>
          </a:p>
        </p:txBody>
      </p:sp>
      <p:sp>
        <p:nvSpPr>
          <p:cNvPr id="1864" name="Google Shape;1864;p14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Solving equations with multiple sets of brackets.</a:t>
            </a:r>
            <a:endParaRPr/>
          </a:p>
        </p:txBody>
      </p:sp>
      <p:graphicFrame>
        <p:nvGraphicFramePr>
          <p:cNvPr id="1865" name="Google Shape;1865;p144"/>
          <p:cNvGraphicFramePr>
            <a:graphicFrameLocks noGrp="1"/>
          </p:cNvGraphicFramePr>
          <p:nvPr/>
        </p:nvGraphicFramePr>
        <p:xfrm>
          <a:off x="4689450" y="14641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542675"/>
                <a:gridCol w="380500"/>
                <a:gridCol w="1444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− 5(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+ 21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 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24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66" name="Google Shape;1866;p144"/>
          <p:cNvSpPr txBox="1"/>
          <p:nvPr>
            <p:ph type="body" idx="1"/>
          </p:nvPr>
        </p:nvSpPr>
        <p:spPr>
          <a:xfrm>
            <a:off x="4286400" y="157717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sp>
        <p:nvSpPr>
          <p:cNvPr id="1867" name="Google Shape;1867;p144"/>
          <p:cNvSpPr/>
          <p:nvPr/>
        </p:nvSpPr>
        <p:spPr>
          <a:xfrm>
            <a:off x="6748898" y="2048754"/>
            <a:ext cx="517200" cy="3996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1" name="Shape 1871"/>
        <p:cNvGrpSpPr/>
        <p:nvPr/>
      </p:nvGrpSpPr>
      <p:grpSpPr>
        <a:xfrm>
          <a:off x="0" y="0"/>
          <a:ext cx="0" cy="0"/>
        </a:xfrm>
      </p:grpSpPr>
      <p:graphicFrame>
        <p:nvGraphicFramePr>
          <p:cNvPr id="1872" name="Google Shape;1872;p145"/>
          <p:cNvGraphicFramePr>
            <a:graphicFrameLocks noGrp="1"/>
          </p:cNvGraphicFramePr>
          <p:nvPr/>
        </p:nvGraphicFramePr>
        <p:xfrm>
          <a:off x="4225000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+ 5(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73" name="Google Shape;1873;p145"/>
          <p:cNvGraphicFramePr>
            <a:graphicFrameLocks noGrp="1"/>
          </p:cNvGraphicFramePr>
          <p:nvPr/>
        </p:nvGraphicFramePr>
        <p:xfrm>
          <a:off x="4225000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+ 5(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+ 18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74" name="Google Shape;1874;p145"/>
          <p:cNvGraphicFramePr>
            <a:graphicFrameLocks noGrp="1"/>
          </p:cNvGraphicFramePr>
          <p:nvPr/>
        </p:nvGraphicFramePr>
        <p:xfrm>
          <a:off x="4225000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+ 5(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+ 18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75" name="Google Shape;1875;p145"/>
          <p:cNvGraphicFramePr>
            <a:graphicFrameLocks noGrp="1"/>
          </p:cNvGraphicFramePr>
          <p:nvPr/>
        </p:nvGraphicFramePr>
        <p:xfrm>
          <a:off x="370079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 + 4(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+ 9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6 + 4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76" name="Google Shape;1876;p145"/>
          <p:cNvGraphicFramePr>
            <a:graphicFrameLocks noGrp="1"/>
          </p:cNvGraphicFramePr>
          <p:nvPr/>
        </p:nvGraphicFramePr>
        <p:xfrm>
          <a:off x="370079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 + 4(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+ 9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6 + 4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77" name="Google Shape;1877;p145"/>
          <p:cNvSpPr txBox="1"/>
          <p:nvPr>
            <p:ph type="body" idx="1"/>
          </p:nvPr>
        </p:nvSpPr>
        <p:spPr>
          <a:xfrm>
            <a:off x="324000" y="759300"/>
            <a:ext cx="1360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3) Solve:</a:t>
            </a:r>
            <a:endParaRPr/>
          </a:p>
        </p:txBody>
      </p:sp>
      <p:sp>
        <p:nvSpPr>
          <p:cNvPr id="1878" name="Google Shape;1878;p14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Solving equations with multiple sets of brackets.</a:t>
            </a:r>
            <a:endParaRPr/>
          </a:p>
        </p:txBody>
      </p:sp>
      <p:graphicFrame>
        <p:nvGraphicFramePr>
          <p:cNvPr id="1879" name="Google Shape;1879;p145"/>
          <p:cNvGraphicFramePr>
            <a:graphicFrameLocks noGrp="1"/>
          </p:cNvGraphicFramePr>
          <p:nvPr/>
        </p:nvGraphicFramePr>
        <p:xfrm>
          <a:off x="4225000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+ 5(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+ 18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80" name="Google Shape;1880;p145"/>
          <p:cNvGraphicFramePr>
            <a:graphicFrameLocks noGrp="1"/>
          </p:cNvGraphicFramePr>
          <p:nvPr/>
        </p:nvGraphicFramePr>
        <p:xfrm>
          <a:off x="370079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 + 4(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+ 9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6 + 4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81" name="Google Shape;1881;p145"/>
          <p:cNvSpPr txBox="1"/>
          <p:nvPr>
            <p:ph type="body" idx="1"/>
          </p:nvPr>
        </p:nvSpPr>
        <p:spPr>
          <a:xfrm>
            <a:off x="324000" y="136890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1882" name="Google Shape;1882;p145"/>
          <p:cNvSpPr txBox="1"/>
          <p:nvPr>
            <p:ph type="body" idx="1"/>
          </p:nvPr>
        </p:nvSpPr>
        <p:spPr>
          <a:xfrm>
            <a:off x="4286400" y="136890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graphicFrame>
        <p:nvGraphicFramePr>
          <p:cNvPr id="1883" name="Google Shape;1883;p145"/>
          <p:cNvGraphicFramePr>
            <a:graphicFrameLocks noGrp="1"/>
          </p:cNvGraphicFramePr>
          <p:nvPr/>
        </p:nvGraphicFramePr>
        <p:xfrm>
          <a:off x="370079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 + 4(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+ 9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7" name="Shape 1887"/>
        <p:cNvGrpSpPr/>
        <p:nvPr/>
      </p:nvGrpSpPr>
      <p:grpSpPr>
        <a:xfrm>
          <a:off x="0" y="0"/>
          <a:ext cx="0" cy="0"/>
        </a:xfrm>
      </p:grpSpPr>
      <p:graphicFrame>
        <p:nvGraphicFramePr>
          <p:cNvPr id="1888" name="Google Shape;1888;p146"/>
          <p:cNvGraphicFramePr>
            <a:graphicFrameLocks noGrp="1"/>
          </p:cNvGraphicFramePr>
          <p:nvPr/>
        </p:nvGraphicFramePr>
        <p:xfrm>
          <a:off x="293879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99525"/>
                <a:gridCol w="347875"/>
                <a:gridCol w="19689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− 6(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− 6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− 48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− 48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89" name="Google Shape;1889;p146"/>
          <p:cNvGraphicFramePr>
            <a:graphicFrameLocks noGrp="1"/>
          </p:cNvGraphicFramePr>
          <p:nvPr/>
        </p:nvGraphicFramePr>
        <p:xfrm>
          <a:off x="293879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99525"/>
                <a:gridCol w="347875"/>
                <a:gridCol w="19689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− 6(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− 6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− 48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− 48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90" name="Google Shape;1890;p146"/>
          <p:cNvGraphicFramePr>
            <a:graphicFrameLocks noGrp="1"/>
          </p:cNvGraphicFramePr>
          <p:nvPr/>
        </p:nvGraphicFramePr>
        <p:xfrm>
          <a:off x="293879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99525"/>
                <a:gridCol w="347875"/>
                <a:gridCol w="19689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− 6(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− 6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− 48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91" name="Google Shape;1891;p146"/>
          <p:cNvGraphicFramePr>
            <a:graphicFrameLocks noGrp="1"/>
          </p:cNvGraphicFramePr>
          <p:nvPr/>
        </p:nvGraphicFramePr>
        <p:xfrm>
          <a:off x="293879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99525"/>
                <a:gridCol w="347875"/>
                <a:gridCol w="19689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− 6(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− 6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− 48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− 48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92" name="Google Shape;1892;p146"/>
          <p:cNvSpPr txBox="1"/>
          <p:nvPr>
            <p:ph type="body" idx="1"/>
          </p:nvPr>
        </p:nvSpPr>
        <p:spPr>
          <a:xfrm>
            <a:off x="324000" y="759300"/>
            <a:ext cx="82377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3) Solve:</a:t>
            </a:r>
            <a:endParaRPr/>
          </a:p>
        </p:txBody>
      </p:sp>
      <p:sp>
        <p:nvSpPr>
          <p:cNvPr id="1893" name="Google Shape;1893;p14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Solving equations with multiple sets of brackets.</a:t>
            </a:r>
            <a:endParaRPr/>
          </a:p>
        </p:txBody>
      </p:sp>
      <p:graphicFrame>
        <p:nvGraphicFramePr>
          <p:cNvPr id="1894" name="Google Shape;1894;p146"/>
          <p:cNvGraphicFramePr>
            <a:graphicFrameLocks noGrp="1"/>
          </p:cNvGraphicFramePr>
          <p:nvPr/>
        </p:nvGraphicFramePr>
        <p:xfrm>
          <a:off x="4468885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8(2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16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40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95" name="Google Shape;1895;p146"/>
          <p:cNvSpPr txBox="1"/>
          <p:nvPr>
            <p:ph type="body" idx="1"/>
          </p:nvPr>
        </p:nvSpPr>
        <p:spPr>
          <a:xfrm>
            <a:off x="324000" y="136890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sp>
        <p:nvSpPr>
          <p:cNvPr id="1896" name="Google Shape;1896;p146"/>
          <p:cNvSpPr txBox="1"/>
          <p:nvPr>
            <p:ph type="body" idx="1"/>
          </p:nvPr>
        </p:nvSpPr>
        <p:spPr>
          <a:xfrm>
            <a:off x="4286400" y="136890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d)</a:t>
            </a:r>
            <a:endParaRPr sz="2000"/>
          </a:p>
        </p:txBody>
      </p:sp>
      <p:pic>
        <p:nvPicPr>
          <p:cNvPr id="1897" name="Google Shape;1897;p146" descr="&lt;math xmlns=&quot;http://www.w3.org/1998/Math/MathML&quot; display=&quot;block&quot; data-is-equatio=&quot;1&quot; data-latex=&quot;x=-\frac{66}{28}=-\frac{33}{14}&quot;&gt;&lt;mi&gt;x&lt;/mi&gt;&lt;mo&gt;=&lt;/mo&gt;&lt;mo&gt;−&lt;/mo&gt;&lt;mfrac&gt;&lt;mn&gt;66&lt;/mn&gt;&lt;mn&gt;28&lt;/mn&gt;&lt;/mfrac&gt;&lt;mo&gt;=&lt;/mo&gt;&lt;mo&gt;−&lt;/mo&gt;&lt;mfrac&gt;&lt;mn&gt;33&lt;/mn&gt;&lt;mn&gt;14&lt;/mn&gt;&lt;/mfrac&gt;&lt;/math&gt;" title="x equals negative 66 over 28 equals negative 33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3307" y="3899015"/>
            <a:ext cx="1894200" cy="56380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8" name="Google Shape;1898;p146"/>
          <p:cNvGraphicFramePr>
            <a:graphicFrameLocks noGrp="1"/>
          </p:cNvGraphicFramePr>
          <p:nvPr/>
        </p:nvGraphicFramePr>
        <p:xfrm>
          <a:off x="293879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99525"/>
                <a:gridCol w="347875"/>
                <a:gridCol w="19689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− 6(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99" name="Google Shape;1899;p146"/>
          <p:cNvGraphicFramePr>
            <a:graphicFrameLocks noGrp="1"/>
          </p:cNvGraphicFramePr>
          <p:nvPr/>
        </p:nvGraphicFramePr>
        <p:xfrm>
          <a:off x="4468885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8(2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00" name="Google Shape;1900;p146"/>
          <p:cNvGraphicFramePr>
            <a:graphicFrameLocks noGrp="1"/>
          </p:cNvGraphicFramePr>
          <p:nvPr/>
        </p:nvGraphicFramePr>
        <p:xfrm>
          <a:off x="4468885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8(2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16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40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01" name="Google Shape;1901;p146"/>
          <p:cNvGraphicFramePr>
            <a:graphicFrameLocks noGrp="1"/>
          </p:cNvGraphicFramePr>
          <p:nvPr/>
        </p:nvGraphicFramePr>
        <p:xfrm>
          <a:off x="4468885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8(2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16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40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02" name="Google Shape;1902;p146"/>
          <p:cNvGraphicFramePr>
            <a:graphicFrameLocks noGrp="1"/>
          </p:cNvGraphicFramePr>
          <p:nvPr/>
        </p:nvGraphicFramePr>
        <p:xfrm>
          <a:off x="4468885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39950"/>
                <a:gridCol w="383575"/>
                <a:gridCol w="1456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8(2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16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40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6" name="Shape 1906"/>
        <p:cNvGrpSpPr/>
        <p:nvPr/>
      </p:nvGrpSpPr>
      <p:grpSpPr>
        <a:xfrm>
          <a:off x="0" y="0"/>
          <a:ext cx="0" cy="0"/>
        </a:xfrm>
      </p:grpSpPr>
      <p:sp>
        <p:nvSpPr>
          <p:cNvPr id="1907" name="Google Shape;1907;p14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equations with multiple sets of brackets</a:t>
            </a:r>
            <a:endParaRPr/>
          </a:p>
        </p:txBody>
      </p:sp>
      <p:sp>
        <p:nvSpPr>
          <p:cNvPr id="1908" name="Google Shape;1908;p14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before solving</a:t>
            </a:r>
            <a:endParaRPr/>
          </a:p>
        </p:txBody>
      </p:sp>
      <p:sp>
        <p:nvSpPr>
          <p:cNvPr id="1909" name="Google Shape;1909;p147"/>
          <p:cNvSpPr txBox="1"/>
          <p:nvPr>
            <p:ph type="title" idx="3"/>
          </p:nvPr>
        </p:nvSpPr>
        <p:spPr>
          <a:xfrm>
            <a:off x="324000" y="657600"/>
            <a:ext cx="64503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complex linear equations involving brackets</a:t>
            </a:r>
            <a:endParaRPr/>
          </a:p>
        </p:txBody>
      </p:sp>
      <p:pic>
        <p:nvPicPr>
          <p:cNvPr id="1910" name="Google Shape;1910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98583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4" name="Shape 1914"/>
        <p:cNvGrpSpPr/>
        <p:nvPr/>
      </p:nvGrpSpPr>
      <p:grpSpPr>
        <a:xfrm>
          <a:off x="0" y="0"/>
          <a:ext cx="0" cy="0"/>
        </a:xfrm>
      </p:grpSpPr>
      <p:graphicFrame>
        <p:nvGraphicFramePr>
          <p:cNvPr id="1915" name="Google Shape;1915;p148"/>
          <p:cNvGraphicFramePr>
            <a:graphicFrameLocks noGrp="1"/>
          </p:cNvGraphicFramePr>
          <p:nvPr/>
        </p:nvGraphicFramePr>
        <p:xfrm>
          <a:off x="522479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10 + 3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16" name="Google Shape;1916;p148"/>
          <p:cNvSpPr txBox="1"/>
          <p:nvPr>
            <p:ph type="body" idx="1"/>
          </p:nvPr>
        </p:nvSpPr>
        <p:spPr>
          <a:xfrm>
            <a:off x="324000" y="759300"/>
            <a:ext cx="5614500" cy="3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Jacob and Jun are solving this equation.</a:t>
            </a:r>
            <a:endParaRPr/>
          </a:p>
        </p:txBody>
      </p:sp>
      <p:sp>
        <p:nvSpPr>
          <p:cNvPr id="1917" name="Google Shape;1917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before solving</a:t>
            </a:r>
            <a:endParaRPr/>
          </a:p>
        </p:txBody>
      </p:sp>
      <p:pic>
        <p:nvPicPr>
          <p:cNvPr id="1918" name="Google Shape;1918;p148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>
            <a:off x="3830415" y="3662790"/>
            <a:ext cx="4039752" cy="61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19" name="Google Shape;1919;p148"/>
          <p:cNvSpPr txBox="1"/>
          <p:nvPr/>
        </p:nvSpPr>
        <p:spPr>
          <a:xfrm>
            <a:off x="4065200" y="3779496"/>
            <a:ext cx="35367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think I see a quicker way!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0" name="Google Shape;1920;p148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736198" y="2647700"/>
            <a:ext cx="1979827" cy="1473201"/>
          </a:xfrm>
          <a:prstGeom prst="rect">
            <a:avLst/>
          </a:prstGeom>
          <a:noFill/>
          <a:ln>
            <a:noFill/>
          </a:ln>
        </p:spPr>
      </p:pic>
      <p:sp>
        <p:nvSpPr>
          <p:cNvPr id="1921" name="Google Shape;1921;p148"/>
          <p:cNvSpPr txBox="1"/>
          <p:nvPr/>
        </p:nvSpPr>
        <p:spPr>
          <a:xfrm>
            <a:off x="972828" y="2821225"/>
            <a:ext cx="16722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Expand first, then collect like terms.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2" name="Google Shape;1922;p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731165" y="391294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3" name="Google Shape;1923;p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18462" y="3932308"/>
            <a:ext cx="727175" cy="8957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4" name="Google Shape;1924;p148"/>
          <p:cNvGraphicFramePr>
            <a:graphicFrameLocks noGrp="1"/>
          </p:cNvGraphicFramePr>
          <p:nvPr/>
        </p:nvGraphicFramePr>
        <p:xfrm>
          <a:off x="522479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25" name="Google Shape;1925;p148"/>
          <p:cNvGraphicFramePr>
            <a:graphicFrameLocks noGrp="1"/>
          </p:cNvGraphicFramePr>
          <p:nvPr/>
        </p:nvGraphicFramePr>
        <p:xfrm>
          <a:off x="461190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26" name="Google Shape;1926;p148"/>
          <p:cNvGraphicFramePr>
            <a:graphicFrameLocks noGrp="1"/>
          </p:cNvGraphicFramePr>
          <p:nvPr/>
        </p:nvGraphicFramePr>
        <p:xfrm>
          <a:off x="461190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27" name="Google Shape;1927;p148"/>
          <p:cNvSpPr txBox="1"/>
          <p:nvPr/>
        </p:nvSpPr>
        <p:spPr>
          <a:xfrm>
            <a:off x="4817035" y="2463770"/>
            <a:ext cx="38055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Do you agree with Jun’s idea?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31" name="Shape 1931"/>
        <p:cNvGrpSpPr/>
        <p:nvPr/>
      </p:nvGrpSpPr>
      <p:grpSpPr>
        <a:xfrm>
          <a:off x="0" y="0"/>
          <a:ext cx="0" cy="0"/>
        </a:xfrm>
      </p:grpSpPr>
      <p:graphicFrame>
        <p:nvGraphicFramePr>
          <p:cNvPr id="1932" name="Google Shape;1932;p149"/>
          <p:cNvGraphicFramePr>
            <a:graphicFrameLocks noGrp="1"/>
          </p:cNvGraphicFramePr>
          <p:nvPr/>
        </p:nvGraphicFramePr>
        <p:xfrm>
          <a:off x="461190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33" name="Google Shape;1933;p149"/>
          <p:cNvSpPr/>
          <p:nvPr/>
        </p:nvSpPr>
        <p:spPr>
          <a:xfrm>
            <a:off x="6210819" y="2240365"/>
            <a:ext cx="2083800" cy="1499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34" name="Google Shape;1934;p149"/>
          <p:cNvGraphicFramePr>
            <a:graphicFrameLocks noGrp="1"/>
          </p:cNvGraphicFramePr>
          <p:nvPr/>
        </p:nvGraphicFramePr>
        <p:xfrm>
          <a:off x="522479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10 + 3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35" name="Google Shape;1935;p149"/>
          <p:cNvSpPr txBox="1"/>
          <p:nvPr>
            <p:ph type="body" idx="1"/>
          </p:nvPr>
        </p:nvSpPr>
        <p:spPr>
          <a:xfrm>
            <a:off x="324000" y="759300"/>
            <a:ext cx="5614500" cy="3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Jacob and Jun are solving this equation.</a:t>
            </a:r>
            <a:endParaRPr/>
          </a:p>
        </p:txBody>
      </p:sp>
      <p:sp>
        <p:nvSpPr>
          <p:cNvPr id="1936" name="Google Shape;1936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before solving</a:t>
            </a:r>
            <a:endParaRPr/>
          </a:p>
        </p:txBody>
      </p:sp>
      <p:pic>
        <p:nvPicPr>
          <p:cNvPr id="1937" name="Google Shape;1937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31165" y="391294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8" name="Google Shape;1938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18462" y="3932308"/>
            <a:ext cx="727175" cy="8957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39" name="Google Shape;1939;p149"/>
          <p:cNvGraphicFramePr>
            <a:graphicFrameLocks noGrp="1"/>
          </p:cNvGraphicFramePr>
          <p:nvPr/>
        </p:nvGraphicFramePr>
        <p:xfrm>
          <a:off x="522479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40" name="Google Shape;1940;p149"/>
          <p:cNvGraphicFramePr>
            <a:graphicFrameLocks noGrp="1"/>
          </p:cNvGraphicFramePr>
          <p:nvPr/>
        </p:nvGraphicFramePr>
        <p:xfrm>
          <a:off x="461190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41" name="Google Shape;1941;p149"/>
          <p:cNvGraphicFramePr>
            <a:graphicFrameLocks noGrp="1"/>
          </p:cNvGraphicFramePr>
          <p:nvPr/>
        </p:nvGraphicFramePr>
        <p:xfrm>
          <a:off x="461190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42" name="Google Shape;1942;p149"/>
          <p:cNvSpPr/>
          <p:nvPr/>
        </p:nvSpPr>
        <p:spPr>
          <a:xfrm>
            <a:off x="2146844" y="2240365"/>
            <a:ext cx="2083800" cy="1499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3" name="Google Shape;1943;p149"/>
          <p:cNvSpPr txBox="1"/>
          <p:nvPr>
            <p:ph type="body" idx="1"/>
          </p:nvPr>
        </p:nvSpPr>
        <p:spPr>
          <a:xfrm>
            <a:off x="1685435" y="3883500"/>
            <a:ext cx="5614500" cy="3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Jun’s method got to the same equation, same solution, more efficiently.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47" name="Shape 1947"/>
        <p:cNvGrpSpPr/>
        <p:nvPr/>
      </p:nvGrpSpPr>
      <p:grpSpPr>
        <a:xfrm>
          <a:off x="0" y="0"/>
          <a:ext cx="0" cy="0"/>
        </a:xfrm>
      </p:grpSpPr>
      <p:sp>
        <p:nvSpPr>
          <p:cNvPr id="1948" name="Google Shape;1948;p150"/>
          <p:cNvSpPr txBox="1"/>
          <p:nvPr>
            <p:ph type="body" idx="1"/>
          </p:nvPr>
        </p:nvSpPr>
        <p:spPr>
          <a:xfrm>
            <a:off x="324000" y="759300"/>
            <a:ext cx="5614500" cy="3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Jacob and Jun are solving this equation.</a:t>
            </a:r>
            <a:endParaRPr/>
          </a:p>
        </p:txBody>
      </p:sp>
      <p:sp>
        <p:nvSpPr>
          <p:cNvPr id="1949" name="Google Shape;1949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before solving</a:t>
            </a:r>
            <a:endParaRPr/>
          </a:p>
        </p:txBody>
      </p:sp>
      <p:pic>
        <p:nvPicPr>
          <p:cNvPr id="1950" name="Google Shape;1950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31165" y="391294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1" name="Google Shape;1951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18462" y="3932308"/>
            <a:ext cx="727175" cy="8957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52" name="Google Shape;1952;p150"/>
          <p:cNvGraphicFramePr>
            <a:graphicFrameLocks noGrp="1"/>
          </p:cNvGraphicFramePr>
          <p:nvPr/>
        </p:nvGraphicFramePr>
        <p:xfrm>
          <a:off x="522479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53" name="Google Shape;1953;p150"/>
          <p:cNvSpPr txBox="1"/>
          <p:nvPr>
            <p:ph type="body" idx="1"/>
          </p:nvPr>
        </p:nvSpPr>
        <p:spPr>
          <a:xfrm>
            <a:off x="318800" y="1927675"/>
            <a:ext cx="4786500" cy="3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expressions in the brackets are identical so can be simplified.</a:t>
            </a:r>
            <a:endParaRPr/>
          </a:p>
        </p:txBody>
      </p:sp>
      <p:grpSp>
        <p:nvGrpSpPr>
          <p:cNvPr id="1954" name="Google Shape;1954;p150"/>
          <p:cNvGrpSpPr/>
          <p:nvPr/>
        </p:nvGrpSpPr>
        <p:grpSpPr>
          <a:xfrm>
            <a:off x="1084665" y="1210550"/>
            <a:ext cx="2184000" cy="509700"/>
            <a:chOff x="1084665" y="1210550"/>
            <a:chExt cx="2184000" cy="509700"/>
          </a:xfrm>
        </p:grpSpPr>
        <p:sp>
          <p:nvSpPr>
            <p:cNvPr id="1955" name="Google Shape;1955;p150"/>
            <p:cNvSpPr/>
            <p:nvPr/>
          </p:nvSpPr>
          <p:spPr>
            <a:xfrm>
              <a:off x="2380065" y="1210550"/>
              <a:ext cx="888600" cy="509700"/>
            </a:xfrm>
            <a:prstGeom prst="ellipse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6" name="Google Shape;1956;p150"/>
            <p:cNvSpPr/>
            <p:nvPr/>
          </p:nvSpPr>
          <p:spPr>
            <a:xfrm>
              <a:off x="1084665" y="1210550"/>
              <a:ext cx="888600" cy="509700"/>
            </a:xfrm>
            <a:prstGeom prst="ellipse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0" name="Shape 1960"/>
        <p:cNvGrpSpPr/>
        <p:nvPr/>
      </p:nvGrpSpPr>
      <p:grpSpPr>
        <a:xfrm>
          <a:off x="0" y="0"/>
          <a:ext cx="0" cy="0"/>
        </a:xfrm>
      </p:grpSpPr>
      <p:sp>
        <p:nvSpPr>
          <p:cNvPr id="1961" name="Google Shape;1961;p151"/>
          <p:cNvSpPr txBox="1"/>
          <p:nvPr>
            <p:ph type="body" idx="1"/>
          </p:nvPr>
        </p:nvSpPr>
        <p:spPr>
          <a:xfrm>
            <a:off x="324000" y="759300"/>
            <a:ext cx="5614500" cy="3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Jacob and Jun are solving this equation.</a:t>
            </a:r>
            <a:endParaRPr/>
          </a:p>
        </p:txBody>
      </p:sp>
      <p:sp>
        <p:nvSpPr>
          <p:cNvPr id="1962" name="Google Shape;1962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before solving</a:t>
            </a:r>
            <a:endParaRPr/>
          </a:p>
        </p:txBody>
      </p:sp>
      <p:pic>
        <p:nvPicPr>
          <p:cNvPr id="1963" name="Google Shape;1963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31165" y="391294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" name="Google Shape;1964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18462" y="3932308"/>
            <a:ext cx="727175" cy="8957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5" name="Google Shape;1965;p151"/>
          <p:cNvGraphicFramePr>
            <a:graphicFrameLocks noGrp="1"/>
          </p:cNvGraphicFramePr>
          <p:nvPr/>
        </p:nvGraphicFramePr>
        <p:xfrm>
          <a:off x="522479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966" name="Google Shape;1966;p151"/>
          <p:cNvGrpSpPr/>
          <p:nvPr/>
        </p:nvGrpSpPr>
        <p:grpSpPr>
          <a:xfrm>
            <a:off x="480336" y="2571285"/>
            <a:ext cx="2204299" cy="387600"/>
            <a:chOff x="480336" y="2149625"/>
            <a:chExt cx="2204299" cy="387600"/>
          </a:xfrm>
        </p:grpSpPr>
        <p:grpSp>
          <p:nvGrpSpPr>
            <p:cNvPr id="1967" name="Google Shape;1967;p151"/>
            <p:cNvGrpSpPr/>
            <p:nvPr/>
          </p:nvGrpSpPr>
          <p:grpSpPr>
            <a:xfrm>
              <a:off x="480336" y="2149625"/>
              <a:ext cx="1103116" cy="387600"/>
              <a:chOff x="327952" y="2573146"/>
              <a:chExt cx="1048589" cy="387600"/>
            </a:xfrm>
          </p:grpSpPr>
          <p:sp>
            <p:nvSpPr>
              <p:cNvPr id="1968" name="Google Shape;1968;p151"/>
              <p:cNvSpPr/>
              <p:nvPr/>
            </p:nvSpPr>
            <p:spPr>
              <a:xfrm>
                <a:off x="693441" y="2573146"/>
                <a:ext cx="6831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latin typeface="Times"/>
                    <a:ea typeface="Times"/>
                    <a:cs typeface="Times"/>
                    <a:sym typeface="Times"/>
                  </a:rPr>
                  <a:t>5</a:t>
                </a:r>
                <a:endParaRPr sz="24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969" name="Google Shape;1969;p151"/>
              <p:cNvSpPr/>
              <p:nvPr/>
            </p:nvSpPr>
            <p:spPr>
              <a:xfrm>
                <a:off x="327952" y="2573146"/>
                <a:ext cx="3699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1970" name="Google Shape;1970;p151"/>
            <p:cNvGrpSpPr/>
            <p:nvPr/>
          </p:nvGrpSpPr>
          <p:grpSpPr>
            <a:xfrm>
              <a:off x="1581519" y="2149625"/>
              <a:ext cx="1103116" cy="387600"/>
              <a:chOff x="1374704" y="2573146"/>
              <a:chExt cx="1048589" cy="387600"/>
            </a:xfrm>
          </p:grpSpPr>
          <p:sp>
            <p:nvSpPr>
              <p:cNvPr id="1971" name="Google Shape;1971;p151"/>
              <p:cNvSpPr/>
              <p:nvPr/>
            </p:nvSpPr>
            <p:spPr>
              <a:xfrm>
                <a:off x="1740193" y="2573146"/>
                <a:ext cx="6831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latin typeface="Times"/>
                    <a:ea typeface="Times"/>
                    <a:cs typeface="Times"/>
                    <a:sym typeface="Times"/>
                  </a:rPr>
                  <a:t>5</a:t>
                </a:r>
                <a:endParaRPr sz="24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972" name="Google Shape;1972;p151"/>
              <p:cNvSpPr/>
              <p:nvPr/>
            </p:nvSpPr>
            <p:spPr>
              <a:xfrm>
                <a:off x="1374704" y="2573146"/>
                <a:ext cx="3699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1973" name="Google Shape;1973;p151"/>
          <p:cNvSpPr/>
          <p:nvPr/>
        </p:nvSpPr>
        <p:spPr>
          <a:xfrm>
            <a:off x="480302" y="2963535"/>
            <a:ext cx="5512800" cy="387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40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974" name="Google Shape;1974;p151"/>
          <p:cNvGrpSpPr/>
          <p:nvPr/>
        </p:nvGrpSpPr>
        <p:grpSpPr>
          <a:xfrm>
            <a:off x="2690136" y="2571285"/>
            <a:ext cx="3302944" cy="387600"/>
            <a:chOff x="4442736" y="2149625"/>
            <a:chExt cx="3302944" cy="387600"/>
          </a:xfrm>
        </p:grpSpPr>
        <p:grpSp>
          <p:nvGrpSpPr>
            <p:cNvPr id="1975" name="Google Shape;1975;p151"/>
            <p:cNvGrpSpPr/>
            <p:nvPr/>
          </p:nvGrpSpPr>
          <p:grpSpPr>
            <a:xfrm>
              <a:off x="4442736" y="2149625"/>
              <a:ext cx="1103116" cy="387600"/>
              <a:chOff x="327952" y="2573146"/>
              <a:chExt cx="1048589" cy="387600"/>
            </a:xfrm>
          </p:grpSpPr>
          <p:sp>
            <p:nvSpPr>
              <p:cNvPr id="1976" name="Google Shape;1976;p151"/>
              <p:cNvSpPr/>
              <p:nvPr/>
            </p:nvSpPr>
            <p:spPr>
              <a:xfrm>
                <a:off x="693441" y="2573146"/>
                <a:ext cx="6831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latin typeface="Times"/>
                    <a:ea typeface="Times"/>
                    <a:cs typeface="Times"/>
                    <a:sym typeface="Times"/>
                  </a:rPr>
                  <a:t>5</a:t>
                </a:r>
                <a:endParaRPr sz="24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977" name="Google Shape;1977;p151"/>
              <p:cNvSpPr/>
              <p:nvPr/>
            </p:nvSpPr>
            <p:spPr>
              <a:xfrm>
                <a:off x="327952" y="2573146"/>
                <a:ext cx="3699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1978" name="Google Shape;1978;p151"/>
            <p:cNvGrpSpPr/>
            <p:nvPr/>
          </p:nvGrpSpPr>
          <p:grpSpPr>
            <a:xfrm>
              <a:off x="5543919" y="2149625"/>
              <a:ext cx="1103116" cy="387600"/>
              <a:chOff x="1374704" y="2573146"/>
              <a:chExt cx="1048589" cy="387600"/>
            </a:xfrm>
          </p:grpSpPr>
          <p:sp>
            <p:nvSpPr>
              <p:cNvPr id="1979" name="Google Shape;1979;p151"/>
              <p:cNvSpPr/>
              <p:nvPr/>
            </p:nvSpPr>
            <p:spPr>
              <a:xfrm>
                <a:off x="1740193" y="2573146"/>
                <a:ext cx="6831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latin typeface="Times"/>
                    <a:ea typeface="Times"/>
                    <a:cs typeface="Times"/>
                    <a:sym typeface="Times"/>
                  </a:rPr>
                  <a:t>5</a:t>
                </a:r>
                <a:endParaRPr sz="24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980" name="Google Shape;1980;p151"/>
              <p:cNvSpPr/>
              <p:nvPr/>
            </p:nvSpPr>
            <p:spPr>
              <a:xfrm>
                <a:off x="1374704" y="2573146"/>
                <a:ext cx="3699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1981" name="Google Shape;1981;p151"/>
            <p:cNvGrpSpPr/>
            <p:nvPr/>
          </p:nvGrpSpPr>
          <p:grpSpPr>
            <a:xfrm>
              <a:off x="6642564" y="2149625"/>
              <a:ext cx="1103116" cy="387600"/>
              <a:chOff x="2419043" y="2573146"/>
              <a:chExt cx="1048589" cy="387600"/>
            </a:xfrm>
          </p:grpSpPr>
          <p:sp>
            <p:nvSpPr>
              <p:cNvPr id="1982" name="Google Shape;1982;p151"/>
              <p:cNvSpPr/>
              <p:nvPr/>
            </p:nvSpPr>
            <p:spPr>
              <a:xfrm>
                <a:off x="2784532" y="2573146"/>
                <a:ext cx="6831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latin typeface="Times"/>
                    <a:ea typeface="Times"/>
                    <a:cs typeface="Times"/>
                    <a:sym typeface="Times"/>
                  </a:rPr>
                  <a:t>5</a:t>
                </a:r>
                <a:endParaRPr sz="24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983" name="Google Shape;1983;p151"/>
              <p:cNvSpPr/>
              <p:nvPr/>
            </p:nvSpPr>
            <p:spPr>
              <a:xfrm>
                <a:off x="2419043" y="2573146"/>
                <a:ext cx="3699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1984" name="Google Shape;1984;p151"/>
          <p:cNvSpPr/>
          <p:nvPr/>
        </p:nvSpPr>
        <p:spPr>
          <a:xfrm>
            <a:off x="2151178" y="1210550"/>
            <a:ext cx="1117500" cy="5097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151"/>
          <p:cNvSpPr/>
          <p:nvPr/>
        </p:nvSpPr>
        <p:spPr>
          <a:xfrm>
            <a:off x="860797" y="1220715"/>
            <a:ext cx="1117500" cy="5097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86" name="Google Shape;1986;p151"/>
          <p:cNvGraphicFramePr>
            <a:graphicFrameLocks noGrp="1"/>
          </p:cNvGraphicFramePr>
          <p:nvPr/>
        </p:nvGraphicFramePr>
        <p:xfrm>
          <a:off x="522479" y="1789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87" name="Google Shape;1987;p151"/>
          <p:cNvSpPr/>
          <p:nvPr/>
        </p:nvSpPr>
        <p:spPr>
          <a:xfrm>
            <a:off x="1566927" y="2516115"/>
            <a:ext cx="1117500" cy="5097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151"/>
          <p:cNvSpPr/>
          <p:nvPr/>
        </p:nvSpPr>
        <p:spPr>
          <a:xfrm>
            <a:off x="2664222" y="2516115"/>
            <a:ext cx="1117500" cy="5097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151"/>
          <p:cNvSpPr/>
          <p:nvPr/>
        </p:nvSpPr>
        <p:spPr>
          <a:xfrm>
            <a:off x="3781847" y="2516115"/>
            <a:ext cx="1117500" cy="5097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151"/>
          <p:cNvSpPr/>
          <p:nvPr/>
        </p:nvSpPr>
        <p:spPr>
          <a:xfrm>
            <a:off x="4889307" y="2516115"/>
            <a:ext cx="1117500" cy="5097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151"/>
          <p:cNvSpPr/>
          <p:nvPr/>
        </p:nvSpPr>
        <p:spPr>
          <a:xfrm>
            <a:off x="469632" y="2516115"/>
            <a:ext cx="1117500" cy="5097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95" name="Shape 1995"/>
        <p:cNvGrpSpPr/>
        <p:nvPr/>
      </p:nvGrpSpPr>
      <p:grpSpPr>
        <a:xfrm>
          <a:off x="0" y="0"/>
          <a:ext cx="0" cy="0"/>
        </a:xfrm>
      </p:grpSpPr>
      <p:sp>
        <p:nvSpPr>
          <p:cNvPr id="1996" name="Google Shape;1996;p152"/>
          <p:cNvSpPr txBox="1"/>
          <p:nvPr>
            <p:ph type="body" idx="1"/>
          </p:nvPr>
        </p:nvSpPr>
        <p:spPr>
          <a:xfrm>
            <a:off x="324000" y="759300"/>
            <a:ext cx="5614500" cy="3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Jacob and Jun are solving this equation.</a:t>
            </a:r>
            <a:endParaRPr/>
          </a:p>
        </p:txBody>
      </p:sp>
      <p:sp>
        <p:nvSpPr>
          <p:cNvPr id="1997" name="Google Shape;1997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before solving</a:t>
            </a:r>
            <a:endParaRPr/>
          </a:p>
        </p:txBody>
      </p:sp>
      <p:pic>
        <p:nvPicPr>
          <p:cNvPr id="1998" name="Google Shape;1998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31165" y="391294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9" name="Google Shape;1999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18462" y="3932308"/>
            <a:ext cx="727175" cy="8957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00" name="Google Shape;2000;p152"/>
          <p:cNvGraphicFramePr>
            <a:graphicFrameLocks noGrp="1"/>
          </p:cNvGraphicFramePr>
          <p:nvPr/>
        </p:nvGraphicFramePr>
        <p:xfrm>
          <a:off x="522479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001" name="Google Shape;2001;p152"/>
          <p:cNvGrpSpPr/>
          <p:nvPr/>
        </p:nvGrpSpPr>
        <p:grpSpPr>
          <a:xfrm>
            <a:off x="480336" y="2571285"/>
            <a:ext cx="2204299" cy="387600"/>
            <a:chOff x="480336" y="2149625"/>
            <a:chExt cx="2204299" cy="387600"/>
          </a:xfrm>
        </p:grpSpPr>
        <p:grpSp>
          <p:nvGrpSpPr>
            <p:cNvPr id="2002" name="Google Shape;2002;p152"/>
            <p:cNvGrpSpPr/>
            <p:nvPr/>
          </p:nvGrpSpPr>
          <p:grpSpPr>
            <a:xfrm>
              <a:off x="480336" y="2149625"/>
              <a:ext cx="1103116" cy="387600"/>
              <a:chOff x="327952" y="2573146"/>
              <a:chExt cx="1048589" cy="387600"/>
            </a:xfrm>
          </p:grpSpPr>
          <p:sp>
            <p:nvSpPr>
              <p:cNvPr id="2003" name="Google Shape;2003;p152"/>
              <p:cNvSpPr/>
              <p:nvPr/>
            </p:nvSpPr>
            <p:spPr>
              <a:xfrm>
                <a:off x="693441" y="2573146"/>
                <a:ext cx="6831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latin typeface="Times"/>
                    <a:ea typeface="Times"/>
                    <a:cs typeface="Times"/>
                    <a:sym typeface="Times"/>
                  </a:rPr>
                  <a:t>5</a:t>
                </a:r>
                <a:endParaRPr sz="24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004" name="Google Shape;2004;p152"/>
              <p:cNvSpPr/>
              <p:nvPr/>
            </p:nvSpPr>
            <p:spPr>
              <a:xfrm>
                <a:off x="327952" y="2573146"/>
                <a:ext cx="3699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2005" name="Google Shape;2005;p152"/>
            <p:cNvGrpSpPr/>
            <p:nvPr/>
          </p:nvGrpSpPr>
          <p:grpSpPr>
            <a:xfrm>
              <a:off x="1581519" y="2149625"/>
              <a:ext cx="1103116" cy="387600"/>
              <a:chOff x="1374704" y="2573146"/>
              <a:chExt cx="1048589" cy="387600"/>
            </a:xfrm>
          </p:grpSpPr>
          <p:sp>
            <p:nvSpPr>
              <p:cNvPr id="2006" name="Google Shape;2006;p152"/>
              <p:cNvSpPr/>
              <p:nvPr/>
            </p:nvSpPr>
            <p:spPr>
              <a:xfrm>
                <a:off x="1740193" y="2573146"/>
                <a:ext cx="6831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latin typeface="Times"/>
                    <a:ea typeface="Times"/>
                    <a:cs typeface="Times"/>
                    <a:sym typeface="Times"/>
                  </a:rPr>
                  <a:t>5</a:t>
                </a:r>
                <a:endParaRPr sz="24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007" name="Google Shape;2007;p152"/>
              <p:cNvSpPr/>
              <p:nvPr/>
            </p:nvSpPr>
            <p:spPr>
              <a:xfrm>
                <a:off x="1374704" y="2573146"/>
                <a:ext cx="3699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2008" name="Google Shape;2008;p152"/>
          <p:cNvSpPr/>
          <p:nvPr/>
        </p:nvSpPr>
        <p:spPr>
          <a:xfrm>
            <a:off x="480302" y="2963535"/>
            <a:ext cx="5512800" cy="387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40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009" name="Google Shape;2009;p152"/>
          <p:cNvGrpSpPr/>
          <p:nvPr/>
        </p:nvGrpSpPr>
        <p:grpSpPr>
          <a:xfrm>
            <a:off x="2690136" y="2571285"/>
            <a:ext cx="3302944" cy="387600"/>
            <a:chOff x="4442736" y="2149625"/>
            <a:chExt cx="3302944" cy="387600"/>
          </a:xfrm>
        </p:grpSpPr>
        <p:grpSp>
          <p:nvGrpSpPr>
            <p:cNvPr id="2010" name="Google Shape;2010;p152"/>
            <p:cNvGrpSpPr/>
            <p:nvPr/>
          </p:nvGrpSpPr>
          <p:grpSpPr>
            <a:xfrm>
              <a:off x="4442736" y="2149625"/>
              <a:ext cx="1103116" cy="387600"/>
              <a:chOff x="327952" y="2573146"/>
              <a:chExt cx="1048589" cy="387600"/>
            </a:xfrm>
          </p:grpSpPr>
          <p:sp>
            <p:nvSpPr>
              <p:cNvPr id="2011" name="Google Shape;2011;p152"/>
              <p:cNvSpPr/>
              <p:nvPr/>
            </p:nvSpPr>
            <p:spPr>
              <a:xfrm>
                <a:off x="693441" y="2573146"/>
                <a:ext cx="6831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latin typeface="Times"/>
                    <a:ea typeface="Times"/>
                    <a:cs typeface="Times"/>
                    <a:sym typeface="Times"/>
                  </a:rPr>
                  <a:t>5</a:t>
                </a:r>
                <a:endParaRPr sz="24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012" name="Google Shape;2012;p152"/>
              <p:cNvSpPr/>
              <p:nvPr/>
            </p:nvSpPr>
            <p:spPr>
              <a:xfrm>
                <a:off x="327952" y="2573146"/>
                <a:ext cx="3699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2013" name="Google Shape;2013;p152"/>
            <p:cNvGrpSpPr/>
            <p:nvPr/>
          </p:nvGrpSpPr>
          <p:grpSpPr>
            <a:xfrm>
              <a:off x="5543919" y="2149625"/>
              <a:ext cx="1103116" cy="387600"/>
              <a:chOff x="1374704" y="2573146"/>
              <a:chExt cx="1048589" cy="387600"/>
            </a:xfrm>
          </p:grpSpPr>
          <p:sp>
            <p:nvSpPr>
              <p:cNvPr id="2014" name="Google Shape;2014;p152"/>
              <p:cNvSpPr/>
              <p:nvPr/>
            </p:nvSpPr>
            <p:spPr>
              <a:xfrm>
                <a:off x="1740193" y="2573146"/>
                <a:ext cx="6831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latin typeface="Times"/>
                    <a:ea typeface="Times"/>
                    <a:cs typeface="Times"/>
                    <a:sym typeface="Times"/>
                  </a:rPr>
                  <a:t>5</a:t>
                </a:r>
                <a:endParaRPr sz="24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015" name="Google Shape;2015;p152"/>
              <p:cNvSpPr/>
              <p:nvPr/>
            </p:nvSpPr>
            <p:spPr>
              <a:xfrm>
                <a:off x="1374704" y="2573146"/>
                <a:ext cx="3699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2016" name="Google Shape;2016;p152"/>
            <p:cNvGrpSpPr/>
            <p:nvPr/>
          </p:nvGrpSpPr>
          <p:grpSpPr>
            <a:xfrm>
              <a:off x="6642564" y="2149625"/>
              <a:ext cx="1103116" cy="387600"/>
              <a:chOff x="2419043" y="2573146"/>
              <a:chExt cx="1048589" cy="387600"/>
            </a:xfrm>
          </p:grpSpPr>
          <p:sp>
            <p:nvSpPr>
              <p:cNvPr id="2017" name="Google Shape;2017;p152"/>
              <p:cNvSpPr/>
              <p:nvPr/>
            </p:nvSpPr>
            <p:spPr>
              <a:xfrm>
                <a:off x="2784532" y="2573146"/>
                <a:ext cx="6831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latin typeface="Times"/>
                    <a:ea typeface="Times"/>
                    <a:cs typeface="Times"/>
                    <a:sym typeface="Times"/>
                  </a:rPr>
                  <a:t>5</a:t>
                </a:r>
                <a:endParaRPr sz="24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018" name="Google Shape;2018;p152"/>
              <p:cNvSpPr/>
              <p:nvPr/>
            </p:nvSpPr>
            <p:spPr>
              <a:xfrm>
                <a:off x="2419043" y="2573146"/>
                <a:ext cx="3699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graphicFrame>
        <p:nvGraphicFramePr>
          <p:cNvPr id="2019" name="Google Shape;2019;p152"/>
          <p:cNvGraphicFramePr>
            <a:graphicFrameLocks noGrp="1"/>
          </p:cNvGraphicFramePr>
          <p:nvPr/>
        </p:nvGraphicFramePr>
        <p:xfrm>
          <a:off x="522479" y="1789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736050"/>
                <a:gridCol w="369550"/>
                <a:gridCol w="6998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20" name="Google Shape;2020;p152"/>
          <p:cNvSpPr txBox="1"/>
          <p:nvPr>
            <p:ph type="body" idx="1"/>
          </p:nvPr>
        </p:nvSpPr>
        <p:spPr>
          <a:xfrm>
            <a:off x="4565670" y="1307875"/>
            <a:ext cx="4329600" cy="99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By collecting identical expressions Jun has simplified our equation which will make our solution more efficient.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24" name="Shape 2024"/>
        <p:cNvGrpSpPr/>
        <p:nvPr/>
      </p:nvGrpSpPr>
      <p:grpSpPr>
        <a:xfrm>
          <a:off x="0" y="0"/>
          <a:ext cx="0" cy="0"/>
        </a:xfrm>
      </p:grpSpPr>
      <p:graphicFrame>
        <p:nvGraphicFramePr>
          <p:cNvPr id="2025" name="Google Shape;2025;p153"/>
          <p:cNvGraphicFramePr>
            <a:graphicFrameLocks noGrp="1"/>
          </p:cNvGraphicFramePr>
          <p:nvPr/>
        </p:nvGraphicFramePr>
        <p:xfrm>
          <a:off x="120323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28875"/>
                <a:gridCol w="382075"/>
                <a:gridCol w="2797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26" name="Google Shape;2026;p153"/>
          <p:cNvSpPr txBox="1"/>
          <p:nvPr>
            <p:ph type="body" idx="1"/>
          </p:nvPr>
        </p:nvSpPr>
        <p:spPr>
          <a:xfrm>
            <a:off x="324000" y="759300"/>
            <a:ext cx="6702000" cy="3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Jacob and Jun are solving another equation.</a:t>
            </a:r>
            <a:endParaRPr/>
          </a:p>
        </p:txBody>
      </p:sp>
      <p:sp>
        <p:nvSpPr>
          <p:cNvPr id="2027" name="Google Shape;2027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before solving</a:t>
            </a:r>
            <a:endParaRPr/>
          </a:p>
        </p:txBody>
      </p:sp>
      <p:pic>
        <p:nvPicPr>
          <p:cNvPr id="2028" name="Google Shape;2028;p153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>
            <a:off x="4587375" y="3043025"/>
            <a:ext cx="3456824" cy="101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29" name="Google Shape;2029;p153"/>
          <p:cNvSpPr txBox="1"/>
          <p:nvPr/>
        </p:nvSpPr>
        <p:spPr>
          <a:xfrm>
            <a:off x="4751000" y="3169896"/>
            <a:ext cx="35367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You can simplify even further than that, Jacob.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0" name="Google Shape;2030;p153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685377" y="3002735"/>
            <a:ext cx="3748598" cy="1077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31" name="Google Shape;2031;p153"/>
          <p:cNvSpPr txBox="1"/>
          <p:nvPr/>
        </p:nvSpPr>
        <p:spPr>
          <a:xfrm>
            <a:off x="972825" y="3132450"/>
            <a:ext cx="32886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see it! We can simplify like this before expanding.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2" name="Google Shape;2032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731165" y="391294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3" name="Google Shape;2033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18462" y="3932308"/>
            <a:ext cx="727175" cy="8957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34" name="Google Shape;2034;p153"/>
          <p:cNvGraphicFramePr>
            <a:graphicFrameLocks noGrp="1"/>
          </p:cNvGraphicFramePr>
          <p:nvPr/>
        </p:nvGraphicFramePr>
        <p:xfrm>
          <a:off x="120323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28875"/>
                <a:gridCol w="382075"/>
                <a:gridCol w="2797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35" name="Google Shape;2035;p153"/>
          <p:cNvSpPr txBox="1"/>
          <p:nvPr>
            <p:ph type="body" idx="1"/>
          </p:nvPr>
        </p:nvSpPr>
        <p:spPr>
          <a:xfrm>
            <a:off x="2142627" y="4340700"/>
            <a:ext cx="4344600" cy="3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Can you see what Jun means?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39" name="Shape 2039"/>
        <p:cNvGrpSpPr/>
        <p:nvPr/>
      </p:nvGrpSpPr>
      <p:grpSpPr>
        <a:xfrm>
          <a:off x="0" y="0"/>
          <a:ext cx="0" cy="0"/>
        </a:xfrm>
      </p:grpSpPr>
      <p:graphicFrame>
        <p:nvGraphicFramePr>
          <p:cNvPr id="2040" name="Google Shape;2040;p154"/>
          <p:cNvGraphicFramePr>
            <a:graphicFrameLocks noGrp="1"/>
          </p:cNvGraphicFramePr>
          <p:nvPr/>
        </p:nvGraphicFramePr>
        <p:xfrm>
          <a:off x="120323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28875"/>
                <a:gridCol w="382075"/>
                <a:gridCol w="2797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41" name="Google Shape;2041;p154"/>
          <p:cNvSpPr txBox="1"/>
          <p:nvPr>
            <p:ph type="body" idx="1"/>
          </p:nvPr>
        </p:nvSpPr>
        <p:spPr>
          <a:xfrm>
            <a:off x="324000" y="759300"/>
            <a:ext cx="6702000" cy="3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Jacob and Jun are solving another equation.</a:t>
            </a:r>
            <a:endParaRPr/>
          </a:p>
        </p:txBody>
      </p:sp>
      <p:sp>
        <p:nvSpPr>
          <p:cNvPr id="2042" name="Google Shape;2042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before solving</a:t>
            </a:r>
            <a:endParaRPr/>
          </a:p>
        </p:txBody>
      </p:sp>
      <p:pic>
        <p:nvPicPr>
          <p:cNvPr id="2043" name="Google Shape;2043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31165" y="391294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4" name="Google Shape;2044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18462" y="3932308"/>
            <a:ext cx="727175" cy="8957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5" name="Google Shape;2045;p154"/>
          <p:cNvGraphicFramePr>
            <a:graphicFrameLocks noGrp="1"/>
          </p:cNvGraphicFramePr>
          <p:nvPr/>
        </p:nvGraphicFramePr>
        <p:xfrm>
          <a:off x="120323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28875"/>
                <a:gridCol w="382075"/>
                <a:gridCol w="2797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46" name="Google Shape;2046;p154"/>
          <p:cNvSpPr txBox="1"/>
          <p:nvPr/>
        </p:nvSpPr>
        <p:spPr>
          <a:xfrm>
            <a:off x="6256800" y="1742425"/>
            <a:ext cx="25632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− 3)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on the RHS is also identical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7" name="Google Shape;2047;p154"/>
          <p:cNvSpPr/>
          <p:nvPr/>
        </p:nvSpPr>
        <p:spPr>
          <a:xfrm>
            <a:off x="5194101" y="1723625"/>
            <a:ext cx="917100" cy="5097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48" name="Google Shape;2048;p154"/>
          <p:cNvGraphicFramePr>
            <a:graphicFrameLocks noGrp="1"/>
          </p:cNvGraphicFramePr>
          <p:nvPr/>
        </p:nvGraphicFramePr>
        <p:xfrm>
          <a:off x="120323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28875"/>
                <a:gridCol w="382075"/>
                <a:gridCol w="2797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49" name="Google Shape;2049;p154"/>
          <p:cNvGraphicFramePr>
            <a:graphicFrameLocks noGrp="1"/>
          </p:cNvGraphicFramePr>
          <p:nvPr/>
        </p:nvGraphicFramePr>
        <p:xfrm>
          <a:off x="120323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28875"/>
                <a:gridCol w="382075"/>
                <a:gridCol w="2797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50" name="Google Shape;2050;p154"/>
          <p:cNvPicPr preferRelativeResize="0"/>
          <p:nvPr/>
        </p:nvPicPr>
        <p:blipFill>
          <a:blip r:embed="rId5">
            <a:alphaModFix/>
          </a:blip>
          <a:srcRect t="56280" r="69082"/>
          <a:stretch>
            <a:fillRect/>
          </a:stretch>
        </p:blipFill>
        <p:spPr>
          <a:xfrm flipH="1">
            <a:off x="1040999" y="3594125"/>
            <a:ext cx="2799826" cy="101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51" name="Google Shape;2051;p154"/>
          <p:cNvSpPr txBox="1"/>
          <p:nvPr/>
        </p:nvSpPr>
        <p:spPr>
          <a:xfrm>
            <a:off x="1277625" y="3766125"/>
            <a:ext cx="25632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could do it even more efficiently!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55" name="Shape 2055"/>
        <p:cNvGrpSpPr/>
        <p:nvPr/>
      </p:nvGrpSpPr>
      <p:grpSpPr>
        <a:xfrm>
          <a:off x="0" y="0"/>
          <a:ext cx="0" cy="0"/>
        </a:xfrm>
      </p:grpSpPr>
      <p:graphicFrame>
        <p:nvGraphicFramePr>
          <p:cNvPr id="2056" name="Google Shape;2056;p155"/>
          <p:cNvGraphicFramePr>
            <a:graphicFrameLocks noGrp="1"/>
          </p:cNvGraphicFramePr>
          <p:nvPr/>
        </p:nvGraphicFramePr>
        <p:xfrm>
          <a:off x="120323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28875"/>
                <a:gridCol w="382075"/>
                <a:gridCol w="2797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57" name="Google Shape;2057;p155"/>
          <p:cNvGraphicFramePr>
            <a:graphicFrameLocks noGrp="1"/>
          </p:cNvGraphicFramePr>
          <p:nvPr/>
        </p:nvGraphicFramePr>
        <p:xfrm>
          <a:off x="120323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28875"/>
                <a:gridCol w="382075"/>
                <a:gridCol w="2797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58" name="Google Shape;2058;p155"/>
          <p:cNvGraphicFramePr>
            <a:graphicFrameLocks noGrp="1"/>
          </p:cNvGraphicFramePr>
          <p:nvPr/>
        </p:nvGraphicFramePr>
        <p:xfrm>
          <a:off x="120323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28875"/>
                <a:gridCol w="382075"/>
                <a:gridCol w="2797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59" name="Google Shape;2059;p155"/>
          <p:cNvSpPr txBox="1"/>
          <p:nvPr>
            <p:ph type="body" idx="1"/>
          </p:nvPr>
        </p:nvSpPr>
        <p:spPr>
          <a:xfrm>
            <a:off x="324000" y="759300"/>
            <a:ext cx="6702000" cy="3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Jacob and Jun are solving another equation.</a:t>
            </a:r>
            <a:endParaRPr/>
          </a:p>
        </p:txBody>
      </p:sp>
      <p:sp>
        <p:nvSpPr>
          <p:cNvPr id="2060" name="Google Shape;2060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before solving</a:t>
            </a:r>
            <a:endParaRPr/>
          </a:p>
        </p:txBody>
      </p:sp>
      <p:pic>
        <p:nvPicPr>
          <p:cNvPr id="2061" name="Google Shape;2061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31165" y="391294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18462" y="3932308"/>
            <a:ext cx="727175" cy="8957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3" name="Google Shape;2063;p155"/>
          <p:cNvGraphicFramePr>
            <a:graphicFrameLocks noGrp="1"/>
          </p:cNvGraphicFramePr>
          <p:nvPr/>
        </p:nvGraphicFramePr>
        <p:xfrm>
          <a:off x="120323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28875"/>
                <a:gridCol w="382075"/>
                <a:gridCol w="2797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64" name="Google Shape;2064;p155"/>
          <p:cNvPicPr preferRelativeResize="0"/>
          <p:nvPr/>
        </p:nvPicPr>
        <p:blipFill>
          <a:blip r:embed="rId5">
            <a:alphaModFix/>
          </a:blip>
          <a:srcRect t="56280" r="69082"/>
          <a:stretch>
            <a:fillRect/>
          </a:stretch>
        </p:blipFill>
        <p:spPr>
          <a:xfrm flipH="1">
            <a:off x="1040999" y="3594125"/>
            <a:ext cx="2799826" cy="101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65" name="Google Shape;2065;p155"/>
          <p:cNvSpPr txBox="1"/>
          <p:nvPr/>
        </p:nvSpPr>
        <p:spPr>
          <a:xfrm>
            <a:off x="1277625" y="3725465"/>
            <a:ext cx="24042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a common factor of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66" name="Google Shape;2066;p155"/>
          <p:cNvGraphicFramePr>
            <a:graphicFrameLocks noGrp="1"/>
          </p:cNvGraphicFramePr>
          <p:nvPr/>
        </p:nvGraphicFramePr>
        <p:xfrm>
          <a:off x="1203234" y="1179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828875"/>
                <a:gridCol w="382075"/>
                <a:gridCol w="2797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 + 3(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70" name="Shape 2070"/>
        <p:cNvGrpSpPr/>
        <p:nvPr/>
      </p:nvGrpSpPr>
      <p:grpSpPr>
        <a:xfrm>
          <a:off x="0" y="0"/>
          <a:ext cx="0" cy="0"/>
        </a:xfrm>
      </p:grpSpPr>
      <p:sp>
        <p:nvSpPr>
          <p:cNvPr id="2071" name="Google Shape;2071;p156"/>
          <p:cNvSpPr txBox="1"/>
          <p:nvPr>
            <p:ph type="title"/>
          </p:nvPr>
        </p:nvSpPr>
        <p:spPr>
          <a:xfrm>
            <a:off x="324000" y="810000"/>
            <a:ext cx="59328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Which of these equations could be simplified before solving?</a:t>
            </a:r>
            <a:endParaRPr sz="2000"/>
          </a:p>
        </p:txBody>
      </p:sp>
      <p:sp>
        <p:nvSpPr>
          <p:cNvPr id="2072" name="Google Shape;2072;p15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before solving</a:t>
            </a:r>
            <a:endParaRPr/>
          </a:p>
        </p:txBody>
      </p:sp>
      <p:graphicFrame>
        <p:nvGraphicFramePr>
          <p:cNvPr id="2073" name="Google Shape;2073;p156"/>
          <p:cNvGraphicFramePr>
            <a:graphicFrameLocks noGrp="1"/>
          </p:cNvGraphicFramePr>
          <p:nvPr/>
        </p:nvGraphicFramePr>
        <p:xfrm>
          <a:off x="872834" y="1636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401275"/>
                <a:gridCol w="272000"/>
                <a:gridCol w="5622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74" name="Google Shape;2074;p156"/>
          <p:cNvGraphicFramePr>
            <a:graphicFrameLocks noGrp="1"/>
          </p:cNvGraphicFramePr>
          <p:nvPr/>
        </p:nvGraphicFramePr>
        <p:xfrm>
          <a:off x="832159" y="32675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311700"/>
                <a:gridCol w="406500"/>
                <a:gridCol w="18351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− 7(3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75" name="Google Shape;2075;p156"/>
          <p:cNvGraphicFramePr>
            <a:graphicFrameLocks noGrp="1"/>
          </p:cNvGraphicFramePr>
          <p:nvPr/>
        </p:nvGraphicFramePr>
        <p:xfrm>
          <a:off x="872834" y="2398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401275"/>
                <a:gridCol w="272000"/>
                <a:gridCol w="5622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76" name="Google Shape;2076;p156"/>
          <p:cNvGraphicFramePr>
            <a:graphicFrameLocks noGrp="1"/>
          </p:cNvGraphicFramePr>
          <p:nvPr/>
        </p:nvGraphicFramePr>
        <p:xfrm>
          <a:off x="883834" y="40295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382600"/>
                <a:gridCol w="397525"/>
                <a:gridCol w="1667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+ 9)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77" name="Google Shape;2077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6127" y="170878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8" name="Google Shape;2078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6338" y="24624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9" name="Google Shape;2079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5057" y="33699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0" name="Google Shape;2080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657" y="41319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1" name="Google Shape;2081;p156"/>
          <p:cNvSpPr txBox="1"/>
          <p:nvPr/>
        </p:nvSpPr>
        <p:spPr>
          <a:xfrm>
            <a:off x="4824000" y="1513825"/>
            <a:ext cx="34626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Identical expressions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− 2)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2" name="Google Shape;2082;p156"/>
          <p:cNvGraphicFramePr>
            <a:graphicFrameLocks noGrp="1"/>
          </p:cNvGraphicFramePr>
          <p:nvPr/>
        </p:nvGraphicFramePr>
        <p:xfrm>
          <a:off x="5409834" y="1789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118150"/>
                <a:gridCol w="272000"/>
                <a:gridCol w="5521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83" name="Google Shape;2083;p156"/>
          <p:cNvSpPr txBox="1"/>
          <p:nvPr/>
        </p:nvSpPr>
        <p:spPr>
          <a:xfrm>
            <a:off x="4572000" y="2428225"/>
            <a:ext cx="33588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are not identical expressions.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4" name="Google Shape;2084;p156"/>
          <p:cNvSpPr txBox="1"/>
          <p:nvPr/>
        </p:nvSpPr>
        <p:spPr>
          <a:xfrm>
            <a:off x="4824000" y="3342625"/>
            <a:ext cx="34626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Identical expressions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(3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+ 6)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5" name="Google Shape;2085;p156"/>
          <p:cNvGraphicFramePr>
            <a:graphicFrameLocks noGrp="1"/>
          </p:cNvGraphicFramePr>
          <p:nvPr/>
        </p:nvGraphicFramePr>
        <p:xfrm>
          <a:off x="6539534" y="3694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213550"/>
                <a:gridCol w="295200"/>
                <a:gridCol w="599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9(3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89" name="Shape 2089"/>
        <p:cNvGrpSpPr/>
        <p:nvPr/>
      </p:nvGrpSpPr>
      <p:grpSpPr>
        <a:xfrm>
          <a:off x="0" y="0"/>
          <a:ext cx="0" cy="0"/>
        </a:xfrm>
      </p:grpSpPr>
      <p:sp>
        <p:nvSpPr>
          <p:cNvPr id="2090" name="Google Shape;2090;p157"/>
          <p:cNvSpPr txBox="1"/>
          <p:nvPr>
            <p:ph type="title"/>
          </p:nvPr>
        </p:nvSpPr>
        <p:spPr>
          <a:xfrm>
            <a:off x="324000" y="810000"/>
            <a:ext cx="59328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Which of these equations could be simplified before solving?</a:t>
            </a:r>
            <a:endParaRPr sz="2000"/>
          </a:p>
        </p:txBody>
      </p:sp>
      <p:sp>
        <p:nvSpPr>
          <p:cNvPr id="2091" name="Google Shape;2091;p15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before solving</a:t>
            </a:r>
            <a:endParaRPr/>
          </a:p>
        </p:txBody>
      </p:sp>
      <p:graphicFrame>
        <p:nvGraphicFramePr>
          <p:cNvPr id="2092" name="Google Shape;2092;p157"/>
          <p:cNvGraphicFramePr>
            <a:graphicFrameLocks noGrp="1"/>
          </p:cNvGraphicFramePr>
          <p:nvPr/>
        </p:nvGraphicFramePr>
        <p:xfrm>
          <a:off x="883834" y="40295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382600"/>
                <a:gridCol w="397525"/>
                <a:gridCol w="1667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+ 9)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93" name="Google Shape;2093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657" y="41319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4" name="Google Shape;2094;p157"/>
          <p:cNvSpPr txBox="1"/>
          <p:nvPr/>
        </p:nvSpPr>
        <p:spPr>
          <a:xfrm>
            <a:off x="5791200" y="3723625"/>
            <a:ext cx="28152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− 9)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are not identical expressions but,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are.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95" name="Google Shape;2095;p157"/>
          <p:cNvGraphicFramePr>
            <a:graphicFrameLocks noGrp="1"/>
          </p:cNvGraphicFramePr>
          <p:nvPr/>
        </p:nvGraphicFramePr>
        <p:xfrm>
          <a:off x="4561764" y="23531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382600"/>
                <a:gridCol w="397525"/>
                <a:gridCol w="1667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+ 9)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+ 9)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99" name="Shape 2099"/>
        <p:cNvGrpSpPr/>
        <p:nvPr/>
      </p:nvGrpSpPr>
      <p:grpSpPr>
        <a:xfrm>
          <a:off x="0" y="0"/>
          <a:ext cx="0" cy="0"/>
        </a:xfrm>
      </p:grpSpPr>
      <p:sp>
        <p:nvSpPr>
          <p:cNvPr id="2100" name="Google Shape;2100;p158"/>
          <p:cNvSpPr txBox="1"/>
          <p:nvPr>
            <p:ph type="body" idx="1"/>
          </p:nvPr>
        </p:nvSpPr>
        <p:spPr>
          <a:xfrm>
            <a:off x="324000" y="759300"/>
            <a:ext cx="8496000" cy="12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1) Solve these equations twice. Firstly by expanding first, secondly by simplifying before expanding.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Write a sentence to compare the efficiency.</a:t>
            </a:r>
            <a:endParaRPr sz="2000"/>
          </a:p>
        </p:txBody>
      </p:sp>
      <p:sp>
        <p:nvSpPr>
          <p:cNvPr id="2101" name="Google Shape;2101;p15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Simplify before solving</a:t>
            </a:r>
            <a:endParaRPr/>
          </a:p>
        </p:txBody>
      </p:sp>
      <p:graphicFrame>
        <p:nvGraphicFramePr>
          <p:cNvPr id="2102" name="Google Shape;2102;p158"/>
          <p:cNvGraphicFramePr>
            <a:graphicFrameLocks noGrp="1"/>
          </p:cNvGraphicFramePr>
          <p:nvPr/>
        </p:nvGraphicFramePr>
        <p:xfrm>
          <a:off x="4282269" y="2383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755900"/>
                <a:gridCol w="379950"/>
                <a:gridCol w="24461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03" name="Google Shape;2103;p158"/>
          <p:cNvGraphicFramePr>
            <a:graphicFrameLocks noGrp="1"/>
          </p:cNvGraphicFramePr>
          <p:nvPr/>
        </p:nvGraphicFramePr>
        <p:xfrm>
          <a:off x="308799" y="2383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396050"/>
                <a:gridCol w="385050"/>
                <a:gridCol w="5867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 + 2(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04" name="Google Shape;2104;p158"/>
          <p:cNvSpPr txBox="1"/>
          <p:nvPr>
            <p:ph type="body" idx="1"/>
          </p:nvPr>
        </p:nvSpPr>
        <p:spPr>
          <a:xfrm>
            <a:off x="324000" y="209024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2105" name="Google Shape;2105;p158"/>
          <p:cNvSpPr txBox="1"/>
          <p:nvPr>
            <p:ph type="body" idx="1"/>
          </p:nvPr>
        </p:nvSpPr>
        <p:spPr>
          <a:xfrm>
            <a:off x="4286400" y="209024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09" name="Shape 2109"/>
        <p:cNvGrpSpPr/>
        <p:nvPr/>
      </p:nvGrpSpPr>
      <p:grpSpPr>
        <a:xfrm>
          <a:off x="0" y="0"/>
          <a:ext cx="0" cy="0"/>
        </a:xfrm>
      </p:grpSpPr>
      <p:sp>
        <p:nvSpPr>
          <p:cNvPr id="2110" name="Google Shape;2110;p159"/>
          <p:cNvSpPr txBox="1"/>
          <p:nvPr>
            <p:ph type="body" idx="1"/>
          </p:nvPr>
        </p:nvSpPr>
        <p:spPr>
          <a:xfrm>
            <a:off x="324000" y="759300"/>
            <a:ext cx="1360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Solve:</a:t>
            </a:r>
            <a:endParaRPr sz="2000"/>
          </a:p>
        </p:txBody>
      </p:sp>
      <p:sp>
        <p:nvSpPr>
          <p:cNvPr id="2111" name="Google Shape;2111;p15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Simplify before solving</a:t>
            </a:r>
            <a:endParaRPr/>
          </a:p>
        </p:txBody>
      </p:sp>
      <p:graphicFrame>
        <p:nvGraphicFramePr>
          <p:cNvPr id="2112" name="Google Shape;2112;p159"/>
          <p:cNvGraphicFramePr>
            <a:graphicFrameLocks noGrp="1"/>
          </p:cNvGraphicFramePr>
          <p:nvPr/>
        </p:nvGraphicFramePr>
        <p:xfrm>
          <a:off x="613599" y="1012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466200"/>
                <a:gridCol w="396325"/>
                <a:gridCol w="2037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 + 7(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13" name="Google Shape;2113;p159"/>
          <p:cNvSpPr txBox="1"/>
          <p:nvPr>
            <p:ph type="body" idx="1"/>
          </p:nvPr>
        </p:nvSpPr>
        <p:spPr>
          <a:xfrm>
            <a:off x="324000" y="109964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2114" name="Google Shape;2114;p159"/>
          <p:cNvSpPr txBox="1"/>
          <p:nvPr>
            <p:ph type="body" idx="1"/>
          </p:nvPr>
        </p:nvSpPr>
        <p:spPr>
          <a:xfrm>
            <a:off x="324000" y="269984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pic>
        <p:nvPicPr>
          <p:cNvPr id="2115" name="Google Shape;2115;p159" descr="&lt;math xmlns=&quot;http://www.w3.org/1998/Math/MathML&quot; display=&quot;block&quot; data-is-equatio=&quot;1&quot; data-latex=&quot;8\left(y+5\right)=13-\frac{y+5}{2}&quot;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title="8 times open paren y plus 5 close paren equals 13 minus the fraction with numerator y plus 5 and denominato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95" y="2710480"/>
            <a:ext cx="2787776" cy="6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19" name="Shape 2119"/>
        <p:cNvGrpSpPr/>
        <p:nvPr/>
      </p:nvGrpSpPr>
      <p:grpSpPr>
        <a:xfrm>
          <a:off x="0" y="0"/>
          <a:ext cx="0" cy="0"/>
        </a:xfrm>
      </p:grpSpPr>
      <p:sp>
        <p:nvSpPr>
          <p:cNvPr id="2120" name="Google Shape;2120;p160"/>
          <p:cNvSpPr txBox="1"/>
          <p:nvPr>
            <p:ph type="body" idx="1"/>
          </p:nvPr>
        </p:nvSpPr>
        <p:spPr>
          <a:xfrm>
            <a:off x="324000" y="759300"/>
            <a:ext cx="8237700" cy="75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Solve these equations twice. Firstly by expanding first, secondly by simplifying before expanding.</a:t>
            </a:r>
            <a:endParaRPr sz="2000"/>
          </a:p>
        </p:txBody>
      </p:sp>
      <p:sp>
        <p:nvSpPr>
          <p:cNvPr id="2121" name="Google Shape;2121;p16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Simplify before solving</a:t>
            </a:r>
            <a:endParaRPr/>
          </a:p>
        </p:txBody>
      </p:sp>
      <p:graphicFrame>
        <p:nvGraphicFramePr>
          <p:cNvPr id="2122" name="Google Shape;2122;p160"/>
          <p:cNvGraphicFramePr>
            <a:graphicFrameLocks noGrp="1"/>
          </p:cNvGraphicFramePr>
          <p:nvPr/>
        </p:nvGraphicFramePr>
        <p:xfrm>
          <a:off x="689799" y="1469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396050"/>
                <a:gridCol w="385050"/>
                <a:gridCol w="5867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 + 2(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+ 36 + 2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23" name="Google Shape;2123;p160"/>
          <p:cNvSpPr txBox="1"/>
          <p:nvPr>
            <p:ph type="body" idx="1"/>
          </p:nvPr>
        </p:nvSpPr>
        <p:spPr>
          <a:xfrm>
            <a:off x="324000" y="155684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graphicFrame>
        <p:nvGraphicFramePr>
          <p:cNvPr id="2124" name="Google Shape;2124;p160"/>
          <p:cNvGraphicFramePr>
            <a:graphicFrameLocks noGrp="1"/>
          </p:cNvGraphicFramePr>
          <p:nvPr/>
        </p:nvGraphicFramePr>
        <p:xfrm>
          <a:off x="4956999" y="1469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396050"/>
                <a:gridCol w="385050"/>
                <a:gridCol w="5867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 + 2(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25" name="Google Shape;2125;p160"/>
          <p:cNvGraphicFramePr>
            <a:graphicFrameLocks noGrp="1"/>
          </p:cNvGraphicFramePr>
          <p:nvPr/>
        </p:nvGraphicFramePr>
        <p:xfrm>
          <a:off x="689799" y="1469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396050"/>
                <a:gridCol w="385050"/>
                <a:gridCol w="5867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 + 2(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26" name="Google Shape;2126;p160"/>
          <p:cNvGraphicFramePr>
            <a:graphicFrameLocks noGrp="1"/>
          </p:cNvGraphicFramePr>
          <p:nvPr/>
        </p:nvGraphicFramePr>
        <p:xfrm>
          <a:off x="689799" y="1469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396050"/>
                <a:gridCol w="385050"/>
                <a:gridCol w="5867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 + 2(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+ 36 + 2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27" name="Google Shape;2127;p160"/>
          <p:cNvGraphicFramePr>
            <a:graphicFrameLocks noGrp="1"/>
          </p:cNvGraphicFramePr>
          <p:nvPr/>
        </p:nvGraphicFramePr>
        <p:xfrm>
          <a:off x="689799" y="1469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396050"/>
                <a:gridCol w="385050"/>
                <a:gridCol w="5867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 + 2(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+ 36 + 2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28" name="Google Shape;2128;p160"/>
          <p:cNvGraphicFramePr>
            <a:graphicFrameLocks noGrp="1"/>
          </p:cNvGraphicFramePr>
          <p:nvPr/>
        </p:nvGraphicFramePr>
        <p:xfrm>
          <a:off x="4956999" y="1469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396050"/>
                <a:gridCol w="385050"/>
                <a:gridCol w="5867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 + 2(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29" name="Google Shape;2129;p160"/>
          <p:cNvGraphicFramePr>
            <a:graphicFrameLocks noGrp="1"/>
          </p:cNvGraphicFramePr>
          <p:nvPr/>
        </p:nvGraphicFramePr>
        <p:xfrm>
          <a:off x="4956999" y="1469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396050"/>
                <a:gridCol w="385050"/>
                <a:gridCol w="5867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 + 2(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30" name="Google Shape;2130;p160"/>
          <p:cNvGraphicFramePr>
            <a:graphicFrameLocks noGrp="1"/>
          </p:cNvGraphicFramePr>
          <p:nvPr/>
        </p:nvGraphicFramePr>
        <p:xfrm>
          <a:off x="4956999" y="1469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396050"/>
                <a:gridCol w="385050"/>
                <a:gridCol w="5867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 + 2(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31" name="Google Shape;2131;p160"/>
          <p:cNvSpPr txBox="1"/>
          <p:nvPr/>
        </p:nvSpPr>
        <p:spPr>
          <a:xfrm>
            <a:off x="4320000" y="3530565"/>
            <a:ext cx="41052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may have written: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Simplifying identical expressions was more efficient, with simpler steps.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35" name="Shape 2135"/>
        <p:cNvGrpSpPr/>
        <p:nvPr/>
      </p:nvGrpSpPr>
      <p:grpSpPr>
        <a:xfrm>
          <a:off x="0" y="0"/>
          <a:ext cx="0" cy="0"/>
        </a:xfrm>
      </p:grpSpPr>
      <p:sp>
        <p:nvSpPr>
          <p:cNvPr id="2136" name="Google Shape;2136;p161"/>
          <p:cNvSpPr txBox="1"/>
          <p:nvPr>
            <p:ph type="body" idx="1"/>
          </p:nvPr>
        </p:nvSpPr>
        <p:spPr>
          <a:xfrm>
            <a:off x="324000" y="759300"/>
            <a:ext cx="8237700" cy="75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Solve these equations twice. Firstly by expanding first, secondly by simplifying before expanding.</a:t>
            </a:r>
            <a:endParaRPr sz="2000"/>
          </a:p>
        </p:txBody>
      </p:sp>
      <p:sp>
        <p:nvSpPr>
          <p:cNvPr id="2137" name="Google Shape;2137;p16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Simplify before solving</a:t>
            </a:r>
            <a:endParaRPr/>
          </a:p>
        </p:txBody>
      </p:sp>
      <p:graphicFrame>
        <p:nvGraphicFramePr>
          <p:cNvPr id="2138" name="Google Shape;2138;p161"/>
          <p:cNvGraphicFramePr>
            <a:graphicFrameLocks noGrp="1"/>
          </p:cNvGraphicFramePr>
          <p:nvPr/>
        </p:nvGraphicFramePr>
        <p:xfrm>
          <a:off x="222359" y="18045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71600"/>
                <a:gridCol w="272000"/>
                <a:gridCol w="23480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− 24 − 2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39" name="Google Shape;2139;p161"/>
          <p:cNvSpPr txBox="1"/>
          <p:nvPr>
            <p:ph type="body" idx="1"/>
          </p:nvPr>
        </p:nvSpPr>
        <p:spPr>
          <a:xfrm>
            <a:off x="324000" y="155684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graphicFrame>
        <p:nvGraphicFramePr>
          <p:cNvPr id="2140" name="Google Shape;2140;p161"/>
          <p:cNvGraphicFramePr>
            <a:graphicFrameLocks noGrp="1"/>
          </p:cNvGraphicFramePr>
          <p:nvPr/>
        </p:nvGraphicFramePr>
        <p:xfrm>
          <a:off x="4697829" y="18045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71600"/>
                <a:gridCol w="272000"/>
                <a:gridCol w="23480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41" name="Google Shape;2141;p161"/>
          <p:cNvGraphicFramePr>
            <a:graphicFrameLocks noGrp="1"/>
          </p:cNvGraphicFramePr>
          <p:nvPr/>
        </p:nvGraphicFramePr>
        <p:xfrm>
          <a:off x="222359" y="18045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71600"/>
                <a:gridCol w="272000"/>
                <a:gridCol w="23480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− 24 − 2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42" name="Google Shape;2142;p161"/>
          <p:cNvGraphicFramePr>
            <a:graphicFrameLocks noGrp="1"/>
          </p:cNvGraphicFramePr>
          <p:nvPr/>
        </p:nvGraphicFramePr>
        <p:xfrm>
          <a:off x="222359" y="18045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71600"/>
                <a:gridCol w="272000"/>
                <a:gridCol w="23480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43" name="Google Shape;2143;p161"/>
          <p:cNvGraphicFramePr>
            <a:graphicFrameLocks noGrp="1"/>
          </p:cNvGraphicFramePr>
          <p:nvPr/>
        </p:nvGraphicFramePr>
        <p:xfrm>
          <a:off x="222359" y="18045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71600"/>
                <a:gridCol w="272000"/>
                <a:gridCol w="23480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− 24 − 2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44" name="Google Shape;2144;p161"/>
          <p:cNvGraphicFramePr>
            <a:graphicFrameLocks noGrp="1"/>
          </p:cNvGraphicFramePr>
          <p:nvPr/>
        </p:nvGraphicFramePr>
        <p:xfrm>
          <a:off x="4697829" y="18045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71600"/>
                <a:gridCol w="272000"/>
                <a:gridCol w="23480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45" name="Google Shape;2145;p161"/>
          <p:cNvGraphicFramePr>
            <a:graphicFrameLocks noGrp="1"/>
          </p:cNvGraphicFramePr>
          <p:nvPr/>
        </p:nvGraphicFramePr>
        <p:xfrm>
          <a:off x="4697829" y="18045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71600"/>
                <a:gridCol w="272000"/>
                <a:gridCol w="23480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46" name="Google Shape;2146;p161"/>
          <p:cNvGraphicFramePr>
            <a:graphicFrameLocks noGrp="1"/>
          </p:cNvGraphicFramePr>
          <p:nvPr/>
        </p:nvGraphicFramePr>
        <p:xfrm>
          <a:off x="4697829" y="18045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1571600"/>
                <a:gridCol w="272000"/>
                <a:gridCol w="23480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47" name="Google Shape;2147;p161"/>
          <p:cNvSpPr txBox="1"/>
          <p:nvPr/>
        </p:nvSpPr>
        <p:spPr>
          <a:xfrm>
            <a:off x="2887200" y="3454375"/>
            <a:ext cx="49521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may have written: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Simplifying identical expressions was again more efficient, and also avoided a lot of manipulating negative terms.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51" name="Shape 2151"/>
        <p:cNvGrpSpPr/>
        <p:nvPr/>
      </p:nvGrpSpPr>
      <p:grpSpPr>
        <a:xfrm>
          <a:off x="0" y="0"/>
          <a:ext cx="0" cy="0"/>
        </a:xfrm>
      </p:grpSpPr>
      <p:sp>
        <p:nvSpPr>
          <p:cNvPr id="2152" name="Google Shape;2152;p162"/>
          <p:cNvSpPr txBox="1"/>
          <p:nvPr>
            <p:ph type="body" idx="1"/>
          </p:nvPr>
        </p:nvSpPr>
        <p:spPr>
          <a:xfrm>
            <a:off x="324000" y="759300"/>
            <a:ext cx="1360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Solve:</a:t>
            </a:r>
            <a:endParaRPr sz="2000"/>
          </a:p>
        </p:txBody>
      </p:sp>
      <p:sp>
        <p:nvSpPr>
          <p:cNvPr id="2153" name="Google Shape;2153;p16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Simplify before solving</a:t>
            </a:r>
            <a:endParaRPr/>
          </a:p>
        </p:txBody>
      </p:sp>
      <p:graphicFrame>
        <p:nvGraphicFramePr>
          <p:cNvPr id="2154" name="Google Shape;2154;p162"/>
          <p:cNvGraphicFramePr>
            <a:graphicFrameLocks noGrp="1"/>
          </p:cNvGraphicFramePr>
          <p:nvPr/>
        </p:nvGraphicFramePr>
        <p:xfrm>
          <a:off x="613599" y="1012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466200"/>
                <a:gridCol w="396325"/>
                <a:gridCol w="2037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 + 9(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+ 9(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55" name="Google Shape;2155;p162"/>
          <p:cNvSpPr txBox="1"/>
          <p:nvPr>
            <p:ph type="body" idx="1"/>
          </p:nvPr>
        </p:nvSpPr>
        <p:spPr>
          <a:xfrm>
            <a:off x="324000" y="109964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graphicFrame>
        <p:nvGraphicFramePr>
          <p:cNvPr id="2156" name="Google Shape;2156;p162"/>
          <p:cNvGraphicFramePr>
            <a:graphicFrameLocks noGrp="1"/>
          </p:cNvGraphicFramePr>
          <p:nvPr/>
        </p:nvGraphicFramePr>
        <p:xfrm>
          <a:off x="613599" y="1012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466200"/>
                <a:gridCol w="396325"/>
                <a:gridCol w="2037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 + 9(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+ 9(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57" name="Google Shape;2157;p162"/>
          <p:cNvGraphicFramePr>
            <a:graphicFrameLocks noGrp="1"/>
          </p:cNvGraphicFramePr>
          <p:nvPr/>
        </p:nvGraphicFramePr>
        <p:xfrm>
          <a:off x="613599" y="1012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466200"/>
                <a:gridCol w="396325"/>
                <a:gridCol w="2037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 + 9(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58" name="Google Shape;2158;p162"/>
          <p:cNvGraphicFramePr>
            <a:graphicFrameLocks noGrp="1"/>
          </p:cNvGraphicFramePr>
          <p:nvPr/>
        </p:nvGraphicFramePr>
        <p:xfrm>
          <a:off x="613599" y="1012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466200"/>
                <a:gridCol w="396325"/>
                <a:gridCol w="2037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 + 9(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+ 9(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59" name="Google Shape;2159;p162"/>
          <p:cNvGraphicFramePr>
            <a:graphicFrameLocks noGrp="1"/>
          </p:cNvGraphicFramePr>
          <p:nvPr/>
        </p:nvGraphicFramePr>
        <p:xfrm>
          <a:off x="613599" y="1012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466200"/>
                <a:gridCol w="396325"/>
                <a:gridCol w="2037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 + 9(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+ 9(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63" name="Shape 2163"/>
        <p:cNvGrpSpPr/>
        <p:nvPr/>
      </p:nvGrpSpPr>
      <p:grpSpPr>
        <a:xfrm>
          <a:off x="0" y="0"/>
          <a:ext cx="0" cy="0"/>
        </a:xfrm>
      </p:grpSpPr>
      <p:sp>
        <p:nvSpPr>
          <p:cNvPr id="2164" name="Google Shape;2164;p163"/>
          <p:cNvSpPr txBox="1"/>
          <p:nvPr>
            <p:ph type="body" idx="1"/>
          </p:nvPr>
        </p:nvSpPr>
        <p:spPr>
          <a:xfrm>
            <a:off x="324000" y="759300"/>
            <a:ext cx="1360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Solve:</a:t>
            </a:r>
            <a:endParaRPr sz="2000"/>
          </a:p>
        </p:txBody>
      </p:sp>
      <p:sp>
        <p:nvSpPr>
          <p:cNvPr id="2165" name="Google Shape;2165;p16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Simplify before solving</a:t>
            </a:r>
            <a:endParaRPr/>
          </a:p>
        </p:txBody>
      </p:sp>
      <p:sp>
        <p:nvSpPr>
          <p:cNvPr id="2166" name="Google Shape;2166;p163"/>
          <p:cNvSpPr txBox="1"/>
          <p:nvPr>
            <p:ph type="body" idx="1"/>
          </p:nvPr>
        </p:nvSpPr>
        <p:spPr>
          <a:xfrm>
            <a:off x="324000" y="1079310"/>
            <a:ext cx="2778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pic>
        <p:nvPicPr>
          <p:cNvPr id="2167" name="Google Shape;2167;p163" descr="&lt;math xmlns=&quot;http://www.w3.org/1998/Math/MathML&quot; display=&quot;block&quot; data-is-equatio=&quot;1&quot; data-latex=&quot;8\left(y+5\right)=13-\frac{y+5}{2}&quot;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title="8 times open paren y plus 5 close paren equals 13 minus the fraction with numerator y plus 5 and denominato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95" y="1089950"/>
            <a:ext cx="2787776" cy="640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68" name="Google Shape;2168;p163"/>
          <p:cNvGraphicFramePr>
            <a:graphicFrameLocks noGrp="1"/>
          </p:cNvGraphicFramePr>
          <p:nvPr/>
        </p:nvGraphicFramePr>
        <p:xfrm>
          <a:off x="-600481" y="17791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466200"/>
                <a:gridCol w="396325"/>
                <a:gridCol w="2037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169" name="Google Shape;2169;p163" descr="&lt;math xmlns=&quot;http://www.w3.org/1998/Math/MathML&quot; display=&quot;block&quot; data-is-equatio=&quot;1&quot; data-latex=&quot;y=-\frac{59}{17}&quot;&gt;&lt;mi&gt;y&lt;/mi&gt;&lt;mo&gt;=&lt;/mo&gt;&lt;mo&gt;−&lt;/mo&gt;&lt;mfrac&gt;&lt;mn&gt;59&lt;/mn&gt;&lt;mn&gt;17&lt;/mn&gt;&lt;/mfrac&gt;&lt;/math&gt;" title="y equals negative 59 over 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4669" y="3816945"/>
            <a:ext cx="938800" cy="537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70" name="Google Shape;2170;p163"/>
          <p:cNvGraphicFramePr>
            <a:graphicFrameLocks noGrp="1"/>
          </p:cNvGraphicFramePr>
          <p:nvPr/>
        </p:nvGraphicFramePr>
        <p:xfrm>
          <a:off x="-600481" y="17791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466200"/>
                <a:gridCol w="396325"/>
                <a:gridCol w="2037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71" name="Google Shape;2171;p163"/>
          <p:cNvGraphicFramePr>
            <a:graphicFrameLocks noGrp="1"/>
          </p:cNvGraphicFramePr>
          <p:nvPr/>
        </p:nvGraphicFramePr>
        <p:xfrm>
          <a:off x="-600481" y="17791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466200"/>
                <a:gridCol w="396325"/>
                <a:gridCol w="2037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72" name="Google Shape;2172;p163"/>
          <p:cNvGraphicFramePr>
            <a:graphicFrameLocks noGrp="1"/>
          </p:cNvGraphicFramePr>
          <p:nvPr/>
        </p:nvGraphicFramePr>
        <p:xfrm>
          <a:off x="-600481" y="17791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{DE4CF21A-44C6-4638-BF1D-E77CA793A82A}</a:tableStyleId>
              </a:tblPr>
              <a:tblGrid>
                <a:gridCol w="2466200"/>
                <a:gridCol w="396325"/>
                <a:gridCol w="2037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26 −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17(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76" name="Shape 2176"/>
        <p:cNvGrpSpPr/>
        <p:nvPr/>
      </p:nvGrpSpPr>
      <p:grpSpPr>
        <a:xfrm>
          <a:off x="0" y="0"/>
          <a:ext cx="0" cy="0"/>
        </a:xfrm>
      </p:grpSpPr>
      <p:sp>
        <p:nvSpPr>
          <p:cNvPr id="2177" name="Google Shape;2177;p164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Equations involving brackets don’t need to be expanded as a first step if they can be simplified first.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example,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− 11) + 3(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− 11) = 18</a:t>
            </a:r>
            <a:r>
              <a:rPr lang="en-GB"/>
              <a:t> can be simplified to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− 11) = 18</a:t>
            </a:r>
            <a:r>
              <a:rPr lang="en-GB"/>
              <a:t> before solving.</a:t>
            </a:r>
            <a:endParaRPr/>
          </a:p>
        </p:txBody>
      </p:sp>
      <p:sp>
        <p:nvSpPr>
          <p:cNvPr id="2178" name="Google Shape;2178;p164"/>
          <p:cNvSpPr txBox="1"/>
          <p:nvPr>
            <p:ph type="title"/>
          </p:nvPr>
        </p:nvSpPr>
        <p:spPr>
          <a:xfrm>
            <a:off x="1684800" y="43825"/>
            <a:ext cx="71352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complex linear equations involving brackets</a:t>
            </a:r>
            <a:endParaRPr/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82" name="Shape 2182"/>
        <p:cNvGrpSpPr/>
        <p:nvPr/>
      </p:nvGrpSpPr>
      <p:grpSpPr>
        <a:xfrm>
          <a:off x="0" y="0"/>
          <a:ext cx="0" cy="0"/>
        </a:xfrm>
      </p:grpSpPr>
      <p:sp>
        <p:nvSpPr>
          <p:cNvPr id="2183" name="Google Shape;2183;p165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84" name="Google Shape;2184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260</Paragraphs>
  <Slides>43</Slides>
  <Notes>43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baseType="lpstr" size="53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Times</vt:lpstr>
      <vt:lpstr>simple-light-2</vt:lpstr>
      <vt:lpstr>Solving complex linear equations involving brackets</vt:lpstr>
      <vt:lpstr>PowerPoint Presentation</vt:lpstr>
      <vt:lpstr>PowerPoint Presentation</vt:lpstr>
      <vt:lpstr>PowerPoint Presentation</vt:lpstr>
      <vt:lpstr>Solving equations with multiple sets of brackets</vt:lpstr>
      <vt:lpstr>Solving equations with multiple sets of brackets</vt:lpstr>
      <vt:lpstr>Solving equations with multiple sets of brackets</vt:lpstr>
      <vt:lpstr>Solving equations with multiple sets of brackets</vt:lpstr>
      <vt:lpstr>Solving equations with multiple sets of brackets</vt:lpstr>
      <vt:lpstr>Solving equations with multiple sets of brackets</vt:lpstr>
      <vt:lpstr>Solving equations with multiple sets of brackets</vt:lpstr>
      <vt:lpstr>Solving equations with multiple sets of brackets</vt:lpstr>
      <vt:lpstr>Solving equations with multiple sets of brackets</vt:lpstr>
      <vt:lpstr>Solving equations with multiple sets of brackets</vt:lpstr>
      <vt:lpstr>What is the first step to solving this equation?</vt:lpstr>
      <vt:lpstr>What will the next step to solving this equation look like?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Solving equations with multiple sets of brackets</vt:lpstr>
      <vt:lpstr>Simplifying before solving</vt:lpstr>
      <vt:lpstr>Simplifying before solving</vt:lpstr>
      <vt:lpstr>Simplifying before solving</vt:lpstr>
      <vt:lpstr>Simplifying before solving</vt:lpstr>
      <vt:lpstr>Simplifying before solving</vt:lpstr>
      <vt:lpstr>Simplifying before solving</vt:lpstr>
      <vt:lpstr>Simplifying before solving</vt:lpstr>
      <vt:lpstr>Simplifying before solving</vt:lpstr>
      <vt:lpstr>Which of these equations could be simplified before solving?</vt:lpstr>
      <vt:lpstr>Which of these equations could be simplified before solving?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Solving complex linear equations involving brackets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2024-02-06T10:02:03.976</cp:lastPrinted>
  <dcterms:created xsi:type="dcterms:W3CDTF">2024-02-06T10:02:03Z</dcterms:created>
  <dcterms:modified xsi:type="dcterms:W3CDTF">2024-02-06T10:02:23Z</dcterms:modified>
</cp:coreProperties>
</file>