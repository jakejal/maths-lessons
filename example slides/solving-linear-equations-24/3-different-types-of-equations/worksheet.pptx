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26553F0-D3B8-4904-A600-EE58814DAE9A}">
  <a:tblStyle styleId="{526553F0-D3B8-4904-A600-EE58814DAE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Relationship Id="rId9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723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Reviewing plotting graphs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9700" y="1876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of values, plot the points for the graphs of each expression.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468000" y="2280025"/>
          <a:ext cx="6624000" cy="39621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208000"/>
                <a:gridCol w="2208000"/>
                <a:gridCol w="2208000"/>
              </a:tblGrid>
              <a:tr h="23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467988" y="2742863"/>
          <a:ext cx="2138375" cy="6135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557825"/>
                <a:gridCol w="263425"/>
                <a:gridCol w="263425"/>
                <a:gridCol w="263425"/>
                <a:gridCol w="263425"/>
                <a:gridCol w="263425"/>
                <a:gridCol w="2634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2710763" y="2742863"/>
          <a:ext cx="2138425" cy="73347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476100"/>
                <a:gridCol w="237475"/>
                <a:gridCol w="237475"/>
                <a:gridCol w="237475"/>
                <a:gridCol w="237475"/>
                <a:gridCol w="237475"/>
                <a:gridCol w="237475"/>
                <a:gridCol w="23747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953588" y="2742863"/>
          <a:ext cx="2138475" cy="6135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591525"/>
                <a:gridCol w="257825"/>
                <a:gridCol w="257825"/>
                <a:gridCol w="257825"/>
                <a:gridCol w="257825"/>
                <a:gridCol w="257825"/>
                <a:gridCol w="2578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468000" y="6005238"/>
          <a:ext cx="5664000" cy="36573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832000"/>
                <a:gridCol w="2832000"/>
              </a:tblGrid>
              <a:tr h="23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8" name="Google Shape;168;p20" descr="&lt;math xmlns=&quot;http://www.w3.org/1998/Math/MathML&quot; display=&quot;block&quot; data-is-equatio=&quot;1&quot; data-latex=&quot;\frac{b}{5}&quot;&gt;&lt;mfrac&gt;&lt;mi&gt;b&lt;/mi&gt;&lt;mn&gt;5&lt;/mn&gt;&lt;/mfrac&gt;&lt;/math&gt;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912" y="6034850"/>
            <a:ext cx="112396" cy="366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\frac{24}{x}&quot;&gt;&lt;mfrac&gt;&lt;mn&gt;24&lt;/mn&gt;&lt;mi&gt;x&lt;/mi&gt;&lt;/mfrac&gt;&lt;/math&gt;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8664" y="6006187"/>
            <a:ext cx="202623" cy="3662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467988" y="6518850"/>
          <a:ext cx="2138375" cy="73347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559800"/>
                <a:gridCol w="366675"/>
                <a:gridCol w="308200"/>
                <a:gridCol w="308200"/>
                <a:gridCol w="289425"/>
                <a:gridCol w="30607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3424338" y="6490788"/>
          <a:ext cx="3669325" cy="73347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668500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2" name="Google Shape;172;p20" descr="&lt;math xmlns=&quot;http://www.w3.org/1998/Math/MathML&quot; display=&quot;block&quot; data-is-equatio=&quot;1&quot; data-latex=&quot;\frac{b}{5}&quot;&gt;&lt;mfrac&gt;&lt;mi&gt;b&lt;/mi&gt;&lt;mn&gt;5&lt;/mn&gt;&lt;/mfrac&gt;&lt;/math&gt;" title="b ove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13" y="6867025"/>
            <a:ext cx="112396" cy="366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frac{24}{x}&quot;&gt;&lt;mfrac&gt;&lt;mn&gt;24&lt;/mn&gt;&lt;mi&gt;x&lt;/mi&gt;&lt;/mfrac&gt;&lt;/math&gt;" title="2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8664" y="6825337"/>
            <a:ext cx="202623" cy="366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>
            <a:off x="474732" y="94652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100" y="3643212"/>
            <a:ext cx="1532109" cy="19086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6" name="Google Shape;176;p20"/>
          <p:cNvSpPr/>
          <p:nvPr/>
        </p:nvSpPr>
        <p:spPr>
          <a:xfrm>
            <a:off x="1784069" y="4743709"/>
            <a:ext cx="192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 rot="-5400000">
            <a:off x="727106" y="3837649"/>
            <a:ext cx="552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 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6">
            <a:alphaModFix/>
          </a:blip>
          <a:srcRect l="8450"/>
          <a:stretch>
            <a:fillRect/>
          </a:stretch>
        </p:blipFill>
        <p:spPr>
          <a:xfrm>
            <a:off x="2917145" y="3643212"/>
            <a:ext cx="1575491" cy="19086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9" name="Google Shape;179;p20"/>
          <p:cNvSpPr/>
          <p:nvPr/>
        </p:nvSpPr>
        <p:spPr>
          <a:xfrm>
            <a:off x="4300448" y="5108844"/>
            <a:ext cx="192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 rot="-5400000">
            <a:off x="3127478" y="3883681"/>
            <a:ext cx="5169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i="1" baseline="30000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− 5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03826" y="3643213"/>
            <a:ext cx="1780013" cy="172996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0"/>
          <p:cNvSpPr/>
          <p:nvPr/>
        </p:nvSpPr>
        <p:spPr>
          <a:xfrm>
            <a:off x="6891186" y="4743718"/>
            <a:ext cx="192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-5400000">
            <a:off x="5434237" y="3837647"/>
            <a:ext cx="579000" cy="2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i="1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a</a:t>
            </a:r>
            <a:endParaRPr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999" y="7422893"/>
            <a:ext cx="2212237" cy="16446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4882" y="7370074"/>
            <a:ext cx="1924196" cy="172995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linear equations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01773" y="6170760"/>
            <a:ext cx="1816500" cy="12783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68000" y="2068600"/>
            <a:ext cx="1818300" cy="12783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1" descr="&lt;math xmlns=&quot;http://www.w3.org/1998/Math/MathML&quot; display=&quot;block&quot; data-is-equatio=&quot;1&quot; data-latex=&quot;y=x^3-x^2&quot;&gt;&lt;mi&gt;y&lt;/mi&gt;&lt;mo&gt;=&lt;/mo&gt;&lt;msup&gt;&lt;mi&gt;x&lt;/mi&gt;&lt;mn&gt;3&lt;/mn&gt;&lt;/msup&gt;&lt;mo&gt;−&lt;/mo&gt;&lt;msup&gt;&lt;mi&gt;x&lt;/mi&gt;&lt;mn&gt;2&lt;/mn&gt;&lt;/msup&gt;&lt;/math&gt;" title="y equals x cubed minu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87" y="2251442"/>
            <a:ext cx="976464" cy="22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/>
          <p:nvPr/>
        </p:nvSpPr>
        <p:spPr>
          <a:xfrm>
            <a:off x="473173" y="2068607"/>
            <a:ext cx="216600" cy="24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06132" y="6170767"/>
            <a:ext cx="216600" cy="24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1"/>
          <p:cNvGraphicFramePr>
            <a:graphicFrameLocks noGrp="1"/>
          </p:cNvGraphicFramePr>
          <p:nvPr/>
        </p:nvGraphicFramePr>
        <p:xfrm>
          <a:off x="597925" y="2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20225"/>
                <a:gridCol w="338275"/>
                <a:gridCol w="338275"/>
                <a:gridCol w="338275"/>
                <a:gridCol w="33827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21"/>
          <p:cNvGraphicFramePr>
            <a:graphicFrameLocks noGrp="1"/>
          </p:cNvGraphicFramePr>
          <p:nvPr/>
        </p:nvGraphicFramePr>
        <p:xfrm>
          <a:off x="597925" y="675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00000"/>
                <a:gridCol w="336500"/>
                <a:gridCol w="395325"/>
                <a:gridCol w="352000"/>
                <a:gridCol w="28952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2" name="Google Shape;202;p21" descr="&lt;math xmlns=&quot;http://www.w3.org/1998/Math/MathML&quot; display=&quot;block&quot; data-is-equatio=&quot;1&quot; data-latex=&quot;y=\frac{2}{x}+\frac{x}{2}&quot;&gt;&lt;mi&gt;y&lt;/mi&gt;&lt;mo&gt;=&lt;/mo&gt;&lt;mfrac&gt;&lt;mn&gt;2&lt;/mn&gt;&lt;mi&gt;x&lt;/mi&gt;&lt;/mfrac&gt;&lt;mo&gt;+&lt;/mo&gt;&lt;mfrac&gt;&lt;mi&gt;x&lt;/mi&gt;&lt;mn&gt;2&lt;/mn&gt;&lt;/mfrac&gt;&lt;/math&gt;" title="y equals 2 over x plus x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946" y="6313472"/>
            <a:ext cx="864978" cy="39377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468797" y="4091742"/>
            <a:ext cx="1816500" cy="12771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70707" y="8201420"/>
            <a:ext cx="1812600" cy="12771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 descr="&lt;math xmlns=&quot;http://www.w3.org/1998/Math/MathML&quot; display=&quot;block&quot; data-is-equatio=&quot;1&quot; data-latex=&quot;2x+y=6+3\left(x-2\right)&quot;&gt;&lt;mn&gt;2&lt;/mn&gt;&lt;mi&gt;x&lt;/mi&gt;&lt;mo&gt;+&lt;/mo&gt;&lt;mi&gt;y&lt;/mi&gt;&lt;mo&gt;=&lt;/mo&gt;&lt;mn&gt;6&lt;/mn&gt;&lt;mo&gt;+&lt;/mo&gt;&lt;mn&gt;3&lt;/mn&gt;&lt;mrow data-mjx-texclass=&quot;INNER&quot;&gt;&lt;mo data-mjx-texclass=&quot;OPEN&quot;&gt;(&lt;/mo&gt;&lt;mi&gt;x&lt;/mi&gt;&lt;mo&gt;−&lt;/mo&gt;&lt;mn&gt;2&lt;/mn&gt;&lt;mo data-mjx-texclass=&quot;CLOSE&quot;&gt;)&lt;/mo&gt;&lt;/mrow&gt;&lt;/math&gt;" title="2 x plus y equals 6 plus 3 times open paren x minus 2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363" y="8516494"/>
            <a:ext cx="1699199" cy="16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&lt;math xmlns=&quot;http://www.w3.org/1998/Math/MathML&quot; display=&quot;block&quot; data-is-equatio=&quot;1&quot; data-latex=&quot;3-2x=y&quot;&gt;&lt;mn&gt;3&lt;/mn&gt;&lt;mo&gt;−&lt;/mo&gt;&lt;mn&gt;2&lt;/mn&gt;&lt;mi&gt;x&lt;/mi&gt;&lt;mo&gt;=&lt;/mo&gt;&lt;mi&gt;y&lt;/mi&gt;&lt;/math&gt;" title="3 minus 2 x equals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539" y="4296990"/>
            <a:ext cx="845756" cy="1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484453" y="4091749"/>
            <a:ext cx="212700" cy="234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73198" y="8201427"/>
            <a:ext cx="212700" cy="234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" name="Google Shape;209;p21"/>
          <p:cNvGraphicFramePr>
            <a:graphicFrameLocks noGrp="1"/>
          </p:cNvGraphicFramePr>
          <p:nvPr/>
        </p:nvGraphicFramePr>
        <p:xfrm>
          <a:off x="597925" y="465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07800"/>
                <a:gridCol w="341375"/>
                <a:gridCol w="341375"/>
                <a:gridCol w="341375"/>
                <a:gridCol w="34137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1"/>
          <p:cNvGraphicFramePr>
            <a:graphicFrameLocks noGrp="1"/>
          </p:cNvGraphicFramePr>
          <p:nvPr/>
        </p:nvGraphicFramePr>
        <p:xfrm>
          <a:off x="597925" y="87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{526553F0-D3B8-4904-A600-EE58814DAE9A}</a:tableStyleId>
              </a:tblPr>
              <a:tblGrid>
                <a:gridCol w="200000"/>
                <a:gridCol w="340125"/>
                <a:gridCol w="340125"/>
                <a:gridCol w="340125"/>
                <a:gridCol w="34012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1" name="Google Shape;211;p21"/>
          <p:cNvCxnSpPr/>
          <p:nvPr/>
        </p:nvCxnSpPr>
        <p:spPr>
          <a:xfrm>
            <a:off x="474757" y="9874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1"/>
          <p:cNvSpPr txBox="1"/>
          <p:nvPr/>
        </p:nvSpPr>
        <p:spPr>
          <a:xfrm>
            <a:off x="468000" y="1273539"/>
            <a:ext cx="6624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values in the tables. Using these, match the equations to the graphs and state whether each equation is linear or not.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9392" y="8000945"/>
            <a:ext cx="1425123" cy="164711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8">
            <a:alphaModFix/>
          </a:blip>
          <a:srcRect l="10895" r="11776"/>
          <a:stretch>
            <a:fillRect/>
          </a:stretch>
        </p:blipFill>
        <p:spPr>
          <a:xfrm>
            <a:off x="4190681" y="3906740"/>
            <a:ext cx="1402569" cy="164711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5" name="Google Shape;215;p21"/>
          <p:cNvSpPr/>
          <p:nvPr/>
        </p:nvSpPr>
        <p:spPr>
          <a:xfrm>
            <a:off x="4190675" y="3907911"/>
            <a:ext cx="198900" cy="2199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172393" y="7997200"/>
            <a:ext cx="198900" cy="2199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89811" y="1971013"/>
            <a:ext cx="1616839" cy="16147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79403" y="6108890"/>
            <a:ext cx="1635715" cy="16147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9" name="Google Shape;219;p21"/>
          <p:cNvSpPr/>
          <p:nvPr/>
        </p:nvSpPr>
        <p:spPr>
          <a:xfrm>
            <a:off x="4182655" y="1954390"/>
            <a:ext cx="195300" cy="2157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179614" y="6092266"/>
            <a:ext cx="195300" cy="2157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Different types of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2024-02-06T09:53:57.482</cp:lastPrinted>
  <dcterms:created xsi:type="dcterms:W3CDTF">2024-02-06T09:53:57Z</dcterms:created>
  <dcterms:modified xsi:type="dcterms:W3CDTF">2024-02-06T09:57:20Z</dcterms:modified>
</cp:coreProperties>
</file>