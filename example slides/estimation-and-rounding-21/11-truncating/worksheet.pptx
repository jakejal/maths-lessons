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063DD1-EFFC-4FE6-A794-63039AE40951}">
  <a:tblStyle styleId="{78063DD1-EFFC-4FE6-A794-63039AE409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2bfdf008e_0_1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b2bfdf008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0"/>
          <p:cNvGraphicFramePr/>
          <p:nvPr/>
        </p:nvGraphicFramePr>
        <p:xfrm>
          <a:off x="468000" y="208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{78063DD1-EFFC-4FE6-A794-63039AE40951}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19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1 significant figure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2 significant figures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Truncate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1 decimal place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89 231.625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0.05681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0.0002563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19.99999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Truncating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802075"/>
            <a:ext cx="6624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192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Truncating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4987250"/>
            <a:ext cx="6624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cross number puzzle.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504825" y="540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{78063DD1-EFFC-4FE6-A794-63039AE40951}</a:tableStyleId>
              </a:tblPr>
              <a:tblGrid>
                <a:gridCol w="583025"/>
                <a:gridCol w="583025"/>
                <a:gridCol w="583025"/>
                <a:gridCol w="583025"/>
                <a:gridCol w="583025"/>
              </a:tblGrid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7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72485" y="5346000"/>
            <a:ext cx="29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2485" y="5908121"/>
            <a:ext cx="29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4100" y="7120788"/>
            <a:ext cx="270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625347" y="5905112"/>
            <a:ext cx="270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811059" y="7126954"/>
            <a:ext cx="270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780000" y="5475800"/>
            <a:ext cx="33120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Across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63215 to 3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0.321986 to 3 d.p.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Down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56842 to thousands.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2331.124 to 3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Round 13.856 to 2 s.f.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Round 10.13986 to 2 d.p.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72485" y="5346000"/>
            <a:ext cx="29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825508" y="5296478"/>
            <a:ext cx="292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3940975" y="1031124"/>
            <a:ext cx="3041700" cy="2587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3903375" y="1007125"/>
            <a:ext cx="32103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b) I am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……….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1 s.f. I am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a multiple of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200 when rounded to the nearest 100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sum of my digits is 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69675" y="1007125"/>
            <a:ext cx="3210300" cy="2587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720000"/>
            <a:ext cx="32103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number given the clues.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……….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1 s.f. I am 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a multiple of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250 when rounded to the nearest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a palindrome (number reads the same if all the digits reversed)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1"/>
          <p:cNvCxnSpPr/>
          <p:nvPr/>
        </p:nvCxnSpPr>
        <p:spPr>
          <a:xfrm>
            <a:off x="480750" y="37998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1"/>
          <p:cNvSpPr txBox="1"/>
          <p:nvPr/>
        </p:nvSpPr>
        <p:spPr>
          <a:xfrm>
            <a:off x="484675" y="4363475"/>
            <a:ext cx="6598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the scenarios below, identify if the answer should be given exactly, rounded or truncated.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3980675"/>
            <a:ext cx="6598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Truncating in real life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4498" y="5040275"/>
            <a:ext cx="194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is 14.7 years old and wants to see a 15 Rated film. Can she go?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2733875" y="5040275"/>
            <a:ext cx="19476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book shop has £89 and wants to buy as many £1.99 puzzle books as possible. How many books can it buy?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953600" y="5061275"/>
            <a:ext cx="21600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bill of £89 is shared between 10 people.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64500" y="7242375"/>
            <a:ext cx="65985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is a broken calculator screen.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largest and smallest number that could be displayed on the screen?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" name="Google Shape;190;p21"/>
          <p:cNvGrpSpPr/>
          <p:nvPr/>
        </p:nvGrpSpPr>
        <p:grpSpPr>
          <a:xfrm>
            <a:off x="2707254" y="7476880"/>
            <a:ext cx="2160041" cy="1008019"/>
            <a:chOff x="2748375" y="1188625"/>
            <a:chExt cx="3143250" cy="1466850"/>
          </a:xfrm>
        </p:grpSpPr>
        <p:pic>
          <p:nvPicPr>
            <p:cNvPr id="191" name="Google Shape;19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48375" y="1188625"/>
              <a:ext cx="3143250" cy="146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2000" y="1364300"/>
              <a:ext cx="1001250" cy="38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21"/>
          <p:cNvSpPr/>
          <p:nvPr/>
        </p:nvSpPr>
        <p:spPr>
          <a:xfrm>
            <a:off x="3250525" y="7698860"/>
            <a:ext cx="551448" cy="105192"/>
          </a:xfrm>
          <a:prstGeom prst="cloud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Truncating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452948" y="720000"/>
            <a:ext cx="6639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computer science, ‘INT’ or ‘int’ is used to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truncate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so to only give the integers.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example,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INT(56/10) will have an output of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output of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INT(45/8)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INT(98/10) + INT(7.8/3)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INT(8/0.5) + INT(12.65/2) - INT(9.8/6)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452950" y="3740700"/>
            <a:ext cx="6639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Lucas is going on holiday and looks at the exchange rates.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= 1.16887 Euros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Travel firms and banks offer a truncated value to this: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 = 1.16 Euros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Why is truncating exchange rates better for travel firms and banks?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£1 000 000 was exchanged, how much money would the travel companies make due to truncation?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