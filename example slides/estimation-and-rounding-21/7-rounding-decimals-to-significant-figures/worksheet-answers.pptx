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3B834C-7BC8-4F27-83ED-F973CBCEA60F}">
  <a:tblStyle styleId="{1B3B834C-7BC8-4F27-83ED-F973CBCEA6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decimals to significant figures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80750" y="99720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 txBox="1"/>
          <p:nvPr/>
        </p:nvSpPr>
        <p:spPr>
          <a:xfrm>
            <a:off x="468000" y="140687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a number line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80750" y="1772300"/>
            <a:ext cx="6598500" cy="16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Underline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first significant figure in each of the following:</a:t>
            </a:r>
            <a:endParaRPr sz="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</a:t>
            </a:r>
            <a:r>
              <a:rPr lang="en-GB" sz="1200" u="sng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</a:t>
            </a:r>
            <a:r>
              <a:rPr lang="en-GB" sz="1200" u="sng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0.000000</a:t>
            </a:r>
            <a:r>
              <a:rPr lang="en-GB" sz="1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00002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 u="sng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10.00382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 u="sng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872.00000600845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</a:t>
            </a:r>
            <a:r>
              <a:rPr lang="en-GB" sz="1200" u="sng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0260323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41970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following to the correct number rounded to one significant figure: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1101624" y="4579825"/>
            <a:ext cx="2319300" cy="38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0.0001492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1101624" y="5259363"/>
            <a:ext cx="2319300" cy="38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0.0971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1101624" y="5938902"/>
            <a:ext cx="2319300" cy="38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0.001093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101624" y="6618440"/>
            <a:ext cx="2319300" cy="38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0.0095028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139075" y="4579825"/>
            <a:ext cx="2319300" cy="38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0.001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139075" y="5259363"/>
            <a:ext cx="2319300" cy="38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0.01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139075" y="5938902"/>
            <a:ext cx="2319300" cy="38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139075" y="6618440"/>
            <a:ext cx="2319300" cy="38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0.0001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" name="Google Shape;185;p20"/>
          <p:cNvCxnSpPr>
            <a:endCxn id="183" idx="1"/>
          </p:cNvCxnSpPr>
          <p:nvPr/>
        </p:nvCxnSpPr>
        <p:spPr>
          <a:xfrm>
            <a:off x="3421175" y="5396652"/>
            <a:ext cx="717900" cy="7344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0"/>
          <p:cNvCxnSpPr>
            <a:endCxn id="184" idx="1"/>
          </p:cNvCxnSpPr>
          <p:nvPr/>
        </p:nvCxnSpPr>
        <p:spPr>
          <a:xfrm>
            <a:off x="3421175" y="4736390"/>
            <a:ext cx="717900" cy="20742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0"/>
          <p:cNvCxnSpPr>
            <a:endCxn id="181" idx="1"/>
          </p:cNvCxnSpPr>
          <p:nvPr/>
        </p:nvCxnSpPr>
        <p:spPr>
          <a:xfrm flipH="1" rot="10800000">
            <a:off x="3421175" y="4771975"/>
            <a:ext cx="717900" cy="13401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0"/>
          <p:cNvCxnSpPr/>
          <p:nvPr/>
        </p:nvCxnSpPr>
        <p:spPr>
          <a:xfrm flipH="1" rot="10800000">
            <a:off x="3421055" y="5487384"/>
            <a:ext cx="717900" cy="13401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0"/>
          <p:cNvSpPr txBox="1"/>
          <p:nvPr/>
        </p:nvSpPr>
        <p:spPr>
          <a:xfrm>
            <a:off x="468000" y="7228500"/>
            <a:ext cx="66240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 each of the following to the number of significant figures given in the brackets.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	0.00087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0.0009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	234.0284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230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	0.82384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0.824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(3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	1006.00321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	0.009602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0.01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	0.0237952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0.02380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(4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5" name="Google Shape;195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decimals to significant figures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468005" y="3764850"/>
            <a:ext cx="2481600" cy="22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0.00427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0.0043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0.000423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0.00042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0.517 	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0.52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0.609 	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0.61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1.359	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1.4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0.00322 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0.0032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Rounding decimals to significant figures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68000" y="1071475"/>
            <a:ext cx="62094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 each of the following to the given number of significant figures (s.f.) and find them in the number grid.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68000" y="1439550"/>
            <a:ext cx="2722800" cy="24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0.0428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0.00068 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546.483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0.000072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0.00007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0.00087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0.684	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68000" y="7922325"/>
            <a:ext cx="29520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0.9058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0.906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0.06329 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0.0633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0.06069 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0.0607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0.8287 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0.829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0.009064 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0.00906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68000" y="6085250"/>
            <a:ext cx="2952000" cy="19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76200" lvl="0" marL="1440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7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0.00000731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0.0000073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76200" lvl="0" marL="1440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7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0.007178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0.0072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76200" lvl="0" marL="1440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7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0.45563	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0.46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76200" lvl="0" marL="1440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7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0.0001605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76200" lvl="0" marL="1440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7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81 503.24	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82000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440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4" name="Google Shape;204;p21"/>
          <p:cNvGraphicFramePr/>
          <p:nvPr/>
        </p:nvGraphicFramePr>
        <p:xfrm>
          <a:off x="2661477" y="36611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{1B3B834C-7BC8-4F27-83ED-F973CBCEA60F}</a:tableStyleId>
              </a:tblPr>
              <a:tblGrid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</a:tblGrid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7200" marB="7200" marR="7200" marL="7200" anchor="ctr"/>
                </a:tc>
              </a:tr>
            </a:tbl>
          </a:graphicData>
        </a:graphic>
      </p:graphicFrame>
      <p:sp>
        <p:nvSpPr>
          <p:cNvPr id="205" name="Google Shape;205;p21"/>
          <p:cNvSpPr/>
          <p:nvPr/>
        </p:nvSpPr>
        <p:spPr>
          <a:xfrm>
            <a:off x="2661477" y="3661101"/>
            <a:ext cx="2169000" cy="27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2661477" y="4251651"/>
            <a:ext cx="2169000" cy="27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2661477" y="4531051"/>
            <a:ext cx="2530500" cy="27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2661477" y="5384526"/>
            <a:ext cx="1446000" cy="27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2661477" y="5984751"/>
            <a:ext cx="2169000" cy="274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3384477" y="6842276"/>
            <a:ext cx="3253500" cy="27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4107477" y="6543751"/>
            <a:ext cx="1084500" cy="27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4830477" y="5984751"/>
            <a:ext cx="1807500" cy="274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830477" y="4819926"/>
            <a:ext cx="2169000" cy="27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/>
          <p:nvPr/>
        </p:nvSpPr>
        <p:spPr>
          <a:xfrm rot="-2412569">
            <a:off x="5428215" y="4100477"/>
            <a:ext cx="1765378" cy="33165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/>
          <p:nvPr/>
        </p:nvSpPr>
        <p:spPr>
          <a:xfrm rot="-8290233">
            <a:off x="2518795" y="5376549"/>
            <a:ext cx="2105664" cy="331652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/>
          <p:nvPr/>
        </p:nvSpPr>
        <p:spPr>
          <a:xfrm rot="5400000">
            <a:off x="1953327" y="4354601"/>
            <a:ext cx="17481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/>
          <p:nvPr/>
        </p:nvSpPr>
        <p:spPr>
          <a:xfrm rot="5400000">
            <a:off x="2558552" y="4491101"/>
            <a:ext cx="20211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/>
          <p:nvPr/>
        </p:nvSpPr>
        <p:spPr>
          <a:xfrm rot="5400000">
            <a:off x="4445327" y="4066076"/>
            <a:ext cx="11310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/>
          <p:nvPr/>
        </p:nvSpPr>
        <p:spPr>
          <a:xfrm rot="5400000">
            <a:off x="5794077" y="4513262"/>
            <a:ext cx="20196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/>
          <p:nvPr/>
        </p:nvSpPr>
        <p:spPr>
          <a:xfrm rot="5400000">
            <a:off x="5019652" y="5376001"/>
            <a:ext cx="14535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/>
          <p:nvPr/>
        </p:nvSpPr>
        <p:spPr>
          <a:xfrm rot="5400000">
            <a:off x="4020527" y="5658601"/>
            <a:ext cx="20187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/>
          <p:nvPr/>
        </p:nvSpPr>
        <p:spPr>
          <a:xfrm rot="5400000">
            <a:off x="5865677" y="5511251"/>
            <a:ext cx="11577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 rot="5400000">
            <a:off x="5216977" y="6079351"/>
            <a:ext cx="17439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/>
          <p:nvPr/>
        </p:nvSpPr>
        <p:spPr>
          <a:xfrm rot="5400000">
            <a:off x="2400927" y="6531067"/>
            <a:ext cx="8529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5162302" y="4211013"/>
            <a:ext cx="18075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/>
          <p:nvPr/>
        </p:nvSpPr>
        <p:spPr>
          <a:xfrm rot="-2412540">
            <a:off x="4707734" y="3932260"/>
            <a:ext cx="1254690" cy="33165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