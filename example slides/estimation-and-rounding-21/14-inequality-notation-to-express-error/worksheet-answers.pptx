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11" Type="http://schemas.openxmlformats.org/officeDocument/2006/relationships/image" Target="../media/image8.png"/><Relationship Id="rId10" Type="http://schemas.openxmlformats.org/officeDocument/2006/relationships/image" Target="../media/image12.png"/><Relationship Id="rId9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Inequality notation to express error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80750" y="1749000"/>
            <a:ext cx="6598500" cy="23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unrounded values when: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34 has been rounded to the nearest integer.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63 has been rounded to the nearest integer.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has been rounded to the nearest integer.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3662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Range of values on a number line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1220600" y="2264400"/>
            <a:ext cx="2718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1220600" y="2942519"/>
            <a:ext cx="2718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1220600" y="3585950"/>
            <a:ext cx="2718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33.5\\&amp;#13;&amp;#10;34.4\dot{9}\end{array}&quot;&gt;&lt;mtable columnalign=&quot;left&quot; columnspacing=&quot;1em&quot; rowspacing=&quot;4pt&quot;&gt;&lt;mtr&gt;&lt;mtd&gt;&lt;mn&gt;33.5&lt;/mn&gt;&lt;/mtd&gt;&lt;/mtr&gt;&lt;mtr&gt;&lt;mtd&gt;&lt;mn&gt;34.4&lt;/mn&gt;&lt;mrow data-mjx-texclass=&quot;ORD&quot;&gt;&lt;mover&gt;&lt;mn&gt;9&lt;/mn&gt;&lt;mo&gt;˙&lt;/mo&gt;&lt;/mover&gt;&lt;/mrow&gt;&lt;/mtd&gt;&lt;/mtr&gt;&lt;/mtable&gt;&lt;/math&gt;" id="178" name="Google Shape;178;p20" title="2 lines Line 1: 33.5 Line 2: the repeating decimal 34.4 followed by repeating digit 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4950" y="2355156"/>
            <a:ext cx="377979" cy="38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5\\&amp;#13;&amp;#10;1.4\dot{9}\end{array}&quot;&gt;&lt;mtable columnalign=&quot;left&quot; columnspacing=&quot;1em&quot; rowspacing=&quot;4pt&quot;&gt;&lt;mtr&gt;&lt;mtd&gt;&lt;mn&gt;0.5&lt;/mn&gt;&lt;/mtd&gt;&lt;/mtr&gt;&lt;mtr&gt;&lt;mtd&gt;&lt;mn&gt;1.4&lt;/mn&gt;&lt;mrow data-mjx-texclass=&quot;ORD&quot;&gt;&lt;mover&gt;&lt;mn&gt;9&lt;/mn&gt;&lt;mo&gt;˙&lt;/mo&gt;&lt;/mover&gt;&lt;/mrow&gt;&lt;/mtd&gt;&lt;/mtr&gt;&lt;/mtable&gt;&lt;/math&gt;" id="179" name="Google Shape;179;p20" title="2 lines Line 1: 0.5 Line 2: the repeating decimal 1.4 followed by repeating digit 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3375" y="3663385"/>
            <a:ext cx="291864" cy="38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62.5\\&amp;#13;&amp;#10;63.4\dot{9}\end{array}&quot;&gt;&lt;mtable columnalign=&quot;left&quot; columnspacing=&quot;1em&quot; rowspacing=&quot;4pt&quot;&gt;&lt;mtr&gt;&lt;mtd&gt;&lt;mn&gt;62.5&lt;/mn&gt;&lt;/mtd&gt;&lt;/mtr&gt;&lt;mtr&gt;&lt;mtd&gt;&lt;mn&gt;63.4&lt;/mn&gt;&lt;mrow data-mjx-texclass=&quot;ORD&quot;&gt;&lt;mover&gt;&lt;mn&gt;9&lt;/mn&gt;&lt;mo&gt;˙&lt;/mo&gt;&lt;/mover&gt;&lt;/mrow&gt;&lt;/mtd&gt;&lt;/mtr&gt;&lt;/mtable&gt;&lt;/math&gt;" id="180" name="Google Shape;180;p20" title="2 lines Line 1: 62.5 Line 2: the repeating decimal 63.4 followed by repeating digit 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1422" y="3030864"/>
            <a:ext cx="377975" cy="38037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468000" y="42408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Identify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unrounded values when: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has been rounded to 1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 has been rounded to the 2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1000 has been rounded to 4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207850" y="4719976"/>
            <a:ext cx="2718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1207850" y="5377864"/>
            <a:ext cx="2718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207850" y="6044426"/>
            <a:ext cx="2718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5.5\\&amp;#13;&amp;#10;6.4\dot{9}\end{array}&quot;&gt;&lt;mtable columnalign=&quot;left&quot; columnspacing=&quot;1em&quot; rowspacing=&quot;4pt&quot;&gt;&lt;mtr&gt;&lt;mtd&gt;&lt;mn&gt;5.5&lt;/mn&gt;&lt;/mtd&gt;&lt;/mtr&gt;&lt;mtr&gt;&lt;mtd&gt;&lt;mn&gt;6.4&lt;/mn&gt;&lt;mrow data-mjx-texclass=&quot;ORD&quot;&gt;&lt;mover&gt;&lt;mn&gt;9&lt;/mn&gt;&lt;mo&gt;˙&lt;/mo&gt;&lt;/mover&gt;&lt;/mrow&gt;&lt;/mtd&gt;&lt;/mtr&gt;&lt;/mtable&gt;&lt;/math&gt;" id="185" name="Google Shape;185;p20" title="2 lines Line 1: 5.5 Line 2: the repeating decimal 6.4 followed by repeating digit 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05775" y="4826414"/>
            <a:ext cx="291875" cy="3803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55.5\\&amp;#13;&amp;#10;56.4\dot{9}\end{array}&quot;&gt;&lt;mtable columnalign=&quot;left&quot; columnspacing=&quot;1em&quot; rowspacing=&quot;4pt&quot;&gt;&lt;mtr&gt;&lt;mtd&gt;&lt;mn&gt;55.5&lt;/mn&gt;&lt;/mtd&gt;&lt;/mtr&gt;&lt;mtr&gt;&lt;mtd&gt;&lt;mn&gt;56.4&lt;/mn&gt;&lt;mrow data-mjx-texclass=&quot;ORD&quot;&gt;&lt;mover&gt;&lt;mn&gt;9&lt;/mn&gt;&lt;mo&gt;˙&lt;/mo&gt;&lt;/mover&gt;&lt;/mrow&gt;&lt;/mtd&gt;&lt;/mtr&gt;&lt;/mtable&gt;&lt;/math&gt;" id="186" name="Google Shape;186;p20" title="2 lines Line 1: 55.5 Line 2: the repeating decimal 56.4 followed by repeating digit 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29575" y="5471186"/>
            <a:ext cx="377975" cy="3803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999.5\\&amp;#13;&amp;#10;1000.4\dot{9}\end{array}&quot;&gt;&lt;mtable columnalign=&quot;left&quot; columnspacing=&quot;1em&quot; rowspacing=&quot;4pt&quot;&gt;&lt;mtr&gt;&lt;mtd&gt;&lt;mn&gt;999.5&lt;/mn&gt;&lt;/mtd&gt;&lt;/mtr&gt;&lt;mtr&gt;&lt;mtd&gt;&lt;mn&gt;1000.4&lt;/mn&gt;&lt;mrow data-mjx-texclass=&quot;ORD&quot;&gt;&lt;mover&gt;&lt;mn&gt;9&lt;/mn&gt;&lt;mo&gt;˙&lt;/mo&gt;&lt;/mover&gt;&lt;/mrow&gt;&lt;/mtd&gt;&lt;/mtr&gt;&lt;/mtable&gt;&lt;/math&gt;" id="187" name="Google Shape;187;p20" title="2 lines Line 1: 999.5 Line 2: the repeating decimal 1000.4 followed by repeating digit 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81450" y="6107838"/>
            <a:ext cx="556141" cy="3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468000" y="68160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Work out the question given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has been rounded to 1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98 has been rounded to the 2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 has been rounded to the nearest integer.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1062919" y="7414256"/>
            <a:ext cx="2185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1062919" y="8471055"/>
            <a:ext cx="2185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062919" y="9454560"/>
            <a:ext cx="2185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3.5\\&amp;#13;&amp;#10;4.4\dot{9}\end{array}&quot;&gt;&lt;mtable columnalign=&quot;left&quot; columnspacing=&quot;1em&quot; rowspacing=&quot;4pt&quot;&gt;&lt;mtr&gt;&lt;mtd&gt;&lt;mn&gt;3.5&lt;/mn&gt;&lt;/mtd&gt;&lt;/mtr&gt;&lt;mtr&gt;&lt;mtd&gt;&lt;mn&gt;4.4&lt;/mn&gt;&lt;mrow data-mjx-texclass=&quot;ORD&quot;&gt;&lt;mover&gt;&lt;mn&gt;9&lt;/mn&gt;&lt;mo&gt;˙&lt;/mo&gt;&lt;/mover&gt;&lt;/mrow&gt;&lt;/mtd&gt;&lt;/mtr&gt;&lt;/mtable&gt;&lt;/math&gt;" id="192" name="Google Shape;192;p20" title="2 lines Line 1: 3.5 Line 2: the repeating decimal 4.4 followed by repeating digit 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58250" y="7455038"/>
            <a:ext cx="393000" cy="5080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97.5\\&amp;#13;&amp;#10;98.4\dot{9}\end{array}&quot;&gt;&lt;mtable columnalign=&quot;left&quot; columnspacing=&quot;1em&quot; rowspacing=&quot;4pt&quot;&gt;&lt;mtr&gt;&lt;mtd&gt;&lt;mn&gt;97.5&lt;/mn&gt;&lt;/mtd&gt;&lt;/mtr&gt;&lt;mtr&gt;&lt;mtd&gt;&lt;mn&gt;98.4&lt;/mn&gt;&lt;mrow data-mjx-texclass=&quot;ORD&quot;&gt;&lt;mover&gt;&lt;mn&gt;9&lt;/mn&gt;&lt;mo&gt;˙&lt;/mo&gt;&lt;/mover&gt;&lt;/mrow&gt;&lt;/mtd&gt;&lt;/mtr&gt;&lt;/mtable&gt;&lt;/math&gt;" id="193" name="Google Shape;193;p20" title="2 lines Line 1: 97.5 Line 2: the repeating decimal 98.4 followed by repeating digit 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37820" y="8549882"/>
            <a:ext cx="518444" cy="52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99.5\\&amp;#13;&amp;#10;100.4\dot{9}\end{array}&quot;&gt;&lt;mtable columnalign=&quot;left&quot; columnspacing=&quot;1em&quot; rowspacing=&quot;4pt&quot;&gt;&lt;mtr&gt;&lt;mtd&gt;&lt;mn&gt;99.5&lt;/mn&gt;&lt;/mtd&gt;&lt;/mtr&gt;&lt;mtr&gt;&lt;mtd&gt;&lt;mn&gt;100.4&lt;/mn&gt;&lt;mrow data-mjx-texclass=&quot;ORD&quot;&gt;&lt;mover&gt;&lt;mn&gt;9&lt;/mn&gt;&lt;mo&gt;˙&lt;/mo&gt;&lt;/mover&gt;&lt;/mrow&gt;&lt;/mtd&gt;&lt;/mtr&gt;&lt;/mtable&gt;&lt;/math&gt;" id="194" name="Google Shape;194;p20" title="2 lines Line 1: 99.5 Line 2: the repeating decimal 100.4 followed by repeating digit 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37820" y="9515827"/>
            <a:ext cx="639869" cy="52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0" name="Google Shape;200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Inequality notation to express error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453623" y="1079575"/>
            <a:ext cx="6638400" cy="22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rounded to 1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33 rounded to 2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rounded to 2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377425" y="1162275"/>
            <a:ext cx="66384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Given the number lines, identify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error interval.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53625" y="765925"/>
            <a:ext cx="6638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Error intervals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902763" y="1812288"/>
            <a:ext cx="181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2.5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902763" y="2552588"/>
            <a:ext cx="2169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32.5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≤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33.5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902763" y="3268263"/>
            <a:ext cx="203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9.5 ≤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&lt; 10.5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9" name="Google Shape;2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824" y="1362988"/>
            <a:ext cx="4059801" cy="199211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453625" y="3784575"/>
            <a:ext cx="66384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Identify the error interval of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482 is rounded to the nearest whole number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481.5 ≤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482.5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65 is rounded to the 2 s.f.				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64.5 ≤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65.5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7.2 is rounded to 1 d.p.				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7.15 ≤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7.25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4.54 is rounded to 2 d.p.				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4.535 ≤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4.545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53625" y="6795700"/>
            <a:ext cx="66384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Pair up the question with the correct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error interval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1540013" y="7212975"/>
            <a:ext cx="2066100" cy="54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is rounded to 1 s.f.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1540013" y="7836837"/>
            <a:ext cx="2066100" cy="54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3.3 is rounded to 1 d.p.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1540013" y="8460699"/>
            <a:ext cx="2066100" cy="54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3.2 is rounded to 2 s.f.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1540013" y="9084560"/>
            <a:ext cx="2135700" cy="54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3.25 is rounded to 2 d.p.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4145292" y="7212975"/>
            <a:ext cx="1874700" cy="54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3.15 ≤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3.25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4145292" y="7836837"/>
            <a:ext cx="1874700" cy="54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3.245 ≤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3.255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145292" y="8460699"/>
            <a:ext cx="1874700" cy="54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2.5 ≤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3.5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4145292" y="9084560"/>
            <a:ext cx="1874700" cy="54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3.25 ≤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3.35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0" name="Google Shape;220;p21"/>
          <p:cNvCxnSpPr>
            <a:stCxn id="212" idx="3"/>
            <a:endCxn id="218" idx="1"/>
          </p:cNvCxnSpPr>
          <p:nvPr/>
        </p:nvCxnSpPr>
        <p:spPr>
          <a:xfrm>
            <a:off x="3606113" y="7483875"/>
            <a:ext cx="539100" cy="12477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1"/>
          <p:cNvCxnSpPr>
            <a:stCxn id="213" idx="3"/>
          </p:cNvCxnSpPr>
          <p:nvPr/>
        </p:nvCxnSpPr>
        <p:spPr>
          <a:xfrm>
            <a:off x="3606113" y="8107737"/>
            <a:ext cx="516600" cy="12354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1"/>
          <p:cNvCxnSpPr/>
          <p:nvPr/>
        </p:nvCxnSpPr>
        <p:spPr>
          <a:xfrm flipH="1" rot="10800000">
            <a:off x="3605974" y="7550760"/>
            <a:ext cx="539400" cy="12168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1"/>
          <p:cNvCxnSpPr>
            <a:stCxn id="215" idx="3"/>
          </p:cNvCxnSpPr>
          <p:nvPr/>
        </p:nvCxnSpPr>
        <p:spPr>
          <a:xfrm flipH="1" rot="10800000">
            <a:off x="3675713" y="8185760"/>
            <a:ext cx="469500" cy="11697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