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Inequality notation to express error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1" name="Google Shape;161;p20"/>
          <p:cNvCxnSpPr/>
          <p:nvPr/>
        </p:nvCxnSpPr>
        <p:spPr>
          <a:xfrm>
            <a:off x="480750" y="9637625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20"/>
          <p:cNvSpPr txBox="1"/>
          <p:nvPr/>
        </p:nvSpPr>
        <p:spPr>
          <a:xfrm>
            <a:off x="480750" y="1749000"/>
            <a:ext cx="6598500" cy="23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Identify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unrounded values when: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34 has been rounded to the nearest integer.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63 has been rounded to the nearest integer.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has been rounded to the nearest integer.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3662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Range of values on a number line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40122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Identify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unrounded values when: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has been rounded to 1 s.f.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56 has been rounded to the 2 s.f.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1000 has been rounded to 4 s.f.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6282600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Work out the question given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has been rounded to 1      s.f.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98 has been rounded to the 2      s.f.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 has been rounded to the nearest integer.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1062919" y="6880856"/>
            <a:ext cx="21858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Smallest: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Largest: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1062919" y="7937655"/>
            <a:ext cx="21858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Smallest: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Largest: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1062919" y="8921160"/>
            <a:ext cx="21858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Smallest: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Largest: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3.5\\&amp;#13;&amp;#10;4.4\dot{9}\end{array}&quot;&gt;&lt;mtable columnalign=&quot;left&quot; columnspacing=&quot;1em&quot; rowspacing=&quot;4pt&quot;&gt;&lt;mtr&gt;&lt;mtd&gt;&lt;mn&gt;3.5&lt;/mn&gt;&lt;/mtd&gt;&lt;/mtr&gt;&lt;mtr&gt;&lt;mtd&gt;&lt;mn&gt;4.4&lt;/mn&gt;&lt;mrow data-mjx-texclass=&quot;ORD&quot;&gt;&lt;mover&gt;&lt;mn&gt;9&lt;/mn&gt;&lt;mo&gt;˙&lt;/mo&gt;&lt;/mover&gt;&lt;/mrow&gt;&lt;/mtd&gt;&lt;/mtr&gt;&lt;/mtable&gt;&lt;/math&gt;" id="169" name="Google Shape;169;p20" title="2 lines Line 1: 3.5 Line 2: the repeating decimal 4.4 followed by repeating digit 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8250" y="6921638"/>
            <a:ext cx="393000" cy="5080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97.5\\&amp;#13;&amp;#10;98.4\dot{9}\end{array}&quot;&gt;&lt;mtable columnalign=&quot;left&quot; columnspacing=&quot;1em&quot; rowspacing=&quot;4pt&quot;&gt;&lt;mtr&gt;&lt;mtd&gt;&lt;mn&gt;97.5&lt;/mn&gt;&lt;/mtd&gt;&lt;/mtr&gt;&lt;mtr&gt;&lt;mtd&gt;&lt;mn&gt;98.4&lt;/mn&gt;&lt;mrow data-mjx-texclass=&quot;ORD&quot;&gt;&lt;mover&gt;&lt;mn&gt;9&lt;/mn&gt;&lt;mo&gt;˙&lt;/mo&gt;&lt;/mover&gt;&lt;/mrow&gt;&lt;/mtd&gt;&lt;/mtr&gt;&lt;/mtable&gt;&lt;/math&gt;" id="170" name="Google Shape;170;p20" title="2 lines Line 1: 97.5 Line 2: the repeating decimal 98.4 followed by repeating digit 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7820" y="8016482"/>
            <a:ext cx="518444" cy="521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99.5\\&amp;#13;&amp;#10;100.4\dot{9}\end{array}&quot;&gt;&lt;mtable columnalign=&quot;left&quot; columnspacing=&quot;1em&quot; rowspacing=&quot;4pt&quot;&gt;&lt;mtr&gt;&lt;mtd&gt;&lt;mn&gt;99.5&lt;/mn&gt;&lt;/mtd&gt;&lt;/mtr&gt;&lt;mtr&gt;&lt;mtd&gt;&lt;mn&gt;100.4&lt;/mn&gt;&lt;mrow data-mjx-texclass=&quot;ORD&quot;&gt;&lt;mover&gt;&lt;mn&gt;9&lt;/mn&gt;&lt;mo&gt;˙&lt;/mo&gt;&lt;/mover&gt;&lt;/mrow&gt;&lt;/mtd&gt;&lt;/mtr&gt;&lt;/mtable&gt;&lt;/math&gt;" id="171" name="Google Shape;171;p20" title="2 lines Line 1: 99.5 Line 2: the repeating decimal 100.4 followed by repeating digit 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37820" y="8982427"/>
            <a:ext cx="639869" cy="52173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/>
          <p:nvPr/>
        </p:nvSpPr>
        <p:spPr>
          <a:xfrm>
            <a:off x="743347" y="6583256"/>
            <a:ext cx="240600" cy="240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2643703" y="6583256"/>
            <a:ext cx="240600" cy="240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2922688" y="7580675"/>
            <a:ext cx="240600" cy="240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822411" y="7602251"/>
            <a:ext cx="240600" cy="240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1987474" y="8247298"/>
            <a:ext cx="711600" cy="286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2037820" y="9307654"/>
            <a:ext cx="711600" cy="240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822411" y="8585700"/>
            <a:ext cx="333000" cy="240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2749425" y="8578600"/>
            <a:ext cx="1741500" cy="240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/>
          <p:nvPr/>
        </p:nvSpPr>
        <p:spPr>
          <a:xfrm>
            <a:off x="453623" y="1079575"/>
            <a:ext cx="6638400" cy="22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rounded to 1 s.f.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33 rounded to 2 s.f.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rounded to 2 s.f.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5" name="Google Shape;18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5910" y="1242000"/>
            <a:ext cx="3906569" cy="199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7" name="Google Shape;187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Inequality notation to express error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453625" y="1162275"/>
            <a:ext cx="66384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Given the number lines, identify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error interval.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453625" y="765925"/>
            <a:ext cx="6638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Error intervals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453625" y="3632175"/>
            <a:ext cx="66384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Identify the error interval of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482 is rounded to the nearest whole number.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65 is rounded to the 2 s.f.			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7.2 is rounded to 1 d.p.			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4.54 is rounded to 2 d.p.			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453625" y="6414700"/>
            <a:ext cx="66384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Pair up the question with the correct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error interval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1540013" y="6831975"/>
            <a:ext cx="2066100" cy="541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 is rounded to 1 s.f.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1540013" y="7455837"/>
            <a:ext cx="2066100" cy="541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3.3 is rounded to 1 d.p.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1540013" y="8079699"/>
            <a:ext cx="2066100" cy="541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3.2 is rounded to 2 s.f.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1540013" y="8703560"/>
            <a:ext cx="2135700" cy="541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3.25 is rounded to 2 d.p.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4145292" y="6831975"/>
            <a:ext cx="1874700" cy="541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3.15 ≤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&lt; 3.25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4145292" y="7455837"/>
            <a:ext cx="1874700" cy="541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3.245 ≤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&lt; 3.255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4145292" y="8079699"/>
            <a:ext cx="1874700" cy="541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2.5 ≤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&lt; 3.5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4145292" y="8703560"/>
            <a:ext cx="1874700" cy="541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3.25 ≤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&lt; 3.35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