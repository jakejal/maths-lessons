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65" r:id="rId3"/>
    <p:sldMasterId id="2147483666" r:id="rId4"/>
  </p:sldMasterIdLst>
  <p:notesMasterIdLst>
    <p:notesMasterId r:id="rId5"/>
  </p:notesMasterIdLst>
  <p:sldIdLst>
    <p:sldId id="256" r:id="rId6"/>
    <p:sldId id="257" r:id="rId7"/>
    <p:sldId id="258" r:id="rId8"/>
  </p:sldIdLst>
  <p:sldSz cy="10692000" cx="7560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 Type="http://schemas.openxmlformats.org/officeDocument/2006/relationships/theme" Target="theme/theme3.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slideMaster" Target="slideMasters/slideMaster2.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2217050" y="685800"/>
            <a:ext cx="24246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279934fec8d_0_131:notes"/>
          <p:cNvSpPr/>
          <p:nvPr>
            <p:ph idx="2" type="sldImg"/>
          </p:nvPr>
        </p:nvSpPr>
        <p:spPr>
          <a:xfrm>
            <a:off x="2217050" y="685800"/>
            <a:ext cx="2424600" cy="3429000"/>
          </a:xfrm>
          <a:custGeom>
            <a:rect b="b" l="l" r="r" t="t"/>
            <a:pathLst>
              <a:path extrusionOk="0" h="120000" w="120000">
                <a:moveTo>
                  <a:pt x="0" y="0"/>
                </a:moveTo>
                <a:lnTo>
                  <a:pt x="120000" y="0"/>
                </a:lnTo>
                <a:lnTo>
                  <a:pt x="120000" y="120000"/>
                </a:lnTo>
                <a:lnTo>
                  <a:pt x="0" y="120000"/>
                </a:lnTo>
                <a:close/>
              </a:path>
            </a:pathLst>
          </a:custGeom>
        </p:spPr>
      </p:sp>
      <p:sp>
        <p:nvSpPr>
          <p:cNvPr id="169" name="Google Shape;169;g279934fec8d_0_1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2b31fad1a6e_0_19:notes"/>
          <p:cNvSpPr/>
          <p:nvPr>
            <p:ph idx="2" type="sldImg"/>
          </p:nvPr>
        </p:nvSpPr>
        <p:spPr>
          <a:xfrm>
            <a:off x="2217050" y="685800"/>
            <a:ext cx="2424600" cy="3429000"/>
          </a:xfrm>
          <a:custGeom>
            <a:rect b="b" l="l" r="r" t="t"/>
            <a:pathLst>
              <a:path extrusionOk="0" h="120000" w="120000">
                <a:moveTo>
                  <a:pt x="0" y="0"/>
                </a:moveTo>
                <a:lnTo>
                  <a:pt x="120000" y="0"/>
                </a:lnTo>
                <a:lnTo>
                  <a:pt x="120000" y="120000"/>
                </a:lnTo>
                <a:lnTo>
                  <a:pt x="0" y="120000"/>
                </a:lnTo>
                <a:close/>
              </a:path>
            </a:pathLst>
          </a:custGeom>
        </p:spPr>
      </p:sp>
      <p:sp>
        <p:nvSpPr>
          <p:cNvPr id="188" name="Google Shape;188;g2b31fad1a6e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g279934fec8d_0_136:notes"/>
          <p:cNvSpPr/>
          <p:nvPr>
            <p:ph idx="2" type="sldImg"/>
          </p:nvPr>
        </p:nvSpPr>
        <p:spPr>
          <a:xfrm>
            <a:off x="2217050" y="685800"/>
            <a:ext cx="2424600" cy="3429000"/>
          </a:xfrm>
          <a:custGeom>
            <a:rect b="b" l="l" r="r" t="t"/>
            <a:pathLst>
              <a:path extrusionOk="0" h="120000" w="120000">
                <a:moveTo>
                  <a:pt x="0" y="0"/>
                </a:moveTo>
                <a:lnTo>
                  <a:pt x="120000" y="0"/>
                </a:lnTo>
                <a:lnTo>
                  <a:pt x="120000" y="120000"/>
                </a:lnTo>
                <a:lnTo>
                  <a:pt x="0" y="120000"/>
                </a:lnTo>
                <a:close/>
              </a:path>
            </a:pathLst>
          </a:custGeom>
        </p:spPr>
      </p:sp>
      <p:sp>
        <p:nvSpPr>
          <p:cNvPr id="226" name="Google Shape;226;g279934fec8d_0_1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6.png"/><Relationship Id="rId4"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6.png"/><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image" Target="../media/image5.png"/><Relationship Id="rId5" Type="http://schemas.openxmlformats.org/officeDocument/2006/relationships/image" Target="../media/image7.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image" Target="../media/image3.png"/><Relationship Id="rId5" Type="http://schemas.openxmlformats.org/officeDocument/2006/relationships/image" Target="../media/image7.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7.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7.png"/><Relationship Id="rId4" Type="http://schemas.openxmlformats.org/officeDocument/2006/relationships/hyperlink" Target="https://www.nationalarchives.gov.uk/doc/open-government-licence/version/3/" TargetMode="External"/><Relationship Id="rId5" Type="http://schemas.openxmlformats.org/officeDocument/2006/relationships/hyperlink" Target="https://www.thenational.academy/legal/terms-and-conditions" TargetMode="Externa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image" Target="../media/image3.png"/><Relationship Id="rId5" Type="http://schemas.openxmlformats.org/officeDocument/2006/relationships/image" Target="../media/image7.png"/><Relationship Id="rId6" Type="http://schemas.openxmlformats.org/officeDocument/2006/relationships/hyperlink" Target="https://www.nationalarchives.gov.uk/doc/open-government-licence/version/3/" TargetMode="External"/><Relationship Id="rId7" Type="http://schemas.openxmlformats.org/officeDocument/2006/relationships/hyperlink" Target="https://www.thenational.academy/legal/terms-and-conditions" TargetMode="Externa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image" Target="../media/image3.png"/><Relationship Id="rId5" Type="http://schemas.openxmlformats.org/officeDocument/2006/relationships/image" Target="../media/image7.png"/><Relationship Id="rId6" Type="http://schemas.openxmlformats.org/officeDocument/2006/relationships/hyperlink" Target="https://www.nationalarchives.gov.uk/doc/open-government-licence/version/3/" TargetMode="External"/><Relationship Id="rId7" Type="http://schemas.openxmlformats.org/officeDocument/2006/relationships/hyperlink" Target="https://www.thenational.academy/legal/terms-and-conditions" TargetMode="Externa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image" Target="../media/image3.png"/><Relationship Id="rId5" Type="http://schemas.openxmlformats.org/officeDocument/2006/relationships/image" Target="../media/image7.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7.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7.png"/><Relationship Id="rId4" Type="http://schemas.openxmlformats.org/officeDocument/2006/relationships/hyperlink" Target="https://www.nationalarchives.gov.uk/doc/open-government-licence/version/3/" TargetMode="External"/><Relationship Id="rId5" Type="http://schemas.openxmlformats.org/officeDocument/2006/relationships/hyperlink" Target="https://www.thenational.academy/legal/terms-and-conditions" TargetMode="Externa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image" Target="../media/image3.png"/><Relationship Id="rId5" Type="http://schemas.openxmlformats.org/officeDocument/2006/relationships/image" Target="../media/image7.png"/><Relationship Id="rId6" Type="http://schemas.openxmlformats.org/officeDocument/2006/relationships/hyperlink" Target="https://www.nationalarchives.gov.uk/doc/open-government-licence/version/3/" TargetMode="External"/><Relationship Id="rId7" Type="http://schemas.openxmlformats.org/officeDocument/2006/relationships/hyperlink" Target="https://www.thenational.academy/legal/terms-and-conditions" TargetMode="Externa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 FRONT Answers 1">
  <p:cSld name="SECTION_HEADER_1_1_1_1_1_1_1_1_1_2_2">
    <p:spTree>
      <p:nvGrpSpPr>
        <p:cNvPr id="9" name="Shape 9"/>
        <p:cNvGrpSpPr/>
        <p:nvPr/>
      </p:nvGrpSpPr>
      <p:grpSpPr>
        <a:xfrm>
          <a:off x="0" y="0"/>
          <a:ext cx="0" cy="0"/>
          <a:chOff x="0" y="0"/>
          <a:chExt cx="0" cy="0"/>
        </a:xfrm>
      </p:grpSpPr>
      <p:sp>
        <p:nvSpPr>
          <p:cNvPr id="10" name="Google Shape;10;p2"/>
          <p:cNvSpPr txBox="1"/>
          <p:nvPr>
            <p:ph type="title"/>
          </p:nvPr>
        </p:nvSpPr>
        <p:spPr>
          <a:xfrm>
            <a:off x="468000" y="266700"/>
            <a:ext cx="5577000" cy="432000"/>
          </a:xfrm>
          <a:prstGeom prst="rect">
            <a:avLst/>
          </a:prstGeom>
        </p:spPr>
        <p:txBody>
          <a:bodyPr anchorCtr="0" anchor="t" bIns="91425" lIns="0" spcFirstLastPara="1" rIns="91425" wrap="square" tIns="91425">
            <a:normAutofit/>
          </a:bodyPr>
          <a:lstStyle>
            <a:lvl1pPr lvl="0" rtl="0">
              <a:spcBef>
                <a:spcPts val="0"/>
              </a:spcBef>
              <a:spcAft>
                <a:spcPts val="0"/>
              </a:spcAft>
              <a:buSzPts val="1800"/>
              <a:buFont typeface="Lexend"/>
              <a:buNone/>
              <a:defRPr b="1" sz="18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1" name="Google Shape;11;p2"/>
          <p:cNvSpPr txBox="1"/>
          <p:nvPr>
            <p:ph idx="1" type="subTitle"/>
          </p:nvPr>
        </p:nvSpPr>
        <p:spPr>
          <a:xfrm>
            <a:off x="468000" y="9981175"/>
            <a:ext cx="5898900" cy="360000"/>
          </a:xfrm>
          <a:prstGeom prst="rect">
            <a:avLst/>
          </a:prstGeom>
        </p:spPr>
        <p:txBody>
          <a:bodyPr anchorCtr="0" anchor="ctr" bIns="0" lIns="0" spcFirstLastPara="1" rIns="0" wrap="square" tIns="0">
            <a:normAutofit/>
          </a:bodyPr>
          <a:lstStyle>
            <a:lvl1pPr lvl="0" rtl="0">
              <a:spcBef>
                <a:spcPts val="0"/>
              </a:spcBef>
              <a:spcAft>
                <a:spcPts val="0"/>
              </a:spcAft>
              <a:buSzPts val="900"/>
              <a:buFont typeface="Lexend"/>
              <a:buNone/>
              <a:defRPr sz="900">
                <a:latin typeface="Lexend"/>
                <a:ea typeface="Lexend"/>
                <a:cs typeface="Lexend"/>
                <a:sym typeface="Lexe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pic>
        <p:nvPicPr>
          <p:cNvPr id="12" name="Google Shape;12;p2"/>
          <p:cNvPicPr preferRelativeResize="0"/>
          <p:nvPr/>
        </p:nvPicPr>
        <p:blipFill>
          <a:blip r:embed="rId2">
            <a:alphaModFix/>
          </a:blip>
          <a:stretch>
            <a:fillRect/>
          </a:stretch>
        </p:blipFill>
        <p:spPr>
          <a:xfrm>
            <a:off x="6886512" y="10041210"/>
            <a:ext cx="181075" cy="246288"/>
          </a:xfrm>
          <a:prstGeom prst="rect">
            <a:avLst/>
          </a:prstGeom>
          <a:noFill/>
          <a:ln>
            <a:noFill/>
          </a:ln>
        </p:spPr>
      </p:pic>
      <p:pic>
        <p:nvPicPr>
          <p:cNvPr id="13" name="Google Shape;13;p2"/>
          <p:cNvPicPr preferRelativeResize="0"/>
          <p:nvPr/>
        </p:nvPicPr>
        <p:blipFill rotWithShape="1">
          <a:blip r:embed="rId3">
            <a:alphaModFix/>
          </a:blip>
          <a:srcRect b="0" l="4603" r="4603" t="0"/>
          <a:stretch/>
        </p:blipFill>
        <p:spPr>
          <a:xfrm>
            <a:off x="466825" y="698750"/>
            <a:ext cx="6623999" cy="75600"/>
          </a:xfrm>
          <a:prstGeom prst="rect">
            <a:avLst/>
          </a:prstGeom>
          <a:noFill/>
          <a:ln>
            <a:noFill/>
          </a:ln>
        </p:spPr>
      </p:pic>
      <p:pic>
        <p:nvPicPr>
          <p:cNvPr id="14" name="Google Shape;14;p2"/>
          <p:cNvPicPr preferRelativeResize="0"/>
          <p:nvPr/>
        </p:nvPicPr>
        <p:blipFill>
          <a:blip r:embed="rId4">
            <a:alphaModFix/>
          </a:blip>
          <a:stretch>
            <a:fillRect/>
          </a:stretch>
        </p:blipFill>
        <p:spPr>
          <a:xfrm>
            <a:off x="6261625" y="161271"/>
            <a:ext cx="805956" cy="498600"/>
          </a:xfrm>
          <a:prstGeom prst="rect">
            <a:avLst/>
          </a:prstGeom>
          <a:noFill/>
          <a:ln>
            <a:noFill/>
          </a:ln>
        </p:spPr>
      </p:pic>
    </p:spTree>
  </p:cSld>
  <p:clrMapOvr>
    <a:masterClrMapping/>
  </p:clrMapOvr>
  <p:extLst>
    <p:ext uri="{DCECCB84-F9BA-43D5-87BE-67443E8EF086}">
      <p15:sldGuideLst>
        <p15:guide id="1" orient="horz" pos="544">
          <p15:clr>
            <a:srgbClr val="D9D9D9"/>
          </p15:clr>
        </p15:guide>
        <p15:guide id="2" orient="horz" pos="1916">
          <p15:clr>
            <a:srgbClr val="D9D9D9"/>
          </p15:clr>
        </p15:guide>
        <p15:guide id="3" orient="horz" pos="3368">
          <p15:clr>
            <a:srgbClr val="D9D9D9"/>
          </p15:clr>
        </p15:guide>
        <p15:guide id="4" orient="horz" pos="4762">
          <p15:clr>
            <a:srgbClr val="D9D9D9"/>
          </p15:clr>
        </p15:guide>
        <p15:guide id="5" pos="295">
          <p15:clr>
            <a:srgbClr val="FF0000"/>
          </p15:clr>
        </p15:guide>
        <p15:guide id="6" pos="4467">
          <p15:clr>
            <a:srgbClr val="FF0000"/>
          </p15:clr>
        </p15:guide>
        <p15:guide id="7" pos="1519">
          <p15:clr>
            <a:srgbClr val="D9D9D9"/>
          </p15:clr>
        </p15:guide>
        <p15:guide id="8" pos="1764">
          <p15:clr>
            <a:srgbClr val="D9D9D9"/>
          </p15:clr>
        </p15:guide>
        <p15:guide id="9" pos="3243">
          <p15:clr>
            <a:srgbClr val="D9D9D9"/>
          </p15:clr>
        </p15:guide>
        <p15:guide id="10" pos="2998">
          <p15:clr>
            <a:srgbClr val="D9D9D9"/>
          </p15:clr>
        </p15:guide>
        <p15:guide id="11" pos="3120">
          <p15:clr>
            <a:srgbClr val="D9D9D9"/>
          </p15:clr>
        </p15:guide>
        <p15:guide id="12" pos="1642">
          <p15:clr>
            <a:srgbClr val="D9D9D9"/>
          </p15:clr>
        </p15:guide>
        <p15:guide id="13" pos="2381">
          <p15:clr>
            <a:srgbClr val="D9D9D9"/>
          </p15:clr>
        </p15:guide>
        <p15:guide id="14" pos="2154">
          <p15:clr>
            <a:srgbClr val="FF0000"/>
          </p15:clr>
        </p15:guide>
        <p15:guide id="15" pos="2608">
          <p15:clr>
            <a:srgbClr val="FF0000"/>
          </p15:clr>
        </p15:guide>
        <p15:guide id="16" orient="horz" pos="227">
          <p15:clr>
            <a:srgbClr val="FF0000"/>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 FRONT Answers 1 1">
  <p:cSld name="SECTION_HEADER_1_1_1_1_1_1_1_1_1_2_1">
    <p:spTree>
      <p:nvGrpSpPr>
        <p:cNvPr id="15" name="Shape 15"/>
        <p:cNvGrpSpPr/>
        <p:nvPr/>
      </p:nvGrpSpPr>
      <p:grpSpPr>
        <a:xfrm>
          <a:off x="0" y="0"/>
          <a:ext cx="0" cy="0"/>
          <a:chOff x="0" y="0"/>
          <a:chExt cx="0" cy="0"/>
        </a:xfrm>
      </p:grpSpPr>
      <p:sp>
        <p:nvSpPr>
          <p:cNvPr id="16" name="Google Shape;16;p3"/>
          <p:cNvSpPr txBox="1"/>
          <p:nvPr>
            <p:ph type="title"/>
          </p:nvPr>
        </p:nvSpPr>
        <p:spPr>
          <a:xfrm>
            <a:off x="468000" y="266700"/>
            <a:ext cx="5577000" cy="432000"/>
          </a:xfrm>
          <a:prstGeom prst="rect">
            <a:avLst/>
          </a:prstGeom>
        </p:spPr>
        <p:txBody>
          <a:bodyPr anchorCtr="0" anchor="t" bIns="91425" lIns="0" spcFirstLastPara="1" rIns="91425" wrap="square" tIns="91425">
            <a:normAutofit/>
          </a:bodyPr>
          <a:lstStyle>
            <a:lvl1pPr lvl="0" rtl="0">
              <a:spcBef>
                <a:spcPts val="0"/>
              </a:spcBef>
              <a:spcAft>
                <a:spcPts val="0"/>
              </a:spcAft>
              <a:buSzPts val="1800"/>
              <a:buFont typeface="Lexend"/>
              <a:buNone/>
              <a:defRPr b="1" sz="18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7" name="Google Shape;17;p3"/>
          <p:cNvSpPr txBox="1"/>
          <p:nvPr>
            <p:ph idx="1" type="subTitle"/>
          </p:nvPr>
        </p:nvSpPr>
        <p:spPr>
          <a:xfrm>
            <a:off x="466825" y="1780150"/>
            <a:ext cx="6624000" cy="360000"/>
          </a:xfrm>
          <a:prstGeom prst="rect">
            <a:avLst/>
          </a:prstGeom>
          <a:ln cap="flat" cmpd="sng" w="9525">
            <a:solidFill>
              <a:srgbClr val="B7B7B7"/>
            </a:solidFill>
            <a:prstDash val="solid"/>
            <a:round/>
            <a:headEnd len="sm" w="sm" type="none"/>
            <a:tailEnd len="sm" w="sm" type="none"/>
          </a:ln>
        </p:spPr>
        <p:txBody>
          <a:bodyPr anchorCtr="0" anchor="t" bIns="0" lIns="0" spcFirstLastPara="1" rIns="0" wrap="square" tIns="0">
            <a:normAutofit/>
          </a:bodyPr>
          <a:lstStyle>
            <a:lvl1pPr lvl="0" rtl="0">
              <a:spcBef>
                <a:spcPts val="0"/>
              </a:spcBef>
              <a:spcAft>
                <a:spcPts val="0"/>
              </a:spcAft>
              <a:buSzPts val="1200"/>
              <a:buFont typeface="Lexend"/>
              <a:buNone/>
              <a:defRPr sz="1200">
                <a:latin typeface="Lexend"/>
                <a:ea typeface="Lexend"/>
                <a:cs typeface="Lexend"/>
                <a:sym typeface="Lexe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18" name="Google Shape;18;p3"/>
          <p:cNvSpPr txBox="1"/>
          <p:nvPr>
            <p:ph idx="2" type="subTitle"/>
          </p:nvPr>
        </p:nvSpPr>
        <p:spPr>
          <a:xfrm>
            <a:off x="2807400" y="4759500"/>
            <a:ext cx="1945200" cy="360000"/>
          </a:xfrm>
          <a:prstGeom prst="rect">
            <a:avLst/>
          </a:prstGeom>
          <a:ln cap="flat" cmpd="sng" w="9525">
            <a:solidFill>
              <a:srgbClr val="B7B7B7"/>
            </a:solidFill>
            <a:prstDash val="solid"/>
            <a:round/>
            <a:headEnd len="sm" w="sm" type="none"/>
            <a:tailEnd len="sm" w="sm" type="none"/>
          </a:ln>
        </p:spPr>
        <p:txBody>
          <a:bodyPr anchorCtr="0" anchor="t" bIns="0" lIns="0" spcFirstLastPara="1" rIns="0" wrap="square" tIns="0">
            <a:normAutofit/>
          </a:bodyPr>
          <a:lstStyle>
            <a:lvl1pPr lvl="0" rtl="0">
              <a:spcBef>
                <a:spcPts val="0"/>
              </a:spcBef>
              <a:spcAft>
                <a:spcPts val="0"/>
              </a:spcAft>
              <a:buSzPts val="1200"/>
              <a:buFont typeface="Lexend"/>
              <a:buNone/>
              <a:defRPr sz="1200">
                <a:latin typeface="Lexend"/>
                <a:ea typeface="Lexend"/>
                <a:cs typeface="Lexend"/>
                <a:sym typeface="Lexe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19" name="Google Shape;19;p3"/>
          <p:cNvSpPr txBox="1"/>
          <p:nvPr>
            <p:ph idx="3" type="subTitle"/>
          </p:nvPr>
        </p:nvSpPr>
        <p:spPr>
          <a:xfrm>
            <a:off x="468000" y="9981175"/>
            <a:ext cx="5898900" cy="360000"/>
          </a:xfrm>
          <a:prstGeom prst="rect">
            <a:avLst/>
          </a:prstGeom>
        </p:spPr>
        <p:txBody>
          <a:bodyPr anchorCtr="0" anchor="ctr" bIns="0" lIns="0" spcFirstLastPara="1" rIns="0" wrap="square" tIns="0">
            <a:normAutofit/>
          </a:bodyPr>
          <a:lstStyle>
            <a:lvl1pPr lvl="0" rtl="0">
              <a:spcBef>
                <a:spcPts val="0"/>
              </a:spcBef>
              <a:spcAft>
                <a:spcPts val="0"/>
              </a:spcAft>
              <a:buSzPts val="900"/>
              <a:buFont typeface="Lexend"/>
              <a:buNone/>
              <a:defRPr sz="900">
                <a:latin typeface="Lexend"/>
                <a:ea typeface="Lexend"/>
                <a:cs typeface="Lexend"/>
                <a:sym typeface="Lexe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20" name="Google Shape;20;p3"/>
          <p:cNvSpPr txBox="1"/>
          <p:nvPr>
            <p:ph idx="4" type="subTitle"/>
          </p:nvPr>
        </p:nvSpPr>
        <p:spPr>
          <a:xfrm>
            <a:off x="4127250" y="3042000"/>
            <a:ext cx="2953200" cy="360000"/>
          </a:xfrm>
          <a:prstGeom prst="rect">
            <a:avLst/>
          </a:prstGeom>
          <a:ln cap="flat" cmpd="sng" w="9525">
            <a:solidFill>
              <a:srgbClr val="B7B7B7"/>
            </a:solidFill>
            <a:prstDash val="solid"/>
            <a:round/>
            <a:headEnd len="sm" w="sm" type="none"/>
            <a:tailEnd len="sm" w="sm" type="none"/>
          </a:ln>
        </p:spPr>
        <p:txBody>
          <a:bodyPr anchorCtr="0" anchor="t" bIns="0" lIns="0" spcFirstLastPara="1" rIns="0" wrap="square" tIns="0">
            <a:normAutofit/>
          </a:bodyPr>
          <a:lstStyle>
            <a:lvl1pPr lvl="0" rtl="0">
              <a:spcBef>
                <a:spcPts val="0"/>
              </a:spcBef>
              <a:spcAft>
                <a:spcPts val="0"/>
              </a:spcAft>
              <a:buSzPts val="1200"/>
              <a:buFont typeface="Lexend"/>
              <a:buNone/>
              <a:defRPr sz="1200">
                <a:latin typeface="Lexend"/>
                <a:ea typeface="Lexend"/>
                <a:cs typeface="Lexend"/>
                <a:sym typeface="Lexe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21" name="Google Shape;21;p3"/>
          <p:cNvSpPr txBox="1"/>
          <p:nvPr>
            <p:ph idx="5" type="subTitle"/>
          </p:nvPr>
        </p:nvSpPr>
        <p:spPr>
          <a:xfrm>
            <a:off x="468000" y="5866375"/>
            <a:ext cx="6581700" cy="4105800"/>
          </a:xfrm>
          <a:prstGeom prst="rect">
            <a:avLst/>
          </a:prstGeom>
          <a:ln cap="flat" cmpd="sng" w="9525">
            <a:solidFill>
              <a:srgbClr val="B7B7B7"/>
            </a:solidFill>
            <a:prstDash val="solid"/>
            <a:round/>
            <a:headEnd len="sm" w="sm" type="none"/>
            <a:tailEnd len="sm" w="sm" type="none"/>
          </a:ln>
        </p:spPr>
        <p:txBody>
          <a:bodyPr anchorCtr="0" anchor="t" bIns="0" lIns="0" spcFirstLastPara="1" rIns="0" wrap="square" tIns="0">
            <a:normAutofit/>
          </a:bodyPr>
          <a:lstStyle>
            <a:lvl1pPr lvl="0" rtl="0">
              <a:spcBef>
                <a:spcPts val="0"/>
              </a:spcBef>
              <a:spcAft>
                <a:spcPts val="0"/>
              </a:spcAft>
              <a:buSzPts val="1200"/>
              <a:buFont typeface="Lexend"/>
              <a:buNone/>
              <a:defRPr sz="1200">
                <a:latin typeface="Lexend"/>
                <a:ea typeface="Lexend"/>
                <a:cs typeface="Lexend"/>
                <a:sym typeface="Lexe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22" name="Google Shape;22;p3"/>
          <p:cNvSpPr txBox="1"/>
          <p:nvPr>
            <p:ph idx="6" type="subTitle"/>
          </p:nvPr>
        </p:nvSpPr>
        <p:spPr>
          <a:xfrm>
            <a:off x="466825" y="3042000"/>
            <a:ext cx="2953200" cy="360000"/>
          </a:xfrm>
          <a:prstGeom prst="rect">
            <a:avLst/>
          </a:prstGeom>
          <a:ln cap="flat" cmpd="sng" w="9525">
            <a:solidFill>
              <a:srgbClr val="B7B7B7"/>
            </a:solidFill>
            <a:prstDash val="solid"/>
            <a:round/>
            <a:headEnd len="sm" w="sm" type="none"/>
            <a:tailEnd len="sm" w="sm" type="none"/>
          </a:ln>
        </p:spPr>
        <p:txBody>
          <a:bodyPr anchorCtr="0" anchor="t" bIns="0" lIns="0" spcFirstLastPara="1" rIns="0" wrap="square" tIns="0">
            <a:normAutofit/>
          </a:bodyPr>
          <a:lstStyle>
            <a:lvl1pPr lvl="0" rtl="0">
              <a:spcBef>
                <a:spcPts val="0"/>
              </a:spcBef>
              <a:spcAft>
                <a:spcPts val="0"/>
              </a:spcAft>
              <a:buSzPts val="1200"/>
              <a:buFont typeface="Lexend"/>
              <a:buNone/>
              <a:defRPr sz="1200">
                <a:latin typeface="Lexend"/>
                <a:ea typeface="Lexend"/>
                <a:cs typeface="Lexend"/>
                <a:sym typeface="Lexe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23" name="Google Shape;23;p3"/>
          <p:cNvSpPr txBox="1"/>
          <p:nvPr>
            <p:ph idx="7" type="subTitle"/>
          </p:nvPr>
        </p:nvSpPr>
        <p:spPr>
          <a:xfrm>
            <a:off x="466825" y="4759500"/>
            <a:ext cx="1945200" cy="360000"/>
          </a:xfrm>
          <a:prstGeom prst="rect">
            <a:avLst/>
          </a:prstGeom>
          <a:ln cap="flat" cmpd="sng" w="9525">
            <a:solidFill>
              <a:srgbClr val="B7B7B7"/>
            </a:solidFill>
            <a:prstDash val="solid"/>
            <a:round/>
            <a:headEnd len="sm" w="sm" type="none"/>
            <a:tailEnd len="sm" w="sm" type="none"/>
          </a:ln>
        </p:spPr>
        <p:txBody>
          <a:bodyPr anchorCtr="0" anchor="t" bIns="0" lIns="0" spcFirstLastPara="1" rIns="0" wrap="square" tIns="0">
            <a:normAutofit/>
          </a:bodyPr>
          <a:lstStyle>
            <a:lvl1pPr lvl="0" rtl="0">
              <a:spcBef>
                <a:spcPts val="0"/>
              </a:spcBef>
              <a:spcAft>
                <a:spcPts val="0"/>
              </a:spcAft>
              <a:buSzPts val="1200"/>
              <a:buFont typeface="Lexend"/>
              <a:buNone/>
              <a:defRPr sz="1200">
                <a:latin typeface="Lexend"/>
                <a:ea typeface="Lexend"/>
                <a:cs typeface="Lexend"/>
                <a:sym typeface="Lexe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24" name="Google Shape;24;p3"/>
          <p:cNvSpPr txBox="1"/>
          <p:nvPr>
            <p:ph idx="8" type="subTitle"/>
          </p:nvPr>
        </p:nvSpPr>
        <p:spPr>
          <a:xfrm>
            <a:off x="5147975" y="4759500"/>
            <a:ext cx="1945200" cy="360000"/>
          </a:xfrm>
          <a:prstGeom prst="rect">
            <a:avLst/>
          </a:prstGeom>
          <a:ln cap="flat" cmpd="sng" w="9525">
            <a:solidFill>
              <a:srgbClr val="B7B7B7"/>
            </a:solidFill>
            <a:prstDash val="solid"/>
            <a:round/>
            <a:headEnd len="sm" w="sm" type="none"/>
            <a:tailEnd len="sm" w="sm" type="none"/>
          </a:ln>
        </p:spPr>
        <p:txBody>
          <a:bodyPr anchorCtr="0" anchor="t" bIns="0" lIns="0" spcFirstLastPara="1" rIns="0" wrap="square" tIns="0">
            <a:normAutofit/>
          </a:bodyPr>
          <a:lstStyle>
            <a:lvl1pPr lvl="0" rtl="0">
              <a:spcBef>
                <a:spcPts val="0"/>
              </a:spcBef>
              <a:spcAft>
                <a:spcPts val="0"/>
              </a:spcAft>
              <a:buSzPts val="1200"/>
              <a:buFont typeface="Lexend"/>
              <a:buNone/>
              <a:defRPr sz="1200">
                <a:latin typeface="Lexend"/>
                <a:ea typeface="Lexend"/>
                <a:cs typeface="Lexend"/>
                <a:sym typeface="Lexe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pic>
        <p:nvPicPr>
          <p:cNvPr id="25" name="Google Shape;25;p3"/>
          <p:cNvPicPr preferRelativeResize="0"/>
          <p:nvPr/>
        </p:nvPicPr>
        <p:blipFill>
          <a:blip r:embed="rId2">
            <a:alphaModFix/>
          </a:blip>
          <a:stretch>
            <a:fillRect/>
          </a:stretch>
        </p:blipFill>
        <p:spPr>
          <a:xfrm>
            <a:off x="6886512" y="10041210"/>
            <a:ext cx="181075" cy="246288"/>
          </a:xfrm>
          <a:prstGeom prst="rect">
            <a:avLst/>
          </a:prstGeom>
          <a:noFill/>
          <a:ln>
            <a:noFill/>
          </a:ln>
        </p:spPr>
      </p:pic>
      <p:pic>
        <p:nvPicPr>
          <p:cNvPr id="26" name="Google Shape;26;p3"/>
          <p:cNvPicPr preferRelativeResize="0"/>
          <p:nvPr/>
        </p:nvPicPr>
        <p:blipFill rotWithShape="1">
          <a:blip r:embed="rId3">
            <a:alphaModFix/>
          </a:blip>
          <a:srcRect b="0" l="4603" r="4603" t="0"/>
          <a:stretch/>
        </p:blipFill>
        <p:spPr>
          <a:xfrm>
            <a:off x="466825" y="698750"/>
            <a:ext cx="6623999" cy="75600"/>
          </a:xfrm>
          <a:prstGeom prst="rect">
            <a:avLst/>
          </a:prstGeom>
          <a:noFill/>
          <a:ln>
            <a:noFill/>
          </a:ln>
        </p:spPr>
      </p:pic>
      <p:grpSp>
        <p:nvGrpSpPr>
          <p:cNvPr id="27" name="Google Shape;27;p3"/>
          <p:cNvGrpSpPr/>
          <p:nvPr/>
        </p:nvGrpSpPr>
        <p:grpSpPr>
          <a:xfrm>
            <a:off x="466900" y="962525"/>
            <a:ext cx="2953200" cy="162000"/>
            <a:chOff x="466900" y="962525"/>
            <a:chExt cx="2953200" cy="162000"/>
          </a:xfrm>
        </p:grpSpPr>
        <p:sp>
          <p:nvSpPr>
            <p:cNvPr id="28" name="Google Shape;28;p3"/>
            <p:cNvSpPr txBox="1"/>
            <p:nvPr/>
          </p:nvSpPr>
          <p:spPr>
            <a:xfrm>
              <a:off x="466900" y="962525"/>
              <a:ext cx="2953200" cy="153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000">
                  <a:solidFill>
                    <a:schemeClr val="dk2"/>
                  </a:solidFill>
                  <a:latin typeface="Lexend"/>
                  <a:ea typeface="Lexend"/>
                  <a:cs typeface="Lexend"/>
                  <a:sym typeface="Lexend"/>
                </a:rPr>
                <a:t>Name</a:t>
              </a:r>
              <a:r>
                <a:rPr b="1" lang="en-GB" sz="1000">
                  <a:solidFill>
                    <a:schemeClr val="dk2"/>
                  </a:solidFill>
                  <a:latin typeface="Lexend"/>
                  <a:ea typeface="Lexend"/>
                  <a:cs typeface="Lexend"/>
                  <a:sym typeface="Lexend"/>
                </a:rPr>
                <a:t>: </a:t>
              </a:r>
              <a:endParaRPr b="1" sz="1000">
                <a:solidFill>
                  <a:schemeClr val="dk2"/>
                </a:solidFill>
                <a:latin typeface="Lexend"/>
                <a:ea typeface="Lexend"/>
                <a:cs typeface="Lexend"/>
                <a:sym typeface="Lexend"/>
              </a:endParaRPr>
            </a:p>
          </p:txBody>
        </p:sp>
        <p:cxnSp>
          <p:nvCxnSpPr>
            <p:cNvPr id="29" name="Google Shape;29;p3"/>
            <p:cNvCxnSpPr/>
            <p:nvPr/>
          </p:nvCxnSpPr>
          <p:spPr>
            <a:xfrm flipH="1" rot="10800000">
              <a:off x="943904" y="1116425"/>
              <a:ext cx="1998900" cy="8100"/>
            </a:xfrm>
            <a:prstGeom prst="straightConnector1">
              <a:avLst/>
            </a:prstGeom>
            <a:noFill/>
            <a:ln cap="flat" cmpd="sng" w="9525">
              <a:solidFill>
                <a:schemeClr val="dk2"/>
              </a:solidFill>
              <a:prstDash val="solid"/>
              <a:round/>
              <a:headEnd len="med" w="med" type="none"/>
              <a:tailEnd len="med" w="med" type="none"/>
            </a:ln>
          </p:spPr>
        </p:cxnSp>
      </p:grpSp>
      <p:pic>
        <p:nvPicPr>
          <p:cNvPr id="30" name="Google Shape;30;p3"/>
          <p:cNvPicPr preferRelativeResize="0"/>
          <p:nvPr/>
        </p:nvPicPr>
        <p:blipFill>
          <a:blip r:embed="rId4">
            <a:alphaModFix/>
          </a:blip>
          <a:stretch>
            <a:fillRect/>
          </a:stretch>
        </p:blipFill>
        <p:spPr>
          <a:xfrm>
            <a:off x="6261625" y="161271"/>
            <a:ext cx="805956" cy="498600"/>
          </a:xfrm>
          <a:prstGeom prst="rect">
            <a:avLst/>
          </a:prstGeom>
          <a:noFill/>
          <a:ln>
            <a:noFill/>
          </a:ln>
        </p:spPr>
      </p:pic>
      <p:sp>
        <p:nvSpPr>
          <p:cNvPr id="31" name="Google Shape;31;p3"/>
          <p:cNvSpPr txBox="1"/>
          <p:nvPr>
            <p:ph idx="9" type="subTitle"/>
          </p:nvPr>
        </p:nvSpPr>
        <p:spPr>
          <a:xfrm>
            <a:off x="466825" y="1369800"/>
            <a:ext cx="6624000" cy="360000"/>
          </a:xfrm>
          <a:prstGeom prst="rect">
            <a:avLst/>
          </a:prstGeom>
        </p:spPr>
        <p:txBody>
          <a:bodyPr anchorCtr="0" anchor="t" bIns="0" lIns="0" spcFirstLastPara="1" rIns="0" wrap="square" tIns="0">
            <a:normAutofit/>
          </a:bodyPr>
          <a:lstStyle>
            <a:lvl1pPr lvl="0" rtl="0">
              <a:spcBef>
                <a:spcPts val="0"/>
              </a:spcBef>
              <a:spcAft>
                <a:spcPts val="0"/>
              </a:spcAft>
              <a:buSzPts val="1400"/>
              <a:buNone/>
              <a:defRPr b="1" sz="1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Tree>
  </p:cSld>
  <p:clrMapOvr>
    <a:masterClrMapping/>
  </p:clrMapOvr>
  <p:extLst>
    <p:ext uri="{DCECCB84-F9BA-43D5-87BE-67443E8EF086}">
      <p15:sldGuideLst>
        <p15:guide id="1" orient="horz" pos="544">
          <p15:clr>
            <a:srgbClr val="D9D9D9"/>
          </p15:clr>
        </p15:guide>
        <p15:guide id="2" orient="horz" pos="1916">
          <p15:clr>
            <a:srgbClr val="D9D9D9"/>
          </p15:clr>
        </p15:guide>
        <p15:guide id="3" orient="horz" pos="3368">
          <p15:clr>
            <a:srgbClr val="D9D9D9"/>
          </p15:clr>
        </p15:guide>
        <p15:guide id="4" orient="horz" pos="4762">
          <p15:clr>
            <a:srgbClr val="D9D9D9"/>
          </p15:clr>
        </p15:guide>
        <p15:guide id="5" pos="295">
          <p15:clr>
            <a:srgbClr val="FF0000"/>
          </p15:clr>
        </p15:guide>
        <p15:guide id="6" pos="4467">
          <p15:clr>
            <a:srgbClr val="FF0000"/>
          </p15:clr>
        </p15:guide>
        <p15:guide id="7" pos="1519">
          <p15:clr>
            <a:srgbClr val="D9D9D9"/>
          </p15:clr>
        </p15:guide>
        <p15:guide id="8" pos="1764">
          <p15:clr>
            <a:srgbClr val="D9D9D9"/>
          </p15:clr>
        </p15:guide>
        <p15:guide id="9" pos="3243">
          <p15:clr>
            <a:srgbClr val="D9D9D9"/>
          </p15:clr>
        </p15:guide>
        <p15:guide id="10" pos="2998">
          <p15:clr>
            <a:srgbClr val="D9D9D9"/>
          </p15:clr>
        </p15:guide>
        <p15:guide id="11" pos="3120">
          <p15:clr>
            <a:srgbClr val="D9D9D9"/>
          </p15:clr>
        </p15:guide>
        <p15:guide id="12" pos="1642">
          <p15:clr>
            <a:srgbClr val="D9D9D9"/>
          </p15:clr>
        </p15:guide>
        <p15:guide id="13" pos="2381">
          <p15:clr>
            <a:srgbClr val="D9D9D9"/>
          </p15:clr>
        </p15:guide>
        <p15:guide id="14" pos="2154">
          <p15:clr>
            <a:srgbClr val="FF0000"/>
          </p15:clr>
        </p15:guide>
        <p15:guide id="15" pos="2608">
          <p15:clr>
            <a:srgbClr val="FF0000"/>
          </p15:clr>
        </p15:guide>
        <p15:guide id="16" orient="horz" pos="227">
          <p15:clr>
            <a:srgbClr val="FF0000"/>
          </p15:clr>
        </p15:guide>
      </p15:sldGuideLst>
    </p:ext>
  </p:extLs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sk 1">
  <p:cSld name="SECTION_HEADER_1_1_1_1_1_1_1_1_1_1">
    <p:spTree>
      <p:nvGrpSpPr>
        <p:cNvPr id="32" name="Shape 32"/>
        <p:cNvGrpSpPr/>
        <p:nvPr/>
      </p:nvGrpSpPr>
      <p:grpSpPr>
        <a:xfrm>
          <a:off x="0" y="0"/>
          <a:ext cx="0" cy="0"/>
          <a:chOff x="0" y="0"/>
          <a:chExt cx="0" cy="0"/>
        </a:xfrm>
      </p:grpSpPr>
      <p:sp>
        <p:nvSpPr>
          <p:cNvPr id="33" name="Google Shape;33;p4"/>
          <p:cNvSpPr txBox="1"/>
          <p:nvPr>
            <p:ph idx="1" type="subTitle"/>
          </p:nvPr>
        </p:nvSpPr>
        <p:spPr>
          <a:xfrm>
            <a:off x="466825" y="1627750"/>
            <a:ext cx="6624000" cy="360000"/>
          </a:xfrm>
          <a:prstGeom prst="rect">
            <a:avLst/>
          </a:prstGeom>
          <a:ln cap="flat" cmpd="sng" w="9525">
            <a:solidFill>
              <a:srgbClr val="B7B7B7"/>
            </a:solidFill>
            <a:prstDash val="solid"/>
            <a:round/>
            <a:headEnd len="sm" w="sm" type="none"/>
            <a:tailEnd len="sm" w="sm" type="none"/>
          </a:ln>
        </p:spPr>
        <p:txBody>
          <a:bodyPr anchorCtr="0" anchor="t" bIns="0" lIns="0" spcFirstLastPara="1" rIns="0" wrap="square" tIns="0">
            <a:normAutofit/>
          </a:bodyPr>
          <a:lstStyle>
            <a:lvl1pPr lvl="0" rtl="0">
              <a:spcBef>
                <a:spcPts val="0"/>
              </a:spcBef>
              <a:spcAft>
                <a:spcPts val="0"/>
              </a:spcAft>
              <a:buSzPts val="1200"/>
              <a:buFont typeface="Lexend"/>
              <a:buNone/>
              <a:defRPr sz="1200">
                <a:latin typeface="Lexend"/>
                <a:ea typeface="Lexend"/>
                <a:cs typeface="Lexend"/>
                <a:sym typeface="Lexe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34" name="Google Shape;34;p4"/>
          <p:cNvSpPr txBox="1"/>
          <p:nvPr>
            <p:ph idx="2" type="subTitle"/>
          </p:nvPr>
        </p:nvSpPr>
        <p:spPr>
          <a:xfrm>
            <a:off x="4127250" y="2889600"/>
            <a:ext cx="2953200" cy="360000"/>
          </a:xfrm>
          <a:prstGeom prst="rect">
            <a:avLst/>
          </a:prstGeom>
          <a:ln cap="flat" cmpd="sng" w="9525">
            <a:solidFill>
              <a:srgbClr val="B7B7B7"/>
            </a:solidFill>
            <a:prstDash val="solid"/>
            <a:round/>
            <a:headEnd len="sm" w="sm" type="none"/>
            <a:tailEnd len="sm" w="sm" type="none"/>
          </a:ln>
        </p:spPr>
        <p:txBody>
          <a:bodyPr anchorCtr="0" anchor="t" bIns="0" lIns="0" spcFirstLastPara="1" rIns="0" wrap="square" tIns="0">
            <a:normAutofit/>
          </a:bodyPr>
          <a:lstStyle>
            <a:lvl1pPr lvl="0" rtl="0">
              <a:spcBef>
                <a:spcPts val="0"/>
              </a:spcBef>
              <a:spcAft>
                <a:spcPts val="0"/>
              </a:spcAft>
              <a:buSzPts val="1200"/>
              <a:buFont typeface="Lexend"/>
              <a:buNone/>
              <a:defRPr sz="1200">
                <a:latin typeface="Lexend"/>
                <a:ea typeface="Lexend"/>
                <a:cs typeface="Lexend"/>
                <a:sym typeface="Lexe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35" name="Google Shape;35;p4"/>
          <p:cNvSpPr txBox="1"/>
          <p:nvPr>
            <p:ph idx="3" type="subTitle"/>
          </p:nvPr>
        </p:nvSpPr>
        <p:spPr>
          <a:xfrm>
            <a:off x="466825" y="2889600"/>
            <a:ext cx="2953200" cy="360000"/>
          </a:xfrm>
          <a:prstGeom prst="rect">
            <a:avLst/>
          </a:prstGeom>
          <a:ln cap="flat" cmpd="sng" w="9525">
            <a:solidFill>
              <a:srgbClr val="B7B7B7"/>
            </a:solidFill>
            <a:prstDash val="solid"/>
            <a:round/>
            <a:headEnd len="sm" w="sm" type="none"/>
            <a:tailEnd len="sm" w="sm" type="none"/>
          </a:ln>
        </p:spPr>
        <p:txBody>
          <a:bodyPr anchorCtr="0" anchor="t" bIns="0" lIns="0" spcFirstLastPara="1" rIns="0" wrap="square" tIns="0">
            <a:normAutofit/>
          </a:bodyPr>
          <a:lstStyle>
            <a:lvl1pPr lvl="0" rtl="0">
              <a:spcBef>
                <a:spcPts val="0"/>
              </a:spcBef>
              <a:spcAft>
                <a:spcPts val="0"/>
              </a:spcAft>
              <a:buSzPts val="1200"/>
              <a:buFont typeface="Lexend"/>
              <a:buNone/>
              <a:defRPr sz="1200">
                <a:latin typeface="Lexend"/>
                <a:ea typeface="Lexend"/>
                <a:cs typeface="Lexend"/>
                <a:sym typeface="Lexe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pic>
        <p:nvPicPr>
          <p:cNvPr id="36" name="Google Shape;36;p4"/>
          <p:cNvPicPr preferRelativeResize="0"/>
          <p:nvPr/>
        </p:nvPicPr>
        <p:blipFill>
          <a:blip r:embed="rId2">
            <a:alphaModFix/>
          </a:blip>
          <a:stretch>
            <a:fillRect/>
          </a:stretch>
        </p:blipFill>
        <p:spPr>
          <a:xfrm>
            <a:off x="6886512" y="10041210"/>
            <a:ext cx="181075" cy="246288"/>
          </a:xfrm>
          <a:prstGeom prst="rect">
            <a:avLst/>
          </a:prstGeom>
          <a:noFill/>
          <a:ln>
            <a:noFill/>
          </a:ln>
        </p:spPr>
      </p:pic>
      <p:sp>
        <p:nvSpPr>
          <p:cNvPr id="37" name="Google Shape;37;p4"/>
          <p:cNvSpPr txBox="1"/>
          <p:nvPr>
            <p:ph idx="4" type="subTitle"/>
          </p:nvPr>
        </p:nvSpPr>
        <p:spPr>
          <a:xfrm>
            <a:off x="466825" y="531600"/>
            <a:ext cx="6624000" cy="360000"/>
          </a:xfrm>
          <a:prstGeom prst="rect">
            <a:avLst/>
          </a:prstGeom>
        </p:spPr>
        <p:txBody>
          <a:bodyPr anchorCtr="0" anchor="t" bIns="0" lIns="0" spcFirstLastPara="1" rIns="0" wrap="square" tIns="0">
            <a:normAutofit/>
          </a:bodyPr>
          <a:lstStyle>
            <a:lvl1pPr lvl="0" rtl="0">
              <a:spcBef>
                <a:spcPts val="0"/>
              </a:spcBef>
              <a:spcAft>
                <a:spcPts val="0"/>
              </a:spcAft>
              <a:buSzPts val="1400"/>
              <a:buNone/>
              <a:defRPr b="1" sz="1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Tree>
  </p:cSld>
  <p:clrMapOvr>
    <a:masterClrMapping/>
  </p:clrMapOvr>
  <p:extLst>
    <p:ext uri="{DCECCB84-F9BA-43D5-87BE-67443E8EF086}">
      <p15:sldGuideLst>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sk 2">
  <p:cSld name="SECTION_HEADER_1_1_1_1_1_1_1_1_1_1_1">
    <p:spTree>
      <p:nvGrpSpPr>
        <p:cNvPr id="38" name="Shape 38"/>
        <p:cNvGrpSpPr/>
        <p:nvPr/>
      </p:nvGrpSpPr>
      <p:grpSpPr>
        <a:xfrm>
          <a:off x="0" y="0"/>
          <a:ext cx="0" cy="0"/>
          <a:chOff x="0" y="0"/>
          <a:chExt cx="0" cy="0"/>
        </a:xfrm>
      </p:grpSpPr>
      <p:sp>
        <p:nvSpPr>
          <p:cNvPr id="39" name="Google Shape;39;p5"/>
          <p:cNvSpPr txBox="1"/>
          <p:nvPr>
            <p:ph idx="1" type="subTitle"/>
          </p:nvPr>
        </p:nvSpPr>
        <p:spPr>
          <a:xfrm>
            <a:off x="2807400" y="1386138"/>
            <a:ext cx="1945200" cy="360000"/>
          </a:xfrm>
          <a:prstGeom prst="rect">
            <a:avLst/>
          </a:prstGeom>
          <a:ln cap="flat" cmpd="sng" w="9525">
            <a:solidFill>
              <a:srgbClr val="B7B7B7"/>
            </a:solidFill>
            <a:prstDash val="solid"/>
            <a:round/>
            <a:headEnd len="sm" w="sm" type="none"/>
            <a:tailEnd len="sm" w="sm" type="none"/>
          </a:ln>
        </p:spPr>
        <p:txBody>
          <a:bodyPr anchorCtr="0" anchor="t" bIns="0" lIns="0" spcFirstLastPara="1" rIns="0" wrap="square" tIns="0">
            <a:normAutofit/>
          </a:bodyPr>
          <a:lstStyle>
            <a:lvl1pPr lvl="0" rtl="0">
              <a:spcBef>
                <a:spcPts val="0"/>
              </a:spcBef>
              <a:spcAft>
                <a:spcPts val="0"/>
              </a:spcAft>
              <a:buSzPts val="1200"/>
              <a:buFont typeface="Lexend"/>
              <a:buNone/>
              <a:defRPr sz="1200">
                <a:latin typeface="Lexend"/>
                <a:ea typeface="Lexend"/>
                <a:cs typeface="Lexend"/>
                <a:sym typeface="Lexe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40" name="Google Shape;40;p5"/>
          <p:cNvSpPr txBox="1"/>
          <p:nvPr>
            <p:ph idx="2" type="subTitle"/>
          </p:nvPr>
        </p:nvSpPr>
        <p:spPr>
          <a:xfrm>
            <a:off x="467950" y="2493013"/>
            <a:ext cx="6624000" cy="4105800"/>
          </a:xfrm>
          <a:prstGeom prst="rect">
            <a:avLst/>
          </a:prstGeom>
          <a:ln cap="flat" cmpd="sng" w="9525">
            <a:solidFill>
              <a:srgbClr val="B7B7B7"/>
            </a:solidFill>
            <a:prstDash val="solid"/>
            <a:round/>
            <a:headEnd len="sm" w="sm" type="none"/>
            <a:tailEnd len="sm" w="sm" type="none"/>
          </a:ln>
        </p:spPr>
        <p:txBody>
          <a:bodyPr anchorCtr="0" anchor="t" bIns="0" lIns="0" spcFirstLastPara="1" rIns="0" wrap="square" tIns="0">
            <a:normAutofit/>
          </a:bodyPr>
          <a:lstStyle>
            <a:lvl1pPr lvl="0" rtl="0">
              <a:spcBef>
                <a:spcPts val="0"/>
              </a:spcBef>
              <a:spcAft>
                <a:spcPts val="0"/>
              </a:spcAft>
              <a:buSzPts val="1200"/>
              <a:buFont typeface="Lexend"/>
              <a:buNone/>
              <a:defRPr sz="1200">
                <a:latin typeface="Lexend"/>
                <a:ea typeface="Lexend"/>
                <a:cs typeface="Lexend"/>
                <a:sym typeface="Lexe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41" name="Google Shape;41;p5"/>
          <p:cNvSpPr txBox="1"/>
          <p:nvPr>
            <p:ph idx="3" type="subTitle"/>
          </p:nvPr>
        </p:nvSpPr>
        <p:spPr>
          <a:xfrm>
            <a:off x="466825" y="1386138"/>
            <a:ext cx="1945200" cy="360000"/>
          </a:xfrm>
          <a:prstGeom prst="rect">
            <a:avLst/>
          </a:prstGeom>
          <a:ln cap="flat" cmpd="sng" w="9525">
            <a:solidFill>
              <a:srgbClr val="B7B7B7"/>
            </a:solidFill>
            <a:prstDash val="solid"/>
            <a:round/>
            <a:headEnd len="sm" w="sm" type="none"/>
            <a:tailEnd len="sm" w="sm" type="none"/>
          </a:ln>
        </p:spPr>
        <p:txBody>
          <a:bodyPr anchorCtr="0" anchor="t" bIns="0" lIns="0" spcFirstLastPara="1" rIns="0" wrap="square" tIns="0">
            <a:normAutofit/>
          </a:bodyPr>
          <a:lstStyle>
            <a:lvl1pPr lvl="0" rtl="0">
              <a:spcBef>
                <a:spcPts val="0"/>
              </a:spcBef>
              <a:spcAft>
                <a:spcPts val="0"/>
              </a:spcAft>
              <a:buSzPts val="1200"/>
              <a:buFont typeface="Lexend"/>
              <a:buNone/>
              <a:defRPr sz="1200">
                <a:latin typeface="Lexend"/>
                <a:ea typeface="Lexend"/>
                <a:cs typeface="Lexend"/>
                <a:sym typeface="Lexe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42" name="Google Shape;42;p5"/>
          <p:cNvSpPr txBox="1"/>
          <p:nvPr>
            <p:ph idx="4" type="subTitle"/>
          </p:nvPr>
        </p:nvSpPr>
        <p:spPr>
          <a:xfrm>
            <a:off x="5147975" y="1386138"/>
            <a:ext cx="1945200" cy="360000"/>
          </a:xfrm>
          <a:prstGeom prst="rect">
            <a:avLst/>
          </a:prstGeom>
          <a:ln cap="flat" cmpd="sng" w="9525">
            <a:solidFill>
              <a:srgbClr val="B7B7B7"/>
            </a:solidFill>
            <a:prstDash val="solid"/>
            <a:round/>
            <a:headEnd len="sm" w="sm" type="none"/>
            <a:tailEnd len="sm" w="sm" type="none"/>
          </a:ln>
        </p:spPr>
        <p:txBody>
          <a:bodyPr anchorCtr="0" anchor="t" bIns="0" lIns="0" spcFirstLastPara="1" rIns="0" wrap="square" tIns="0">
            <a:normAutofit/>
          </a:bodyPr>
          <a:lstStyle>
            <a:lvl1pPr lvl="0" rtl="0">
              <a:spcBef>
                <a:spcPts val="0"/>
              </a:spcBef>
              <a:spcAft>
                <a:spcPts val="0"/>
              </a:spcAft>
              <a:buSzPts val="1200"/>
              <a:buFont typeface="Lexend"/>
              <a:buNone/>
              <a:defRPr sz="1200">
                <a:latin typeface="Lexend"/>
                <a:ea typeface="Lexend"/>
                <a:cs typeface="Lexend"/>
                <a:sym typeface="Lexe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pic>
        <p:nvPicPr>
          <p:cNvPr id="43" name="Google Shape;43;p5"/>
          <p:cNvPicPr preferRelativeResize="0"/>
          <p:nvPr/>
        </p:nvPicPr>
        <p:blipFill>
          <a:blip r:embed="rId2">
            <a:alphaModFix/>
          </a:blip>
          <a:stretch>
            <a:fillRect/>
          </a:stretch>
        </p:blipFill>
        <p:spPr>
          <a:xfrm>
            <a:off x="6886512" y="10041210"/>
            <a:ext cx="181075" cy="246288"/>
          </a:xfrm>
          <a:prstGeom prst="rect">
            <a:avLst/>
          </a:prstGeom>
          <a:noFill/>
          <a:ln>
            <a:noFill/>
          </a:ln>
        </p:spPr>
      </p:pic>
      <p:sp>
        <p:nvSpPr>
          <p:cNvPr id="44" name="Google Shape;44;p5"/>
          <p:cNvSpPr txBox="1"/>
          <p:nvPr>
            <p:ph idx="5" type="subTitle"/>
          </p:nvPr>
        </p:nvSpPr>
        <p:spPr>
          <a:xfrm>
            <a:off x="466825" y="531600"/>
            <a:ext cx="6624000" cy="360000"/>
          </a:xfrm>
          <a:prstGeom prst="rect">
            <a:avLst/>
          </a:prstGeom>
        </p:spPr>
        <p:txBody>
          <a:bodyPr anchorCtr="0" anchor="t" bIns="0" lIns="0" spcFirstLastPara="1" rIns="0" wrap="square" tIns="0">
            <a:normAutofit/>
          </a:bodyPr>
          <a:lstStyle>
            <a:lvl1pPr lvl="0" rtl="0">
              <a:spcBef>
                <a:spcPts val="0"/>
              </a:spcBef>
              <a:spcAft>
                <a:spcPts val="0"/>
              </a:spcAft>
              <a:buSzPts val="1400"/>
              <a:buNone/>
              <a:defRPr b="1" sz="1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Tree>
  </p:cSld>
  <p:clrMapOvr>
    <a:masterClrMapping/>
  </p:clrMapOvr>
  <p:extLst>
    <p:ext uri="{DCECCB84-F9BA-43D5-87BE-67443E8EF086}">
      <p15:sldGuideLst>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sk 3">
  <p:cSld name="SECTION_HEADER_1_1_1_1_1_1_1_1_1_1_1_2">
    <p:spTree>
      <p:nvGrpSpPr>
        <p:cNvPr id="45" name="Shape 45"/>
        <p:cNvGrpSpPr/>
        <p:nvPr/>
      </p:nvGrpSpPr>
      <p:grpSpPr>
        <a:xfrm>
          <a:off x="0" y="0"/>
          <a:ext cx="0" cy="0"/>
          <a:chOff x="0" y="0"/>
          <a:chExt cx="0" cy="0"/>
        </a:xfrm>
      </p:grpSpPr>
      <p:sp>
        <p:nvSpPr>
          <p:cNvPr id="46" name="Google Shape;46;p6"/>
          <p:cNvSpPr txBox="1"/>
          <p:nvPr>
            <p:ph idx="1" type="subTitle"/>
          </p:nvPr>
        </p:nvSpPr>
        <p:spPr>
          <a:xfrm>
            <a:off x="466825" y="3880200"/>
            <a:ext cx="1945200" cy="360000"/>
          </a:xfrm>
          <a:prstGeom prst="rect">
            <a:avLst/>
          </a:prstGeom>
          <a:ln cap="flat" cmpd="sng" w="9525">
            <a:solidFill>
              <a:srgbClr val="B7B7B7"/>
            </a:solidFill>
            <a:prstDash val="solid"/>
            <a:round/>
            <a:headEnd len="sm" w="sm" type="none"/>
            <a:tailEnd len="sm" w="sm" type="none"/>
          </a:ln>
        </p:spPr>
        <p:txBody>
          <a:bodyPr anchorCtr="0" anchor="t" bIns="0" lIns="0" spcFirstLastPara="1" rIns="0" wrap="square" tIns="0">
            <a:normAutofit/>
          </a:bodyPr>
          <a:lstStyle>
            <a:lvl1pPr lvl="0" rtl="0">
              <a:spcBef>
                <a:spcPts val="0"/>
              </a:spcBef>
              <a:spcAft>
                <a:spcPts val="0"/>
              </a:spcAft>
              <a:buSzPts val="1200"/>
              <a:buFont typeface="Lexend"/>
              <a:buNone/>
              <a:defRPr sz="1200">
                <a:latin typeface="Lexend"/>
                <a:ea typeface="Lexend"/>
                <a:cs typeface="Lexend"/>
                <a:sym typeface="Lexe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47" name="Google Shape;47;p6"/>
          <p:cNvSpPr txBox="1"/>
          <p:nvPr>
            <p:ph idx="2" type="subTitle"/>
          </p:nvPr>
        </p:nvSpPr>
        <p:spPr>
          <a:xfrm>
            <a:off x="2807400" y="3880200"/>
            <a:ext cx="1945200" cy="360000"/>
          </a:xfrm>
          <a:prstGeom prst="rect">
            <a:avLst/>
          </a:prstGeom>
          <a:ln cap="flat" cmpd="sng" w="9525">
            <a:solidFill>
              <a:srgbClr val="B7B7B7"/>
            </a:solidFill>
            <a:prstDash val="solid"/>
            <a:round/>
            <a:headEnd len="sm" w="sm" type="none"/>
            <a:tailEnd len="sm" w="sm" type="none"/>
          </a:ln>
        </p:spPr>
        <p:txBody>
          <a:bodyPr anchorCtr="0" anchor="t" bIns="0" lIns="0" spcFirstLastPara="1" rIns="0" wrap="square" tIns="0">
            <a:normAutofit/>
          </a:bodyPr>
          <a:lstStyle>
            <a:lvl1pPr lvl="0" rtl="0">
              <a:spcBef>
                <a:spcPts val="0"/>
              </a:spcBef>
              <a:spcAft>
                <a:spcPts val="0"/>
              </a:spcAft>
              <a:buSzPts val="1200"/>
              <a:buFont typeface="Lexend"/>
              <a:buNone/>
              <a:defRPr sz="1200">
                <a:latin typeface="Lexend"/>
                <a:ea typeface="Lexend"/>
                <a:cs typeface="Lexend"/>
                <a:sym typeface="Lexe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48" name="Google Shape;48;p6"/>
          <p:cNvSpPr txBox="1"/>
          <p:nvPr>
            <p:ph idx="3" type="subTitle"/>
          </p:nvPr>
        </p:nvSpPr>
        <p:spPr>
          <a:xfrm>
            <a:off x="5147975" y="3880200"/>
            <a:ext cx="1945200" cy="360000"/>
          </a:xfrm>
          <a:prstGeom prst="rect">
            <a:avLst/>
          </a:prstGeom>
          <a:ln cap="flat" cmpd="sng" w="9525">
            <a:solidFill>
              <a:srgbClr val="B7B7B7"/>
            </a:solidFill>
            <a:prstDash val="solid"/>
            <a:round/>
            <a:headEnd len="sm" w="sm" type="none"/>
            <a:tailEnd len="sm" w="sm" type="none"/>
          </a:ln>
        </p:spPr>
        <p:txBody>
          <a:bodyPr anchorCtr="0" anchor="t" bIns="0" lIns="0" spcFirstLastPara="1" rIns="0" wrap="square" tIns="0">
            <a:normAutofit/>
          </a:bodyPr>
          <a:lstStyle>
            <a:lvl1pPr lvl="0" rtl="0">
              <a:spcBef>
                <a:spcPts val="0"/>
              </a:spcBef>
              <a:spcAft>
                <a:spcPts val="0"/>
              </a:spcAft>
              <a:buSzPts val="1200"/>
              <a:buFont typeface="Lexend"/>
              <a:buNone/>
              <a:defRPr sz="1200">
                <a:latin typeface="Lexend"/>
                <a:ea typeface="Lexend"/>
                <a:cs typeface="Lexend"/>
                <a:sym typeface="Lexe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49" name="Google Shape;49;p6"/>
          <p:cNvSpPr txBox="1"/>
          <p:nvPr>
            <p:ph idx="4" type="subTitle"/>
          </p:nvPr>
        </p:nvSpPr>
        <p:spPr>
          <a:xfrm>
            <a:off x="466825" y="1702200"/>
            <a:ext cx="6624000" cy="360000"/>
          </a:xfrm>
          <a:prstGeom prst="rect">
            <a:avLst/>
          </a:prstGeom>
          <a:ln cap="flat" cmpd="sng" w="9525">
            <a:solidFill>
              <a:srgbClr val="B7B7B7"/>
            </a:solidFill>
            <a:prstDash val="solid"/>
            <a:round/>
            <a:headEnd len="sm" w="sm" type="none"/>
            <a:tailEnd len="sm" w="sm" type="none"/>
          </a:ln>
        </p:spPr>
        <p:txBody>
          <a:bodyPr anchorCtr="0" anchor="t" bIns="0" lIns="0" spcFirstLastPara="1" rIns="0" wrap="square" tIns="0">
            <a:normAutofit/>
          </a:bodyPr>
          <a:lstStyle>
            <a:lvl1pPr lvl="0" rtl="0">
              <a:spcBef>
                <a:spcPts val="0"/>
              </a:spcBef>
              <a:spcAft>
                <a:spcPts val="0"/>
              </a:spcAft>
              <a:buSzPts val="1200"/>
              <a:buFont typeface="Lexend"/>
              <a:buNone/>
              <a:defRPr sz="1200">
                <a:latin typeface="Lexend"/>
                <a:ea typeface="Lexend"/>
                <a:cs typeface="Lexend"/>
                <a:sym typeface="Lexe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50" name="Google Shape;50;p6"/>
          <p:cNvSpPr txBox="1"/>
          <p:nvPr>
            <p:ph idx="5" type="subTitle"/>
          </p:nvPr>
        </p:nvSpPr>
        <p:spPr>
          <a:xfrm>
            <a:off x="466825" y="2964050"/>
            <a:ext cx="2953200" cy="360000"/>
          </a:xfrm>
          <a:prstGeom prst="rect">
            <a:avLst/>
          </a:prstGeom>
          <a:ln cap="flat" cmpd="sng" w="9525">
            <a:solidFill>
              <a:srgbClr val="B7B7B7"/>
            </a:solidFill>
            <a:prstDash val="solid"/>
            <a:round/>
            <a:headEnd len="sm" w="sm" type="none"/>
            <a:tailEnd len="sm" w="sm" type="none"/>
          </a:ln>
        </p:spPr>
        <p:txBody>
          <a:bodyPr anchorCtr="0" anchor="t" bIns="0" lIns="0" spcFirstLastPara="1" rIns="0" wrap="square" tIns="0">
            <a:normAutofit/>
          </a:bodyPr>
          <a:lstStyle>
            <a:lvl1pPr lvl="0" rtl="0">
              <a:spcBef>
                <a:spcPts val="0"/>
              </a:spcBef>
              <a:spcAft>
                <a:spcPts val="0"/>
              </a:spcAft>
              <a:buSzPts val="1200"/>
              <a:buFont typeface="Lexend"/>
              <a:buNone/>
              <a:defRPr sz="1200">
                <a:latin typeface="Lexend"/>
                <a:ea typeface="Lexend"/>
                <a:cs typeface="Lexend"/>
                <a:sym typeface="Lexe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51" name="Google Shape;51;p6"/>
          <p:cNvSpPr txBox="1"/>
          <p:nvPr>
            <p:ph idx="6" type="subTitle"/>
          </p:nvPr>
        </p:nvSpPr>
        <p:spPr>
          <a:xfrm>
            <a:off x="4127250" y="2964050"/>
            <a:ext cx="2953200" cy="360000"/>
          </a:xfrm>
          <a:prstGeom prst="rect">
            <a:avLst/>
          </a:prstGeom>
          <a:ln cap="flat" cmpd="sng" w="9525">
            <a:solidFill>
              <a:srgbClr val="B7B7B7"/>
            </a:solidFill>
            <a:prstDash val="solid"/>
            <a:round/>
            <a:headEnd len="sm" w="sm" type="none"/>
            <a:tailEnd len="sm" w="sm" type="none"/>
          </a:ln>
        </p:spPr>
        <p:txBody>
          <a:bodyPr anchorCtr="0" anchor="t" bIns="0" lIns="0" spcFirstLastPara="1" rIns="0" wrap="square" tIns="0">
            <a:normAutofit/>
          </a:bodyPr>
          <a:lstStyle>
            <a:lvl1pPr lvl="0" rtl="0">
              <a:spcBef>
                <a:spcPts val="0"/>
              </a:spcBef>
              <a:spcAft>
                <a:spcPts val="0"/>
              </a:spcAft>
              <a:buSzPts val="1200"/>
              <a:buFont typeface="Lexend"/>
              <a:buNone/>
              <a:defRPr sz="1200">
                <a:latin typeface="Lexend"/>
                <a:ea typeface="Lexend"/>
                <a:cs typeface="Lexend"/>
                <a:sym typeface="Lexe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pic>
        <p:nvPicPr>
          <p:cNvPr id="52" name="Google Shape;52;p6"/>
          <p:cNvPicPr preferRelativeResize="0"/>
          <p:nvPr/>
        </p:nvPicPr>
        <p:blipFill>
          <a:blip r:embed="rId2">
            <a:alphaModFix/>
          </a:blip>
          <a:stretch>
            <a:fillRect/>
          </a:stretch>
        </p:blipFill>
        <p:spPr>
          <a:xfrm>
            <a:off x="6886512" y="10041210"/>
            <a:ext cx="181075" cy="246288"/>
          </a:xfrm>
          <a:prstGeom prst="rect">
            <a:avLst/>
          </a:prstGeom>
          <a:noFill/>
          <a:ln>
            <a:noFill/>
          </a:ln>
        </p:spPr>
      </p:pic>
      <p:sp>
        <p:nvSpPr>
          <p:cNvPr id="53" name="Google Shape;53;p6"/>
          <p:cNvSpPr txBox="1"/>
          <p:nvPr>
            <p:ph idx="7" type="subTitle"/>
          </p:nvPr>
        </p:nvSpPr>
        <p:spPr>
          <a:xfrm>
            <a:off x="466825" y="531600"/>
            <a:ext cx="6624000" cy="360000"/>
          </a:xfrm>
          <a:prstGeom prst="rect">
            <a:avLst/>
          </a:prstGeom>
        </p:spPr>
        <p:txBody>
          <a:bodyPr anchorCtr="0" anchor="t" bIns="0" lIns="0" spcFirstLastPara="1" rIns="0" wrap="square" tIns="0">
            <a:normAutofit/>
          </a:bodyPr>
          <a:lstStyle>
            <a:lvl1pPr lvl="0" rtl="0">
              <a:spcBef>
                <a:spcPts val="0"/>
              </a:spcBef>
              <a:spcAft>
                <a:spcPts val="0"/>
              </a:spcAft>
              <a:buSzPts val="1400"/>
              <a:buNone/>
              <a:defRPr b="1" sz="1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Tree>
  </p:cSld>
  <p:clrMapOvr>
    <a:masterClrMapping/>
  </p:clrMapOvr>
  <p:extLst>
    <p:ext uri="{DCECCB84-F9BA-43D5-87BE-67443E8EF086}">
      <p15:sldGuideLst>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sk 4">
  <p:cSld name="SECTION_HEADER_1_1_1_1_1_1_1_1_1_1_1_2_1">
    <p:spTree>
      <p:nvGrpSpPr>
        <p:cNvPr id="54" name="Shape 54"/>
        <p:cNvGrpSpPr/>
        <p:nvPr/>
      </p:nvGrpSpPr>
      <p:grpSpPr>
        <a:xfrm>
          <a:off x="0" y="0"/>
          <a:ext cx="0" cy="0"/>
          <a:chOff x="0" y="0"/>
          <a:chExt cx="0" cy="0"/>
        </a:xfrm>
      </p:grpSpPr>
      <p:sp>
        <p:nvSpPr>
          <p:cNvPr id="55" name="Google Shape;55;p7"/>
          <p:cNvSpPr txBox="1"/>
          <p:nvPr>
            <p:ph idx="1" type="subTitle"/>
          </p:nvPr>
        </p:nvSpPr>
        <p:spPr>
          <a:xfrm>
            <a:off x="468000" y="1327649"/>
            <a:ext cx="6624000" cy="3843600"/>
          </a:xfrm>
          <a:prstGeom prst="rect">
            <a:avLst/>
          </a:prstGeom>
          <a:ln cap="flat" cmpd="sng" w="9525">
            <a:solidFill>
              <a:srgbClr val="B7B7B7"/>
            </a:solidFill>
            <a:prstDash val="solid"/>
            <a:round/>
            <a:headEnd len="sm" w="sm" type="none"/>
            <a:tailEnd len="sm" w="sm" type="none"/>
          </a:ln>
        </p:spPr>
        <p:txBody>
          <a:bodyPr anchorCtr="0" anchor="t" bIns="0" lIns="0" spcFirstLastPara="1" rIns="0" wrap="square" tIns="0">
            <a:normAutofit/>
          </a:bodyPr>
          <a:lstStyle>
            <a:lvl1pPr lvl="0" rtl="0">
              <a:spcBef>
                <a:spcPts val="0"/>
              </a:spcBef>
              <a:spcAft>
                <a:spcPts val="0"/>
              </a:spcAft>
              <a:buSzPts val="1200"/>
              <a:buFont typeface="Lexend"/>
              <a:buNone/>
              <a:defRPr sz="1200">
                <a:latin typeface="Lexend"/>
                <a:ea typeface="Lexend"/>
                <a:cs typeface="Lexend"/>
                <a:sym typeface="Lexe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pic>
        <p:nvPicPr>
          <p:cNvPr id="56" name="Google Shape;56;p7"/>
          <p:cNvPicPr preferRelativeResize="0"/>
          <p:nvPr/>
        </p:nvPicPr>
        <p:blipFill>
          <a:blip r:embed="rId2">
            <a:alphaModFix/>
          </a:blip>
          <a:stretch>
            <a:fillRect/>
          </a:stretch>
        </p:blipFill>
        <p:spPr>
          <a:xfrm>
            <a:off x="6886512" y="10041210"/>
            <a:ext cx="181075" cy="246288"/>
          </a:xfrm>
          <a:prstGeom prst="rect">
            <a:avLst/>
          </a:prstGeom>
          <a:noFill/>
          <a:ln>
            <a:noFill/>
          </a:ln>
        </p:spPr>
      </p:pic>
      <p:sp>
        <p:nvSpPr>
          <p:cNvPr id="57" name="Google Shape;57;p7"/>
          <p:cNvSpPr txBox="1"/>
          <p:nvPr>
            <p:ph idx="2" type="subTitle"/>
          </p:nvPr>
        </p:nvSpPr>
        <p:spPr>
          <a:xfrm>
            <a:off x="466825" y="531600"/>
            <a:ext cx="6624000" cy="360000"/>
          </a:xfrm>
          <a:prstGeom prst="rect">
            <a:avLst/>
          </a:prstGeom>
        </p:spPr>
        <p:txBody>
          <a:bodyPr anchorCtr="0" anchor="t" bIns="0" lIns="0" spcFirstLastPara="1" rIns="0" wrap="square" tIns="0">
            <a:normAutofit/>
          </a:bodyPr>
          <a:lstStyle>
            <a:lvl1pPr lvl="0" rtl="0">
              <a:spcBef>
                <a:spcPts val="0"/>
              </a:spcBef>
              <a:spcAft>
                <a:spcPts val="0"/>
              </a:spcAft>
              <a:buSzPts val="1400"/>
              <a:buNone/>
              <a:defRPr b="1" sz="1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Tree>
  </p:cSld>
  <p:clrMapOvr>
    <a:masterClrMapping/>
  </p:clrMapOvr>
  <p:extLst>
    <p:ext uri="{DCECCB84-F9BA-43D5-87BE-67443E8EF086}">
      <p15:sldGuideLst>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lements to copy and paste">
  <p:cSld name="SECTION_HEADER_1_1_1_1_1_1_1_1_1_1_1_2_1_1">
    <p:spTree>
      <p:nvGrpSpPr>
        <p:cNvPr id="58" name="Shape 58"/>
        <p:cNvGrpSpPr/>
        <p:nvPr/>
      </p:nvGrpSpPr>
      <p:grpSpPr>
        <a:xfrm>
          <a:off x="0" y="0"/>
          <a:ext cx="0" cy="0"/>
          <a:chOff x="0" y="0"/>
          <a:chExt cx="0" cy="0"/>
        </a:xfrm>
      </p:grpSpPr>
      <p:sp>
        <p:nvSpPr>
          <p:cNvPr id="59" name="Google Shape;59;p8"/>
          <p:cNvSpPr txBox="1"/>
          <p:nvPr/>
        </p:nvSpPr>
        <p:spPr>
          <a:xfrm>
            <a:off x="493450" y="416654"/>
            <a:ext cx="6624000" cy="215400"/>
          </a:xfrm>
          <a:prstGeom prst="rect">
            <a:avLst/>
          </a:prstGeom>
          <a:noFill/>
          <a:ln>
            <a:noFill/>
          </a:ln>
        </p:spPr>
        <p:txBody>
          <a:bodyPr anchorCtr="0" anchor="t" bIns="0" lIns="0" spcFirstLastPara="1" rIns="0" wrap="square" tIns="0">
            <a:spAutoFit/>
          </a:bodyPr>
          <a:lstStyle/>
          <a:p>
            <a:pPr indent="0" lvl="0" marL="0" rtl="0" algn="l">
              <a:lnSpc>
                <a:spcPct val="150000"/>
              </a:lnSpc>
              <a:spcBef>
                <a:spcPts val="0"/>
              </a:spcBef>
              <a:spcAft>
                <a:spcPts val="0"/>
              </a:spcAft>
              <a:buNone/>
            </a:pPr>
            <a:r>
              <a:rPr b="1" lang="en-GB">
                <a:latin typeface="Lexend"/>
                <a:ea typeface="Lexend"/>
                <a:cs typeface="Lexend"/>
                <a:sym typeface="Lexend"/>
              </a:rPr>
              <a:t>Elements to copy and paste</a:t>
            </a:r>
            <a:endParaRPr sz="1100">
              <a:latin typeface="Lexend"/>
              <a:ea typeface="Lexend"/>
              <a:cs typeface="Lexend"/>
              <a:sym typeface="Lexend"/>
            </a:endParaRPr>
          </a:p>
        </p:txBody>
      </p:sp>
      <p:pic>
        <p:nvPicPr>
          <p:cNvPr id="60" name="Google Shape;60;p8"/>
          <p:cNvPicPr preferRelativeResize="0"/>
          <p:nvPr/>
        </p:nvPicPr>
        <p:blipFill>
          <a:blip r:embed="rId2">
            <a:alphaModFix/>
          </a:blip>
          <a:stretch>
            <a:fillRect/>
          </a:stretch>
        </p:blipFill>
        <p:spPr>
          <a:xfrm>
            <a:off x="6886512" y="10041210"/>
            <a:ext cx="181075" cy="246288"/>
          </a:xfrm>
          <a:prstGeom prst="rect">
            <a:avLst/>
          </a:prstGeom>
          <a:noFill/>
          <a:ln>
            <a:noFill/>
          </a:ln>
        </p:spPr>
      </p:pic>
    </p:spTree>
  </p:cSld>
  <p:clrMapOvr>
    <a:masterClrMapping/>
  </p:clrMapOvr>
  <p:extLst>
    <p:ext uri="{DCECCB84-F9BA-43D5-87BE-67443E8EF086}">
      <p15:sldGuideLst>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 Title page">
  <p:cSld name="SECTION_HEADER_1_1_1_1_1_1_1_1_1_1_1_2_1_1_1_1_1_2">
    <p:bg>
      <p:bgPr>
        <a:solidFill>
          <a:schemeClr val="lt1"/>
        </a:solidFill>
      </p:bgPr>
    </p:bg>
    <p:spTree>
      <p:nvGrpSpPr>
        <p:cNvPr id="65" name="Shape 65"/>
        <p:cNvGrpSpPr/>
        <p:nvPr/>
      </p:nvGrpSpPr>
      <p:grpSpPr>
        <a:xfrm>
          <a:off x="0" y="0"/>
          <a:ext cx="0" cy="0"/>
          <a:chOff x="0" y="0"/>
          <a:chExt cx="0" cy="0"/>
        </a:xfrm>
      </p:grpSpPr>
      <p:pic>
        <p:nvPicPr>
          <p:cNvPr id="66" name="Google Shape;66;p10"/>
          <p:cNvPicPr preferRelativeResize="0"/>
          <p:nvPr/>
        </p:nvPicPr>
        <p:blipFill>
          <a:blip r:embed="rId2">
            <a:alphaModFix/>
          </a:blip>
          <a:stretch>
            <a:fillRect/>
          </a:stretch>
        </p:blipFill>
        <p:spPr>
          <a:xfrm>
            <a:off x="6910937" y="9972010"/>
            <a:ext cx="181075" cy="246288"/>
          </a:xfrm>
          <a:prstGeom prst="rect">
            <a:avLst/>
          </a:prstGeom>
          <a:noFill/>
          <a:ln>
            <a:noFill/>
          </a:ln>
        </p:spPr>
      </p:pic>
      <p:sp>
        <p:nvSpPr>
          <p:cNvPr id="67" name="Google Shape;67;p10"/>
          <p:cNvSpPr txBox="1"/>
          <p:nvPr>
            <p:ph idx="12" type="sldNum"/>
          </p:nvPr>
        </p:nvSpPr>
        <p:spPr>
          <a:xfrm>
            <a:off x="6352325" y="9972000"/>
            <a:ext cx="483300" cy="277200"/>
          </a:xfrm>
          <a:prstGeom prst="rect">
            <a:avLst/>
          </a:prstGeom>
        </p:spPr>
        <p:txBody>
          <a:bodyPr anchorCtr="0" anchor="ctr" bIns="91425" lIns="91425" spcFirstLastPara="1" rIns="91425" wrap="square" tIns="91425">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indent="0" lvl="0" marL="0" rtl="0" algn="r">
              <a:spcBef>
                <a:spcPts val="0"/>
              </a:spcBef>
              <a:spcAft>
                <a:spcPts val="0"/>
              </a:spcAft>
              <a:buNone/>
            </a:pPr>
            <a:fld id="{00000000-1234-1234-1234-123412341234}" type="slidenum">
              <a:rPr lang="en-GB"/>
              <a:t>‹#›</a:t>
            </a:fld>
            <a:endParaRPr/>
          </a:p>
        </p:txBody>
      </p:sp>
      <p:sp>
        <p:nvSpPr>
          <p:cNvPr id="68" name="Google Shape;68;p10"/>
          <p:cNvSpPr txBox="1"/>
          <p:nvPr>
            <p:ph type="title"/>
          </p:nvPr>
        </p:nvSpPr>
        <p:spPr>
          <a:xfrm>
            <a:off x="468000" y="864000"/>
            <a:ext cx="6624000" cy="360000"/>
          </a:xfrm>
          <a:prstGeom prst="rect">
            <a:avLst/>
          </a:prstGeom>
        </p:spPr>
        <p:txBody>
          <a:bodyPr anchorCtr="0" anchor="ctr" bIns="0" lIns="0" spcFirstLastPara="1" rIns="0" wrap="square" tIns="0">
            <a:spAutoFit/>
          </a:bodyPr>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69" name="Google Shape;69;p10"/>
          <p:cNvPicPr preferRelativeResize="0"/>
          <p:nvPr/>
        </p:nvPicPr>
        <p:blipFill>
          <a:blip r:embed="rId3">
            <a:alphaModFix/>
          </a:blip>
          <a:stretch>
            <a:fillRect/>
          </a:stretch>
        </p:blipFill>
        <p:spPr>
          <a:xfrm>
            <a:off x="5722275" y="215699"/>
            <a:ext cx="504000" cy="504000"/>
          </a:xfrm>
          <a:prstGeom prst="rect">
            <a:avLst/>
          </a:prstGeom>
          <a:noFill/>
          <a:ln>
            <a:noFill/>
          </a:ln>
        </p:spPr>
      </p:pic>
      <p:pic>
        <p:nvPicPr>
          <p:cNvPr id="70" name="Google Shape;70;p10"/>
          <p:cNvPicPr preferRelativeResize="0"/>
          <p:nvPr/>
        </p:nvPicPr>
        <p:blipFill>
          <a:blip r:embed="rId4">
            <a:alphaModFix/>
          </a:blip>
          <a:stretch>
            <a:fillRect/>
          </a:stretch>
        </p:blipFill>
        <p:spPr>
          <a:xfrm>
            <a:off x="468000" y="1242003"/>
            <a:ext cx="6624000" cy="66240"/>
          </a:xfrm>
          <a:prstGeom prst="rect">
            <a:avLst/>
          </a:prstGeom>
          <a:noFill/>
          <a:ln>
            <a:noFill/>
          </a:ln>
        </p:spPr>
      </p:pic>
      <p:sp>
        <p:nvSpPr>
          <p:cNvPr id="71" name="Google Shape;71;p10"/>
          <p:cNvSpPr txBox="1"/>
          <p:nvPr/>
        </p:nvSpPr>
        <p:spPr>
          <a:xfrm>
            <a:off x="6189000" y="360000"/>
            <a:ext cx="903000" cy="184800"/>
          </a:xfrm>
          <a:prstGeom prst="rect">
            <a:avLst/>
          </a:prstGeom>
          <a:noFill/>
          <a:ln>
            <a:noFill/>
          </a:ln>
        </p:spPr>
        <p:txBody>
          <a:bodyPr anchorCtr="0" anchor="ctr" bIns="0" lIns="0" spcFirstLastPara="1" rIns="0" wrap="square" tIns="0">
            <a:spAutoFit/>
          </a:bodyPr>
          <a:lstStyle/>
          <a:p>
            <a:pPr indent="0" lvl="0" marL="0" rtl="0" algn="r">
              <a:spcBef>
                <a:spcPts val="0"/>
              </a:spcBef>
              <a:spcAft>
                <a:spcPts val="0"/>
              </a:spcAft>
              <a:buNone/>
            </a:pPr>
            <a:r>
              <a:rPr b="1" lang="en-GB" sz="1200">
                <a:latin typeface="Lexend"/>
                <a:ea typeface="Lexend"/>
                <a:cs typeface="Lexend"/>
                <a:sym typeface="Lexend"/>
              </a:rPr>
              <a:t>Worksheet</a:t>
            </a:r>
            <a:endParaRPr b="1">
              <a:latin typeface="Lexend"/>
              <a:ea typeface="Lexend"/>
              <a:cs typeface="Lexend"/>
              <a:sym typeface="Lexend"/>
            </a:endParaRPr>
          </a:p>
        </p:txBody>
      </p:sp>
      <p:pic>
        <p:nvPicPr>
          <p:cNvPr id="72" name="Google Shape;72;p10"/>
          <p:cNvPicPr preferRelativeResize="0"/>
          <p:nvPr/>
        </p:nvPicPr>
        <p:blipFill>
          <a:blip r:embed="rId5">
            <a:alphaModFix/>
          </a:blip>
          <a:stretch>
            <a:fillRect/>
          </a:stretch>
        </p:blipFill>
        <p:spPr>
          <a:xfrm>
            <a:off x="428300" y="324000"/>
            <a:ext cx="936000" cy="270612"/>
          </a:xfrm>
          <a:prstGeom prst="rect">
            <a:avLst/>
          </a:prstGeom>
          <a:noFill/>
          <a:ln>
            <a:noFill/>
          </a:ln>
        </p:spPr>
      </p:pic>
      <p:sp>
        <p:nvSpPr>
          <p:cNvPr id="73" name="Google Shape;73;p10"/>
          <p:cNvSpPr txBox="1"/>
          <p:nvPr/>
        </p:nvSpPr>
        <p:spPr>
          <a:xfrm>
            <a:off x="554300" y="360000"/>
            <a:ext cx="763200" cy="1848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b="1" lang="en-GB" sz="1200">
                <a:solidFill>
                  <a:srgbClr val="FFFFFF"/>
                </a:solidFill>
                <a:latin typeface="Lexend"/>
                <a:ea typeface="Lexend"/>
                <a:cs typeface="Lexend"/>
                <a:sym typeface="Lexend"/>
              </a:rPr>
              <a:t>Answers</a:t>
            </a:r>
            <a:endParaRPr b="1" sz="1200">
              <a:solidFill>
                <a:srgbClr val="FFFFFF"/>
              </a:solidFill>
              <a:latin typeface="Lexend"/>
              <a:ea typeface="Lexend"/>
              <a:cs typeface="Lexend"/>
              <a:sym typeface="Lexend"/>
            </a:endParaRPr>
          </a:p>
        </p:txBody>
      </p:sp>
    </p:spTree>
  </p:cSld>
  <p:clrMapOvr>
    <a:masterClrMapping/>
  </p:clrMapOvr>
  <p:extLst>
    <p:ext uri="{DCECCB84-F9BA-43D5-87BE-67443E8EF086}">
      <p15:sldGuideLst>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1 Title page with long title">
  <p:cSld name="SECTION_HEADER_1_1_1_1_1_1_1_1_1_1_1_2_1_1_1_1_1_1_2">
    <p:bg>
      <p:bgPr>
        <a:solidFill>
          <a:schemeClr val="lt1"/>
        </a:solidFill>
      </p:bgPr>
    </p:bg>
    <p:spTree>
      <p:nvGrpSpPr>
        <p:cNvPr id="74" name="Shape 74"/>
        <p:cNvGrpSpPr/>
        <p:nvPr/>
      </p:nvGrpSpPr>
      <p:grpSpPr>
        <a:xfrm>
          <a:off x="0" y="0"/>
          <a:ext cx="0" cy="0"/>
          <a:chOff x="0" y="0"/>
          <a:chExt cx="0" cy="0"/>
        </a:xfrm>
      </p:grpSpPr>
      <p:pic>
        <p:nvPicPr>
          <p:cNvPr id="75" name="Google Shape;75;p11"/>
          <p:cNvPicPr preferRelativeResize="0"/>
          <p:nvPr/>
        </p:nvPicPr>
        <p:blipFill>
          <a:blip r:embed="rId2">
            <a:alphaModFix/>
          </a:blip>
          <a:stretch>
            <a:fillRect/>
          </a:stretch>
        </p:blipFill>
        <p:spPr>
          <a:xfrm>
            <a:off x="6910937" y="9972010"/>
            <a:ext cx="181075" cy="246288"/>
          </a:xfrm>
          <a:prstGeom prst="rect">
            <a:avLst/>
          </a:prstGeom>
          <a:noFill/>
          <a:ln>
            <a:noFill/>
          </a:ln>
        </p:spPr>
      </p:pic>
      <p:sp>
        <p:nvSpPr>
          <p:cNvPr id="76" name="Google Shape;76;p11"/>
          <p:cNvSpPr txBox="1"/>
          <p:nvPr>
            <p:ph idx="12" type="sldNum"/>
          </p:nvPr>
        </p:nvSpPr>
        <p:spPr>
          <a:xfrm>
            <a:off x="6352325" y="9972000"/>
            <a:ext cx="483300" cy="277200"/>
          </a:xfrm>
          <a:prstGeom prst="rect">
            <a:avLst/>
          </a:prstGeom>
        </p:spPr>
        <p:txBody>
          <a:bodyPr anchorCtr="0" anchor="ctr" bIns="91425" lIns="91425" spcFirstLastPara="1" rIns="91425" wrap="square" tIns="91425">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indent="0" lvl="0" marL="0" rtl="0" algn="r">
              <a:spcBef>
                <a:spcPts val="0"/>
              </a:spcBef>
              <a:spcAft>
                <a:spcPts val="0"/>
              </a:spcAft>
              <a:buNone/>
            </a:pPr>
            <a:fld id="{00000000-1234-1234-1234-123412341234}" type="slidenum">
              <a:rPr lang="en-GB"/>
              <a:t>‹#›</a:t>
            </a:fld>
            <a:endParaRPr/>
          </a:p>
        </p:txBody>
      </p:sp>
      <p:sp>
        <p:nvSpPr>
          <p:cNvPr id="77" name="Google Shape;77;p11"/>
          <p:cNvSpPr txBox="1"/>
          <p:nvPr>
            <p:ph type="title"/>
          </p:nvPr>
        </p:nvSpPr>
        <p:spPr>
          <a:xfrm>
            <a:off x="468000" y="864000"/>
            <a:ext cx="6624000" cy="360000"/>
          </a:xfrm>
          <a:prstGeom prst="rect">
            <a:avLst/>
          </a:prstGeom>
        </p:spPr>
        <p:txBody>
          <a:bodyPr anchorCtr="0" anchor="ctr" bIns="0" lIns="0" spcFirstLastPara="1" rIns="0" wrap="square" tIns="0">
            <a:spAutoFit/>
          </a:bodyPr>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78" name="Google Shape;78;p11"/>
          <p:cNvPicPr preferRelativeResize="0"/>
          <p:nvPr/>
        </p:nvPicPr>
        <p:blipFill>
          <a:blip r:embed="rId3">
            <a:alphaModFix/>
          </a:blip>
          <a:stretch>
            <a:fillRect/>
          </a:stretch>
        </p:blipFill>
        <p:spPr>
          <a:xfrm>
            <a:off x="468000" y="1543153"/>
            <a:ext cx="6624000" cy="66240"/>
          </a:xfrm>
          <a:prstGeom prst="rect">
            <a:avLst/>
          </a:prstGeom>
          <a:noFill/>
          <a:ln>
            <a:noFill/>
          </a:ln>
        </p:spPr>
      </p:pic>
      <p:pic>
        <p:nvPicPr>
          <p:cNvPr id="79" name="Google Shape;79;p11"/>
          <p:cNvPicPr preferRelativeResize="0"/>
          <p:nvPr/>
        </p:nvPicPr>
        <p:blipFill>
          <a:blip r:embed="rId4">
            <a:alphaModFix/>
          </a:blip>
          <a:stretch>
            <a:fillRect/>
          </a:stretch>
        </p:blipFill>
        <p:spPr>
          <a:xfrm>
            <a:off x="5722275" y="215699"/>
            <a:ext cx="504000" cy="504000"/>
          </a:xfrm>
          <a:prstGeom prst="rect">
            <a:avLst/>
          </a:prstGeom>
          <a:noFill/>
          <a:ln>
            <a:noFill/>
          </a:ln>
        </p:spPr>
      </p:pic>
      <p:sp>
        <p:nvSpPr>
          <p:cNvPr id="80" name="Google Shape;80;p11"/>
          <p:cNvSpPr txBox="1"/>
          <p:nvPr/>
        </p:nvSpPr>
        <p:spPr>
          <a:xfrm>
            <a:off x="6189000" y="360000"/>
            <a:ext cx="903000" cy="184800"/>
          </a:xfrm>
          <a:prstGeom prst="rect">
            <a:avLst/>
          </a:prstGeom>
          <a:noFill/>
          <a:ln>
            <a:noFill/>
          </a:ln>
        </p:spPr>
        <p:txBody>
          <a:bodyPr anchorCtr="0" anchor="ctr" bIns="0" lIns="0" spcFirstLastPara="1" rIns="0" wrap="square" tIns="0">
            <a:spAutoFit/>
          </a:bodyPr>
          <a:lstStyle/>
          <a:p>
            <a:pPr indent="0" lvl="0" marL="0" rtl="0" algn="r">
              <a:spcBef>
                <a:spcPts val="0"/>
              </a:spcBef>
              <a:spcAft>
                <a:spcPts val="0"/>
              </a:spcAft>
              <a:buNone/>
            </a:pPr>
            <a:r>
              <a:rPr b="1" lang="en-GB" sz="1200">
                <a:latin typeface="Lexend"/>
                <a:ea typeface="Lexend"/>
                <a:cs typeface="Lexend"/>
                <a:sym typeface="Lexend"/>
              </a:rPr>
              <a:t>Worksheet</a:t>
            </a:r>
            <a:endParaRPr b="1">
              <a:latin typeface="Lexend"/>
              <a:ea typeface="Lexend"/>
              <a:cs typeface="Lexend"/>
              <a:sym typeface="Lexend"/>
            </a:endParaRPr>
          </a:p>
        </p:txBody>
      </p:sp>
      <p:pic>
        <p:nvPicPr>
          <p:cNvPr id="81" name="Google Shape;81;p11"/>
          <p:cNvPicPr preferRelativeResize="0"/>
          <p:nvPr/>
        </p:nvPicPr>
        <p:blipFill>
          <a:blip r:embed="rId5">
            <a:alphaModFix/>
          </a:blip>
          <a:stretch>
            <a:fillRect/>
          </a:stretch>
        </p:blipFill>
        <p:spPr>
          <a:xfrm>
            <a:off x="428300" y="324000"/>
            <a:ext cx="936000" cy="270612"/>
          </a:xfrm>
          <a:prstGeom prst="rect">
            <a:avLst/>
          </a:prstGeom>
          <a:noFill/>
          <a:ln>
            <a:noFill/>
          </a:ln>
        </p:spPr>
      </p:pic>
      <p:sp>
        <p:nvSpPr>
          <p:cNvPr id="82" name="Google Shape;82;p11"/>
          <p:cNvSpPr txBox="1"/>
          <p:nvPr/>
        </p:nvSpPr>
        <p:spPr>
          <a:xfrm>
            <a:off x="554300" y="360000"/>
            <a:ext cx="763200" cy="1848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b="1" lang="en-GB" sz="1200">
                <a:solidFill>
                  <a:srgbClr val="FFFFFF"/>
                </a:solidFill>
                <a:latin typeface="Lexend"/>
                <a:ea typeface="Lexend"/>
                <a:cs typeface="Lexend"/>
                <a:sym typeface="Lexend"/>
              </a:rPr>
              <a:t>Answers</a:t>
            </a:r>
            <a:endParaRPr b="1" sz="1200">
              <a:solidFill>
                <a:srgbClr val="FFFFFF"/>
              </a:solidFill>
              <a:latin typeface="Lexend"/>
              <a:ea typeface="Lexend"/>
              <a:cs typeface="Lexend"/>
              <a:sym typeface="Lexend"/>
            </a:endParaRPr>
          </a:p>
        </p:txBody>
      </p:sp>
    </p:spTree>
  </p:cSld>
  <p:clrMapOvr>
    <a:masterClrMapping/>
  </p:clrMapOvr>
  <p:extLst>
    <p:ext uri="{DCECCB84-F9BA-43D5-87BE-67443E8EF086}">
      <p15:sldGuideLst>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 Middle page">
  <p:cSld name="SECTION_HEADER_1_1_1_1_1_1_1_1_1_1_1_2_1_1_1_1_1_1_1_1_2">
    <p:bg>
      <p:bgPr>
        <a:solidFill>
          <a:schemeClr val="lt1"/>
        </a:solidFill>
      </p:bgPr>
    </p:bg>
    <p:spTree>
      <p:nvGrpSpPr>
        <p:cNvPr id="83" name="Shape 83"/>
        <p:cNvGrpSpPr/>
        <p:nvPr/>
      </p:nvGrpSpPr>
      <p:grpSpPr>
        <a:xfrm>
          <a:off x="0" y="0"/>
          <a:ext cx="0" cy="0"/>
          <a:chOff x="0" y="0"/>
          <a:chExt cx="0" cy="0"/>
        </a:xfrm>
      </p:grpSpPr>
      <p:pic>
        <p:nvPicPr>
          <p:cNvPr id="84" name="Google Shape;84;p12"/>
          <p:cNvPicPr preferRelativeResize="0"/>
          <p:nvPr/>
        </p:nvPicPr>
        <p:blipFill>
          <a:blip r:embed="rId2">
            <a:alphaModFix/>
          </a:blip>
          <a:stretch>
            <a:fillRect/>
          </a:stretch>
        </p:blipFill>
        <p:spPr>
          <a:xfrm>
            <a:off x="6910937" y="9972010"/>
            <a:ext cx="181075" cy="246288"/>
          </a:xfrm>
          <a:prstGeom prst="rect">
            <a:avLst/>
          </a:prstGeom>
          <a:noFill/>
          <a:ln>
            <a:noFill/>
          </a:ln>
        </p:spPr>
      </p:pic>
      <p:sp>
        <p:nvSpPr>
          <p:cNvPr id="85" name="Google Shape;85;p12"/>
          <p:cNvSpPr txBox="1"/>
          <p:nvPr>
            <p:ph idx="12" type="sldNum"/>
          </p:nvPr>
        </p:nvSpPr>
        <p:spPr>
          <a:xfrm>
            <a:off x="6352325" y="9972000"/>
            <a:ext cx="483300" cy="277200"/>
          </a:xfrm>
          <a:prstGeom prst="rect">
            <a:avLst/>
          </a:prstGeom>
        </p:spPr>
        <p:txBody>
          <a:bodyPr anchorCtr="0" anchor="ctr" bIns="91425" lIns="91425" spcFirstLastPara="1" rIns="91425" wrap="square" tIns="91425">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indent="0" lvl="0" marL="0" rtl="0" algn="r">
              <a:spcBef>
                <a:spcPts val="0"/>
              </a:spcBef>
              <a:spcAft>
                <a:spcPts val="0"/>
              </a:spcAft>
              <a:buNone/>
            </a:pPr>
            <a:fld id="{00000000-1234-1234-1234-123412341234}" type="slidenum">
              <a:rPr lang="en-GB"/>
              <a:t>‹#›</a:t>
            </a:fld>
            <a:endParaRPr/>
          </a:p>
        </p:txBody>
      </p:sp>
      <p:sp>
        <p:nvSpPr>
          <p:cNvPr id="86" name="Google Shape;86;p12"/>
          <p:cNvSpPr txBox="1"/>
          <p:nvPr/>
        </p:nvSpPr>
        <p:spPr>
          <a:xfrm>
            <a:off x="6366900" y="360000"/>
            <a:ext cx="726600" cy="138600"/>
          </a:xfrm>
          <a:prstGeom prst="rect">
            <a:avLst/>
          </a:prstGeom>
          <a:noFill/>
          <a:ln>
            <a:noFill/>
          </a:ln>
        </p:spPr>
        <p:txBody>
          <a:bodyPr anchorCtr="0" anchor="ctr" bIns="0" lIns="0" spcFirstLastPara="1" rIns="0" wrap="square" tIns="0">
            <a:spAutoFit/>
          </a:bodyPr>
          <a:lstStyle/>
          <a:p>
            <a:pPr indent="0" lvl="0" marL="0" rtl="0" algn="r">
              <a:spcBef>
                <a:spcPts val="0"/>
              </a:spcBef>
              <a:spcAft>
                <a:spcPts val="0"/>
              </a:spcAft>
              <a:buNone/>
            </a:pPr>
            <a:r>
              <a:rPr b="1" lang="en-GB" sz="900">
                <a:latin typeface="Lexend"/>
                <a:ea typeface="Lexend"/>
                <a:cs typeface="Lexend"/>
                <a:sym typeface="Lexend"/>
              </a:rPr>
              <a:t>Worksheet</a:t>
            </a:r>
            <a:endParaRPr b="1" sz="900">
              <a:latin typeface="Lexend"/>
              <a:ea typeface="Lexend"/>
              <a:cs typeface="Lexend"/>
              <a:sym typeface="Lexend"/>
            </a:endParaRPr>
          </a:p>
        </p:txBody>
      </p:sp>
      <p:sp>
        <p:nvSpPr>
          <p:cNvPr id="87" name="Google Shape;87;p12"/>
          <p:cNvSpPr txBox="1"/>
          <p:nvPr>
            <p:ph idx="1" type="subTitle"/>
          </p:nvPr>
        </p:nvSpPr>
        <p:spPr>
          <a:xfrm>
            <a:off x="1463400" y="360000"/>
            <a:ext cx="4782600" cy="246300"/>
          </a:xfrm>
          <a:prstGeom prst="rect">
            <a:avLst/>
          </a:prstGeom>
          <a:ln>
            <a:noFill/>
          </a:ln>
        </p:spPr>
        <p:txBody>
          <a:bodyPr anchorCtr="0" anchor="t" bIns="0" lIns="0" spcFirstLastPara="1" rIns="0" wrap="square" tIns="0">
            <a:spAutoFit/>
          </a:bodyPr>
          <a:lstStyle>
            <a:lvl1pPr lvl="0" rtl="0">
              <a:spcBef>
                <a:spcPts val="0"/>
              </a:spcBef>
              <a:spcAft>
                <a:spcPts val="0"/>
              </a:spcAft>
              <a:buSzPts val="900"/>
              <a:buFont typeface="Lexend"/>
              <a:buNone/>
              <a:defRPr sz="900">
                <a:latin typeface="Lexend"/>
                <a:ea typeface="Lexend"/>
                <a:cs typeface="Lexend"/>
                <a:sym typeface="Lexend"/>
              </a:defRPr>
            </a:lvl1pPr>
            <a:lvl2pPr lvl="1" rtl="0">
              <a:spcBef>
                <a:spcPts val="0"/>
              </a:spcBef>
              <a:spcAft>
                <a:spcPts val="0"/>
              </a:spcAft>
              <a:buSzPts val="1200"/>
              <a:buNone/>
              <a:defRPr sz="1200"/>
            </a:lvl2pPr>
            <a:lvl3pPr lvl="2" rtl="0">
              <a:spcBef>
                <a:spcPts val="0"/>
              </a:spcBef>
              <a:spcAft>
                <a:spcPts val="0"/>
              </a:spcAft>
              <a:buSzPts val="1200"/>
              <a:buNone/>
              <a:defRPr sz="1200"/>
            </a:lvl3pPr>
            <a:lvl4pPr lvl="3" rtl="0">
              <a:spcBef>
                <a:spcPts val="0"/>
              </a:spcBef>
              <a:spcAft>
                <a:spcPts val="0"/>
              </a:spcAft>
              <a:buSzPts val="1200"/>
              <a:buNone/>
              <a:defRPr sz="1200"/>
            </a:lvl4pPr>
            <a:lvl5pPr lvl="4" rtl="0">
              <a:spcBef>
                <a:spcPts val="0"/>
              </a:spcBef>
              <a:spcAft>
                <a:spcPts val="0"/>
              </a:spcAft>
              <a:buSzPts val="1200"/>
              <a:buNone/>
              <a:defRPr sz="1200"/>
            </a:lvl5pPr>
            <a:lvl6pPr lvl="5" rtl="0">
              <a:spcBef>
                <a:spcPts val="0"/>
              </a:spcBef>
              <a:spcAft>
                <a:spcPts val="0"/>
              </a:spcAft>
              <a:buSzPts val="1200"/>
              <a:buNone/>
              <a:defRPr sz="1200"/>
            </a:lvl6pPr>
            <a:lvl7pPr lvl="6" rtl="0">
              <a:spcBef>
                <a:spcPts val="0"/>
              </a:spcBef>
              <a:spcAft>
                <a:spcPts val="0"/>
              </a:spcAft>
              <a:buSzPts val="1200"/>
              <a:buNone/>
              <a:defRPr sz="1200"/>
            </a:lvl7pPr>
            <a:lvl8pPr lvl="7" rtl="0">
              <a:spcBef>
                <a:spcPts val="0"/>
              </a:spcBef>
              <a:spcAft>
                <a:spcPts val="0"/>
              </a:spcAft>
              <a:buSzPts val="1200"/>
              <a:buNone/>
              <a:defRPr sz="1200"/>
            </a:lvl8pPr>
            <a:lvl9pPr lvl="8" rtl="0">
              <a:spcBef>
                <a:spcPts val="0"/>
              </a:spcBef>
              <a:spcAft>
                <a:spcPts val="0"/>
              </a:spcAft>
              <a:buSzPts val="1200"/>
              <a:buNone/>
              <a:defRPr sz="1200"/>
            </a:lvl9pPr>
          </a:lstStyle>
          <a:p/>
        </p:txBody>
      </p:sp>
      <p:pic>
        <p:nvPicPr>
          <p:cNvPr id="88" name="Google Shape;88;p12"/>
          <p:cNvPicPr preferRelativeResize="0"/>
          <p:nvPr/>
        </p:nvPicPr>
        <p:blipFill>
          <a:blip r:embed="rId3">
            <a:alphaModFix/>
          </a:blip>
          <a:stretch>
            <a:fillRect/>
          </a:stretch>
        </p:blipFill>
        <p:spPr>
          <a:xfrm>
            <a:off x="428300" y="324000"/>
            <a:ext cx="936000" cy="270612"/>
          </a:xfrm>
          <a:prstGeom prst="rect">
            <a:avLst/>
          </a:prstGeom>
          <a:noFill/>
          <a:ln>
            <a:noFill/>
          </a:ln>
        </p:spPr>
      </p:pic>
      <p:sp>
        <p:nvSpPr>
          <p:cNvPr id="89" name="Google Shape;89;p12"/>
          <p:cNvSpPr txBox="1"/>
          <p:nvPr/>
        </p:nvSpPr>
        <p:spPr>
          <a:xfrm>
            <a:off x="554300" y="360000"/>
            <a:ext cx="763200" cy="1848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b="1" lang="en-GB" sz="1200">
                <a:solidFill>
                  <a:srgbClr val="FFFFFF"/>
                </a:solidFill>
                <a:latin typeface="Lexend"/>
                <a:ea typeface="Lexend"/>
                <a:cs typeface="Lexend"/>
                <a:sym typeface="Lexend"/>
              </a:rPr>
              <a:t>Answers</a:t>
            </a:r>
            <a:endParaRPr b="1" sz="1200">
              <a:solidFill>
                <a:srgbClr val="FFFFFF"/>
              </a:solidFill>
              <a:latin typeface="Lexend"/>
              <a:ea typeface="Lexend"/>
              <a:cs typeface="Lexend"/>
              <a:sym typeface="Lexend"/>
            </a:endParaRPr>
          </a:p>
        </p:txBody>
      </p:sp>
    </p:spTree>
  </p:cSld>
  <p:clrMapOvr>
    <a:masterClrMapping/>
  </p:clrMapOvr>
  <p:extLst>
    <p:ext uri="{DCECCB84-F9BA-43D5-87BE-67443E8EF086}">
      <p15:sldGuideLst>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1 Last page">
  <p:cSld name="SECTION_HEADER_1_1_1_1_1_1_1_1_1_1_1_2_1_1_1_1_1_1_1_1_1_3">
    <p:bg>
      <p:bgPr>
        <a:solidFill>
          <a:schemeClr val="lt1"/>
        </a:solidFill>
      </p:bgPr>
    </p:bg>
    <p:spTree>
      <p:nvGrpSpPr>
        <p:cNvPr id="90" name="Shape 90"/>
        <p:cNvGrpSpPr/>
        <p:nvPr/>
      </p:nvGrpSpPr>
      <p:grpSpPr>
        <a:xfrm>
          <a:off x="0" y="0"/>
          <a:ext cx="0" cy="0"/>
          <a:chOff x="0" y="0"/>
          <a:chExt cx="0" cy="0"/>
        </a:xfrm>
      </p:grpSpPr>
      <p:pic>
        <p:nvPicPr>
          <p:cNvPr id="91" name="Google Shape;91;p13"/>
          <p:cNvPicPr preferRelativeResize="0"/>
          <p:nvPr/>
        </p:nvPicPr>
        <p:blipFill>
          <a:blip r:embed="rId2">
            <a:alphaModFix/>
          </a:blip>
          <a:stretch>
            <a:fillRect/>
          </a:stretch>
        </p:blipFill>
        <p:spPr>
          <a:xfrm>
            <a:off x="6910937" y="9972010"/>
            <a:ext cx="181075" cy="246288"/>
          </a:xfrm>
          <a:prstGeom prst="rect">
            <a:avLst/>
          </a:prstGeom>
          <a:noFill/>
          <a:ln>
            <a:noFill/>
          </a:ln>
        </p:spPr>
      </p:pic>
      <p:sp>
        <p:nvSpPr>
          <p:cNvPr id="92" name="Google Shape;92;p13"/>
          <p:cNvSpPr txBox="1"/>
          <p:nvPr>
            <p:ph idx="12" type="sldNum"/>
          </p:nvPr>
        </p:nvSpPr>
        <p:spPr>
          <a:xfrm>
            <a:off x="6352325" y="9972000"/>
            <a:ext cx="483300" cy="277200"/>
          </a:xfrm>
          <a:prstGeom prst="rect">
            <a:avLst/>
          </a:prstGeom>
        </p:spPr>
        <p:txBody>
          <a:bodyPr anchorCtr="0" anchor="ctr" bIns="91425" lIns="91425" spcFirstLastPara="1" rIns="91425" wrap="square" tIns="91425">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indent="0" lvl="0" marL="0" rtl="0" algn="r">
              <a:spcBef>
                <a:spcPts val="0"/>
              </a:spcBef>
              <a:spcAft>
                <a:spcPts val="0"/>
              </a:spcAft>
              <a:buNone/>
            </a:pPr>
            <a:fld id="{00000000-1234-1234-1234-123412341234}" type="slidenum">
              <a:rPr lang="en-GB"/>
              <a:t>‹#›</a:t>
            </a:fld>
            <a:endParaRPr/>
          </a:p>
        </p:txBody>
      </p:sp>
      <p:sp>
        <p:nvSpPr>
          <p:cNvPr id="93" name="Google Shape;93;p13"/>
          <p:cNvSpPr txBox="1"/>
          <p:nvPr/>
        </p:nvSpPr>
        <p:spPr>
          <a:xfrm>
            <a:off x="6366900" y="360000"/>
            <a:ext cx="726600" cy="138600"/>
          </a:xfrm>
          <a:prstGeom prst="rect">
            <a:avLst/>
          </a:prstGeom>
          <a:noFill/>
          <a:ln>
            <a:noFill/>
          </a:ln>
        </p:spPr>
        <p:txBody>
          <a:bodyPr anchorCtr="0" anchor="ctr" bIns="0" lIns="0" spcFirstLastPara="1" rIns="0" wrap="square" tIns="0">
            <a:spAutoFit/>
          </a:bodyPr>
          <a:lstStyle/>
          <a:p>
            <a:pPr indent="0" lvl="0" marL="0" rtl="0" algn="r">
              <a:spcBef>
                <a:spcPts val="0"/>
              </a:spcBef>
              <a:spcAft>
                <a:spcPts val="0"/>
              </a:spcAft>
              <a:buNone/>
            </a:pPr>
            <a:r>
              <a:rPr b="1" lang="en-GB" sz="900">
                <a:latin typeface="Lexend"/>
                <a:ea typeface="Lexend"/>
                <a:cs typeface="Lexend"/>
                <a:sym typeface="Lexend"/>
              </a:rPr>
              <a:t>Worksheet</a:t>
            </a:r>
            <a:endParaRPr b="1" sz="900">
              <a:latin typeface="Lexend"/>
              <a:ea typeface="Lexend"/>
              <a:cs typeface="Lexend"/>
              <a:sym typeface="Lexend"/>
            </a:endParaRPr>
          </a:p>
        </p:txBody>
      </p:sp>
      <p:sp>
        <p:nvSpPr>
          <p:cNvPr id="94" name="Google Shape;94;p13"/>
          <p:cNvSpPr txBox="1"/>
          <p:nvPr>
            <p:ph idx="1" type="subTitle"/>
          </p:nvPr>
        </p:nvSpPr>
        <p:spPr>
          <a:xfrm>
            <a:off x="1463400" y="360000"/>
            <a:ext cx="4782600" cy="246300"/>
          </a:xfrm>
          <a:prstGeom prst="rect">
            <a:avLst/>
          </a:prstGeom>
          <a:ln>
            <a:noFill/>
          </a:ln>
        </p:spPr>
        <p:txBody>
          <a:bodyPr anchorCtr="0" anchor="t" bIns="0" lIns="0" spcFirstLastPara="1" rIns="0" wrap="square" tIns="0">
            <a:spAutoFit/>
          </a:bodyPr>
          <a:lstStyle>
            <a:lvl1pPr lvl="0" rtl="0">
              <a:spcBef>
                <a:spcPts val="0"/>
              </a:spcBef>
              <a:spcAft>
                <a:spcPts val="0"/>
              </a:spcAft>
              <a:buSzPts val="900"/>
              <a:buFont typeface="Lexend"/>
              <a:buNone/>
              <a:defRPr sz="900">
                <a:latin typeface="Lexend"/>
                <a:ea typeface="Lexend"/>
                <a:cs typeface="Lexend"/>
                <a:sym typeface="Lexend"/>
              </a:defRPr>
            </a:lvl1pPr>
            <a:lvl2pPr lvl="1" rtl="0">
              <a:spcBef>
                <a:spcPts val="0"/>
              </a:spcBef>
              <a:spcAft>
                <a:spcPts val="0"/>
              </a:spcAft>
              <a:buSzPts val="1200"/>
              <a:buNone/>
              <a:defRPr sz="1200"/>
            </a:lvl2pPr>
            <a:lvl3pPr lvl="2" rtl="0">
              <a:spcBef>
                <a:spcPts val="0"/>
              </a:spcBef>
              <a:spcAft>
                <a:spcPts val="0"/>
              </a:spcAft>
              <a:buSzPts val="1200"/>
              <a:buNone/>
              <a:defRPr sz="1200"/>
            </a:lvl3pPr>
            <a:lvl4pPr lvl="3" rtl="0">
              <a:spcBef>
                <a:spcPts val="0"/>
              </a:spcBef>
              <a:spcAft>
                <a:spcPts val="0"/>
              </a:spcAft>
              <a:buSzPts val="1200"/>
              <a:buNone/>
              <a:defRPr sz="1200"/>
            </a:lvl4pPr>
            <a:lvl5pPr lvl="4" rtl="0">
              <a:spcBef>
                <a:spcPts val="0"/>
              </a:spcBef>
              <a:spcAft>
                <a:spcPts val="0"/>
              </a:spcAft>
              <a:buSzPts val="1200"/>
              <a:buNone/>
              <a:defRPr sz="1200"/>
            </a:lvl5pPr>
            <a:lvl6pPr lvl="5" rtl="0">
              <a:spcBef>
                <a:spcPts val="0"/>
              </a:spcBef>
              <a:spcAft>
                <a:spcPts val="0"/>
              </a:spcAft>
              <a:buSzPts val="1200"/>
              <a:buNone/>
              <a:defRPr sz="1200"/>
            </a:lvl6pPr>
            <a:lvl7pPr lvl="6" rtl="0">
              <a:spcBef>
                <a:spcPts val="0"/>
              </a:spcBef>
              <a:spcAft>
                <a:spcPts val="0"/>
              </a:spcAft>
              <a:buSzPts val="1200"/>
              <a:buNone/>
              <a:defRPr sz="1200"/>
            </a:lvl7pPr>
            <a:lvl8pPr lvl="7" rtl="0">
              <a:spcBef>
                <a:spcPts val="0"/>
              </a:spcBef>
              <a:spcAft>
                <a:spcPts val="0"/>
              </a:spcAft>
              <a:buSzPts val="1200"/>
              <a:buNone/>
              <a:defRPr sz="1200"/>
            </a:lvl8pPr>
            <a:lvl9pPr lvl="8" rtl="0">
              <a:spcBef>
                <a:spcPts val="0"/>
              </a:spcBef>
              <a:spcAft>
                <a:spcPts val="0"/>
              </a:spcAft>
              <a:buSzPts val="1200"/>
              <a:buNone/>
              <a:defRPr sz="1200"/>
            </a:lvl9pPr>
          </a:lstStyle>
          <a:p/>
        </p:txBody>
      </p:sp>
      <p:pic>
        <p:nvPicPr>
          <p:cNvPr id="95" name="Google Shape;95;p13"/>
          <p:cNvPicPr preferRelativeResize="0"/>
          <p:nvPr/>
        </p:nvPicPr>
        <p:blipFill>
          <a:blip r:embed="rId3">
            <a:alphaModFix/>
          </a:blip>
          <a:stretch>
            <a:fillRect/>
          </a:stretch>
        </p:blipFill>
        <p:spPr>
          <a:xfrm>
            <a:off x="428300" y="324000"/>
            <a:ext cx="936000" cy="270612"/>
          </a:xfrm>
          <a:prstGeom prst="rect">
            <a:avLst/>
          </a:prstGeom>
          <a:noFill/>
          <a:ln>
            <a:noFill/>
          </a:ln>
        </p:spPr>
      </p:pic>
      <p:sp>
        <p:nvSpPr>
          <p:cNvPr id="96" name="Google Shape;96;p13"/>
          <p:cNvSpPr txBox="1"/>
          <p:nvPr/>
        </p:nvSpPr>
        <p:spPr>
          <a:xfrm>
            <a:off x="554300" y="360000"/>
            <a:ext cx="763200" cy="1848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b="1" lang="en-GB" sz="1200">
                <a:solidFill>
                  <a:srgbClr val="FFFFFF"/>
                </a:solidFill>
                <a:latin typeface="Lexend"/>
                <a:ea typeface="Lexend"/>
                <a:cs typeface="Lexend"/>
                <a:sym typeface="Lexend"/>
              </a:rPr>
              <a:t>Answers</a:t>
            </a:r>
            <a:endParaRPr b="1" sz="1200">
              <a:solidFill>
                <a:srgbClr val="FFFFFF"/>
              </a:solidFill>
              <a:latin typeface="Lexend"/>
              <a:ea typeface="Lexend"/>
              <a:cs typeface="Lexend"/>
              <a:sym typeface="Lexend"/>
            </a:endParaRPr>
          </a:p>
        </p:txBody>
      </p:sp>
      <p:sp>
        <p:nvSpPr>
          <p:cNvPr id="97" name="Google Shape;97;p13"/>
          <p:cNvSpPr txBox="1"/>
          <p:nvPr/>
        </p:nvSpPr>
        <p:spPr>
          <a:xfrm>
            <a:off x="468000" y="10152000"/>
            <a:ext cx="6064500" cy="1611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Clr>
                <a:srgbClr val="000000"/>
              </a:buClr>
              <a:buSzPts val="1100"/>
              <a:buFont typeface="Arial"/>
              <a:buNone/>
            </a:pPr>
            <a:r>
              <a:rPr lang="en-GB" sz="900">
                <a:solidFill>
                  <a:srgbClr val="575756"/>
                </a:solidFill>
                <a:latin typeface="Lexend Light"/>
                <a:ea typeface="Lexend Light"/>
                <a:cs typeface="Lexend Light"/>
                <a:sym typeface="Lexend Light"/>
              </a:rPr>
              <a:t>Licensed on the </a:t>
            </a:r>
            <a:r>
              <a:rPr lang="en-GB" sz="900" u="sng">
                <a:solidFill>
                  <a:srgbClr val="575756"/>
                </a:solidFill>
                <a:latin typeface="Lexend Light"/>
                <a:ea typeface="Lexend Light"/>
                <a:cs typeface="Lexend Light"/>
                <a:sym typeface="Lexend Light"/>
                <a:hlinkClick r:id="rId4">
                  <a:extLst>
                    <a:ext uri="{A12FA001-AC4F-418D-AE19-62706E023703}">
                      <ahyp:hlinkClr val="tx"/>
                    </a:ext>
                  </a:extLst>
                </a:hlinkClick>
              </a:rPr>
              <a:t>Open Government Licence v3.0</a:t>
            </a:r>
            <a:r>
              <a:rPr lang="en-GB" sz="900">
                <a:solidFill>
                  <a:srgbClr val="575756"/>
                </a:solidFill>
                <a:latin typeface="Lexend Light"/>
                <a:ea typeface="Lexend Light"/>
                <a:cs typeface="Lexend Light"/>
                <a:sym typeface="Lexend Light"/>
              </a:rPr>
              <a:t>, except where otherwise stated. See </a:t>
            </a:r>
            <a:r>
              <a:rPr lang="en-GB" sz="900" u="sng">
                <a:solidFill>
                  <a:srgbClr val="575756"/>
                </a:solidFill>
                <a:latin typeface="Lexend Light"/>
                <a:ea typeface="Lexend Light"/>
                <a:cs typeface="Lexend Light"/>
                <a:sym typeface="Lexend Light"/>
                <a:hlinkClick r:id="rId5">
                  <a:extLst>
                    <a:ext uri="{A12FA001-AC4F-418D-AE19-62706E023703}">
                      <ahyp:hlinkClr val="tx"/>
                    </a:ext>
                  </a:extLst>
                </a:hlinkClick>
              </a:rPr>
              <a:t>Oak terms &amp; conditions</a:t>
            </a:r>
            <a:r>
              <a:rPr lang="en-GB" sz="900">
                <a:solidFill>
                  <a:srgbClr val="575756"/>
                </a:solidFill>
                <a:latin typeface="Lexend Light"/>
                <a:ea typeface="Lexend Light"/>
                <a:cs typeface="Lexend Light"/>
                <a:sym typeface="Lexend Light"/>
              </a:rPr>
              <a:t>.</a:t>
            </a:r>
            <a:endParaRPr sz="900">
              <a:solidFill>
                <a:srgbClr val="575756"/>
              </a:solidFill>
              <a:latin typeface="Lexend Light"/>
              <a:ea typeface="Lexend Light"/>
              <a:cs typeface="Lexend Light"/>
              <a:sym typeface="Lexend Light"/>
            </a:endParaRPr>
          </a:p>
        </p:txBody>
      </p:sp>
      <p:sp>
        <p:nvSpPr>
          <p:cNvPr id="98" name="Google Shape;98;p13"/>
          <p:cNvSpPr txBox="1"/>
          <p:nvPr/>
        </p:nvSpPr>
        <p:spPr>
          <a:xfrm>
            <a:off x="470550" y="9972000"/>
            <a:ext cx="3515700" cy="161100"/>
          </a:xfrm>
          <a:prstGeom prst="rect">
            <a:avLst/>
          </a:prstGeom>
          <a:noFill/>
          <a:ln>
            <a:noFill/>
          </a:ln>
        </p:spPr>
        <p:txBody>
          <a:bodyPr anchorCtr="0" anchor="b" bIns="0" lIns="0" spcFirstLastPara="1" rIns="0" wrap="square" tIns="0">
            <a:noAutofit/>
          </a:bodyPr>
          <a:lstStyle/>
          <a:p>
            <a:pPr indent="0" lvl="0" marL="0" rtl="0" algn="l">
              <a:lnSpc>
                <a:spcPct val="115000"/>
              </a:lnSpc>
              <a:spcBef>
                <a:spcPts val="0"/>
              </a:spcBef>
              <a:spcAft>
                <a:spcPts val="0"/>
              </a:spcAft>
              <a:buClr>
                <a:srgbClr val="000000"/>
              </a:buClr>
              <a:buSzPts val="1100"/>
              <a:buFont typeface="Arial"/>
              <a:buNone/>
            </a:pPr>
            <a:r>
              <a:rPr b="1" lang="en-GB" sz="900">
                <a:solidFill>
                  <a:srgbClr val="575756"/>
                </a:solidFill>
                <a:latin typeface="Lexend"/>
                <a:ea typeface="Lexend"/>
                <a:cs typeface="Lexend"/>
                <a:sym typeface="Lexend"/>
              </a:rPr>
              <a:t>© Oak National Academy 2024</a:t>
            </a:r>
            <a:r>
              <a:rPr lang="en-GB" sz="900">
                <a:solidFill>
                  <a:srgbClr val="575756"/>
                </a:solidFill>
                <a:latin typeface="Lexend Light"/>
                <a:ea typeface="Lexend Light"/>
                <a:cs typeface="Lexend Light"/>
                <a:sym typeface="Lexend Light"/>
              </a:rPr>
              <a:t>. Produced in partnership with</a:t>
            </a:r>
            <a:endParaRPr sz="900">
              <a:solidFill>
                <a:srgbClr val="575756"/>
              </a:solidFill>
              <a:latin typeface="Lexend Light"/>
              <a:ea typeface="Lexend Light"/>
              <a:cs typeface="Lexend Light"/>
              <a:sym typeface="Lexend Light"/>
            </a:endParaRPr>
          </a:p>
        </p:txBody>
      </p:sp>
      <p:sp>
        <p:nvSpPr>
          <p:cNvPr id="99" name="Google Shape;99;p13"/>
          <p:cNvSpPr txBox="1"/>
          <p:nvPr/>
        </p:nvSpPr>
        <p:spPr>
          <a:xfrm>
            <a:off x="3903375" y="9972000"/>
            <a:ext cx="2722800" cy="161100"/>
          </a:xfrm>
          <a:prstGeom prst="rect">
            <a:avLst/>
          </a:prstGeom>
          <a:noFill/>
          <a:ln>
            <a:noFill/>
          </a:ln>
        </p:spPr>
        <p:txBody>
          <a:bodyPr anchorCtr="0" anchor="b" bIns="0" lIns="0" spcFirstLastPara="1" rIns="0" wrap="square" tIns="0">
            <a:noAutofit/>
          </a:bodyPr>
          <a:lstStyle/>
          <a:p>
            <a:pPr indent="0" lvl="0" marL="0" rtl="0" algn="l">
              <a:lnSpc>
                <a:spcPct val="115000"/>
              </a:lnSpc>
              <a:spcBef>
                <a:spcPts val="0"/>
              </a:spcBef>
              <a:spcAft>
                <a:spcPts val="0"/>
              </a:spcAft>
              <a:buNone/>
            </a:pPr>
            <a:r>
              <a:t/>
            </a:r>
            <a:endParaRPr sz="900">
              <a:solidFill>
                <a:srgbClr val="575756"/>
              </a:solidFill>
              <a:latin typeface="Lexend Light"/>
              <a:ea typeface="Lexend Light"/>
              <a:cs typeface="Lexend Light"/>
              <a:sym typeface="Lexend Light"/>
            </a:endParaRPr>
          </a:p>
        </p:txBody>
      </p:sp>
      <p:sp>
        <p:nvSpPr>
          <p:cNvPr id="100" name="Google Shape;100;p13"/>
          <p:cNvSpPr txBox="1"/>
          <p:nvPr>
            <p:ph idx="2" type="subTitle"/>
          </p:nvPr>
        </p:nvSpPr>
        <p:spPr>
          <a:xfrm>
            <a:off x="3903375" y="9972000"/>
            <a:ext cx="2722800" cy="161100"/>
          </a:xfrm>
          <a:prstGeom prst="rect">
            <a:avLst/>
          </a:prstGeom>
        </p:spPr>
        <p:txBody>
          <a:bodyPr anchorCtr="0" anchor="b" bIns="0" lIns="0" spcFirstLastPara="1" rIns="0" wrap="square" tIns="0">
            <a:normAutofit/>
          </a:bodyPr>
          <a:lstStyle>
            <a:lvl1pPr lvl="0">
              <a:spcBef>
                <a:spcPts val="0"/>
              </a:spcBef>
              <a:spcAft>
                <a:spcPts val="0"/>
              </a:spcAft>
              <a:buClr>
                <a:srgbClr val="575756"/>
              </a:buClr>
              <a:buSzPts val="900"/>
              <a:buFont typeface="Lexend Light"/>
              <a:buNone/>
              <a:defRPr sz="900">
                <a:solidFill>
                  <a:srgbClr val="575756"/>
                </a:solidFill>
                <a:latin typeface="Lexend Light"/>
                <a:ea typeface="Lexend Light"/>
                <a:cs typeface="Lexend Light"/>
                <a:sym typeface="Lexend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extLst>
    <p:ext uri="{DCECCB84-F9BA-43D5-87BE-67443E8EF086}">
      <p15:sldGuideLst>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 Single page worksheet">
  <p:cSld name="SECTION_HEADER_1_1_1_1_1_1_1_1_1_1_1_2_1_1_1_1_1_2_1">
    <p:bg>
      <p:bgPr>
        <a:solidFill>
          <a:schemeClr val="lt1"/>
        </a:solidFill>
      </p:bgPr>
    </p:bg>
    <p:spTree>
      <p:nvGrpSpPr>
        <p:cNvPr id="101" name="Shape 101"/>
        <p:cNvGrpSpPr/>
        <p:nvPr/>
      </p:nvGrpSpPr>
      <p:grpSpPr>
        <a:xfrm>
          <a:off x="0" y="0"/>
          <a:ext cx="0" cy="0"/>
          <a:chOff x="0" y="0"/>
          <a:chExt cx="0" cy="0"/>
        </a:xfrm>
      </p:grpSpPr>
      <p:pic>
        <p:nvPicPr>
          <p:cNvPr id="102" name="Google Shape;102;p14"/>
          <p:cNvPicPr preferRelativeResize="0"/>
          <p:nvPr/>
        </p:nvPicPr>
        <p:blipFill>
          <a:blip r:embed="rId2">
            <a:alphaModFix/>
          </a:blip>
          <a:stretch>
            <a:fillRect/>
          </a:stretch>
        </p:blipFill>
        <p:spPr>
          <a:xfrm>
            <a:off x="6910937" y="9972010"/>
            <a:ext cx="181075" cy="246288"/>
          </a:xfrm>
          <a:prstGeom prst="rect">
            <a:avLst/>
          </a:prstGeom>
          <a:noFill/>
          <a:ln>
            <a:noFill/>
          </a:ln>
        </p:spPr>
      </p:pic>
      <p:sp>
        <p:nvSpPr>
          <p:cNvPr id="103" name="Google Shape;103;p14"/>
          <p:cNvSpPr txBox="1"/>
          <p:nvPr>
            <p:ph idx="12" type="sldNum"/>
          </p:nvPr>
        </p:nvSpPr>
        <p:spPr>
          <a:xfrm>
            <a:off x="6352325" y="9972000"/>
            <a:ext cx="483300" cy="277200"/>
          </a:xfrm>
          <a:prstGeom prst="rect">
            <a:avLst/>
          </a:prstGeom>
        </p:spPr>
        <p:txBody>
          <a:bodyPr anchorCtr="0" anchor="ctr" bIns="91425" lIns="91425" spcFirstLastPara="1" rIns="91425" wrap="square" tIns="91425">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indent="0" lvl="0" marL="0" rtl="0" algn="r">
              <a:spcBef>
                <a:spcPts val="0"/>
              </a:spcBef>
              <a:spcAft>
                <a:spcPts val="0"/>
              </a:spcAft>
              <a:buNone/>
            </a:pPr>
            <a:fld id="{00000000-1234-1234-1234-123412341234}" type="slidenum">
              <a:rPr lang="en-GB"/>
              <a:t>‹#›</a:t>
            </a:fld>
            <a:endParaRPr/>
          </a:p>
        </p:txBody>
      </p:sp>
      <p:sp>
        <p:nvSpPr>
          <p:cNvPr id="104" name="Google Shape;104;p14"/>
          <p:cNvSpPr txBox="1"/>
          <p:nvPr>
            <p:ph type="title"/>
          </p:nvPr>
        </p:nvSpPr>
        <p:spPr>
          <a:xfrm>
            <a:off x="468000" y="864000"/>
            <a:ext cx="6624000" cy="360000"/>
          </a:xfrm>
          <a:prstGeom prst="rect">
            <a:avLst/>
          </a:prstGeom>
        </p:spPr>
        <p:txBody>
          <a:bodyPr anchorCtr="0" anchor="ctr" bIns="0" lIns="0" spcFirstLastPara="1" rIns="0" wrap="square" tIns="0">
            <a:spAutoFit/>
          </a:bodyPr>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105" name="Google Shape;105;p14"/>
          <p:cNvPicPr preferRelativeResize="0"/>
          <p:nvPr/>
        </p:nvPicPr>
        <p:blipFill>
          <a:blip r:embed="rId3">
            <a:alphaModFix/>
          </a:blip>
          <a:stretch>
            <a:fillRect/>
          </a:stretch>
        </p:blipFill>
        <p:spPr>
          <a:xfrm>
            <a:off x="468000" y="1242003"/>
            <a:ext cx="6624000" cy="66240"/>
          </a:xfrm>
          <a:prstGeom prst="rect">
            <a:avLst/>
          </a:prstGeom>
          <a:noFill/>
          <a:ln>
            <a:noFill/>
          </a:ln>
        </p:spPr>
      </p:pic>
      <p:pic>
        <p:nvPicPr>
          <p:cNvPr id="106" name="Google Shape;106;p14"/>
          <p:cNvPicPr preferRelativeResize="0"/>
          <p:nvPr/>
        </p:nvPicPr>
        <p:blipFill>
          <a:blip r:embed="rId4">
            <a:alphaModFix/>
          </a:blip>
          <a:stretch>
            <a:fillRect/>
          </a:stretch>
        </p:blipFill>
        <p:spPr>
          <a:xfrm>
            <a:off x="5722275" y="215699"/>
            <a:ext cx="504000" cy="504000"/>
          </a:xfrm>
          <a:prstGeom prst="rect">
            <a:avLst/>
          </a:prstGeom>
          <a:noFill/>
          <a:ln>
            <a:noFill/>
          </a:ln>
        </p:spPr>
      </p:pic>
      <p:sp>
        <p:nvSpPr>
          <p:cNvPr id="107" name="Google Shape;107;p14"/>
          <p:cNvSpPr txBox="1"/>
          <p:nvPr/>
        </p:nvSpPr>
        <p:spPr>
          <a:xfrm>
            <a:off x="6189000" y="360000"/>
            <a:ext cx="903000" cy="184800"/>
          </a:xfrm>
          <a:prstGeom prst="rect">
            <a:avLst/>
          </a:prstGeom>
          <a:noFill/>
          <a:ln>
            <a:noFill/>
          </a:ln>
        </p:spPr>
        <p:txBody>
          <a:bodyPr anchorCtr="0" anchor="ctr" bIns="0" lIns="0" spcFirstLastPara="1" rIns="0" wrap="square" tIns="0">
            <a:spAutoFit/>
          </a:bodyPr>
          <a:lstStyle/>
          <a:p>
            <a:pPr indent="0" lvl="0" marL="0" rtl="0" algn="r">
              <a:spcBef>
                <a:spcPts val="0"/>
              </a:spcBef>
              <a:spcAft>
                <a:spcPts val="0"/>
              </a:spcAft>
              <a:buNone/>
            </a:pPr>
            <a:r>
              <a:rPr b="1" lang="en-GB" sz="1200">
                <a:latin typeface="Lexend"/>
                <a:ea typeface="Lexend"/>
                <a:cs typeface="Lexend"/>
                <a:sym typeface="Lexend"/>
              </a:rPr>
              <a:t>Worksheet</a:t>
            </a:r>
            <a:endParaRPr b="1">
              <a:latin typeface="Lexend"/>
              <a:ea typeface="Lexend"/>
              <a:cs typeface="Lexend"/>
              <a:sym typeface="Lexend"/>
            </a:endParaRPr>
          </a:p>
        </p:txBody>
      </p:sp>
      <p:pic>
        <p:nvPicPr>
          <p:cNvPr id="108" name="Google Shape;108;p14"/>
          <p:cNvPicPr preferRelativeResize="0"/>
          <p:nvPr/>
        </p:nvPicPr>
        <p:blipFill>
          <a:blip r:embed="rId5">
            <a:alphaModFix/>
          </a:blip>
          <a:stretch>
            <a:fillRect/>
          </a:stretch>
        </p:blipFill>
        <p:spPr>
          <a:xfrm>
            <a:off x="428300" y="324000"/>
            <a:ext cx="936000" cy="270612"/>
          </a:xfrm>
          <a:prstGeom prst="rect">
            <a:avLst/>
          </a:prstGeom>
          <a:noFill/>
          <a:ln>
            <a:noFill/>
          </a:ln>
        </p:spPr>
      </p:pic>
      <p:sp>
        <p:nvSpPr>
          <p:cNvPr id="109" name="Google Shape;109;p14"/>
          <p:cNvSpPr txBox="1"/>
          <p:nvPr/>
        </p:nvSpPr>
        <p:spPr>
          <a:xfrm>
            <a:off x="554300" y="360000"/>
            <a:ext cx="763200" cy="1848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b="1" lang="en-GB" sz="1200">
                <a:solidFill>
                  <a:srgbClr val="FFFFFF"/>
                </a:solidFill>
                <a:latin typeface="Lexend"/>
                <a:ea typeface="Lexend"/>
                <a:cs typeface="Lexend"/>
                <a:sym typeface="Lexend"/>
              </a:rPr>
              <a:t>Answers</a:t>
            </a:r>
            <a:endParaRPr b="1" sz="1200">
              <a:solidFill>
                <a:srgbClr val="FFFFFF"/>
              </a:solidFill>
              <a:latin typeface="Lexend"/>
              <a:ea typeface="Lexend"/>
              <a:cs typeface="Lexend"/>
              <a:sym typeface="Lexend"/>
            </a:endParaRPr>
          </a:p>
        </p:txBody>
      </p:sp>
      <p:sp>
        <p:nvSpPr>
          <p:cNvPr id="110" name="Google Shape;110;p14"/>
          <p:cNvSpPr txBox="1"/>
          <p:nvPr/>
        </p:nvSpPr>
        <p:spPr>
          <a:xfrm>
            <a:off x="468000" y="10152000"/>
            <a:ext cx="6064500" cy="1611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Clr>
                <a:srgbClr val="000000"/>
              </a:buClr>
              <a:buSzPts val="1100"/>
              <a:buFont typeface="Arial"/>
              <a:buNone/>
            </a:pPr>
            <a:r>
              <a:rPr lang="en-GB" sz="900">
                <a:solidFill>
                  <a:srgbClr val="575756"/>
                </a:solidFill>
                <a:latin typeface="Lexend Light"/>
                <a:ea typeface="Lexend Light"/>
                <a:cs typeface="Lexend Light"/>
                <a:sym typeface="Lexend Light"/>
              </a:rPr>
              <a:t>Licensed on the </a:t>
            </a:r>
            <a:r>
              <a:rPr lang="en-GB" sz="900" u="sng">
                <a:solidFill>
                  <a:srgbClr val="575756"/>
                </a:solidFill>
                <a:latin typeface="Lexend Light"/>
                <a:ea typeface="Lexend Light"/>
                <a:cs typeface="Lexend Light"/>
                <a:sym typeface="Lexend Light"/>
                <a:hlinkClick r:id="rId6">
                  <a:extLst>
                    <a:ext uri="{A12FA001-AC4F-418D-AE19-62706E023703}">
                      <ahyp:hlinkClr val="tx"/>
                    </a:ext>
                  </a:extLst>
                </a:hlinkClick>
              </a:rPr>
              <a:t>Open Government Licence v3.0</a:t>
            </a:r>
            <a:r>
              <a:rPr lang="en-GB" sz="900">
                <a:solidFill>
                  <a:srgbClr val="575756"/>
                </a:solidFill>
                <a:latin typeface="Lexend Light"/>
                <a:ea typeface="Lexend Light"/>
                <a:cs typeface="Lexend Light"/>
                <a:sym typeface="Lexend Light"/>
              </a:rPr>
              <a:t>, except where otherwise stated. See </a:t>
            </a:r>
            <a:r>
              <a:rPr lang="en-GB" sz="900" u="sng">
                <a:solidFill>
                  <a:srgbClr val="575756"/>
                </a:solidFill>
                <a:latin typeface="Lexend Light"/>
                <a:ea typeface="Lexend Light"/>
                <a:cs typeface="Lexend Light"/>
                <a:sym typeface="Lexend Light"/>
                <a:hlinkClick r:id="rId7">
                  <a:extLst>
                    <a:ext uri="{A12FA001-AC4F-418D-AE19-62706E023703}">
                      <ahyp:hlinkClr val="tx"/>
                    </a:ext>
                  </a:extLst>
                </a:hlinkClick>
              </a:rPr>
              <a:t>Oak terms &amp; conditions</a:t>
            </a:r>
            <a:r>
              <a:rPr lang="en-GB" sz="900">
                <a:solidFill>
                  <a:srgbClr val="575756"/>
                </a:solidFill>
                <a:latin typeface="Lexend Light"/>
                <a:ea typeface="Lexend Light"/>
                <a:cs typeface="Lexend Light"/>
                <a:sym typeface="Lexend Light"/>
              </a:rPr>
              <a:t>.</a:t>
            </a:r>
            <a:endParaRPr sz="900">
              <a:solidFill>
                <a:srgbClr val="575756"/>
              </a:solidFill>
              <a:latin typeface="Lexend Light"/>
              <a:ea typeface="Lexend Light"/>
              <a:cs typeface="Lexend Light"/>
              <a:sym typeface="Lexend Light"/>
            </a:endParaRPr>
          </a:p>
        </p:txBody>
      </p:sp>
      <p:sp>
        <p:nvSpPr>
          <p:cNvPr id="111" name="Google Shape;111;p14"/>
          <p:cNvSpPr txBox="1"/>
          <p:nvPr/>
        </p:nvSpPr>
        <p:spPr>
          <a:xfrm>
            <a:off x="470550" y="9972000"/>
            <a:ext cx="3515700" cy="161100"/>
          </a:xfrm>
          <a:prstGeom prst="rect">
            <a:avLst/>
          </a:prstGeom>
          <a:noFill/>
          <a:ln>
            <a:noFill/>
          </a:ln>
        </p:spPr>
        <p:txBody>
          <a:bodyPr anchorCtr="0" anchor="b" bIns="0" lIns="0" spcFirstLastPara="1" rIns="0" wrap="square" tIns="0">
            <a:noAutofit/>
          </a:bodyPr>
          <a:lstStyle/>
          <a:p>
            <a:pPr indent="0" lvl="0" marL="0" rtl="0" algn="l">
              <a:lnSpc>
                <a:spcPct val="115000"/>
              </a:lnSpc>
              <a:spcBef>
                <a:spcPts val="0"/>
              </a:spcBef>
              <a:spcAft>
                <a:spcPts val="0"/>
              </a:spcAft>
              <a:buClr>
                <a:srgbClr val="000000"/>
              </a:buClr>
              <a:buSzPts val="1100"/>
              <a:buFont typeface="Arial"/>
              <a:buNone/>
            </a:pPr>
            <a:r>
              <a:rPr b="1" lang="en-GB" sz="900">
                <a:solidFill>
                  <a:srgbClr val="575756"/>
                </a:solidFill>
                <a:latin typeface="Lexend"/>
                <a:ea typeface="Lexend"/>
                <a:cs typeface="Lexend"/>
                <a:sym typeface="Lexend"/>
              </a:rPr>
              <a:t>© Oak National Academy 2024</a:t>
            </a:r>
            <a:r>
              <a:rPr lang="en-GB" sz="900">
                <a:solidFill>
                  <a:srgbClr val="575756"/>
                </a:solidFill>
                <a:latin typeface="Lexend Light"/>
                <a:ea typeface="Lexend Light"/>
                <a:cs typeface="Lexend Light"/>
                <a:sym typeface="Lexend Light"/>
              </a:rPr>
              <a:t>. Produced in partnership with</a:t>
            </a:r>
            <a:endParaRPr sz="900">
              <a:solidFill>
                <a:srgbClr val="575756"/>
              </a:solidFill>
              <a:latin typeface="Lexend Light"/>
              <a:ea typeface="Lexend Light"/>
              <a:cs typeface="Lexend Light"/>
              <a:sym typeface="Lexend Light"/>
            </a:endParaRPr>
          </a:p>
        </p:txBody>
      </p:sp>
      <p:sp>
        <p:nvSpPr>
          <p:cNvPr id="112" name="Google Shape;112;p14"/>
          <p:cNvSpPr txBox="1"/>
          <p:nvPr/>
        </p:nvSpPr>
        <p:spPr>
          <a:xfrm>
            <a:off x="3903375" y="9972000"/>
            <a:ext cx="2722800" cy="161100"/>
          </a:xfrm>
          <a:prstGeom prst="rect">
            <a:avLst/>
          </a:prstGeom>
          <a:noFill/>
          <a:ln>
            <a:noFill/>
          </a:ln>
        </p:spPr>
        <p:txBody>
          <a:bodyPr anchorCtr="0" anchor="b" bIns="0" lIns="0" spcFirstLastPara="1" rIns="0" wrap="square" tIns="0">
            <a:noAutofit/>
          </a:bodyPr>
          <a:lstStyle/>
          <a:p>
            <a:pPr indent="0" lvl="0" marL="0" rtl="0" algn="l">
              <a:lnSpc>
                <a:spcPct val="115000"/>
              </a:lnSpc>
              <a:spcBef>
                <a:spcPts val="0"/>
              </a:spcBef>
              <a:spcAft>
                <a:spcPts val="0"/>
              </a:spcAft>
              <a:buNone/>
            </a:pPr>
            <a:r>
              <a:t/>
            </a:r>
            <a:endParaRPr sz="900">
              <a:solidFill>
                <a:srgbClr val="575756"/>
              </a:solidFill>
              <a:latin typeface="Lexend Light"/>
              <a:ea typeface="Lexend Light"/>
              <a:cs typeface="Lexend Light"/>
              <a:sym typeface="Lexend Light"/>
            </a:endParaRPr>
          </a:p>
        </p:txBody>
      </p:sp>
      <p:sp>
        <p:nvSpPr>
          <p:cNvPr id="113" name="Google Shape;113;p14"/>
          <p:cNvSpPr txBox="1"/>
          <p:nvPr>
            <p:ph idx="1" type="subTitle"/>
          </p:nvPr>
        </p:nvSpPr>
        <p:spPr>
          <a:xfrm>
            <a:off x="3903375" y="9972000"/>
            <a:ext cx="2722800" cy="161100"/>
          </a:xfrm>
          <a:prstGeom prst="rect">
            <a:avLst/>
          </a:prstGeom>
        </p:spPr>
        <p:txBody>
          <a:bodyPr anchorCtr="0" anchor="b" bIns="0" lIns="0" spcFirstLastPara="1" rIns="0" wrap="square" tIns="0">
            <a:normAutofit/>
          </a:bodyPr>
          <a:lstStyle>
            <a:lvl1pPr lvl="0" rtl="0">
              <a:spcBef>
                <a:spcPts val="0"/>
              </a:spcBef>
              <a:spcAft>
                <a:spcPts val="0"/>
              </a:spcAft>
              <a:buClr>
                <a:srgbClr val="575756"/>
              </a:buClr>
              <a:buSzPts val="900"/>
              <a:buFont typeface="Lexend Light"/>
              <a:buNone/>
              <a:defRPr sz="900">
                <a:solidFill>
                  <a:srgbClr val="575756"/>
                </a:solidFill>
                <a:latin typeface="Lexend Light"/>
                <a:ea typeface="Lexend Light"/>
                <a:cs typeface="Lexend Light"/>
                <a:sym typeface="Lexend Light"/>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Tree>
  </p:cSld>
  <p:clrMapOvr>
    <a:masterClrMapping/>
  </p:clrMapOvr>
  <p:extLst>
    <p:ext uri="{DCECCB84-F9BA-43D5-87BE-67443E8EF086}">
      <p15:sldGuideLst>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1 Single page worksheet with long title">
  <p:cSld name="SECTION_HEADER_1_1_1_1_1_1_1_1_1_1_1_2_1_1_1_1_1_1_1">
    <p:bg>
      <p:bgPr>
        <a:solidFill>
          <a:schemeClr val="lt1"/>
        </a:solidFill>
      </p:bgPr>
    </p:bg>
    <p:spTree>
      <p:nvGrpSpPr>
        <p:cNvPr id="114" name="Shape 114"/>
        <p:cNvGrpSpPr/>
        <p:nvPr/>
      </p:nvGrpSpPr>
      <p:grpSpPr>
        <a:xfrm>
          <a:off x="0" y="0"/>
          <a:ext cx="0" cy="0"/>
          <a:chOff x="0" y="0"/>
          <a:chExt cx="0" cy="0"/>
        </a:xfrm>
      </p:grpSpPr>
      <p:pic>
        <p:nvPicPr>
          <p:cNvPr id="115" name="Google Shape;115;p15"/>
          <p:cNvPicPr preferRelativeResize="0"/>
          <p:nvPr/>
        </p:nvPicPr>
        <p:blipFill>
          <a:blip r:embed="rId2">
            <a:alphaModFix/>
          </a:blip>
          <a:stretch>
            <a:fillRect/>
          </a:stretch>
        </p:blipFill>
        <p:spPr>
          <a:xfrm>
            <a:off x="6910937" y="9972010"/>
            <a:ext cx="181075" cy="246288"/>
          </a:xfrm>
          <a:prstGeom prst="rect">
            <a:avLst/>
          </a:prstGeom>
          <a:noFill/>
          <a:ln>
            <a:noFill/>
          </a:ln>
        </p:spPr>
      </p:pic>
      <p:sp>
        <p:nvSpPr>
          <p:cNvPr id="116" name="Google Shape;116;p15"/>
          <p:cNvSpPr txBox="1"/>
          <p:nvPr>
            <p:ph idx="12" type="sldNum"/>
          </p:nvPr>
        </p:nvSpPr>
        <p:spPr>
          <a:xfrm>
            <a:off x="6352325" y="9972000"/>
            <a:ext cx="483300" cy="277200"/>
          </a:xfrm>
          <a:prstGeom prst="rect">
            <a:avLst/>
          </a:prstGeom>
        </p:spPr>
        <p:txBody>
          <a:bodyPr anchorCtr="0" anchor="ctr" bIns="91425" lIns="91425" spcFirstLastPara="1" rIns="91425" wrap="square" tIns="91425">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indent="0" lvl="0" marL="0" rtl="0" algn="r">
              <a:spcBef>
                <a:spcPts val="0"/>
              </a:spcBef>
              <a:spcAft>
                <a:spcPts val="0"/>
              </a:spcAft>
              <a:buNone/>
            </a:pPr>
            <a:fld id="{00000000-1234-1234-1234-123412341234}" type="slidenum">
              <a:rPr lang="en-GB"/>
              <a:t>‹#›</a:t>
            </a:fld>
            <a:endParaRPr/>
          </a:p>
        </p:txBody>
      </p:sp>
      <p:sp>
        <p:nvSpPr>
          <p:cNvPr id="117" name="Google Shape;117;p15"/>
          <p:cNvSpPr txBox="1"/>
          <p:nvPr>
            <p:ph type="title"/>
          </p:nvPr>
        </p:nvSpPr>
        <p:spPr>
          <a:xfrm>
            <a:off x="468000" y="864000"/>
            <a:ext cx="6624000" cy="360000"/>
          </a:xfrm>
          <a:prstGeom prst="rect">
            <a:avLst/>
          </a:prstGeom>
        </p:spPr>
        <p:txBody>
          <a:bodyPr anchorCtr="0" anchor="ctr" bIns="0" lIns="0" spcFirstLastPara="1" rIns="0" wrap="square" tIns="0">
            <a:spAutoFit/>
          </a:bodyPr>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118" name="Google Shape;118;p15"/>
          <p:cNvPicPr preferRelativeResize="0"/>
          <p:nvPr/>
        </p:nvPicPr>
        <p:blipFill>
          <a:blip r:embed="rId3">
            <a:alphaModFix/>
          </a:blip>
          <a:stretch>
            <a:fillRect/>
          </a:stretch>
        </p:blipFill>
        <p:spPr>
          <a:xfrm>
            <a:off x="468000" y="1543153"/>
            <a:ext cx="6624000" cy="66240"/>
          </a:xfrm>
          <a:prstGeom prst="rect">
            <a:avLst/>
          </a:prstGeom>
          <a:noFill/>
          <a:ln>
            <a:noFill/>
          </a:ln>
        </p:spPr>
      </p:pic>
      <p:pic>
        <p:nvPicPr>
          <p:cNvPr id="119" name="Google Shape;119;p15"/>
          <p:cNvPicPr preferRelativeResize="0"/>
          <p:nvPr/>
        </p:nvPicPr>
        <p:blipFill>
          <a:blip r:embed="rId4">
            <a:alphaModFix/>
          </a:blip>
          <a:stretch>
            <a:fillRect/>
          </a:stretch>
        </p:blipFill>
        <p:spPr>
          <a:xfrm>
            <a:off x="5722275" y="215699"/>
            <a:ext cx="504000" cy="504000"/>
          </a:xfrm>
          <a:prstGeom prst="rect">
            <a:avLst/>
          </a:prstGeom>
          <a:noFill/>
          <a:ln>
            <a:noFill/>
          </a:ln>
        </p:spPr>
      </p:pic>
      <p:sp>
        <p:nvSpPr>
          <p:cNvPr id="120" name="Google Shape;120;p15"/>
          <p:cNvSpPr txBox="1"/>
          <p:nvPr/>
        </p:nvSpPr>
        <p:spPr>
          <a:xfrm>
            <a:off x="6189000" y="360000"/>
            <a:ext cx="903000" cy="184800"/>
          </a:xfrm>
          <a:prstGeom prst="rect">
            <a:avLst/>
          </a:prstGeom>
          <a:noFill/>
          <a:ln>
            <a:noFill/>
          </a:ln>
        </p:spPr>
        <p:txBody>
          <a:bodyPr anchorCtr="0" anchor="ctr" bIns="0" lIns="0" spcFirstLastPara="1" rIns="0" wrap="square" tIns="0">
            <a:spAutoFit/>
          </a:bodyPr>
          <a:lstStyle/>
          <a:p>
            <a:pPr indent="0" lvl="0" marL="0" rtl="0" algn="r">
              <a:spcBef>
                <a:spcPts val="0"/>
              </a:spcBef>
              <a:spcAft>
                <a:spcPts val="0"/>
              </a:spcAft>
              <a:buNone/>
            </a:pPr>
            <a:r>
              <a:rPr b="1" lang="en-GB" sz="1200">
                <a:latin typeface="Lexend"/>
                <a:ea typeface="Lexend"/>
                <a:cs typeface="Lexend"/>
                <a:sym typeface="Lexend"/>
              </a:rPr>
              <a:t>Worksheet</a:t>
            </a:r>
            <a:endParaRPr b="1">
              <a:latin typeface="Lexend"/>
              <a:ea typeface="Lexend"/>
              <a:cs typeface="Lexend"/>
              <a:sym typeface="Lexend"/>
            </a:endParaRPr>
          </a:p>
        </p:txBody>
      </p:sp>
      <p:pic>
        <p:nvPicPr>
          <p:cNvPr id="121" name="Google Shape;121;p15"/>
          <p:cNvPicPr preferRelativeResize="0"/>
          <p:nvPr/>
        </p:nvPicPr>
        <p:blipFill>
          <a:blip r:embed="rId5">
            <a:alphaModFix/>
          </a:blip>
          <a:stretch>
            <a:fillRect/>
          </a:stretch>
        </p:blipFill>
        <p:spPr>
          <a:xfrm>
            <a:off x="428300" y="324000"/>
            <a:ext cx="936000" cy="270612"/>
          </a:xfrm>
          <a:prstGeom prst="rect">
            <a:avLst/>
          </a:prstGeom>
          <a:noFill/>
          <a:ln>
            <a:noFill/>
          </a:ln>
        </p:spPr>
      </p:pic>
      <p:sp>
        <p:nvSpPr>
          <p:cNvPr id="122" name="Google Shape;122;p15"/>
          <p:cNvSpPr txBox="1"/>
          <p:nvPr/>
        </p:nvSpPr>
        <p:spPr>
          <a:xfrm>
            <a:off x="554300" y="360000"/>
            <a:ext cx="763200" cy="1848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b="1" lang="en-GB" sz="1200">
                <a:solidFill>
                  <a:srgbClr val="FFFFFF"/>
                </a:solidFill>
                <a:latin typeface="Lexend"/>
                <a:ea typeface="Lexend"/>
                <a:cs typeface="Lexend"/>
                <a:sym typeface="Lexend"/>
              </a:rPr>
              <a:t>Answers</a:t>
            </a:r>
            <a:endParaRPr b="1" sz="1200">
              <a:solidFill>
                <a:srgbClr val="FFFFFF"/>
              </a:solidFill>
              <a:latin typeface="Lexend"/>
              <a:ea typeface="Lexend"/>
              <a:cs typeface="Lexend"/>
              <a:sym typeface="Lexend"/>
            </a:endParaRPr>
          </a:p>
        </p:txBody>
      </p:sp>
      <p:sp>
        <p:nvSpPr>
          <p:cNvPr id="123" name="Google Shape;123;p15"/>
          <p:cNvSpPr txBox="1"/>
          <p:nvPr/>
        </p:nvSpPr>
        <p:spPr>
          <a:xfrm>
            <a:off x="468000" y="10152000"/>
            <a:ext cx="6064500" cy="1611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Clr>
                <a:srgbClr val="000000"/>
              </a:buClr>
              <a:buSzPts val="1100"/>
              <a:buFont typeface="Arial"/>
              <a:buNone/>
            </a:pPr>
            <a:r>
              <a:rPr lang="en-GB" sz="900">
                <a:solidFill>
                  <a:srgbClr val="575756"/>
                </a:solidFill>
                <a:latin typeface="Lexend Light"/>
                <a:ea typeface="Lexend Light"/>
                <a:cs typeface="Lexend Light"/>
                <a:sym typeface="Lexend Light"/>
              </a:rPr>
              <a:t>Licensed on the </a:t>
            </a:r>
            <a:r>
              <a:rPr lang="en-GB" sz="900" u="sng">
                <a:solidFill>
                  <a:srgbClr val="575756"/>
                </a:solidFill>
                <a:latin typeface="Lexend Light"/>
                <a:ea typeface="Lexend Light"/>
                <a:cs typeface="Lexend Light"/>
                <a:sym typeface="Lexend Light"/>
                <a:hlinkClick r:id="rId6">
                  <a:extLst>
                    <a:ext uri="{A12FA001-AC4F-418D-AE19-62706E023703}">
                      <ahyp:hlinkClr val="tx"/>
                    </a:ext>
                  </a:extLst>
                </a:hlinkClick>
              </a:rPr>
              <a:t>Open Government Licence v3.0</a:t>
            </a:r>
            <a:r>
              <a:rPr lang="en-GB" sz="900">
                <a:solidFill>
                  <a:srgbClr val="575756"/>
                </a:solidFill>
                <a:latin typeface="Lexend Light"/>
                <a:ea typeface="Lexend Light"/>
                <a:cs typeface="Lexend Light"/>
                <a:sym typeface="Lexend Light"/>
              </a:rPr>
              <a:t>, except where otherwise stated. See </a:t>
            </a:r>
            <a:r>
              <a:rPr lang="en-GB" sz="900" u="sng">
                <a:solidFill>
                  <a:srgbClr val="575756"/>
                </a:solidFill>
                <a:latin typeface="Lexend Light"/>
                <a:ea typeface="Lexend Light"/>
                <a:cs typeface="Lexend Light"/>
                <a:sym typeface="Lexend Light"/>
                <a:hlinkClick r:id="rId7">
                  <a:extLst>
                    <a:ext uri="{A12FA001-AC4F-418D-AE19-62706E023703}">
                      <ahyp:hlinkClr val="tx"/>
                    </a:ext>
                  </a:extLst>
                </a:hlinkClick>
              </a:rPr>
              <a:t>Oak terms &amp; conditions</a:t>
            </a:r>
            <a:r>
              <a:rPr lang="en-GB" sz="900">
                <a:solidFill>
                  <a:srgbClr val="575756"/>
                </a:solidFill>
                <a:latin typeface="Lexend Light"/>
                <a:ea typeface="Lexend Light"/>
                <a:cs typeface="Lexend Light"/>
                <a:sym typeface="Lexend Light"/>
              </a:rPr>
              <a:t>.</a:t>
            </a:r>
            <a:endParaRPr sz="900">
              <a:solidFill>
                <a:srgbClr val="575756"/>
              </a:solidFill>
              <a:latin typeface="Lexend Light"/>
              <a:ea typeface="Lexend Light"/>
              <a:cs typeface="Lexend Light"/>
              <a:sym typeface="Lexend Light"/>
            </a:endParaRPr>
          </a:p>
        </p:txBody>
      </p:sp>
      <p:sp>
        <p:nvSpPr>
          <p:cNvPr id="124" name="Google Shape;124;p15"/>
          <p:cNvSpPr txBox="1"/>
          <p:nvPr/>
        </p:nvSpPr>
        <p:spPr>
          <a:xfrm>
            <a:off x="470550" y="9972000"/>
            <a:ext cx="3515700" cy="161100"/>
          </a:xfrm>
          <a:prstGeom prst="rect">
            <a:avLst/>
          </a:prstGeom>
          <a:noFill/>
          <a:ln>
            <a:noFill/>
          </a:ln>
        </p:spPr>
        <p:txBody>
          <a:bodyPr anchorCtr="0" anchor="b" bIns="0" lIns="0" spcFirstLastPara="1" rIns="0" wrap="square" tIns="0">
            <a:noAutofit/>
          </a:bodyPr>
          <a:lstStyle/>
          <a:p>
            <a:pPr indent="0" lvl="0" marL="0" rtl="0" algn="l">
              <a:lnSpc>
                <a:spcPct val="115000"/>
              </a:lnSpc>
              <a:spcBef>
                <a:spcPts val="0"/>
              </a:spcBef>
              <a:spcAft>
                <a:spcPts val="0"/>
              </a:spcAft>
              <a:buClr>
                <a:srgbClr val="000000"/>
              </a:buClr>
              <a:buSzPts val="1100"/>
              <a:buFont typeface="Arial"/>
              <a:buNone/>
            </a:pPr>
            <a:r>
              <a:rPr b="1" lang="en-GB" sz="900">
                <a:solidFill>
                  <a:srgbClr val="575756"/>
                </a:solidFill>
                <a:latin typeface="Lexend"/>
                <a:ea typeface="Lexend"/>
                <a:cs typeface="Lexend"/>
                <a:sym typeface="Lexend"/>
              </a:rPr>
              <a:t>© Oak National Academy 2024</a:t>
            </a:r>
            <a:r>
              <a:rPr lang="en-GB" sz="900">
                <a:solidFill>
                  <a:srgbClr val="575756"/>
                </a:solidFill>
                <a:latin typeface="Lexend Light"/>
                <a:ea typeface="Lexend Light"/>
                <a:cs typeface="Lexend Light"/>
                <a:sym typeface="Lexend Light"/>
              </a:rPr>
              <a:t>. Produced in partnership with</a:t>
            </a:r>
            <a:endParaRPr sz="900">
              <a:solidFill>
                <a:srgbClr val="575756"/>
              </a:solidFill>
              <a:latin typeface="Lexend Light"/>
              <a:ea typeface="Lexend Light"/>
              <a:cs typeface="Lexend Light"/>
              <a:sym typeface="Lexend Light"/>
            </a:endParaRPr>
          </a:p>
        </p:txBody>
      </p:sp>
      <p:sp>
        <p:nvSpPr>
          <p:cNvPr id="125" name="Google Shape;125;p15"/>
          <p:cNvSpPr txBox="1"/>
          <p:nvPr/>
        </p:nvSpPr>
        <p:spPr>
          <a:xfrm>
            <a:off x="3903375" y="9972000"/>
            <a:ext cx="2722800" cy="161100"/>
          </a:xfrm>
          <a:prstGeom prst="rect">
            <a:avLst/>
          </a:prstGeom>
          <a:noFill/>
          <a:ln>
            <a:noFill/>
          </a:ln>
        </p:spPr>
        <p:txBody>
          <a:bodyPr anchorCtr="0" anchor="b" bIns="0" lIns="0" spcFirstLastPara="1" rIns="0" wrap="square" tIns="0">
            <a:noAutofit/>
          </a:bodyPr>
          <a:lstStyle/>
          <a:p>
            <a:pPr indent="0" lvl="0" marL="0" rtl="0" algn="l">
              <a:lnSpc>
                <a:spcPct val="115000"/>
              </a:lnSpc>
              <a:spcBef>
                <a:spcPts val="0"/>
              </a:spcBef>
              <a:spcAft>
                <a:spcPts val="0"/>
              </a:spcAft>
              <a:buNone/>
            </a:pPr>
            <a:r>
              <a:t/>
            </a:r>
            <a:endParaRPr sz="900">
              <a:solidFill>
                <a:srgbClr val="575756"/>
              </a:solidFill>
              <a:latin typeface="Lexend Light"/>
              <a:ea typeface="Lexend Light"/>
              <a:cs typeface="Lexend Light"/>
              <a:sym typeface="Lexend Light"/>
            </a:endParaRPr>
          </a:p>
        </p:txBody>
      </p:sp>
      <p:sp>
        <p:nvSpPr>
          <p:cNvPr id="126" name="Google Shape;126;p15"/>
          <p:cNvSpPr txBox="1"/>
          <p:nvPr>
            <p:ph idx="1" type="subTitle"/>
          </p:nvPr>
        </p:nvSpPr>
        <p:spPr>
          <a:xfrm>
            <a:off x="3903375" y="9972000"/>
            <a:ext cx="2722800" cy="161100"/>
          </a:xfrm>
          <a:prstGeom prst="rect">
            <a:avLst/>
          </a:prstGeom>
        </p:spPr>
        <p:txBody>
          <a:bodyPr anchorCtr="0" anchor="b" bIns="0" lIns="0" spcFirstLastPara="1" rIns="0" wrap="square" tIns="0">
            <a:normAutofit/>
          </a:bodyPr>
          <a:lstStyle>
            <a:lvl1pPr lvl="0" rtl="0">
              <a:spcBef>
                <a:spcPts val="0"/>
              </a:spcBef>
              <a:spcAft>
                <a:spcPts val="0"/>
              </a:spcAft>
              <a:buClr>
                <a:srgbClr val="575756"/>
              </a:buClr>
              <a:buSzPts val="900"/>
              <a:buFont typeface="Lexend Light"/>
              <a:buNone/>
              <a:defRPr sz="900">
                <a:solidFill>
                  <a:srgbClr val="575756"/>
                </a:solidFill>
                <a:latin typeface="Lexend Light"/>
                <a:ea typeface="Lexend Light"/>
                <a:cs typeface="Lexend Light"/>
                <a:sym typeface="Lexend Light"/>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Tree>
  </p:cSld>
  <p:clrMapOvr>
    <a:masterClrMapping/>
  </p:clrMapOvr>
  <p:extLst>
    <p:ext uri="{DCECCB84-F9BA-43D5-87BE-67443E8EF086}">
      <p15:sldGuideLst>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 Landscape title page">
  <p:cSld name="SECTION_HEADER_1_1_1_1_1_1_1_1_1_1_1_2_1_1_1_1_1_1_1_1_1_1">
    <p:bg>
      <p:bgPr>
        <a:solidFill>
          <a:schemeClr val="lt1"/>
        </a:solidFill>
      </p:bgPr>
    </p:bg>
    <p:spTree>
      <p:nvGrpSpPr>
        <p:cNvPr id="127" name="Shape 127"/>
        <p:cNvGrpSpPr/>
        <p:nvPr/>
      </p:nvGrpSpPr>
      <p:grpSpPr>
        <a:xfrm>
          <a:off x="0" y="0"/>
          <a:ext cx="0" cy="0"/>
          <a:chOff x="0" y="0"/>
          <a:chExt cx="0" cy="0"/>
        </a:xfrm>
      </p:grpSpPr>
      <p:pic>
        <p:nvPicPr>
          <p:cNvPr id="128" name="Google Shape;128;p16"/>
          <p:cNvPicPr preferRelativeResize="0"/>
          <p:nvPr/>
        </p:nvPicPr>
        <p:blipFill>
          <a:blip r:embed="rId2">
            <a:alphaModFix/>
          </a:blip>
          <a:stretch>
            <a:fillRect/>
          </a:stretch>
        </p:blipFill>
        <p:spPr>
          <a:xfrm rot="-5400000">
            <a:off x="6801934" y="327400"/>
            <a:ext cx="181075" cy="246288"/>
          </a:xfrm>
          <a:prstGeom prst="rect">
            <a:avLst/>
          </a:prstGeom>
          <a:noFill/>
          <a:ln>
            <a:noFill/>
          </a:ln>
        </p:spPr>
      </p:pic>
      <p:sp>
        <p:nvSpPr>
          <p:cNvPr id="129" name="Google Shape;129;p16"/>
          <p:cNvSpPr txBox="1"/>
          <p:nvPr>
            <p:ph idx="12" type="sldNum"/>
          </p:nvPr>
        </p:nvSpPr>
        <p:spPr>
          <a:xfrm rot="-5400000">
            <a:off x="6666268" y="719443"/>
            <a:ext cx="483300" cy="277200"/>
          </a:xfrm>
          <a:prstGeom prst="rect">
            <a:avLst/>
          </a:prstGeom>
        </p:spPr>
        <p:txBody>
          <a:bodyPr anchorCtr="0" anchor="ctr" bIns="91425" lIns="91425" spcFirstLastPara="1" rIns="91425" wrap="square" tIns="91425">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indent="0" lvl="0" marL="0" rtl="0" algn="r">
              <a:spcBef>
                <a:spcPts val="0"/>
              </a:spcBef>
              <a:spcAft>
                <a:spcPts val="0"/>
              </a:spcAft>
              <a:buNone/>
            </a:pPr>
            <a:fld id="{00000000-1234-1234-1234-123412341234}" type="slidenum">
              <a:rPr lang="en-GB"/>
              <a:t>‹#›</a:t>
            </a:fld>
            <a:endParaRPr/>
          </a:p>
        </p:txBody>
      </p:sp>
      <p:sp>
        <p:nvSpPr>
          <p:cNvPr id="130" name="Google Shape;130;p16"/>
          <p:cNvSpPr txBox="1"/>
          <p:nvPr>
            <p:ph type="title"/>
          </p:nvPr>
        </p:nvSpPr>
        <p:spPr>
          <a:xfrm rot="-5400000">
            <a:off x="-3842125" y="5162095"/>
            <a:ext cx="9983700" cy="360000"/>
          </a:xfrm>
          <a:prstGeom prst="rect">
            <a:avLst/>
          </a:prstGeom>
        </p:spPr>
        <p:txBody>
          <a:bodyPr anchorCtr="0" anchor="ctr" bIns="0" lIns="0" spcFirstLastPara="1" rIns="0" wrap="square" tIns="0">
            <a:spAutoFit/>
          </a:bodyPr>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131" name="Google Shape;131;p16"/>
          <p:cNvPicPr preferRelativeResize="0"/>
          <p:nvPr/>
        </p:nvPicPr>
        <p:blipFill>
          <a:blip r:embed="rId3">
            <a:alphaModFix/>
          </a:blip>
          <a:stretch>
            <a:fillRect/>
          </a:stretch>
        </p:blipFill>
        <p:spPr>
          <a:xfrm rot="-5400000">
            <a:off x="-3612750" y="5310727"/>
            <a:ext cx="9987174" cy="66225"/>
          </a:xfrm>
          <a:prstGeom prst="rect">
            <a:avLst/>
          </a:prstGeom>
          <a:noFill/>
          <a:ln>
            <a:noFill/>
          </a:ln>
        </p:spPr>
      </p:pic>
      <p:pic>
        <p:nvPicPr>
          <p:cNvPr id="132" name="Google Shape;132;p16"/>
          <p:cNvPicPr preferRelativeResize="0"/>
          <p:nvPr/>
        </p:nvPicPr>
        <p:blipFill>
          <a:blip r:embed="rId4">
            <a:alphaModFix/>
          </a:blip>
          <a:stretch>
            <a:fillRect/>
          </a:stretch>
        </p:blipFill>
        <p:spPr>
          <a:xfrm rot="-5400000">
            <a:off x="319763" y="1225736"/>
            <a:ext cx="504000" cy="504000"/>
          </a:xfrm>
          <a:prstGeom prst="rect">
            <a:avLst/>
          </a:prstGeom>
          <a:noFill/>
          <a:ln>
            <a:noFill/>
          </a:ln>
        </p:spPr>
      </p:pic>
      <p:sp>
        <p:nvSpPr>
          <p:cNvPr id="133" name="Google Shape;133;p16"/>
          <p:cNvSpPr txBox="1"/>
          <p:nvPr/>
        </p:nvSpPr>
        <p:spPr>
          <a:xfrm rot="-5400000">
            <a:off x="104964" y="719111"/>
            <a:ext cx="903000" cy="184800"/>
          </a:xfrm>
          <a:prstGeom prst="rect">
            <a:avLst/>
          </a:prstGeom>
          <a:noFill/>
          <a:ln>
            <a:noFill/>
          </a:ln>
        </p:spPr>
        <p:txBody>
          <a:bodyPr anchorCtr="0" anchor="ctr" bIns="0" lIns="0" spcFirstLastPara="1" rIns="0" wrap="square" tIns="0">
            <a:spAutoFit/>
          </a:bodyPr>
          <a:lstStyle/>
          <a:p>
            <a:pPr indent="0" lvl="0" marL="0" rtl="0" algn="r">
              <a:spcBef>
                <a:spcPts val="0"/>
              </a:spcBef>
              <a:spcAft>
                <a:spcPts val="0"/>
              </a:spcAft>
              <a:buNone/>
            </a:pPr>
            <a:r>
              <a:rPr b="1" lang="en-GB" sz="1200">
                <a:latin typeface="Lexend"/>
                <a:ea typeface="Lexend"/>
                <a:cs typeface="Lexend"/>
                <a:sym typeface="Lexend"/>
              </a:rPr>
              <a:t>Worksheet</a:t>
            </a:r>
            <a:endParaRPr b="1">
              <a:latin typeface="Lexend"/>
              <a:ea typeface="Lexend"/>
              <a:cs typeface="Lexend"/>
              <a:sym typeface="Lexend"/>
            </a:endParaRPr>
          </a:p>
        </p:txBody>
      </p:sp>
      <p:pic>
        <p:nvPicPr>
          <p:cNvPr id="134" name="Google Shape;134;p16"/>
          <p:cNvPicPr preferRelativeResize="0"/>
          <p:nvPr/>
        </p:nvPicPr>
        <p:blipFill>
          <a:blip r:embed="rId5">
            <a:alphaModFix/>
          </a:blip>
          <a:stretch>
            <a:fillRect/>
          </a:stretch>
        </p:blipFill>
        <p:spPr>
          <a:xfrm rot="-5400000">
            <a:off x="103775" y="9769600"/>
            <a:ext cx="936000" cy="270612"/>
          </a:xfrm>
          <a:prstGeom prst="rect">
            <a:avLst/>
          </a:prstGeom>
          <a:noFill/>
          <a:ln>
            <a:noFill/>
          </a:ln>
        </p:spPr>
      </p:pic>
      <p:sp>
        <p:nvSpPr>
          <p:cNvPr id="135" name="Google Shape;135;p16"/>
          <p:cNvSpPr txBox="1"/>
          <p:nvPr/>
        </p:nvSpPr>
        <p:spPr>
          <a:xfrm rot="-5400000">
            <a:off x="183269" y="9772906"/>
            <a:ext cx="763200" cy="1848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b="1" lang="en-GB" sz="1200">
                <a:solidFill>
                  <a:srgbClr val="FFFFFF"/>
                </a:solidFill>
                <a:latin typeface="Lexend"/>
                <a:ea typeface="Lexend"/>
                <a:cs typeface="Lexend"/>
                <a:sym typeface="Lexend"/>
              </a:rPr>
              <a:t>Answers</a:t>
            </a:r>
            <a:endParaRPr b="1" sz="1200">
              <a:solidFill>
                <a:srgbClr val="FFFFFF"/>
              </a:solidFill>
              <a:latin typeface="Lexend"/>
              <a:ea typeface="Lexend"/>
              <a:cs typeface="Lexend"/>
              <a:sym typeface="Lexend"/>
            </a:endParaRPr>
          </a:p>
        </p:txBody>
      </p:sp>
    </p:spTree>
  </p:cSld>
  <p:clrMapOvr>
    <a:masterClrMapping/>
  </p:clrMapOvr>
  <p:extLst>
    <p:ext uri="{DCECCB84-F9BA-43D5-87BE-67443E8EF086}">
      <p15:sldGuideLst>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guide id="19" orient="horz" pos="6508">
          <p15:clr>
            <a:srgbClr val="E46962"/>
          </p15:clr>
        </p15:guide>
      </p15:sldGuideLst>
    </p:ext>
  </p:extLst>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1 Landscape middle page">
  <p:cSld name="SECTION_HEADER_1_1_1_1_1_1_1_1_1_1_1_2_1_1_1_1_1_1_1_1_1_1_1_2">
    <p:bg>
      <p:bgPr>
        <a:solidFill>
          <a:schemeClr val="lt1"/>
        </a:solidFill>
      </p:bgPr>
    </p:bg>
    <p:spTree>
      <p:nvGrpSpPr>
        <p:cNvPr id="136" name="Shape 136"/>
        <p:cNvGrpSpPr/>
        <p:nvPr/>
      </p:nvGrpSpPr>
      <p:grpSpPr>
        <a:xfrm>
          <a:off x="0" y="0"/>
          <a:ext cx="0" cy="0"/>
          <a:chOff x="0" y="0"/>
          <a:chExt cx="0" cy="0"/>
        </a:xfrm>
      </p:grpSpPr>
      <p:pic>
        <p:nvPicPr>
          <p:cNvPr id="137" name="Google Shape;137;p17"/>
          <p:cNvPicPr preferRelativeResize="0"/>
          <p:nvPr/>
        </p:nvPicPr>
        <p:blipFill>
          <a:blip r:embed="rId2">
            <a:alphaModFix/>
          </a:blip>
          <a:stretch>
            <a:fillRect/>
          </a:stretch>
        </p:blipFill>
        <p:spPr>
          <a:xfrm rot="-5400000">
            <a:off x="6801934" y="327400"/>
            <a:ext cx="181075" cy="246288"/>
          </a:xfrm>
          <a:prstGeom prst="rect">
            <a:avLst/>
          </a:prstGeom>
          <a:noFill/>
          <a:ln>
            <a:noFill/>
          </a:ln>
        </p:spPr>
      </p:pic>
      <p:sp>
        <p:nvSpPr>
          <p:cNvPr id="138" name="Google Shape;138;p17"/>
          <p:cNvSpPr txBox="1"/>
          <p:nvPr>
            <p:ph idx="12" type="sldNum"/>
          </p:nvPr>
        </p:nvSpPr>
        <p:spPr>
          <a:xfrm rot="-5400000">
            <a:off x="6666268" y="719443"/>
            <a:ext cx="483300" cy="277200"/>
          </a:xfrm>
          <a:prstGeom prst="rect">
            <a:avLst/>
          </a:prstGeom>
        </p:spPr>
        <p:txBody>
          <a:bodyPr anchorCtr="0" anchor="ctr" bIns="91425" lIns="91425" spcFirstLastPara="1" rIns="91425" wrap="square" tIns="91425">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indent="0" lvl="0" marL="0" rtl="0" algn="r">
              <a:spcBef>
                <a:spcPts val="0"/>
              </a:spcBef>
              <a:spcAft>
                <a:spcPts val="0"/>
              </a:spcAft>
              <a:buNone/>
            </a:pPr>
            <a:fld id="{00000000-1234-1234-1234-123412341234}" type="slidenum">
              <a:rPr lang="en-GB"/>
              <a:t>‹#›</a:t>
            </a:fld>
            <a:endParaRPr/>
          </a:p>
        </p:txBody>
      </p:sp>
      <p:sp>
        <p:nvSpPr>
          <p:cNvPr id="139" name="Google Shape;139;p17"/>
          <p:cNvSpPr txBox="1"/>
          <p:nvPr/>
        </p:nvSpPr>
        <p:spPr>
          <a:xfrm rot="-5400000">
            <a:off x="174000" y="654000"/>
            <a:ext cx="726600" cy="138600"/>
          </a:xfrm>
          <a:prstGeom prst="rect">
            <a:avLst/>
          </a:prstGeom>
          <a:noFill/>
          <a:ln>
            <a:noFill/>
          </a:ln>
        </p:spPr>
        <p:txBody>
          <a:bodyPr anchorCtr="0" anchor="ctr" bIns="0" lIns="0" spcFirstLastPara="1" rIns="0" wrap="square" tIns="0">
            <a:spAutoFit/>
          </a:bodyPr>
          <a:lstStyle/>
          <a:p>
            <a:pPr indent="0" lvl="0" marL="0" rtl="0" algn="r">
              <a:spcBef>
                <a:spcPts val="0"/>
              </a:spcBef>
              <a:spcAft>
                <a:spcPts val="0"/>
              </a:spcAft>
              <a:buNone/>
            </a:pPr>
            <a:r>
              <a:rPr b="1" lang="en-GB" sz="900">
                <a:latin typeface="Lexend"/>
                <a:ea typeface="Lexend"/>
                <a:cs typeface="Lexend"/>
                <a:sym typeface="Lexend"/>
              </a:rPr>
              <a:t>Worksheet</a:t>
            </a:r>
            <a:endParaRPr b="1" sz="900">
              <a:latin typeface="Lexend"/>
              <a:ea typeface="Lexend"/>
              <a:cs typeface="Lexend"/>
              <a:sym typeface="Lexend"/>
            </a:endParaRPr>
          </a:p>
        </p:txBody>
      </p:sp>
      <p:pic>
        <p:nvPicPr>
          <p:cNvPr id="140" name="Google Shape;140;p17"/>
          <p:cNvPicPr preferRelativeResize="0"/>
          <p:nvPr/>
        </p:nvPicPr>
        <p:blipFill>
          <a:blip r:embed="rId3">
            <a:alphaModFix/>
          </a:blip>
          <a:stretch>
            <a:fillRect/>
          </a:stretch>
        </p:blipFill>
        <p:spPr>
          <a:xfrm rot="-5400000">
            <a:off x="103775" y="9769600"/>
            <a:ext cx="936000" cy="270612"/>
          </a:xfrm>
          <a:prstGeom prst="rect">
            <a:avLst/>
          </a:prstGeom>
          <a:noFill/>
          <a:ln>
            <a:noFill/>
          </a:ln>
        </p:spPr>
      </p:pic>
      <p:sp>
        <p:nvSpPr>
          <p:cNvPr id="141" name="Google Shape;141;p17"/>
          <p:cNvSpPr txBox="1"/>
          <p:nvPr/>
        </p:nvSpPr>
        <p:spPr>
          <a:xfrm rot="-5400000">
            <a:off x="183269" y="9772906"/>
            <a:ext cx="763200" cy="1848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b="1" lang="en-GB" sz="1200">
                <a:solidFill>
                  <a:srgbClr val="FFFFFF"/>
                </a:solidFill>
                <a:latin typeface="Lexend"/>
                <a:ea typeface="Lexend"/>
                <a:cs typeface="Lexend"/>
                <a:sym typeface="Lexend"/>
              </a:rPr>
              <a:t>Answers</a:t>
            </a:r>
            <a:endParaRPr b="1" sz="1200">
              <a:solidFill>
                <a:srgbClr val="FFFFFF"/>
              </a:solidFill>
              <a:latin typeface="Lexend"/>
              <a:ea typeface="Lexend"/>
              <a:cs typeface="Lexend"/>
              <a:sym typeface="Lexend"/>
            </a:endParaRPr>
          </a:p>
        </p:txBody>
      </p:sp>
      <p:sp>
        <p:nvSpPr>
          <p:cNvPr id="142" name="Google Shape;142;p17"/>
          <p:cNvSpPr txBox="1"/>
          <p:nvPr>
            <p:ph idx="1" type="subTitle"/>
          </p:nvPr>
        </p:nvSpPr>
        <p:spPr>
          <a:xfrm rot="-5400000">
            <a:off x="-3498000" y="5128425"/>
            <a:ext cx="8070600" cy="246300"/>
          </a:xfrm>
          <a:prstGeom prst="rect">
            <a:avLst/>
          </a:prstGeom>
          <a:ln>
            <a:noFill/>
          </a:ln>
        </p:spPr>
        <p:txBody>
          <a:bodyPr anchorCtr="0" anchor="ctr" bIns="0" lIns="0" spcFirstLastPara="1" rIns="0" wrap="square" tIns="0">
            <a:noAutofit/>
          </a:bodyPr>
          <a:lstStyle>
            <a:lvl1pPr lvl="0" rtl="0">
              <a:spcBef>
                <a:spcPts val="0"/>
              </a:spcBef>
              <a:spcAft>
                <a:spcPts val="0"/>
              </a:spcAft>
              <a:buSzPts val="900"/>
              <a:buFont typeface="Lexend"/>
              <a:buNone/>
              <a:defRPr sz="900">
                <a:latin typeface="Lexend"/>
                <a:ea typeface="Lexend"/>
                <a:cs typeface="Lexend"/>
                <a:sym typeface="Lexend"/>
              </a:defRPr>
            </a:lvl1pPr>
            <a:lvl2pPr lvl="1" rtl="0">
              <a:spcBef>
                <a:spcPts val="0"/>
              </a:spcBef>
              <a:spcAft>
                <a:spcPts val="0"/>
              </a:spcAft>
              <a:buSzPts val="1200"/>
              <a:buNone/>
              <a:defRPr sz="1200"/>
            </a:lvl2pPr>
            <a:lvl3pPr lvl="2" rtl="0">
              <a:spcBef>
                <a:spcPts val="0"/>
              </a:spcBef>
              <a:spcAft>
                <a:spcPts val="0"/>
              </a:spcAft>
              <a:buSzPts val="1200"/>
              <a:buNone/>
              <a:defRPr sz="1200"/>
            </a:lvl3pPr>
            <a:lvl4pPr lvl="3" rtl="0">
              <a:spcBef>
                <a:spcPts val="0"/>
              </a:spcBef>
              <a:spcAft>
                <a:spcPts val="0"/>
              </a:spcAft>
              <a:buSzPts val="1200"/>
              <a:buNone/>
              <a:defRPr sz="1200"/>
            </a:lvl4pPr>
            <a:lvl5pPr lvl="4" rtl="0">
              <a:spcBef>
                <a:spcPts val="0"/>
              </a:spcBef>
              <a:spcAft>
                <a:spcPts val="0"/>
              </a:spcAft>
              <a:buSzPts val="1200"/>
              <a:buNone/>
              <a:defRPr sz="1200"/>
            </a:lvl5pPr>
            <a:lvl6pPr lvl="5" rtl="0">
              <a:spcBef>
                <a:spcPts val="0"/>
              </a:spcBef>
              <a:spcAft>
                <a:spcPts val="0"/>
              </a:spcAft>
              <a:buSzPts val="1200"/>
              <a:buNone/>
              <a:defRPr sz="1200"/>
            </a:lvl6pPr>
            <a:lvl7pPr lvl="6" rtl="0">
              <a:spcBef>
                <a:spcPts val="0"/>
              </a:spcBef>
              <a:spcAft>
                <a:spcPts val="0"/>
              </a:spcAft>
              <a:buSzPts val="1200"/>
              <a:buNone/>
              <a:defRPr sz="1200"/>
            </a:lvl7pPr>
            <a:lvl8pPr lvl="7" rtl="0">
              <a:spcBef>
                <a:spcPts val="0"/>
              </a:spcBef>
              <a:spcAft>
                <a:spcPts val="0"/>
              </a:spcAft>
              <a:buSzPts val="1200"/>
              <a:buNone/>
              <a:defRPr sz="1200"/>
            </a:lvl8pPr>
            <a:lvl9pPr lvl="8" rtl="0">
              <a:spcBef>
                <a:spcPts val="0"/>
              </a:spcBef>
              <a:spcAft>
                <a:spcPts val="0"/>
              </a:spcAft>
              <a:buSzPts val="1200"/>
              <a:buNone/>
              <a:defRPr sz="1200"/>
            </a:lvl9pPr>
          </a:lstStyle>
          <a:p/>
        </p:txBody>
      </p:sp>
    </p:spTree>
  </p:cSld>
  <p:clrMapOvr>
    <a:masterClrMapping/>
  </p:clrMapOvr>
  <p:extLst>
    <p:ext uri="{DCECCB84-F9BA-43D5-87BE-67443E8EF086}">
      <p15:sldGuideLst>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guide id="19" orient="horz" pos="6508">
          <p15:clr>
            <a:srgbClr val="E46962"/>
          </p15:clr>
        </p15:guide>
      </p15:sldGuideLst>
    </p:ext>
  </p:extLst>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2 Landscape last page">
  <p:cSld name="SECTION_HEADER_1_1_1_1_1_1_1_1_1_1_1_2_1_1_1_1_1_1_1_1_1_1_1_1_1">
    <p:bg>
      <p:bgPr>
        <a:solidFill>
          <a:schemeClr val="lt1"/>
        </a:solidFill>
      </p:bgPr>
    </p:bg>
    <p:spTree>
      <p:nvGrpSpPr>
        <p:cNvPr id="143" name="Shape 143"/>
        <p:cNvGrpSpPr/>
        <p:nvPr/>
      </p:nvGrpSpPr>
      <p:grpSpPr>
        <a:xfrm>
          <a:off x="0" y="0"/>
          <a:ext cx="0" cy="0"/>
          <a:chOff x="0" y="0"/>
          <a:chExt cx="0" cy="0"/>
        </a:xfrm>
      </p:grpSpPr>
      <p:pic>
        <p:nvPicPr>
          <p:cNvPr id="144" name="Google Shape;144;p18"/>
          <p:cNvPicPr preferRelativeResize="0"/>
          <p:nvPr/>
        </p:nvPicPr>
        <p:blipFill>
          <a:blip r:embed="rId2">
            <a:alphaModFix/>
          </a:blip>
          <a:stretch>
            <a:fillRect/>
          </a:stretch>
        </p:blipFill>
        <p:spPr>
          <a:xfrm rot="-5400000">
            <a:off x="6801934" y="327400"/>
            <a:ext cx="181075" cy="246288"/>
          </a:xfrm>
          <a:prstGeom prst="rect">
            <a:avLst/>
          </a:prstGeom>
          <a:noFill/>
          <a:ln>
            <a:noFill/>
          </a:ln>
        </p:spPr>
      </p:pic>
      <p:sp>
        <p:nvSpPr>
          <p:cNvPr id="145" name="Google Shape;145;p18"/>
          <p:cNvSpPr txBox="1"/>
          <p:nvPr>
            <p:ph idx="12" type="sldNum"/>
          </p:nvPr>
        </p:nvSpPr>
        <p:spPr>
          <a:xfrm rot="-5400000">
            <a:off x="6666268" y="719443"/>
            <a:ext cx="483300" cy="277200"/>
          </a:xfrm>
          <a:prstGeom prst="rect">
            <a:avLst/>
          </a:prstGeom>
        </p:spPr>
        <p:txBody>
          <a:bodyPr anchorCtr="0" anchor="ctr" bIns="91425" lIns="91425" spcFirstLastPara="1" rIns="91425" wrap="square" tIns="91425">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indent="0" lvl="0" marL="0" rtl="0" algn="r">
              <a:spcBef>
                <a:spcPts val="0"/>
              </a:spcBef>
              <a:spcAft>
                <a:spcPts val="0"/>
              </a:spcAft>
              <a:buNone/>
            </a:pPr>
            <a:fld id="{00000000-1234-1234-1234-123412341234}" type="slidenum">
              <a:rPr lang="en-GB"/>
              <a:t>‹#›</a:t>
            </a:fld>
            <a:endParaRPr/>
          </a:p>
        </p:txBody>
      </p:sp>
      <p:sp>
        <p:nvSpPr>
          <p:cNvPr id="146" name="Google Shape;146;p18"/>
          <p:cNvSpPr txBox="1"/>
          <p:nvPr/>
        </p:nvSpPr>
        <p:spPr>
          <a:xfrm rot="-5400000">
            <a:off x="174000" y="654000"/>
            <a:ext cx="726600" cy="138600"/>
          </a:xfrm>
          <a:prstGeom prst="rect">
            <a:avLst/>
          </a:prstGeom>
          <a:noFill/>
          <a:ln>
            <a:noFill/>
          </a:ln>
        </p:spPr>
        <p:txBody>
          <a:bodyPr anchorCtr="0" anchor="ctr" bIns="0" lIns="0" spcFirstLastPara="1" rIns="0" wrap="square" tIns="0">
            <a:spAutoFit/>
          </a:bodyPr>
          <a:lstStyle/>
          <a:p>
            <a:pPr indent="0" lvl="0" marL="0" rtl="0" algn="r">
              <a:spcBef>
                <a:spcPts val="0"/>
              </a:spcBef>
              <a:spcAft>
                <a:spcPts val="0"/>
              </a:spcAft>
              <a:buNone/>
            </a:pPr>
            <a:r>
              <a:rPr b="1" lang="en-GB" sz="900">
                <a:latin typeface="Lexend"/>
                <a:ea typeface="Lexend"/>
                <a:cs typeface="Lexend"/>
                <a:sym typeface="Lexend"/>
              </a:rPr>
              <a:t>Worksheet</a:t>
            </a:r>
            <a:endParaRPr b="1" sz="900">
              <a:latin typeface="Lexend"/>
              <a:ea typeface="Lexend"/>
              <a:cs typeface="Lexend"/>
              <a:sym typeface="Lexend"/>
            </a:endParaRPr>
          </a:p>
        </p:txBody>
      </p:sp>
      <p:pic>
        <p:nvPicPr>
          <p:cNvPr id="147" name="Google Shape;147;p18"/>
          <p:cNvPicPr preferRelativeResize="0"/>
          <p:nvPr/>
        </p:nvPicPr>
        <p:blipFill>
          <a:blip r:embed="rId3">
            <a:alphaModFix/>
          </a:blip>
          <a:stretch>
            <a:fillRect/>
          </a:stretch>
        </p:blipFill>
        <p:spPr>
          <a:xfrm rot="-5400000">
            <a:off x="103775" y="9769600"/>
            <a:ext cx="936000" cy="270612"/>
          </a:xfrm>
          <a:prstGeom prst="rect">
            <a:avLst/>
          </a:prstGeom>
          <a:noFill/>
          <a:ln>
            <a:noFill/>
          </a:ln>
        </p:spPr>
      </p:pic>
      <p:sp>
        <p:nvSpPr>
          <p:cNvPr id="148" name="Google Shape;148;p18"/>
          <p:cNvSpPr txBox="1"/>
          <p:nvPr/>
        </p:nvSpPr>
        <p:spPr>
          <a:xfrm rot="-5400000">
            <a:off x="183269" y="9772906"/>
            <a:ext cx="763200" cy="1848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b="1" lang="en-GB" sz="1200">
                <a:solidFill>
                  <a:srgbClr val="FFFFFF"/>
                </a:solidFill>
                <a:latin typeface="Lexend"/>
                <a:ea typeface="Lexend"/>
                <a:cs typeface="Lexend"/>
                <a:sym typeface="Lexend"/>
              </a:rPr>
              <a:t>Answers</a:t>
            </a:r>
            <a:endParaRPr b="1" sz="1200">
              <a:solidFill>
                <a:srgbClr val="FFFFFF"/>
              </a:solidFill>
              <a:latin typeface="Lexend"/>
              <a:ea typeface="Lexend"/>
              <a:cs typeface="Lexend"/>
              <a:sym typeface="Lexend"/>
            </a:endParaRPr>
          </a:p>
        </p:txBody>
      </p:sp>
      <p:sp>
        <p:nvSpPr>
          <p:cNvPr id="149" name="Google Shape;149;p18"/>
          <p:cNvSpPr txBox="1"/>
          <p:nvPr/>
        </p:nvSpPr>
        <p:spPr>
          <a:xfrm rot="-5400000">
            <a:off x="3997613" y="7219188"/>
            <a:ext cx="6064500" cy="1611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Clr>
                <a:srgbClr val="000000"/>
              </a:buClr>
              <a:buSzPts val="1100"/>
              <a:buFont typeface="Arial"/>
              <a:buNone/>
            </a:pPr>
            <a:r>
              <a:rPr lang="en-GB" sz="900">
                <a:solidFill>
                  <a:srgbClr val="575756"/>
                </a:solidFill>
                <a:latin typeface="Lexend Light"/>
                <a:ea typeface="Lexend Light"/>
                <a:cs typeface="Lexend Light"/>
                <a:sym typeface="Lexend Light"/>
              </a:rPr>
              <a:t>Licensed on the </a:t>
            </a:r>
            <a:r>
              <a:rPr lang="en-GB" sz="900" u="sng">
                <a:solidFill>
                  <a:srgbClr val="575756"/>
                </a:solidFill>
                <a:latin typeface="Lexend Light"/>
                <a:ea typeface="Lexend Light"/>
                <a:cs typeface="Lexend Light"/>
                <a:sym typeface="Lexend Light"/>
                <a:hlinkClick r:id="rId4">
                  <a:extLst>
                    <a:ext uri="{A12FA001-AC4F-418D-AE19-62706E023703}">
                      <ahyp:hlinkClr val="tx"/>
                    </a:ext>
                  </a:extLst>
                </a:hlinkClick>
              </a:rPr>
              <a:t>Open Government Licence v3.0</a:t>
            </a:r>
            <a:r>
              <a:rPr lang="en-GB" sz="900">
                <a:solidFill>
                  <a:srgbClr val="575756"/>
                </a:solidFill>
                <a:latin typeface="Lexend Light"/>
                <a:ea typeface="Lexend Light"/>
                <a:cs typeface="Lexend Light"/>
                <a:sym typeface="Lexend Light"/>
              </a:rPr>
              <a:t>, except where otherwise stated. See </a:t>
            </a:r>
            <a:r>
              <a:rPr lang="en-GB" sz="900" u="sng">
                <a:solidFill>
                  <a:srgbClr val="575756"/>
                </a:solidFill>
                <a:latin typeface="Lexend Light"/>
                <a:ea typeface="Lexend Light"/>
                <a:cs typeface="Lexend Light"/>
                <a:sym typeface="Lexend Light"/>
                <a:hlinkClick r:id="rId5">
                  <a:extLst>
                    <a:ext uri="{A12FA001-AC4F-418D-AE19-62706E023703}">
                      <ahyp:hlinkClr val="tx"/>
                    </a:ext>
                  </a:extLst>
                </a:hlinkClick>
              </a:rPr>
              <a:t>Oak terms &amp; conditions</a:t>
            </a:r>
            <a:r>
              <a:rPr lang="en-GB" sz="900">
                <a:solidFill>
                  <a:srgbClr val="575756"/>
                </a:solidFill>
                <a:latin typeface="Lexend Light"/>
                <a:ea typeface="Lexend Light"/>
                <a:cs typeface="Lexend Light"/>
                <a:sym typeface="Lexend Light"/>
              </a:rPr>
              <a:t>.</a:t>
            </a:r>
            <a:endParaRPr sz="900">
              <a:solidFill>
                <a:srgbClr val="575756"/>
              </a:solidFill>
              <a:latin typeface="Lexend Light"/>
              <a:ea typeface="Lexend Light"/>
              <a:cs typeface="Lexend Light"/>
              <a:sym typeface="Lexend Light"/>
            </a:endParaRPr>
          </a:p>
        </p:txBody>
      </p:sp>
      <p:sp>
        <p:nvSpPr>
          <p:cNvPr id="150" name="Google Shape;150;p18"/>
          <p:cNvSpPr txBox="1"/>
          <p:nvPr/>
        </p:nvSpPr>
        <p:spPr>
          <a:xfrm rot="-5400000">
            <a:off x="5092013" y="8491038"/>
            <a:ext cx="3515700" cy="161100"/>
          </a:xfrm>
          <a:prstGeom prst="rect">
            <a:avLst/>
          </a:prstGeom>
          <a:noFill/>
          <a:ln>
            <a:noFill/>
          </a:ln>
        </p:spPr>
        <p:txBody>
          <a:bodyPr anchorCtr="0" anchor="b" bIns="0" lIns="0" spcFirstLastPara="1" rIns="0" wrap="square" tIns="0">
            <a:noAutofit/>
          </a:bodyPr>
          <a:lstStyle/>
          <a:p>
            <a:pPr indent="0" lvl="0" marL="0" rtl="0" algn="l">
              <a:lnSpc>
                <a:spcPct val="115000"/>
              </a:lnSpc>
              <a:spcBef>
                <a:spcPts val="0"/>
              </a:spcBef>
              <a:spcAft>
                <a:spcPts val="0"/>
              </a:spcAft>
              <a:buClr>
                <a:srgbClr val="000000"/>
              </a:buClr>
              <a:buSzPts val="1100"/>
              <a:buFont typeface="Arial"/>
              <a:buNone/>
            </a:pPr>
            <a:r>
              <a:rPr b="1" lang="en-GB" sz="900">
                <a:solidFill>
                  <a:srgbClr val="575756"/>
                </a:solidFill>
                <a:latin typeface="Lexend"/>
                <a:ea typeface="Lexend"/>
                <a:cs typeface="Lexend"/>
                <a:sym typeface="Lexend"/>
              </a:rPr>
              <a:t>© Oak National Academy 2024</a:t>
            </a:r>
            <a:r>
              <a:rPr lang="en-GB" sz="900">
                <a:solidFill>
                  <a:srgbClr val="575756"/>
                </a:solidFill>
                <a:latin typeface="Lexend Light"/>
                <a:ea typeface="Lexend Light"/>
                <a:cs typeface="Lexend Light"/>
                <a:sym typeface="Lexend Light"/>
              </a:rPr>
              <a:t>. Produced in partnership with</a:t>
            </a:r>
            <a:endParaRPr sz="900">
              <a:solidFill>
                <a:srgbClr val="575756"/>
              </a:solidFill>
              <a:latin typeface="Lexend Light"/>
              <a:ea typeface="Lexend Light"/>
              <a:cs typeface="Lexend Light"/>
              <a:sym typeface="Lexend Light"/>
            </a:endParaRPr>
          </a:p>
        </p:txBody>
      </p:sp>
      <p:sp>
        <p:nvSpPr>
          <p:cNvPr id="151" name="Google Shape;151;p18"/>
          <p:cNvSpPr txBox="1"/>
          <p:nvPr/>
        </p:nvSpPr>
        <p:spPr>
          <a:xfrm rot="-5400000">
            <a:off x="5488463" y="5454663"/>
            <a:ext cx="2722800" cy="161100"/>
          </a:xfrm>
          <a:prstGeom prst="rect">
            <a:avLst/>
          </a:prstGeom>
          <a:noFill/>
          <a:ln>
            <a:noFill/>
          </a:ln>
        </p:spPr>
        <p:txBody>
          <a:bodyPr anchorCtr="0" anchor="b" bIns="0" lIns="0" spcFirstLastPara="1" rIns="0" wrap="square" tIns="0">
            <a:noAutofit/>
          </a:bodyPr>
          <a:lstStyle/>
          <a:p>
            <a:pPr indent="0" lvl="0" marL="0" rtl="0" algn="l">
              <a:lnSpc>
                <a:spcPct val="115000"/>
              </a:lnSpc>
              <a:spcBef>
                <a:spcPts val="0"/>
              </a:spcBef>
              <a:spcAft>
                <a:spcPts val="0"/>
              </a:spcAft>
              <a:buNone/>
            </a:pPr>
            <a:r>
              <a:t/>
            </a:r>
            <a:endParaRPr sz="900">
              <a:solidFill>
                <a:srgbClr val="575756"/>
              </a:solidFill>
              <a:latin typeface="Lexend Light"/>
              <a:ea typeface="Lexend Light"/>
              <a:cs typeface="Lexend Light"/>
              <a:sym typeface="Lexend Light"/>
            </a:endParaRPr>
          </a:p>
        </p:txBody>
      </p:sp>
      <p:sp>
        <p:nvSpPr>
          <p:cNvPr id="152" name="Google Shape;152;p18"/>
          <p:cNvSpPr txBox="1"/>
          <p:nvPr>
            <p:ph idx="1" type="subTitle"/>
          </p:nvPr>
        </p:nvSpPr>
        <p:spPr>
          <a:xfrm rot="-5400000">
            <a:off x="5488463" y="5454663"/>
            <a:ext cx="2722800" cy="161100"/>
          </a:xfrm>
          <a:prstGeom prst="rect">
            <a:avLst/>
          </a:prstGeom>
        </p:spPr>
        <p:txBody>
          <a:bodyPr anchorCtr="0" anchor="b" bIns="0" lIns="0" spcFirstLastPara="1" rIns="0" wrap="square" tIns="0">
            <a:normAutofit/>
          </a:bodyPr>
          <a:lstStyle>
            <a:lvl1pPr lvl="0" rtl="0">
              <a:spcBef>
                <a:spcPts val="0"/>
              </a:spcBef>
              <a:spcAft>
                <a:spcPts val="0"/>
              </a:spcAft>
              <a:buClr>
                <a:srgbClr val="575756"/>
              </a:buClr>
              <a:buSzPts val="900"/>
              <a:buFont typeface="Lexend Light"/>
              <a:buNone/>
              <a:defRPr sz="900">
                <a:solidFill>
                  <a:srgbClr val="575756"/>
                </a:solidFill>
                <a:latin typeface="Lexend Light"/>
                <a:ea typeface="Lexend Light"/>
                <a:cs typeface="Lexend Light"/>
                <a:sym typeface="Lexend Light"/>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153" name="Google Shape;153;p18"/>
          <p:cNvSpPr txBox="1"/>
          <p:nvPr>
            <p:ph idx="2" type="subTitle"/>
          </p:nvPr>
        </p:nvSpPr>
        <p:spPr>
          <a:xfrm rot="-5400000">
            <a:off x="-3498000" y="5128425"/>
            <a:ext cx="8070600" cy="246300"/>
          </a:xfrm>
          <a:prstGeom prst="rect">
            <a:avLst/>
          </a:prstGeom>
          <a:ln>
            <a:noFill/>
          </a:ln>
        </p:spPr>
        <p:txBody>
          <a:bodyPr anchorCtr="0" anchor="ctr" bIns="0" lIns="0" spcFirstLastPara="1" rIns="0" wrap="square" tIns="0">
            <a:noAutofit/>
          </a:bodyPr>
          <a:lstStyle>
            <a:lvl1pPr lvl="0" rtl="0">
              <a:spcBef>
                <a:spcPts val="0"/>
              </a:spcBef>
              <a:spcAft>
                <a:spcPts val="0"/>
              </a:spcAft>
              <a:buSzPts val="900"/>
              <a:buFont typeface="Lexend"/>
              <a:buNone/>
              <a:defRPr sz="900">
                <a:latin typeface="Lexend"/>
                <a:ea typeface="Lexend"/>
                <a:cs typeface="Lexend"/>
                <a:sym typeface="Lexend"/>
              </a:defRPr>
            </a:lvl1pPr>
            <a:lvl2pPr lvl="1" rtl="0">
              <a:spcBef>
                <a:spcPts val="0"/>
              </a:spcBef>
              <a:spcAft>
                <a:spcPts val="0"/>
              </a:spcAft>
              <a:buSzPts val="1200"/>
              <a:buNone/>
              <a:defRPr sz="1200"/>
            </a:lvl2pPr>
            <a:lvl3pPr lvl="2" rtl="0">
              <a:spcBef>
                <a:spcPts val="0"/>
              </a:spcBef>
              <a:spcAft>
                <a:spcPts val="0"/>
              </a:spcAft>
              <a:buSzPts val="1200"/>
              <a:buNone/>
              <a:defRPr sz="1200"/>
            </a:lvl3pPr>
            <a:lvl4pPr lvl="3" rtl="0">
              <a:spcBef>
                <a:spcPts val="0"/>
              </a:spcBef>
              <a:spcAft>
                <a:spcPts val="0"/>
              </a:spcAft>
              <a:buSzPts val="1200"/>
              <a:buNone/>
              <a:defRPr sz="1200"/>
            </a:lvl4pPr>
            <a:lvl5pPr lvl="4" rtl="0">
              <a:spcBef>
                <a:spcPts val="0"/>
              </a:spcBef>
              <a:spcAft>
                <a:spcPts val="0"/>
              </a:spcAft>
              <a:buSzPts val="1200"/>
              <a:buNone/>
              <a:defRPr sz="1200"/>
            </a:lvl5pPr>
            <a:lvl6pPr lvl="5" rtl="0">
              <a:spcBef>
                <a:spcPts val="0"/>
              </a:spcBef>
              <a:spcAft>
                <a:spcPts val="0"/>
              </a:spcAft>
              <a:buSzPts val="1200"/>
              <a:buNone/>
              <a:defRPr sz="1200"/>
            </a:lvl6pPr>
            <a:lvl7pPr lvl="6" rtl="0">
              <a:spcBef>
                <a:spcPts val="0"/>
              </a:spcBef>
              <a:spcAft>
                <a:spcPts val="0"/>
              </a:spcAft>
              <a:buSzPts val="1200"/>
              <a:buNone/>
              <a:defRPr sz="1200"/>
            </a:lvl7pPr>
            <a:lvl8pPr lvl="7" rtl="0">
              <a:spcBef>
                <a:spcPts val="0"/>
              </a:spcBef>
              <a:spcAft>
                <a:spcPts val="0"/>
              </a:spcAft>
              <a:buSzPts val="1200"/>
              <a:buNone/>
              <a:defRPr sz="1200"/>
            </a:lvl8pPr>
            <a:lvl9pPr lvl="8" rtl="0">
              <a:spcBef>
                <a:spcPts val="0"/>
              </a:spcBef>
              <a:spcAft>
                <a:spcPts val="0"/>
              </a:spcAft>
              <a:buSzPts val="1200"/>
              <a:buNone/>
              <a:defRPr sz="1200"/>
            </a:lvl9pPr>
          </a:lstStyle>
          <a:p/>
        </p:txBody>
      </p:sp>
    </p:spTree>
  </p:cSld>
  <p:clrMapOvr>
    <a:masterClrMapping/>
  </p:clrMapOvr>
  <p:extLst>
    <p:ext uri="{DCECCB84-F9BA-43D5-87BE-67443E8EF086}">
      <p15:sldGuideLst>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guide id="19" orient="horz" pos="6508">
          <p15:clr>
            <a:srgbClr val="E46962"/>
          </p15:clr>
        </p15:guide>
      </p15:sldGuideLst>
    </p:ext>
  </p:extLst>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0 Landscape single page worksheet">
  <p:cSld name="SECTION_HEADER_1_1_1_1_1_1_1_1_1_1_1_2_1_1_1_1_1_1_1_1_1_1_2">
    <p:bg>
      <p:bgPr>
        <a:solidFill>
          <a:schemeClr val="lt1"/>
        </a:solidFill>
      </p:bgPr>
    </p:bg>
    <p:spTree>
      <p:nvGrpSpPr>
        <p:cNvPr id="154" name="Shape 154"/>
        <p:cNvGrpSpPr/>
        <p:nvPr/>
      </p:nvGrpSpPr>
      <p:grpSpPr>
        <a:xfrm>
          <a:off x="0" y="0"/>
          <a:ext cx="0" cy="0"/>
          <a:chOff x="0" y="0"/>
          <a:chExt cx="0" cy="0"/>
        </a:xfrm>
      </p:grpSpPr>
      <p:pic>
        <p:nvPicPr>
          <p:cNvPr id="155" name="Google Shape;155;p19"/>
          <p:cNvPicPr preferRelativeResize="0"/>
          <p:nvPr/>
        </p:nvPicPr>
        <p:blipFill>
          <a:blip r:embed="rId2">
            <a:alphaModFix/>
          </a:blip>
          <a:stretch>
            <a:fillRect/>
          </a:stretch>
        </p:blipFill>
        <p:spPr>
          <a:xfrm rot="-5400000">
            <a:off x="6801934" y="327400"/>
            <a:ext cx="181075" cy="246288"/>
          </a:xfrm>
          <a:prstGeom prst="rect">
            <a:avLst/>
          </a:prstGeom>
          <a:noFill/>
          <a:ln>
            <a:noFill/>
          </a:ln>
        </p:spPr>
      </p:pic>
      <p:sp>
        <p:nvSpPr>
          <p:cNvPr id="156" name="Google Shape;156;p19"/>
          <p:cNvSpPr txBox="1"/>
          <p:nvPr>
            <p:ph idx="12" type="sldNum"/>
          </p:nvPr>
        </p:nvSpPr>
        <p:spPr>
          <a:xfrm rot="-5400000">
            <a:off x="6666268" y="719443"/>
            <a:ext cx="483300" cy="277200"/>
          </a:xfrm>
          <a:prstGeom prst="rect">
            <a:avLst/>
          </a:prstGeom>
        </p:spPr>
        <p:txBody>
          <a:bodyPr anchorCtr="0" anchor="ctr" bIns="91425" lIns="91425" spcFirstLastPara="1" rIns="91425" wrap="square" tIns="91425">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indent="0" lvl="0" marL="0" rtl="0" algn="r">
              <a:spcBef>
                <a:spcPts val="0"/>
              </a:spcBef>
              <a:spcAft>
                <a:spcPts val="0"/>
              </a:spcAft>
              <a:buNone/>
            </a:pPr>
            <a:fld id="{00000000-1234-1234-1234-123412341234}" type="slidenum">
              <a:rPr lang="en-GB"/>
              <a:t>‹#›</a:t>
            </a:fld>
            <a:endParaRPr/>
          </a:p>
        </p:txBody>
      </p:sp>
      <p:sp>
        <p:nvSpPr>
          <p:cNvPr id="157" name="Google Shape;157;p19"/>
          <p:cNvSpPr txBox="1"/>
          <p:nvPr>
            <p:ph type="title"/>
          </p:nvPr>
        </p:nvSpPr>
        <p:spPr>
          <a:xfrm rot="-5400000">
            <a:off x="-3842125" y="5162095"/>
            <a:ext cx="9983700" cy="360000"/>
          </a:xfrm>
          <a:prstGeom prst="rect">
            <a:avLst/>
          </a:prstGeom>
        </p:spPr>
        <p:txBody>
          <a:bodyPr anchorCtr="0" anchor="ctr" bIns="0" lIns="0" spcFirstLastPara="1" rIns="0" wrap="square" tIns="0">
            <a:spAutoFit/>
          </a:bodyPr>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158" name="Google Shape;158;p19"/>
          <p:cNvPicPr preferRelativeResize="0"/>
          <p:nvPr/>
        </p:nvPicPr>
        <p:blipFill>
          <a:blip r:embed="rId3">
            <a:alphaModFix/>
          </a:blip>
          <a:stretch>
            <a:fillRect/>
          </a:stretch>
        </p:blipFill>
        <p:spPr>
          <a:xfrm rot="-5400000">
            <a:off x="-3612750" y="5310727"/>
            <a:ext cx="9987174" cy="66225"/>
          </a:xfrm>
          <a:prstGeom prst="rect">
            <a:avLst/>
          </a:prstGeom>
          <a:noFill/>
          <a:ln>
            <a:noFill/>
          </a:ln>
        </p:spPr>
      </p:pic>
      <p:pic>
        <p:nvPicPr>
          <p:cNvPr id="159" name="Google Shape;159;p19"/>
          <p:cNvPicPr preferRelativeResize="0"/>
          <p:nvPr/>
        </p:nvPicPr>
        <p:blipFill>
          <a:blip r:embed="rId4">
            <a:alphaModFix/>
          </a:blip>
          <a:stretch>
            <a:fillRect/>
          </a:stretch>
        </p:blipFill>
        <p:spPr>
          <a:xfrm rot="-5400000">
            <a:off x="319763" y="1225736"/>
            <a:ext cx="504000" cy="504000"/>
          </a:xfrm>
          <a:prstGeom prst="rect">
            <a:avLst/>
          </a:prstGeom>
          <a:noFill/>
          <a:ln>
            <a:noFill/>
          </a:ln>
        </p:spPr>
      </p:pic>
      <p:sp>
        <p:nvSpPr>
          <p:cNvPr id="160" name="Google Shape;160;p19"/>
          <p:cNvSpPr txBox="1"/>
          <p:nvPr/>
        </p:nvSpPr>
        <p:spPr>
          <a:xfrm rot="-5400000">
            <a:off x="104964" y="719111"/>
            <a:ext cx="903000" cy="184800"/>
          </a:xfrm>
          <a:prstGeom prst="rect">
            <a:avLst/>
          </a:prstGeom>
          <a:noFill/>
          <a:ln>
            <a:noFill/>
          </a:ln>
        </p:spPr>
        <p:txBody>
          <a:bodyPr anchorCtr="0" anchor="ctr" bIns="0" lIns="0" spcFirstLastPara="1" rIns="0" wrap="square" tIns="0">
            <a:spAutoFit/>
          </a:bodyPr>
          <a:lstStyle/>
          <a:p>
            <a:pPr indent="0" lvl="0" marL="0" rtl="0" algn="r">
              <a:spcBef>
                <a:spcPts val="0"/>
              </a:spcBef>
              <a:spcAft>
                <a:spcPts val="0"/>
              </a:spcAft>
              <a:buNone/>
            </a:pPr>
            <a:r>
              <a:rPr b="1" lang="en-GB" sz="1200">
                <a:latin typeface="Lexend"/>
                <a:ea typeface="Lexend"/>
                <a:cs typeface="Lexend"/>
                <a:sym typeface="Lexend"/>
              </a:rPr>
              <a:t>Worksheet</a:t>
            </a:r>
            <a:endParaRPr b="1">
              <a:latin typeface="Lexend"/>
              <a:ea typeface="Lexend"/>
              <a:cs typeface="Lexend"/>
              <a:sym typeface="Lexend"/>
            </a:endParaRPr>
          </a:p>
        </p:txBody>
      </p:sp>
      <p:pic>
        <p:nvPicPr>
          <p:cNvPr id="161" name="Google Shape;161;p19"/>
          <p:cNvPicPr preferRelativeResize="0"/>
          <p:nvPr/>
        </p:nvPicPr>
        <p:blipFill>
          <a:blip r:embed="rId5">
            <a:alphaModFix/>
          </a:blip>
          <a:stretch>
            <a:fillRect/>
          </a:stretch>
        </p:blipFill>
        <p:spPr>
          <a:xfrm rot="-5400000">
            <a:off x="103775" y="9769600"/>
            <a:ext cx="936000" cy="270612"/>
          </a:xfrm>
          <a:prstGeom prst="rect">
            <a:avLst/>
          </a:prstGeom>
          <a:noFill/>
          <a:ln>
            <a:noFill/>
          </a:ln>
        </p:spPr>
      </p:pic>
      <p:sp>
        <p:nvSpPr>
          <p:cNvPr id="162" name="Google Shape;162;p19"/>
          <p:cNvSpPr txBox="1"/>
          <p:nvPr/>
        </p:nvSpPr>
        <p:spPr>
          <a:xfrm rot="-5400000">
            <a:off x="183269" y="9772906"/>
            <a:ext cx="763200" cy="1848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b="1" lang="en-GB" sz="1200">
                <a:solidFill>
                  <a:srgbClr val="FFFFFF"/>
                </a:solidFill>
                <a:latin typeface="Lexend"/>
                <a:ea typeface="Lexend"/>
                <a:cs typeface="Lexend"/>
                <a:sym typeface="Lexend"/>
              </a:rPr>
              <a:t>Answers</a:t>
            </a:r>
            <a:endParaRPr b="1" sz="1200">
              <a:solidFill>
                <a:srgbClr val="FFFFFF"/>
              </a:solidFill>
              <a:latin typeface="Lexend"/>
              <a:ea typeface="Lexend"/>
              <a:cs typeface="Lexend"/>
              <a:sym typeface="Lexend"/>
            </a:endParaRPr>
          </a:p>
        </p:txBody>
      </p:sp>
      <p:sp>
        <p:nvSpPr>
          <p:cNvPr id="163" name="Google Shape;163;p19"/>
          <p:cNvSpPr txBox="1"/>
          <p:nvPr/>
        </p:nvSpPr>
        <p:spPr>
          <a:xfrm rot="-5400000">
            <a:off x="3997613" y="7219188"/>
            <a:ext cx="6064500" cy="1611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Clr>
                <a:srgbClr val="000000"/>
              </a:buClr>
              <a:buSzPts val="1100"/>
              <a:buFont typeface="Arial"/>
              <a:buNone/>
            </a:pPr>
            <a:r>
              <a:rPr lang="en-GB" sz="900">
                <a:solidFill>
                  <a:srgbClr val="575756"/>
                </a:solidFill>
                <a:latin typeface="Lexend Light"/>
                <a:ea typeface="Lexend Light"/>
                <a:cs typeface="Lexend Light"/>
                <a:sym typeface="Lexend Light"/>
              </a:rPr>
              <a:t>Licensed on the </a:t>
            </a:r>
            <a:r>
              <a:rPr lang="en-GB" sz="900" u="sng">
                <a:solidFill>
                  <a:srgbClr val="575756"/>
                </a:solidFill>
                <a:latin typeface="Lexend Light"/>
                <a:ea typeface="Lexend Light"/>
                <a:cs typeface="Lexend Light"/>
                <a:sym typeface="Lexend Light"/>
                <a:hlinkClick r:id="rId6">
                  <a:extLst>
                    <a:ext uri="{A12FA001-AC4F-418D-AE19-62706E023703}">
                      <ahyp:hlinkClr val="tx"/>
                    </a:ext>
                  </a:extLst>
                </a:hlinkClick>
              </a:rPr>
              <a:t>Open Government Licence v3.0</a:t>
            </a:r>
            <a:r>
              <a:rPr lang="en-GB" sz="900">
                <a:solidFill>
                  <a:srgbClr val="575756"/>
                </a:solidFill>
                <a:latin typeface="Lexend Light"/>
                <a:ea typeface="Lexend Light"/>
                <a:cs typeface="Lexend Light"/>
                <a:sym typeface="Lexend Light"/>
              </a:rPr>
              <a:t>, except where otherwise stated. See </a:t>
            </a:r>
            <a:r>
              <a:rPr lang="en-GB" sz="900" u="sng">
                <a:solidFill>
                  <a:srgbClr val="575756"/>
                </a:solidFill>
                <a:latin typeface="Lexend Light"/>
                <a:ea typeface="Lexend Light"/>
                <a:cs typeface="Lexend Light"/>
                <a:sym typeface="Lexend Light"/>
                <a:hlinkClick r:id="rId7">
                  <a:extLst>
                    <a:ext uri="{A12FA001-AC4F-418D-AE19-62706E023703}">
                      <ahyp:hlinkClr val="tx"/>
                    </a:ext>
                  </a:extLst>
                </a:hlinkClick>
              </a:rPr>
              <a:t>Oak terms &amp; conditions</a:t>
            </a:r>
            <a:r>
              <a:rPr lang="en-GB" sz="900">
                <a:solidFill>
                  <a:srgbClr val="575756"/>
                </a:solidFill>
                <a:latin typeface="Lexend Light"/>
                <a:ea typeface="Lexend Light"/>
                <a:cs typeface="Lexend Light"/>
                <a:sym typeface="Lexend Light"/>
              </a:rPr>
              <a:t>.</a:t>
            </a:r>
            <a:endParaRPr sz="900">
              <a:solidFill>
                <a:srgbClr val="575756"/>
              </a:solidFill>
              <a:latin typeface="Lexend Light"/>
              <a:ea typeface="Lexend Light"/>
              <a:cs typeface="Lexend Light"/>
              <a:sym typeface="Lexend Light"/>
            </a:endParaRPr>
          </a:p>
        </p:txBody>
      </p:sp>
      <p:sp>
        <p:nvSpPr>
          <p:cNvPr id="164" name="Google Shape;164;p19"/>
          <p:cNvSpPr txBox="1"/>
          <p:nvPr/>
        </p:nvSpPr>
        <p:spPr>
          <a:xfrm rot="-5400000">
            <a:off x="5092013" y="8491038"/>
            <a:ext cx="3515700" cy="161100"/>
          </a:xfrm>
          <a:prstGeom prst="rect">
            <a:avLst/>
          </a:prstGeom>
          <a:noFill/>
          <a:ln>
            <a:noFill/>
          </a:ln>
        </p:spPr>
        <p:txBody>
          <a:bodyPr anchorCtr="0" anchor="b" bIns="0" lIns="0" spcFirstLastPara="1" rIns="0" wrap="square" tIns="0">
            <a:noAutofit/>
          </a:bodyPr>
          <a:lstStyle/>
          <a:p>
            <a:pPr indent="0" lvl="0" marL="0" rtl="0" algn="l">
              <a:lnSpc>
                <a:spcPct val="115000"/>
              </a:lnSpc>
              <a:spcBef>
                <a:spcPts val="0"/>
              </a:spcBef>
              <a:spcAft>
                <a:spcPts val="0"/>
              </a:spcAft>
              <a:buClr>
                <a:srgbClr val="000000"/>
              </a:buClr>
              <a:buSzPts val="1100"/>
              <a:buFont typeface="Arial"/>
              <a:buNone/>
            </a:pPr>
            <a:r>
              <a:rPr b="1" lang="en-GB" sz="900">
                <a:solidFill>
                  <a:srgbClr val="575756"/>
                </a:solidFill>
                <a:latin typeface="Lexend"/>
                <a:ea typeface="Lexend"/>
                <a:cs typeface="Lexend"/>
                <a:sym typeface="Lexend"/>
              </a:rPr>
              <a:t>© Oak National Academy 2023</a:t>
            </a:r>
            <a:r>
              <a:rPr lang="en-GB" sz="900">
                <a:solidFill>
                  <a:srgbClr val="575756"/>
                </a:solidFill>
                <a:latin typeface="Lexend Light"/>
                <a:ea typeface="Lexend Light"/>
                <a:cs typeface="Lexend Light"/>
                <a:sym typeface="Lexend Light"/>
              </a:rPr>
              <a:t>. Produced in partnership with</a:t>
            </a:r>
            <a:endParaRPr sz="900">
              <a:solidFill>
                <a:srgbClr val="575756"/>
              </a:solidFill>
              <a:latin typeface="Lexend Light"/>
              <a:ea typeface="Lexend Light"/>
              <a:cs typeface="Lexend Light"/>
              <a:sym typeface="Lexend Light"/>
            </a:endParaRPr>
          </a:p>
        </p:txBody>
      </p:sp>
      <p:sp>
        <p:nvSpPr>
          <p:cNvPr id="165" name="Google Shape;165;p19"/>
          <p:cNvSpPr txBox="1"/>
          <p:nvPr/>
        </p:nvSpPr>
        <p:spPr>
          <a:xfrm rot="-5400000">
            <a:off x="5488463" y="5454663"/>
            <a:ext cx="2722800" cy="161100"/>
          </a:xfrm>
          <a:prstGeom prst="rect">
            <a:avLst/>
          </a:prstGeom>
          <a:noFill/>
          <a:ln>
            <a:noFill/>
          </a:ln>
        </p:spPr>
        <p:txBody>
          <a:bodyPr anchorCtr="0" anchor="b" bIns="0" lIns="0" spcFirstLastPara="1" rIns="0" wrap="square" tIns="0">
            <a:noAutofit/>
          </a:bodyPr>
          <a:lstStyle/>
          <a:p>
            <a:pPr indent="0" lvl="0" marL="0" rtl="0" algn="l">
              <a:lnSpc>
                <a:spcPct val="115000"/>
              </a:lnSpc>
              <a:spcBef>
                <a:spcPts val="0"/>
              </a:spcBef>
              <a:spcAft>
                <a:spcPts val="0"/>
              </a:spcAft>
              <a:buNone/>
            </a:pPr>
            <a:r>
              <a:t/>
            </a:r>
            <a:endParaRPr sz="900">
              <a:solidFill>
                <a:srgbClr val="575756"/>
              </a:solidFill>
              <a:latin typeface="Lexend Light"/>
              <a:ea typeface="Lexend Light"/>
              <a:cs typeface="Lexend Light"/>
              <a:sym typeface="Lexend Light"/>
            </a:endParaRPr>
          </a:p>
        </p:txBody>
      </p:sp>
      <p:sp>
        <p:nvSpPr>
          <p:cNvPr id="166" name="Google Shape;166;p19"/>
          <p:cNvSpPr txBox="1"/>
          <p:nvPr>
            <p:ph idx="1" type="subTitle"/>
          </p:nvPr>
        </p:nvSpPr>
        <p:spPr>
          <a:xfrm rot="-5400000">
            <a:off x="5488463" y="5454663"/>
            <a:ext cx="2722800" cy="161100"/>
          </a:xfrm>
          <a:prstGeom prst="rect">
            <a:avLst/>
          </a:prstGeom>
        </p:spPr>
        <p:txBody>
          <a:bodyPr anchorCtr="0" anchor="b" bIns="0" lIns="0" spcFirstLastPara="1" rIns="0" wrap="square" tIns="0">
            <a:normAutofit/>
          </a:bodyPr>
          <a:lstStyle>
            <a:lvl1pPr lvl="0" rtl="0">
              <a:spcBef>
                <a:spcPts val="0"/>
              </a:spcBef>
              <a:spcAft>
                <a:spcPts val="0"/>
              </a:spcAft>
              <a:buClr>
                <a:srgbClr val="575756"/>
              </a:buClr>
              <a:buSzPts val="900"/>
              <a:buFont typeface="Lexend Light"/>
              <a:buNone/>
              <a:defRPr sz="900">
                <a:solidFill>
                  <a:srgbClr val="575756"/>
                </a:solidFill>
                <a:latin typeface="Lexend Light"/>
                <a:ea typeface="Lexend Light"/>
                <a:cs typeface="Lexend Light"/>
                <a:sym typeface="Lexend Light"/>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Tree>
  </p:cSld>
  <p:clrMapOvr>
    <a:masterClrMapping/>
  </p:clrMapOvr>
  <p:extLst>
    <p:ext uri="{DCECCB84-F9BA-43D5-87BE-67443E8EF086}">
      <p15:sldGuideLst>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guide id="19" orient="horz" pos="6508">
          <p15:clr>
            <a:srgbClr val="E46962"/>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theme" Target="../theme/theme3.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slideLayout" Target="../slideLayouts/slideLayout9.xml"/><Relationship Id="rId3" Type="http://schemas.openxmlformats.org/officeDocument/2006/relationships/slideLayout" Target="../slideLayouts/slideLayout10.xml"/><Relationship Id="rId4" Type="http://schemas.openxmlformats.org/officeDocument/2006/relationships/slideLayout" Target="../slideLayouts/slideLayout11.xml"/><Relationship Id="rId11" Type="http://schemas.openxmlformats.org/officeDocument/2006/relationships/theme" Target="../theme/theme1.xml"/><Relationship Id="rId10" Type="http://schemas.openxmlformats.org/officeDocument/2006/relationships/slideLayout" Target="../slideLayouts/slideLayout17.xml"/><Relationship Id="rId9" Type="http://schemas.openxmlformats.org/officeDocument/2006/relationships/slideLayout" Target="../slideLayouts/slideLayout16.xml"/><Relationship Id="rId5" Type="http://schemas.openxmlformats.org/officeDocument/2006/relationships/slideLayout" Target="../slideLayouts/slideLayout12.xml"/><Relationship Id="rId6" Type="http://schemas.openxmlformats.org/officeDocument/2006/relationships/slideLayout" Target="../slideLayouts/slideLayout13.xml"/><Relationship Id="rId7" Type="http://schemas.openxmlformats.org/officeDocument/2006/relationships/slideLayout" Target="../slideLayouts/slideLayout14.xml"/><Relationship Id="rId8"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257705" y="925091"/>
            <a:ext cx="7044600" cy="11904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200"/>
              <a:buFont typeface="Lexend"/>
              <a:buNone/>
              <a:defRPr b="1" i="0" sz="2200" u="none" cap="none" strike="noStrike">
                <a:solidFill>
                  <a:schemeClr val="dk1"/>
                </a:solidFill>
                <a:latin typeface="Lexend"/>
                <a:ea typeface="Lexend"/>
                <a:cs typeface="Lexend"/>
                <a:sym typeface="Lexend"/>
              </a:defRPr>
            </a:lvl1pPr>
            <a:lvl2pPr lvl="1" marR="0" rtl="0" algn="l">
              <a:lnSpc>
                <a:spcPct val="100000"/>
              </a:lnSpc>
              <a:spcBef>
                <a:spcPts val="0"/>
              </a:spcBef>
              <a:spcAft>
                <a:spcPts val="0"/>
              </a:spcAft>
              <a:buClr>
                <a:schemeClr val="dk1"/>
              </a:buClr>
              <a:buSzPts val="2800"/>
              <a:buFont typeface="Lexend"/>
              <a:buNone/>
              <a:defRPr i="0" sz="2800" u="none" cap="none" strike="noStrike">
                <a:solidFill>
                  <a:schemeClr val="dk1"/>
                </a:solidFill>
                <a:latin typeface="Lexend"/>
                <a:ea typeface="Lexend"/>
                <a:cs typeface="Lexend"/>
                <a:sym typeface="Lexend"/>
              </a:defRPr>
            </a:lvl2pPr>
            <a:lvl3pPr lvl="2" marR="0" rtl="0" algn="l">
              <a:lnSpc>
                <a:spcPct val="100000"/>
              </a:lnSpc>
              <a:spcBef>
                <a:spcPts val="0"/>
              </a:spcBef>
              <a:spcAft>
                <a:spcPts val="0"/>
              </a:spcAft>
              <a:buClr>
                <a:schemeClr val="dk1"/>
              </a:buClr>
              <a:buSzPts val="2800"/>
              <a:buFont typeface="Lexend"/>
              <a:buNone/>
              <a:defRPr i="0" sz="2800" u="none" cap="none" strike="noStrike">
                <a:solidFill>
                  <a:schemeClr val="dk1"/>
                </a:solidFill>
                <a:latin typeface="Lexend"/>
                <a:ea typeface="Lexend"/>
                <a:cs typeface="Lexend"/>
                <a:sym typeface="Lexend"/>
              </a:defRPr>
            </a:lvl3pPr>
            <a:lvl4pPr lvl="3" marR="0" rtl="0" algn="l">
              <a:lnSpc>
                <a:spcPct val="100000"/>
              </a:lnSpc>
              <a:spcBef>
                <a:spcPts val="0"/>
              </a:spcBef>
              <a:spcAft>
                <a:spcPts val="0"/>
              </a:spcAft>
              <a:buClr>
                <a:schemeClr val="dk1"/>
              </a:buClr>
              <a:buSzPts val="2800"/>
              <a:buFont typeface="Lexend"/>
              <a:buNone/>
              <a:defRPr i="0" sz="2800" u="none" cap="none" strike="noStrike">
                <a:solidFill>
                  <a:schemeClr val="dk1"/>
                </a:solidFill>
                <a:latin typeface="Lexend"/>
                <a:ea typeface="Lexend"/>
                <a:cs typeface="Lexend"/>
                <a:sym typeface="Lexend"/>
              </a:defRPr>
            </a:lvl4pPr>
            <a:lvl5pPr lvl="4" marR="0" rtl="0" algn="l">
              <a:lnSpc>
                <a:spcPct val="100000"/>
              </a:lnSpc>
              <a:spcBef>
                <a:spcPts val="0"/>
              </a:spcBef>
              <a:spcAft>
                <a:spcPts val="0"/>
              </a:spcAft>
              <a:buClr>
                <a:schemeClr val="dk1"/>
              </a:buClr>
              <a:buSzPts val="2800"/>
              <a:buFont typeface="Lexend"/>
              <a:buNone/>
              <a:defRPr i="0" sz="2800" u="none" cap="none" strike="noStrike">
                <a:solidFill>
                  <a:schemeClr val="dk1"/>
                </a:solidFill>
                <a:latin typeface="Lexend"/>
                <a:ea typeface="Lexend"/>
                <a:cs typeface="Lexend"/>
                <a:sym typeface="Lexend"/>
              </a:defRPr>
            </a:lvl5pPr>
            <a:lvl6pPr lvl="5" marR="0" rtl="0" algn="l">
              <a:lnSpc>
                <a:spcPct val="100000"/>
              </a:lnSpc>
              <a:spcBef>
                <a:spcPts val="0"/>
              </a:spcBef>
              <a:spcAft>
                <a:spcPts val="0"/>
              </a:spcAft>
              <a:buClr>
                <a:schemeClr val="dk1"/>
              </a:buClr>
              <a:buSzPts val="2800"/>
              <a:buFont typeface="Lexend"/>
              <a:buNone/>
              <a:defRPr i="0" sz="2800" u="none" cap="none" strike="noStrike">
                <a:solidFill>
                  <a:schemeClr val="dk1"/>
                </a:solidFill>
                <a:latin typeface="Lexend"/>
                <a:ea typeface="Lexend"/>
                <a:cs typeface="Lexend"/>
                <a:sym typeface="Lexend"/>
              </a:defRPr>
            </a:lvl6pPr>
            <a:lvl7pPr lvl="6" marR="0" rtl="0" algn="l">
              <a:lnSpc>
                <a:spcPct val="100000"/>
              </a:lnSpc>
              <a:spcBef>
                <a:spcPts val="0"/>
              </a:spcBef>
              <a:spcAft>
                <a:spcPts val="0"/>
              </a:spcAft>
              <a:buClr>
                <a:schemeClr val="dk1"/>
              </a:buClr>
              <a:buSzPts val="2800"/>
              <a:buFont typeface="Lexend"/>
              <a:buNone/>
              <a:defRPr i="0" sz="2800" u="none" cap="none" strike="noStrike">
                <a:solidFill>
                  <a:schemeClr val="dk1"/>
                </a:solidFill>
                <a:latin typeface="Lexend"/>
                <a:ea typeface="Lexend"/>
                <a:cs typeface="Lexend"/>
                <a:sym typeface="Lexend"/>
              </a:defRPr>
            </a:lvl7pPr>
            <a:lvl8pPr lvl="7" marR="0" rtl="0" algn="l">
              <a:lnSpc>
                <a:spcPct val="100000"/>
              </a:lnSpc>
              <a:spcBef>
                <a:spcPts val="0"/>
              </a:spcBef>
              <a:spcAft>
                <a:spcPts val="0"/>
              </a:spcAft>
              <a:buClr>
                <a:schemeClr val="dk1"/>
              </a:buClr>
              <a:buSzPts val="2800"/>
              <a:buFont typeface="Lexend"/>
              <a:buNone/>
              <a:defRPr i="0" sz="2800" u="none" cap="none" strike="noStrike">
                <a:solidFill>
                  <a:schemeClr val="dk1"/>
                </a:solidFill>
                <a:latin typeface="Lexend"/>
                <a:ea typeface="Lexend"/>
                <a:cs typeface="Lexend"/>
                <a:sym typeface="Lexend"/>
              </a:defRPr>
            </a:lvl8pPr>
            <a:lvl9pPr lvl="8" marR="0" rtl="0" algn="l">
              <a:lnSpc>
                <a:spcPct val="100000"/>
              </a:lnSpc>
              <a:spcBef>
                <a:spcPts val="0"/>
              </a:spcBef>
              <a:spcAft>
                <a:spcPts val="0"/>
              </a:spcAft>
              <a:buClr>
                <a:schemeClr val="dk1"/>
              </a:buClr>
              <a:buSzPts val="2800"/>
              <a:buFont typeface="Lexend"/>
              <a:buNone/>
              <a:defRPr i="0" sz="2800" u="none" cap="none" strike="noStrike">
                <a:solidFill>
                  <a:schemeClr val="dk1"/>
                </a:solidFill>
                <a:latin typeface="Lexend"/>
                <a:ea typeface="Lexend"/>
                <a:cs typeface="Lexend"/>
                <a:sym typeface="Lexend"/>
              </a:defRPr>
            </a:lvl9pPr>
          </a:lstStyle>
          <a:p/>
        </p:txBody>
      </p:sp>
      <p:sp>
        <p:nvSpPr>
          <p:cNvPr id="7" name="Google Shape;7;p1"/>
          <p:cNvSpPr txBox="1"/>
          <p:nvPr>
            <p:ph idx="1" type="body"/>
          </p:nvPr>
        </p:nvSpPr>
        <p:spPr>
          <a:xfrm>
            <a:off x="257705" y="2395696"/>
            <a:ext cx="7044600" cy="7101900"/>
          </a:xfrm>
          <a:prstGeom prst="rect">
            <a:avLst/>
          </a:prstGeom>
          <a:noFill/>
          <a:ln>
            <a:noFill/>
          </a:ln>
        </p:spPr>
        <p:txBody>
          <a:bodyPr anchorCtr="0" anchor="t" bIns="0" lIns="0" spcFirstLastPara="1" rIns="0" wrap="square" tIns="0">
            <a:normAutofit/>
          </a:bodyPr>
          <a:lstStyle>
            <a:lvl1pPr indent="-342900" lvl="0" marL="457200" marR="0" rtl="0" algn="l">
              <a:lnSpc>
                <a:spcPct val="115000"/>
              </a:lnSpc>
              <a:spcBef>
                <a:spcPts val="0"/>
              </a:spcBef>
              <a:spcAft>
                <a:spcPts val="0"/>
              </a:spcAft>
              <a:buClr>
                <a:schemeClr val="dk2"/>
              </a:buClr>
              <a:buSzPts val="1800"/>
              <a:buFont typeface="Lexend"/>
              <a:buChar char="●"/>
              <a:defRPr i="0" sz="1800" u="none" cap="none" strike="noStrike">
                <a:solidFill>
                  <a:schemeClr val="dk2"/>
                </a:solidFill>
                <a:latin typeface="Lexend"/>
                <a:ea typeface="Lexend"/>
                <a:cs typeface="Lexend"/>
                <a:sym typeface="Lexend"/>
              </a:defRPr>
            </a:lvl1pPr>
            <a:lvl2pPr indent="-317500" lvl="1" marL="914400" marR="0" rtl="0" algn="l">
              <a:lnSpc>
                <a:spcPct val="115000"/>
              </a:lnSpc>
              <a:spcBef>
                <a:spcPts val="0"/>
              </a:spcBef>
              <a:spcAft>
                <a:spcPts val="0"/>
              </a:spcAft>
              <a:buClr>
                <a:schemeClr val="dk2"/>
              </a:buClr>
              <a:buSzPts val="1400"/>
              <a:buFont typeface="Lexend"/>
              <a:buChar char="○"/>
              <a:defRPr i="0" sz="1400" u="none" cap="none" strike="noStrike">
                <a:solidFill>
                  <a:schemeClr val="dk2"/>
                </a:solidFill>
                <a:latin typeface="Lexend"/>
                <a:ea typeface="Lexend"/>
                <a:cs typeface="Lexend"/>
                <a:sym typeface="Lexend"/>
              </a:defRPr>
            </a:lvl2pPr>
            <a:lvl3pPr indent="-317500" lvl="2" marL="1371600" marR="0" rtl="0" algn="l">
              <a:lnSpc>
                <a:spcPct val="115000"/>
              </a:lnSpc>
              <a:spcBef>
                <a:spcPts val="0"/>
              </a:spcBef>
              <a:spcAft>
                <a:spcPts val="0"/>
              </a:spcAft>
              <a:buClr>
                <a:schemeClr val="dk2"/>
              </a:buClr>
              <a:buSzPts val="1400"/>
              <a:buFont typeface="Lexend"/>
              <a:buChar char="■"/>
              <a:defRPr i="0" sz="1400" u="none" cap="none" strike="noStrike">
                <a:solidFill>
                  <a:schemeClr val="dk2"/>
                </a:solidFill>
                <a:latin typeface="Lexend"/>
                <a:ea typeface="Lexend"/>
                <a:cs typeface="Lexend"/>
                <a:sym typeface="Lexend"/>
              </a:defRPr>
            </a:lvl3pPr>
            <a:lvl4pPr indent="-317500" lvl="3" marL="1828800" marR="0" rtl="0" algn="l">
              <a:lnSpc>
                <a:spcPct val="115000"/>
              </a:lnSpc>
              <a:spcBef>
                <a:spcPts val="0"/>
              </a:spcBef>
              <a:spcAft>
                <a:spcPts val="0"/>
              </a:spcAft>
              <a:buClr>
                <a:schemeClr val="dk2"/>
              </a:buClr>
              <a:buSzPts val="1400"/>
              <a:buFont typeface="Lexend"/>
              <a:buChar char="●"/>
              <a:defRPr i="0" sz="1400" u="none" cap="none" strike="noStrike">
                <a:solidFill>
                  <a:schemeClr val="dk2"/>
                </a:solidFill>
                <a:latin typeface="Lexend"/>
                <a:ea typeface="Lexend"/>
                <a:cs typeface="Lexend"/>
                <a:sym typeface="Lexend"/>
              </a:defRPr>
            </a:lvl4pPr>
            <a:lvl5pPr indent="-317500" lvl="4" marL="2286000" marR="0" rtl="0" algn="l">
              <a:lnSpc>
                <a:spcPct val="115000"/>
              </a:lnSpc>
              <a:spcBef>
                <a:spcPts val="0"/>
              </a:spcBef>
              <a:spcAft>
                <a:spcPts val="0"/>
              </a:spcAft>
              <a:buClr>
                <a:schemeClr val="dk2"/>
              </a:buClr>
              <a:buSzPts val="1400"/>
              <a:buFont typeface="Lexend"/>
              <a:buChar char="○"/>
              <a:defRPr i="0" sz="1400" u="none" cap="none" strike="noStrike">
                <a:solidFill>
                  <a:schemeClr val="dk2"/>
                </a:solidFill>
                <a:latin typeface="Lexend"/>
                <a:ea typeface="Lexend"/>
                <a:cs typeface="Lexend"/>
                <a:sym typeface="Lexend"/>
              </a:defRPr>
            </a:lvl5pPr>
            <a:lvl6pPr indent="-317500" lvl="5" marL="2743200" marR="0" rtl="0" algn="l">
              <a:lnSpc>
                <a:spcPct val="115000"/>
              </a:lnSpc>
              <a:spcBef>
                <a:spcPts val="0"/>
              </a:spcBef>
              <a:spcAft>
                <a:spcPts val="0"/>
              </a:spcAft>
              <a:buClr>
                <a:schemeClr val="dk2"/>
              </a:buClr>
              <a:buSzPts val="1400"/>
              <a:buFont typeface="Lexend"/>
              <a:buChar char="■"/>
              <a:defRPr i="0" sz="1400" u="none" cap="none" strike="noStrike">
                <a:solidFill>
                  <a:schemeClr val="dk2"/>
                </a:solidFill>
                <a:latin typeface="Lexend"/>
                <a:ea typeface="Lexend"/>
                <a:cs typeface="Lexend"/>
                <a:sym typeface="Lexend"/>
              </a:defRPr>
            </a:lvl6pPr>
            <a:lvl7pPr indent="-317500" lvl="6" marL="3200400" marR="0" rtl="0" algn="l">
              <a:lnSpc>
                <a:spcPct val="115000"/>
              </a:lnSpc>
              <a:spcBef>
                <a:spcPts val="0"/>
              </a:spcBef>
              <a:spcAft>
                <a:spcPts val="0"/>
              </a:spcAft>
              <a:buClr>
                <a:schemeClr val="dk2"/>
              </a:buClr>
              <a:buSzPts val="1400"/>
              <a:buFont typeface="Lexend"/>
              <a:buChar char="●"/>
              <a:defRPr i="0" sz="1400" u="none" cap="none" strike="noStrike">
                <a:solidFill>
                  <a:schemeClr val="dk2"/>
                </a:solidFill>
                <a:latin typeface="Lexend"/>
                <a:ea typeface="Lexend"/>
                <a:cs typeface="Lexend"/>
                <a:sym typeface="Lexend"/>
              </a:defRPr>
            </a:lvl7pPr>
            <a:lvl8pPr indent="-317500" lvl="7" marL="3657600" marR="0" rtl="0" algn="l">
              <a:lnSpc>
                <a:spcPct val="115000"/>
              </a:lnSpc>
              <a:spcBef>
                <a:spcPts val="0"/>
              </a:spcBef>
              <a:spcAft>
                <a:spcPts val="0"/>
              </a:spcAft>
              <a:buClr>
                <a:schemeClr val="dk2"/>
              </a:buClr>
              <a:buSzPts val="1400"/>
              <a:buFont typeface="Lexend"/>
              <a:buChar char="○"/>
              <a:defRPr i="0" sz="1400" u="none" cap="none" strike="noStrike">
                <a:solidFill>
                  <a:schemeClr val="dk2"/>
                </a:solidFill>
                <a:latin typeface="Lexend"/>
                <a:ea typeface="Lexend"/>
                <a:cs typeface="Lexend"/>
                <a:sym typeface="Lexend"/>
              </a:defRPr>
            </a:lvl8pPr>
            <a:lvl9pPr indent="-317500" lvl="8" marL="4114800" marR="0" rtl="0" algn="l">
              <a:lnSpc>
                <a:spcPct val="115000"/>
              </a:lnSpc>
              <a:spcBef>
                <a:spcPts val="0"/>
              </a:spcBef>
              <a:spcAft>
                <a:spcPts val="0"/>
              </a:spcAft>
              <a:buClr>
                <a:schemeClr val="dk2"/>
              </a:buClr>
              <a:buSzPts val="1400"/>
              <a:buFont typeface="Kalam"/>
              <a:buChar char="■"/>
              <a:defRPr i="0" sz="1400" u="none" cap="none" strike="noStrike">
                <a:solidFill>
                  <a:schemeClr val="dk2"/>
                </a:solidFill>
                <a:latin typeface="Kalam"/>
                <a:ea typeface="Kalam"/>
                <a:cs typeface="Kalam"/>
                <a:sym typeface="Kalam"/>
              </a:defRPr>
            </a:lvl9pPr>
          </a:lstStyle>
          <a:p/>
        </p:txBody>
      </p:sp>
      <p:sp>
        <p:nvSpPr>
          <p:cNvPr id="8" name="Google Shape;8;p1"/>
          <p:cNvSpPr txBox="1"/>
          <p:nvPr>
            <p:ph idx="12" type="sldNum"/>
          </p:nvPr>
        </p:nvSpPr>
        <p:spPr>
          <a:xfrm>
            <a:off x="7004788" y="9693616"/>
            <a:ext cx="453600" cy="8181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i="0" sz="1000" u="none" cap="none" strike="noStrike">
                <a:solidFill>
                  <a:schemeClr val="dk2"/>
                </a:solidFill>
                <a:latin typeface="Lexend"/>
                <a:ea typeface="Lexend"/>
                <a:cs typeface="Lexend"/>
                <a:sym typeface="Lexend"/>
              </a:defRPr>
            </a:lvl1pPr>
            <a:lvl2pPr indent="0" lvl="1" marL="0" marR="0" rtl="0" algn="r">
              <a:lnSpc>
                <a:spcPct val="100000"/>
              </a:lnSpc>
              <a:spcBef>
                <a:spcPts val="0"/>
              </a:spcBef>
              <a:spcAft>
                <a:spcPts val="0"/>
              </a:spcAft>
              <a:buClr>
                <a:srgbClr val="000000"/>
              </a:buClr>
              <a:buSzPts val="1000"/>
              <a:buFont typeface="Arial"/>
              <a:buNone/>
              <a:defRPr i="0" sz="1000" u="none" cap="none" strike="noStrike">
                <a:solidFill>
                  <a:schemeClr val="dk2"/>
                </a:solidFill>
                <a:latin typeface="Lexend"/>
                <a:ea typeface="Lexend"/>
                <a:cs typeface="Lexend"/>
                <a:sym typeface="Lexend"/>
              </a:defRPr>
            </a:lvl2pPr>
            <a:lvl3pPr indent="0" lvl="2" marL="0" marR="0" rtl="0" algn="r">
              <a:lnSpc>
                <a:spcPct val="100000"/>
              </a:lnSpc>
              <a:spcBef>
                <a:spcPts val="0"/>
              </a:spcBef>
              <a:spcAft>
                <a:spcPts val="0"/>
              </a:spcAft>
              <a:buClr>
                <a:srgbClr val="000000"/>
              </a:buClr>
              <a:buSzPts val="1000"/>
              <a:buFont typeface="Arial"/>
              <a:buNone/>
              <a:defRPr i="0" sz="1000" u="none" cap="none" strike="noStrike">
                <a:solidFill>
                  <a:schemeClr val="dk2"/>
                </a:solidFill>
                <a:latin typeface="Lexend"/>
                <a:ea typeface="Lexend"/>
                <a:cs typeface="Lexend"/>
                <a:sym typeface="Lexend"/>
              </a:defRPr>
            </a:lvl3pPr>
            <a:lvl4pPr indent="0" lvl="3" marL="0" marR="0" rtl="0" algn="r">
              <a:lnSpc>
                <a:spcPct val="100000"/>
              </a:lnSpc>
              <a:spcBef>
                <a:spcPts val="0"/>
              </a:spcBef>
              <a:spcAft>
                <a:spcPts val="0"/>
              </a:spcAft>
              <a:buClr>
                <a:srgbClr val="000000"/>
              </a:buClr>
              <a:buSzPts val="1000"/>
              <a:buFont typeface="Arial"/>
              <a:buNone/>
              <a:defRPr i="0" sz="1000" u="none" cap="none" strike="noStrike">
                <a:solidFill>
                  <a:schemeClr val="dk2"/>
                </a:solidFill>
                <a:latin typeface="Lexend"/>
                <a:ea typeface="Lexend"/>
                <a:cs typeface="Lexend"/>
                <a:sym typeface="Lexend"/>
              </a:defRPr>
            </a:lvl4pPr>
            <a:lvl5pPr indent="0" lvl="4" marL="0" marR="0" rtl="0" algn="r">
              <a:lnSpc>
                <a:spcPct val="100000"/>
              </a:lnSpc>
              <a:spcBef>
                <a:spcPts val="0"/>
              </a:spcBef>
              <a:spcAft>
                <a:spcPts val="0"/>
              </a:spcAft>
              <a:buClr>
                <a:srgbClr val="000000"/>
              </a:buClr>
              <a:buSzPts val="1000"/>
              <a:buFont typeface="Arial"/>
              <a:buNone/>
              <a:defRPr i="0" sz="1000" u="none" cap="none" strike="noStrike">
                <a:solidFill>
                  <a:schemeClr val="dk2"/>
                </a:solidFill>
                <a:latin typeface="Lexend"/>
                <a:ea typeface="Lexend"/>
                <a:cs typeface="Lexend"/>
                <a:sym typeface="Lexend"/>
              </a:defRPr>
            </a:lvl5pPr>
            <a:lvl6pPr indent="0" lvl="5" marL="0" marR="0" rtl="0" algn="r">
              <a:lnSpc>
                <a:spcPct val="100000"/>
              </a:lnSpc>
              <a:spcBef>
                <a:spcPts val="0"/>
              </a:spcBef>
              <a:spcAft>
                <a:spcPts val="0"/>
              </a:spcAft>
              <a:buClr>
                <a:srgbClr val="000000"/>
              </a:buClr>
              <a:buSzPts val="1000"/>
              <a:buFont typeface="Arial"/>
              <a:buNone/>
              <a:defRPr i="0" sz="1000" u="none" cap="none" strike="noStrike">
                <a:solidFill>
                  <a:schemeClr val="dk2"/>
                </a:solidFill>
                <a:latin typeface="Lexend"/>
                <a:ea typeface="Lexend"/>
                <a:cs typeface="Lexend"/>
                <a:sym typeface="Lexend"/>
              </a:defRPr>
            </a:lvl6pPr>
            <a:lvl7pPr indent="0" lvl="6" marL="0" marR="0" rtl="0" algn="r">
              <a:lnSpc>
                <a:spcPct val="100000"/>
              </a:lnSpc>
              <a:spcBef>
                <a:spcPts val="0"/>
              </a:spcBef>
              <a:spcAft>
                <a:spcPts val="0"/>
              </a:spcAft>
              <a:buClr>
                <a:srgbClr val="000000"/>
              </a:buClr>
              <a:buSzPts val="1000"/>
              <a:buFont typeface="Arial"/>
              <a:buNone/>
              <a:defRPr i="0" sz="1000" u="none" cap="none" strike="noStrike">
                <a:solidFill>
                  <a:schemeClr val="dk2"/>
                </a:solidFill>
                <a:latin typeface="Lexend"/>
                <a:ea typeface="Lexend"/>
                <a:cs typeface="Lexend"/>
                <a:sym typeface="Lexend"/>
              </a:defRPr>
            </a:lvl7pPr>
            <a:lvl8pPr indent="0" lvl="7" marL="0" marR="0" rtl="0" algn="r">
              <a:lnSpc>
                <a:spcPct val="100000"/>
              </a:lnSpc>
              <a:spcBef>
                <a:spcPts val="0"/>
              </a:spcBef>
              <a:spcAft>
                <a:spcPts val="0"/>
              </a:spcAft>
              <a:buClr>
                <a:srgbClr val="000000"/>
              </a:buClr>
              <a:buSzPts val="1000"/>
              <a:buFont typeface="Arial"/>
              <a:buNone/>
              <a:defRPr i="0" sz="1000" u="none" cap="none" strike="noStrike">
                <a:solidFill>
                  <a:schemeClr val="dk2"/>
                </a:solidFill>
                <a:latin typeface="Lexend"/>
                <a:ea typeface="Lexend"/>
                <a:cs typeface="Lexend"/>
                <a:sym typeface="Lexend"/>
              </a:defRPr>
            </a:lvl8pPr>
            <a:lvl9pPr indent="0" lvl="8" marL="0" marR="0" rtl="0" algn="r">
              <a:lnSpc>
                <a:spcPct val="100000"/>
              </a:lnSpc>
              <a:spcBef>
                <a:spcPts val="0"/>
              </a:spcBef>
              <a:spcAft>
                <a:spcPts val="0"/>
              </a:spcAft>
              <a:buClr>
                <a:srgbClr val="000000"/>
              </a:buClr>
              <a:buSzPts val="1000"/>
              <a:buFont typeface="Arial"/>
              <a:buNone/>
              <a:defRPr i="0" sz="1000" u="none" cap="none" strike="noStrike">
                <a:solidFill>
                  <a:schemeClr val="dk2"/>
                </a:solidFill>
                <a:latin typeface="Lexend"/>
                <a:ea typeface="Lexend"/>
                <a:cs typeface="Lexend"/>
                <a:sym typeface="Lexend"/>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61" name="Shape 61"/>
        <p:cNvGrpSpPr/>
        <p:nvPr/>
      </p:nvGrpSpPr>
      <p:grpSpPr>
        <a:xfrm>
          <a:off x="0" y="0"/>
          <a:ext cx="0" cy="0"/>
          <a:chOff x="0" y="0"/>
          <a:chExt cx="0" cy="0"/>
        </a:xfrm>
      </p:grpSpPr>
      <p:sp>
        <p:nvSpPr>
          <p:cNvPr id="62" name="Google Shape;62;p9"/>
          <p:cNvSpPr txBox="1"/>
          <p:nvPr>
            <p:ph type="title"/>
          </p:nvPr>
        </p:nvSpPr>
        <p:spPr>
          <a:xfrm>
            <a:off x="257705" y="925091"/>
            <a:ext cx="7044600" cy="11904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200"/>
              <a:buFont typeface="Lexend"/>
              <a:buNone/>
              <a:defRPr b="1" i="0" sz="2200" u="none" cap="none" strike="noStrike">
                <a:solidFill>
                  <a:schemeClr val="dk1"/>
                </a:solidFill>
                <a:latin typeface="Lexend"/>
                <a:ea typeface="Lexend"/>
                <a:cs typeface="Lexend"/>
                <a:sym typeface="Lexend"/>
              </a:defRPr>
            </a:lvl1pPr>
            <a:lvl2pPr lvl="1" marR="0" rtl="0" algn="l">
              <a:lnSpc>
                <a:spcPct val="100000"/>
              </a:lnSpc>
              <a:spcBef>
                <a:spcPts val="0"/>
              </a:spcBef>
              <a:spcAft>
                <a:spcPts val="0"/>
              </a:spcAft>
              <a:buClr>
                <a:schemeClr val="dk1"/>
              </a:buClr>
              <a:buSzPts val="2800"/>
              <a:buFont typeface="Lexend"/>
              <a:buNone/>
              <a:defRPr i="0" sz="2800" u="none" cap="none" strike="noStrike">
                <a:solidFill>
                  <a:schemeClr val="dk1"/>
                </a:solidFill>
                <a:latin typeface="Lexend"/>
                <a:ea typeface="Lexend"/>
                <a:cs typeface="Lexend"/>
                <a:sym typeface="Lexend"/>
              </a:defRPr>
            </a:lvl2pPr>
            <a:lvl3pPr lvl="2" marR="0" rtl="0" algn="l">
              <a:lnSpc>
                <a:spcPct val="100000"/>
              </a:lnSpc>
              <a:spcBef>
                <a:spcPts val="0"/>
              </a:spcBef>
              <a:spcAft>
                <a:spcPts val="0"/>
              </a:spcAft>
              <a:buClr>
                <a:schemeClr val="dk1"/>
              </a:buClr>
              <a:buSzPts val="2800"/>
              <a:buFont typeface="Lexend"/>
              <a:buNone/>
              <a:defRPr i="0" sz="2800" u="none" cap="none" strike="noStrike">
                <a:solidFill>
                  <a:schemeClr val="dk1"/>
                </a:solidFill>
                <a:latin typeface="Lexend"/>
                <a:ea typeface="Lexend"/>
                <a:cs typeface="Lexend"/>
                <a:sym typeface="Lexend"/>
              </a:defRPr>
            </a:lvl3pPr>
            <a:lvl4pPr lvl="3" marR="0" rtl="0" algn="l">
              <a:lnSpc>
                <a:spcPct val="100000"/>
              </a:lnSpc>
              <a:spcBef>
                <a:spcPts val="0"/>
              </a:spcBef>
              <a:spcAft>
                <a:spcPts val="0"/>
              </a:spcAft>
              <a:buClr>
                <a:schemeClr val="dk1"/>
              </a:buClr>
              <a:buSzPts val="2800"/>
              <a:buFont typeface="Lexend"/>
              <a:buNone/>
              <a:defRPr i="0" sz="2800" u="none" cap="none" strike="noStrike">
                <a:solidFill>
                  <a:schemeClr val="dk1"/>
                </a:solidFill>
                <a:latin typeface="Lexend"/>
                <a:ea typeface="Lexend"/>
                <a:cs typeface="Lexend"/>
                <a:sym typeface="Lexend"/>
              </a:defRPr>
            </a:lvl4pPr>
            <a:lvl5pPr lvl="4" marR="0" rtl="0" algn="l">
              <a:lnSpc>
                <a:spcPct val="100000"/>
              </a:lnSpc>
              <a:spcBef>
                <a:spcPts val="0"/>
              </a:spcBef>
              <a:spcAft>
                <a:spcPts val="0"/>
              </a:spcAft>
              <a:buClr>
                <a:schemeClr val="dk1"/>
              </a:buClr>
              <a:buSzPts val="2800"/>
              <a:buFont typeface="Lexend"/>
              <a:buNone/>
              <a:defRPr i="0" sz="2800" u="none" cap="none" strike="noStrike">
                <a:solidFill>
                  <a:schemeClr val="dk1"/>
                </a:solidFill>
                <a:latin typeface="Lexend"/>
                <a:ea typeface="Lexend"/>
                <a:cs typeface="Lexend"/>
                <a:sym typeface="Lexend"/>
              </a:defRPr>
            </a:lvl5pPr>
            <a:lvl6pPr lvl="5" marR="0" rtl="0" algn="l">
              <a:lnSpc>
                <a:spcPct val="100000"/>
              </a:lnSpc>
              <a:spcBef>
                <a:spcPts val="0"/>
              </a:spcBef>
              <a:spcAft>
                <a:spcPts val="0"/>
              </a:spcAft>
              <a:buClr>
                <a:schemeClr val="dk1"/>
              </a:buClr>
              <a:buSzPts val="2800"/>
              <a:buFont typeface="Lexend"/>
              <a:buNone/>
              <a:defRPr i="0" sz="2800" u="none" cap="none" strike="noStrike">
                <a:solidFill>
                  <a:schemeClr val="dk1"/>
                </a:solidFill>
                <a:latin typeface="Lexend"/>
                <a:ea typeface="Lexend"/>
                <a:cs typeface="Lexend"/>
                <a:sym typeface="Lexend"/>
              </a:defRPr>
            </a:lvl6pPr>
            <a:lvl7pPr lvl="6" marR="0" rtl="0" algn="l">
              <a:lnSpc>
                <a:spcPct val="100000"/>
              </a:lnSpc>
              <a:spcBef>
                <a:spcPts val="0"/>
              </a:spcBef>
              <a:spcAft>
                <a:spcPts val="0"/>
              </a:spcAft>
              <a:buClr>
                <a:schemeClr val="dk1"/>
              </a:buClr>
              <a:buSzPts val="2800"/>
              <a:buFont typeface="Lexend"/>
              <a:buNone/>
              <a:defRPr i="0" sz="2800" u="none" cap="none" strike="noStrike">
                <a:solidFill>
                  <a:schemeClr val="dk1"/>
                </a:solidFill>
                <a:latin typeface="Lexend"/>
                <a:ea typeface="Lexend"/>
                <a:cs typeface="Lexend"/>
                <a:sym typeface="Lexend"/>
              </a:defRPr>
            </a:lvl7pPr>
            <a:lvl8pPr lvl="7" marR="0" rtl="0" algn="l">
              <a:lnSpc>
                <a:spcPct val="100000"/>
              </a:lnSpc>
              <a:spcBef>
                <a:spcPts val="0"/>
              </a:spcBef>
              <a:spcAft>
                <a:spcPts val="0"/>
              </a:spcAft>
              <a:buClr>
                <a:schemeClr val="dk1"/>
              </a:buClr>
              <a:buSzPts val="2800"/>
              <a:buFont typeface="Lexend"/>
              <a:buNone/>
              <a:defRPr i="0" sz="2800" u="none" cap="none" strike="noStrike">
                <a:solidFill>
                  <a:schemeClr val="dk1"/>
                </a:solidFill>
                <a:latin typeface="Lexend"/>
                <a:ea typeface="Lexend"/>
                <a:cs typeface="Lexend"/>
                <a:sym typeface="Lexend"/>
              </a:defRPr>
            </a:lvl8pPr>
            <a:lvl9pPr lvl="8" marR="0" rtl="0" algn="l">
              <a:lnSpc>
                <a:spcPct val="100000"/>
              </a:lnSpc>
              <a:spcBef>
                <a:spcPts val="0"/>
              </a:spcBef>
              <a:spcAft>
                <a:spcPts val="0"/>
              </a:spcAft>
              <a:buClr>
                <a:schemeClr val="dk1"/>
              </a:buClr>
              <a:buSzPts val="2800"/>
              <a:buFont typeface="Lexend"/>
              <a:buNone/>
              <a:defRPr i="0" sz="2800" u="none" cap="none" strike="noStrike">
                <a:solidFill>
                  <a:schemeClr val="dk1"/>
                </a:solidFill>
                <a:latin typeface="Lexend"/>
                <a:ea typeface="Lexend"/>
                <a:cs typeface="Lexend"/>
                <a:sym typeface="Lexend"/>
              </a:defRPr>
            </a:lvl9pPr>
          </a:lstStyle>
          <a:p/>
        </p:txBody>
      </p:sp>
      <p:sp>
        <p:nvSpPr>
          <p:cNvPr id="63" name="Google Shape;63;p9"/>
          <p:cNvSpPr txBox="1"/>
          <p:nvPr>
            <p:ph idx="1" type="body"/>
          </p:nvPr>
        </p:nvSpPr>
        <p:spPr>
          <a:xfrm>
            <a:off x="257705" y="2395696"/>
            <a:ext cx="7044600" cy="7101900"/>
          </a:xfrm>
          <a:prstGeom prst="rect">
            <a:avLst/>
          </a:prstGeom>
          <a:noFill/>
          <a:ln>
            <a:noFill/>
          </a:ln>
        </p:spPr>
        <p:txBody>
          <a:bodyPr anchorCtr="0" anchor="t" bIns="0" lIns="0" spcFirstLastPara="1" rIns="0" wrap="square" tIns="0">
            <a:normAutofit/>
          </a:bodyPr>
          <a:lstStyle>
            <a:lvl1pPr indent="-342900" lvl="0" marL="457200" marR="0" rtl="0" algn="l">
              <a:lnSpc>
                <a:spcPct val="115000"/>
              </a:lnSpc>
              <a:spcBef>
                <a:spcPts val="0"/>
              </a:spcBef>
              <a:spcAft>
                <a:spcPts val="0"/>
              </a:spcAft>
              <a:buClr>
                <a:schemeClr val="dk2"/>
              </a:buClr>
              <a:buSzPts val="1800"/>
              <a:buFont typeface="Lexend"/>
              <a:buChar char="●"/>
              <a:defRPr i="0" sz="1800" u="none" cap="none" strike="noStrike">
                <a:solidFill>
                  <a:schemeClr val="dk2"/>
                </a:solidFill>
                <a:latin typeface="Lexend"/>
                <a:ea typeface="Lexend"/>
                <a:cs typeface="Lexend"/>
                <a:sym typeface="Lexend"/>
              </a:defRPr>
            </a:lvl1pPr>
            <a:lvl2pPr indent="-317500" lvl="1" marL="914400" marR="0" rtl="0" algn="l">
              <a:lnSpc>
                <a:spcPct val="115000"/>
              </a:lnSpc>
              <a:spcBef>
                <a:spcPts val="0"/>
              </a:spcBef>
              <a:spcAft>
                <a:spcPts val="0"/>
              </a:spcAft>
              <a:buClr>
                <a:schemeClr val="dk2"/>
              </a:buClr>
              <a:buSzPts val="1400"/>
              <a:buFont typeface="Lexend"/>
              <a:buChar char="○"/>
              <a:defRPr i="0" sz="1400" u="none" cap="none" strike="noStrike">
                <a:solidFill>
                  <a:schemeClr val="dk2"/>
                </a:solidFill>
                <a:latin typeface="Lexend"/>
                <a:ea typeface="Lexend"/>
                <a:cs typeface="Lexend"/>
                <a:sym typeface="Lexend"/>
              </a:defRPr>
            </a:lvl2pPr>
            <a:lvl3pPr indent="-317500" lvl="2" marL="1371600" marR="0" rtl="0" algn="l">
              <a:lnSpc>
                <a:spcPct val="115000"/>
              </a:lnSpc>
              <a:spcBef>
                <a:spcPts val="0"/>
              </a:spcBef>
              <a:spcAft>
                <a:spcPts val="0"/>
              </a:spcAft>
              <a:buClr>
                <a:schemeClr val="dk2"/>
              </a:buClr>
              <a:buSzPts val="1400"/>
              <a:buFont typeface="Lexend"/>
              <a:buChar char="■"/>
              <a:defRPr i="0" sz="1400" u="none" cap="none" strike="noStrike">
                <a:solidFill>
                  <a:schemeClr val="dk2"/>
                </a:solidFill>
                <a:latin typeface="Lexend"/>
                <a:ea typeface="Lexend"/>
                <a:cs typeface="Lexend"/>
                <a:sym typeface="Lexend"/>
              </a:defRPr>
            </a:lvl3pPr>
            <a:lvl4pPr indent="-317500" lvl="3" marL="1828800" marR="0" rtl="0" algn="l">
              <a:lnSpc>
                <a:spcPct val="115000"/>
              </a:lnSpc>
              <a:spcBef>
                <a:spcPts val="0"/>
              </a:spcBef>
              <a:spcAft>
                <a:spcPts val="0"/>
              </a:spcAft>
              <a:buClr>
                <a:schemeClr val="dk2"/>
              </a:buClr>
              <a:buSzPts val="1400"/>
              <a:buFont typeface="Lexend"/>
              <a:buChar char="●"/>
              <a:defRPr i="0" sz="1400" u="none" cap="none" strike="noStrike">
                <a:solidFill>
                  <a:schemeClr val="dk2"/>
                </a:solidFill>
                <a:latin typeface="Lexend"/>
                <a:ea typeface="Lexend"/>
                <a:cs typeface="Lexend"/>
                <a:sym typeface="Lexend"/>
              </a:defRPr>
            </a:lvl4pPr>
            <a:lvl5pPr indent="-317500" lvl="4" marL="2286000" marR="0" rtl="0" algn="l">
              <a:lnSpc>
                <a:spcPct val="115000"/>
              </a:lnSpc>
              <a:spcBef>
                <a:spcPts val="0"/>
              </a:spcBef>
              <a:spcAft>
                <a:spcPts val="0"/>
              </a:spcAft>
              <a:buClr>
                <a:schemeClr val="dk2"/>
              </a:buClr>
              <a:buSzPts val="1400"/>
              <a:buFont typeface="Lexend"/>
              <a:buChar char="○"/>
              <a:defRPr i="0" sz="1400" u="none" cap="none" strike="noStrike">
                <a:solidFill>
                  <a:schemeClr val="dk2"/>
                </a:solidFill>
                <a:latin typeface="Lexend"/>
                <a:ea typeface="Lexend"/>
                <a:cs typeface="Lexend"/>
                <a:sym typeface="Lexend"/>
              </a:defRPr>
            </a:lvl5pPr>
            <a:lvl6pPr indent="-317500" lvl="5" marL="2743200" marR="0" rtl="0" algn="l">
              <a:lnSpc>
                <a:spcPct val="115000"/>
              </a:lnSpc>
              <a:spcBef>
                <a:spcPts val="0"/>
              </a:spcBef>
              <a:spcAft>
                <a:spcPts val="0"/>
              </a:spcAft>
              <a:buClr>
                <a:schemeClr val="dk2"/>
              </a:buClr>
              <a:buSzPts val="1400"/>
              <a:buFont typeface="Lexend"/>
              <a:buChar char="■"/>
              <a:defRPr i="0" sz="1400" u="none" cap="none" strike="noStrike">
                <a:solidFill>
                  <a:schemeClr val="dk2"/>
                </a:solidFill>
                <a:latin typeface="Lexend"/>
                <a:ea typeface="Lexend"/>
                <a:cs typeface="Lexend"/>
                <a:sym typeface="Lexend"/>
              </a:defRPr>
            </a:lvl6pPr>
            <a:lvl7pPr indent="-317500" lvl="6" marL="3200400" marR="0" rtl="0" algn="l">
              <a:lnSpc>
                <a:spcPct val="115000"/>
              </a:lnSpc>
              <a:spcBef>
                <a:spcPts val="0"/>
              </a:spcBef>
              <a:spcAft>
                <a:spcPts val="0"/>
              </a:spcAft>
              <a:buClr>
                <a:schemeClr val="dk2"/>
              </a:buClr>
              <a:buSzPts val="1400"/>
              <a:buFont typeface="Lexend"/>
              <a:buChar char="●"/>
              <a:defRPr i="0" sz="1400" u="none" cap="none" strike="noStrike">
                <a:solidFill>
                  <a:schemeClr val="dk2"/>
                </a:solidFill>
                <a:latin typeface="Lexend"/>
                <a:ea typeface="Lexend"/>
                <a:cs typeface="Lexend"/>
                <a:sym typeface="Lexend"/>
              </a:defRPr>
            </a:lvl7pPr>
            <a:lvl8pPr indent="-317500" lvl="7" marL="3657600" marR="0" rtl="0" algn="l">
              <a:lnSpc>
                <a:spcPct val="115000"/>
              </a:lnSpc>
              <a:spcBef>
                <a:spcPts val="0"/>
              </a:spcBef>
              <a:spcAft>
                <a:spcPts val="0"/>
              </a:spcAft>
              <a:buClr>
                <a:schemeClr val="dk2"/>
              </a:buClr>
              <a:buSzPts val="1400"/>
              <a:buFont typeface="Lexend"/>
              <a:buChar char="○"/>
              <a:defRPr i="0" sz="1400" u="none" cap="none" strike="noStrike">
                <a:solidFill>
                  <a:schemeClr val="dk2"/>
                </a:solidFill>
                <a:latin typeface="Lexend"/>
                <a:ea typeface="Lexend"/>
                <a:cs typeface="Lexend"/>
                <a:sym typeface="Lexend"/>
              </a:defRPr>
            </a:lvl8pPr>
            <a:lvl9pPr indent="-317500" lvl="8" marL="4114800" marR="0" rtl="0" algn="l">
              <a:lnSpc>
                <a:spcPct val="115000"/>
              </a:lnSpc>
              <a:spcBef>
                <a:spcPts val="0"/>
              </a:spcBef>
              <a:spcAft>
                <a:spcPts val="0"/>
              </a:spcAft>
              <a:buClr>
                <a:schemeClr val="dk2"/>
              </a:buClr>
              <a:buSzPts val="1400"/>
              <a:buFont typeface="Kalam"/>
              <a:buChar char="■"/>
              <a:defRPr i="0" sz="1400" u="none" cap="none" strike="noStrike">
                <a:solidFill>
                  <a:schemeClr val="dk2"/>
                </a:solidFill>
                <a:latin typeface="Kalam"/>
                <a:ea typeface="Kalam"/>
                <a:cs typeface="Kalam"/>
                <a:sym typeface="Kalam"/>
              </a:defRPr>
            </a:lvl9pPr>
          </a:lstStyle>
          <a:p/>
        </p:txBody>
      </p:sp>
      <p:sp>
        <p:nvSpPr>
          <p:cNvPr id="64" name="Google Shape;64;p9"/>
          <p:cNvSpPr txBox="1"/>
          <p:nvPr>
            <p:ph idx="12" type="sldNum"/>
          </p:nvPr>
        </p:nvSpPr>
        <p:spPr>
          <a:xfrm>
            <a:off x="7004788" y="9693616"/>
            <a:ext cx="453600" cy="8181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i="0" sz="1000" u="none" cap="none" strike="noStrike">
                <a:solidFill>
                  <a:schemeClr val="dk2"/>
                </a:solidFill>
                <a:latin typeface="Lexend"/>
                <a:ea typeface="Lexend"/>
                <a:cs typeface="Lexend"/>
                <a:sym typeface="Lexend"/>
              </a:defRPr>
            </a:lvl1pPr>
            <a:lvl2pPr indent="0" lvl="1" marL="0" marR="0" rtl="0" algn="r">
              <a:lnSpc>
                <a:spcPct val="100000"/>
              </a:lnSpc>
              <a:spcBef>
                <a:spcPts val="0"/>
              </a:spcBef>
              <a:spcAft>
                <a:spcPts val="0"/>
              </a:spcAft>
              <a:buClr>
                <a:srgbClr val="000000"/>
              </a:buClr>
              <a:buSzPts val="1000"/>
              <a:buFont typeface="Arial"/>
              <a:buNone/>
              <a:defRPr i="0" sz="1000" u="none" cap="none" strike="noStrike">
                <a:solidFill>
                  <a:schemeClr val="dk2"/>
                </a:solidFill>
                <a:latin typeface="Lexend"/>
                <a:ea typeface="Lexend"/>
                <a:cs typeface="Lexend"/>
                <a:sym typeface="Lexend"/>
              </a:defRPr>
            </a:lvl2pPr>
            <a:lvl3pPr indent="0" lvl="2" marL="0" marR="0" rtl="0" algn="r">
              <a:lnSpc>
                <a:spcPct val="100000"/>
              </a:lnSpc>
              <a:spcBef>
                <a:spcPts val="0"/>
              </a:spcBef>
              <a:spcAft>
                <a:spcPts val="0"/>
              </a:spcAft>
              <a:buClr>
                <a:srgbClr val="000000"/>
              </a:buClr>
              <a:buSzPts val="1000"/>
              <a:buFont typeface="Arial"/>
              <a:buNone/>
              <a:defRPr i="0" sz="1000" u="none" cap="none" strike="noStrike">
                <a:solidFill>
                  <a:schemeClr val="dk2"/>
                </a:solidFill>
                <a:latin typeface="Lexend"/>
                <a:ea typeface="Lexend"/>
                <a:cs typeface="Lexend"/>
                <a:sym typeface="Lexend"/>
              </a:defRPr>
            </a:lvl3pPr>
            <a:lvl4pPr indent="0" lvl="3" marL="0" marR="0" rtl="0" algn="r">
              <a:lnSpc>
                <a:spcPct val="100000"/>
              </a:lnSpc>
              <a:spcBef>
                <a:spcPts val="0"/>
              </a:spcBef>
              <a:spcAft>
                <a:spcPts val="0"/>
              </a:spcAft>
              <a:buClr>
                <a:srgbClr val="000000"/>
              </a:buClr>
              <a:buSzPts val="1000"/>
              <a:buFont typeface="Arial"/>
              <a:buNone/>
              <a:defRPr i="0" sz="1000" u="none" cap="none" strike="noStrike">
                <a:solidFill>
                  <a:schemeClr val="dk2"/>
                </a:solidFill>
                <a:latin typeface="Lexend"/>
                <a:ea typeface="Lexend"/>
                <a:cs typeface="Lexend"/>
                <a:sym typeface="Lexend"/>
              </a:defRPr>
            </a:lvl4pPr>
            <a:lvl5pPr indent="0" lvl="4" marL="0" marR="0" rtl="0" algn="r">
              <a:lnSpc>
                <a:spcPct val="100000"/>
              </a:lnSpc>
              <a:spcBef>
                <a:spcPts val="0"/>
              </a:spcBef>
              <a:spcAft>
                <a:spcPts val="0"/>
              </a:spcAft>
              <a:buClr>
                <a:srgbClr val="000000"/>
              </a:buClr>
              <a:buSzPts val="1000"/>
              <a:buFont typeface="Arial"/>
              <a:buNone/>
              <a:defRPr i="0" sz="1000" u="none" cap="none" strike="noStrike">
                <a:solidFill>
                  <a:schemeClr val="dk2"/>
                </a:solidFill>
                <a:latin typeface="Lexend"/>
                <a:ea typeface="Lexend"/>
                <a:cs typeface="Lexend"/>
                <a:sym typeface="Lexend"/>
              </a:defRPr>
            </a:lvl5pPr>
            <a:lvl6pPr indent="0" lvl="5" marL="0" marR="0" rtl="0" algn="r">
              <a:lnSpc>
                <a:spcPct val="100000"/>
              </a:lnSpc>
              <a:spcBef>
                <a:spcPts val="0"/>
              </a:spcBef>
              <a:spcAft>
                <a:spcPts val="0"/>
              </a:spcAft>
              <a:buClr>
                <a:srgbClr val="000000"/>
              </a:buClr>
              <a:buSzPts val="1000"/>
              <a:buFont typeface="Arial"/>
              <a:buNone/>
              <a:defRPr i="0" sz="1000" u="none" cap="none" strike="noStrike">
                <a:solidFill>
                  <a:schemeClr val="dk2"/>
                </a:solidFill>
                <a:latin typeface="Lexend"/>
                <a:ea typeface="Lexend"/>
                <a:cs typeface="Lexend"/>
                <a:sym typeface="Lexend"/>
              </a:defRPr>
            </a:lvl6pPr>
            <a:lvl7pPr indent="0" lvl="6" marL="0" marR="0" rtl="0" algn="r">
              <a:lnSpc>
                <a:spcPct val="100000"/>
              </a:lnSpc>
              <a:spcBef>
                <a:spcPts val="0"/>
              </a:spcBef>
              <a:spcAft>
                <a:spcPts val="0"/>
              </a:spcAft>
              <a:buClr>
                <a:srgbClr val="000000"/>
              </a:buClr>
              <a:buSzPts val="1000"/>
              <a:buFont typeface="Arial"/>
              <a:buNone/>
              <a:defRPr i="0" sz="1000" u="none" cap="none" strike="noStrike">
                <a:solidFill>
                  <a:schemeClr val="dk2"/>
                </a:solidFill>
                <a:latin typeface="Lexend"/>
                <a:ea typeface="Lexend"/>
                <a:cs typeface="Lexend"/>
                <a:sym typeface="Lexend"/>
              </a:defRPr>
            </a:lvl7pPr>
            <a:lvl8pPr indent="0" lvl="7" marL="0" marR="0" rtl="0" algn="r">
              <a:lnSpc>
                <a:spcPct val="100000"/>
              </a:lnSpc>
              <a:spcBef>
                <a:spcPts val="0"/>
              </a:spcBef>
              <a:spcAft>
                <a:spcPts val="0"/>
              </a:spcAft>
              <a:buClr>
                <a:srgbClr val="000000"/>
              </a:buClr>
              <a:buSzPts val="1000"/>
              <a:buFont typeface="Arial"/>
              <a:buNone/>
              <a:defRPr i="0" sz="1000" u="none" cap="none" strike="noStrike">
                <a:solidFill>
                  <a:schemeClr val="dk2"/>
                </a:solidFill>
                <a:latin typeface="Lexend"/>
                <a:ea typeface="Lexend"/>
                <a:cs typeface="Lexend"/>
                <a:sym typeface="Lexend"/>
              </a:defRPr>
            </a:lvl8pPr>
            <a:lvl9pPr indent="0" lvl="8" marL="0" marR="0" rtl="0" algn="r">
              <a:lnSpc>
                <a:spcPct val="100000"/>
              </a:lnSpc>
              <a:spcBef>
                <a:spcPts val="0"/>
              </a:spcBef>
              <a:spcAft>
                <a:spcPts val="0"/>
              </a:spcAft>
              <a:buClr>
                <a:srgbClr val="000000"/>
              </a:buClr>
              <a:buSzPts val="1000"/>
              <a:buFont typeface="Arial"/>
              <a:buNone/>
              <a:defRPr i="0" sz="1000" u="none" cap="none" strike="noStrike">
                <a:solidFill>
                  <a:schemeClr val="dk2"/>
                </a:solidFill>
                <a:latin typeface="Lexend"/>
                <a:ea typeface="Lexend"/>
                <a:cs typeface="Lexend"/>
                <a:sym typeface="Lexend"/>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55" r:id="rId1"/>
    <p:sldLayoutId id="2147483656" r:id="rId2"/>
    <p:sldLayoutId id="2147483657" r:id="rId3"/>
    <p:sldLayoutId id="2147483658" r:id="rId4"/>
    <p:sldLayoutId id="2147483659" r:id="rId5"/>
    <p:sldLayoutId id="2147483660" r:id="rId6"/>
    <p:sldLayoutId id="2147483661" r:id="rId7"/>
    <p:sldLayoutId id="2147483662" r:id="rId8"/>
    <p:sldLayoutId id="2147483663" r:id="rId9"/>
    <p:sldLayoutId id="2147483664" r:id="rId1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xml"/><Relationship Id="rId3" Type="http://schemas.openxmlformats.org/officeDocument/2006/relationships/image" Target="../media/image8.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xml"/><Relationship Id="rId3" Type="http://schemas.openxmlformats.org/officeDocument/2006/relationships/image" Target="../media/image9.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20"/>
          <p:cNvSpPr txBox="1"/>
          <p:nvPr>
            <p:ph idx="12" type="sldNum"/>
          </p:nvPr>
        </p:nvSpPr>
        <p:spPr>
          <a:xfrm>
            <a:off x="6352325" y="9972000"/>
            <a:ext cx="483300" cy="2772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172" name="Google Shape;172;p20"/>
          <p:cNvSpPr txBox="1"/>
          <p:nvPr>
            <p:ph type="title"/>
          </p:nvPr>
        </p:nvSpPr>
        <p:spPr>
          <a:xfrm>
            <a:off x="468000" y="864000"/>
            <a:ext cx="6624000" cy="277200"/>
          </a:xfrm>
          <a:prstGeom prst="rect">
            <a:avLst/>
          </a:prstGeom>
        </p:spPr>
        <p:txBody>
          <a:bodyPr anchorCtr="0" anchor="ctr" bIns="0" lIns="0" spcFirstLastPara="1" rIns="0" wrap="square" tIns="0">
            <a:spAutoFit/>
          </a:bodyPr>
          <a:lstStyle/>
          <a:p>
            <a:pPr indent="0" lvl="0" marL="0" rtl="0" algn="l">
              <a:spcBef>
                <a:spcPts val="0"/>
              </a:spcBef>
              <a:spcAft>
                <a:spcPts val="0"/>
              </a:spcAft>
              <a:buNone/>
            </a:pPr>
            <a:r>
              <a:rPr lang="en-GB"/>
              <a:t>Overestimating vs underestimating</a:t>
            </a:r>
            <a:endParaRPr/>
          </a:p>
        </p:txBody>
      </p:sp>
      <p:cxnSp>
        <p:nvCxnSpPr>
          <p:cNvPr id="173" name="Google Shape;173;p20"/>
          <p:cNvCxnSpPr/>
          <p:nvPr/>
        </p:nvCxnSpPr>
        <p:spPr>
          <a:xfrm>
            <a:off x="480750" y="7318900"/>
            <a:ext cx="6598500" cy="0"/>
          </a:xfrm>
          <a:prstGeom prst="straightConnector1">
            <a:avLst/>
          </a:prstGeom>
          <a:noFill/>
          <a:ln cap="flat" cmpd="sng" w="38100">
            <a:solidFill>
              <a:srgbClr val="000000"/>
            </a:solidFill>
            <a:prstDash val="solid"/>
            <a:round/>
            <a:headEnd len="med" w="med" type="none"/>
            <a:tailEnd len="med" w="med" type="none"/>
          </a:ln>
        </p:spPr>
      </p:cxnSp>
      <p:sp>
        <p:nvSpPr>
          <p:cNvPr id="174" name="Google Shape;174;p20"/>
          <p:cNvSpPr txBox="1"/>
          <p:nvPr/>
        </p:nvSpPr>
        <p:spPr>
          <a:xfrm>
            <a:off x="468000" y="1862750"/>
            <a:ext cx="6624000" cy="24291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lang="en-GB" sz="1200">
                <a:solidFill>
                  <a:srgbClr val="000000"/>
                </a:solidFill>
                <a:latin typeface="Lexend"/>
                <a:ea typeface="Lexend"/>
                <a:cs typeface="Lexend"/>
                <a:sym typeface="Lexend"/>
              </a:rPr>
              <a:t>1) Identify if the following gives an </a:t>
            </a:r>
            <a:r>
              <a:rPr b="1" lang="en-GB" sz="1200">
                <a:solidFill>
                  <a:srgbClr val="000000"/>
                </a:solidFill>
                <a:latin typeface="Lexend"/>
                <a:ea typeface="Lexend"/>
                <a:cs typeface="Lexend"/>
                <a:sym typeface="Lexend"/>
              </a:rPr>
              <a:t>overestimate</a:t>
            </a:r>
            <a:r>
              <a:rPr lang="en-GB" sz="1200">
                <a:solidFill>
                  <a:srgbClr val="000000"/>
                </a:solidFill>
                <a:latin typeface="Lexend"/>
                <a:ea typeface="Lexend"/>
                <a:cs typeface="Lexend"/>
                <a:sym typeface="Lexend"/>
              </a:rPr>
              <a:t>, </a:t>
            </a:r>
            <a:r>
              <a:rPr b="1" lang="en-GB" sz="1200">
                <a:solidFill>
                  <a:srgbClr val="000000"/>
                </a:solidFill>
                <a:latin typeface="Lexend"/>
                <a:ea typeface="Lexend"/>
                <a:cs typeface="Lexend"/>
                <a:sym typeface="Lexend"/>
              </a:rPr>
              <a:t>underestimate </a:t>
            </a:r>
            <a:r>
              <a:rPr lang="en-GB" sz="1200">
                <a:solidFill>
                  <a:srgbClr val="000000"/>
                </a:solidFill>
                <a:latin typeface="Lexend"/>
                <a:ea typeface="Lexend"/>
                <a:cs typeface="Lexend"/>
                <a:sym typeface="Lexend"/>
              </a:rPr>
              <a:t>or if it is hard to determine.</a:t>
            </a:r>
            <a:endParaRPr sz="1200">
              <a:solidFill>
                <a:srgbClr val="000000"/>
              </a:solidFill>
              <a:latin typeface="Lexend"/>
              <a:ea typeface="Lexend"/>
              <a:cs typeface="Lexend"/>
              <a:sym typeface="Lexend"/>
            </a:endParaRPr>
          </a:p>
          <a:p>
            <a:pPr indent="-304800" lvl="0" marL="457200" rtl="0" algn="l">
              <a:lnSpc>
                <a:spcPct val="150000"/>
              </a:lnSpc>
              <a:spcBef>
                <a:spcPts val="1000"/>
              </a:spcBef>
              <a:spcAft>
                <a:spcPts val="0"/>
              </a:spcAft>
              <a:buClr>
                <a:srgbClr val="000000"/>
              </a:buClr>
              <a:buSzPts val="1200"/>
              <a:buFont typeface="Lexend"/>
              <a:buAutoNum type="alphaLcParenR"/>
            </a:pPr>
            <a:r>
              <a:rPr lang="en-GB" sz="1200">
                <a:solidFill>
                  <a:srgbClr val="000000"/>
                </a:solidFill>
                <a:latin typeface="Lexend"/>
                <a:ea typeface="Lexend"/>
                <a:cs typeface="Lexend"/>
                <a:sym typeface="Lexend"/>
              </a:rPr>
              <a:t>568.5445 + 453. 56       570 + 500				</a:t>
            </a:r>
            <a:r>
              <a:rPr b="1" lang="en-GB" sz="1200">
                <a:solidFill>
                  <a:srgbClr val="000000"/>
                </a:solidFill>
                <a:latin typeface="Kalam"/>
                <a:ea typeface="Kalam"/>
                <a:cs typeface="Kalam"/>
                <a:sym typeface="Kalam"/>
              </a:rPr>
              <a:t>Over</a:t>
            </a:r>
            <a:r>
              <a:rPr b="1" lang="en-GB" sz="1200">
                <a:latin typeface="Kalam"/>
                <a:ea typeface="Kalam"/>
                <a:cs typeface="Kalam"/>
                <a:sym typeface="Kalam"/>
              </a:rPr>
              <a:t>estimate</a:t>
            </a:r>
            <a:endParaRPr b="1" sz="1200">
              <a:solidFill>
                <a:srgbClr val="000000"/>
              </a:solidFill>
              <a:latin typeface="Kalam"/>
              <a:ea typeface="Kalam"/>
              <a:cs typeface="Kalam"/>
              <a:sym typeface="Kalam"/>
            </a:endParaRPr>
          </a:p>
          <a:p>
            <a:pPr indent="-304800" lvl="0" marL="457200" rtl="0" algn="l">
              <a:lnSpc>
                <a:spcPct val="150000"/>
              </a:lnSpc>
              <a:spcBef>
                <a:spcPts val="0"/>
              </a:spcBef>
              <a:spcAft>
                <a:spcPts val="0"/>
              </a:spcAft>
              <a:buClr>
                <a:srgbClr val="000000"/>
              </a:buClr>
              <a:buSzPts val="1200"/>
              <a:buFont typeface="Lexend"/>
              <a:buAutoNum type="alphaLcParenR"/>
            </a:pPr>
            <a:r>
              <a:rPr lang="en-GB" sz="1200">
                <a:solidFill>
                  <a:srgbClr val="000000"/>
                </a:solidFill>
                <a:latin typeface="Lexend"/>
                <a:ea typeface="Lexend"/>
                <a:cs typeface="Lexend"/>
                <a:sym typeface="Lexend"/>
              </a:rPr>
              <a:t>45.215 × 62.123      50 × 60  					</a:t>
            </a:r>
            <a:r>
              <a:rPr lang="en-GB" sz="1200">
                <a:solidFill>
                  <a:schemeClr val="dk1"/>
                </a:solidFill>
                <a:latin typeface="Kalam"/>
                <a:ea typeface="Kalam"/>
                <a:cs typeface="Kalam"/>
                <a:sym typeface="Kalam"/>
              </a:rPr>
              <a:t>Hard to determine</a:t>
            </a:r>
            <a:endParaRPr sz="1200">
              <a:solidFill>
                <a:srgbClr val="000000"/>
              </a:solidFill>
              <a:latin typeface="Lexend"/>
              <a:ea typeface="Lexend"/>
              <a:cs typeface="Lexend"/>
              <a:sym typeface="Lexend"/>
            </a:endParaRPr>
          </a:p>
          <a:p>
            <a:pPr indent="-304800" lvl="0" marL="457200" rtl="0" algn="l">
              <a:lnSpc>
                <a:spcPct val="150000"/>
              </a:lnSpc>
              <a:spcBef>
                <a:spcPts val="0"/>
              </a:spcBef>
              <a:spcAft>
                <a:spcPts val="0"/>
              </a:spcAft>
              <a:buClr>
                <a:srgbClr val="000000"/>
              </a:buClr>
              <a:buSzPts val="1200"/>
              <a:buFont typeface="Lexend"/>
              <a:buAutoNum type="alphaLcParenR"/>
            </a:pPr>
            <a:r>
              <a:rPr lang="en-GB" sz="1200">
                <a:solidFill>
                  <a:srgbClr val="000000"/>
                </a:solidFill>
                <a:latin typeface="Lexend"/>
                <a:ea typeface="Lexend"/>
                <a:cs typeface="Lexend"/>
                <a:sym typeface="Lexend"/>
              </a:rPr>
              <a:t>5321 × 4236       5000 × 4000 					</a:t>
            </a:r>
            <a:r>
              <a:rPr b="1" lang="en-GB" sz="1200">
                <a:solidFill>
                  <a:schemeClr val="dk1"/>
                </a:solidFill>
                <a:latin typeface="Kalam"/>
                <a:ea typeface="Kalam"/>
                <a:cs typeface="Kalam"/>
                <a:sym typeface="Kalam"/>
              </a:rPr>
              <a:t>Underestimate</a:t>
            </a:r>
            <a:endParaRPr sz="1200">
              <a:solidFill>
                <a:srgbClr val="000000"/>
              </a:solidFill>
              <a:latin typeface="Lexend"/>
              <a:ea typeface="Lexend"/>
              <a:cs typeface="Lexend"/>
              <a:sym typeface="Lexend"/>
            </a:endParaRPr>
          </a:p>
          <a:p>
            <a:pPr indent="-304800" lvl="0" marL="457200" rtl="0" algn="l">
              <a:lnSpc>
                <a:spcPct val="150000"/>
              </a:lnSpc>
              <a:spcBef>
                <a:spcPts val="0"/>
              </a:spcBef>
              <a:spcAft>
                <a:spcPts val="0"/>
              </a:spcAft>
              <a:buClr>
                <a:srgbClr val="000000"/>
              </a:buClr>
              <a:buSzPts val="1200"/>
              <a:buFont typeface="Lexend"/>
              <a:buAutoNum type="alphaLcParenR"/>
            </a:pPr>
            <a:r>
              <a:rPr lang="en-GB" sz="1200">
                <a:solidFill>
                  <a:srgbClr val="000000"/>
                </a:solidFill>
                <a:latin typeface="Lexend"/>
                <a:ea typeface="Lexend"/>
                <a:cs typeface="Lexend"/>
                <a:sym typeface="Lexend"/>
              </a:rPr>
              <a:t>2455 + 2362 × 5466      2500 + 2400 × 5500  			</a:t>
            </a:r>
            <a:r>
              <a:rPr b="1" lang="en-GB" sz="1200">
                <a:solidFill>
                  <a:schemeClr val="dk1"/>
                </a:solidFill>
                <a:latin typeface="Kalam"/>
                <a:ea typeface="Kalam"/>
                <a:cs typeface="Kalam"/>
                <a:sym typeface="Kalam"/>
              </a:rPr>
              <a:t>Overestimate</a:t>
            </a:r>
            <a:endParaRPr sz="1200">
              <a:solidFill>
                <a:srgbClr val="000000"/>
              </a:solidFill>
              <a:latin typeface="Lexend"/>
              <a:ea typeface="Lexend"/>
              <a:cs typeface="Lexend"/>
              <a:sym typeface="Lexend"/>
            </a:endParaRPr>
          </a:p>
          <a:p>
            <a:pPr indent="-304800" lvl="0" marL="457200" rtl="0" algn="l">
              <a:lnSpc>
                <a:spcPct val="150000"/>
              </a:lnSpc>
              <a:spcBef>
                <a:spcPts val="0"/>
              </a:spcBef>
              <a:spcAft>
                <a:spcPts val="0"/>
              </a:spcAft>
              <a:buClr>
                <a:srgbClr val="000000"/>
              </a:buClr>
              <a:buSzPts val="1200"/>
              <a:buFont typeface="Lexend"/>
              <a:buAutoNum type="alphaLcParenR"/>
            </a:pPr>
            <a:r>
              <a:rPr lang="en-GB" sz="1200">
                <a:solidFill>
                  <a:srgbClr val="000000"/>
                </a:solidFill>
                <a:latin typeface="Lexend"/>
                <a:ea typeface="Lexend"/>
                <a:cs typeface="Lexend"/>
                <a:sym typeface="Lexend"/>
              </a:rPr>
              <a:t>0.565 + 0.461 × 0.31       0.6 + 0.5 × 0.2				</a:t>
            </a:r>
            <a:r>
              <a:rPr lang="en-GB" sz="1200">
                <a:solidFill>
                  <a:schemeClr val="dk1"/>
                </a:solidFill>
                <a:latin typeface="Kalam"/>
                <a:ea typeface="Kalam"/>
                <a:cs typeface="Kalam"/>
                <a:sym typeface="Kalam"/>
              </a:rPr>
              <a:t>Hard to determine</a:t>
            </a:r>
            <a:endParaRPr sz="1200">
              <a:solidFill>
                <a:srgbClr val="000000"/>
              </a:solidFill>
              <a:latin typeface="Lexend"/>
              <a:ea typeface="Lexend"/>
              <a:cs typeface="Lexend"/>
              <a:sym typeface="Lexend"/>
            </a:endParaRPr>
          </a:p>
          <a:p>
            <a:pPr indent="-304800" lvl="0" marL="457200" rtl="0" algn="l">
              <a:lnSpc>
                <a:spcPct val="150000"/>
              </a:lnSpc>
              <a:spcBef>
                <a:spcPts val="0"/>
              </a:spcBef>
              <a:spcAft>
                <a:spcPts val="0"/>
              </a:spcAft>
              <a:buClr>
                <a:srgbClr val="000000"/>
              </a:buClr>
              <a:buSzPts val="1200"/>
              <a:buFont typeface="Lexend"/>
              <a:buAutoNum type="alphaLcParenR"/>
            </a:pPr>
            <a:r>
              <a:rPr lang="en-GB" sz="1200">
                <a:solidFill>
                  <a:srgbClr val="000000"/>
                </a:solidFill>
                <a:latin typeface="Lexend"/>
                <a:ea typeface="Lexend"/>
                <a:cs typeface="Lexend"/>
                <a:sym typeface="Lexend"/>
              </a:rPr>
              <a:t>953 + 56.56 + 0.665 × 0.6       1000 + 60 + 0.5 × 0.5		</a:t>
            </a:r>
            <a:r>
              <a:rPr b="1" lang="en-GB" sz="1200">
                <a:solidFill>
                  <a:schemeClr val="dk1"/>
                </a:solidFill>
                <a:latin typeface="Kalam"/>
                <a:ea typeface="Kalam"/>
                <a:cs typeface="Kalam"/>
                <a:sym typeface="Kalam"/>
              </a:rPr>
              <a:t>Overestimate</a:t>
            </a:r>
            <a:endParaRPr sz="1200">
              <a:solidFill>
                <a:srgbClr val="000000"/>
              </a:solidFill>
              <a:latin typeface="Lexend"/>
              <a:ea typeface="Lexend"/>
              <a:cs typeface="Lexend"/>
              <a:sym typeface="Lexend"/>
            </a:endParaRPr>
          </a:p>
          <a:p>
            <a:pPr indent="-304800" lvl="0" marL="457200" rtl="0" algn="l">
              <a:lnSpc>
                <a:spcPct val="150000"/>
              </a:lnSpc>
              <a:spcBef>
                <a:spcPts val="0"/>
              </a:spcBef>
              <a:spcAft>
                <a:spcPts val="0"/>
              </a:spcAft>
              <a:buClr>
                <a:srgbClr val="000000"/>
              </a:buClr>
              <a:buSzPts val="1200"/>
              <a:buFont typeface="Lexend"/>
              <a:buAutoNum type="alphaLcParenR"/>
            </a:pPr>
            <a:r>
              <a:rPr lang="en-GB" sz="1200">
                <a:solidFill>
                  <a:srgbClr val="000000"/>
                </a:solidFill>
                <a:latin typeface="Lexend"/>
                <a:ea typeface="Lexend"/>
                <a:cs typeface="Lexend"/>
                <a:sym typeface="Lexend"/>
              </a:rPr>
              <a:t>56.2</a:t>
            </a:r>
            <a:r>
              <a:rPr baseline="30000" lang="en-GB" sz="1200">
                <a:solidFill>
                  <a:srgbClr val="000000"/>
                </a:solidFill>
                <a:latin typeface="Lexend"/>
                <a:ea typeface="Lexend"/>
                <a:cs typeface="Lexend"/>
                <a:sym typeface="Lexend"/>
              </a:rPr>
              <a:t>2</a:t>
            </a:r>
            <a:r>
              <a:rPr lang="en-GB" sz="1200">
                <a:solidFill>
                  <a:srgbClr val="000000"/>
                </a:solidFill>
                <a:latin typeface="Lexend"/>
                <a:ea typeface="Lexend"/>
                <a:cs typeface="Lexend"/>
                <a:sym typeface="Lexend"/>
              </a:rPr>
              <a:t> + 54.3</a:t>
            </a:r>
            <a:r>
              <a:rPr baseline="30000" lang="en-GB" sz="1200">
                <a:solidFill>
                  <a:srgbClr val="000000"/>
                </a:solidFill>
                <a:latin typeface="Lexend"/>
                <a:ea typeface="Lexend"/>
                <a:cs typeface="Lexend"/>
                <a:sym typeface="Lexend"/>
              </a:rPr>
              <a:t>2  </a:t>
            </a:r>
            <a:r>
              <a:rPr lang="en-GB" sz="1200">
                <a:solidFill>
                  <a:srgbClr val="000000"/>
                </a:solidFill>
                <a:latin typeface="Lexend"/>
                <a:ea typeface="Lexend"/>
                <a:cs typeface="Lexend"/>
                <a:sym typeface="Lexend"/>
              </a:rPr>
              <a:t>    60</a:t>
            </a:r>
            <a:r>
              <a:rPr baseline="30000" lang="en-GB" sz="1200">
                <a:solidFill>
                  <a:srgbClr val="000000"/>
                </a:solidFill>
                <a:latin typeface="Lexend"/>
                <a:ea typeface="Lexend"/>
                <a:cs typeface="Lexend"/>
                <a:sym typeface="Lexend"/>
              </a:rPr>
              <a:t>2</a:t>
            </a:r>
            <a:r>
              <a:rPr lang="en-GB" sz="1200">
                <a:solidFill>
                  <a:srgbClr val="000000"/>
                </a:solidFill>
                <a:latin typeface="Lexend"/>
                <a:ea typeface="Lexend"/>
                <a:cs typeface="Lexend"/>
                <a:sym typeface="Lexend"/>
              </a:rPr>
              <a:t> + 50</a:t>
            </a:r>
            <a:r>
              <a:rPr baseline="30000" lang="en-GB" sz="1200">
                <a:solidFill>
                  <a:srgbClr val="000000"/>
                </a:solidFill>
                <a:latin typeface="Lexend"/>
                <a:ea typeface="Lexend"/>
                <a:cs typeface="Lexend"/>
                <a:sym typeface="Lexend"/>
              </a:rPr>
              <a:t>2</a:t>
            </a:r>
            <a:r>
              <a:rPr lang="en-GB" sz="1200">
                <a:solidFill>
                  <a:srgbClr val="000000"/>
                </a:solidFill>
                <a:latin typeface="Lexend"/>
                <a:ea typeface="Lexend"/>
                <a:cs typeface="Lexend"/>
                <a:sym typeface="Lexend"/>
              </a:rPr>
              <a:t>   					</a:t>
            </a:r>
            <a:r>
              <a:rPr lang="en-GB" sz="1200">
                <a:solidFill>
                  <a:schemeClr val="dk1"/>
                </a:solidFill>
                <a:latin typeface="Kalam"/>
                <a:ea typeface="Kalam"/>
                <a:cs typeface="Kalam"/>
                <a:sym typeface="Kalam"/>
              </a:rPr>
              <a:t>Hard to determine</a:t>
            </a:r>
            <a:endParaRPr sz="1200">
              <a:solidFill>
                <a:srgbClr val="000000"/>
              </a:solidFill>
              <a:latin typeface="Lexend"/>
              <a:ea typeface="Lexend"/>
              <a:cs typeface="Lexend"/>
              <a:sym typeface="Lexend"/>
            </a:endParaRPr>
          </a:p>
        </p:txBody>
      </p:sp>
      <p:sp>
        <p:nvSpPr>
          <p:cNvPr id="175" name="Google Shape;175;p20"/>
          <p:cNvSpPr txBox="1"/>
          <p:nvPr/>
        </p:nvSpPr>
        <p:spPr>
          <a:xfrm>
            <a:off x="468000" y="1479950"/>
            <a:ext cx="6624000" cy="382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a:solidFill>
                  <a:schemeClr val="dk1"/>
                </a:solidFill>
                <a:latin typeface="Lexend"/>
                <a:ea typeface="Lexend"/>
                <a:cs typeface="Lexend"/>
                <a:sym typeface="Lexend"/>
              </a:rPr>
              <a:t>Task A: </a:t>
            </a:r>
            <a:r>
              <a:rPr b="1" lang="en-GB">
                <a:solidFill>
                  <a:schemeClr val="dk1"/>
                </a:solidFill>
                <a:latin typeface="Lexend"/>
                <a:ea typeface="Lexend"/>
                <a:cs typeface="Lexend"/>
                <a:sym typeface="Lexend"/>
              </a:rPr>
              <a:t>Estimating with multiplication and addition</a:t>
            </a:r>
            <a:endParaRPr b="1">
              <a:solidFill>
                <a:schemeClr val="dk1"/>
              </a:solidFill>
              <a:latin typeface="Lexend"/>
              <a:ea typeface="Lexend"/>
              <a:cs typeface="Lexend"/>
              <a:sym typeface="Lexend"/>
            </a:endParaRPr>
          </a:p>
        </p:txBody>
      </p:sp>
      <p:pic>
        <p:nvPicPr>
          <p:cNvPr descr="&lt;math xmlns=&quot;http://www.w3.org/1998/Math/MathML&quot; display=&quot;block&quot; data-is-equatio=&quot;1&quot; data-latex=&quot;\approx&quot;&gt;&lt;mo&gt;≈&lt;/mo&gt;&lt;/math&gt;" id="176" name="Google Shape;176;p20" title="almost equals"/>
          <p:cNvPicPr preferRelativeResize="0"/>
          <p:nvPr/>
        </p:nvPicPr>
        <p:blipFill>
          <a:blip r:embed="rId3">
            <a:alphaModFix/>
          </a:blip>
          <a:stretch>
            <a:fillRect/>
          </a:stretch>
        </p:blipFill>
        <p:spPr>
          <a:xfrm>
            <a:off x="2361982" y="2428980"/>
            <a:ext cx="143473" cy="113802"/>
          </a:xfrm>
          <a:prstGeom prst="rect">
            <a:avLst/>
          </a:prstGeom>
          <a:noFill/>
          <a:ln>
            <a:noFill/>
          </a:ln>
        </p:spPr>
      </p:pic>
      <p:pic>
        <p:nvPicPr>
          <p:cNvPr descr="&lt;math xmlns=&quot;http://www.w3.org/1998/Math/MathML&quot; display=&quot;block&quot; data-is-equatio=&quot;1&quot; data-latex=&quot;\approx&quot;&gt;&lt;mo&gt;≈&lt;/mo&gt;&lt;/math&gt;" id="177" name="Google Shape;177;p20" title="almost equals"/>
          <p:cNvPicPr preferRelativeResize="0"/>
          <p:nvPr/>
        </p:nvPicPr>
        <p:blipFill>
          <a:blip r:embed="rId3">
            <a:alphaModFix/>
          </a:blip>
          <a:stretch>
            <a:fillRect/>
          </a:stretch>
        </p:blipFill>
        <p:spPr>
          <a:xfrm>
            <a:off x="2042907" y="2704176"/>
            <a:ext cx="143473" cy="113802"/>
          </a:xfrm>
          <a:prstGeom prst="rect">
            <a:avLst/>
          </a:prstGeom>
          <a:noFill/>
          <a:ln>
            <a:noFill/>
          </a:ln>
        </p:spPr>
      </p:pic>
      <p:pic>
        <p:nvPicPr>
          <p:cNvPr descr="&lt;math xmlns=&quot;http://www.w3.org/1998/Math/MathML&quot; display=&quot;block&quot; data-is-equatio=&quot;1&quot; data-latex=&quot;\approx&quot;&gt;&lt;mo&gt;≈&lt;/mo&gt;&lt;/math&gt;" id="178" name="Google Shape;178;p20" title="almost equals"/>
          <p:cNvPicPr preferRelativeResize="0"/>
          <p:nvPr/>
        </p:nvPicPr>
        <p:blipFill>
          <a:blip r:embed="rId3">
            <a:alphaModFix/>
          </a:blip>
          <a:stretch>
            <a:fillRect/>
          </a:stretch>
        </p:blipFill>
        <p:spPr>
          <a:xfrm>
            <a:off x="1828452" y="2984981"/>
            <a:ext cx="143473" cy="113802"/>
          </a:xfrm>
          <a:prstGeom prst="rect">
            <a:avLst/>
          </a:prstGeom>
          <a:noFill/>
          <a:ln>
            <a:noFill/>
          </a:ln>
        </p:spPr>
      </p:pic>
      <p:pic>
        <p:nvPicPr>
          <p:cNvPr descr="&lt;math xmlns=&quot;http://www.w3.org/1998/Math/MathML&quot; display=&quot;block&quot; data-is-equatio=&quot;1&quot; data-latex=&quot;\approx&quot;&gt;&lt;mo&gt;≈&lt;/mo&gt;&lt;/math&gt;" id="179" name="Google Shape;179;p20" title="almost equals"/>
          <p:cNvPicPr preferRelativeResize="0"/>
          <p:nvPr/>
        </p:nvPicPr>
        <p:blipFill>
          <a:blip r:embed="rId3">
            <a:alphaModFix/>
          </a:blip>
          <a:stretch>
            <a:fillRect/>
          </a:stretch>
        </p:blipFill>
        <p:spPr>
          <a:xfrm>
            <a:off x="2337938" y="3257132"/>
            <a:ext cx="143473" cy="113802"/>
          </a:xfrm>
          <a:prstGeom prst="rect">
            <a:avLst/>
          </a:prstGeom>
          <a:noFill/>
          <a:ln>
            <a:noFill/>
          </a:ln>
        </p:spPr>
      </p:pic>
      <p:pic>
        <p:nvPicPr>
          <p:cNvPr descr="&lt;math xmlns=&quot;http://www.w3.org/1998/Math/MathML&quot; display=&quot;block&quot; data-is-equatio=&quot;1&quot; data-latex=&quot;\approx&quot;&gt;&lt;mo&gt;≈&lt;/mo&gt;&lt;/math&gt;" id="180" name="Google Shape;180;p20" title="almost equals"/>
          <p:cNvPicPr preferRelativeResize="0"/>
          <p:nvPr/>
        </p:nvPicPr>
        <p:blipFill>
          <a:blip r:embed="rId3">
            <a:alphaModFix/>
          </a:blip>
          <a:stretch>
            <a:fillRect/>
          </a:stretch>
        </p:blipFill>
        <p:spPr>
          <a:xfrm>
            <a:off x="2402990" y="3532348"/>
            <a:ext cx="143473" cy="113802"/>
          </a:xfrm>
          <a:prstGeom prst="rect">
            <a:avLst/>
          </a:prstGeom>
          <a:noFill/>
          <a:ln>
            <a:noFill/>
          </a:ln>
        </p:spPr>
      </p:pic>
      <p:pic>
        <p:nvPicPr>
          <p:cNvPr descr="&lt;math xmlns=&quot;http://www.w3.org/1998/Math/MathML&quot; display=&quot;block&quot; data-is-equatio=&quot;1&quot; data-latex=&quot;\approx&quot;&gt;&lt;mo&gt;≈&lt;/mo&gt;&lt;/math&gt;" id="181" name="Google Shape;181;p20" title="almost equals"/>
          <p:cNvPicPr preferRelativeResize="0"/>
          <p:nvPr/>
        </p:nvPicPr>
        <p:blipFill>
          <a:blip r:embed="rId3">
            <a:alphaModFix/>
          </a:blip>
          <a:stretch>
            <a:fillRect/>
          </a:stretch>
        </p:blipFill>
        <p:spPr>
          <a:xfrm>
            <a:off x="2746132" y="3819747"/>
            <a:ext cx="143473" cy="113802"/>
          </a:xfrm>
          <a:prstGeom prst="rect">
            <a:avLst/>
          </a:prstGeom>
          <a:noFill/>
          <a:ln>
            <a:noFill/>
          </a:ln>
        </p:spPr>
      </p:pic>
      <p:pic>
        <p:nvPicPr>
          <p:cNvPr descr="&lt;math xmlns=&quot;http://www.w3.org/1998/Math/MathML&quot; display=&quot;block&quot; data-is-equatio=&quot;1&quot; data-latex=&quot;\approx&quot;&gt;&lt;mo&gt;≈&lt;/mo&gt;&lt;/math&gt;" id="182" name="Google Shape;182;p20" title="almost equals"/>
          <p:cNvPicPr preferRelativeResize="0"/>
          <p:nvPr/>
        </p:nvPicPr>
        <p:blipFill>
          <a:blip r:embed="rId3">
            <a:alphaModFix/>
          </a:blip>
          <a:stretch>
            <a:fillRect/>
          </a:stretch>
        </p:blipFill>
        <p:spPr>
          <a:xfrm>
            <a:off x="1809133" y="4103792"/>
            <a:ext cx="143473" cy="113802"/>
          </a:xfrm>
          <a:prstGeom prst="rect">
            <a:avLst/>
          </a:prstGeom>
          <a:noFill/>
          <a:ln>
            <a:noFill/>
          </a:ln>
        </p:spPr>
      </p:pic>
      <p:sp>
        <p:nvSpPr>
          <p:cNvPr id="183" name="Google Shape;183;p20"/>
          <p:cNvSpPr txBox="1"/>
          <p:nvPr/>
        </p:nvSpPr>
        <p:spPr>
          <a:xfrm>
            <a:off x="468000" y="4435825"/>
            <a:ext cx="6624000" cy="2714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lang="en-GB" sz="1200">
                <a:solidFill>
                  <a:srgbClr val="000000"/>
                </a:solidFill>
                <a:latin typeface="Lexend"/>
                <a:ea typeface="Lexend"/>
                <a:cs typeface="Lexend"/>
                <a:sym typeface="Lexend"/>
              </a:rPr>
              <a:t>2) Here is a calculation</a:t>
            </a:r>
            <a:endParaRPr sz="1200">
              <a:solidFill>
                <a:srgbClr val="000000"/>
              </a:solidFill>
              <a:latin typeface="Lexend"/>
              <a:ea typeface="Lexend"/>
              <a:cs typeface="Lexend"/>
              <a:sym typeface="Lexend"/>
            </a:endParaRPr>
          </a:p>
          <a:p>
            <a:pPr indent="0" lvl="0" marL="0" rtl="0" algn="ctr">
              <a:lnSpc>
                <a:spcPct val="115000"/>
              </a:lnSpc>
              <a:spcBef>
                <a:spcPts val="1000"/>
              </a:spcBef>
              <a:spcAft>
                <a:spcPts val="0"/>
              </a:spcAft>
              <a:buNone/>
            </a:pPr>
            <a:r>
              <a:rPr lang="en-GB" sz="1200">
                <a:solidFill>
                  <a:srgbClr val="000000"/>
                </a:solidFill>
                <a:latin typeface="Lexend"/>
                <a:ea typeface="Lexend"/>
                <a:cs typeface="Lexend"/>
                <a:sym typeface="Lexend"/>
              </a:rPr>
              <a:t>8 467 × 13.92 = 117 860.64</a:t>
            </a:r>
            <a:endParaRPr sz="1200">
              <a:solidFill>
                <a:srgbClr val="000000"/>
              </a:solidFill>
              <a:latin typeface="Lexend"/>
              <a:ea typeface="Lexend"/>
              <a:cs typeface="Lexend"/>
              <a:sym typeface="Lexend"/>
            </a:endParaRPr>
          </a:p>
          <a:p>
            <a:pPr indent="0" lvl="0" marL="0" rtl="0" algn="l">
              <a:lnSpc>
                <a:spcPct val="115000"/>
              </a:lnSpc>
              <a:spcBef>
                <a:spcPts val="1000"/>
              </a:spcBef>
              <a:spcAft>
                <a:spcPts val="0"/>
              </a:spcAft>
              <a:buNone/>
            </a:pPr>
            <a:r>
              <a:rPr lang="en-GB" sz="1200">
                <a:latin typeface="Lexend"/>
                <a:ea typeface="Lexend"/>
                <a:cs typeface="Lexend"/>
                <a:sym typeface="Lexend"/>
              </a:rPr>
              <a:t>a) </a:t>
            </a:r>
            <a:r>
              <a:rPr lang="en-GB" sz="1200">
                <a:solidFill>
                  <a:srgbClr val="000000"/>
                </a:solidFill>
                <a:latin typeface="Lexend"/>
                <a:ea typeface="Lexend"/>
                <a:cs typeface="Lexend"/>
                <a:sym typeface="Lexend"/>
              </a:rPr>
              <a:t>Write a multiplication that gives a product close to, but a little more than, 117 860.64</a:t>
            </a:r>
            <a:endParaRPr sz="1200">
              <a:solidFill>
                <a:srgbClr val="000000"/>
              </a:solidFill>
              <a:latin typeface="Lexend"/>
              <a:ea typeface="Lexend"/>
              <a:cs typeface="Lexend"/>
              <a:sym typeface="Lexend"/>
            </a:endParaRPr>
          </a:p>
          <a:p>
            <a:pPr indent="0" lvl="0" marL="0" rtl="0" algn="l">
              <a:lnSpc>
                <a:spcPct val="115000"/>
              </a:lnSpc>
              <a:spcBef>
                <a:spcPts val="1000"/>
              </a:spcBef>
              <a:spcAft>
                <a:spcPts val="0"/>
              </a:spcAft>
              <a:buNone/>
            </a:pPr>
            <a:r>
              <a:rPr lang="en-GB" sz="1200">
                <a:solidFill>
                  <a:schemeClr val="dk1"/>
                </a:solidFill>
                <a:latin typeface="Kalam"/>
                <a:ea typeface="Kalam"/>
                <a:cs typeface="Kalam"/>
                <a:sym typeface="Kalam"/>
              </a:rPr>
              <a:t>Any values where the multiplier and/or multiplicand have been shifted upwards slightly. E.g. 8500 × 15 </a:t>
            </a:r>
            <a:endParaRPr sz="1200">
              <a:latin typeface="Lexend"/>
              <a:ea typeface="Lexend"/>
              <a:cs typeface="Lexend"/>
              <a:sym typeface="Lexend"/>
            </a:endParaRPr>
          </a:p>
          <a:p>
            <a:pPr indent="0" lvl="0" marL="457200" rtl="0" algn="l">
              <a:lnSpc>
                <a:spcPct val="115000"/>
              </a:lnSpc>
              <a:spcBef>
                <a:spcPts val="1000"/>
              </a:spcBef>
              <a:spcAft>
                <a:spcPts val="0"/>
              </a:spcAft>
              <a:buNone/>
            </a:pPr>
            <a:r>
              <a:t/>
            </a:r>
            <a:endParaRPr sz="1200">
              <a:latin typeface="Lexend"/>
              <a:ea typeface="Lexend"/>
              <a:cs typeface="Lexend"/>
              <a:sym typeface="Lexend"/>
            </a:endParaRPr>
          </a:p>
          <a:p>
            <a:pPr indent="0" lvl="0" marL="0" rtl="0" algn="l">
              <a:lnSpc>
                <a:spcPct val="115000"/>
              </a:lnSpc>
              <a:spcBef>
                <a:spcPts val="1000"/>
              </a:spcBef>
              <a:spcAft>
                <a:spcPts val="0"/>
              </a:spcAft>
              <a:buNone/>
            </a:pPr>
            <a:r>
              <a:rPr lang="en-GB" sz="1200">
                <a:latin typeface="Lexend"/>
                <a:ea typeface="Lexend"/>
                <a:cs typeface="Lexend"/>
                <a:sym typeface="Lexend"/>
              </a:rPr>
              <a:t>b) </a:t>
            </a:r>
            <a:r>
              <a:rPr lang="en-GB" sz="1200">
                <a:solidFill>
                  <a:srgbClr val="000000"/>
                </a:solidFill>
                <a:latin typeface="Lexend"/>
                <a:ea typeface="Lexend"/>
                <a:cs typeface="Lexend"/>
                <a:sym typeface="Lexend"/>
              </a:rPr>
              <a:t>Write a multiplication that gives a product close to, but a little less than, 117 860.64</a:t>
            </a:r>
            <a:endParaRPr sz="1200">
              <a:solidFill>
                <a:srgbClr val="000000"/>
              </a:solidFill>
              <a:latin typeface="Lexend"/>
              <a:ea typeface="Lexend"/>
              <a:cs typeface="Lexend"/>
              <a:sym typeface="Lexend"/>
            </a:endParaRPr>
          </a:p>
          <a:p>
            <a:pPr indent="0" lvl="0" marL="0" rtl="0" algn="l">
              <a:lnSpc>
                <a:spcPct val="115000"/>
              </a:lnSpc>
              <a:spcBef>
                <a:spcPts val="1000"/>
              </a:spcBef>
              <a:spcAft>
                <a:spcPts val="0"/>
              </a:spcAft>
              <a:buNone/>
            </a:pPr>
            <a:r>
              <a:rPr lang="en-GB" sz="1200">
                <a:solidFill>
                  <a:schemeClr val="dk1"/>
                </a:solidFill>
                <a:latin typeface="Kalam"/>
                <a:ea typeface="Kalam"/>
                <a:cs typeface="Kalam"/>
                <a:sym typeface="Kalam"/>
              </a:rPr>
              <a:t>Any values where the multiplier and/or multiplicand have been shifted downwards slightly. E.g.  8400 × 10</a:t>
            </a:r>
            <a:endParaRPr sz="1200">
              <a:latin typeface="Lexend"/>
              <a:ea typeface="Lexend"/>
              <a:cs typeface="Lexend"/>
              <a:sym typeface="Lexend"/>
            </a:endParaRPr>
          </a:p>
          <a:p>
            <a:pPr indent="0" lvl="0" marL="0" rtl="0" algn="l">
              <a:lnSpc>
                <a:spcPct val="115000"/>
              </a:lnSpc>
              <a:spcBef>
                <a:spcPts val="1000"/>
              </a:spcBef>
              <a:spcAft>
                <a:spcPts val="1000"/>
              </a:spcAft>
              <a:buNone/>
            </a:pPr>
            <a:r>
              <a:t/>
            </a:r>
            <a:endParaRPr sz="1200">
              <a:solidFill>
                <a:srgbClr val="000000"/>
              </a:solidFill>
              <a:latin typeface="Lexend"/>
              <a:ea typeface="Lexend"/>
              <a:cs typeface="Lexend"/>
              <a:sym typeface="Lexend"/>
            </a:endParaRPr>
          </a:p>
        </p:txBody>
      </p:sp>
      <p:sp>
        <p:nvSpPr>
          <p:cNvPr id="184" name="Google Shape;184;p20"/>
          <p:cNvSpPr txBox="1"/>
          <p:nvPr/>
        </p:nvSpPr>
        <p:spPr>
          <a:xfrm>
            <a:off x="468000" y="7839325"/>
            <a:ext cx="6624000" cy="2132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lang="en-GB" sz="1200">
                <a:solidFill>
                  <a:srgbClr val="000000"/>
                </a:solidFill>
                <a:latin typeface="Lexend"/>
                <a:ea typeface="Lexend"/>
                <a:cs typeface="Lexend"/>
                <a:sym typeface="Lexend"/>
              </a:rPr>
              <a:t>1a) Without calculating, </a:t>
            </a:r>
            <a:endParaRPr sz="1200">
              <a:solidFill>
                <a:srgbClr val="000000"/>
              </a:solidFill>
              <a:latin typeface="Lexend"/>
              <a:ea typeface="Lexend"/>
              <a:cs typeface="Lexend"/>
              <a:sym typeface="Lexend"/>
            </a:endParaRPr>
          </a:p>
          <a:p>
            <a:pPr indent="0" lvl="0" marL="0" rtl="0" algn="ctr">
              <a:lnSpc>
                <a:spcPct val="115000"/>
              </a:lnSpc>
              <a:spcBef>
                <a:spcPts val="1000"/>
              </a:spcBef>
              <a:spcAft>
                <a:spcPts val="0"/>
              </a:spcAft>
              <a:buNone/>
            </a:pPr>
            <a:r>
              <a:rPr lang="en-GB" sz="1200">
                <a:solidFill>
                  <a:srgbClr val="000000"/>
                </a:solidFill>
                <a:latin typeface="Lexend"/>
                <a:ea typeface="Lexend"/>
                <a:cs typeface="Lexend"/>
                <a:sym typeface="Lexend"/>
              </a:rPr>
              <a:t>15.99 ÷ 4 </a:t>
            </a:r>
            <a:endParaRPr sz="1200">
              <a:solidFill>
                <a:srgbClr val="000000"/>
              </a:solidFill>
              <a:latin typeface="Lexend"/>
              <a:ea typeface="Lexend"/>
              <a:cs typeface="Lexend"/>
              <a:sym typeface="Lexend"/>
            </a:endParaRPr>
          </a:p>
          <a:p>
            <a:pPr indent="0" lvl="0" marL="0" rtl="0" algn="l">
              <a:lnSpc>
                <a:spcPct val="115000"/>
              </a:lnSpc>
              <a:spcBef>
                <a:spcPts val="1000"/>
              </a:spcBef>
              <a:spcAft>
                <a:spcPts val="0"/>
              </a:spcAft>
              <a:buNone/>
            </a:pPr>
            <a:r>
              <a:rPr lang="en-GB" sz="1200">
                <a:solidFill>
                  <a:srgbClr val="000000"/>
                </a:solidFill>
                <a:latin typeface="Lexend"/>
                <a:ea typeface="Lexend"/>
                <a:cs typeface="Lexend"/>
                <a:sym typeface="Lexend"/>
              </a:rPr>
              <a:t>is this a little more than 4, a little less than 4 or exactly 4?   </a:t>
            </a:r>
            <a:r>
              <a:rPr lang="en-GB" sz="1200">
                <a:solidFill>
                  <a:schemeClr val="dk1"/>
                </a:solidFill>
                <a:latin typeface="Kalam"/>
                <a:ea typeface="Kalam"/>
                <a:cs typeface="Kalam"/>
                <a:sym typeface="Kalam"/>
              </a:rPr>
              <a:t>A little less than 4.</a:t>
            </a:r>
            <a:r>
              <a:rPr lang="en-GB" sz="1200">
                <a:latin typeface="Lexend"/>
                <a:ea typeface="Lexend"/>
                <a:cs typeface="Lexend"/>
                <a:sym typeface="Lexend"/>
              </a:rPr>
              <a:t> </a:t>
            </a:r>
            <a:endParaRPr sz="1200">
              <a:solidFill>
                <a:srgbClr val="000000"/>
              </a:solidFill>
              <a:latin typeface="Lexend"/>
              <a:ea typeface="Lexend"/>
              <a:cs typeface="Lexend"/>
              <a:sym typeface="Lexend"/>
            </a:endParaRPr>
          </a:p>
          <a:p>
            <a:pPr indent="0" lvl="0" marL="0" rtl="0" algn="l">
              <a:lnSpc>
                <a:spcPct val="115000"/>
              </a:lnSpc>
              <a:spcBef>
                <a:spcPts val="1000"/>
              </a:spcBef>
              <a:spcAft>
                <a:spcPts val="0"/>
              </a:spcAft>
              <a:buNone/>
            </a:pPr>
            <a:r>
              <a:rPr lang="en-GB" sz="1200">
                <a:solidFill>
                  <a:srgbClr val="000000"/>
                </a:solidFill>
                <a:latin typeface="Lexend"/>
                <a:ea typeface="Lexend"/>
                <a:cs typeface="Lexend"/>
                <a:sym typeface="Lexend"/>
              </a:rPr>
              <a:t>b) Without calculating, </a:t>
            </a:r>
            <a:endParaRPr sz="1200">
              <a:solidFill>
                <a:srgbClr val="000000"/>
              </a:solidFill>
              <a:latin typeface="Lexend"/>
              <a:ea typeface="Lexend"/>
              <a:cs typeface="Lexend"/>
              <a:sym typeface="Lexend"/>
            </a:endParaRPr>
          </a:p>
          <a:p>
            <a:pPr indent="0" lvl="0" marL="0" rtl="0" algn="ctr">
              <a:lnSpc>
                <a:spcPct val="115000"/>
              </a:lnSpc>
              <a:spcBef>
                <a:spcPts val="1000"/>
              </a:spcBef>
              <a:spcAft>
                <a:spcPts val="0"/>
              </a:spcAft>
              <a:buNone/>
            </a:pPr>
            <a:r>
              <a:rPr lang="en-GB" sz="1200">
                <a:solidFill>
                  <a:srgbClr val="000000"/>
                </a:solidFill>
                <a:latin typeface="Lexend"/>
                <a:ea typeface="Lexend"/>
                <a:cs typeface="Lexend"/>
                <a:sym typeface="Lexend"/>
              </a:rPr>
              <a:t>16 ÷ 3.99 </a:t>
            </a:r>
            <a:endParaRPr sz="1200">
              <a:solidFill>
                <a:srgbClr val="000000"/>
              </a:solidFill>
              <a:latin typeface="Lexend"/>
              <a:ea typeface="Lexend"/>
              <a:cs typeface="Lexend"/>
              <a:sym typeface="Lexend"/>
            </a:endParaRPr>
          </a:p>
          <a:p>
            <a:pPr indent="0" lvl="0" marL="0" rtl="0" algn="l">
              <a:lnSpc>
                <a:spcPct val="115000"/>
              </a:lnSpc>
              <a:spcBef>
                <a:spcPts val="1000"/>
              </a:spcBef>
              <a:spcAft>
                <a:spcPts val="0"/>
              </a:spcAft>
              <a:buNone/>
            </a:pPr>
            <a:r>
              <a:rPr lang="en-GB" sz="1200">
                <a:solidFill>
                  <a:srgbClr val="000000"/>
                </a:solidFill>
                <a:latin typeface="Lexend"/>
                <a:ea typeface="Lexend"/>
                <a:cs typeface="Lexend"/>
                <a:sym typeface="Lexend"/>
              </a:rPr>
              <a:t>is this a little more than 4, a little less than 4 or exactly 4?  </a:t>
            </a:r>
            <a:r>
              <a:rPr lang="en-GB" sz="1200">
                <a:solidFill>
                  <a:schemeClr val="dk1"/>
                </a:solidFill>
                <a:latin typeface="Kalam"/>
                <a:ea typeface="Kalam"/>
                <a:cs typeface="Kalam"/>
                <a:sym typeface="Kalam"/>
              </a:rPr>
              <a:t>A little more than 4.</a:t>
            </a:r>
            <a:endParaRPr sz="1200">
              <a:solidFill>
                <a:srgbClr val="000000"/>
              </a:solidFill>
              <a:latin typeface="Lexend"/>
              <a:ea typeface="Lexend"/>
              <a:cs typeface="Lexend"/>
              <a:sym typeface="Lexend"/>
            </a:endParaRPr>
          </a:p>
          <a:p>
            <a:pPr indent="0" lvl="0" marL="0" rtl="0" algn="l">
              <a:lnSpc>
                <a:spcPct val="115000"/>
              </a:lnSpc>
              <a:spcBef>
                <a:spcPts val="1000"/>
              </a:spcBef>
              <a:spcAft>
                <a:spcPts val="0"/>
              </a:spcAft>
              <a:buNone/>
            </a:pPr>
            <a:r>
              <a:t/>
            </a:r>
            <a:endParaRPr sz="1200">
              <a:solidFill>
                <a:srgbClr val="000000"/>
              </a:solidFill>
              <a:latin typeface="Lexend"/>
              <a:ea typeface="Lexend"/>
              <a:cs typeface="Lexend"/>
              <a:sym typeface="Lexend"/>
            </a:endParaRPr>
          </a:p>
          <a:p>
            <a:pPr indent="0" lvl="0" marL="0" rtl="0" algn="l">
              <a:lnSpc>
                <a:spcPct val="115000"/>
              </a:lnSpc>
              <a:spcBef>
                <a:spcPts val="1000"/>
              </a:spcBef>
              <a:spcAft>
                <a:spcPts val="0"/>
              </a:spcAft>
              <a:buNone/>
            </a:pPr>
            <a:r>
              <a:t/>
            </a:r>
            <a:endParaRPr sz="1200">
              <a:solidFill>
                <a:srgbClr val="000000"/>
              </a:solidFill>
              <a:latin typeface="Lexend"/>
              <a:ea typeface="Lexend"/>
              <a:cs typeface="Lexend"/>
              <a:sym typeface="Lexend"/>
            </a:endParaRPr>
          </a:p>
          <a:p>
            <a:pPr indent="0" lvl="0" marL="0" rtl="0" algn="l">
              <a:lnSpc>
                <a:spcPct val="115000"/>
              </a:lnSpc>
              <a:spcBef>
                <a:spcPts val="1000"/>
              </a:spcBef>
              <a:spcAft>
                <a:spcPts val="1000"/>
              </a:spcAft>
              <a:buNone/>
            </a:pPr>
            <a:r>
              <a:t/>
            </a:r>
            <a:endParaRPr sz="1200">
              <a:solidFill>
                <a:srgbClr val="000000"/>
              </a:solidFill>
              <a:latin typeface="Lexend"/>
              <a:ea typeface="Lexend"/>
              <a:cs typeface="Lexend"/>
              <a:sym typeface="Lexend"/>
            </a:endParaRPr>
          </a:p>
        </p:txBody>
      </p:sp>
      <p:sp>
        <p:nvSpPr>
          <p:cNvPr id="185" name="Google Shape;185;p20"/>
          <p:cNvSpPr txBox="1"/>
          <p:nvPr/>
        </p:nvSpPr>
        <p:spPr>
          <a:xfrm>
            <a:off x="468000" y="7456526"/>
            <a:ext cx="6624000" cy="382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a:solidFill>
                  <a:schemeClr val="dk1"/>
                </a:solidFill>
                <a:latin typeface="Lexend"/>
                <a:ea typeface="Lexend"/>
                <a:cs typeface="Lexend"/>
                <a:sym typeface="Lexend"/>
              </a:rPr>
              <a:t>Task B: Estimating with division and subtraction</a:t>
            </a:r>
            <a:endParaRPr b="1">
              <a:solidFill>
                <a:schemeClr val="dk1"/>
              </a:solidFill>
              <a:latin typeface="Lexend"/>
              <a:ea typeface="Lexend"/>
              <a:cs typeface="Lexend"/>
              <a:sym typeface="Lexen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21"/>
          <p:cNvSpPr txBox="1"/>
          <p:nvPr>
            <p:ph idx="1" type="subTitle"/>
          </p:nvPr>
        </p:nvSpPr>
        <p:spPr>
          <a:xfrm>
            <a:off x="1463400" y="360000"/>
            <a:ext cx="4782600" cy="1386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GB"/>
              <a:t>Overestimating vs underestimating</a:t>
            </a:r>
            <a:endParaRPr/>
          </a:p>
        </p:txBody>
      </p:sp>
      <p:sp>
        <p:nvSpPr>
          <p:cNvPr id="191" name="Google Shape;191;p21"/>
          <p:cNvSpPr txBox="1"/>
          <p:nvPr/>
        </p:nvSpPr>
        <p:spPr>
          <a:xfrm>
            <a:off x="468000" y="720000"/>
            <a:ext cx="6624000" cy="506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lang="en-GB" sz="1200">
                <a:solidFill>
                  <a:srgbClr val="000000"/>
                </a:solidFill>
                <a:latin typeface="Lexend"/>
                <a:ea typeface="Lexend"/>
                <a:cs typeface="Lexend"/>
                <a:sym typeface="Lexend"/>
              </a:rPr>
              <a:t>2) Identify if the following gives an overestimate, underestimate or if it is hard to determine.</a:t>
            </a:r>
            <a:endParaRPr sz="1200">
              <a:solidFill>
                <a:srgbClr val="000000"/>
              </a:solidFill>
              <a:latin typeface="Lexend"/>
              <a:ea typeface="Lexend"/>
              <a:cs typeface="Lexend"/>
              <a:sym typeface="Lexend"/>
            </a:endParaRPr>
          </a:p>
          <a:p>
            <a:pPr indent="0" lvl="0" marL="0" rtl="0" algn="l">
              <a:lnSpc>
                <a:spcPct val="150000"/>
              </a:lnSpc>
              <a:spcBef>
                <a:spcPts val="1000"/>
              </a:spcBef>
              <a:spcAft>
                <a:spcPts val="1000"/>
              </a:spcAft>
              <a:buNone/>
            </a:pPr>
            <a:r>
              <a:rPr lang="en-GB" sz="1200">
                <a:solidFill>
                  <a:srgbClr val="000000"/>
                </a:solidFill>
                <a:latin typeface="Lexend"/>
                <a:ea typeface="Lexend"/>
                <a:cs typeface="Lexend"/>
                <a:sym typeface="Lexend"/>
              </a:rPr>
              <a:t> </a:t>
            </a:r>
            <a:endParaRPr sz="1200">
              <a:solidFill>
                <a:srgbClr val="000000"/>
              </a:solidFill>
              <a:latin typeface="Lexend"/>
              <a:ea typeface="Lexend"/>
              <a:cs typeface="Lexend"/>
              <a:sym typeface="Lexend"/>
            </a:endParaRPr>
          </a:p>
        </p:txBody>
      </p:sp>
      <p:sp>
        <p:nvSpPr>
          <p:cNvPr id="192" name="Google Shape;192;p21"/>
          <p:cNvSpPr txBox="1"/>
          <p:nvPr/>
        </p:nvSpPr>
        <p:spPr>
          <a:xfrm>
            <a:off x="4339341" y="1229166"/>
            <a:ext cx="1617300" cy="369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b="1" lang="en-GB" sz="1200">
                <a:solidFill>
                  <a:srgbClr val="000000"/>
                </a:solidFill>
                <a:latin typeface="Kalam"/>
                <a:ea typeface="Kalam"/>
                <a:cs typeface="Kalam"/>
                <a:sym typeface="Kalam"/>
              </a:rPr>
              <a:t>Overestimate</a:t>
            </a:r>
            <a:endParaRPr b="1" sz="1200">
              <a:latin typeface="Kalam"/>
              <a:ea typeface="Kalam"/>
              <a:cs typeface="Kalam"/>
              <a:sym typeface="Kalam"/>
            </a:endParaRPr>
          </a:p>
        </p:txBody>
      </p:sp>
      <p:pic>
        <p:nvPicPr>
          <p:cNvPr descr="&lt;math xmlns=&quot;http://www.w3.org/1998/Math/MathML&quot; display=&quot;block&quot; data-is-equatio=&quot;1&quot; data-latex=&quot;\begin{array}{l}56.2-24.3\ \approx\ 60\ -\ 20\\&amp;#13;&amp;#10;\frac{865}{123}\ \approx\ \frac{900}{100}\\&amp;#13;&amp;#10;788.621-132.2\ \approx\ 800\ -\ 130\\&amp;#13;&amp;#10;\frac{56+19}{0.36}\ \approx\ \frac{60+20}{0.2}\\&amp;#13;&amp;#10;\frac{545+164}{14.5}\approx\frac{550+160}{15}\\&amp;#13;&amp;#10;\frac{256}{573+546}\approx\frac{250}{575+550}\\&amp;#13;&amp;#10;\frac{58-52}{0.59}\approx\frac{60-50}{0.5}\\&amp;#13;&amp;#10;26.5^2+23.1^2\ \approx\ 30^2+25^2\\&amp;#13;&amp;#10;\frac{256}{573-546}\approx\frac{300}{570-550}\\&amp;#13;&amp;#10;\frac{26-5.6}{56-45}\approx\frac{30-6}{60-50}\end{array}&quot;&gt;&lt;mtable columnalign=&quot;left&quot; columnspacing=&quot;1em&quot; rowspacing=&quot;4pt&quot;&gt;&lt;mtr&gt;&lt;mtd&gt;&lt;mn&gt;56.2&lt;/mn&gt;&lt;mo&gt;−&lt;/mo&gt;&lt;mn&gt;24.3&lt;/mn&gt;&lt;mtext&gt;&lt;/mtext&gt;&lt;mo&gt;≈&lt;/mo&gt;&lt;mtext&gt;&lt;/mtext&gt;&lt;mn&gt;60&lt;/mn&gt;&lt;mtext&gt;&lt;/mtext&gt;&lt;mo&gt;−&lt;/mo&gt;&lt;mtext&gt;&lt;/mtext&gt;&lt;mn&gt;20&lt;/mn&gt;&lt;/mtd&gt;&lt;/mtr&gt;&lt;mtr&gt;&lt;mtd&gt;&lt;mfrac&gt;&lt;mn&gt;865&lt;/mn&gt;&lt;mn&gt;123&lt;/mn&gt;&lt;/mfrac&gt;&lt;mtext&gt;&lt;/mtext&gt;&lt;mo&gt;≈&lt;/mo&gt;&lt;mtext&gt;&lt;/mtext&gt;&lt;mfrac&gt;&lt;mn&gt;900&lt;/mn&gt;&lt;mn&gt;100&lt;/mn&gt;&lt;/mfrac&gt;&lt;/mtd&gt;&lt;/mtr&gt;&lt;mtr&gt;&lt;mtd&gt;&lt;mn&gt;788.621&lt;/mn&gt;&lt;mo&gt;−&lt;/mo&gt;&lt;mn&gt;132.2&lt;/mn&gt;&lt;mtext&gt;&lt;/mtext&gt;&lt;mo&gt;≈&lt;/mo&gt;&lt;mtext&gt;&lt;/mtext&gt;&lt;mn&gt;800&lt;/mn&gt;&lt;mtext&gt;&lt;/mtext&gt;&lt;mo&gt;−&lt;/mo&gt;&lt;mtext&gt;&lt;/mtext&gt;&lt;mn&gt;130&lt;/mn&gt;&lt;/mtd&gt;&lt;/mtr&gt;&lt;mtr&gt;&lt;mtd&gt;&lt;mfrac&gt;&lt;mrow&gt;&lt;mn&gt;56&lt;/mn&gt;&lt;mo&gt;+&lt;/mo&gt;&lt;mn&gt;19&lt;/mn&gt;&lt;/mrow&gt;&lt;mn&gt;0.36&lt;/mn&gt;&lt;/mfrac&gt;&lt;mtext&gt;&lt;/mtext&gt;&lt;mo&gt;≈&lt;/mo&gt;&lt;mtext&gt;&lt;/mtext&gt;&lt;mfrac&gt;&lt;mrow&gt;&lt;mn&gt;60&lt;/mn&gt;&lt;mo&gt;+&lt;/mo&gt;&lt;mn&gt;20&lt;/mn&gt;&lt;/mrow&gt;&lt;mn&gt;0.2&lt;/mn&gt;&lt;/mfrac&gt;&lt;/mtd&gt;&lt;/mtr&gt;&lt;mtr&gt;&lt;mtd&gt;&lt;mfrac&gt;&lt;mrow&gt;&lt;mn&gt;545&lt;/mn&gt;&lt;mo&gt;+&lt;/mo&gt;&lt;mn&gt;164&lt;/mn&gt;&lt;/mrow&gt;&lt;mn&gt;14.5&lt;/mn&gt;&lt;/mfrac&gt;&lt;mo&gt;≈&lt;/mo&gt;&lt;mfrac&gt;&lt;mrow&gt;&lt;mn&gt;550&lt;/mn&gt;&lt;mo&gt;+&lt;/mo&gt;&lt;mn&gt;160&lt;/mn&gt;&lt;/mrow&gt;&lt;mn&gt;15&lt;/mn&gt;&lt;/mfrac&gt;&lt;/mtd&gt;&lt;/mtr&gt;&lt;mtr&gt;&lt;mtd&gt;&lt;mfrac&gt;&lt;mn&gt;256&lt;/mn&gt;&lt;mrow&gt;&lt;mn&gt;573&lt;/mn&gt;&lt;mo&gt;+&lt;/mo&gt;&lt;mn&gt;546&lt;/mn&gt;&lt;/mrow&gt;&lt;/mfrac&gt;&lt;mo&gt;≈&lt;/mo&gt;&lt;mfrac&gt;&lt;mn&gt;250&lt;/mn&gt;&lt;mrow&gt;&lt;mn&gt;575&lt;/mn&gt;&lt;mo&gt;+&lt;/mo&gt;&lt;mn&gt;550&lt;/mn&gt;&lt;/mrow&gt;&lt;/mfrac&gt;&lt;/mtd&gt;&lt;/mtr&gt;&lt;mtr&gt;&lt;mtd&gt;&lt;mfrac&gt;&lt;mrow&gt;&lt;mn&gt;58&lt;/mn&gt;&lt;mo&gt;−&lt;/mo&gt;&lt;mn&gt;52&lt;/mn&gt;&lt;/mrow&gt;&lt;mn&gt;0.59&lt;/mn&gt;&lt;/mfrac&gt;&lt;mo&gt;≈&lt;/mo&gt;&lt;mfrac&gt;&lt;mrow&gt;&lt;mn&gt;60&lt;/mn&gt;&lt;mo&gt;−&lt;/mo&gt;&lt;mn&gt;50&lt;/mn&gt;&lt;/mrow&gt;&lt;mn&gt;0.5&lt;/mn&gt;&lt;/mfrac&gt;&lt;/mtd&gt;&lt;/mtr&gt;&lt;mtr&gt;&lt;mtd&gt;&lt;msup&gt;&lt;mn&gt;26.5&lt;/mn&gt;&lt;mn&gt;2&lt;/mn&gt;&lt;/msup&gt;&lt;mo&gt;+&lt;/mo&gt;&lt;msup&gt;&lt;mn&gt;23.1&lt;/mn&gt;&lt;mn&gt;2&lt;/mn&gt;&lt;/msup&gt;&lt;mtext&gt;&lt;/mtext&gt;&lt;mo&gt;≈&lt;/mo&gt;&lt;mtext&gt;&lt;/mtext&gt;&lt;msup&gt;&lt;mn&gt;30&lt;/mn&gt;&lt;mn&gt;2&lt;/mn&gt;&lt;/msup&gt;&lt;mo&gt;+&lt;/mo&gt;&lt;msup&gt;&lt;mn&gt;25&lt;/mn&gt;&lt;mn&gt;2&lt;/mn&gt;&lt;/msup&gt;&lt;/mtd&gt;&lt;/mtr&gt;&lt;mtr&gt;&lt;mtd&gt;&lt;mfrac&gt;&lt;mn&gt;256&lt;/mn&gt;&lt;mrow&gt;&lt;mn&gt;573&lt;/mn&gt;&lt;mo&gt;−&lt;/mo&gt;&lt;mn&gt;546&lt;/mn&gt;&lt;/mrow&gt;&lt;/mfrac&gt;&lt;mo&gt;≈&lt;/mo&gt;&lt;mfrac&gt;&lt;mn&gt;300&lt;/mn&gt;&lt;mrow&gt;&lt;mn&gt;570&lt;/mn&gt;&lt;mo&gt;−&lt;/mo&gt;&lt;mn&gt;550&lt;/mn&gt;&lt;/mrow&gt;&lt;/mfrac&gt;&lt;/mtd&gt;&lt;/mtr&gt;&lt;mtr&gt;&lt;mtd&gt;&lt;mfrac&gt;&lt;mrow&gt;&lt;mn&gt;26&lt;/mn&gt;&lt;mo&gt;−&lt;/mo&gt;&lt;mn&gt;5.6&lt;/mn&gt;&lt;/mrow&gt;&lt;mrow&gt;&lt;mn&gt;56&lt;/mn&gt;&lt;mo&gt;−&lt;/mo&gt;&lt;mn&gt;45&lt;/mn&gt;&lt;/mrow&gt;&lt;/mfrac&gt;&lt;mo&gt;≈&lt;/mo&gt;&lt;mfrac&gt;&lt;mrow&gt;&lt;mn&gt;30&lt;/mn&gt;&lt;mo&gt;−&lt;/mo&gt;&lt;mn&gt;6&lt;/mn&gt;&lt;/mrow&gt;&lt;mrow&gt;&lt;mn&gt;60&lt;/mn&gt;&lt;mo&gt;−&lt;/mo&gt;&lt;mn&gt;50&lt;/mn&gt;&lt;/mrow&gt;&lt;/mfrac&gt;&lt;/mtd&gt;&lt;/mtr&gt;&lt;/mtable&gt;&lt;/math&gt;" id="193" name="Google Shape;193;p21" title="10 lines Line 1: 56.2 minus 24.3 almost equals 60 minus 20 Line 2: 865 over 123 almost equals 900 over 100 Line 3: 788.621 minus 132.2 almost equals 800 minus 130 Line 4: the fraction with numerator 56 plus 19 and denominator 0.36 almost equals the fraction with numerator 60 plus 20 and denominator 0.2 Line 5: the fraction with numerator 545 plus 164 and denominator 14.5 almost equals the fraction with numerator 550 plus 160 and denominator 15 Line 6: the fraction with numerator 256 and denominator 573 plus 546 almost equals the fraction with numerator 250 and denominator 575 plus 550 Line 7: the fraction with numerator 58 minus 52 and denominator 0.59 almost equals the fraction with numerator 60 minus 50 and denominator 0.5 Line 8: 26.5 squared plus 23.1 squared almost equals 30 squared plus 25 squared Line 9: the fraction with numerator 256 and denominator 573 minus 546 almost equals the fraction with numerator 300 and denominator 570 minus 550 Line 10: the fraction with numerator 26 minus 5.6 and denominator 56 minus 45 almost equals the fraction with numerator 30 minus 6 and denominator 60 minus 50"/>
          <p:cNvPicPr preferRelativeResize="0"/>
          <p:nvPr/>
        </p:nvPicPr>
        <p:blipFill rotWithShape="1">
          <a:blip r:embed="rId3">
            <a:alphaModFix/>
          </a:blip>
          <a:srcRect b="93777" l="0" r="0" t="0"/>
          <a:stretch/>
        </p:blipFill>
        <p:spPr>
          <a:xfrm>
            <a:off x="901140" y="1308263"/>
            <a:ext cx="3380370" cy="265448"/>
          </a:xfrm>
          <a:prstGeom prst="rect">
            <a:avLst/>
          </a:prstGeom>
          <a:noFill/>
          <a:ln>
            <a:noFill/>
          </a:ln>
        </p:spPr>
      </p:pic>
      <p:pic>
        <p:nvPicPr>
          <p:cNvPr descr="&lt;math xmlns=&quot;http://www.w3.org/1998/Math/MathML&quot; display=&quot;block&quot; data-is-equatio=&quot;1&quot; data-latex=&quot;\begin{array}{l}56.2-24.3\ \approx\ 60\ -\ 20\\&amp;#13;&amp;#10;\frac{865}{123}\ \approx\ \frac{900}{100}\\&amp;#13;&amp;#10;788.621-132.2\ \approx\ 800\ -\ 130\\&amp;#13;&amp;#10;\frac{56+19}{0.36}\ \approx\ \frac{60+20}{0.2}\\&amp;#13;&amp;#10;\frac{545+164}{14.5}\approx\frac{550+160}{15}\\&amp;#13;&amp;#10;\frac{256}{573+546}\approx\frac{250}{575+550}\\&amp;#13;&amp;#10;\frac{58-52}{0.59}\approx\frac{60-50}{0.5}\\&amp;#13;&amp;#10;26.5^2+23.1^2\ \approx\ 30^2+25^2\\&amp;#13;&amp;#10;\frac{256}{573-546}\approx\frac{300}{570-550}\\&amp;#13;&amp;#10;\frac{26-5.6}{56-45}\approx\frac{30-6}{60-50}\end{array}&quot;&gt;&lt;mtable columnalign=&quot;left&quot; columnspacing=&quot;1em&quot; rowspacing=&quot;4pt&quot;&gt;&lt;mtr&gt;&lt;mtd&gt;&lt;mn&gt;56.2&lt;/mn&gt;&lt;mo&gt;−&lt;/mo&gt;&lt;mn&gt;24.3&lt;/mn&gt;&lt;mtext&gt;&lt;/mtext&gt;&lt;mo&gt;≈&lt;/mo&gt;&lt;mtext&gt;&lt;/mtext&gt;&lt;mn&gt;60&lt;/mn&gt;&lt;mtext&gt;&lt;/mtext&gt;&lt;mo&gt;−&lt;/mo&gt;&lt;mtext&gt;&lt;/mtext&gt;&lt;mn&gt;20&lt;/mn&gt;&lt;/mtd&gt;&lt;/mtr&gt;&lt;mtr&gt;&lt;mtd&gt;&lt;mfrac&gt;&lt;mn&gt;865&lt;/mn&gt;&lt;mn&gt;123&lt;/mn&gt;&lt;/mfrac&gt;&lt;mtext&gt;&lt;/mtext&gt;&lt;mo&gt;≈&lt;/mo&gt;&lt;mtext&gt;&lt;/mtext&gt;&lt;mfrac&gt;&lt;mn&gt;900&lt;/mn&gt;&lt;mn&gt;100&lt;/mn&gt;&lt;/mfrac&gt;&lt;/mtd&gt;&lt;/mtr&gt;&lt;mtr&gt;&lt;mtd&gt;&lt;mn&gt;788.621&lt;/mn&gt;&lt;mo&gt;−&lt;/mo&gt;&lt;mn&gt;132.2&lt;/mn&gt;&lt;mtext&gt;&lt;/mtext&gt;&lt;mo&gt;≈&lt;/mo&gt;&lt;mtext&gt;&lt;/mtext&gt;&lt;mn&gt;800&lt;/mn&gt;&lt;mtext&gt;&lt;/mtext&gt;&lt;mo&gt;−&lt;/mo&gt;&lt;mtext&gt;&lt;/mtext&gt;&lt;mn&gt;130&lt;/mn&gt;&lt;/mtd&gt;&lt;/mtr&gt;&lt;mtr&gt;&lt;mtd&gt;&lt;mfrac&gt;&lt;mrow&gt;&lt;mn&gt;56&lt;/mn&gt;&lt;mo&gt;+&lt;/mo&gt;&lt;mn&gt;19&lt;/mn&gt;&lt;/mrow&gt;&lt;mn&gt;0.36&lt;/mn&gt;&lt;/mfrac&gt;&lt;mtext&gt;&lt;/mtext&gt;&lt;mo&gt;≈&lt;/mo&gt;&lt;mtext&gt;&lt;/mtext&gt;&lt;mfrac&gt;&lt;mrow&gt;&lt;mn&gt;60&lt;/mn&gt;&lt;mo&gt;+&lt;/mo&gt;&lt;mn&gt;20&lt;/mn&gt;&lt;/mrow&gt;&lt;mn&gt;0.2&lt;/mn&gt;&lt;/mfrac&gt;&lt;/mtd&gt;&lt;/mtr&gt;&lt;mtr&gt;&lt;mtd&gt;&lt;mfrac&gt;&lt;mrow&gt;&lt;mn&gt;545&lt;/mn&gt;&lt;mo&gt;+&lt;/mo&gt;&lt;mn&gt;164&lt;/mn&gt;&lt;/mrow&gt;&lt;mn&gt;14.5&lt;/mn&gt;&lt;/mfrac&gt;&lt;mo&gt;≈&lt;/mo&gt;&lt;mfrac&gt;&lt;mrow&gt;&lt;mn&gt;550&lt;/mn&gt;&lt;mo&gt;+&lt;/mo&gt;&lt;mn&gt;160&lt;/mn&gt;&lt;/mrow&gt;&lt;mn&gt;15&lt;/mn&gt;&lt;/mfrac&gt;&lt;/mtd&gt;&lt;/mtr&gt;&lt;mtr&gt;&lt;mtd&gt;&lt;mfrac&gt;&lt;mn&gt;256&lt;/mn&gt;&lt;mrow&gt;&lt;mn&gt;573&lt;/mn&gt;&lt;mo&gt;+&lt;/mo&gt;&lt;mn&gt;546&lt;/mn&gt;&lt;/mrow&gt;&lt;/mfrac&gt;&lt;mo&gt;≈&lt;/mo&gt;&lt;mfrac&gt;&lt;mn&gt;250&lt;/mn&gt;&lt;mrow&gt;&lt;mn&gt;575&lt;/mn&gt;&lt;mo&gt;+&lt;/mo&gt;&lt;mn&gt;550&lt;/mn&gt;&lt;/mrow&gt;&lt;/mfrac&gt;&lt;/mtd&gt;&lt;/mtr&gt;&lt;mtr&gt;&lt;mtd&gt;&lt;mfrac&gt;&lt;mrow&gt;&lt;mn&gt;58&lt;/mn&gt;&lt;mo&gt;−&lt;/mo&gt;&lt;mn&gt;52&lt;/mn&gt;&lt;/mrow&gt;&lt;mn&gt;0.59&lt;/mn&gt;&lt;/mfrac&gt;&lt;mo&gt;≈&lt;/mo&gt;&lt;mfrac&gt;&lt;mrow&gt;&lt;mn&gt;60&lt;/mn&gt;&lt;mo&gt;−&lt;/mo&gt;&lt;mn&gt;50&lt;/mn&gt;&lt;/mrow&gt;&lt;mn&gt;0.5&lt;/mn&gt;&lt;/mfrac&gt;&lt;/mtd&gt;&lt;/mtr&gt;&lt;mtr&gt;&lt;mtd&gt;&lt;msup&gt;&lt;mn&gt;26.5&lt;/mn&gt;&lt;mn&gt;2&lt;/mn&gt;&lt;/msup&gt;&lt;mo&gt;+&lt;/mo&gt;&lt;msup&gt;&lt;mn&gt;23.1&lt;/mn&gt;&lt;mn&gt;2&lt;/mn&gt;&lt;/msup&gt;&lt;mtext&gt;&lt;/mtext&gt;&lt;mo&gt;≈&lt;/mo&gt;&lt;mtext&gt;&lt;/mtext&gt;&lt;msup&gt;&lt;mn&gt;30&lt;/mn&gt;&lt;mn&gt;2&lt;/mn&gt;&lt;/msup&gt;&lt;mo&gt;+&lt;/mo&gt;&lt;msup&gt;&lt;mn&gt;25&lt;/mn&gt;&lt;mn&gt;2&lt;/mn&gt;&lt;/msup&gt;&lt;/mtd&gt;&lt;/mtr&gt;&lt;mtr&gt;&lt;mtd&gt;&lt;mfrac&gt;&lt;mn&gt;256&lt;/mn&gt;&lt;mrow&gt;&lt;mn&gt;573&lt;/mn&gt;&lt;mo&gt;−&lt;/mo&gt;&lt;mn&gt;546&lt;/mn&gt;&lt;/mrow&gt;&lt;/mfrac&gt;&lt;mo&gt;≈&lt;/mo&gt;&lt;mfrac&gt;&lt;mn&gt;300&lt;/mn&gt;&lt;mrow&gt;&lt;mn&gt;570&lt;/mn&gt;&lt;mo&gt;−&lt;/mo&gt;&lt;mn&gt;550&lt;/mn&gt;&lt;/mrow&gt;&lt;/mfrac&gt;&lt;/mtd&gt;&lt;/mtr&gt;&lt;mtr&gt;&lt;mtd&gt;&lt;mfrac&gt;&lt;mrow&gt;&lt;mn&gt;26&lt;/mn&gt;&lt;mo&gt;−&lt;/mo&gt;&lt;mn&gt;5.6&lt;/mn&gt;&lt;/mrow&gt;&lt;mrow&gt;&lt;mn&gt;56&lt;/mn&gt;&lt;mo&gt;−&lt;/mo&gt;&lt;mn&gt;45&lt;/mn&gt;&lt;/mrow&gt;&lt;/mfrac&gt;&lt;mo&gt;≈&lt;/mo&gt;&lt;mfrac&gt;&lt;mrow&gt;&lt;mn&gt;30&lt;/mn&gt;&lt;mo&gt;−&lt;/mo&gt;&lt;mn&gt;6&lt;/mn&gt;&lt;/mrow&gt;&lt;mrow&gt;&lt;mn&gt;60&lt;/mn&gt;&lt;mo&gt;−&lt;/mo&gt;&lt;mn&gt;50&lt;/mn&gt;&lt;/mrow&gt;&lt;/mfrac&gt;&lt;/mtd&gt;&lt;/mtr&gt;&lt;/mtable&gt;&lt;/math&gt;" id="194" name="Google Shape;194;p21" title="10 lines Line 1: 56.2 minus 24.3 almost equals 60 minus 20 Line 2: 865 over 123 almost equals 900 over 100 Line 3: 788.621 minus 132.2 almost equals 800 minus 130 Line 4: the fraction with numerator 56 plus 19 and denominator 0.36 almost equals the fraction with numerator 60 plus 20 and denominator 0.2 Line 5: the fraction with numerator 545 plus 164 and denominator 14.5 almost equals the fraction with numerator 550 plus 160 and denominator 15 Line 6: the fraction with numerator 256 and denominator 573 plus 546 almost equals the fraction with numerator 250 and denominator 575 plus 550 Line 7: the fraction with numerator 58 minus 52 and denominator 0.59 almost equals the fraction with numerator 60 minus 50 and denominator 0.5 Line 8: 26.5 squared plus 23.1 squared almost equals 30 squared plus 25 squared Line 9: the fraction with numerator 256 and denominator 573 minus 546 almost equals the fraction with numerator 300 and denominator 570 minus 550 Line 10: the fraction with numerator 26 minus 5.6 and denominator 56 minus 45 almost equals the fraction with numerator 30 minus 6 and denominator 60 minus 50"/>
          <p:cNvPicPr preferRelativeResize="0"/>
          <p:nvPr/>
        </p:nvPicPr>
        <p:blipFill rotWithShape="1">
          <a:blip r:embed="rId3">
            <a:alphaModFix/>
          </a:blip>
          <a:srcRect b="82407" l="0" r="58876" t="6230"/>
          <a:stretch/>
        </p:blipFill>
        <p:spPr>
          <a:xfrm>
            <a:off x="873000" y="1753087"/>
            <a:ext cx="1819731" cy="634476"/>
          </a:xfrm>
          <a:prstGeom prst="rect">
            <a:avLst/>
          </a:prstGeom>
          <a:noFill/>
          <a:ln>
            <a:noFill/>
          </a:ln>
        </p:spPr>
      </p:pic>
      <p:pic>
        <p:nvPicPr>
          <p:cNvPr descr="&lt;math xmlns=&quot;http://www.w3.org/1998/Math/MathML&quot; display=&quot;block&quot; data-is-equatio=&quot;1&quot; data-latex=&quot;\begin{array}{l}56.2-24.3\ \approx\ 60\ -\ 20\\&amp;#13;&amp;#10;\frac{865}{123}\ \approx\ \frac{900}{100}\\&amp;#13;&amp;#10;788.621-132.2\ \approx\ 800\ -\ 130\\&amp;#13;&amp;#10;\frac{56+19}{0.36}\ \approx\ \frac{60+20}{0.2}\\&amp;#13;&amp;#10;\frac{545+164}{14.5}\approx\frac{550+160}{15}\\&amp;#13;&amp;#10;\frac{256}{573+546}\approx\frac{250}{575+550}\\&amp;#13;&amp;#10;\frac{58-52}{0.59}\approx\frac{60-50}{0.5}\\&amp;#13;&amp;#10;26.5^2+23.1^2\ \approx\ 30^2+25^2\\&amp;#13;&amp;#10;\frac{256}{573-546}\approx\frac{300}{570-550}\\&amp;#13;&amp;#10;\frac{26-5.6}{56-45}\approx\frac{30-6}{60-50}\end{array}&quot;&gt;&lt;mtable columnalign=&quot;left&quot; columnspacing=&quot;1em&quot; rowspacing=&quot;4pt&quot;&gt;&lt;mtr&gt;&lt;mtd&gt;&lt;mn&gt;56.2&lt;/mn&gt;&lt;mo&gt;−&lt;/mo&gt;&lt;mn&gt;24.3&lt;/mn&gt;&lt;mtext&gt;&lt;/mtext&gt;&lt;mo&gt;≈&lt;/mo&gt;&lt;mtext&gt;&lt;/mtext&gt;&lt;mn&gt;60&lt;/mn&gt;&lt;mtext&gt;&lt;/mtext&gt;&lt;mo&gt;−&lt;/mo&gt;&lt;mtext&gt;&lt;/mtext&gt;&lt;mn&gt;20&lt;/mn&gt;&lt;/mtd&gt;&lt;/mtr&gt;&lt;mtr&gt;&lt;mtd&gt;&lt;mfrac&gt;&lt;mn&gt;865&lt;/mn&gt;&lt;mn&gt;123&lt;/mn&gt;&lt;/mfrac&gt;&lt;mtext&gt;&lt;/mtext&gt;&lt;mo&gt;≈&lt;/mo&gt;&lt;mtext&gt;&lt;/mtext&gt;&lt;mfrac&gt;&lt;mn&gt;900&lt;/mn&gt;&lt;mn&gt;100&lt;/mn&gt;&lt;/mfrac&gt;&lt;/mtd&gt;&lt;/mtr&gt;&lt;mtr&gt;&lt;mtd&gt;&lt;mn&gt;788.621&lt;/mn&gt;&lt;mo&gt;−&lt;/mo&gt;&lt;mn&gt;132.2&lt;/mn&gt;&lt;mtext&gt;&lt;/mtext&gt;&lt;mo&gt;≈&lt;/mo&gt;&lt;mtext&gt;&lt;/mtext&gt;&lt;mn&gt;800&lt;/mn&gt;&lt;mtext&gt;&lt;/mtext&gt;&lt;mo&gt;−&lt;/mo&gt;&lt;mtext&gt;&lt;/mtext&gt;&lt;mn&gt;130&lt;/mn&gt;&lt;/mtd&gt;&lt;/mtr&gt;&lt;mtr&gt;&lt;mtd&gt;&lt;mfrac&gt;&lt;mrow&gt;&lt;mn&gt;56&lt;/mn&gt;&lt;mo&gt;+&lt;/mo&gt;&lt;mn&gt;19&lt;/mn&gt;&lt;/mrow&gt;&lt;mn&gt;0.36&lt;/mn&gt;&lt;/mfrac&gt;&lt;mtext&gt;&lt;/mtext&gt;&lt;mo&gt;≈&lt;/mo&gt;&lt;mtext&gt;&lt;/mtext&gt;&lt;mfrac&gt;&lt;mrow&gt;&lt;mn&gt;60&lt;/mn&gt;&lt;mo&gt;+&lt;/mo&gt;&lt;mn&gt;20&lt;/mn&gt;&lt;/mrow&gt;&lt;mn&gt;0.2&lt;/mn&gt;&lt;/mfrac&gt;&lt;/mtd&gt;&lt;/mtr&gt;&lt;mtr&gt;&lt;mtd&gt;&lt;mfrac&gt;&lt;mrow&gt;&lt;mn&gt;545&lt;/mn&gt;&lt;mo&gt;+&lt;/mo&gt;&lt;mn&gt;164&lt;/mn&gt;&lt;/mrow&gt;&lt;mn&gt;14.5&lt;/mn&gt;&lt;/mfrac&gt;&lt;mo&gt;≈&lt;/mo&gt;&lt;mfrac&gt;&lt;mrow&gt;&lt;mn&gt;550&lt;/mn&gt;&lt;mo&gt;+&lt;/mo&gt;&lt;mn&gt;160&lt;/mn&gt;&lt;/mrow&gt;&lt;mn&gt;15&lt;/mn&gt;&lt;/mfrac&gt;&lt;/mtd&gt;&lt;/mtr&gt;&lt;mtr&gt;&lt;mtd&gt;&lt;mfrac&gt;&lt;mn&gt;256&lt;/mn&gt;&lt;mrow&gt;&lt;mn&gt;573&lt;/mn&gt;&lt;mo&gt;+&lt;/mo&gt;&lt;mn&gt;546&lt;/mn&gt;&lt;/mrow&gt;&lt;/mfrac&gt;&lt;mo&gt;≈&lt;/mo&gt;&lt;mfrac&gt;&lt;mn&gt;250&lt;/mn&gt;&lt;mrow&gt;&lt;mn&gt;575&lt;/mn&gt;&lt;mo&gt;+&lt;/mo&gt;&lt;mn&gt;550&lt;/mn&gt;&lt;/mrow&gt;&lt;/mfrac&gt;&lt;/mtd&gt;&lt;/mtr&gt;&lt;mtr&gt;&lt;mtd&gt;&lt;mfrac&gt;&lt;mrow&gt;&lt;mn&gt;58&lt;/mn&gt;&lt;mo&gt;−&lt;/mo&gt;&lt;mn&gt;52&lt;/mn&gt;&lt;/mrow&gt;&lt;mn&gt;0.59&lt;/mn&gt;&lt;/mfrac&gt;&lt;mo&gt;≈&lt;/mo&gt;&lt;mfrac&gt;&lt;mrow&gt;&lt;mn&gt;60&lt;/mn&gt;&lt;mo&gt;−&lt;/mo&gt;&lt;mn&gt;50&lt;/mn&gt;&lt;/mrow&gt;&lt;mn&gt;0.5&lt;/mn&gt;&lt;/mfrac&gt;&lt;/mtd&gt;&lt;/mtr&gt;&lt;mtr&gt;&lt;mtd&gt;&lt;msup&gt;&lt;mn&gt;26.5&lt;/mn&gt;&lt;mn&gt;2&lt;/mn&gt;&lt;/msup&gt;&lt;mo&gt;+&lt;/mo&gt;&lt;msup&gt;&lt;mn&gt;23.1&lt;/mn&gt;&lt;mn&gt;2&lt;/mn&gt;&lt;/msup&gt;&lt;mtext&gt;&lt;/mtext&gt;&lt;mo&gt;≈&lt;/mo&gt;&lt;mtext&gt;&lt;/mtext&gt;&lt;msup&gt;&lt;mn&gt;30&lt;/mn&gt;&lt;mn&gt;2&lt;/mn&gt;&lt;/msup&gt;&lt;mo&gt;+&lt;/mo&gt;&lt;msup&gt;&lt;mn&gt;25&lt;/mn&gt;&lt;mn&gt;2&lt;/mn&gt;&lt;/msup&gt;&lt;/mtd&gt;&lt;/mtr&gt;&lt;mtr&gt;&lt;mtd&gt;&lt;mfrac&gt;&lt;mn&gt;256&lt;/mn&gt;&lt;mrow&gt;&lt;mn&gt;573&lt;/mn&gt;&lt;mo&gt;−&lt;/mo&gt;&lt;mn&gt;546&lt;/mn&gt;&lt;/mrow&gt;&lt;/mfrac&gt;&lt;mo&gt;≈&lt;/mo&gt;&lt;mfrac&gt;&lt;mn&gt;300&lt;/mn&gt;&lt;mrow&gt;&lt;mn&gt;570&lt;/mn&gt;&lt;mo&gt;−&lt;/mo&gt;&lt;mn&gt;550&lt;/mn&gt;&lt;/mrow&gt;&lt;/mfrac&gt;&lt;/mtd&gt;&lt;/mtr&gt;&lt;mtr&gt;&lt;mtd&gt;&lt;mfrac&gt;&lt;mrow&gt;&lt;mn&gt;26&lt;/mn&gt;&lt;mo&gt;−&lt;/mo&gt;&lt;mn&gt;5.6&lt;/mn&gt;&lt;/mrow&gt;&lt;mrow&gt;&lt;mn&gt;56&lt;/mn&gt;&lt;mo&gt;−&lt;/mo&gt;&lt;mn&gt;45&lt;/mn&gt;&lt;/mrow&gt;&lt;/mfrac&gt;&lt;mo&gt;≈&lt;/mo&gt;&lt;mfrac&gt;&lt;mrow&gt;&lt;mn&gt;30&lt;/mn&gt;&lt;mo&gt;−&lt;/mo&gt;&lt;mn&gt;6&lt;/mn&gt;&lt;/mrow&gt;&lt;mrow&gt;&lt;mn&gt;60&lt;/mn&gt;&lt;mo&gt;−&lt;/mo&gt;&lt;mn&gt;50&lt;/mn&gt;&lt;/mrow&gt;&lt;/mfrac&gt;&lt;/mtd&gt;&lt;/mtr&gt;&lt;/mtable&gt;&lt;/math&gt;" id="195" name="Google Shape;195;p21" title="10 lines Line 1: 56.2 minus 24.3 almost equals 60 minus 20 Line 2: 865 over 123 almost equals 900 over 100 Line 3: 788.621 minus 132.2 almost equals 800 minus 130 Line 4: the fraction with numerator 56 plus 19 and denominator 0.36 almost equals the fraction with numerator 60 plus 20 and denominator 0.2 Line 5: the fraction with numerator 545 plus 164 and denominator 14.5 almost equals the fraction with numerator 550 plus 160 and denominator 15 Line 6: the fraction with numerator 256 and denominator 573 plus 546 almost equals the fraction with numerator 250 and denominator 575 plus 550 Line 7: the fraction with numerator 58 minus 52 and denominator 0.59 almost equals the fraction with numerator 60 minus 50 and denominator 0.5 Line 8: 26.5 squared plus 23.1 squared almost equals 30 squared plus 25 squared Line 9: the fraction with numerator 256 and denominator 573 minus 546 almost equals the fraction with numerator 300 and denominator 570 minus 550 Line 10: the fraction with numerator 26 minus 5.6 and denominator 56 minus 45 almost equals the fraction with numerator 30 minus 6 and denominator 60 minus 50"/>
          <p:cNvPicPr preferRelativeResize="0"/>
          <p:nvPr/>
        </p:nvPicPr>
        <p:blipFill rotWithShape="1">
          <a:blip r:embed="rId3">
            <a:alphaModFix/>
          </a:blip>
          <a:srcRect b="72691" l="0" r="-1729" t="18000"/>
          <a:stretch/>
        </p:blipFill>
        <p:spPr>
          <a:xfrm>
            <a:off x="929924" y="2544223"/>
            <a:ext cx="3322799" cy="383698"/>
          </a:xfrm>
          <a:prstGeom prst="rect">
            <a:avLst/>
          </a:prstGeom>
          <a:noFill/>
          <a:ln>
            <a:noFill/>
          </a:ln>
        </p:spPr>
      </p:pic>
      <p:pic>
        <p:nvPicPr>
          <p:cNvPr descr="&lt;math xmlns=&quot;http://www.w3.org/1998/Math/MathML&quot; display=&quot;block&quot; data-is-equatio=&quot;1&quot; data-latex=&quot;\begin{array}{l}56.2-24.3\ \approx\ 60\ -\ 20\\&amp;#13;&amp;#10;\frac{865}{123}\ \approx\ \frac{900}{100}\\&amp;#13;&amp;#10;788.621-132.2\ \approx\ 800\ -\ 130\\&amp;#13;&amp;#10;\frac{56+19}{0.36}\ \approx\ \frac{60+20}{0.2}\\&amp;#13;&amp;#10;\frac{545+164}{14.5}\approx\frac{550+160}{15}\\&amp;#13;&amp;#10;\frac{256}{573+546}\approx\frac{250}{575+550}\\&amp;#13;&amp;#10;\frac{58-52}{0.59}\approx\frac{60-50}{0.5}\\&amp;#13;&amp;#10;26.5^2+23.1^2\ \approx\ 30^2+25^2\\&amp;#13;&amp;#10;\frac{256}{573-546}\approx\frac{300}{570-550}\\&amp;#13;&amp;#10;\frac{26-5.6}{56-45}\approx\frac{30-6}{60-50}\end{array}&quot;&gt;&lt;mtable columnalign=&quot;left&quot; columnspacing=&quot;1em&quot; rowspacing=&quot;4pt&quot;&gt;&lt;mtr&gt;&lt;mtd&gt;&lt;mn&gt;56.2&lt;/mn&gt;&lt;mo&gt;−&lt;/mo&gt;&lt;mn&gt;24.3&lt;/mn&gt;&lt;mtext&gt;&lt;/mtext&gt;&lt;mo&gt;≈&lt;/mo&gt;&lt;mtext&gt;&lt;/mtext&gt;&lt;mn&gt;60&lt;/mn&gt;&lt;mtext&gt;&lt;/mtext&gt;&lt;mo&gt;−&lt;/mo&gt;&lt;mtext&gt;&lt;/mtext&gt;&lt;mn&gt;20&lt;/mn&gt;&lt;/mtd&gt;&lt;/mtr&gt;&lt;mtr&gt;&lt;mtd&gt;&lt;mfrac&gt;&lt;mn&gt;865&lt;/mn&gt;&lt;mn&gt;123&lt;/mn&gt;&lt;/mfrac&gt;&lt;mtext&gt;&lt;/mtext&gt;&lt;mo&gt;≈&lt;/mo&gt;&lt;mtext&gt;&lt;/mtext&gt;&lt;mfrac&gt;&lt;mn&gt;900&lt;/mn&gt;&lt;mn&gt;100&lt;/mn&gt;&lt;/mfrac&gt;&lt;/mtd&gt;&lt;/mtr&gt;&lt;mtr&gt;&lt;mtd&gt;&lt;mn&gt;788.621&lt;/mn&gt;&lt;mo&gt;−&lt;/mo&gt;&lt;mn&gt;132.2&lt;/mn&gt;&lt;mtext&gt;&lt;/mtext&gt;&lt;mo&gt;≈&lt;/mo&gt;&lt;mtext&gt;&lt;/mtext&gt;&lt;mn&gt;800&lt;/mn&gt;&lt;mtext&gt;&lt;/mtext&gt;&lt;mo&gt;−&lt;/mo&gt;&lt;mtext&gt;&lt;/mtext&gt;&lt;mn&gt;130&lt;/mn&gt;&lt;/mtd&gt;&lt;/mtr&gt;&lt;mtr&gt;&lt;mtd&gt;&lt;mfrac&gt;&lt;mrow&gt;&lt;mn&gt;56&lt;/mn&gt;&lt;mo&gt;+&lt;/mo&gt;&lt;mn&gt;19&lt;/mn&gt;&lt;/mrow&gt;&lt;mn&gt;0.36&lt;/mn&gt;&lt;/mfrac&gt;&lt;mtext&gt;&lt;/mtext&gt;&lt;mo&gt;≈&lt;/mo&gt;&lt;mtext&gt;&lt;/mtext&gt;&lt;mfrac&gt;&lt;mrow&gt;&lt;mn&gt;60&lt;/mn&gt;&lt;mo&gt;+&lt;/mo&gt;&lt;mn&gt;20&lt;/mn&gt;&lt;/mrow&gt;&lt;mn&gt;0.2&lt;/mn&gt;&lt;/mfrac&gt;&lt;/mtd&gt;&lt;/mtr&gt;&lt;mtr&gt;&lt;mtd&gt;&lt;mfrac&gt;&lt;mrow&gt;&lt;mn&gt;545&lt;/mn&gt;&lt;mo&gt;+&lt;/mo&gt;&lt;mn&gt;164&lt;/mn&gt;&lt;/mrow&gt;&lt;mn&gt;14.5&lt;/mn&gt;&lt;/mfrac&gt;&lt;mo&gt;≈&lt;/mo&gt;&lt;mfrac&gt;&lt;mrow&gt;&lt;mn&gt;550&lt;/mn&gt;&lt;mo&gt;+&lt;/mo&gt;&lt;mn&gt;160&lt;/mn&gt;&lt;/mrow&gt;&lt;mn&gt;15&lt;/mn&gt;&lt;/mfrac&gt;&lt;/mtd&gt;&lt;/mtr&gt;&lt;mtr&gt;&lt;mtd&gt;&lt;mfrac&gt;&lt;mn&gt;256&lt;/mn&gt;&lt;mrow&gt;&lt;mn&gt;573&lt;/mn&gt;&lt;mo&gt;+&lt;/mo&gt;&lt;mn&gt;546&lt;/mn&gt;&lt;/mrow&gt;&lt;/mfrac&gt;&lt;mo&gt;≈&lt;/mo&gt;&lt;mfrac&gt;&lt;mn&gt;250&lt;/mn&gt;&lt;mrow&gt;&lt;mn&gt;575&lt;/mn&gt;&lt;mo&gt;+&lt;/mo&gt;&lt;mn&gt;550&lt;/mn&gt;&lt;/mrow&gt;&lt;/mfrac&gt;&lt;/mtd&gt;&lt;/mtr&gt;&lt;mtr&gt;&lt;mtd&gt;&lt;mfrac&gt;&lt;mrow&gt;&lt;mn&gt;58&lt;/mn&gt;&lt;mo&gt;−&lt;/mo&gt;&lt;mn&gt;52&lt;/mn&gt;&lt;/mrow&gt;&lt;mn&gt;0.59&lt;/mn&gt;&lt;/mfrac&gt;&lt;mo&gt;≈&lt;/mo&gt;&lt;mfrac&gt;&lt;mrow&gt;&lt;mn&gt;60&lt;/mn&gt;&lt;mo&gt;−&lt;/mo&gt;&lt;mn&gt;50&lt;/mn&gt;&lt;/mrow&gt;&lt;mn&gt;0.5&lt;/mn&gt;&lt;/mfrac&gt;&lt;/mtd&gt;&lt;/mtr&gt;&lt;mtr&gt;&lt;mtd&gt;&lt;msup&gt;&lt;mn&gt;26.5&lt;/mn&gt;&lt;mn&gt;2&lt;/mn&gt;&lt;/msup&gt;&lt;mo&gt;+&lt;/mo&gt;&lt;msup&gt;&lt;mn&gt;23.1&lt;/mn&gt;&lt;mn&gt;2&lt;/mn&gt;&lt;/msup&gt;&lt;mtext&gt;&lt;/mtext&gt;&lt;mo&gt;≈&lt;/mo&gt;&lt;mtext&gt;&lt;/mtext&gt;&lt;msup&gt;&lt;mn&gt;30&lt;/mn&gt;&lt;mn&gt;2&lt;/mn&gt;&lt;/msup&gt;&lt;mo&gt;+&lt;/mo&gt;&lt;msup&gt;&lt;mn&gt;25&lt;/mn&gt;&lt;mn&gt;2&lt;/mn&gt;&lt;/msup&gt;&lt;/mtd&gt;&lt;/mtr&gt;&lt;mtr&gt;&lt;mtd&gt;&lt;mfrac&gt;&lt;mn&gt;256&lt;/mn&gt;&lt;mrow&gt;&lt;mn&gt;573&lt;/mn&gt;&lt;mo&gt;−&lt;/mo&gt;&lt;mn&gt;546&lt;/mn&gt;&lt;/mrow&gt;&lt;/mfrac&gt;&lt;mo&gt;≈&lt;/mo&gt;&lt;mfrac&gt;&lt;mn&gt;300&lt;/mn&gt;&lt;mrow&gt;&lt;mn&gt;570&lt;/mn&gt;&lt;mo&gt;−&lt;/mo&gt;&lt;mn&gt;550&lt;/mn&gt;&lt;/mrow&gt;&lt;/mfrac&gt;&lt;/mtd&gt;&lt;/mtr&gt;&lt;mtr&gt;&lt;mtd&gt;&lt;mfrac&gt;&lt;mrow&gt;&lt;mn&gt;26&lt;/mn&gt;&lt;mo&gt;−&lt;/mo&gt;&lt;mn&gt;5.6&lt;/mn&gt;&lt;/mrow&gt;&lt;mrow&gt;&lt;mn&gt;56&lt;/mn&gt;&lt;mo&gt;−&lt;/mo&gt;&lt;mn&gt;45&lt;/mn&gt;&lt;/mrow&gt;&lt;/mfrac&gt;&lt;mo&gt;≈&lt;/mo&gt;&lt;mfrac&gt;&lt;mrow&gt;&lt;mn&gt;30&lt;/mn&gt;&lt;mo&gt;−&lt;/mo&gt;&lt;mn&gt;6&lt;/mn&gt;&lt;/mrow&gt;&lt;mrow&gt;&lt;mn&gt;60&lt;/mn&gt;&lt;mo&gt;−&lt;/mo&gt;&lt;mn&gt;50&lt;/mn&gt;&lt;/mrow&gt;&lt;/mfrac&gt;&lt;/mtd&gt;&lt;/mtr&gt;&lt;/mtable&gt;&lt;/math&gt;" id="196" name="Google Shape;196;p21" title="10 lines Line 1: 56.2 minus 24.3 almost equals 60 minus 20 Line 2: 865 over 123 almost equals 900 over 100 Line 3: 788.621 minus 132.2 almost equals 800 minus 130 Line 4: the fraction with numerator 56 plus 19 and denominator 0.36 almost equals the fraction with numerator 60 plus 20 and denominator 0.2 Line 5: the fraction with numerator 545 plus 164 and denominator 14.5 almost equals the fraction with numerator 550 plus 160 and denominator 15 Line 6: the fraction with numerator 256 and denominator 573 plus 546 almost equals the fraction with numerator 250 and denominator 575 plus 550 Line 7: the fraction with numerator 58 minus 52 and denominator 0.59 almost equals the fraction with numerator 60 minus 50 and denominator 0.5 Line 8: 26.5 squared plus 23.1 squared almost equals 30 squared plus 25 squared Line 9: the fraction with numerator 256 and denominator 573 minus 546 almost equals the fraction with numerator 300 and denominator 570 minus 550 Line 10: the fraction with numerator 26 minus 5.6 and denominator 56 minus 45 almost equals the fraction with numerator 30 minus 6 and denominator 60 minus 50"/>
          <p:cNvPicPr preferRelativeResize="0"/>
          <p:nvPr/>
        </p:nvPicPr>
        <p:blipFill rotWithShape="1">
          <a:blip r:embed="rId3">
            <a:alphaModFix/>
          </a:blip>
          <a:srcRect b="62714" l="0" r="49842" t="25965"/>
          <a:stretch/>
        </p:blipFill>
        <p:spPr>
          <a:xfrm>
            <a:off x="904983" y="3109497"/>
            <a:ext cx="1819731" cy="518289"/>
          </a:xfrm>
          <a:prstGeom prst="rect">
            <a:avLst/>
          </a:prstGeom>
          <a:noFill/>
          <a:ln>
            <a:noFill/>
          </a:ln>
        </p:spPr>
      </p:pic>
      <p:pic>
        <p:nvPicPr>
          <p:cNvPr descr="&lt;math xmlns=&quot;http://www.w3.org/1998/Math/MathML&quot; display=&quot;block&quot; data-is-equatio=&quot;1&quot; data-latex=&quot;\begin{array}{l}56.2-24.3\ \approx\ 60\ -\ 20\\&amp;#13;&amp;#10;\frac{865}{123}\ \approx\ \frac{900}{100}\\&amp;#13;&amp;#10;788.621-132.2\ \approx\ 800\ -\ 130\\&amp;#13;&amp;#10;\frac{56+19}{0.36}\ \approx\ \frac{60+20}{0.2}\\&amp;#13;&amp;#10;\frac{545+164}{14.5}\approx\frac{550+160}{15}\\&amp;#13;&amp;#10;\frac{256}{573+546}\approx\frac{250}{575+550}\\&amp;#13;&amp;#10;\frac{58-52}{0.59}\approx\frac{60-50}{0.5}\\&amp;#13;&amp;#10;26.5^2+23.1^2\ \approx\ 30^2+25^2\\&amp;#13;&amp;#10;\frac{256}{573-546}\approx\frac{300}{570-550}\\&amp;#13;&amp;#10;\frac{26-5.6}{56-45}\approx\frac{30-6}{60-50}\end{array}&quot;&gt;&lt;mtable columnalign=&quot;left&quot; columnspacing=&quot;1em&quot; rowspacing=&quot;4pt&quot;&gt;&lt;mtr&gt;&lt;mtd&gt;&lt;mn&gt;56.2&lt;/mn&gt;&lt;mo&gt;−&lt;/mo&gt;&lt;mn&gt;24.3&lt;/mn&gt;&lt;mtext&gt;&lt;/mtext&gt;&lt;mo&gt;≈&lt;/mo&gt;&lt;mtext&gt;&lt;/mtext&gt;&lt;mn&gt;60&lt;/mn&gt;&lt;mtext&gt;&lt;/mtext&gt;&lt;mo&gt;−&lt;/mo&gt;&lt;mtext&gt;&lt;/mtext&gt;&lt;mn&gt;20&lt;/mn&gt;&lt;/mtd&gt;&lt;/mtr&gt;&lt;mtr&gt;&lt;mtd&gt;&lt;mfrac&gt;&lt;mn&gt;865&lt;/mn&gt;&lt;mn&gt;123&lt;/mn&gt;&lt;/mfrac&gt;&lt;mtext&gt;&lt;/mtext&gt;&lt;mo&gt;≈&lt;/mo&gt;&lt;mtext&gt;&lt;/mtext&gt;&lt;mfrac&gt;&lt;mn&gt;900&lt;/mn&gt;&lt;mn&gt;100&lt;/mn&gt;&lt;/mfrac&gt;&lt;/mtd&gt;&lt;/mtr&gt;&lt;mtr&gt;&lt;mtd&gt;&lt;mn&gt;788.621&lt;/mn&gt;&lt;mo&gt;−&lt;/mo&gt;&lt;mn&gt;132.2&lt;/mn&gt;&lt;mtext&gt;&lt;/mtext&gt;&lt;mo&gt;≈&lt;/mo&gt;&lt;mtext&gt;&lt;/mtext&gt;&lt;mn&gt;800&lt;/mn&gt;&lt;mtext&gt;&lt;/mtext&gt;&lt;mo&gt;−&lt;/mo&gt;&lt;mtext&gt;&lt;/mtext&gt;&lt;mn&gt;130&lt;/mn&gt;&lt;/mtd&gt;&lt;/mtr&gt;&lt;mtr&gt;&lt;mtd&gt;&lt;mfrac&gt;&lt;mrow&gt;&lt;mn&gt;56&lt;/mn&gt;&lt;mo&gt;+&lt;/mo&gt;&lt;mn&gt;19&lt;/mn&gt;&lt;/mrow&gt;&lt;mn&gt;0.36&lt;/mn&gt;&lt;/mfrac&gt;&lt;mtext&gt;&lt;/mtext&gt;&lt;mo&gt;≈&lt;/mo&gt;&lt;mtext&gt;&lt;/mtext&gt;&lt;mfrac&gt;&lt;mrow&gt;&lt;mn&gt;60&lt;/mn&gt;&lt;mo&gt;+&lt;/mo&gt;&lt;mn&gt;20&lt;/mn&gt;&lt;/mrow&gt;&lt;mn&gt;0.2&lt;/mn&gt;&lt;/mfrac&gt;&lt;/mtd&gt;&lt;/mtr&gt;&lt;mtr&gt;&lt;mtd&gt;&lt;mfrac&gt;&lt;mrow&gt;&lt;mn&gt;545&lt;/mn&gt;&lt;mo&gt;+&lt;/mo&gt;&lt;mn&gt;164&lt;/mn&gt;&lt;/mrow&gt;&lt;mn&gt;14.5&lt;/mn&gt;&lt;/mfrac&gt;&lt;mo&gt;≈&lt;/mo&gt;&lt;mfrac&gt;&lt;mrow&gt;&lt;mn&gt;550&lt;/mn&gt;&lt;mo&gt;+&lt;/mo&gt;&lt;mn&gt;160&lt;/mn&gt;&lt;/mrow&gt;&lt;mn&gt;15&lt;/mn&gt;&lt;/mfrac&gt;&lt;/mtd&gt;&lt;/mtr&gt;&lt;mtr&gt;&lt;mtd&gt;&lt;mfrac&gt;&lt;mn&gt;256&lt;/mn&gt;&lt;mrow&gt;&lt;mn&gt;573&lt;/mn&gt;&lt;mo&gt;+&lt;/mo&gt;&lt;mn&gt;546&lt;/mn&gt;&lt;/mrow&gt;&lt;/mfrac&gt;&lt;mo&gt;≈&lt;/mo&gt;&lt;mfrac&gt;&lt;mn&gt;250&lt;/mn&gt;&lt;mrow&gt;&lt;mn&gt;575&lt;/mn&gt;&lt;mo&gt;+&lt;/mo&gt;&lt;mn&gt;550&lt;/mn&gt;&lt;/mrow&gt;&lt;/mfrac&gt;&lt;/mtd&gt;&lt;/mtr&gt;&lt;mtr&gt;&lt;mtd&gt;&lt;mfrac&gt;&lt;mrow&gt;&lt;mn&gt;58&lt;/mn&gt;&lt;mo&gt;−&lt;/mo&gt;&lt;mn&gt;52&lt;/mn&gt;&lt;/mrow&gt;&lt;mn&gt;0.59&lt;/mn&gt;&lt;/mfrac&gt;&lt;mo&gt;≈&lt;/mo&gt;&lt;mfrac&gt;&lt;mrow&gt;&lt;mn&gt;60&lt;/mn&gt;&lt;mo&gt;−&lt;/mo&gt;&lt;mn&gt;50&lt;/mn&gt;&lt;/mrow&gt;&lt;mn&gt;0.5&lt;/mn&gt;&lt;/mfrac&gt;&lt;/mtd&gt;&lt;/mtr&gt;&lt;mtr&gt;&lt;mtd&gt;&lt;msup&gt;&lt;mn&gt;26.5&lt;/mn&gt;&lt;mn&gt;2&lt;/mn&gt;&lt;/msup&gt;&lt;mo&gt;+&lt;/mo&gt;&lt;msup&gt;&lt;mn&gt;23.1&lt;/mn&gt;&lt;mn&gt;2&lt;/mn&gt;&lt;/msup&gt;&lt;mtext&gt;&lt;/mtext&gt;&lt;mo&gt;≈&lt;/mo&gt;&lt;mtext&gt;&lt;/mtext&gt;&lt;msup&gt;&lt;mn&gt;30&lt;/mn&gt;&lt;mn&gt;2&lt;/mn&gt;&lt;/msup&gt;&lt;mo&gt;+&lt;/mo&gt;&lt;msup&gt;&lt;mn&gt;25&lt;/mn&gt;&lt;mn&gt;2&lt;/mn&gt;&lt;/msup&gt;&lt;/mtd&gt;&lt;/mtr&gt;&lt;mtr&gt;&lt;mtd&gt;&lt;mfrac&gt;&lt;mn&gt;256&lt;/mn&gt;&lt;mrow&gt;&lt;mn&gt;573&lt;/mn&gt;&lt;mo&gt;−&lt;/mo&gt;&lt;mn&gt;546&lt;/mn&gt;&lt;/mrow&gt;&lt;/mfrac&gt;&lt;mo&gt;≈&lt;/mo&gt;&lt;mfrac&gt;&lt;mn&gt;300&lt;/mn&gt;&lt;mrow&gt;&lt;mn&gt;570&lt;/mn&gt;&lt;mo&gt;−&lt;/mo&gt;&lt;mn&gt;550&lt;/mn&gt;&lt;/mrow&gt;&lt;/mfrac&gt;&lt;/mtd&gt;&lt;/mtr&gt;&lt;mtr&gt;&lt;mtd&gt;&lt;mfrac&gt;&lt;mrow&gt;&lt;mn&gt;26&lt;/mn&gt;&lt;mo&gt;−&lt;/mo&gt;&lt;mn&gt;5.6&lt;/mn&gt;&lt;/mrow&gt;&lt;mrow&gt;&lt;mn&gt;56&lt;/mn&gt;&lt;mo&gt;−&lt;/mo&gt;&lt;mn&gt;45&lt;/mn&gt;&lt;/mrow&gt;&lt;/mfrac&gt;&lt;mo&gt;≈&lt;/mo&gt;&lt;mfrac&gt;&lt;mrow&gt;&lt;mn&gt;30&lt;/mn&gt;&lt;mo&gt;−&lt;/mo&gt;&lt;mn&gt;6&lt;/mn&gt;&lt;/mrow&gt;&lt;mrow&gt;&lt;mn&gt;60&lt;/mn&gt;&lt;mo&gt;−&lt;/mo&gt;&lt;mn&gt;50&lt;/mn&gt;&lt;/mrow&gt;&lt;/mfrac&gt;&lt;/mtd&gt;&lt;/mtr&gt;&lt;/mtable&gt;&lt;/math&gt;" id="197" name="Google Shape;197;p21" title="10 lines Line 1: 56.2 minus 24.3 almost equals 60 minus 20 Line 2: 865 over 123 almost equals 900 over 100 Line 3: 788.621 minus 132.2 almost equals 800 minus 130 Line 4: the fraction with numerator 56 plus 19 and denominator 0.36 almost equals the fraction with numerator 60 plus 20 and denominator 0.2 Line 5: the fraction with numerator 545 plus 164 and denominator 14.5 almost equals the fraction with numerator 550 plus 160 and denominator 15 Line 6: the fraction with numerator 256 and denominator 573 plus 546 almost equals the fraction with numerator 250 and denominator 575 plus 550 Line 7: the fraction with numerator 58 minus 52 and denominator 0.59 almost equals the fraction with numerator 60 minus 50 and denominator 0.5 Line 8: 26.5 squared plus 23.1 squared almost equals 30 squared plus 25 squared Line 9: the fraction with numerator 256 and denominator 573 minus 546 almost equals the fraction with numerator 300 and denominator 570 minus 550 Line 10: the fraction with numerator 26 minus 5.6 and denominator 56 minus 45 almost equals the fraction with numerator 30 minus 6 and denominator 60 minus 50"/>
          <p:cNvPicPr preferRelativeResize="0"/>
          <p:nvPr/>
        </p:nvPicPr>
        <p:blipFill rotWithShape="1">
          <a:blip r:embed="rId3">
            <a:alphaModFix/>
          </a:blip>
          <a:srcRect b="51508" l="0" r="44258" t="36170"/>
          <a:stretch/>
        </p:blipFill>
        <p:spPr>
          <a:xfrm>
            <a:off x="904983" y="3843813"/>
            <a:ext cx="2022296" cy="564162"/>
          </a:xfrm>
          <a:prstGeom prst="rect">
            <a:avLst/>
          </a:prstGeom>
          <a:noFill/>
          <a:ln>
            <a:noFill/>
          </a:ln>
        </p:spPr>
      </p:pic>
      <p:sp>
        <p:nvSpPr>
          <p:cNvPr id="198" name="Google Shape;198;p21"/>
          <p:cNvSpPr txBox="1"/>
          <p:nvPr/>
        </p:nvSpPr>
        <p:spPr>
          <a:xfrm>
            <a:off x="552750" y="1320550"/>
            <a:ext cx="675000" cy="506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200">
                <a:solidFill>
                  <a:srgbClr val="000000"/>
                </a:solidFill>
                <a:latin typeface="Lexend"/>
                <a:ea typeface="Lexend"/>
                <a:cs typeface="Lexend"/>
                <a:sym typeface="Lexend"/>
              </a:rPr>
              <a:t>a)</a:t>
            </a:r>
            <a:endParaRPr sz="1200">
              <a:solidFill>
                <a:srgbClr val="000000"/>
              </a:solidFill>
              <a:latin typeface="Lexend"/>
              <a:ea typeface="Lexend"/>
              <a:cs typeface="Lexend"/>
              <a:sym typeface="Lexend"/>
            </a:endParaRPr>
          </a:p>
        </p:txBody>
      </p:sp>
      <p:sp>
        <p:nvSpPr>
          <p:cNvPr id="199" name="Google Shape;199;p21"/>
          <p:cNvSpPr txBox="1"/>
          <p:nvPr/>
        </p:nvSpPr>
        <p:spPr>
          <a:xfrm>
            <a:off x="552750" y="1930150"/>
            <a:ext cx="675000" cy="506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200">
                <a:solidFill>
                  <a:srgbClr val="000000"/>
                </a:solidFill>
                <a:latin typeface="Lexend"/>
                <a:ea typeface="Lexend"/>
                <a:cs typeface="Lexend"/>
                <a:sym typeface="Lexend"/>
              </a:rPr>
              <a:t>b)</a:t>
            </a:r>
            <a:endParaRPr sz="1200">
              <a:solidFill>
                <a:srgbClr val="000000"/>
              </a:solidFill>
              <a:latin typeface="Lexend"/>
              <a:ea typeface="Lexend"/>
              <a:cs typeface="Lexend"/>
              <a:sym typeface="Lexend"/>
            </a:endParaRPr>
          </a:p>
        </p:txBody>
      </p:sp>
      <p:sp>
        <p:nvSpPr>
          <p:cNvPr id="200" name="Google Shape;200;p21"/>
          <p:cNvSpPr txBox="1"/>
          <p:nvPr/>
        </p:nvSpPr>
        <p:spPr>
          <a:xfrm>
            <a:off x="552750" y="2615950"/>
            <a:ext cx="675000" cy="506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200">
                <a:solidFill>
                  <a:srgbClr val="000000"/>
                </a:solidFill>
                <a:latin typeface="Lexend"/>
                <a:ea typeface="Lexend"/>
                <a:cs typeface="Lexend"/>
                <a:sym typeface="Lexend"/>
              </a:rPr>
              <a:t>c)</a:t>
            </a:r>
            <a:endParaRPr sz="1200">
              <a:solidFill>
                <a:srgbClr val="000000"/>
              </a:solidFill>
              <a:latin typeface="Lexend"/>
              <a:ea typeface="Lexend"/>
              <a:cs typeface="Lexend"/>
              <a:sym typeface="Lexend"/>
            </a:endParaRPr>
          </a:p>
        </p:txBody>
      </p:sp>
      <p:sp>
        <p:nvSpPr>
          <p:cNvPr id="201" name="Google Shape;201;p21"/>
          <p:cNvSpPr txBox="1"/>
          <p:nvPr/>
        </p:nvSpPr>
        <p:spPr>
          <a:xfrm>
            <a:off x="552750" y="3225550"/>
            <a:ext cx="675000" cy="506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200">
                <a:solidFill>
                  <a:srgbClr val="000000"/>
                </a:solidFill>
                <a:latin typeface="Lexend"/>
                <a:ea typeface="Lexend"/>
                <a:cs typeface="Lexend"/>
                <a:sym typeface="Lexend"/>
              </a:rPr>
              <a:t>d)</a:t>
            </a:r>
            <a:endParaRPr sz="1200">
              <a:solidFill>
                <a:srgbClr val="000000"/>
              </a:solidFill>
              <a:latin typeface="Lexend"/>
              <a:ea typeface="Lexend"/>
              <a:cs typeface="Lexend"/>
              <a:sym typeface="Lexend"/>
            </a:endParaRPr>
          </a:p>
        </p:txBody>
      </p:sp>
      <p:sp>
        <p:nvSpPr>
          <p:cNvPr id="202" name="Google Shape;202;p21"/>
          <p:cNvSpPr txBox="1"/>
          <p:nvPr/>
        </p:nvSpPr>
        <p:spPr>
          <a:xfrm>
            <a:off x="552750" y="3987550"/>
            <a:ext cx="675000" cy="506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200">
                <a:solidFill>
                  <a:srgbClr val="000000"/>
                </a:solidFill>
                <a:latin typeface="Lexend"/>
                <a:ea typeface="Lexend"/>
                <a:cs typeface="Lexend"/>
                <a:sym typeface="Lexend"/>
              </a:rPr>
              <a:t>e)</a:t>
            </a:r>
            <a:endParaRPr sz="1200">
              <a:solidFill>
                <a:srgbClr val="000000"/>
              </a:solidFill>
              <a:latin typeface="Lexend"/>
              <a:ea typeface="Lexend"/>
              <a:cs typeface="Lexend"/>
              <a:sym typeface="Lexend"/>
            </a:endParaRPr>
          </a:p>
        </p:txBody>
      </p:sp>
      <p:sp>
        <p:nvSpPr>
          <p:cNvPr id="203" name="Google Shape;203;p21"/>
          <p:cNvSpPr txBox="1"/>
          <p:nvPr/>
        </p:nvSpPr>
        <p:spPr>
          <a:xfrm>
            <a:off x="4339341" y="1923915"/>
            <a:ext cx="1617300" cy="369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b="1" lang="en-GB" sz="1200">
                <a:solidFill>
                  <a:srgbClr val="000000"/>
                </a:solidFill>
                <a:latin typeface="Kalam"/>
                <a:ea typeface="Kalam"/>
                <a:cs typeface="Kalam"/>
                <a:sym typeface="Kalam"/>
              </a:rPr>
              <a:t>Overestimate</a:t>
            </a:r>
            <a:endParaRPr b="1" sz="1200">
              <a:latin typeface="Kalam"/>
              <a:ea typeface="Kalam"/>
              <a:cs typeface="Kalam"/>
              <a:sym typeface="Kalam"/>
            </a:endParaRPr>
          </a:p>
        </p:txBody>
      </p:sp>
      <p:sp>
        <p:nvSpPr>
          <p:cNvPr id="204" name="Google Shape;204;p21"/>
          <p:cNvSpPr txBox="1"/>
          <p:nvPr/>
        </p:nvSpPr>
        <p:spPr>
          <a:xfrm>
            <a:off x="4339341" y="2494190"/>
            <a:ext cx="1617300" cy="369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b="1" lang="en-GB" sz="1200">
                <a:solidFill>
                  <a:srgbClr val="000000"/>
                </a:solidFill>
                <a:latin typeface="Kalam"/>
                <a:ea typeface="Kalam"/>
                <a:cs typeface="Kalam"/>
                <a:sym typeface="Kalam"/>
              </a:rPr>
              <a:t>Overestimate</a:t>
            </a:r>
            <a:endParaRPr b="1" sz="1200">
              <a:latin typeface="Kalam"/>
              <a:ea typeface="Kalam"/>
              <a:cs typeface="Kalam"/>
              <a:sym typeface="Kalam"/>
            </a:endParaRPr>
          </a:p>
        </p:txBody>
      </p:sp>
      <p:sp>
        <p:nvSpPr>
          <p:cNvPr id="205" name="Google Shape;205;p21"/>
          <p:cNvSpPr txBox="1"/>
          <p:nvPr/>
        </p:nvSpPr>
        <p:spPr>
          <a:xfrm>
            <a:off x="4339341" y="3178315"/>
            <a:ext cx="1617300" cy="369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b="1" lang="en-GB" sz="1200">
                <a:solidFill>
                  <a:srgbClr val="000000"/>
                </a:solidFill>
                <a:latin typeface="Kalam"/>
                <a:ea typeface="Kalam"/>
                <a:cs typeface="Kalam"/>
                <a:sym typeface="Kalam"/>
              </a:rPr>
              <a:t>Overestimate</a:t>
            </a:r>
            <a:endParaRPr b="1" sz="1200">
              <a:latin typeface="Kalam"/>
              <a:ea typeface="Kalam"/>
              <a:cs typeface="Kalam"/>
              <a:sym typeface="Kalam"/>
            </a:endParaRPr>
          </a:p>
        </p:txBody>
      </p:sp>
      <p:sp>
        <p:nvSpPr>
          <p:cNvPr id="206" name="Google Shape;206;p21"/>
          <p:cNvSpPr txBox="1"/>
          <p:nvPr/>
        </p:nvSpPr>
        <p:spPr>
          <a:xfrm>
            <a:off x="4339341" y="3871265"/>
            <a:ext cx="1617300" cy="369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b="1" lang="en-GB" sz="1200">
                <a:solidFill>
                  <a:srgbClr val="000000"/>
                </a:solidFill>
                <a:latin typeface="Kalam"/>
                <a:ea typeface="Kalam"/>
                <a:cs typeface="Kalam"/>
                <a:sym typeface="Kalam"/>
              </a:rPr>
              <a:t>Underestimate</a:t>
            </a:r>
            <a:endParaRPr b="1" sz="1200">
              <a:latin typeface="Kalam"/>
              <a:ea typeface="Kalam"/>
              <a:cs typeface="Kalam"/>
              <a:sym typeface="Kalam"/>
            </a:endParaRPr>
          </a:p>
        </p:txBody>
      </p:sp>
      <p:pic>
        <p:nvPicPr>
          <p:cNvPr descr="&lt;math xmlns=&quot;http://www.w3.org/1998/Math/MathML&quot; display=&quot;block&quot; data-is-equatio=&quot;1&quot; data-latex=&quot;\begin{array}{l}56.2-24.3\ \approx\ 60\ -\ 20\\&amp;#13;&amp;#10;\frac{865}{123}\ \approx\ \frac{900}{100}\\&amp;#13;&amp;#10;788.621-132.2\ \approx\ 800\ -\ 130\\&amp;#13;&amp;#10;\frac{56+19}{0.36}\ \approx\ \frac{60+20}{0.2}\\&amp;#13;&amp;#10;\frac{545+164}{14.5}\approx\frac{550+160}{15}\\&amp;#13;&amp;#10;\frac{256}{573+546}\approx\frac{250}{575+550}\\&amp;#13;&amp;#10;\frac{58-52}{0.59}\approx\frac{60-50}{0.5}\\&amp;#13;&amp;#10;26.5^2+23.1^2\ \approx\ 30^2+25^2\\&amp;#13;&amp;#10;\frac{256}{573-546}\approx\frac{300}{570-550}\\&amp;#13;&amp;#10;\frac{26-5.6}{56-45}\approx\frac{30-6}{60-50}\end{array}&quot;&gt;&lt;mtable columnalign=&quot;left&quot; columnspacing=&quot;1em&quot; rowspacing=&quot;4pt&quot;&gt;&lt;mtr&gt;&lt;mtd&gt;&lt;mn&gt;56.2&lt;/mn&gt;&lt;mo&gt;−&lt;/mo&gt;&lt;mn&gt;24.3&lt;/mn&gt;&lt;mtext&gt;&lt;/mtext&gt;&lt;mo&gt;≈&lt;/mo&gt;&lt;mtext&gt;&lt;/mtext&gt;&lt;mn&gt;60&lt;/mn&gt;&lt;mtext&gt;&lt;/mtext&gt;&lt;mo&gt;−&lt;/mo&gt;&lt;mtext&gt;&lt;/mtext&gt;&lt;mn&gt;20&lt;/mn&gt;&lt;/mtd&gt;&lt;/mtr&gt;&lt;mtr&gt;&lt;mtd&gt;&lt;mfrac&gt;&lt;mn&gt;865&lt;/mn&gt;&lt;mn&gt;123&lt;/mn&gt;&lt;/mfrac&gt;&lt;mtext&gt;&lt;/mtext&gt;&lt;mo&gt;≈&lt;/mo&gt;&lt;mtext&gt;&lt;/mtext&gt;&lt;mfrac&gt;&lt;mn&gt;900&lt;/mn&gt;&lt;mn&gt;100&lt;/mn&gt;&lt;/mfrac&gt;&lt;/mtd&gt;&lt;/mtr&gt;&lt;mtr&gt;&lt;mtd&gt;&lt;mn&gt;788.621&lt;/mn&gt;&lt;mo&gt;−&lt;/mo&gt;&lt;mn&gt;132.2&lt;/mn&gt;&lt;mtext&gt;&lt;/mtext&gt;&lt;mo&gt;≈&lt;/mo&gt;&lt;mtext&gt;&lt;/mtext&gt;&lt;mn&gt;800&lt;/mn&gt;&lt;mtext&gt;&lt;/mtext&gt;&lt;mo&gt;−&lt;/mo&gt;&lt;mtext&gt;&lt;/mtext&gt;&lt;mn&gt;130&lt;/mn&gt;&lt;/mtd&gt;&lt;/mtr&gt;&lt;mtr&gt;&lt;mtd&gt;&lt;mfrac&gt;&lt;mrow&gt;&lt;mn&gt;56&lt;/mn&gt;&lt;mo&gt;+&lt;/mo&gt;&lt;mn&gt;19&lt;/mn&gt;&lt;/mrow&gt;&lt;mn&gt;0.36&lt;/mn&gt;&lt;/mfrac&gt;&lt;mtext&gt;&lt;/mtext&gt;&lt;mo&gt;≈&lt;/mo&gt;&lt;mtext&gt;&lt;/mtext&gt;&lt;mfrac&gt;&lt;mrow&gt;&lt;mn&gt;60&lt;/mn&gt;&lt;mo&gt;+&lt;/mo&gt;&lt;mn&gt;20&lt;/mn&gt;&lt;/mrow&gt;&lt;mn&gt;0.2&lt;/mn&gt;&lt;/mfrac&gt;&lt;/mtd&gt;&lt;/mtr&gt;&lt;mtr&gt;&lt;mtd&gt;&lt;mfrac&gt;&lt;mrow&gt;&lt;mn&gt;545&lt;/mn&gt;&lt;mo&gt;+&lt;/mo&gt;&lt;mn&gt;164&lt;/mn&gt;&lt;/mrow&gt;&lt;mn&gt;14.5&lt;/mn&gt;&lt;/mfrac&gt;&lt;mo&gt;≈&lt;/mo&gt;&lt;mfrac&gt;&lt;mrow&gt;&lt;mn&gt;550&lt;/mn&gt;&lt;mo&gt;+&lt;/mo&gt;&lt;mn&gt;160&lt;/mn&gt;&lt;/mrow&gt;&lt;mn&gt;15&lt;/mn&gt;&lt;/mfrac&gt;&lt;/mtd&gt;&lt;/mtr&gt;&lt;mtr&gt;&lt;mtd&gt;&lt;mfrac&gt;&lt;mn&gt;256&lt;/mn&gt;&lt;mrow&gt;&lt;mn&gt;573&lt;/mn&gt;&lt;mo&gt;+&lt;/mo&gt;&lt;mn&gt;546&lt;/mn&gt;&lt;/mrow&gt;&lt;/mfrac&gt;&lt;mo&gt;≈&lt;/mo&gt;&lt;mfrac&gt;&lt;mn&gt;250&lt;/mn&gt;&lt;mrow&gt;&lt;mn&gt;575&lt;/mn&gt;&lt;mo&gt;+&lt;/mo&gt;&lt;mn&gt;550&lt;/mn&gt;&lt;/mrow&gt;&lt;/mfrac&gt;&lt;/mtd&gt;&lt;/mtr&gt;&lt;mtr&gt;&lt;mtd&gt;&lt;mfrac&gt;&lt;mrow&gt;&lt;mn&gt;58&lt;/mn&gt;&lt;mo&gt;−&lt;/mo&gt;&lt;mn&gt;52&lt;/mn&gt;&lt;/mrow&gt;&lt;mn&gt;0.59&lt;/mn&gt;&lt;/mfrac&gt;&lt;mo&gt;≈&lt;/mo&gt;&lt;mfrac&gt;&lt;mrow&gt;&lt;mn&gt;60&lt;/mn&gt;&lt;mo&gt;−&lt;/mo&gt;&lt;mn&gt;50&lt;/mn&gt;&lt;/mrow&gt;&lt;mn&gt;0.5&lt;/mn&gt;&lt;/mfrac&gt;&lt;/mtd&gt;&lt;/mtr&gt;&lt;mtr&gt;&lt;mtd&gt;&lt;msup&gt;&lt;mn&gt;26.5&lt;/mn&gt;&lt;mn&gt;2&lt;/mn&gt;&lt;/msup&gt;&lt;mo&gt;+&lt;/mo&gt;&lt;msup&gt;&lt;mn&gt;23.1&lt;/mn&gt;&lt;mn&gt;2&lt;/mn&gt;&lt;/msup&gt;&lt;mtext&gt;&lt;/mtext&gt;&lt;mo&gt;≈&lt;/mo&gt;&lt;mtext&gt;&lt;/mtext&gt;&lt;msup&gt;&lt;mn&gt;30&lt;/mn&gt;&lt;mn&gt;2&lt;/mn&gt;&lt;/msup&gt;&lt;mo&gt;+&lt;/mo&gt;&lt;msup&gt;&lt;mn&gt;25&lt;/mn&gt;&lt;mn&gt;2&lt;/mn&gt;&lt;/msup&gt;&lt;/mtd&gt;&lt;/mtr&gt;&lt;mtr&gt;&lt;mtd&gt;&lt;mfrac&gt;&lt;mn&gt;256&lt;/mn&gt;&lt;mrow&gt;&lt;mn&gt;573&lt;/mn&gt;&lt;mo&gt;−&lt;/mo&gt;&lt;mn&gt;546&lt;/mn&gt;&lt;/mrow&gt;&lt;/mfrac&gt;&lt;mo&gt;≈&lt;/mo&gt;&lt;mfrac&gt;&lt;mn&gt;300&lt;/mn&gt;&lt;mrow&gt;&lt;mn&gt;570&lt;/mn&gt;&lt;mo&gt;−&lt;/mo&gt;&lt;mn&gt;550&lt;/mn&gt;&lt;/mrow&gt;&lt;/mfrac&gt;&lt;/mtd&gt;&lt;/mtr&gt;&lt;mtr&gt;&lt;mtd&gt;&lt;mfrac&gt;&lt;mrow&gt;&lt;mn&gt;26&lt;/mn&gt;&lt;mo&gt;−&lt;/mo&gt;&lt;mn&gt;5.6&lt;/mn&gt;&lt;/mrow&gt;&lt;mrow&gt;&lt;mn&gt;56&lt;/mn&gt;&lt;mo&gt;−&lt;/mo&gt;&lt;mn&gt;45&lt;/mn&gt;&lt;/mrow&gt;&lt;/mfrac&gt;&lt;mo&gt;≈&lt;/mo&gt;&lt;mfrac&gt;&lt;mrow&gt;&lt;mn&gt;30&lt;/mn&gt;&lt;mo&gt;−&lt;/mo&gt;&lt;mn&gt;6&lt;/mn&gt;&lt;/mrow&gt;&lt;mrow&gt;&lt;mn&gt;60&lt;/mn&gt;&lt;mo&gt;−&lt;/mo&gt;&lt;mn&gt;50&lt;/mn&gt;&lt;/mrow&gt;&lt;/mfrac&gt;&lt;/mtd&gt;&lt;/mtr&gt;&lt;/mtable&gt;&lt;/math&gt;" id="207" name="Google Shape;207;p21" title="10 lines Line 1: 56.2 minus 24.3 almost equals 60 minus 20 Line 2: 865 over 123 almost equals 900 over 100 Line 3: 788.621 minus 132.2 almost equals 800 minus 130 Line 4: the fraction with numerator 56 plus 19 and denominator 0.36 almost equals the fraction with numerator 60 plus 20 and denominator 0.2 Line 5: the fraction with numerator 545 plus 164 and denominator 14.5 almost equals the fraction with numerator 550 plus 160 and denominator 15 Line 6: the fraction with numerator 256 and denominator 573 plus 546 almost equals the fraction with numerator 250 and denominator 575 plus 550 Line 7: the fraction with numerator 58 minus 52 and denominator 0.59 almost equals the fraction with numerator 60 minus 50 and denominator 0.5 Line 8: 26.5 squared plus 23.1 squared almost equals 30 squared plus 25 squared Line 9: the fraction with numerator 256 and denominator 573 minus 546 almost equals the fraction with numerator 300 and denominator 570 minus 550 Line 10: the fraction with numerator 26 minus 5.6 and denominator 56 minus 45 almost equals the fraction with numerator 30 minus 6 and denominator 60 minus 50"/>
          <p:cNvPicPr preferRelativeResize="0"/>
          <p:nvPr/>
        </p:nvPicPr>
        <p:blipFill rotWithShape="1">
          <a:blip r:embed="rId3">
            <a:alphaModFix/>
          </a:blip>
          <a:srcRect b="40218" l="0" r="44258" t="48462"/>
          <a:stretch/>
        </p:blipFill>
        <p:spPr>
          <a:xfrm>
            <a:off x="929925" y="4506819"/>
            <a:ext cx="1894882" cy="485637"/>
          </a:xfrm>
          <a:prstGeom prst="rect">
            <a:avLst/>
          </a:prstGeom>
          <a:noFill/>
          <a:ln>
            <a:noFill/>
          </a:ln>
        </p:spPr>
      </p:pic>
      <p:pic>
        <p:nvPicPr>
          <p:cNvPr descr="&lt;math xmlns=&quot;http://www.w3.org/1998/Math/MathML&quot; display=&quot;block&quot; data-is-equatio=&quot;1&quot; data-latex=&quot;\begin{array}{l}56.2-24.3\ \approx\ 60\ -\ 20\\&amp;#13;&amp;#10;\frac{865}{123}\ \approx\ \frac{900}{100}\\&amp;#13;&amp;#10;788.621-132.2\ \approx\ 800\ -\ 130\\&amp;#13;&amp;#10;\frac{56+19}{0.36}\ \approx\ \frac{60+20}{0.2}\\&amp;#13;&amp;#10;\frac{545+164}{14.5}\approx\frac{550+160}{15}\\&amp;#13;&amp;#10;\frac{256}{573+546}\approx\frac{250}{575+550}\\&amp;#13;&amp;#10;\frac{58-52}{0.59}\approx\frac{60-50}{0.5}\\&amp;#13;&amp;#10;26.5^2+23.1^2\ \approx\ 30^2+25^2\\&amp;#13;&amp;#10;\frac{256}{573-546}\approx\frac{300}{570-550}\\&amp;#13;&amp;#10;\frac{26-5.6}{56-45}\approx\frac{30-6}{60-50}\end{array}&quot;&gt;&lt;mtable columnalign=&quot;left&quot; columnspacing=&quot;1em&quot; rowspacing=&quot;4pt&quot;&gt;&lt;mtr&gt;&lt;mtd&gt;&lt;mn&gt;56.2&lt;/mn&gt;&lt;mo&gt;−&lt;/mo&gt;&lt;mn&gt;24.3&lt;/mn&gt;&lt;mtext&gt;&lt;/mtext&gt;&lt;mo&gt;≈&lt;/mo&gt;&lt;mtext&gt;&lt;/mtext&gt;&lt;mn&gt;60&lt;/mn&gt;&lt;mtext&gt;&lt;/mtext&gt;&lt;mo&gt;−&lt;/mo&gt;&lt;mtext&gt;&lt;/mtext&gt;&lt;mn&gt;20&lt;/mn&gt;&lt;/mtd&gt;&lt;/mtr&gt;&lt;mtr&gt;&lt;mtd&gt;&lt;mfrac&gt;&lt;mn&gt;865&lt;/mn&gt;&lt;mn&gt;123&lt;/mn&gt;&lt;/mfrac&gt;&lt;mtext&gt;&lt;/mtext&gt;&lt;mo&gt;≈&lt;/mo&gt;&lt;mtext&gt;&lt;/mtext&gt;&lt;mfrac&gt;&lt;mn&gt;900&lt;/mn&gt;&lt;mn&gt;100&lt;/mn&gt;&lt;/mfrac&gt;&lt;/mtd&gt;&lt;/mtr&gt;&lt;mtr&gt;&lt;mtd&gt;&lt;mn&gt;788.621&lt;/mn&gt;&lt;mo&gt;−&lt;/mo&gt;&lt;mn&gt;132.2&lt;/mn&gt;&lt;mtext&gt;&lt;/mtext&gt;&lt;mo&gt;≈&lt;/mo&gt;&lt;mtext&gt;&lt;/mtext&gt;&lt;mn&gt;800&lt;/mn&gt;&lt;mtext&gt;&lt;/mtext&gt;&lt;mo&gt;−&lt;/mo&gt;&lt;mtext&gt;&lt;/mtext&gt;&lt;mn&gt;130&lt;/mn&gt;&lt;/mtd&gt;&lt;/mtr&gt;&lt;mtr&gt;&lt;mtd&gt;&lt;mfrac&gt;&lt;mrow&gt;&lt;mn&gt;56&lt;/mn&gt;&lt;mo&gt;+&lt;/mo&gt;&lt;mn&gt;19&lt;/mn&gt;&lt;/mrow&gt;&lt;mn&gt;0.36&lt;/mn&gt;&lt;/mfrac&gt;&lt;mtext&gt;&lt;/mtext&gt;&lt;mo&gt;≈&lt;/mo&gt;&lt;mtext&gt;&lt;/mtext&gt;&lt;mfrac&gt;&lt;mrow&gt;&lt;mn&gt;60&lt;/mn&gt;&lt;mo&gt;+&lt;/mo&gt;&lt;mn&gt;20&lt;/mn&gt;&lt;/mrow&gt;&lt;mn&gt;0.2&lt;/mn&gt;&lt;/mfrac&gt;&lt;/mtd&gt;&lt;/mtr&gt;&lt;mtr&gt;&lt;mtd&gt;&lt;mfrac&gt;&lt;mrow&gt;&lt;mn&gt;545&lt;/mn&gt;&lt;mo&gt;+&lt;/mo&gt;&lt;mn&gt;164&lt;/mn&gt;&lt;/mrow&gt;&lt;mn&gt;14.5&lt;/mn&gt;&lt;/mfrac&gt;&lt;mo&gt;≈&lt;/mo&gt;&lt;mfrac&gt;&lt;mrow&gt;&lt;mn&gt;550&lt;/mn&gt;&lt;mo&gt;+&lt;/mo&gt;&lt;mn&gt;160&lt;/mn&gt;&lt;/mrow&gt;&lt;mn&gt;15&lt;/mn&gt;&lt;/mfrac&gt;&lt;/mtd&gt;&lt;/mtr&gt;&lt;mtr&gt;&lt;mtd&gt;&lt;mfrac&gt;&lt;mn&gt;256&lt;/mn&gt;&lt;mrow&gt;&lt;mn&gt;573&lt;/mn&gt;&lt;mo&gt;+&lt;/mo&gt;&lt;mn&gt;546&lt;/mn&gt;&lt;/mrow&gt;&lt;/mfrac&gt;&lt;mo&gt;≈&lt;/mo&gt;&lt;mfrac&gt;&lt;mn&gt;250&lt;/mn&gt;&lt;mrow&gt;&lt;mn&gt;575&lt;/mn&gt;&lt;mo&gt;+&lt;/mo&gt;&lt;mn&gt;550&lt;/mn&gt;&lt;/mrow&gt;&lt;/mfrac&gt;&lt;/mtd&gt;&lt;/mtr&gt;&lt;mtr&gt;&lt;mtd&gt;&lt;mfrac&gt;&lt;mrow&gt;&lt;mn&gt;58&lt;/mn&gt;&lt;mo&gt;−&lt;/mo&gt;&lt;mn&gt;52&lt;/mn&gt;&lt;/mrow&gt;&lt;mn&gt;0.59&lt;/mn&gt;&lt;/mfrac&gt;&lt;mo&gt;≈&lt;/mo&gt;&lt;mfrac&gt;&lt;mrow&gt;&lt;mn&gt;60&lt;/mn&gt;&lt;mo&gt;−&lt;/mo&gt;&lt;mn&gt;50&lt;/mn&gt;&lt;/mrow&gt;&lt;mn&gt;0.5&lt;/mn&gt;&lt;/mfrac&gt;&lt;/mtd&gt;&lt;/mtr&gt;&lt;mtr&gt;&lt;mtd&gt;&lt;msup&gt;&lt;mn&gt;26.5&lt;/mn&gt;&lt;mn&gt;2&lt;/mn&gt;&lt;/msup&gt;&lt;mo&gt;+&lt;/mo&gt;&lt;msup&gt;&lt;mn&gt;23.1&lt;/mn&gt;&lt;mn&gt;2&lt;/mn&gt;&lt;/msup&gt;&lt;mtext&gt;&lt;/mtext&gt;&lt;mo&gt;≈&lt;/mo&gt;&lt;mtext&gt;&lt;/mtext&gt;&lt;msup&gt;&lt;mn&gt;30&lt;/mn&gt;&lt;mn&gt;2&lt;/mn&gt;&lt;/msup&gt;&lt;mo&gt;+&lt;/mo&gt;&lt;msup&gt;&lt;mn&gt;25&lt;/mn&gt;&lt;mn&gt;2&lt;/mn&gt;&lt;/msup&gt;&lt;/mtd&gt;&lt;/mtr&gt;&lt;mtr&gt;&lt;mtd&gt;&lt;mfrac&gt;&lt;mn&gt;256&lt;/mn&gt;&lt;mrow&gt;&lt;mn&gt;573&lt;/mn&gt;&lt;mo&gt;−&lt;/mo&gt;&lt;mn&gt;546&lt;/mn&gt;&lt;/mrow&gt;&lt;/mfrac&gt;&lt;mo&gt;≈&lt;/mo&gt;&lt;mfrac&gt;&lt;mn&gt;300&lt;/mn&gt;&lt;mrow&gt;&lt;mn&gt;570&lt;/mn&gt;&lt;mo&gt;−&lt;/mo&gt;&lt;mn&gt;550&lt;/mn&gt;&lt;/mrow&gt;&lt;/mfrac&gt;&lt;/mtd&gt;&lt;/mtr&gt;&lt;mtr&gt;&lt;mtd&gt;&lt;mfrac&gt;&lt;mrow&gt;&lt;mn&gt;26&lt;/mn&gt;&lt;mo&gt;−&lt;/mo&gt;&lt;mn&gt;5.6&lt;/mn&gt;&lt;/mrow&gt;&lt;mrow&gt;&lt;mn&gt;56&lt;/mn&gt;&lt;mo&gt;−&lt;/mo&gt;&lt;mn&gt;45&lt;/mn&gt;&lt;/mrow&gt;&lt;/mfrac&gt;&lt;mo&gt;≈&lt;/mo&gt;&lt;mfrac&gt;&lt;mrow&gt;&lt;mn&gt;30&lt;/mn&gt;&lt;mo&gt;−&lt;/mo&gt;&lt;mn&gt;6&lt;/mn&gt;&lt;/mrow&gt;&lt;mrow&gt;&lt;mn&gt;60&lt;/mn&gt;&lt;mo&gt;−&lt;/mo&gt;&lt;mn&gt;50&lt;/mn&gt;&lt;/mrow&gt;&lt;/mfrac&gt;&lt;/mtd&gt;&lt;/mtr&gt;&lt;/mtable&gt;&lt;/math&gt;" id="208" name="Google Shape;208;p21" title="10 lines Line 1: 56.2 minus 24.3 almost equals 60 minus 20 Line 2: 865 over 123 almost equals 900 over 100 Line 3: 788.621 minus 132.2 almost equals 800 minus 130 Line 4: the fraction with numerator 56 plus 19 and denominator 0.36 almost equals the fraction with numerator 60 plus 20 and denominator 0.2 Line 5: the fraction with numerator 545 plus 164 and denominator 14.5 almost equals the fraction with numerator 550 plus 160 and denominator 15 Line 6: the fraction with numerator 256 and denominator 573 plus 546 almost equals the fraction with numerator 250 and denominator 575 plus 550 Line 7: the fraction with numerator 58 minus 52 and denominator 0.59 almost equals the fraction with numerator 60 minus 50 and denominator 0.5 Line 8: 26.5 squared plus 23.1 squared almost equals 30 squared plus 25 squared Line 9: the fraction with numerator 256 and denominator 573 minus 546 almost equals the fraction with numerator 300 and denominator 570 minus 550 Line 10: the fraction with numerator 26 minus 5.6 and denominator 56 minus 45 almost equals the fraction with numerator 30 minus 6 and denominator 60 minus 50"/>
          <p:cNvPicPr preferRelativeResize="0"/>
          <p:nvPr/>
        </p:nvPicPr>
        <p:blipFill rotWithShape="1">
          <a:blip r:embed="rId3">
            <a:alphaModFix/>
          </a:blip>
          <a:srcRect b="29283" l="0" r="44258" t="59397"/>
          <a:stretch/>
        </p:blipFill>
        <p:spPr>
          <a:xfrm>
            <a:off x="929925" y="5158816"/>
            <a:ext cx="1894882" cy="485637"/>
          </a:xfrm>
          <a:prstGeom prst="rect">
            <a:avLst/>
          </a:prstGeom>
          <a:noFill/>
          <a:ln>
            <a:noFill/>
          </a:ln>
        </p:spPr>
      </p:pic>
      <p:pic>
        <p:nvPicPr>
          <p:cNvPr descr="&lt;math xmlns=&quot;http://www.w3.org/1998/Math/MathML&quot; display=&quot;block&quot; data-is-equatio=&quot;1&quot; data-latex=&quot;\begin{array}{l}56.2-24.3\ \approx\ 60\ -\ 20\\&amp;#13;&amp;#10;\frac{865}{123}\ \approx\ \frac{900}{100}\\&amp;#13;&amp;#10;788.621-132.2\ \approx\ 800\ -\ 130\\&amp;#13;&amp;#10;\frac{56+19}{0.36}\ \approx\ \frac{60+20}{0.2}\\&amp;#13;&amp;#10;\frac{545+164}{14.5}\approx\frac{550+160}{15}\\&amp;#13;&amp;#10;\frac{256}{573+546}\approx\frac{250}{575+550}\\&amp;#13;&amp;#10;\frac{58-52}{0.59}\approx\frac{60-50}{0.5}\\&amp;#13;&amp;#10;26.5^2+23.1^2\ \approx\ 30^2+25^2\\&amp;#13;&amp;#10;\frac{256}{573-546}\approx\frac{300}{570-550}\\&amp;#13;&amp;#10;\frac{26-5.6}{56-45}\approx\frac{30-6}{60-50}\end{array}&quot;&gt;&lt;mtable columnalign=&quot;left&quot; columnspacing=&quot;1em&quot; rowspacing=&quot;4pt&quot;&gt;&lt;mtr&gt;&lt;mtd&gt;&lt;mn&gt;56.2&lt;/mn&gt;&lt;mo&gt;−&lt;/mo&gt;&lt;mn&gt;24.3&lt;/mn&gt;&lt;mtext&gt;&lt;/mtext&gt;&lt;mo&gt;≈&lt;/mo&gt;&lt;mtext&gt;&lt;/mtext&gt;&lt;mn&gt;60&lt;/mn&gt;&lt;mtext&gt;&lt;/mtext&gt;&lt;mo&gt;−&lt;/mo&gt;&lt;mtext&gt;&lt;/mtext&gt;&lt;mn&gt;20&lt;/mn&gt;&lt;/mtd&gt;&lt;/mtr&gt;&lt;mtr&gt;&lt;mtd&gt;&lt;mfrac&gt;&lt;mn&gt;865&lt;/mn&gt;&lt;mn&gt;123&lt;/mn&gt;&lt;/mfrac&gt;&lt;mtext&gt;&lt;/mtext&gt;&lt;mo&gt;≈&lt;/mo&gt;&lt;mtext&gt;&lt;/mtext&gt;&lt;mfrac&gt;&lt;mn&gt;900&lt;/mn&gt;&lt;mn&gt;100&lt;/mn&gt;&lt;/mfrac&gt;&lt;/mtd&gt;&lt;/mtr&gt;&lt;mtr&gt;&lt;mtd&gt;&lt;mn&gt;788.621&lt;/mn&gt;&lt;mo&gt;−&lt;/mo&gt;&lt;mn&gt;132.2&lt;/mn&gt;&lt;mtext&gt;&lt;/mtext&gt;&lt;mo&gt;≈&lt;/mo&gt;&lt;mtext&gt;&lt;/mtext&gt;&lt;mn&gt;800&lt;/mn&gt;&lt;mtext&gt;&lt;/mtext&gt;&lt;mo&gt;−&lt;/mo&gt;&lt;mtext&gt;&lt;/mtext&gt;&lt;mn&gt;130&lt;/mn&gt;&lt;/mtd&gt;&lt;/mtr&gt;&lt;mtr&gt;&lt;mtd&gt;&lt;mfrac&gt;&lt;mrow&gt;&lt;mn&gt;56&lt;/mn&gt;&lt;mo&gt;+&lt;/mo&gt;&lt;mn&gt;19&lt;/mn&gt;&lt;/mrow&gt;&lt;mn&gt;0.36&lt;/mn&gt;&lt;/mfrac&gt;&lt;mtext&gt;&lt;/mtext&gt;&lt;mo&gt;≈&lt;/mo&gt;&lt;mtext&gt;&lt;/mtext&gt;&lt;mfrac&gt;&lt;mrow&gt;&lt;mn&gt;60&lt;/mn&gt;&lt;mo&gt;+&lt;/mo&gt;&lt;mn&gt;20&lt;/mn&gt;&lt;/mrow&gt;&lt;mn&gt;0.2&lt;/mn&gt;&lt;/mfrac&gt;&lt;/mtd&gt;&lt;/mtr&gt;&lt;mtr&gt;&lt;mtd&gt;&lt;mfrac&gt;&lt;mrow&gt;&lt;mn&gt;545&lt;/mn&gt;&lt;mo&gt;+&lt;/mo&gt;&lt;mn&gt;164&lt;/mn&gt;&lt;/mrow&gt;&lt;mn&gt;14.5&lt;/mn&gt;&lt;/mfrac&gt;&lt;mo&gt;≈&lt;/mo&gt;&lt;mfrac&gt;&lt;mrow&gt;&lt;mn&gt;550&lt;/mn&gt;&lt;mo&gt;+&lt;/mo&gt;&lt;mn&gt;160&lt;/mn&gt;&lt;/mrow&gt;&lt;mn&gt;15&lt;/mn&gt;&lt;/mfrac&gt;&lt;/mtd&gt;&lt;/mtr&gt;&lt;mtr&gt;&lt;mtd&gt;&lt;mfrac&gt;&lt;mn&gt;256&lt;/mn&gt;&lt;mrow&gt;&lt;mn&gt;573&lt;/mn&gt;&lt;mo&gt;+&lt;/mo&gt;&lt;mn&gt;546&lt;/mn&gt;&lt;/mrow&gt;&lt;/mfrac&gt;&lt;mo&gt;≈&lt;/mo&gt;&lt;mfrac&gt;&lt;mn&gt;250&lt;/mn&gt;&lt;mrow&gt;&lt;mn&gt;575&lt;/mn&gt;&lt;mo&gt;+&lt;/mo&gt;&lt;mn&gt;550&lt;/mn&gt;&lt;/mrow&gt;&lt;/mfrac&gt;&lt;/mtd&gt;&lt;/mtr&gt;&lt;mtr&gt;&lt;mtd&gt;&lt;mfrac&gt;&lt;mrow&gt;&lt;mn&gt;58&lt;/mn&gt;&lt;mo&gt;−&lt;/mo&gt;&lt;mn&gt;52&lt;/mn&gt;&lt;/mrow&gt;&lt;mn&gt;0.59&lt;/mn&gt;&lt;/mfrac&gt;&lt;mo&gt;≈&lt;/mo&gt;&lt;mfrac&gt;&lt;mrow&gt;&lt;mn&gt;60&lt;/mn&gt;&lt;mo&gt;−&lt;/mo&gt;&lt;mn&gt;50&lt;/mn&gt;&lt;/mrow&gt;&lt;mn&gt;0.5&lt;/mn&gt;&lt;/mfrac&gt;&lt;/mtd&gt;&lt;/mtr&gt;&lt;mtr&gt;&lt;mtd&gt;&lt;msup&gt;&lt;mn&gt;26.5&lt;/mn&gt;&lt;mn&gt;2&lt;/mn&gt;&lt;/msup&gt;&lt;mo&gt;+&lt;/mo&gt;&lt;msup&gt;&lt;mn&gt;23.1&lt;/mn&gt;&lt;mn&gt;2&lt;/mn&gt;&lt;/msup&gt;&lt;mtext&gt;&lt;/mtext&gt;&lt;mo&gt;≈&lt;/mo&gt;&lt;mtext&gt;&lt;/mtext&gt;&lt;msup&gt;&lt;mn&gt;30&lt;/mn&gt;&lt;mn&gt;2&lt;/mn&gt;&lt;/msup&gt;&lt;mo&gt;+&lt;/mo&gt;&lt;msup&gt;&lt;mn&gt;25&lt;/mn&gt;&lt;mn&gt;2&lt;/mn&gt;&lt;/msup&gt;&lt;/mtd&gt;&lt;/mtr&gt;&lt;mtr&gt;&lt;mtd&gt;&lt;mfrac&gt;&lt;mn&gt;256&lt;/mn&gt;&lt;mrow&gt;&lt;mn&gt;573&lt;/mn&gt;&lt;mo&gt;−&lt;/mo&gt;&lt;mn&gt;546&lt;/mn&gt;&lt;/mrow&gt;&lt;/mfrac&gt;&lt;mo&gt;≈&lt;/mo&gt;&lt;mfrac&gt;&lt;mn&gt;300&lt;/mn&gt;&lt;mrow&gt;&lt;mn&gt;570&lt;/mn&gt;&lt;mo&gt;−&lt;/mo&gt;&lt;mn&gt;550&lt;/mn&gt;&lt;/mrow&gt;&lt;/mfrac&gt;&lt;/mtd&gt;&lt;/mtr&gt;&lt;mtr&gt;&lt;mtd&gt;&lt;mfrac&gt;&lt;mrow&gt;&lt;mn&gt;26&lt;/mn&gt;&lt;mo&gt;−&lt;/mo&gt;&lt;mn&gt;5.6&lt;/mn&gt;&lt;/mrow&gt;&lt;mrow&gt;&lt;mn&gt;56&lt;/mn&gt;&lt;mo&gt;−&lt;/mo&gt;&lt;mn&gt;45&lt;/mn&gt;&lt;/mrow&gt;&lt;/mfrac&gt;&lt;mo&gt;≈&lt;/mo&gt;&lt;mfrac&gt;&lt;mrow&gt;&lt;mn&gt;30&lt;/mn&gt;&lt;mo&gt;−&lt;/mo&gt;&lt;mn&gt;6&lt;/mn&gt;&lt;/mrow&gt;&lt;mrow&gt;&lt;mn&gt;60&lt;/mn&gt;&lt;mo&gt;−&lt;/mo&gt;&lt;mn&gt;50&lt;/mn&gt;&lt;/mrow&gt;&lt;/mfrac&gt;&lt;/mtd&gt;&lt;/mtr&gt;&lt;/mtable&gt;&lt;/math&gt;" id="209" name="Google Shape;209;p21" title="10 lines Line 1: 56.2 minus 24.3 almost equals 60 minus 20 Line 2: 865 over 123 almost equals 900 over 100 Line 3: 788.621 minus 132.2 almost equals 800 minus 130 Line 4: the fraction with numerator 56 plus 19 and denominator 0.36 almost equals the fraction with numerator 60 plus 20 and denominator 0.2 Line 5: the fraction with numerator 545 plus 164 and denominator 14.5 almost equals the fraction with numerator 550 plus 160 and denominator 15 Line 6: the fraction with numerator 256 and denominator 573 plus 546 almost equals the fraction with numerator 250 and denominator 575 plus 550 Line 7: the fraction with numerator 58 minus 52 and denominator 0.59 almost equals the fraction with numerator 60 minus 50 and denominator 0.5 Line 8: 26.5 squared plus 23.1 squared almost equals 30 squared plus 25 squared Line 9: the fraction with numerator 256 and denominator 573 minus 546 almost equals the fraction with numerator 300 and denominator 570 minus 550 Line 10: the fraction with numerator 26 minus 5.6 and denominator 56 minus 45 almost equals the fraction with numerator 30 minus 6 and denominator 60 minus 50"/>
          <p:cNvPicPr preferRelativeResize="0"/>
          <p:nvPr/>
        </p:nvPicPr>
        <p:blipFill rotWithShape="1">
          <a:blip r:embed="rId3">
            <a:alphaModFix/>
          </a:blip>
          <a:srcRect b="21587" l="0" r="11582" t="69104"/>
          <a:stretch/>
        </p:blipFill>
        <p:spPr>
          <a:xfrm>
            <a:off x="929925" y="5773703"/>
            <a:ext cx="2706009" cy="359526"/>
          </a:xfrm>
          <a:prstGeom prst="rect">
            <a:avLst/>
          </a:prstGeom>
          <a:noFill/>
          <a:ln>
            <a:noFill/>
          </a:ln>
        </p:spPr>
      </p:pic>
      <p:pic>
        <p:nvPicPr>
          <p:cNvPr descr="&lt;math xmlns=&quot;http://www.w3.org/1998/Math/MathML&quot; display=&quot;block&quot; data-is-equatio=&quot;1&quot; data-latex=&quot;\begin{array}{l}56.2-24.3\ \approx\ 60\ -\ 20\\&amp;#13;&amp;#10;\frac{865}{123}\ \approx\ \frac{900}{100}\\&amp;#13;&amp;#10;788.621-132.2\ \approx\ 800\ -\ 130\\&amp;#13;&amp;#10;\frac{56+19}{0.36}\ \approx\ \frac{60+20}{0.2}\\&amp;#13;&amp;#10;\frac{545+164}{14.5}\approx\frac{550+160}{15}\\&amp;#13;&amp;#10;\frac{256}{573+546}\approx\frac{250}{575+550}\\&amp;#13;&amp;#10;\frac{58-52}{0.59}\approx\frac{60-50}{0.5}\\&amp;#13;&amp;#10;26.5^2+23.1^2\ \approx\ 30^2+25^2\\&amp;#13;&amp;#10;\frac{256}{573-546}\approx\frac{300}{570-550}\\&amp;#13;&amp;#10;\frac{26-5.6}{56-45}\approx\frac{30-6}{60-50}\end{array}&quot;&gt;&lt;mtable columnalign=&quot;left&quot; columnspacing=&quot;1em&quot; rowspacing=&quot;4pt&quot;&gt;&lt;mtr&gt;&lt;mtd&gt;&lt;mn&gt;56.2&lt;/mn&gt;&lt;mo&gt;−&lt;/mo&gt;&lt;mn&gt;24.3&lt;/mn&gt;&lt;mtext&gt;&lt;/mtext&gt;&lt;mo&gt;≈&lt;/mo&gt;&lt;mtext&gt;&lt;/mtext&gt;&lt;mn&gt;60&lt;/mn&gt;&lt;mtext&gt;&lt;/mtext&gt;&lt;mo&gt;−&lt;/mo&gt;&lt;mtext&gt;&lt;/mtext&gt;&lt;mn&gt;20&lt;/mn&gt;&lt;/mtd&gt;&lt;/mtr&gt;&lt;mtr&gt;&lt;mtd&gt;&lt;mfrac&gt;&lt;mn&gt;865&lt;/mn&gt;&lt;mn&gt;123&lt;/mn&gt;&lt;/mfrac&gt;&lt;mtext&gt;&lt;/mtext&gt;&lt;mo&gt;≈&lt;/mo&gt;&lt;mtext&gt;&lt;/mtext&gt;&lt;mfrac&gt;&lt;mn&gt;900&lt;/mn&gt;&lt;mn&gt;100&lt;/mn&gt;&lt;/mfrac&gt;&lt;/mtd&gt;&lt;/mtr&gt;&lt;mtr&gt;&lt;mtd&gt;&lt;mn&gt;788.621&lt;/mn&gt;&lt;mo&gt;−&lt;/mo&gt;&lt;mn&gt;132.2&lt;/mn&gt;&lt;mtext&gt;&lt;/mtext&gt;&lt;mo&gt;≈&lt;/mo&gt;&lt;mtext&gt;&lt;/mtext&gt;&lt;mn&gt;800&lt;/mn&gt;&lt;mtext&gt;&lt;/mtext&gt;&lt;mo&gt;−&lt;/mo&gt;&lt;mtext&gt;&lt;/mtext&gt;&lt;mn&gt;130&lt;/mn&gt;&lt;/mtd&gt;&lt;/mtr&gt;&lt;mtr&gt;&lt;mtd&gt;&lt;mfrac&gt;&lt;mrow&gt;&lt;mn&gt;56&lt;/mn&gt;&lt;mo&gt;+&lt;/mo&gt;&lt;mn&gt;19&lt;/mn&gt;&lt;/mrow&gt;&lt;mn&gt;0.36&lt;/mn&gt;&lt;/mfrac&gt;&lt;mtext&gt;&lt;/mtext&gt;&lt;mo&gt;≈&lt;/mo&gt;&lt;mtext&gt;&lt;/mtext&gt;&lt;mfrac&gt;&lt;mrow&gt;&lt;mn&gt;60&lt;/mn&gt;&lt;mo&gt;+&lt;/mo&gt;&lt;mn&gt;20&lt;/mn&gt;&lt;/mrow&gt;&lt;mn&gt;0.2&lt;/mn&gt;&lt;/mfrac&gt;&lt;/mtd&gt;&lt;/mtr&gt;&lt;mtr&gt;&lt;mtd&gt;&lt;mfrac&gt;&lt;mrow&gt;&lt;mn&gt;545&lt;/mn&gt;&lt;mo&gt;+&lt;/mo&gt;&lt;mn&gt;164&lt;/mn&gt;&lt;/mrow&gt;&lt;mn&gt;14.5&lt;/mn&gt;&lt;/mfrac&gt;&lt;mo&gt;≈&lt;/mo&gt;&lt;mfrac&gt;&lt;mrow&gt;&lt;mn&gt;550&lt;/mn&gt;&lt;mo&gt;+&lt;/mo&gt;&lt;mn&gt;160&lt;/mn&gt;&lt;/mrow&gt;&lt;mn&gt;15&lt;/mn&gt;&lt;/mfrac&gt;&lt;/mtd&gt;&lt;/mtr&gt;&lt;mtr&gt;&lt;mtd&gt;&lt;mfrac&gt;&lt;mn&gt;256&lt;/mn&gt;&lt;mrow&gt;&lt;mn&gt;573&lt;/mn&gt;&lt;mo&gt;+&lt;/mo&gt;&lt;mn&gt;546&lt;/mn&gt;&lt;/mrow&gt;&lt;/mfrac&gt;&lt;mo&gt;≈&lt;/mo&gt;&lt;mfrac&gt;&lt;mn&gt;250&lt;/mn&gt;&lt;mrow&gt;&lt;mn&gt;575&lt;/mn&gt;&lt;mo&gt;+&lt;/mo&gt;&lt;mn&gt;550&lt;/mn&gt;&lt;/mrow&gt;&lt;/mfrac&gt;&lt;/mtd&gt;&lt;/mtr&gt;&lt;mtr&gt;&lt;mtd&gt;&lt;mfrac&gt;&lt;mrow&gt;&lt;mn&gt;58&lt;/mn&gt;&lt;mo&gt;−&lt;/mo&gt;&lt;mn&gt;52&lt;/mn&gt;&lt;/mrow&gt;&lt;mn&gt;0.59&lt;/mn&gt;&lt;/mfrac&gt;&lt;mo&gt;≈&lt;/mo&gt;&lt;mfrac&gt;&lt;mrow&gt;&lt;mn&gt;60&lt;/mn&gt;&lt;mo&gt;−&lt;/mo&gt;&lt;mn&gt;50&lt;/mn&gt;&lt;/mrow&gt;&lt;mn&gt;0.5&lt;/mn&gt;&lt;/mfrac&gt;&lt;/mtd&gt;&lt;/mtr&gt;&lt;mtr&gt;&lt;mtd&gt;&lt;msup&gt;&lt;mn&gt;26.5&lt;/mn&gt;&lt;mn&gt;2&lt;/mn&gt;&lt;/msup&gt;&lt;mo&gt;+&lt;/mo&gt;&lt;msup&gt;&lt;mn&gt;23.1&lt;/mn&gt;&lt;mn&gt;2&lt;/mn&gt;&lt;/msup&gt;&lt;mtext&gt;&lt;/mtext&gt;&lt;mo&gt;≈&lt;/mo&gt;&lt;mtext&gt;&lt;/mtext&gt;&lt;msup&gt;&lt;mn&gt;30&lt;/mn&gt;&lt;mn&gt;2&lt;/mn&gt;&lt;/msup&gt;&lt;mo&gt;+&lt;/mo&gt;&lt;msup&gt;&lt;mn&gt;25&lt;/mn&gt;&lt;mn&gt;2&lt;/mn&gt;&lt;/msup&gt;&lt;/mtd&gt;&lt;/mtr&gt;&lt;mtr&gt;&lt;mtd&gt;&lt;mfrac&gt;&lt;mn&gt;256&lt;/mn&gt;&lt;mrow&gt;&lt;mn&gt;573&lt;/mn&gt;&lt;mo&gt;−&lt;/mo&gt;&lt;mn&gt;546&lt;/mn&gt;&lt;/mrow&gt;&lt;/mfrac&gt;&lt;mo&gt;≈&lt;/mo&gt;&lt;mfrac&gt;&lt;mn&gt;300&lt;/mn&gt;&lt;mrow&gt;&lt;mn&gt;570&lt;/mn&gt;&lt;mo&gt;−&lt;/mo&gt;&lt;mn&gt;550&lt;/mn&gt;&lt;/mrow&gt;&lt;/mfrac&gt;&lt;/mtd&gt;&lt;/mtr&gt;&lt;mtr&gt;&lt;mtd&gt;&lt;mfrac&gt;&lt;mrow&gt;&lt;mn&gt;26&lt;/mn&gt;&lt;mo&gt;−&lt;/mo&gt;&lt;mn&gt;5.6&lt;/mn&gt;&lt;/mrow&gt;&lt;mrow&gt;&lt;mn&gt;56&lt;/mn&gt;&lt;mo&gt;−&lt;/mo&gt;&lt;mn&gt;45&lt;/mn&gt;&lt;/mrow&gt;&lt;/mfrac&gt;&lt;mo&gt;≈&lt;/mo&gt;&lt;mfrac&gt;&lt;mrow&gt;&lt;mn&gt;30&lt;/mn&gt;&lt;mo&gt;−&lt;/mo&gt;&lt;mn&gt;6&lt;/mn&gt;&lt;/mrow&gt;&lt;mrow&gt;&lt;mn&gt;60&lt;/mn&gt;&lt;mo&gt;−&lt;/mo&gt;&lt;mn&gt;50&lt;/mn&gt;&lt;/mrow&gt;&lt;/mfrac&gt;&lt;/mtd&gt;&lt;/mtr&gt;&lt;/mtable&gt;&lt;/math&gt;" id="210" name="Google Shape;210;p21" title="10 lines Line 1: 56.2 minus 24.3 almost equals 60 minus 20 Line 2: 865 over 123 almost equals 900 over 100 Line 3: 788.621 minus 132.2 almost equals 800 minus 130 Line 4: the fraction with numerator 56 plus 19 and denominator 0.36 almost equals the fraction with numerator 60 plus 20 and denominator 0.2 Line 5: the fraction with numerator 545 plus 164 and denominator 14.5 almost equals the fraction with numerator 550 plus 160 and denominator 15 Line 6: the fraction with numerator 256 and denominator 573 plus 546 almost equals the fraction with numerator 250 and denominator 575 plus 550 Line 7: the fraction with numerator 58 minus 52 and denominator 0.59 almost equals the fraction with numerator 60 minus 50 and denominator 0.5 Line 8: 26.5 squared plus 23.1 squared almost equals 30 squared plus 25 squared Line 9: the fraction with numerator 256 and denominator 573 minus 546 almost equals the fraction with numerator 300 and denominator 570 minus 550 Line 10: the fraction with numerator 26 minus 5.6 and denominator 56 minus 45 almost equals the fraction with numerator 30 minus 6 and denominator 60 minus 50"/>
          <p:cNvPicPr preferRelativeResize="0"/>
          <p:nvPr/>
        </p:nvPicPr>
        <p:blipFill rotWithShape="1">
          <a:blip r:embed="rId3">
            <a:alphaModFix/>
          </a:blip>
          <a:srcRect b="9291" l="-2693" r="31625" t="78386"/>
          <a:stretch/>
        </p:blipFill>
        <p:spPr>
          <a:xfrm>
            <a:off x="929925" y="6410162"/>
            <a:ext cx="2415876" cy="528621"/>
          </a:xfrm>
          <a:prstGeom prst="rect">
            <a:avLst/>
          </a:prstGeom>
          <a:noFill/>
          <a:ln>
            <a:noFill/>
          </a:ln>
        </p:spPr>
      </p:pic>
      <p:pic>
        <p:nvPicPr>
          <p:cNvPr descr="&lt;math xmlns=&quot;http://www.w3.org/1998/Math/MathML&quot; display=&quot;block&quot; data-is-equatio=&quot;1&quot; data-latex=&quot;\begin{array}{l}56.2-24.3\ \approx\ 60\ -\ 20\\&amp;#13;&amp;#10;\frac{865}{123}\ \approx\ \frac{900}{100}\\&amp;#13;&amp;#10;788.621-132.2\ \approx\ 800\ -\ 130\\&amp;#13;&amp;#10;\frac{56+19}{0.36}\ \approx\ \frac{60+20}{0.2}\\&amp;#13;&amp;#10;\frac{545+164}{14.5}\approx\frac{550+160}{15}\\&amp;#13;&amp;#10;\frac{256}{573+546}\approx\frac{250}{575+550}\\&amp;#13;&amp;#10;\frac{58-52}{0.59}\approx\frac{60-50}{0.5}\\&amp;#13;&amp;#10;26.5^2+23.1^2\ \approx\ 30^2+25^2\\&amp;#13;&amp;#10;\frac{256}{573-546}\approx\frac{300}{570-550}\\&amp;#13;&amp;#10;\frac{26-5.6}{56-45}\approx\frac{30-6}{60-50}\end{array}&quot;&gt;&lt;mtable columnalign=&quot;left&quot; columnspacing=&quot;1em&quot; rowspacing=&quot;4pt&quot;&gt;&lt;mtr&gt;&lt;mtd&gt;&lt;mn&gt;56.2&lt;/mn&gt;&lt;mo&gt;−&lt;/mo&gt;&lt;mn&gt;24.3&lt;/mn&gt;&lt;mtext&gt;&lt;/mtext&gt;&lt;mo&gt;≈&lt;/mo&gt;&lt;mtext&gt;&lt;/mtext&gt;&lt;mn&gt;60&lt;/mn&gt;&lt;mtext&gt;&lt;/mtext&gt;&lt;mo&gt;−&lt;/mo&gt;&lt;mtext&gt;&lt;/mtext&gt;&lt;mn&gt;20&lt;/mn&gt;&lt;/mtd&gt;&lt;/mtr&gt;&lt;mtr&gt;&lt;mtd&gt;&lt;mfrac&gt;&lt;mn&gt;865&lt;/mn&gt;&lt;mn&gt;123&lt;/mn&gt;&lt;/mfrac&gt;&lt;mtext&gt;&lt;/mtext&gt;&lt;mo&gt;≈&lt;/mo&gt;&lt;mtext&gt;&lt;/mtext&gt;&lt;mfrac&gt;&lt;mn&gt;900&lt;/mn&gt;&lt;mn&gt;100&lt;/mn&gt;&lt;/mfrac&gt;&lt;/mtd&gt;&lt;/mtr&gt;&lt;mtr&gt;&lt;mtd&gt;&lt;mn&gt;788.621&lt;/mn&gt;&lt;mo&gt;−&lt;/mo&gt;&lt;mn&gt;132.2&lt;/mn&gt;&lt;mtext&gt;&lt;/mtext&gt;&lt;mo&gt;≈&lt;/mo&gt;&lt;mtext&gt;&lt;/mtext&gt;&lt;mn&gt;800&lt;/mn&gt;&lt;mtext&gt;&lt;/mtext&gt;&lt;mo&gt;−&lt;/mo&gt;&lt;mtext&gt;&lt;/mtext&gt;&lt;mn&gt;130&lt;/mn&gt;&lt;/mtd&gt;&lt;/mtr&gt;&lt;mtr&gt;&lt;mtd&gt;&lt;mfrac&gt;&lt;mrow&gt;&lt;mn&gt;56&lt;/mn&gt;&lt;mo&gt;+&lt;/mo&gt;&lt;mn&gt;19&lt;/mn&gt;&lt;/mrow&gt;&lt;mn&gt;0.36&lt;/mn&gt;&lt;/mfrac&gt;&lt;mtext&gt;&lt;/mtext&gt;&lt;mo&gt;≈&lt;/mo&gt;&lt;mtext&gt;&lt;/mtext&gt;&lt;mfrac&gt;&lt;mrow&gt;&lt;mn&gt;60&lt;/mn&gt;&lt;mo&gt;+&lt;/mo&gt;&lt;mn&gt;20&lt;/mn&gt;&lt;/mrow&gt;&lt;mn&gt;0.2&lt;/mn&gt;&lt;/mfrac&gt;&lt;/mtd&gt;&lt;/mtr&gt;&lt;mtr&gt;&lt;mtd&gt;&lt;mfrac&gt;&lt;mrow&gt;&lt;mn&gt;545&lt;/mn&gt;&lt;mo&gt;+&lt;/mo&gt;&lt;mn&gt;164&lt;/mn&gt;&lt;/mrow&gt;&lt;mn&gt;14.5&lt;/mn&gt;&lt;/mfrac&gt;&lt;mo&gt;≈&lt;/mo&gt;&lt;mfrac&gt;&lt;mrow&gt;&lt;mn&gt;550&lt;/mn&gt;&lt;mo&gt;+&lt;/mo&gt;&lt;mn&gt;160&lt;/mn&gt;&lt;/mrow&gt;&lt;mn&gt;15&lt;/mn&gt;&lt;/mfrac&gt;&lt;/mtd&gt;&lt;/mtr&gt;&lt;mtr&gt;&lt;mtd&gt;&lt;mfrac&gt;&lt;mn&gt;256&lt;/mn&gt;&lt;mrow&gt;&lt;mn&gt;573&lt;/mn&gt;&lt;mo&gt;+&lt;/mo&gt;&lt;mn&gt;546&lt;/mn&gt;&lt;/mrow&gt;&lt;/mfrac&gt;&lt;mo&gt;≈&lt;/mo&gt;&lt;mfrac&gt;&lt;mn&gt;250&lt;/mn&gt;&lt;mrow&gt;&lt;mn&gt;575&lt;/mn&gt;&lt;mo&gt;+&lt;/mo&gt;&lt;mn&gt;550&lt;/mn&gt;&lt;/mrow&gt;&lt;/mfrac&gt;&lt;/mtd&gt;&lt;/mtr&gt;&lt;mtr&gt;&lt;mtd&gt;&lt;mfrac&gt;&lt;mrow&gt;&lt;mn&gt;58&lt;/mn&gt;&lt;mo&gt;−&lt;/mo&gt;&lt;mn&gt;52&lt;/mn&gt;&lt;/mrow&gt;&lt;mn&gt;0.59&lt;/mn&gt;&lt;/mfrac&gt;&lt;mo&gt;≈&lt;/mo&gt;&lt;mfrac&gt;&lt;mrow&gt;&lt;mn&gt;60&lt;/mn&gt;&lt;mo&gt;−&lt;/mo&gt;&lt;mn&gt;50&lt;/mn&gt;&lt;/mrow&gt;&lt;mn&gt;0.5&lt;/mn&gt;&lt;/mfrac&gt;&lt;/mtd&gt;&lt;/mtr&gt;&lt;mtr&gt;&lt;mtd&gt;&lt;msup&gt;&lt;mn&gt;26.5&lt;/mn&gt;&lt;mn&gt;2&lt;/mn&gt;&lt;/msup&gt;&lt;mo&gt;+&lt;/mo&gt;&lt;msup&gt;&lt;mn&gt;23.1&lt;/mn&gt;&lt;mn&gt;2&lt;/mn&gt;&lt;/msup&gt;&lt;mtext&gt;&lt;/mtext&gt;&lt;mo&gt;≈&lt;/mo&gt;&lt;mtext&gt;&lt;/mtext&gt;&lt;msup&gt;&lt;mn&gt;30&lt;/mn&gt;&lt;mn&gt;2&lt;/mn&gt;&lt;/msup&gt;&lt;mo&gt;+&lt;/mo&gt;&lt;msup&gt;&lt;mn&gt;25&lt;/mn&gt;&lt;mn&gt;2&lt;/mn&gt;&lt;/msup&gt;&lt;/mtd&gt;&lt;/mtr&gt;&lt;mtr&gt;&lt;mtd&gt;&lt;mfrac&gt;&lt;mn&gt;256&lt;/mn&gt;&lt;mrow&gt;&lt;mn&gt;573&lt;/mn&gt;&lt;mo&gt;−&lt;/mo&gt;&lt;mn&gt;546&lt;/mn&gt;&lt;/mrow&gt;&lt;/mfrac&gt;&lt;mo&gt;≈&lt;/mo&gt;&lt;mfrac&gt;&lt;mn&gt;300&lt;/mn&gt;&lt;mrow&gt;&lt;mn&gt;570&lt;/mn&gt;&lt;mo&gt;−&lt;/mo&gt;&lt;mn&gt;550&lt;/mn&gt;&lt;/mrow&gt;&lt;/mfrac&gt;&lt;/mtd&gt;&lt;/mtr&gt;&lt;mtr&gt;&lt;mtd&gt;&lt;mfrac&gt;&lt;mrow&gt;&lt;mn&gt;26&lt;/mn&gt;&lt;mo&gt;−&lt;/mo&gt;&lt;mn&gt;5.6&lt;/mn&gt;&lt;/mrow&gt;&lt;mrow&gt;&lt;mn&gt;56&lt;/mn&gt;&lt;mo&gt;−&lt;/mo&gt;&lt;mn&gt;45&lt;/mn&gt;&lt;/mrow&gt;&lt;/mfrac&gt;&lt;mo&gt;≈&lt;/mo&gt;&lt;mfrac&gt;&lt;mrow&gt;&lt;mn&gt;30&lt;/mn&gt;&lt;mo&gt;−&lt;/mo&gt;&lt;mn&gt;6&lt;/mn&gt;&lt;/mrow&gt;&lt;mrow&gt;&lt;mn&gt;60&lt;/mn&gt;&lt;mo&gt;−&lt;/mo&gt;&lt;mn&gt;50&lt;/mn&gt;&lt;/mrow&gt;&lt;/mfrac&gt;&lt;/mtd&gt;&lt;/mtr&gt;&lt;/mtable&gt;&lt;/math&gt;" id="211" name="Google Shape;211;p21" title="10 lines Line 1: 56.2 minus 24.3 almost equals 60 minus 20 Line 2: 865 over 123 almost equals 900 over 100 Line 3: 788.621 minus 132.2 almost equals 800 minus 130 Line 4: the fraction with numerator 56 plus 19 and denominator 0.36 almost equals the fraction with numerator 60 plus 20 and denominator 0.2 Line 5: the fraction with numerator 545 plus 164 and denominator 14.5 almost equals the fraction with numerator 550 plus 160 and denominator 15 Line 6: the fraction with numerator 256 and denominator 573 plus 546 almost equals the fraction with numerator 250 and denominator 575 plus 550 Line 7: the fraction with numerator 58 minus 52 and denominator 0.59 almost equals the fraction with numerator 60 minus 50 and denominator 0.5 Line 8: 26.5 squared plus 23.1 squared almost equals 30 squared plus 25 squared Line 9: the fraction with numerator 256 and denominator 573 minus 546 almost equals the fraction with numerator 300 and denominator 570 minus 550 Line 10: the fraction with numerator 26 minus 5.6 and denominator 56 minus 45 almost equals the fraction with numerator 30 minus 6 and denominator 60 minus 50"/>
          <p:cNvPicPr preferRelativeResize="0"/>
          <p:nvPr/>
        </p:nvPicPr>
        <p:blipFill rotWithShape="1">
          <a:blip r:embed="rId3">
            <a:alphaModFix/>
          </a:blip>
          <a:srcRect b="-2754" l="-2670" r="46928" t="88897"/>
          <a:stretch/>
        </p:blipFill>
        <p:spPr>
          <a:xfrm>
            <a:off x="929925" y="7158039"/>
            <a:ext cx="1894882" cy="594506"/>
          </a:xfrm>
          <a:prstGeom prst="rect">
            <a:avLst/>
          </a:prstGeom>
          <a:noFill/>
          <a:ln>
            <a:noFill/>
          </a:ln>
        </p:spPr>
      </p:pic>
      <p:sp>
        <p:nvSpPr>
          <p:cNvPr id="212" name="Google Shape;212;p21"/>
          <p:cNvSpPr txBox="1"/>
          <p:nvPr/>
        </p:nvSpPr>
        <p:spPr>
          <a:xfrm>
            <a:off x="544200" y="4595750"/>
            <a:ext cx="675000" cy="506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200">
                <a:solidFill>
                  <a:srgbClr val="000000"/>
                </a:solidFill>
                <a:latin typeface="Lexend"/>
                <a:ea typeface="Lexend"/>
                <a:cs typeface="Lexend"/>
                <a:sym typeface="Lexend"/>
              </a:rPr>
              <a:t>f)</a:t>
            </a:r>
            <a:endParaRPr sz="1200">
              <a:solidFill>
                <a:srgbClr val="000000"/>
              </a:solidFill>
              <a:latin typeface="Lexend"/>
              <a:ea typeface="Lexend"/>
              <a:cs typeface="Lexend"/>
              <a:sym typeface="Lexend"/>
            </a:endParaRPr>
          </a:p>
        </p:txBody>
      </p:sp>
      <p:sp>
        <p:nvSpPr>
          <p:cNvPr id="213" name="Google Shape;213;p21"/>
          <p:cNvSpPr txBox="1"/>
          <p:nvPr/>
        </p:nvSpPr>
        <p:spPr>
          <a:xfrm>
            <a:off x="544200" y="5205350"/>
            <a:ext cx="675000" cy="506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200">
                <a:solidFill>
                  <a:srgbClr val="000000"/>
                </a:solidFill>
                <a:latin typeface="Lexend"/>
                <a:ea typeface="Lexend"/>
                <a:cs typeface="Lexend"/>
                <a:sym typeface="Lexend"/>
              </a:rPr>
              <a:t>g)</a:t>
            </a:r>
            <a:endParaRPr sz="1200">
              <a:solidFill>
                <a:srgbClr val="000000"/>
              </a:solidFill>
              <a:latin typeface="Lexend"/>
              <a:ea typeface="Lexend"/>
              <a:cs typeface="Lexend"/>
              <a:sym typeface="Lexend"/>
            </a:endParaRPr>
          </a:p>
        </p:txBody>
      </p:sp>
      <p:sp>
        <p:nvSpPr>
          <p:cNvPr id="214" name="Google Shape;214;p21"/>
          <p:cNvSpPr txBox="1"/>
          <p:nvPr/>
        </p:nvSpPr>
        <p:spPr>
          <a:xfrm>
            <a:off x="544200" y="5891150"/>
            <a:ext cx="675000" cy="506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200">
                <a:solidFill>
                  <a:srgbClr val="000000"/>
                </a:solidFill>
                <a:latin typeface="Lexend"/>
                <a:ea typeface="Lexend"/>
                <a:cs typeface="Lexend"/>
                <a:sym typeface="Lexend"/>
              </a:rPr>
              <a:t>h)</a:t>
            </a:r>
            <a:endParaRPr sz="1200">
              <a:solidFill>
                <a:srgbClr val="000000"/>
              </a:solidFill>
              <a:latin typeface="Lexend"/>
              <a:ea typeface="Lexend"/>
              <a:cs typeface="Lexend"/>
              <a:sym typeface="Lexend"/>
            </a:endParaRPr>
          </a:p>
        </p:txBody>
      </p:sp>
      <p:sp>
        <p:nvSpPr>
          <p:cNvPr id="215" name="Google Shape;215;p21"/>
          <p:cNvSpPr txBox="1"/>
          <p:nvPr/>
        </p:nvSpPr>
        <p:spPr>
          <a:xfrm>
            <a:off x="544200" y="6500750"/>
            <a:ext cx="675000" cy="506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200">
                <a:solidFill>
                  <a:srgbClr val="000000"/>
                </a:solidFill>
                <a:latin typeface="Lexend"/>
                <a:ea typeface="Lexend"/>
                <a:cs typeface="Lexend"/>
                <a:sym typeface="Lexend"/>
              </a:rPr>
              <a:t>i)</a:t>
            </a:r>
            <a:endParaRPr sz="1200">
              <a:solidFill>
                <a:srgbClr val="000000"/>
              </a:solidFill>
              <a:latin typeface="Lexend"/>
              <a:ea typeface="Lexend"/>
              <a:cs typeface="Lexend"/>
              <a:sym typeface="Lexend"/>
            </a:endParaRPr>
          </a:p>
        </p:txBody>
      </p:sp>
      <p:sp>
        <p:nvSpPr>
          <p:cNvPr id="216" name="Google Shape;216;p21"/>
          <p:cNvSpPr txBox="1"/>
          <p:nvPr/>
        </p:nvSpPr>
        <p:spPr>
          <a:xfrm>
            <a:off x="544200" y="7262750"/>
            <a:ext cx="675000" cy="506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200">
                <a:solidFill>
                  <a:srgbClr val="000000"/>
                </a:solidFill>
                <a:latin typeface="Lexend"/>
                <a:ea typeface="Lexend"/>
                <a:cs typeface="Lexend"/>
                <a:sym typeface="Lexend"/>
              </a:rPr>
              <a:t>j)</a:t>
            </a:r>
            <a:endParaRPr sz="1200">
              <a:solidFill>
                <a:srgbClr val="000000"/>
              </a:solidFill>
              <a:latin typeface="Lexend"/>
              <a:ea typeface="Lexend"/>
              <a:cs typeface="Lexend"/>
              <a:sym typeface="Lexend"/>
            </a:endParaRPr>
          </a:p>
        </p:txBody>
      </p:sp>
      <p:sp>
        <p:nvSpPr>
          <p:cNvPr id="217" name="Google Shape;217;p21"/>
          <p:cNvSpPr txBox="1"/>
          <p:nvPr/>
        </p:nvSpPr>
        <p:spPr>
          <a:xfrm>
            <a:off x="4339341" y="4564216"/>
            <a:ext cx="1617300" cy="369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b="1" lang="en-GB" sz="1200">
                <a:solidFill>
                  <a:srgbClr val="000000"/>
                </a:solidFill>
                <a:latin typeface="Kalam"/>
                <a:ea typeface="Kalam"/>
                <a:cs typeface="Kalam"/>
                <a:sym typeface="Kalam"/>
              </a:rPr>
              <a:t>Underestimate</a:t>
            </a:r>
            <a:endParaRPr b="1" sz="1200">
              <a:latin typeface="Kalam"/>
              <a:ea typeface="Kalam"/>
              <a:cs typeface="Kalam"/>
              <a:sym typeface="Kalam"/>
            </a:endParaRPr>
          </a:p>
        </p:txBody>
      </p:sp>
      <p:sp>
        <p:nvSpPr>
          <p:cNvPr id="218" name="Google Shape;218;p21"/>
          <p:cNvSpPr txBox="1"/>
          <p:nvPr/>
        </p:nvSpPr>
        <p:spPr>
          <a:xfrm>
            <a:off x="4339341" y="5205903"/>
            <a:ext cx="1617300" cy="369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b="1" lang="en-GB" sz="1200">
                <a:solidFill>
                  <a:srgbClr val="000000"/>
                </a:solidFill>
                <a:latin typeface="Kalam"/>
                <a:ea typeface="Kalam"/>
                <a:cs typeface="Kalam"/>
                <a:sym typeface="Kalam"/>
              </a:rPr>
              <a:t>Overestimate</a:t>
            </a:r>
            <a:endParaRPr b="1" sz="1200">
              <a:latin typeface="Kalam"/>
              <a:ea typeface="Kalam"/>
              <a:cs typeface="Kalam"/>
              <a:sym typeface="Kalam"/>
            </a:endParaRPr>
          </a:p>
        </p:txBody>
      </p:sp>
      <p:sp>
        <p:nvSpPr>
          <p:cNvPr id="219" name="Google Shape;219;p21"/>
          <p:cNvSpPr txBox="1"/>
          <p:nvPr/>
        </p:nvSpPr>
        <p:spPr>
          <a:xfrm>
            <a:off x="4339341" y="5847578"/>
            <a:ext cx="1617300" cy="369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b="1" lang="en-GB" sz="1200">
                <a:solidFill>
                  <a:srgbClr val="000000"/>
                </a:solidFill>
                <a:latin typeface="Kalam"/>
                <a:ea typeface="Kalam"/>
                <a:cs typeface="Kalam"/>
                <a:sym typeface="Kalam"/>
              </a:rPr>
              <a:t>Overestimate</a:t>
            </a:r>
            <a:endParaRPr b="1" sz="1200">
              <a:latin typeface="Kalam"/>
              <a:ea typeface="Kalam"/>
              <a:cs typeface="Kalam"/>
              <a:sym typeface="Kalam"/>
            </a:endParaRPr>
          </a:p>
        </p:txBody>
      </p:sp>
      <p:sp>
        <p:nvSpPr>
          <p:cNvPr id="220" name="Google Shape;220;p21"/>
          <p:cNvSpPr txBox="1"/>
          <p:nvPr/>
        </p:nvSpPr>
        <p:spPr>
          <a:xfrm>
            <a:off x="4339341" y="6516758"/>
            <a:ext cx="1617300" cy="369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b="1" lang="en-GB" sz="1200">
                <a:solidFill>
                  <a:srgbClr val="000000"/>
                </a:solidFill>
                <a:latin typeface="Kalam"/>
                <a:ea typeface="Kalam"/>
                <a:cs typeface="Kalam"/>
                <a:sym typeface="Kalam"/>
              </a:rPr>
              <a:t>Overestimate</a:t>
            </a:r>
            <a:endParaRPr b="1" sz="1200">
              <a:latin typeface="Kalam"/>
              <a:ea typeface="Kalam"/>
              <a:cs typeface="Kalam"/>
              <a:sym typeface="Kalam"/>
            </a:endParaRPr>
          </a:p>
        </p:txBody>
      </p:sp>
      <p:sp>
        <p:nvSpPr>
          <p:cNvPr id="221" name="Google Shape;221;p21"/>
          <p:cNvSpPr txBox="1"/>
          <p:nvPr/>
        </p:nvSpPr>
        <p:spPr>
          <a:xfrm>
            <a:off x="4339341" y="7226458"/>
            <a:ext cx="1617300" cy="369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1200">
                <a:solidFill>
                  <a:srgbClr val="000000"/>
                </a:solidFill>
                <a:latin typeface="Kalam"/>
                <a:ea typeface="Kalam"/>
                <a:cs typeface="Kalam"/>
                <a:sym typeface="Kalam"/>
              </a:rPr>
              <a:t>Hard to tell</a:t>
            </a:r>
            <a:endParaRPr sz="1200">
              <a:latin typeface="Kalam"/>
              <a:ea typeface="Kalam"/>
              <a:cs typeface="Kalam"/>
              <a:sym typeface="Kalam"/>
            </a:endParaRPr>
          </a:p>
        </p:txBody>
      </p:sp>
      <p:cxnSp>
        <p:nvCxnSpPr>
          <p:cNvPr id="222" name="Google Shape;222;p21"/>
          <p:cNvCxnSpPr/>
          <p:nvPr/>
        </p:nvCxnSpPr>
        <p:spPr>
          <a:xfrm>
            <a:off x="480750" y="9972000"/>
            <a:ext cx="6598500" cy="0"/>
          </a:xfrm>
          <a:prstGeom prst="straightConnector1">
            <a:avLst/>
          </a:prstGeom>
          <a:noFill/>
          <a:ln cap="flat" cmpd="sng" w="38100">
            <a:solidFill>
              <a:srgbClr val="000000"/>
            </a:solidFill>
            <a:prstDash val="solid"/>
            <a:round/>
            <a:headEnd len="med" w="med" type="none"/>
            <a:tailEnd len="med" w="med" type="none"/>
          </a:ln>
        </p:spPr>
      </p:cxnSp>
      <p:sp>
        <p:nvSpPr>
          <p:cNvPr id="223" name="Google Shape;223;p21"/>
          <p:cNvSpPr txBox="1"/>
          <p:nvPr>
            <p:ph idx="12" type="sldNum"/>
          </p:nvPr>
        </p:nvSpPr>
        <p:spPr>
          <a:xfrm>
            <a:off x="6352325" y="9972000"/>
            <a:ext cx="483300" cy="2772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22"/>
          <p:cNvSpPr txBox="1"/>
          <p:nvPr>
            <p:ph idx="12" type="sldNum"/>
          </p:nvPr>
        </p:nvSpPr>
        <p:spPr>
          <a:xfrm>
            <a:off x="6352325" y="9972000"/>
            <a:ext cx="483300" cy="2772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229" name="Google Shape;229;p22"/>
          <p:cNvSpPr txBox="1"/>
          <p:nvPr>
            <p:ph idx="1" type="subTitle"/>
          </p:nvPr>
        </p:nvSpPr>
        <p:spPr>
          <a:xfrm>
            <a:off x="1463400" y="360000"/>
            <a:ext cx="4782600" cy="1386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GB"/>
              <a:t>Overestimating vs underestimating</a:t>
            </a:r>
            <a:endParaRPr/>
          </a:p>
        </p:txBody>
      </p:sp>
      <p:sp>
        <p:nvSpPr>
          <p:cNvPr id="230" name="Google Shape;230;p22"/>
          <p:cNvSpPr txBox="1"/>
          <p:nvPr/>
        </p:nvSpPr>
        <p:spPr>
          <a:xfrm>
            <a:off x="6744600" y="10447800"/>
            <a:ext cx="815400" cy="2442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GB" sz="1000">
                <a:solidFill>
                  <a:schemeClr val="lt1"/>
                </a:solidFill>
                <a:latin typeface="Lexend"/>
                <a:ea typeface="Lexend"/>
                <a:cs typeface="Lexend"/>
                <a:sym typeface="Lexend"/>
              </a:rPr>
              <a:t>v2</a:t>
            </a:r>
            <a:r>
              <a:rPr lang="en-GB" sz="1000">
                <a:solidFill>
                  <a:schemeClr val="lt1"/>
                </a:solidFill>
                <a:latin typeface="Lexend"/>
                <a:ea typeface="Lexend"/>
                <a:cs typeface="Lexend"/>
                <a:sym typeface="Lexend"/>
              </a:rPr>
              <a:t>.3</a:t>
            </a:r>
            <a:endParaRPr sz="1000">
              <a:solidFill>
                <a:schemeClr val="lt1"/>
              </a:solidFill>
              <a:latin typeface="Lexend"/>
              <a:ea typeface="Lexend"/>
              <a:cs typeface="Lexend"/>
              <a:sym typeface="Lexend"/>
            </a:endParaRPr>
          </a:p>
        </p:txBody>
      </p:sp>
      <p:sp>
        <p:nvSpPr>
          <p:cNvPr id="231" name="Google Shape;231;p22"/>
          <p:cNvSpPr txBox="1"/>
          <p:nvPr>
            <p:ph idx="2" type="subTitle"/>
          </p:nvPr>
        </p:nvSpPr>
        <p:spPr>
          <a:xfrm>
            <a:off x="3903375" y="9972000"/>
            <a:ext cx="2722800" cy="161100"/>
          </a:xfrm>
          <a:prstGeom prst="rect">
            <a:avLst/>
          </a:prstGeom>
        </p:spPr>
        <p:txBody>
          <a:bodyPr anchorCtr="0" anchor="b" bIns="0" lIns="0" spcFirstLastPara="1" rIns="0" wrap="square" tIns="0">
            <a:normAutofit/>
          </a:bodyPr>
          <a:lstStyle/>
          <a:p>
            <a:pPr indent="0" lvl="0" marL="0" rtl="0" algn="l">
              <a:spcBef>
                <a:spcPts val="0"/>
              </a:spcBef>
              <a:spcAft>
                <a:spcPts val="0"/>
              </a:spcAft>
              <a:buClr>
                <a:schemeClr val="dk1"/>
              </a:buClr>
              <a:buSzPts val="1100"/>
              <a:buFont typeface="Arial"/>
              <a:buNone/>
            </a:pPr>
            <a:r>
              <a:rPr lang="en-GB"/>
              <a:t>Mathematics in Education and Industry</a:t>
            </a:r>
            <a:endParaRPr/>
          </a:p>
        </p:txBody>
      </p:sp>
      <p:sp>
        <p:nvSpPr>
          <p:cNvPr id="232" name="Google Shape;232;p22"/>
          <p:cNvSpPr txBox="1"/>
          <p:nvPr/>
        </p:nvSpPr>
        <p:spPr>
          <a:xfrm>
            <a:off x="468000" y="766375"/>
            <a:ext cx="6624000" cy="420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a:solidFill>
                  <a:schemeClr val="dk1"/>
                </a:solidFill>
                <a:latin typeface="Lexend"/>
                <a:ea typeface="Lexend"/>
                <a:cs typeface="Lexend"/>
                <a:sym typeface="Lexend"/>
              </a:rPr>
              <a:t>Task C: </a:t>
            </a:r>
            <a:r>
              <a:rPr b="1" lang="en-GB">
                <a:solidFill>
                  <a:schemeClr val="dk1"/>
                </a:solidFill>
                <a:latin typeface="Lexend"/>
                <a:ea typeface="Lexend"/>
                <a:cs typeface="Lexend"/>
                <a:sym typeface="Lexend"/>
              </a:rPr>
              <a:t>Overestimating vs underestimating in context</a:t>
            </a:r>
            <a:endParaRPr b="1">
              <a:solidFill>
                <a:schemeClr val="dk1"/>
              </a:solidFill>
              <a:latin typeface="Lexend"/>
              <a:ea typeface="Lexend"/>
              <a:cs typeface="Lexend"/>
              <a:sym typeface="Lexend"/>
            </a:endParaRPr>
          </a:p>
        </p:txBody>
      </p:sp>
      <p:sp>
        <p:nvSpPr>
          <p:cNvPr id="233" name="Google Shape;233;p22"/>
          <p:cNvSpPr txBox="1"/>
          <p:nvPr/>
        </p:nvSpPr>
        <p:spPr>
          <a:xfrm>
            <a:off x="485550" y="1186375"/>
            <a:ext cx="6624000" cy="581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lang="en-GB" sz="1200">
                <a:solidFill>
                  <a:srgbClr val="000000"/>
                </a:solidFill>
                <a:latin typeface="Lexend"/>
                <a:ea typeface="Lexend"/>
                <a:cs typeface="Lexend"/>
                <a:sym typeface="Lexend"/>
              </a:rPr>
              <a:t>The two signs on the left are from different lifts. Each lift can carry a different number of people.</a:t>
            </a:r>
            <a:endParaRPr sz="1200">
              <a:solidFill>
                <a:srgbClr val="000000"/>
              </a:solidFill>
              <a:latin typeface="Lexend"/>
              <a:ea typeface="Lexend"/>
              <a:cs typeface="Lexend"/>
              <a:sym typeface="Lexend"/>
            </a:endParaRPr>
          </a:p>
          <a:p>
            <a:pPr indent="0" lvl="0" marL="0" rtl="0" algn="l">
              <a:lnSpc>
                <a:spcPct val="115000"/>
              </a:lnSpc>
              <a:spcBef>
                <a:spcPts val="1000"/>
              </a:spcBef>
              <a:spcAft>
                <a:spcPts val="0"/>
              </a:spcAft>
              <a:buNone/>
            </a:pPr>
            <a:r>
              <a:t/>
            </a:r>
            <a:endParaRPr sz="1200">
              <a:solidFill>
                <a:srgbClr val="000000"/>
              </a:solidFill>
              <a:latin typeface="Lexend"/>
              <a:ea typeface="Lexend"/>
              <a:cs typeface="Lexend"/>
              <a:sym typeface="Lexend"/>
            </a:endParaRPr>
          </a:p>
          <a:p>
            <a:pPr indent="0" lvl="0" marL="0" rtl="0" algn="l">
              <a:lnSpc>
                <a:spcPct val="115000"/>
              </a:lnSpc>
              <a:spcBef>
                <a:spcPts val="1000"/>
              </a:spcBef>
              <a:spcAft>
                <a:spcPts val="1000"/>
              </a:spcAft>
              <a:buNone/>
            </a:pPr>
            <a:r>
              <a:t/>
            </a:r>
            <a:endParaRPr sz="1200">
              <a:solidFill>
                <a:srgbClr val="000000"/>
              </a:solidFill>
              <a:latin typeface="Lexend"/>
              <a:ea typeface="Lexend"/>
              <a:cs typeface="Lexend"/>
              <a:sym typeface="Lexend"/>
            </a:endParaRPr>
          </a:p>
        </p:txBody>
      </p:sp>
      <p:sp>
        <p:nvSpPr>
          <p:cNvPr id="234" name="Google Shape;234;p22"/>
          <p:cNvSpPr/>
          <p:nvPr/>
        </p:nvSpPr>
        <p:spPr>
          <a:xfrm>
            <a:off x="2372425" y="1897575"/>
            <a:ext cx="1278300" cy="1395000"/>
          </a:xfrm>
          <a:prstGeom prst="rect">
            <a:avLst/>
          </a:prstGeom>
          <a:solidFill>
            <a:srgbClr val="F0F0F0"/>
          </a:solidFill>
          <a:ln cap="flat" cmpd="sng" w="9525">
            <a:solidFill>
              <a:srgbClr val="80808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35" name="Google Shape;235;p22"/>
          <p:cNvSpPr/>
          <p:nvPr/>
        </p:nvSpPr>
        <p:spPr>
          <a:xfrm>
            <a:off x="2629831" y="2000323"/>
            <a:ext cx="779700" cy="390600"/>
          </a:xfrm>
          <a:prstGeom prst="rect">
            <a:avLst/>
          </a:prstGeom>
          <a:solidFill>
            <a:srgbClr val="FFFFFF"/>
          </a:solidFill>
          <a:ln cap="flat" cmpd="sng" w="9525">
            <a:solidFill>
              <a:srgbClr val="80808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200">
                <a:latin typeface="Lexend"/>
                <a:ea typeface="Lexend"/>
                <a:cs typeface="Lexend"/>
                <a:sym typeface="Lexend"/>
              </a:rPr>
              <a:t>🠋 G</a:t>
            </a:r>
            <a:endParaRPr sz="1200">
              <a:latin typeface="Lexend"/>
              <a:ea typeface="Lexend"/>
              <a:cs typeface="Lexend"/>
              <a:sym typeface="Lexend"/>
            </a:endParaRPr>
          </a:p>
        </p:txBody>
      </p:sp>
      <p:sp>
        <p:nvSpPr>
          <p:cNvPr id="236" name="Google Shape;236;p22"/>
          <p:cNvSpPr txBox="1"/>
          <p:nvPr/>
        </p:nvSpPr>
        <p:spPr>
          <a:xfrm>
            <a:off x="2521819" y="2436126"/>
            <a:ext cx="1193700" cy="733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200">
                <a:solidFill>
                  <a:srgbClr val="000000"/>
                </a:solidFill>
                <a:latin typeface="Lexend"/>
                <a:ea typeface="Lexend"/>
                <a:cs typeface="Lexend"/>
                <a:sym typeface="Lexend"/>
              </a:rPr>
              <a:t>Max load</a:t>
            </a:r>
            <a:endParaRPr sz="1200">
              <a:solidFill>
                <a:srgbClr val="000000"/>
              </a:solidFill>
              <a:latin typeface="Lexend"/>
              <a:ea typeface="Lexend"/>
              <a:cs typeface="Lexend"/>
              <a:sym typeface="Lexend"/>
            </a:endParaRPr>
          </a:p>
          <a:p>
            <a:pPr indent="0" lvl="0" marL="0" rtl="0" algn="l">
              <a:spcBef>
                <a:spcPts val="0"/>
              </a:spcBef>
              <a:spcAft>
                <a:spcPts val="0"/>
              </a:spcAft>
              <a:buNone/>
            </a:pPr>
            <a:r>
              <a:rPr lang="en-GB" sz="1200">
                <a:solidFill>
                  <a:srgbClr val="000000"/>
                </a:solidFill>
                <a:latin typeface="Lexend"/>
                <a:ea typeface="Lexend"/>
                <a:cs typeface="Lexend"/>
                <a:sym typeface="Lexend"/>
              </a:rPr>
              <a:t>8 persons or 630 kg</a:t>
            </a:r>
            <a:endParaRPr sz="1200">
              <a:solidFill>
                <a:srgbClr val="000000"/>
              </a:solidFill>
              <a:latin typeface="Lexend"/>
              <a:ea typeface="Lexend"/>
              <a:cs typeface="Lexend"/>
              <a:sym typeface="Lexend"/>
            </a:endParaRPr>
          </a:p>
        </p:txBody>
      </p:sp>
      <p:sp>
        <p:nvSpPr>
          <p:cNvPr id="237" name="Google Shape;237;p22"/>
          <p:cNvSpPr/>
          <p:nvPr/>
        </p:nvSpPr>
        <p:spPr>
          <a:xfrm>
            <a:off x="3844468" y="1897575"/>
            <a:ext cx="1278300" cy="1395000"/>
          </a:xfrm>
          <a:prstGeom prst="rect">
            <a:avLst/>
          </a:prstGeom>
          <a:solidFill>
            <a:srgbClr val="F0F0F0"/>
          </a:solidFill>
          <a:ln cap="flat" cmpd="sng" w="9525">
            <a:solidFill>
              <a:srgbClr val="80808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200">
              <a:latin typeface="Lexend"/>
              <a:ea typeface="Lexend"/>
              <a:cs typeface="Lexend"/>
              <a:sym typeface="Lexend"/>
            </a:endParaRPr>
          </a:p>
        </p:txBody>
      </p:sp>
      <p:sp>
        <p:nvSpPr>
          <p:cNvPr id="238" name="Google Shape;238;p22"/>
          <p:cNvSpPr/>
          <p:nvPr/>
        </p:nvSpPr>
        <p:spPr>
          <a:xfrm>
            <a:off x="4101875" y="2000323"/>
            <a:ext cx="779700" cy="390600"/>
          </a:xfrm>
          <a:prstGeom prst="rect">
            <a:avLst/>
          </a:prstGeom>
          <a:solidFill>
            <a:srgbClr val="FFFFFF"/>
          </a:solidFill>
          <a:ln cap="flat" cmpd="sng" w="9525">
            <a:solidFill>
              <a:srgbClr val="80808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200">
                <a:latin typeface="Lexend"/>
                <a:ea typeface="Lexend"/>
                <a:cs typeface="Lexend"/>
                <a:sym typeface="Lexend"/>
              </a:rPr>
              <a:t>▲ 4</a:t>
            </a:r>
            <a:endParaRPr sz="1200">
              <a:latin typeface="Lexend"/>
              <a:ea typeface="Lexend"/>
              <a:cs typeface="Lexend"/>
              <a:sym typeface="Lexend"/>
            </a:endParaRPr>
          </a:p>
        </p:txBody>
      </p:sp>
      <p:sp>
        <p:nvSpPr>
          <p:cNvPr id="239" name="Google Shape;239;p22"/>
          <p:cNvSpPr txBox="1"/>
          <p:nvPr/>
        </p:nvSpPr>
        <p:spPr>
          <a:xfrm>
            <a:off x="3993863" y="2436126"/>
            <a:ext cx="1193700" cy="733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200">
                <a:solidFill>
                  <a:srgbClr val="000000"/>
                </a:solidFill>
                <a:latin typeface="Lexend"/>
                <a:ea typeface="Lexend"/>
                <a:cs typeface="Lexend"/>
                <a:sym typeface="Lexend"/>
              </a:rPr>
              <a:t>Capacity 1000 kg     </a:t>
            </a:r>
            <a:endParaRPr sz="1200">
              <a:solidFill>
                <a:srgbClr val="000000"/>
              </a:solidFill>
              <a:latin typeface="Lexend"/>
              <a:ea typeface="Lexend"/>
              <a:cs typeface="Lexend"/>
              <a:sym typeface="Lexend"/>
            </a:endParaRPr>
          </a:p>
          <a:p>
            <a:pPr indent="0" lvl="0" marL="0" rtl="0" algn="l">
              <a:spcBef>
                <a:spcPts val="0"/>
              </a:spcBef>
              <a:spcAft>
                <a:spcPts val="0"/>
              </a:spcAft>
              <a:buNone/>
            </a:pPr>
            <a:r>
              <a:rPr lang="en-GB" sz="1200">
                <a:solidFill>
                  <a:srgbClr val="000000"/>
                </a:solidFill>
                <a:latin typeface="Lexend"/>
                <a:ea typeface="Lexend"/>
                <a:cs typeface="Lexend"/>
                <a:sym typeface="Lexend"/>
              </a:rPr>
              <a:t>13 persons</a:t>
            </a:r>
            <a:endParaRPr sz="1200">
              <a:solidFill>
                <a:srgbClr val="000000"/>
              </a:solidFill>
              <a:latin typeface="Lexend"/>
              <a:ea typeface="Lexend"/>
              <a:cs typeface="Lexend"/>
              <a:sym typeface="Lexend"/>
            </a:endParaRPr>
          </a:p>
        </p:txBody>
      </p:sp>
      <p:sp>
        <p:nvSpPr>
          <p:cNvPr id="240" name="Google Shape;240;p22"/>
          <p:cNvSpPr txBox="1"/>
          <p:nvPr/>
        </p:nvSpPr>
        <p:spPr>
          <a:xfrm>
            <a:off x="2667606" y="1578588"/>
            <a:ext cx="708900" cy="31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200">
                <a:solidFill>
                  <a:srgbClr val="000000"/>
                </a:solidFill>
                <a:latin typeface="Lexend"/>
                <a:ea typeface="Lexend"/>
                <a:cs typeface="Lexend"/>
                <a:sym typeface="Lexend"/>
              </a:rPr>
              <a:t>Lift A</a:t>
            </a:r>
            <a:endParaRPr sz="1200">
              <a:solidFill>
                <a:srgbClr val="000000"/>
              </a:solidFill>
              <a:latin typeface="Lexend"/>
              <a:ea typeface="Lexend"/>
              <a:cs typeface="Lexend"/>
              <a:sym typeface="Lexend"/>
            </a:endParaRPr>
          </a:p>
        </p:txBody>
      </p:sp>
      <p:sp>
        <p:nvSpPr>
          <p:cNvPr id="241" name="Google Shape;241;p22"/>
          <p:cNvSpPr txBox="1"/>
          <p:nvPr/>
        </p:nvSpPr>
        <p:spPr>
          <a:xfrm>
            <a:off x="4114276" y="1578588"/>
            <a:ext cx="708900" cy="31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200">
                <a:solidFill>
                  <a:srgbClr val="000000"/>
                </a:solidFill>
                <a:latin typeface="Lexend"/>
                <a:ea typeface="Lexend"/>
                <a:cs typeface="Lexend"/>
                <a:sym typeface="Lexend"/>
              </a:rPr>
              <a:t>Lift B</a:t>
            </a:r>
            <a:endParaRPr sz="1200">
              <a:solidFill>
                <a:srgbClr val="000000"/>
              </a:solidFill>
              <a:latin typeface="Lexend"/>
              <a:ea typeface="Lexend"/>
              <a:cs typeface="Lexend"/>
              <a:sym typeface="Lexend"/>
            </a:endParaRPr>
          </a:p>
        </p:txBody>
      </p:sp>
      <p:sp>
        <p:nvSpPr>
          <p:cNvPr id="242" name="Google Shape;242;p22"/>
          <p:cNvSpPr txBox="1"/>
          <p:nvPr/>
        </p:nvSpPr>
        <p:spPr>
          <a:xfrm>
            <a:off x="485550" y="3911025"/>
            <a:ext cx="6624000" cy="8220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lang="en-GB" sz="1200">
                <a:solidFill>
                  <a:srgbClr val="000000"/>
                </a:solidFill>
                <a:latin typeface="Kalam"/>
                <a:ea typeface="Kalam"/>
                <a:cs typeface="Kalam"/>
                <a:sym typeface="Kalam"/>
              </a:rPr>
              <a:t>Lift A assumes people are heavier.  A likely estimation might be 640 ÷ 8 = 80 kg for Lift A and 1040 ÷ 13 = 80 kg Lift B. As these give the same answer, the actual weight is closer to 80 for the first lift than it is for the second. The actual assumed weights are 78.75 kg and 76.92 kg (to 2 d.p.) respectively.</a:t>
            </a:r>
            <a:endParaRPr sz="1200">
              <a:solidFill>
                <a:srgbClr val="000000"/>
              </a:solidFill>
              <a:latin typeface="Kalam"/>
              <a:ea typeface="Kalam"/>
              <a:cs typeface="Kalam"/>
              <a:sym typeface="Kalam"/>
            </a:endParaRPr>
          </a:p>
        </p:txBody>
      </p:sp>
      <p:sp>
        <p:nvSpPr>
          <p:cNvPr id="243" name="Google Shape;243;p22"/>
          <p:cNvSpPr txBox="1"/>
          <p:nvPr/>
        </p:nvSpPr>
        <p:spPr>
          <a:xfrm>
            <a:off x="468000" y="3541725"/>
            <a:ext cx="6624000" cy="369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1200">
                <a:solidFill>
                  <a:schemeClr val="dk1"/>
                </a:solidFill>
                <a:latin typeface="Lexend"/>
                <a:ea typeface="Lexend"/>
                <a:cs typeface="Lexend"/>
                <a:sym typeface="Lexend"/>
              </a:rPr>
              <a:t>a) </a:t>
            </a:r>
            <a:r>
              <a:rPr lang="en-GB" sz="1200">
                <a:solidFill>
                  <a:schemeClr val="dk1"/>
                </a:solidFill>
                <a:latin typeface="Lexend"/>
                <a:ea typeface="Lexend"/>
                <a:cs typeface="Lexend"/>
                <a:sym typeface="Lexend"/>
              </a:rPr>
              <a:t>Which lift assumes that people are heavier? </a:t>
            </a:r>
            <a:endParaRPr/>
          </a:p>
        </p:txBody>
      </p:sp>
      <p:sp>
        <p:nvSpPr>
          <p:cNvPr id="244" name="Google Shape;244;p22"/>
          <p:cNvSpPr txBox="1"/>
          <p:nvPr/>
        </p:nvSpPr>
        <p:spPr>
          <a:xfrm>
            <a:off x="468000" y="4909425"/>
            <a:ext cx="6624000" cy="369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1200">
                <a:solidFill>
                  <a:schemeClr val="dk1"/>
                </a:solidFill>
                <a:latin typeface="Lexend"/>
                <a:ea typeface="Lexend"/>
                <a:cs typeface="Lexend"/>
                <a:sym typeface="Lexend"/>
              </a:rPr>
              <a:t>b) Which lift is easier to estimate? Why?</a:t>
            </a:r>
            <a:endParaRPr sz="1200"/>
          </a:p>
        </p:txBody>
      </p:sp>
      <p:sp>
        <p:nvSpPr>
          <p:cNvPr id="245" name="Google Shape;245;p22"/>
          <p:cNvSpPr txBox="1"/>
          <p:nvPr/>
        </p:nvSpPr>
        <p:spPr>
          <a:xfrm>
            <a:off x="468000" y="5322275"/>
            <a:ext cx="6624000" cy="11088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lang="en-GB" sz="1200">
                <a:solidFill>
                  <a:srgbClr val="000000"/>
                </a:solidFill>
                <a:latin typeface="Kalam"/>
                <a:ea typeface="Kalam"/>
                <a:cs typeface="Kalam"/>
                <a:sym typeface="Kalam"/>
              </a:rPr>
              <a:t>Answers can vary. Some may argue that the first lift is easiest, as 630 is close to 640, which is a multiple of 8, so 640 ÷ 80 is a straightforward calculation. You may find the second lift easier may also use the strategy of finding a ‘nearby’ multiplication fact such as 960 ÷ 12 or 1040 ÷ 13.</a:t>
            </a:r>
            <a:endParaRPr sz="1200">
              <a:solidFill>
                <a:srgbClr val="000000"/>
              </a:solidFill>
              <a:latin typeface="Kalam"/>
              <a:ea typeface="Kalam"/>
              <a:cs typeface="Kalam"/>
              <a:sym typeface="Kalam"/>
            </a:endParaRPr>
          </a:p>
          <a:p>
            <a:pPr indent="0" lvl="0" marL="0" rtl="0" algn="l">
              <a:lnSpc>
                <a:spcPct val="115000"/>
              </a:lnSpc>
              <a:spcBef>
                <a:spcPts val="1000"/>
              </a:spcBef>
              <a:spcAft>
                <a:spcPts val="0"/>
              </a:spcAft>
              <a:buNone/>
            </a:pPr>
            <a:r>
              <a:t/>
            </a:r>
            <a:endParaRPr sz="1200">
              <a:solidFill>
                <a:srgbClr val="000000"/>
              </a:solidFill>
              <a:latin typeface="Lexend"/>
              <a:ea typeface="Lexend"/>
              <a:cs typeface="Lexend"/>
              <a:sym typeface="Lexend"/>
            </a:endParaRPr>
          </a:p>
          <a:p>
            <a:pPr indent="0" lvl="0" marL="0" rtl="0" algn="l">
              <a:lnSpc>
                <a:spcPct val="115000"/>
              </a:lnSpc>
              <a:spcBef>
                <a:spcPts val="1000"/>
              </a:spcBef>
              <a:spcAft>
                <a:spcPts val="1000"/>
              </a:spcAft>
              <a:buNone/>
            </a:pPr>
            <a:r>
              <a:t/>
            </a:r>
            <a:endParaRPr sz="1200">
              <a:solidFill>
                <a:srgbClr val="000000"/>
              </a:solidFill>
              <a:latin typeface="Lexend"/>
              <a:ea typeface="Lexend"/>
              <a:cs typeface="Lexend"/>
              <a:sym typeface="Lexend"/>
            </a:endParaRPr>
          </a:p>
        </p:txBody>
      </p:sp>
      <p:sp>
        <p:nvSpPr>
          <p:cNvPr id="246" name="Google Shape;246;p22"/>
          <p:cNvSpPr txBox="1"/>
          <p:nvPr/>
        </p:nvSpPr>
        <p:spPr>
          <a:xfrm>
            <a:off x="468000" y="6124725"/>
            <a:ext cx="6641700" cy="58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1200">
                <a:solidFill>
                  <a:schemeClr val="dk1"/>
                </a:solidFill>
                <a:latin typeface="Lexend"/>
                <a:ea typeface="Lexend"/>
                <a:cs typeface="Lexend"/>
                <a:sym typeface="Lexend"/>
              </a:rPr>
              <a:t>c) Nine identical boxes are under the weight limit for one lift, but over it for the other lift. What do you know about the weight of the boxes?</a:t>
            </a:r>
            <a:endParaRPr sz="1200"/>
          </a:p>
        </p:txBody>
      </p:sp>
      <p:sp>
        <p:nvSpPr>
          <p:cNvPr id="247" name="Google Shape;247;p22"/>
          <p:cNvSpPr txBox="1"/>
          <p:nvPr/>
        </p:nvSpPr>
        <p:spPr>
          <a:xfrm>
            <a:off x="468000" y="6761675"/>
            <a:ext cx="6641700" cy="4200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lang="en-GB" sz="1200">
                <a:solidFill>
                  <a:srgbClr val="000000"/>
                </a:solidFill>
                <a:latin typeface="Kalam"/>
                <a:ea typeface="Kalam"/>
                <a:cs typeface="Kalam"/>
                <a:sym typeface="Kalam"/>
              </a:rPr>
              <a:t>The boxes must weigh between 70 kg and approximately 111 kg.</a:t>
            </a:r>
            <a:endParaRPr sz="1200">
              <a:solidFill>
                <a:srgbClr val="000000"/>
              </a:solidFill>
              <a:latin typeface="Kalam"/>
              <a:ea typeface="Kalam"/>
              <a:cs typeface="Kalam"/>
              <a:sym typeface="Kalam"/>
            </a:endParaRPr>
          </a:p>
          <a:p>
            <a:pPr indent="0" lvl="0" marL="0" rtl="0" algn="l">
              <a:lnSpc>
                <a:spcPct val="115000"/>
              </a:lnSpc>
              <a:spcBef>
                <a:spcPts val="1000"/>
              </a:spcBef>
              <a:spcAft>
                <a:spcPts val="0"/>
              </a:spcAft>
              <a:buNone/>
            </a:pPr>
            <a:r>
              <a:t/>
            </a:r>
            <a:endParaRPr sz="1200">
              <a:solidFill>
                <a:srgbClr val="000000"/>
              </a:solidFill>
              <a:latin typeface="Lexend"/>
              <a:ea typeface="Lexend"/>
              <a:cs typeface="Lexend"/>
              <a:sym typeface="Lexend"/>
            </a:endParaRPr>
          </a:p>
          <a:p>
            <a:pPr indent="0" lvl="0" marL="0" rtl="0" algn="l">
              <a:lnSpc>
                <a:spcPct val="115000"/>
              </a:lnSpc>
              <a:spcBef>
                <a:spcPts val="1000"/>
              </a:spcBef>
              <a:spcAft>
                <a:spcPts val="1000"/>
              </a:spcAft>
              <a:buNone/>
            </a:pPr>
            <a:r>
              <a:t/>
            </a:r>
            <a:endParaRPr sz="1200">
              <a:solidFill>
                <a:srgbClr val="000000"/>
              </a:solidFill>
              <a:latin typeface="Lexend"/>
              <a:ea typeface="Lexend"/>
              <a:cs typeface="Lexend"/>
              <a:sym typeface="Lexend"/>
            </a:endParaRPr>
          </a:p>
        </p:txBody>
      </p:sp>
      <p:sp>
        <p:nvSpPr>
          <p:cNvPr id="248" name="Google Shape;248;p22"/>
          <p:cNvSpPr txBox="1"/>
          <p:nvPr/>
        </p:nvSpPr>
        <p:spPr>
          <a:xfrm>
            <a:off x="468000" y="7096525"/>
            <a:ext cx="6641700" cy="58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1200">
                <a:solidFill>
                  <a:schemeClr val="dk1"/>
                </a:solidFill>
                <a:latin typeface="Lexend"/>
                <a:ea typeface="Lexend"/>
                <a:cs typeface="Lexend"/>
                <a:sym typeface="Lexend"/>
              </a:rPr>
              <a:t>d) Five boxes weighing 23 kg each are put into each lift. Approximately how many people can safely get in the lifts with them?</a:t>
            </a:r>
            <a:endParaRPr sz="1200"/>
          </a:p>
        </p:txBody>
      </p:sp>
      <p:sp>
        <p:nvSpPr>
          <p:cNvPr id="249" name="Google Shape;249;p22"/>
          <p:cNvSpPr txBox="1"/>
          <p:nvPr/>
        </p:nvSpPr>
        <p:spPr>
          <a:xfrm>
            <a:off x="468000" y="7704825"/>
            <a:ext cx="6641700" cy="1006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1200">
                <a:solidFill>
                  <a:schemeClr val="dk1"/>
                </a:solidFill>
                <a:latin typeface="Kalam"/>
                <a:ea typeface="Kalam"/>
                <a:cs typeface="Kalam"/>
                <a:sym typeface="Kalam"/>
              </a:rPr>
              <a:t>Answers will depend on how to estimate or calculate with 23. You might take the total weight of the boxes to be 100 (rounding 23 to 20), 115 (using 23) or 125 (rounding 23 to 25). Approximately six people can get into the first lift with the boxes; approximately 11 people can get into the second lift with the boxes.</a:t>
            </a:r>
            <a:endParaRPr sz="1200"/>
          </a:p>
        </p:txBody>
      </p:sp>
      <p:sp>
        <p:nvSpPr>
          <p:cNvPr id="250" name="Google Shape;250;p22"/>
          <p:cNvSpPr txBox="1"/>
          <p:nvPr/>
        </p:nvSpPr>
        <p:spPr>
          <a:xfrm>
            <a:off x="468000" y="8737925"/>
            <a:ext cx="6624000" cy="369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1200">
                <a:solidFill>
                  <a:schemeClr val="dk1"/>
                </a:solidFill>
                <a:latin typeface="Lexend"/>
                <a:ea typeface="Lexend"/>
                <a:cs typeface="Lexend"/>
                <a:sym typeface="Lexend"/>
              </a:rPr>
              <a:t>e) Explain why it is better to overestimate all the scenarios above.</a:t>
            </a:r>
            <a:endParaRPr sz="1200"/>
          </a:p>
        </p:txBody>
      </p:sp>
      <p:sp>
        <p:nvSpPr>
          <p:cNvPr id="251" name="Google Shape;251;p22"/>
          <p:cNvSpPr txBox="1"/>
          <p:nvPr/>
        </p:nvSpPr>
        <p:spPr>
          <a:xfrm>
            <a:off x="468000" y="9234475"/>
            <a:ext cx="6624000" cy="58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1200">
                <a:solidFill>
                  <a:schemeClr val="dk1"/>
                </a:solidFill>
                <a:latin typeface="Kalam"/>
                <a:ea typeface="Kalam"/>
                <a:cs typeface="Kalam"/>
                <a:sym typeface="Kalam"/>
              </a:rPr>
              <a:t>For estimating weight in a lift, it is better to </a:t>
            </a:r>
            <a:r>
              <a:rPr b="1" lang="en-GB" sz="1200">
                <a:solidFill>
                  <a:schemeClr val="dk1"/>
                </a:solidFill>
                <a:latin typeface="Kalam"/>
                <a:ea typeface="Kalam"/>
                <a:cs typeface="Kalam"/>
                <a:sym typeface="Kalam"/>
              </a:rPr>
              <a:t>overestimate</a:t>
            </a:r>
            <a:r>
              <a:rPr lang="en-GB" sz="1200">
                <a:solidFill>
                  <a:schemeClr val="dk1"/>
                </a:solidFill>
                <a:latin typeface="Kalam"/>
                <a:ea typeface="Kalam"/>
                <a:cs typeface="Kalam"/>
                <a:sym typeface="Kalam"/>
              </a:rPr>
              <a:t>. If we </a:t>
            </a:r>
            <a:r>
              <a:rPr b="1" lang="en-GB" sz="1200">
                <a:solidFill>
                  <a:schemeClr val="dk1"/>
                </a:solidFill>
                <a:latin typeface="Kalam"/>
                <a:ea typeface="Kalam"/>
                <a:cs typeface="Kalam"/>
                <a:sym typeface="Kalam"/>
              </a:rPr>
              <a:t>underestimate</a:t>
            </a:r>
            <a:r>
              <a:rPr lang="en-GB" sz="1200">
                <a:solidFill>
                  <a:schemeClr val="dk1"/>
                </a:solidFill>
                <a:latin typeface="Kalam"/>
                <a:ea typeface="Kalam"/>
                <a:cs typeface="Kalam"/>
                <a:sym typeface="Kalam"/>
              </a:rPr>
              <a:t>, then the lift is in danger of exceeding capacity and breaking. </a:t>
            </a:r>
            <a:endParaRPr sz="1200"/>
          </a:p>
        </p:txBody>
      </p:sp>
    </p:spTree>
  </p:cSld>
  <p:clrMapOvr>
    <a:masterClrMapping/>
  </p:clrMapOvr>
</p:sld>
</file>

<file path=ppt/theme/theme1.xml><?xml version="1.0" encoding="utf-8"?>
<a:theme xmlns:a="http://schemas.openxmlformats.org/drawingml/2006/main" xmlns:r="http://schemas.openxmlformats.org/officeDocument/2006/relationships" name="Worksheet Answers September 2023">
  <a:themeElements>
    <a:clrScheme name="Simple Light">
      <a:dk1>
        <a:srgbClr val="000000"/>
      </a:dk1>
      <a:lt1>
        <a:srgbClr val="FFFFFF"/>
      </a:lt1>
      <a:dk2>
        <a:srgbClr val="000000"/>
      </a:dk2>
      <a:lt2>
        <a:srgbClr val="F0F0F0"/>
      </a:lt2>
      <a:accent1>
        <a:srgbClr val="25AB38"/>
      </a:accent1>
      <a:accent2>
        <a:srgbClr val="374CF1"/>
      </a:accent2>
      <a:accent3>
        <a:srgbClr val="D02AA7"/>
      </a:accent3>
      <a:accent4>
        <a:srgbClr val="845AD9"/>
      </a:accent4>
      <a:accent5>
        <a:srgbClr val="037B7D"/>
      </a:accent5>
      <a:accent6>
        <a:srgbClr val="E51D4D"/>
      </a:accent6>
      <a:hlink>
        <a:srgbClr val="25AB38"/>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LD">
  <a:themeElements>
    <a:clrScheme name="Simple Light">
      <a:dk1>
        <a:srgbClr val="000000"/>
      </a:dk1>
      <a:lt1>
        <a:srgbClr val="FFFFFF"/>
      </a:lt1>
      <a:dk2>
        <a:srgbClr val="000000"/>
      </a:dk2>
      <a:lt2>
        <a:srgbClr val="F0F0F0"/>
      </a:lt2>
      <a:accent1>
        <a:srgbClr val="25AB38"/>
      </a:accent1>
      <a:accent2>
        <a:srgbClr val="374CF1"/>
      </a:accent2>
      <a:accent3>
        <a:srgbClr val="D02AA7"/>
      </a:accent3>
      <a:accent4>
        <a:srgbClr val="845AD9"/>
      </a:accent4>
      <a:accent5>
        <a:srgbClr val="037B7D"/>
      </a:accent5>
      <a:accent6>
        <a:srgbClr val="E51D4D"/>
      </a:accent6>
      <a:hlink>
        <a:srgbClr val="25AB38"/>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