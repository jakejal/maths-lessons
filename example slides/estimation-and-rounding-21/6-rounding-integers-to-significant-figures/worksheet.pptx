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5B0750-E733-4115-BE45-BB67BA34F7C3}">
  <a:tblStyle styleId="{465B0750-E733-4115-BE45-BB67BA34F7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Rounding integers to significant figures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486025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7998" y="1422225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a number line for significant figures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878352"/>
            <a:ext cx="66240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these sentences: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39271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1842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390 482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4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13 456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2035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507 836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1 007 832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44200" y="4239950"/>
            <a:ext cx="6624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Match the following to the correctly rounded figure: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1284148" y="4554601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87 995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284148" y="5189167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86 952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284148" y="5823734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88 145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284148" y="6458301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87 492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4120577" y="4554601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88 000 (3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120577" y="5189167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88 000 (2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120577" y="5823734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87 000 (2 s.f.)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120577" y="6458301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87 000 (3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7030075"/>
            <a:ext cx="6422700" cy="25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of the following to the number of significant figures given in the brackets.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1672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1672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23 937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23 937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175 302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175 302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450150" y="7503250"/>
            <a:ext cx="31188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407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407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50 376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50 376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 s.f.)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730 095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730 095 =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integers to significant figures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graphicFrame>
        <p:nvGraphicFramePr>
          <p:cNvPr id="183" name="Google Shape;183;p21"/>
          <p:cNvGraphicFramePr/>
          <p:nvPr/>
        </p:nvGraphicFramePr>
        <p:xfrm>
          <a:off x="2014725" y="362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{465B0750-E733-4115-BE45-BB67BA34F7C3}</a:tableStyleId>
              </a:tblPr>
              <a:tblGrid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Rounding to a given number of significant figures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3439875" y="360410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2030175" y="398510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2736412" y="398510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857195" y="398510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141867" y="4365148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2741692" y="474043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2736930" y="550243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432255" y="5507195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206269" y="5507589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2008267" y="588343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1614550"/>
            <a:ext cx="2280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Across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     9324 (1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34 605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8408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32 047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45 452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365.92 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1 530 204 (1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3079830" y="626443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774700" y="1614550"/>
            <a:ext cx="2184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Down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9078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250.02 (1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693 638 (5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7118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7950 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565.45 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499.53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78.498 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355930" y="588343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11028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number to the given number of significant figures in brackets and complete the cross number puzzle.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