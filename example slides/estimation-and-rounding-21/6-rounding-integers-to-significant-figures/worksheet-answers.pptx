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2D6C40-645C-4948-A415-1FF1EFC3A469}">
  <a:tblStyle styleId="{842D6C40-645C-4948-A415-1FF1EFC3A4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integers to significant figures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86025" y="99720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7998" y="1422225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 number line for significant figures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878352"/>
            <a:ext cx="6624000" cy="23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these sentences: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39271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1842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390 482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4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13 456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2035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507 836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significant figure of 1 007 832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4239950"/>
            <a:ext cx="6624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following to the correctly rounded figure: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284148" y="45546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87 995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284148" y="5189167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86 952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284148" y="5823734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88 145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284148" y="64583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87 492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120577" y="45546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88 000 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120577" y="5189167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88 000 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120577" y="5823734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87 000 (2 s.f.)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120577" y="6458301"/>
            <a:ext cx="2166000" cy="358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87 000 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3448863" y="4902322"/>
            <a:ext cx="671700" cy="471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>
            <a:endCxn id="182" idx="1"/>
          </p:cNvCxnSpPr>
          <p:nvPr/>
        </p:nvCxnSpPr>
        <p:spPr>
          <a:xfrm flipH="1" rot="10800000">
            <a:off x="3448877" y="5368567"/>
            <a:ext cx="671700" cy="588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>
            <a:endCxn id="184" idx="1"/>
          </p:cNvCxnSpPr>
          <p:nvPr/>
        </p:nvCxnSpPr>
        <p:spPr>
          <a:xfrm>
            <a:off x="3435077" y="5342001"/>
            <a:ext cx="685500" cy="12957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0"/>
          <p:cNvCxnSpPr>
            <a:endCxn id="183" idx="1"/>
          </p:cNvCxnSpPr>
          <p:nvPr/>
        </p:nvCxnSpPr>
        <p:spPr>
          <a:xfrm flipH="1" rot="10800000">
            <a:off x="3448877" y="6003134"/>
            <a:ext cx="671700" cy="720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>
            <a:stCxn id="177" idx="3"/>
            <a:endCxn id="182" idx="1"/>
          </p:cNvCxnSpPr>
          <p:nvPr/>
        </p:nvCxnSpPr>
        <p:spPr>
          <a:xfrm>
            <a:off x="3450148" y="4734001"/>
            <a:ext cx="670500" cy="6345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468000" y="7030075"/>
            <a:ext cx="64227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of the following to the number of significant figures given in the brackets.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1672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1672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1670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23 937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23 937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23 900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175 302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175 302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175 300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450150" y="7530183"/>
            <a:ext cx="311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407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407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410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50 376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50 000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50 376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50 400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730 095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730 100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7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730 095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730 100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(5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integers to significant figures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200" name="Google Shape;200;p21"/>
          <p:cNvGraphicFramePr/>
          <p:nvPr/>
        </p:nvGraphicFramePr>
        <p:xfrm>
          <a:off x="2014725" y="362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{842D6C40-645C-4948-A415-1FF1EFC3A469}</a:tableStyleId>
              </a:tblPr>
              <a:tblGrid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Rounding to a given number of significant figures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439875" y="3604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2030175" y="3985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2736412" y="3985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857195" y="398510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141867" y="4365148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2741692" y="4740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736930" y="5502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3432255" y="5507195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206269" y="5507589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008267" y="5883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079830" y="6264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2355930" y="588343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102800"/>
            <a:ext cx="66240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each number to the given number of significant figures in brackets and complete the cross number puzzle.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1614550"/>
            <a:ext cx="22809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 9324 (1 s.f.)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34 605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8408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32 047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45 452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365.92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1 530 204 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774700" y="1614550"/>
            <a:ext cx="2184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9078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250.02 (1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693 638 (5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7118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7950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565.45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499.53 (3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78.498 (2 s.f.)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