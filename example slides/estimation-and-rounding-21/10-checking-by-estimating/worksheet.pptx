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b2e5e22179_0_1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b2e5e2217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by estimating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65400" y="18204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rectangle has dimensions 145 m by 18.4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calculat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would give a suitable estimate for the area of the rectangle? Explain why you think it is a suitable estimation.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150 ×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150 ×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100 ×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18 × 145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5400" y="14376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Estimating answers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3041977" y="2489040"/>
            <a:ext cx="2263800" cy="427800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3884923" y="2068449"/>
            <a:ext cx="8322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254214" y="2514936"/>
            <a:ext cx="8322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" name="Google Shape;166;p20"/>
          <p:cNvCxnSpPr/>
          <p:nvPr/>
        </p:nvCxnSpPr>
        <p:spPr>
          <a:xfrm rot="10800000">
            <a:off x="2940844" y="2489043"/>
            <a:ext cx="0" cy="42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" name="Google Shape;167;p20"/>
          <p:cNvCxnSpPr/>
          <p:nvPr/>
        </p:nvCxnSpPr>
        <p:spPr>
          <a:xfrm rot="10800000">
            <a:off x="3045807" y="2380131"/>
            <a:ext cx="2256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" name="Google Shape;168;p20"/>
          <p:cNvSpPr txBox="1"/>
          <p:nvPr/>
        </p:nvSpPr>
        <p:spPr>
          <a:xfrm>
            <a:off x="465400" y="5309175"/>
            <a:ext cx="662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are 3 damaged receipts. Each pupil pays with a £20.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gets £12.23 change. Jacob gets £6.89 change. Sam gets £9.11 change. Only using estimation, which student went to which shop?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400" y="6212465"/>
            <a:ext cx="1788825" cy="145509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866279" y="6179575"/>
            <a:ext cx="11388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Shop A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86040" y="6409783"/>
            <a:ext cx="67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329060" y="6409783"/>
            <a:ext cx="67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636001" y="6578200"/>
            <a:ext cx="15186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          £5.12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702874" y="6731950"/>
            <a:ext cx="17091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Pencil      £0.78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916306" y="6885712"/>
            <a:ext cx="12384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Ruler   £1.89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990992" y="7065478"/>
            <a:ext cx="11643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Paper   £3.10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916306" y="7245252"/>
            <a:ext cx="11643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>
            <a:off x="1024682" y="7303221"/>
            <a:ext cx="9474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2988" y="6204145"/>
            <a:ext cx="1788825" cy="1532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2973633" y="6346194"/>
            <a:ext cx="712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756144" y="6346194"/>
            <a:ext cx="712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026245" y="6523570"/>
            <a:ext cx="1304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Pencil      £1.02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096683" y="6685493"/>
            <a:ext cx="13716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Stamps   £7.83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321453" y="6847416"/>
            <a:ext cx="1304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Label   £2.99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400108" y="7036735"/>
            <a:ext cx="1226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Crisps  £1.27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337740" y="7272798"/>
            <a:ext cx="1226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321461" y="6183021"/>
            <a:ext cx="1199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Shop B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3432069" y="7304186"/>
            <a:ext cx="9978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9" name="Google Shape;1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0200" y="6189725"/>
            <a:ext cx="1788800" cy="15324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194227" y="6293206"/>
            <a:ext cx="712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976726" y="6293206"/>
            <a:ext cx="712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246852" y="6470575"/>
            <a:ext cx="15186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USB          £5.03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317275" y="6632500"/>
            <a:ext cx="13716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Paper     £0.28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542041" y="6794421"/>
            <a:ext cx="1304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Pens   £0.91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627243" y="6956327"/>
            <a:ext cx="1226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Pencil  £0.56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634061" y="6163396"/>
            <a:ext cx="1199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Shop C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581163" y="7273128"/>
            <a:ext cx="1226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634053" y="7118243"/>
            <a:ext cx="1226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Crisps  £0.99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5741378" y="7336354"/>
            <a:ext cx="9978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/>
          <p:nvPr/>
        </p:nvSpPr>
        <p:spPr>
          <a:xfrm>
            <a:off x="468000" y="5794426"/>
            <a:ext cx="3190500" cy="1024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by estimating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3849613" y="5808389"/>
            <a:ext cx="2982900" cy="1024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534736" y="4553594"/>
            <a:ext cx="3433500" cy="1024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19866" y="4515125"/>
            <a:ext cx="2741100" cy="1024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5638"/>
            <a:ext cx="1850138" cy="181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669450" y="2030800"/>
            <a:ext cx="20649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Pencil      £0.94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720000"/>
            <a:ext cx="662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Another receipt was damaged. Jun remembers paying with a £50 note and receiving about £3 back in change. Estimate how much the board game was. You must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98755" y="1513400"/>
            <a:ext cx="6990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367242" y="1513400"/>
            <a:ext cx="6990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98752" y="1856575"/>
            <a:ext cx="15174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          £8.12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752684" y="2188080"/>
            <a:ext cx="12807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Ruler   £1.89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839978" y="2374981"/>
            <a:ext cx="1204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Paper   £4.50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911951" y="2897514"/>
            <a:ext cx="1204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 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807025" y="2722300"/>
            <a:ext cx="22038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B. Game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972397" y="2547077"/>
            <a:ext cx="1204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USB      £8.59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60294" y="1684985"/>
            <a:ext cx="16608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Stamps   £5.31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1"/>
          <p:cNvCxnSpPr/>
          <p:nvPr/>
        </p:nvCxnSpPr>
        <p:spPr>
          <a:xfrm>
            <a:off x="480750" y="34585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1"/>
          <p:cNvSpPr txBox="1"/>
          <p:nvPr/>
        </p:nvSpPr>
        <p:spPr>
          <a:xfrm>
            <a:off x="468000" y="3974225"/>
            <a:ext cx="6624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estimation only, put a tick with the calculation which gives the approximate correct answer. Where the answer is incorrect, identify the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68000" y="35914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Checking answers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519866" y="4584505"/>
            <a:ext cx="24780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Buying 34 books each costing £21.32       £700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225" name="Google Shape;225;p21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148" y="4880141"/>
            <a:ext cx="180387" cy="14307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468000" y="5762250"/>
            <a:ext cx="31467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square with length 8.23 mm has a perimeter       64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3550237" y="4572394"/>
            <a:ext cx="3541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rectangle with lengths 3.21 cm by 9.56 cm has an area      30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953547" y="5762240"/>
            <a:ext cx="29829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approximately forty five 50p pieces in £91.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229" name="Google Shape;229;p21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6099" y="6064649"/>
            <a:ext cx="180387" cy="143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 &quot;&gt;&lt;mo&gt;≈&lt;/mo&gt;&lt;/math&gt;" id="230" name="Google Shape;230;p21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4741" y="4859817"/>
            <a:ext cx="180387" cy="14307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468000" y="7063200"/>
            <a:ext cx="5944200" cy="21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approximately: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Make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sure to show your reasoning or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7.03\times\frac{5}{11}&quot;&gt;&lt;mn&gt;7.03&lt;/mn&gt;&lt;mo&gt;×&lt;/mo&gt;&lt;mfrac&gt;&lt;mn&gt;5&lt;/mn&gt;&lt;mn&gt;11&lt;/mn&gt;&lt;/mfrac&gt;&lt;/math&gt;" id="232" name="Google Shape;232;p21" title="7.03 times 5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1495" y="7063200"/>
            <a:ext cx="1199991" cy="60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/>
          <p:nvPr/>
        </p:nvSpPr>
        <p:spPr>
          <a:xfrm>
            <a:off x="514549" y="7986225"/>
            <a:ext cx="659100" cy="60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1242590" y="7986225"/>
            <a:ext cx="659100" cy="60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2698673" y="7986225"/>
            <a:ext cx="659100" cy="60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3426729" y="7986225"/>
            <a:ext cx="1192800" cy="60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possible to estimate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1970639" y="7986225"/>
            <a:ext cx="659100" cy="60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4" name="Google Shape;244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by estimating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468000" y="7200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Here is a floor plan of a one bedroom apartment. The Oak teacher spots an error with a measurement given.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find the error? Estimate what the correct measurement should be.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" name="Google Shape;2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71" y="1165678"/>
            <a:ext cx="2426351" cy="18324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22"/>
          <p:cNvCxnSpPr/>
          <p:nvPr/>
        </p:nvCxnSpPr>
        <p:spPr>
          <a:xfrm>
            <a:off x="2464515" y="1152070"/>
            <a:ext cx="0" cy="1754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0" name="Google Shape;250;p22"/>
          <p:cNvCxnSpPr/>
          <p:nvPr/>
        </p:nvCxnSpPr>
        <p:spPr>
          <a:xfrm rot="10800000">
            <a:off x="2557786" y="3051671"/>
            <a:ext cx="2413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1" name="Google Shape;251;p22"/>
          <p:cNvSpPr txBox="1"/>
          <p:nvPr/>
        </p:nvSpPr>
        <p:spPr>
          <a:xfrm>
            <a:off x="3198359" y="1456591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18.47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2672395" y="2254124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11.18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3488318" y="2266112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11.49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4384125" y="1301270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3.77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3524257" y="2998116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92.4 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 rot="-5400000">
            <a:off x="1848358" y="1680169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7.03 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468100" y="4482639"/>
            <a:ext cx="6624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Can you estimate the area of the missing room?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