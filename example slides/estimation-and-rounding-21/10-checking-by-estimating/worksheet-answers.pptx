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b2e3fdedea_0_3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b2e3fdede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by estimating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5400" y="18204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rectangle has dimensions 145 m by 18.4 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calculat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would give a suitable estimate for the area of the rectangle? Explain why you think it is a suitable estimation.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150 × 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150 ×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100 ×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18 × 145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5400" y="14376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Estimating answers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041977" y="2489040"/>
            <a:ext cx="2263800" cy="427800"/>
          </a:xfrm>
          <a:prstGeom prst="rect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884923" y="2068449"/>
            <a:ext cx="8322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254214" y="2514936"/>
            <a:ext cx="8322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18.4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" name="Google Shape;178;p20"/>
          <p:cNvCxnSpPr/>
          <p:nvPr/>
        </p:nvCxnSpPr>
        <p:spPr>
          <a:xfrm rot="10800000">
            <a:off x="2940844" y="2489043"/>
            <a:ext cx="0" cy="42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9" name="Google Shape;179;p20"/>
          <p:cNvCxnSpPr/>
          <p:nvPr/>
        </p:nvCxnSpPr>
        <p:spPr>
          <a:xfrm rot="10800000">
            <a:off x="3045807" y="2380131"/>
            <a:ext cx="2256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0" name="Google Shape;180;p20"/>
          <p:cNvSpPr txBox="1"/>
          <p:nvPr/>
        </p:nvSpPr>
        <p:spPr>
          <a:xfrm>
            <a:off x="1416274" y="3462750"/>
            <a:ext cx="5409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suitable because each number has been rounded to 2 s.f.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416274" y="3800489"/>
            <a:ext cx="5409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suitable because each number has been rounded to the nearest 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416274" y="4120651"/>
            <a:ext cx="5675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suitable because each number has been rounded to 1 s.f.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416274" y="4482352"/>
            <a:ext cx="5675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suitable because each number has been rounded to the nearest integer.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5400" y="5309175"/>
            <a:ext cx="662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Here are 3 damaged receipts. Each pupil pays with a £20.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gets £12.23 change. Jacob gets £6.89 change. Sam gets £9.11 change. Only using estimation, which student went to which shop?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65400" y="7799025"/>
            <a:ext cx="19467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Estimating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£5 + £1 + £2 + £3 = £11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Approximate change expected £9.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Sam went to Shop 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400" y="6212465"/>
            <a:ext cx="1788825" cy="145509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866279" y="6179575"/>
            <a:ext cx="11388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Shop A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86040" y="6409783"/>
            <a:ext cx="6762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Items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1329060" y="6409783"/>
            <a:ext cx="6762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Price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636001" y="6578200"/>
            <a:ext cx="15186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          £5.12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702874" y="6731950"/>
            <a:ext cx="17091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Pencil      £0.78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916306" y="6885712"/>
            <a:ext cx="12384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Ruler   £1.89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990992" y="7065478"/>
            <a:ext cx="11643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Paper   £3.10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916306" y="7245252"/>
            <a:ext cx="11643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 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>
            <a:off x="1024682" y="7303221"/>
            <a:ext cx="9474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2988" y="6204145"/>
            <a:ext cx="1788825" cy="153243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2973633" y="6346194"/>
            <a:ext cx="7122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Items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3756144" y="6346194"/>
            <a:ext cx="7122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Price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3026245" y="6523570"/>
            <a:ext cx="13041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Pencil      £1.02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3096683" y="6685493"/>
            <a:ext cx="13716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Stamps   £7.83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3321453" y="6847416"/>
            <a:ext cx="13041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Label   £2.99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400108" y="7036735"/>
            <a:ext cx="12261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Crisps  £1.27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3337740" y="7272798"/>
            <a:ext cx="12261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 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321461" y="6183021"/>
            <a:ext cx="1199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Shop B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" name="Google Shape;205;p20"/>
          <p:cNvCxnSpPr/>
          <p:nvPr/>
        </p:nvCxnSpPr>
        <p:spPr>
          <a:xfrm>
            <a:off x="3432069" y="7304186"/>
            <a:ext cx="9978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0"/>
          <p:cNvSpPr txBox="1"/>
          <p:nvPr/>
        </p:nvSpPr>
        <p:spPr>
          <a:xfrm>
            <a:off x="2800800" y="7799025"/>
            <a:ext cx="19467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Estimating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£1 + £8+ £3 + £1 = £13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Approximate change expected £7.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Jacob went to Shop 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7" name="Google Shape;2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0200" y="6189725"/>
            <a:ext cx="1788800" cy="1532417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5194227" y="6293206"/>
            <a:ext cx="7122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Items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5976726" y="6293206"/>
            <a:ext cx="7122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Price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5246852" y="6470575"/>
            <a:ext cx="15186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USB          £5.03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317275" y="6632500"/>
            <a:ext cx="13716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Paper     £0.28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542041" y="6794421"/>
            <a:ext cx="13041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Pens   £0.91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5627243" y="6956327"/>
            <a:ext cx="12261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Pencil  £0.56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5634061" y="6163396"/>
            <a:ext cx="1199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Shop C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581163" y="7273128"/>
            <a:ext cx="12261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 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5634053" y="7118243"/>
            <a:ext cx="12261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Crisps  £0.99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" name="Google Shape;217;p20"/>
          <p:cNvCxnSpPr/>
          <p:nvPr/>
        </p:nvCxnSpPr>
        <p:spPr>
          <a:xfrm>
            <a:off x="5741378" y="7336354"/>
            <a:ext cx="9978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20"/>
          <p:cNvSpPr txBox="1"/>
          <p:nvPr/>
        </p:nvSpPr>
        <p:spPr>
          <a:xfrm>
            <a:off x="5074036" y="7782825"/>
            <a:ext cx="2013300" cy="17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Estimating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£5 + £0.30+ £1 + £0.50 + £1= £7.80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Approximate change expected £12.20.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Aisha went to Shop 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/>
          <p:nvPr/>
        </p:nvSpPr>
        <p:spPr>
          <a:xfrm>
            <a:off x="519866" y="6258971"/>
            <a:ext cx="31467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8 × 8 = 64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Perimeter = 8 + 8 + 8 + 8 = 32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468000" y="5794426"/>
            <a:ext cx="3190500" cy="1024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3849613" y="5808389"/>
            <a:ext cx="2982900" cy="1024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3534736" y="4553594"/>
            <a:ext cx="3433500" cy="1024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19866" y="4515125"/>
            <a:ext cx="2741100" cy="1024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" name="Google Shape;2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5638"/>
            <a:ext cx="1850138" cy="181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669450" y="2030800"/>
            <a:ext cx="20649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Pencil      £0.94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by estimating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468000" y="720000"/>
            <a:ext cx="662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Another receipt was damaged. Jun remembers paying with a £50 note and receiving about £3 back in change. Estimate how much the board game was. You must show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2605500" y="1582875"/>
            <a:ext cx="4696200" cy="17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Estimating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£5 + £8 + £1 + £2 + £5 + £9 = £30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Given the change from £50 was £3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£50 - £33 = £17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board game was approximately £17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598755" y="1513400"/>
            <a:ext cx="6990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Items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1367242" y="1513400"/>
            <a:ext cx="6990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Price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98752" y="1856575"/>
            <a:ext cx="15174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          £8.12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752684" y="2188080"/>
            <a:ext cx="12807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Ruler   £1.89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839978" y="2374981"/>
            <a:ext cx="12042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Paper   £4.50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911951" y="2897514"/>
            <a:ext cx="12042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  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807025" y="2722300"/>
            <a:ext cx="22038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B. Game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972397" y="2547077"/>
            <a:ext cx="12042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USB      £8.59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560294" y="1684985"/>
            <a:ext cx="16608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Stamps   £5.31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2" name="Google Shape;242;p21"/>
          <p:cNvCxnSpPr/>
          <p:nvPr/>
        </p:nvCxnSpPr>
        <p:spPr>
          <a:xfrm>
            <a:off x="480750" y="34585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21"/>
          <p:cNvSpPr txBox="1"/>
          <p:nvPr/>
        </p:nvSpPr>
        <p:spPr>
          <a:xfrm>
            <a:off x="468000" y="3974225"/>
            <a:ext cx="6624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estimation only, put a tick with the calculation which gives the approximate correct answer. Where the answer is incorrect, identify the error.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68000" y="35914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Checking answers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519866" y="4584505"/>
            <a:ext cx="24780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Buying 34 books each costing £21.32       £700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246" name="Google Shape;246;p21" title="almost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148" y="4880141"/>
            <a:ext cx="180387" cy="14307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468000" y="5762250"/>
            <a:ext cx="31467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square with length 8.23 mm has a perimeter       64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3550237" y="4572394"/>
            <a:ext cx="35418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rectangle with lengths 3.21 cm by 9.56 cm has an area      30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3953547" y="5762240"/>
            <a:ext cx="29829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approximately forty five 50p pieces in £91.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250" name="Google Shape;250;p21" title="almost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6099" y="6064649"/>
            <a:ext cx="180387" cy="143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approx &quot;&gt;&lt;mo&gt;≈&lt;/mo&gt;&lt;/math&gt;" id="251" name="Google Shape;251;p21" title="almost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4741" y="4859817"/>
            <a:ext cx="180387" cy="143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3444" y="5079699"/>
            <a:ext cx="320543" cy="339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9831" y="5139558"/>
            <a:ext cx="320543" cy="33924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947986" y="5115284"/>
            <a:ext cx="204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35 × 20 = 700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121751" y="5154249"/>
            <a:ext cx="22092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3 × 10  = 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074358" y="6279389"/>
            <a:ext cx="27411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45 × 0.5 = 45 ÷ 2 = 22.5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3901094" y="6523055"/>
            <a:ext cx="27411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 90 ÷ 0.5 = 90 × 2 = 180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68000" y="7063200"/>
            <a:ext cx="5944200" cy="21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approximately: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Make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sure to show your reasoning or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7.03\times\frac{5}{11}&quot;&gt;&lt;mn&gt;7.03&lt;/mn&gt;&lt;mo&gt;×&lt;/mo&gt;&lt;mfrac&gt;&lt;mn&gt;5&lt;/mn&gt;&lt;mn&gt;11&lt;/mn&gt;&lt;/mfrac&gt;&lt;/math&gt;" id="259" name="Google Shape;259;p21" title="7.03 times 5 over 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51495" y="7063200"/>
            <a:ext cx="1199991" cy="60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/>
          <p:nvPr/>
        </p:nvSpPr>
        <p:spPr>
          <a:xfrm>
            <a:off x="514549" y="7986225"/>
            <a:ext cx="659100" cy="609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1242590" y="7986225"/>
            <a:ext cx="659100" cy="609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2698673" y="7986225"/>
            <a:ext cx="659100" cy="609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3426729" y="7986225"/>
            <a:ext cx="1192800" cy="609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possible to estimate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1970639" y="7986225"/>
            <a:ext cx="659100" cy="6093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68050" y="8962675"/>
            <a:ext cx="66240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a few ways to determine this approximation.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Example,    is slightly below a half so a little below half of 7 is 3.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 is rounding                              giving an approximate answer of 3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7\times\frac{5}{11}\ =\ \frac{35}{11}\approx\frac{33}{11}&quot;&gt;&lt;mn&gt;7&lt;/mn&gt;&lt;mo&gt;×&lt;/mo&gt;&lt;mfrac&gt;&lt;mn&gt;5&lt;/mn&gt;&lt;mn&gt;11&lt;/mn&gt;&lt;/mfrac&gt;&lt;mtext&gt;&lt;/mtext&gt;&lt;mo&gt;=&lt;/mo&gt;&lt;mtext&gt;&lt;/mtext&gt;&lt;mfrac&gt;&lt;mn&gt;35&lt;/mn&gt;&lt;mn&gt;11&lt;/mn&gt;&lt;/mfrac&gt;&lt;mo&gt;≈&lt;/mo&gt;&lt;mfrac&gt;&lt;mn&gt;33&lt;/mn&gt;&lt;mn&gt;11&lt;/mn&gt;&lt;/mfrac&gt;&lt;/math&gt;" id="266" name="Google Shape;266;p21" title="7 times 5 over 11 equals 35 over 11 almost equals 33 over 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72610" y="9415433"/>
            <a:ext cx="1650693" cy="4013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times\frac{5}{11}\ =\ \frac{35}{11}\approx\frac{33}{11}&quot;&gt;&lt;mn&gt;7&lt;/mn&gt;&lt;mo&gt;×&lt;/mo&gt;&lt;mfrac&gt;&lt;mn&gt;5&lt;/mn&gt;&lt;mn&gt;11&lt;/mn&gt;&lt;/mfrac&gt;&lt;mtext&gt;&lt;/mtext&gt;&lt;mo&gt;=&lt;/mo&gt;&lt;mtext&gt;&lt;/mtext&gt;&lt;mfrac&gt;&lt;mn&gt;35&lt;/mn&gt;&lt;mn&gt;11&lt;/mn&gt;&lt;/mfrac&gt;&lt;mo&gt;≈&lt;/mo&gt;&lt;mfrac&gt;&lt;mn&gt;33&lt;/mn&gt;&lt;mn&gt;11&lt;/mn&gt;&lt;/mfrac&gt;&lt;/math&gt;" id="267" name="Google Shape;267;p21" title="7 times 5 over 11 equals 35 over 11 almost equals 33 over 11"/>
          <p:cNvPicPr preferRelativeResize="0"/>
          <p:nvPr/>
        </p:nvPicPr>
        <p:blipFill rotWithShape="1">
          <a:blip r:embed="rId7">
            <a:alphaModFix/>
          </a:blip>
          <a:srcRect b="0" l="18547" r="64253" t="0"/>
          <a:stretch/>
        </p:blipFill>
        <p:spPr>
          <a:xfrm>
            <a:off x="1056715" y="9128592"/>
            <a:ext cx="224755" cy="31773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4" name="Google Shape;274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by estimating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468000" y="7200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Here is a floor plan of a one bedroom apartment. The Oak teacher spots an error with a measurement given.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find the error? Estimate what the correct measurement should be.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8" name="Google Shape;27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271" y="1165678"/>
            <a:ext cx="2426351" cy="18324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22"/>
          <p:cNvCxnSpPr/>
          <p:nvPr/>
        </p:nvCxnSpPr>
        <p:spPr>
          <a:xfrm>
            <a:off x="2464515" y="1152070"/>
            <a:ext cx="0" cy="1754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0" name="Google Shape;280;p22"/>
          <p:cNvCxnSpPr/>
          <p:nvPr/>
        </p:nvCxnSpPr>
        <p:spPr>
          <a:xfrm rot="10800000">
            <a:off x="2557786" y="3051671"/>
            <a:ext cx="2413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1" name="Google Shape;281;p22"/>
          <p:cNvSpPr txBox="1"/>
          <p:nvPr/>
        </p:nvSpPr>
        <p:spPr>
          <a:xfrm>
            <a:off x="3198359" y="1456591"/>
            <a:ext cx="9885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18.47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2672395" y="2254124"/>
            <a:ext cx="9885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11.18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3488318" y="2266112"/>
            <a:ext cx="9885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11.49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4384125" y="1301270"/>
            <a:ext cx="9885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3.77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 rot="-5400000">
            <a:off x="1848358" y="1680169"/>
            <a:ext cx="9885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7.03 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468000" y="377440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 m.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Accept anything between 8 m and 12 m inclusive. </a:t>
            </a:r>
            <a:endParaRPr baseline="30000" sz="1200"/>
          </a:p>
        </p:txBody>
      </p:sp>
      <p:sp>
        <p:nvSpPr>
          <p:cNvPr id="287" name="Google Shape;287;p22"/>
          <p:cNvSpPr txBox="1"/>
          <p:nvPr/>
        </p:nvSpPr>
        <p:spPr>
          <a:xfrm>
            <a:off x="468100" y="4482639"/>
            <a:ext cx="6624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Can you estimate the area of the missing room?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468000" y="4821600"/>
            <a:ext cx="66240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Estimating the length to be 9 m, the total area is expected to be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× 9 = 63.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Therefore, rounding and subtracting the other areas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63 - 20 - 4 - 11 - 11 = 17 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Accept anything between 15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r>
              <a:rPr baseline="30000"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and 20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r>
              <a:rPr baseline="30000"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inclusive.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3524257" y="2998116"/>
            <a:ext cx="9885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92.4 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3523800" y="3022075"/>
            <a:ext cx="663000" cy="294900"/>
          </a:xfrm>
          <a:prstGeom prst="ellipse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