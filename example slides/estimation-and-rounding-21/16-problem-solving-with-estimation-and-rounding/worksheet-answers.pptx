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b33a6e3ef3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b33a6e3e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estimation and rounding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169" y="2311952"/>
            <a:ext cx="2407404" cy="187370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1802050"/>
            <a:ext cx="66240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is a scaled drawing of a ground floor house. Given the dimensions, can you work out an estimate for the missing dimensions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4192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solving with estimation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rot="10800000">
            <a:off x="1190725" y="2329165"/>
            <a:ext cx="0" cy="174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" name="Google Shape;178;p20"/>
          <p:cNvCxnSpPr/>
          <p:nvPr/>
        </p:nvCxnSpPr>
        <p:spPr>
          <a:xfrm rot="10800000">
            <a:off x="1345038" y="4279518"/>
            <a:ext cx="2387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9" name="Google Shape;179;p20"/>
          <p:cNvSpPr txBox="1"/>
          <p:nvPr/>
        </p:nvSpPr>
        <p:spPr>
          <a:xfrm>
            <a:off x="572998" y="3007270"/>
            <a:ext cx="772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……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251969" y="2964717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………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447403" y="4213506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13.83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430319" y="2986689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33.62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638484" y="2591983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34.68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872444" y="3511025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32.32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140000" y="2345375"/>
            <a:ext cx="29802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Here we have rounded each number to the nearest 5.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140000" y="3042000"/>
            <a:ext cx="29802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Given the diagram is to scale, the 15 m can be approximately divided into the ratio of 1 : 2 so we have 5 m and 10 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140000" y="4904550"/>
            <a:ext cx="29802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 to make the 30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know this length should be approximately 3 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063" y="4882774"/>
            <a:ext cx="2591724" cy="201715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2345375" y="6933542"/>
            <a:ext cx="977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 rot="10800000">
            <a:off x="1022004" y="5977969"/>
            <a:ext cx="0" cy="78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" name="Google Shape;191;p20"/>
          <p:cNvSpPr txBox="1"/>
          <p:nvPr/>
        </p:nvSpPr>
        <p:spPr>
          <a:xfrm>
            <a:off x="1365061" y="5612820"/>
            <a:ext cx="977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164500" y="5567005"/>
            <a:ext cx="977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…….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551085" y="5187876"/>
            <a:ext cx="977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802958" y="6177280"/>
            <a:ext cx="977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 flipH="1">
            <a:off x="1251165" y="6969991"/>
            <a:ext cx="837900" cy="12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6" name="Google Shape;196;p20"/>
          <p:cNvSpPr txBox="1"/>
          <p:nvPr/>
        </p:nvSpPr>
        <p:spPr>
          <a:xfrm>
            <a:off x="1453533" y="6933581"/>
            <a:ext cx="977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rot="10800000">
            <a:off x="1022004" y="4894393"/>
            <a:ext cx="0" cy="107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" name="Google Shape;198;p20"/>
          <p:cNvSpPr txBox="1"/>
          <p:nvPr/>
        </p:nvSpPr>
        <p:spPr>
          <a:xfrm>
            <a:off x="471623" y="6100466"/>
            <a:ext cx="831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 rot="10800000">
            <a:off x="2016515" y="6982389"/>
            <a:ext cx="170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" name="Google Shape;200;p20"/>
          <p:cNvSpPr txBox="1"/>
          <p:nvPr/>
        </p:nvSpPr>
        <p:spPr>
          <a:xfrm>
            <a:off x="4140000" y="5945675"/>
            <a:ext cx="32523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 remaining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length should be slightly greater than 3 because we have 35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 A good estimate would be 4 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1623" y="5109866"/>
            <a:ext cx="831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80750" y="7345900"/>
            <a:ext cx="66240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So the missing area and the area of 35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 expected to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sum to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40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88875" y="7804650"/>
            <a:ext cx="65985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the missing area is approximately 5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88875" y="8357225"/>
            <a:ext cx="65985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Lots of different ways you could have worked this out.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Anything between 6m and 10 m is acceptable.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Anything between 4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8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acceptable.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estimation and rounding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64002" y="1102800"/>
            <a:ext cx="6186600" cy="2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 rectangle has a square removed from the centre.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error interval for the shaded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solving with error intervals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366278" y="1853013"/>
            <a:ext cx="1929600" cy="1204500"/>
          </a:xfrm>
          <a:prstGeom prst="rect">
            <a:avLst/>
          </a:prstGeom>
          <a:solidFill>
            <a:srgbClr val="80808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1"/>
          <p:cNvCxnSpPr/>
          <p:nvPr/>
        </p:nvCxnSpPr>
        <p:spPr>
          <a:xfrm>
            <a:off x="1366263" y="3162025"/>
            <a:ext cx="1920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1257485" y="1863164"/>
            <a:ext cx="0" cy="117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" name="Google Shape;215;p21"/>
          <p:cNvSpPr txBox="1"/>
          <p:nvPr/>
        </p:nvSpPr>
        <p:spPr>
          <a:xfrm>
            <a:off x="464000" y="2222050"/>
            <a:ext cx="87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1.4 cm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(to 1 d.p.)</a:t>
            </a:r>
            <a:endParaRPr sz="1200"/>
          </a:p>
        </p:txBody>
      </p:sp>
      <p:sp>
        <p:nvSpPr>
          <p:cNvPr id="216" name="Google Shape;216;p21"/>
          <p:cNvSpPr/>
          <p:nvPr/>
        </p:nvSpPr>
        <p:spPr>
          <a:xfrm>
            <a:off x="2067304" y="2249645"/>
            <a:ext cx="518400" cy="445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789886" y="3123443"/>
            <a:ext cx="132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 (to 1 s.f.)</a:t>
            </a:r>
            <a:endParaRPr sz="1200"/>
          </a:p>
        </p:txBody>
      </p:sp>
      <p:sp>
        <p:nvSpPr>
          <p:cNvPr id="218" name="Google Shape;218;p21"/>
          <p:cNvSpPr txBox="1"/>
          <p:nvPr/>
        </p:nvSpPr>
        <p:spPr>
          <a:xfrm>
            <a:off x="1872713" y="1932828"/>
            <a:ext cx="19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0.8 cm (to 1 d.p.)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895189" y="1804666"/>
            <a:ext cx="319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of square : 0.75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baseline="-25000"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0.85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square: 0.5625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aseline="-25000"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0.7225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3895189" y="2395531"/>
            <a:ext cx="319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of rectangle : 3.5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</a:t>
            </a:r>
            <a:r>
              <a:rPr baseline="-25000"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4.5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width of rectangle : 1.35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1.45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rectangle: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3.5 × 1.35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aseline="-25000"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4.5 × 1.45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4.725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aseline="-25000"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6.525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4002" y="3420186"/>
            <a:ext cx="342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shaded: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4.725 - 0.7225 &lt;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shaded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&lt;6.525 - 0.5625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4.0025 &lt;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shaded</a:t>
            </a:r>
            <a:r>
              <a:rPr baseline="-25000"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5.9625</a:t>
            </a:r>
            <a:endParaRPr sz="1200"/>
          </a:p>
        </p:txBody>
      </p:sp>
      <p:cxnSp>
        <p:nvCxnSpPr>
          <p:cNvPr id="222" name="Google Shape;222;p21"/>
          <p:cNvCxnSpPr/>
          <p:nvPr/>
        </p:nvCxnSpPr>
        <p:spPr>
          <a:xfrm>
            <a:off x="480750" y="43209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1"/>
          <p:cNvSpPr txBox="1"/>
          <p:nvPr/>
        </p:nvSpPr>
        <p:spPr>
          <a:xfrm>
            <a:off x="464000" y="4865525"/>
            <a:ext cx="664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rubbish in tonnes does the UK produce every year? (without a calculator)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81900" y="44827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Fermi estimation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953601" y="5138075"/>
            <a:ext cx="2002800" cy="1204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Hint - If you don’t have data to hand, think about how much your household throws away each week.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64000" y="5584275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lots of ways to estimate this.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average household produces 20 kg of rubbish per week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Rounding 52 to 50, this is then 20 × 50 = 1000 kg of rubbish per year per household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approximately 27 million households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Rounding 27 to 30, this means 30 000 000 × 1000 = 30 000 000 000 kg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Converting to tonnes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30 000 000 000 ÷ 1000 = 30 000 000 tonnes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3" name="Google Shape;23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estimation and rounding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68000" y="759300"/>
            <a:ext cx="66240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How many pennies would it take to make a stack the height of the Statue of Liberty? (without a calculator)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694100" y="1041625"/>
            <a:ext cx="2397900" cy="9366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Hint - If you don’t know the thickness of a penny, measure one.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68000" y="1978225"/>
            <a:ext cx="66240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thickness of a penny is 1.52 mm, so round this to 1.5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Statue of Liberty is 93 m high, so round this to 90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calculation is 90 m ÷ 1.5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converting 90 m to mm we have 90 000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calculation is 90 000 mm ÷ 1.5 mm = 60 000 pennies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68000" y="42290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tennis balls can fit into your bedroom?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lots of different strategies to work this out and is pupil dependent.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Measuring the dimensions of the bedroom and given a tennis ball has a standard diameter of 6.85 cm, a pupil can work out an approximation of how many tennis balls are needed to fill their bedroom.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