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70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slide" Target="slides/slide47.xml"/><Relationship Id="rId50" Type="http://schemas.openxmlformats.org/officeDocument/2006/relationships/slide" Target="slides/slide46.xml"/><Relationship Id="rId53" Type="http://schemas.openxmlformats.org/officeDocument/2006/relationships/slide" Target="slides/slide49.xml"/><Relationship Id="rId52" Type="http://schemas.openxmlformats.org/officeDocument/2006/relationships/slide" Target="slides/slide48.xml"/><Relationship Id="rId11" Type="http://schemas.openxmlformats.org/officeDocument/2006/relationships/slide" Target="slides/slide7.xml"/><Relationship Id="rId55" Type="http://schemas.openxmlformats.org/officeDocument/2006/relationships/slide" Target="slides/slide51.xml"/><Relationship Id="rId10" Type="http://schemas.openxmlformats.org/officeDocument/2006/relationships/slide" Target="slides/slide6.xml"/><Relationship Id="rId54" Type="http://schemas.openxmlformats.org/officeDocument/2006/relationships/slide" Target="slides/slide50.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0" name="Shape 750"/>
        <p:cNvGrpSpPr/>
        <p:nvPr/>
      </p:nvGrpSpPr>
      <p:grpSpPr>
        <a:xfrm>
          <a:off x="0" y="0"/>
          <a:ext cx="0" cy="0"/>
          <a:chOff x="0" y="0"/>
          <a:chExt cx="0" cy="0"/>
        </a:xfrm>
      </p:grpSpPr>
      <p:sp>
        <p:nvSpPr>
          <p:cNvPr id="751" name="Google Shape;751;g279955a40ae_0_8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2" name="Google Shape;752;g279955a40ae_0_8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6" name="Shape 756"/>
        <p:cNvGrpSpPr/>
        <p:nvPr/>
      </p:nvGrpSpPr>
      <p:grpSpPr>
        <a:xfrm>
          <a:off x="0" y="0"/>
          <a:ext cx="0" cy="0"/>
          <a:chOff x="0" y="0"/>
          <a:chExt cx="0" cy="0"/>
        </a:xfrm>
      </p:grpSpPr>
      <p:sp>
        <p:nvSpPr>
          <p:cNvPr id="757" name="Google Shape;757;g279955a40ae_0_8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8" name="Google Shape;758;g279955a40ae_0_8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1" name="Shape 761"/>
        <p:cNvGrpSpPr/>
        <p:nvPr/>
      </p:nvGrpSpPr>
      <p:grpSpPr>
        <a:xfrm>
          <a:off x="0" y="0"/>
          <a:ext cx="0" cy="0"/>
          <a:chOff x="0" y="0"/>
          <a:chExt cx="0" cy="0"/>
        </a:xfrm>
      </p:grpSpPr>
      <p:sp>
        <p:nvSpPr>
          <p:cNvPr id="762" name="Google Shape;762;g279955a40ae_0_8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3" name="Google Shape;763;g279955a40ae_0_8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 name="Shape 766"/>
        <p:cNvGrpSpPr/>
        <p:nvPr/>
      </p:nvGrpSpPr>
      <p:grpSpPr>
        <a:xfrm>
          <a:off x="0" y="0"/>
          <a:ext cx="0" cy="0"/>
          <a:chOff x="0" y="0"/>
          <a:chExt cx="0" cy="0"/>
        </a:xfrm>
      </p:grpSpPr>
      <p:sp>
        <p:nvSpPr>
          <p:cNvPr id="767" name="Google Shape;767;g2b06e02e02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8" name="Google Shape;768;g2b06e02e02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6" name="Shape 776"/>
        <p:cNvGrpSpPr/>
        <p:nvPr/>
      </p:nvGrpSpPr>
      <p:grpSpPr>
        <a:xfrm>
          <a:off x="0" y="0"/>
          <a:ext cx="0" cy="0"/>
          <a:chOff x="0" y="0"/>
          <a:chExt cx="0" cy="0"/>
        </a:xfrm>
      </p:grpSpPr>
      <p:sp>
        <p:nvSpPr>
          <p:cNvPr id="777" name="Google Shape;777;g2b06e02e022_0_7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8" name="Google Shape;778;g2b06e02e022_0_7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5" name="Shape 785"/>
        <p:cNvGrpSpPr/>
        <p:nvPr/>
      </p:nvGrpSpPr>
      <p:grpSpPr>
        <a:xfrm>
          <a:off x="0" y="0"/>
          <a:ext cx="0" cy="0"/>
          <a:chOff x="0" y="0"/>
          <a:chExt cx="0" cy="0"/>
        </a:xfrm>
      </p:grpSpPr>
      <p:sp>
        <p:nvSpPr>
          <p:cNvPr id="786" name="Google Shape;786;g2b06e02e022_0_7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7" name="Google Shape;787;g2b06e02e022_0_7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2" name="Shape 792"/>
        <p:cNvGrpSpPr/>
        <p:nvPr/>
      </p:nvGrpSpPr>
      <p:grpSpPr>
        <a:xfrm>
          <a:off x="0" y="0"/>
          <a:ext cx="0" cy="0"/>
          <a:chOff x="0" y="0"/>
          <a:chExt cx="0" cy="0"/>
        </a:xfrm>
      </p:grpSpPr>
      <p:sp>
        <p:nvSpPr>
          <p:cNvPr id="793" name="Google Shape;793;g2b06e02e022_0_24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4" name="Google Shape;794;g2b06e02e022_0_24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1" name="Shape 801"/>
        <p:cNvGrpSpPr/>
        <p:nvPr/>
      </p:nvGrpSpPr>
      <p:grpSpPr>
        <a:xfrm>
          <a:off x="0" y="0"/>
          <a:ext cx="0" cy="0"/>
          <a:chOff x="0" y="0"/>
          <a:chExt cx="0" cy="0"/>
        </a:xfrm>
      </p:grpSpPr>
      <p:sp>
        <p:nvSpPr>
          <p:cNvPr id="802" name="Google Shape;802;g2b06e02e022_0_57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3" name="Google Shape;803;g2b06e02e022_0_57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2" name="Shape 812"/>
        <p:cNvGrpSpPr/>
        <p:nvPr/>
      </p:nvGrpSpPr>
      <p:grpSpPr>
        <a:xfrm>
          <a:off x="0" y="0"/>
          <a:ext cx="0" cy="0"/>
          <a:chOff x="0" y="0"/>
          <a:chExt cx="0" cy="0"/>
        </a:xfrm>
      </p:grpSpPr>
      <p:sp>
        <p:nvSpPr>
          <p:cNvPr id="813" name="Google Shape;813;g2b06e02e022_0_57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4" name="Google Shape;814;g2b06e02e022_0_57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0" name="Shape 830"/>
        <p:cNvGrpSpPr/>
        <p:nvPr/>
      </p:nvGrpSpPr>
      <p:grpSpPr>
        <a:xfrm>
          <a:off x="0" y="0"/>
          <a:ext cx="0" cy="0"/>
          <a:chOff x="0" y="0"/>
          <a:chExt cx="0" cy="0"/>
        </a:xfrm>
      </p:grpSpPr>
      <p:sp>
        <p:nvSpPr>
          <p:cNvPr id="831" name="Google Shape;831;g2b06e02e022_0_57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2" name="Google Shape;832;g2b06e02e022_0_57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6" name="Shape 856"/>
        <p:cNvGrpSpPr/>
        <p:nvPr/>
      </p:nvGrpSpPr>
      <p:grpSpPr>
        <a:xfrm>
          <a:off x="0" y="0"/>
          <a:ext cx="0" cy="0"/>
          <a:chOff x="0" y="0"/>
          <a:chExt cx="0" cy="0"/>
        </a:xfrm>
      </p:grpSpPr>
      <p:sp>
        <p:nvSpPr>
          <p:cNvPr id="857" name="Google Shape;857;g2b06e02e022_0_40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8" name="Google Shape;858;g2b06e02e022_0_40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1" name="Shape 871"/>
        <p:cNvGrpSpPr/>
        <p:nvPr/>
      </p:nvGrpSpPr>
      <p:grpSpPr>
        <a:xfrm>
          <a:off x="0" y="0"/>
          <a:ext cx="0" cy="0"/>
          <a:chOff x="0" y="0"/>
          <a:chExt cx="0" cy="0"/>
        </a:xfrm>
      </p:grpSpPr>
      <p:sp>
        <p:nvSpPr>
          <p:cNvPr id="872" name="Google Shape;872;g2b06e02e022_0_47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3" name="Google Shape;873;g2b06e02e022_0_47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7" name="Shape 887"/>
        <p:cNvGrpSpPr/>
        <p:nvPr/>
      </p:nvGrpSpPr>
      <p:grpSpPr>
        <a:xfrm>
          <a:off x="0" y="0"/>
          <a:ext cx="0" cy="0"/>
          <a:chOff x="0" y="0"/>
          <a:chExt cx="0" cy="0"/>
        </a:xfrm>
      </p:grpSpPr>
      <p:sp>
        <p:nvSpPr>
          <p:cNvPr id="888" name="Google Shape;888;g2b06e02e022_0_48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9" name="Google Shape;889;g2b06e02e022_0_48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3" name="Shape 903"/>
        <p:cNvGrpSpPr/>
        <p:nvPr/>
      </p:nvGrpSpPr>
      <p:grpSpPr>
        <a:xfrm>
          <a:off x="0" y="0"/>
          <a:ext cx="0" cy="0"/>
          <a:chOff x="0" y="0"/>
          <a:chExt cx="0" cy="0"/>
        </a:xfrm>
      </p:grpSpPr>
      <p:sp>
        <p:nvSpPr>
          <p:cNvPr id="904" name="Google Shape;904;g2b06e02e022_0_48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5" name="Google Shape;905;g2b06e02e022_0_48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1" name="Shape 921"/>
        <p:cNvGrpSpPr/>
        <p:nvPr/>
      </p:nvGrpSpPr>
      <p:grpSpPr>
        <a:xfrm>
          <a:off x="0" y="0"/>
          <a:ext cx="0" cy="0"/>
          <a:chOff x="0" y="0"/>
          <a:chExt cx="0" cy="0"/>
        </a:xfrm>
      </p:grpSpPr>
      <p:sp>
        <p:nvSpPr>
          <p:cNvPr id="922" name="Google Shape;922;g2b06e02e022_0_48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3" name="Google Shape;923;g2b06e02e022_0_48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1" name="Shape 941"/>
        <p:cNvGrpSpPr/>
        <p:nvPr/>
      </p:nvGrpSpPr>
      <p:grpSpPr>
        <a:xfrm>
          <a:off x="0" y="0"/>
          <a:ext cx="0" cy="0"/>
          <a:chOff x="0" y="0"/>
          <a:chExt cx="0" cy="0"/>
        </a:xfrm>
      </p:grpSpPr>
      <p:sp>
        <p:nvSpPr>
          <p:cNvPr id="942" name="Google Shape;942;g2b06e02e022_0_48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3" name="Google Shape;943;g2b06e02e022_0_48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2" name="Shape 962"/>
        <p:cNvGrpSpPr/>
        <p:nvPr/>
      </p:nvGrpSpPr>
      <p:grpSpPr>
        <a:xfrm>
          <a:off x="0" y="0"/>
          <a:ext cx="0" cy="0"/>
          <a:chOff x="0" y="0"/>
          <a:chExt cx="0" cy="0"/>
        </a:xfrm>
      </p:grpSpPr>
      <p:sp>
        <p:nvSpPr>
          <p:cNvPr id="963" name="Google Shape;963;g2b06e02e022_0_48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4" name="Google Shape;964;g2b06e02e022_0_48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3" name="Shape 983"/>
        <p:cNvGrpSpPr/>
        <p:nvPr/>
      </p:nvGrpSpPr>
      <p:grpSpPr>
        <a:xfrm>
          <a:off x="0" y="0"/>
          <a:ext cx="0" cy="0"/>
          <a:chOff x="0" y="0"/>
          <a:chExt cx="0" cy="0"/>
        </a:xfrm>
      </p:grpSpPr>
      <p:sp>
        <p:nvSpPr>
          <p:cNvPr id="984" name="Google Shape;984;g2b06e02e022_0_49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5" name="Google Shape;985;g2b06e02e022_0_49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4" name="Shape 1004"/>
        <p:cNvGrpSpPr/>
        <p:nvPr/>
      </p:nvGrpSpPr>
      <p:grpSpPr>
        <a:xfrm>
          <a:off x="0" y="0"/>
          <a:ext cx="0" cy="0"/>
          <a:chOff x="0" y="0"/>
          <a:chExt cx="0" cy="0"/>
        </a:xfrm>
      </p:grpSpPr>
      <p:sp>
        <p:nvSpPr>
          <p:cNvPr id="1005" name="Google Shape;1005;g2b06e02e022_0_49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6" name="Google Shape;1006;g2b06e02e022_0_49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5" name="Shape 1025"/>
        <p:cNvGrpSpPr/>
        <p:nvPr/>
      </p:nvGrpSpPr>
      <p:grpSpPr>
        <a:xfrm>
          <a:off x="0" y="0"/>
          <a:ext cx="0" cy="0"/>
          <a:chOff x="0" y="0"/>
          <a:chExt cx="0" cy="0"/>
        </a:xfrm>
      </p:grpSpPr>
      <p:sp>
        <p:nvSpPr>
          <p:cNvPr id="1026" name="Google Shape;1026;g2b06e02e022_0_49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7" name="Google Shape;1027;g2b06e02e022_0_49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1" name="Shape 1041"/>
        <p:cNvGrpSpPr/>
        <p:nvPr/>
      </p:nvGrpSpPr>
      <p:grpSpPr>
        <a:xfrm>
          <a:off x="0" y="0"/>
          <a:ext cx="0" cy="0"/>
          <a:chOff x="0" y="0"/>
          <a:chExt cx="0" cy="0"/>
        </a:xfrm>
      </p:grpSpPr>
      <p:sp>
        <p:nvSpPr>
          <p:cNvPr id="1042" name="Google Shape;1042;g2b06e02e022_0_15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3" name="Google Shape;1043;g2b06e02e022_0_15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0" name="Shape 1050"/>
        <p:cNvGrpSpPr/>
        <p:nvPr/>
      </p:nvGrpSpPr>
      <p:grpSpPr>
        <a:xfrm>
          <a:off x="0" y="0"/>
          <a:ext cx="0" cy="0"/>
          <a:chOff x="0" y="0"/>
          <a:chExt cx="0" cy="0"/>
        </a:xfrm>
      </p:grpSpPr>
      <p:sp>
        <p:nvSpPr>
          <p:cNvPr id="1051" name="Google Shape;1051;g2b06e02e022_0_15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2" name="Google Shape;1052;g2b06e02e022_0_15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6" name="Shape 1056"/>
        <p:cNvGrpSpPr/>
        <p:nvPr/>
      </p:nvGrpSpPr>
      <p:grpSpPr>
        <a:xfrm>
          <a:off x="0" y="0"/>
          <a:ext cx="0" cy="0"/>
          <a:chOff x="0" y="0"/>
          <a:chExt cx="0" cy="0"/>
        </a:xfrm>
      </p:grpSpPr>
      <p:sp>
        <p:nvSpPr>
          <p:cNvPr id="1057" name="Google Shape;1057;g2b06e02e022_0_58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8" name="Google Shape;1058;g2b06e02e022_0_58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9" name="Shape 1139"/>
        <p:cNvGrpSpPr/>
        <p:nvPr/>
      </p:nvGrpSpPr>
      <p:grpSpPr>
        <a:xfrm>
          <a:off x="0" y="0"/>
          <a:ext cx="0" cy="0"/>
          <a:chOff x="0" y="0"/>
          <a:chExt cx="0" cy="0"/>
        </a:xfrm>
      </p:grpSpPr>
      <p:sp>
        <p:nvSpPr>
          <p:cNvPr id="1140" name="Google Shape;1140;g2b06e02e022_0_59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1" name="Google Shape;1141;g2b06e02e022_0_59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3" name="Shape 1233"/>
        <p:cNvGrpSpPr/>
        <p:nvPr/>
      </p:nvGrpSpPr>
      <p:grpSpPr>
        <a:xfrm>
          <a:off x="0" y="0"/>
          <a:ext cx="0" cy="0"/>
          <a:chOff x="0" y="0"/>
          <a:chExt cx="0" cy="0"/>
        </a:xfrm>
      </p:grpSpPr>
      <p:sp>
        <p:nvSpPr>
          <p:cNvPr id="1234" name="Google Shape;1234;g2b06e02e022_0_60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5" name="Google Shape;1235;g2b06e02e022_0_60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0" name="Shape 1240"/>
        <p:cNvGrpSpPr/>
        <p:nvPr/>
      </p:nvGrpSpPr>
      <p:grpSpPr>
        <a:xfrm>
          <a:off x="0" y="0"/>
          <a:ext cx="0" cy="0"/>
          <a:chOff x="0" y="0"/>
          <a:chExt cx="0" cy="0"/>
        </a:xfrm>
      </p:grpSpPr>
      <p:sp>
        <p:nvSpPr>
          <p:cNvPr id="1241" name="Google Shape;1241;g2b06e02e022_0_6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2" name="Google Shape;1242;g2b06e02e022_0_6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7" name="Shape 1257"/>
        <p:cNvGrpSpPr/>
        <p:nvPr/>
      </p:nvGrpSpPr>
      <p:grpSpPr>
        <a:xfrm>
          <a:off x="0" y="0"/>
          <a:ext cx="0" cy="0"/>
          <a:chOff x="0" y="0"/>
          <a:chExt cx="0" cy="0"/>
        </a:xfrm>
      </p:grpSpPr>
      <p:sp>
        <p:nvSpPr>
          <p:cNvPr id="1258" name="Google Shape;1258;g2b06e02e022_0_24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9" name="Google Shape;1259;g2b06e02e022_0_24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4" name="Shape 1264"/>
        <p:cNvGrpSpPr/>
        <p:nvPr/>
      </p:nvGrpSpPr>
      <p:grpSpPr>
        <a:xfrm>
          <a:off x="0" y="0"/>
          <a:ext cx="0" cy="0"/>
          <a:chOff x="0" y="0"/>
          <a:chExt cx="0" cy="0"/>
        </a:xfrm>
      </p:grpSpPr>
      <p:sp>
        <p:nvSpPr>
          <p:cNvPr id="1265" name="Google Shape;1265;g2b06e02e022_0_6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6" name="Google Shape;1266;g2b06e02e022_0_6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3" name="Shape 1283"/>
        <p:cNvGrpSpPr/>
        <p:nvPr/>
      </p:nvGrpSpPr>
      <p:grpSpPr>
        <a:xfrm>
          <a:off x="0" y="0"/>
          <a:ext cx="0" cy="0"/>
          <a:chOff x="0" y="0"/>
          <a:chExt cx="0" cy="0"/>
        </a:xfrm>
      </p:grpSpPr>
      <p:sp>
        <p:nvSpPr>
          <p:cNvPr id="1284" name="Google Shape;1284;g2b06e02e022_0_6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5" name="Google Shape;1285;g2b06e02e022_0_6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8" name="Shape 1298"/>
        <p:cNvGrpSpPr/>
        <p:nvPr/>
      </p:nvGrpSpPr>
      <p:grpSpPr>
        <a:xfrm>
          <a:off x="0" y="0"/>
          <a:ext cx="0" cy="0"/>
          <a:chOff x="0" y="0"/>
          <a:chExt cx="0" cy="0"/>
        </a:xfrm>
      </p:grpSpPr>
      <p:sp>
        <p:nvSpPr>
          <p:cNvPr id="1299" name="Google Shape;1299;g2b06e02e022_0_25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0" name="Google Shape;1300;g2b06e02e022_0_25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3" name="Shape 1313"/>
        <p:cNvGrpSpPr/>
        <p:nvPr/>
      </p:nvGrpSpPr>
      <p:grpSpPr>
        <a:xfrm>
          <a:off x="0" y="0"/>
          <a:ext cx="0" cy="0"/>
          <a:chOff x="0" y="0"/>
          <a:chExt cx="0" cy="0"/>
        </a:xfrm>
      </p:grpSpPr>
      <p:sp>
        <p:nvSpPr>
          <p:cNvPr id="1314" name="Google Shape;1314;g2b06e02e022_0_62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5" name="Google Shape;1315;g2b06e02e022_0_62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7" name="Shape 1327"/>
        <p:cNvGrpSpPr/>
        <p:nvPr/>
      </p:nvGrpSpPr>
      <p:grpSpPr>
        <a:xfrm>
          <a:off x="0" y="0"/>
          <a:ext cx="0" cy="0"/>
          <a:chOff x="0" y="0"/>
          <a:chExt cx="0" cy="0"/>
        </a:xfrm>
      </p:grpSpPr>
      <p:sp>
        <p:nvSpPr>
          <p:cNvPr id="1328" name="Google Shape;1328;g2b06e02e022_0_62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9" name="Google Shape;1329;g2b06e02e022_0_62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3" name="Shape 1343"/>
        <p:cNvGrpSpPr/>
        <p:nvPr/>
      </p:nvGrpSpPr>
      <p:grpSpPr>
        <a:xfrm>
          <a:off x="0" y="0"/>
          <a:ext cx="0" cy="0"/>
          <a:chOff x="0" y="0"/>
          <a:chExt cx="0" cy="0"/>
        </a:xfrm>
      </p:grpSpPr>
      <p:sp>
        <p:nvSpPr>
          <p:cNvPr id="1344" name="Google Shape;1344;g2b06e02e022_0_57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5" name="Google Shape;1345;g2b06e02e022_0_57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2" name="Shape 1352"/>
        <p:cNvGrpSpPr/>
        <p:nvPr/>
      </p:nvGrpSpPr>
      <p:grpSpPr>
        <a:xfrm>
          <a:off x="0" y="0"/>
          <a:ext cx="0" cy="0"/>
          <a:chOff x="0" y="0"/>
          <a:chExt cx="0" cy="0"/>
        </a:xfrm>
      </p:grpSpPr>
      <p:sp>
        <p:nvSpPr>
          <p:cNvPr id="1353" name="Google Shape;1353;g2b06e02e022_0_25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4" name="Google Shape;1354;g2b06e02e022_0_25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5" name="Shape 1365"/>
        <p:cNvGrpSpPr/>
        <p:nvPr/>
      </p:nvGrpSpPr>
      <p:grpSpPr>
        <a:xfrm>
          <a:off x="0" y="0"/>
          <a:ext cx="0" cy="0"/>
          <a:chOff x="0" y="0"/>
          <a:chExt cx="0" cy="0"/>
        </a:xfrm>
      </p:grpSpPr>
      <p:sp>
        <p:nvSpPr>
          <p:cNvPr id="1366" name="Google Shape;1366;g2b06e02e022_0_32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7" name="Google Shape;1367;g2b06e02e022_0_32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2" name="Shape 1382"/>
        <p:cNvGrpSpPr/>
        <p:nvPr/>
      </p:nvGrpSpPr>
      <p:grpSpPr>
        <a:xfrm>
          <a:off x="0" y="0"/>
          <a:ext cx="0" cy="0"/>
          <a:chOff x="0" y="0"/>
          <a:chExt cx="0" cy="0"/>
        </a:xfrm>
      </p:grpSpPr>
      <p:sp>
        <p:nvSpPr>
          <p:cNvPr id="1383" name="Google Shape;1383;g2b06e02e022_0_22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4" name="Google Shape;1384;g2b06e02e022_0_22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1" name="Shape 1391"/>
        <p:cNvGrpSpPr/>
        <p:nvPr/>
      </p:nvGrpSpPr>
      <p:grpSpPr>
        <a:xfrm>
          <a:off x="0" y="0"/>
          <a:ext cx="0" cy="0"/>
          <a:chOff x="0" y="0"/>
          <a:chExt cx="0" cy="0"/>
        </a:xfrm>
      </p:grpSpPr>
      <p:sp>
        <p:nvSpPr>
          <p:cNvPr id="1392" name="Google Shape;1392;g2b06e02e022_0_23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3" name="Google Shape;1393;g2b06e02e022_0_23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9" name="Shape 1429"/>
        <p:cNvGrpSpPr/>
        <p:nvPr/>
      </p:nvGrpSpPr>
      <p:grpSpPr>
        <a:xfrm>
          <a:off x="0" y="0"/>
          <a:ext cx="0" cy="0"/>
          <a:chOff x="0" y="0"/>
          <a:chExt cx="0" cy="0"/>
        </a:xfrm>
      </p:grpSpPr>
      <p:sp>
        <p:nvSpPr>
          <p:cNvPr id="1430" name="Google Shape;1430;g2b06e02e022_0_23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1" name="Google Shape;1431;g2b06e02e022_0_23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4" name="Shape 1474"/>
        <p:cNvGrpSpPr/>
        <p:nvPr/>
      </p:nvGrpSpPr>
      <p:grpSpPr>
        <a:xfrm>
          <a:off x="0" y="0"/>
          <a:ext cx="0" cy="0"/>
          <a:chOff x="0" y="0"/>
          <a:chExt cx="0" cy="0"/>
        </a:xfrm>
      </p:grpSpPr>
      <p:sp>
        <p:nvSpPr>
          <p:cNvPr id="1475" name="Google Shape;1475;g2b06e02e022_0_62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6" name="Google Shape;1476;g2b06e02e022_0_62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5" name="Shape 1515"/>
        <p:cNvGrpSpPr/>
        <p:nvPr/>
      </p:nvGrpSpPr>
      <p:grpSpPr>
        <a:xfrm>
          <a:off x="0" y="0"/>
          <a:ext cx="0" cy="0"/>
          <a:chOff x="0" y="0"/>
          <a:chExt cx="0" cy="0"/>
        </a:xfrm>
      </p:grpSpPr>
      <p:sp>
        <p:nvSpPr>
          <p:cNvPr id="1516" name="Google Shape;1516;g2b06e02e022_0_23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7" name="Google Shape;1517;g2b06e02e022_0_23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7" name="Shape 1557"/>
        <p:cNvGrpSpPr/>
        <p:nvPr/>
      </p:nvGrpSpPr>
      <p:grpSpPr>
        <a:xfrm>
          <a:off x="0" y="0"/>
          <a:ext cx="0" cy="0"/>
          <a:chOff x="0" y="0"/>
          <a:chExt cx="0" cy="0"/>
        </a:xfrm>
      </p:grpSpPr>
      <p:sp>
        <p:nvSpPr>
          <p:cNvPr id="1558" name="Google Shape;1558;g2b06e02e022_0_24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9" name="Google Shape;1559;g2b06e02e022_0_24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9" name="Shape 1599"/>
        <p:cNvGrpSpPr/>
        <p:nvPr/>
      </p:nvGrpSpPr>
      <p:grpSpPr>
        <a:xfrm>
          <a:off x="0" y="0"/>
          <a:ext cx="0" cy="0"/>
          <a:chOff x="0" y="0"/>
          <a:chExt cx="0" cy="0"/>
        </a:xfrm>
      </p:grpSpPr>
      <p:sp>
        <p:nvSpPr>
          <p:cNvPr id="1600" name="Google Shape;1600;g2b06e02e022_0_22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1" name="Google Shape;1601;g2b06e02e022_0_22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6" name="Shape 1606"/>
        <p:cNvGrpSpPr/>
        <p:nvPr/>
      </p:nvGrpSpPr>
      <p:grpSpPr>
        <a:xfrm>
          <a:off x="0" y="0"/>
          <a:ext cx="0" cy="0"/>
          <a:chOff x="0" y="0"/>
          <a:chExt cx="0" cy="0"/>
        </a:xfrm>
      </p:grpSpPr>
      <p:sp>
        <p:nvSpPr>
          <p:cNvPr id="1607" name="Google Shape;1607;g2b06e02e022_0_23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8" name="Google Shape;1608;g2b06e02e022_0_23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5" name="Shape 1615"/>
        <p:cNvGrpSpPr/>
        <p:nvPr/>
      </p:nvGrpSpPr>
      <p:grpSpPr>
        <a:xfrm>
          <a:off x="0" y="0"/>
          <a:ext cx="0" cy="0"/>
          <a:chOff x="0" y="0"/>
          <a:chExt cx="0" cy="0"/>
        </a:xfrm>
      </p:grpSpPr>
      <p:sp>
        <p:nvSpPr>
          <p:cNvPr id="1616" name="Google Shape;1616;g2b06e02e022_0_62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7" name="Google Shape;1617;g2b06e02e022_0_62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2" name="Shape 1622"/>
        <p:cNvGrpSpPr/>
        <p:nvPr/>
      </p:nvGrpSpPr>
      <p:grpSpPr>
        <a:xfrm>
          <a:off x="0" y="0"/>
          <a:ext cx="0" cy="0"/>
          <a:chOff x="0" y="0"/>
          <a:chExt cx="0" cy="0"/>
        </a:xfrm>
      </p:grpSpPr>
      <p:sp>
        <p:nvSpPr>
          <p:cNvPr id="1623" name="Google Shape;1623;g2b06e02e022_0_63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4" name="Google Shape;1624;g2b06e02e022_0_63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9" name="Shape 1629"/>
        <p:cNvGrpSpPr/>
        <p:nvPr/>
      </p:nvGrpSpPr>
      <p:grpSpPr>
        <a:xfrm>
          <a:off x="0" y="0"/>
          <a:ext cx="0" cy="0"/>
          <a:chOff x="0" y="0"/>
          <a:chExt cx="0" cy="0"/>
        </a:xfrm>
      </p:grpSpPr>
      <p:sp>
        <p:nvSpPr>
          <p:cNvPr id="1630" name="Google Shape;1630;g2b06e02e022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1" name="Google Shape;1631;g2b06e02e022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5" name="Shape 1635"/>
        <p:cNvGrpSpPr/>
        <p:nvPr/>
      </p:nvGrpSpPr>
      <p:grpSpPr>
        <a:xfrm>
          <a:off x="0" y="0"/>
          <a:ext cx="0" cy="0"/>
          <a:chOff x="0" y="0"/>
          <a:chExt cx="0" cy="0"/>
        </a:xfrm>
      </p:grpSpPr>
      <p:sp>
        <p:nvSpPr>
          <p:cNvPr id="1636" name="Google Shape;1636;g2b06e02e022_0_63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7" name="Google Shape;1637;g2b06e02e022_0_63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1" name="Shape 1641"/>
        <p:cNvGrpSpPr/>
        <p:nvPr/>
      </p:nvGrpSpPr>
      <p:grpSpPr>
        <a:xfrm>
          <a:off x="0" y="0"/>
          <a:ext cx="0" cy="0"/>
          <a:chOff x="0" y="0"/>
          <a:chExt cx="0" cy="0"/>
        </a:xfrm>
      </p:grpSpPr>
      <p:sp>
        <p:nvSpPr>
          <p:cNvPr id="1642" name="Google Shape;1642;g2b06e02e022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3" name="Google Shape;1643;g2b06e02e022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7" name="Shape 1647"/>
        <p:cNvGrpSpPr/>
        <p:nvPr/>
      </p:nvGrpSpPr>
      <p:grpSpPr>
        <a:xfrm>
          <a:off x="0" y="0"/>
          <a:ext cx="0" cy="0"/>
          <a:chOff x="0" y="0"/>
          <a:chExt cx="0" cy="0"/>
        </a:xfrm>
      </p:grpSpPr>
      <p:sp>
        <p:nvSpPr>
          <p:cNvPr id="1648" name="Google Shape;1648;g2b06e02e022_1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9" name="Google Shape;1649;g2b06e02e022_1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3" name="Shape 1653"/>
        <p:cNvGrpSpPr/>
        <p:nvPr/>
      </p:nvGrpSpPr>
      <p:grpSpPr>
        <a:xfrm>
          <a:off x="0" y="0"/>
          <a:ext cx="0" cy="0"/>
          <a:chOff x="0" y="0"/>
          <a:chExt cx="0" cy="0"/>
        </a:xfrm>
      </p:grpSpPr>
      <p:sp>
        <p:nvSpPr>
          <p:cNvPr id="1654" name="Google Shape;1654;g279955a40ae_0_8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5" name="Google Shape;1655;g279955a40ae_0_8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9" name="Shape 1659"/>
        <p:cNvGrpSpPr/>
        <p:nvPr/>
      </p:nvGrpSpPr>
      <p:grpSpPr>
        <a:xfrm>
          <a:off x="0" y="0"/>
          <a:ext cx="0" cy="0"/>
          <a:chOff x="0" y="0"/>
          <a:chExt cx="0" cy="0"/>
        </a:xfrm>
      </p:grpSpPr>
      <p:sp>
        <p:nvSpPr>
          <p:cNvPr id="1660" name="Google Shape;1660;g279955a40ae_0_8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1" name="Google Shape;1661;g279955a40ae_0_8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7.png"/><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10.png"/><Relationship Id="rId5" Type="http://schemas.openxmlformats.org/officeDocument/2006/relationships/image" Target="../media/image8.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4.png"/><Relationship Id="rId4" Type="http://schemas.openxmlformats.org/officeDocument/2006/relationships/image" Target="../media/image9.png"/><Relationship Id="rId5" Type="http://schemas.openxmlformats.org/officeDocument/2006/relationships/image" Target="../media/image1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5.png"/><Relationship Id="rId4" Type="http://schemas.openxmlformats.org/officeDocument/2006/relationships/image" Target="../media/image5.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26.png"/><Relationship Id="rId5" Type="http://schemas.openxmlformats.org/officeDocument/2006/relationships/image" Target="../media/image18.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3.png"/><Relationship Id="rId4" Type="http://schemas.openxmlformats.org/officeDocument/2006/relationships/image" Target="../media/image5.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 Id="rId3" Type="http://schemas.openxmlformats.org/officeDocument/2006/relationships/image" Target="../media/image19.png"/><Relationship Id="rId4" Type="http://schemas.openxmlformats.org/officeDocument/2006/relationships/image" Target="../media/image21.png"/><Relationship Id="rId5" Type="http://schemas.openxmlformats.org/officeDocument/2006/relationships/image" Target="../media/image23.png"/><Relationship Id="rId6" Type="http://schemas.openxmlformats.org/officeDocument/2006/relationships/image" Target="../media/image24.png"/><Relationship Id="rId7" Type="http://schemas.openxmlformats.org/officeDocument/2006/relationships/image" Target="../media/image20.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14.png"/><Relationship Id="rId4" Type="http://schemas.openxmlformats.org/officeDocument/2006/relationships/image" Target="../media/image67.png"/><Relationship Id="rId5" Type="http://schemas.openxmlformats.org/officeDocument/2006/relationships/image" Target="../media/image25.png"/><Relationship Id="rId6" Type="http://schemas.openxmlformats.org/officeDocument/2006/relationships/image" Target="../media/image33.png"/><Relationship Id="rId7" Type="http://schemas.openxmlformats.org/officeDocument/2006/relationships/image" Target="../media/image17.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7.png"/><Relationship Id="rId3" Type="http://schemas.openxmlformats.org/officeDocument/2006/relationships/image" Target="../media/image67.png"/><Relationship Id="rId4" Type="http://schemas.openxmlformats.org/officeDocument/2006/relationships/image" Target="../media/image16.png"/><Relationship Id="rId9" Type="http://schemas.openxmlformats.org/officeDocument/2006/relationships/image" Target="../media/image17.png"/><Relationship Id="rId5" Type="http://schemas.openxmlformats.org/officeDocument/2006/relationships/image" Target="../media/image14.png"/><Relationship Id="rId6" Type="http://schemas.openxmlformats.org/officeDocument/2006/relationships/image" Target="../media/image31.png"/><Relationship Id="rId7" Type="http://schemas.openxmlformats.org/officeDocument/2006/relationships/image" Target="../media/image25.png"/><Relationship Id="rId8" Type="http://schemas.openxmlformats.org/officeDocument/2006/relationships/image" Target="../media/image33.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7.png"/><Relationship Id="rId3" Type="http://schemas.openxmlformats.org/officeDocument/2006/relationships/image" Target="../media/image67.png"/><Relationship Id="rId4" Type="http://schemas.openxmlformats.org/officeDocument/2006/relationships/image" Target="../media/image30.png"/><Relationship Id="rId11" Type="http://schemas.openxmlformats.org/officeDocument/2006/relationships/image" Target="../media/image17.png"/><Relationship Id="rId10" Type="http://schemas.openxmlformats.org/officeDocument/2006/relationships/image" Target="../media/image41.png"/><Relationship Id="rId9" Type="http://schemas.openxmlformats.org/officeDocument/2006/relationships/image" Target="../media/image33.png"/><Relationship Id="rId5" Type="http://schemas.openxmlformats.org/officeDocument/2006/relationships/image" Target="../media/image16.png"/><Relationship Id="rId6" Type="http://schemas.openxmlformats.org/officeDocument/2006/relationships/image" Target="../media/image14.png"/><Relationship Id="rId7" Type="http://schemas.openxmlformats.org/officeDocument/2006/relationships/image" Target="../media/image31.png"/><Relationship Id="rId8" Type="http://schemas.openxmlformats.org/officeDocument/2006/relationships/image" Target="../media/image25.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35.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35.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35.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35.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35.png"/><Relationship Id="rId4" Type="http://schemas.openxmlformats.org/officeDocument/2006/relationships/image" Target="../media/image42.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35.png"/><Relationship Id="rId4" Type="http://schemas.openxmlformats.org/officeDocument/2006/relationships/image" Target="../media/image42.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35.png"/><Relationship Id="rId4" Type="http://schemas.openxmlformats.org/officeDocument/2006/relationships/image" Target="../media/image42.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35.png"/><Relationship Id="rId4" Type="http://schemas.openxmlformats.org/officeDocument/2006/relationships/image" Target="../media/image42.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3.png"/><Relationship Id="rId3" Type="http://schemas.openxmlformats.org/officeDocument/2006/relationships/image" Target="../media/image36.png"/><Relationship Id="rId4" Type="http://schemas.openxmlformats.org/officeDocument/2006/relationships/image" Target="../media/image42.png"/><Relationship Id="rId5" Type="http://schemas.openxmlformats.org/officeDocument/2006/relationships/image" Target="../media/image44.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2.png"/><Relationship Id="rId4" Type="http://schemas.openxmlformats.org/officeDocument/2006/relationships/image" Target="../media/image44.png"/><Relationship Id="rId5" Type="http://schemas.openxmlformats.org/officeDocument/2006/relationships/image" Target="../media/image43.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2.png"/><Relationship Id="rId4" Type="http://schemas.openxmlformats.org/officeDocument/2006/relationships/image" Target="../media/image44.png"/><Relationship Id="rId5" Type="http://schemas.openxmlformats.org/officeDocument/2006/relationships/image" Target="../media/image43.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2.png"/><Relationship Id="rId4" Type="http://schemas.openxmlformats.org/officeDocument/2006/relationships/image" Target="../media/image44.png"/><Relationship Id="rId5" Type="http://schemas.openxmlformats.org/officeDocument/2006/relationships/image" Target="../media/image43.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2.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2.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2.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2.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9.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9.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9.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9.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6.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6.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6.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6.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English" showMasterSp="0">
  <p:cSld name="Title Slide 2_1">
    <p:bg>
      <p:bgPr>
        <a:solidFill>
          <a:srgbClr val="BEF2BD"/>
        </a:solidFill>
      </p:bgPr>
    </p:bg>
    <p:spTree>
      <p:nvGrpSpPr>
        <p:cNvPr id="9" name="Shape 9"/>
        <p:cNvGrpSpPr/>
        <p:nvPr/>
      </p:nvGrpSpPr>
      <p:grpSpPr>
        <a:xfrm>
          <a:off x="0" y="0"/>
          <a:ext cx="0" cy="0"/>
          <a:chOff x="0" y="0"/>
          <a:chExt cx="0" cy="0"/>
        </a:xfrm>
      </p:grpSpPr>
      <p:pic>
        <p:nvPicPr>
          <p:cNvPr id="10" name="Google Shape;10;p2"/>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11" name="Google Shape;11;p2"/>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English</a:t>
            </a:r>
            <a:endParaRPr b="1" sz="1700">
              <a:latin typeface="Lexend"/>
              <a:ea typeface="Lexend"/>
              <a:cs typeface="Lexend"/>
              <a:sym typeface="Lexend"/>
            </a:endParaRPr>
          </a:p>
        </p:txBody>
      </p:sp>
      <p:sp>
        <p:nvSpPr>
          <p:cNvPr id="12" name="Google Shape;12;p2"/>
          <p:cNvSpPr txBox="1"/>
          <p:nvPr>
            <p:ph type="ctrTitle"/>
          </p:nvPr>
        </p:nvSpPr>
        <p:spPr>
          <a:xfrm>
            <a:off x="323850" y="810000"/>
            <a:ext cx="54507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 name="Google Shape;13;p2"/>
          <p:cNvSpPr txBox="1"/>
          <p:nvPr>
            <p:ph idx="1" type="subTitle"/>
          </p:nvPr>
        </p:nvSpPr>
        <p:spPr>
          <a:xfrm>
            <a:off x="890225" y="4327975"/>
            <a:ext cx="59862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14" name="Google Shape;14;p2"/>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pic>
        <p:nvPicPr>
          <p:cNvPr id="15" name="Google Shape;15;p2"/>
          <p:cNvPicPr preferRelativeResize="0"/>
          <p:nvPr/>
        </p:nvPicPr>
        <p:blipFill>
          <a:blip r:embed="rId4">
            <a:alphaModFix/>
          </a:blip>
          <a:stretch>
            <a:fillRect/>
          </a:stretch>
        </p:blipFill>
        <p:spPr>
          <a:xfrm>
            <a:off x="6156975" y="0"/>
            <a:ext cx="2987025" cy="3854074"/>
          </a:xfrm>
          <a:prstGeom prst="rect">
            <a:avLst/>
          </a:prstGeom>
          <a:noFill/>
          <a:ln>
            <a:noFill/>
          </a:ln>
        </p:spPr>
      </p:pic>
      <p:sp>
        <p:nvSpPr>
          <p:cNvPr id="16" name="Google Shape;16;p2"/>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extLst>
    <p:ext uri="{DCECCB84-F9BA-43D5-87BE-67443E8EF086}">
      <p15:sldGuideLst>
        <p15:guide id="1" orient="horz" pos="2867">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aths" showMasterSp="0">
  <p:cSld name="Title Slide 2_1_1">
    <p:bg>
      <p:bgPr>
        <a:solidFill>
          <a:srgbClr val="BEF2BD"/>
        </a:solidFill>
      </p:bgPr>
    </p:bg>
    <p:spTree>
      <p:nvGrpSpPr>
        <p:cNvPr id="17" name="Shape 17"/>
        <p:cNvGrpSpPr/>
        <p:nvPr/>
      </p:nvGrpSpPr>
      <p:grpSpPr>
        <a:xfrm>
          <a:off x="0" y="0"/>
          <a:ext cx="0" cy="0"/>
          <a:chOff x="0" y="0"/>
          <a:chExt cx="0" cy="0"/>
        </a:xfrm>
      </p:grpSpPr>
      <p:pic>
        <p:nvPicPr>
          <p:cNvPr id="18" name="Google Shape;18;p3"/>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19" name="Google Shape;19;p3"/>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0" name="Google Shape;20;p3"/>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Maths</a:t>
            </a:r>
            <a:endParaRPr b="1" sz="1700">
              <a:latin typeface="Lexend"/>
              <a:ea typeface="Lexend"/>
              <a:cs typeface="Lexend"/>
              <a:sym typeface="Lexend"/>
            </a:endParaRPr>
          </a:p>
        </p:txBody>
      </p:sp>
      <p:sp>
        <p:nvSpPr>
          <p:cNvPr id="21" name="Google Shape;21;p3"/>
          <p:cNvSpPr txBox="1"/>
          <p:nvPr>
            <p:ph idx="1" type="subTitle"/>
          </p:nvPr>
        </p:nvSpPr>
        <p:spPr>
          <a:xfrm>
            <a:off x="890225" y="4327975"/>
            <a:ext cx="57585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22" name="Google Shape;22;p3"/>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23" name="Google Shape;23;p3"/>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24" name="Google Shape;24;p3"/>
          <p:cNvPicPr preferRelativeResize="0"/>
          <p:nvPr/>
        </p:nvPicPr>
        <p:blipFill rotWithShape="1">
          <a:blip r:embed="rId4">
            <a:alphaModFix/>
          </a:blip>
          <a:srcRect b="0" l="6209" r="6209" t="0"/>
          <a:stretch/>
        </p:blipFill>
        <p:spPr>
          <a:xfrm>
            <a:off x="324000" y="4008600"/>
            <a:ext cx="707200" cy="1280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Geography" showMasterSp="0">
  <p:cSld name="Title Slide 2_1_1_1">
    <p:bg>
      <p:bgPr>
        <a:solidFill>
          <a:srgbClr val="BEF2BD"/>
        </a:solidFill>
      </p:bgPr>
    </p:bg>
    <p:spTree>
      <p:nvGrpSpPr>
        <p:cNvPr id="25" name="Shape 25"/>
        <p:cNvGrpSpPr/>
        <p:nvPr/>
      </p:nvGrpSpPr>
      <p:grpSpPr>
        <a:xfrm>
          <a:off x="0" y="0"/>
          <a:ext cx="0" cy="0"/>
          <a:chOff x="0" y="0"/>
          <a:chExt cx="0" cy="0"/>
        </a:xfrm>
      </p:grpSpPr>
      <p:pic>
        <p:nvPicPr>
          <p:cNvPr id="26" name="Google Shape;26;p4"/>
          <p:cNvPicPr preferRelativeResize="0"/>
          <p:nvPr/>
        </p:nvPicPr>
        <p:blipFill rotWithShape="1">
          <a:blip r:embed="rId2">
            <a:alphaModFix/>
          </a:blip>
          <a:srcRect b="0" l="6209" r="6209" t="0"/>
          <a:stretch/>
        </p:blipFill>
        <p:spPr>
          <a:xfrm>
            <a:off x="324000" y="4008600"/>
            <a:ext cx="1259825" cy="128000"/>
          </a:xfrm>
          <a:prstGeom prst="rect">
            <a:avLst/>
          </a:prstGeom>
          <a:noFill/>
          <a:ln>
            <a:noFill/>
          </a:ln>
        </p:spPr>
      </p:pic>
      <p:pic>
        <p:nvPicPr>
          <p:cNvPr id="27" name="Google Shape;27;p4"/>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28" name="Google Shape;28;p4"/>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9" name="Google Shape;29;p4"/>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Geography</a:t>
            </a:r>
            <a:endParaRPr b="1" sz="1700">
              <a:latin typeface="Lexend"/>
              <a:ea typeface="Lexend"/>
              <a:cs typeface="Lexend"/>
              <a:sym typeface="Lexend"/>
            </a:endParaRPr>
          </a:p>
        </p:txBody>
      </p:sp>
      <p:sp>
        <p:nvSpPr>
          <p:cNvPr id="30" name="Google Shape;30;p4"/>
          <p:cNvSpPr txBox="1"/>
          <p:nvPr>
            <p:ph idx="1" type="subTitle"/>
          </p:nvPr>
        </p:nvSpPr>
        <p:spPr>
          <a:xfrm>
            <a:off x="890225" y="4327975"/>
            <a:ext cx="59976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31" name="Google Shape;31;p4"/>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32" name="Google Shape;32;p4"/>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History" showMasterSp="0">
  <p:cSld name="Title Slide 2_1_1_1_1">
    <p:bg>
      <p:bgPr>
        <a:solidFill>
          <a:srgbClr val="BEF2BD"/>
        </a:solidFill>
      </p:bgPr>
    </p:bg>
    <p:spTree>
      <p:nvGrpSpPr>
        <p:cNvPr id="33"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35" name="Google Shape;35;p5"/>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 name="Google Shape;36;p5"/>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History</a:t>
            </a:r>
            <a:endParaRPr b="1" sz="1700">
              <a:latin typeface="Lexend"/>
              <a:ea typeface="Lexend"/>
              <a:cs typeface="Lexend"/>
              <a:sym typeface="Lexend"/>
            </a:endParaRPr>
          </a:p>
        </p:txBody>
      </p:sp>
      <p:sp>
        <p:nvSpPr>
          <p:cNvPr id="37" name="Google Shape;37;p5"/>
          <p:cNvSpPr txBox="1"/>
          <p:nvPr>
            <p:ph idx="1" type="subTitle"/>
          </p:nvPr>
        </p:nvSpPr>
        <p:spPr>
          <a:xfrm>
            <a:off x="890225" y="4327975"/>
            <a:ext cx="58041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38" name="Google Shape;38;p5"/>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39" name="Google Shape;39;p5"/>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grpSp>
        <p:nvGrpSpPr>
          <p:cNvPr id="40" name="Google Shape;40;p5"/>
          <p:cNvGrpSpPr/>
          <p:nvPr/>
        </p:nvGrpSpPr>
        <p:grpSpPr>
          <a:xfrm>
            <a:off x="6156975" y="0"/>
            <a:ext cx="2987025" cy="3854074"/>
            <a:chOff x="6156975" y="0"/>
            <a:chExt cx="2987025" cy="3854074"/>
          </a:xfrm>
        </p:grpSpPr>
        <p:pic>
          <p:nvPicPr>
            <p:cNvPr id="41" name="Google Shape;41;p5"/>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42" name="Google Shape;42;p5"/>
            <p:cNvSpPr/>
            <p:nvPr/>
          </p:nvSpPr>
          <p:spPr>
            <a:xfrm>
              <a:off x="6860400" y="1205850"/>
              <a:ext cx="1959600" cy="13659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3" name="Google Shape;43;p5"/>
            <p:cNvPicPr preferRelativeResize="0"/>
            <p:nvPr/>
          </p:nvPicPr>
          <p:blipFill>
            <a:blip r:embed="rId5">
              <a:alphaModFix/>
            </a:blip>
            <a:stretch>
              <a:fillRect/>
            </a:stretch>
          </p:blipFill>
          <p:spPr>
            <a:xfrm rot="-378432">
              <a:off x="7001357" y="1317070"/>
              <a:ext cx="1677682" cy="1143462"/>
            </a:xfrm>
            <a:prstGeom prst="rect">
              <a:avLst/>
            </a:prstGeom>
            <a:noFill/>
            <a:ln>
              <a:noFill/>
            </a:ln>
          </p:spPr>
        </p:pic>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usic" showMasterSp="0">
  <p:cSld name="Title Slide 2_1_1_1_1_1">
    <p:bg>
      <p:bgPr>
        <a:solidFill>
          <a:srgbClr val="BEF2BD"/>
        </a:solidFill>
      </p:bgPr>
    </p:bg>
    <p:spTree>
      <p:nvGrpSpPr>
        <p:cNvPr id="44" name="Shape 44"/>
        <p:cNvGrpSpPr/>
        <p:nvPr/>
      </p:nvGrpSpPr>
      <p:grpSpPr>
        <a:xfrm>
          <a:off x="0" y="0"/>
          <a:ext cx="0" cy="0"/>
          <a:chOff x="0" y="0"/>
          <a:chExt cx="0" cy="0"/>
        </a:xfrm>
      </p:grpSpPr>
      <p:pic>
        <p:nvPicPr>
          <p:cNvPr id="45" name="Google Shape;45;p6"/>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46" name="Google Shape;46;p6"/>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7" name="Google Shape;47;p6"/>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Music</a:t>
            </a:r>
            <a:endParaRPr b="1" sz="1700">
              <a:latin typeface="Lexend"/>
              <a:ea typeface="Lexend"/>
              <a:cs typeface="Lexend"/>
              <a:sym typeface="Lexend"/>
            </a:endParaRPr>
          </a:p>
        </p:txBody>
      </p:sp>
      <p:sp>
        <p:nvSpPr>
          <p:cNvPr id="48" name="Google Shape;48;p6"/>
          <p:cNvSpPr txBox="1"/>
          <p:nvPr>
            <p:ph idx="1" type="subTitle"/>
          </p:nvPr>
        </p:nvSpPr>
        <p:spPr>
          <a:xfrm>
            <a:off x="890225" y="4327975"/>
            <a:ext cx="57870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49" name="Google Shape;49;p6"/>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50" name="Google Shape;50;p6"/>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51" name="Google Shape;51;p6"/>
          <p:cNvPicPr preferRelativeResize="0"/>
          <p:nvPr/>
        </p:nvPicPr>
        <p:blipFill rotWithShape="1">
          <a:blip r:embed="rId4">
            <a:alphaModFix/>
          </a:blip>
          <a:srcRect b="0" l="6209" r="6209" t="0"/>
          <a:stretch/>
        </p:blipFill>
        <p:spPr>
          <a:xfrm>
            <a:off x="324000" y="4008600"/>
            <a:ext cx="661625" cy="12800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Science" showMasterSp="0">
  <p:cSld name="Title Slide 2_1_1_1_1_1_1">
    <p:bg>
      <p:bgPr>
        <a:solidFill>
          <a:srgbClr val="BEF2BD"/>
        </a:solidFill>
      </p:bgPr>
    </p:bg>
    <p:spTree>
      <p:nvGrpSpPr>
        <p:cNvPr id="52" name="Shape 52"/>
        <p:cNvGrpSpPr/>
        <p:nvPr/>
      </p:nvGrpSpPr>
      <p:grpSpPr>
        <a:xfrm>
          <a:off x="0" y="0"/>
          <a:ext cx="0" cy="0"/>
          <a:chOff x="0" y="0"/>
          <a:chExt cx="0" cy="0"/>
        </a:xfrm>
      </p:grpSpPr>
      <p:sp>
        <p:nvSpPr>
          <p:cNvPr id="53" name="Google Shape;53;p7"/>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4" name="Google Shape;54;p7"/>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Science</a:t>
            </a:r>
            <a:endParaRPr b="1" sz="1700">
              <a:latin typeface="Lexend"/>
              <a:ea typeface="Lexend"/>
              <a:cs typeface="Lexend"/>
              <a:sym typeface="Lexend"/>
            </a:endParaRPr>
          </a:p>
        </p:txBody>
      </p:sp>
      <p:sp>
        <p:nvSpPr>
          <p:cNvPr id="55" name="Google Shape;55;p7"/>
          <p:cNvSpPr txBox="1"/>
          <p:nvPr>
            <p:ph idx="1" type="subTitle"/>
          </p:nvPr>
        </p:nvSpPr>
        <p:spPr>
          <a:xfrm>
            <a:off x="890225" y="4327975"/>
            <a:ext cx="57927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56" name="Google Shape;56;p7"/>
          <p:cNvPicPr preferRelativeResize="0"/>
          <p:nvPr/>
        </p:nvPicPr>
        <p:blipFill rotWithShape="1">
          <a:blip r:embed="rId2">
            <a:alphaModFix/>
          </a:blip>
          <a:srcRect b="0" l="0" r="0" t="0"/>
          <a:stretch/>
        </p:blipFill>
        <p:spPr>
          <a:xfrm>
            <a:off x="7690424" y="4098434"/>
            <a:ext cx="1052750" cy="482825"/>
          </a:xfrm>
          <a:prstGeom prst="rect">
            <a:avLst/>
          </a:prstGeom>
          <a:noFill/>
          <a:ln>
            <a:noFill/>
          </a:ln>
        </p:spPr>
      </p:pic>
      <p:sp>
        <p:nvSpPr>
          <p:cNvPr id="57" name="Google Shape;57;p7"/>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58" name="Google Shape;58;p7"/>
          <p:cNvPicPr preferRelativeResize="0"/>
          <p:nvPr/>
        </p:nvPicPr>
        <p:blipFill rotWithShape="1">
          <a:blip r:embed="rId3">
            <a:alphaModFix/>
          </a:blip>
          <a:srcRect b="0" l="6209" r="6209" t="0"/>
          <a:stretch/>
        </p:blipFill>
        <p:spPr>
          <a:xfrm>
            <a:off x="324000" y="4008600"/>
            <a:ext cx="859400" cy="127996"/>
          </a:xfrm>
          <a:prstGeom prst="rect">
            <a:avLst/>
          </a:prstGeom>
          <a:noFill/>
          <a:ln>
            <a:noFill/>
          </a:ln>
        </p:spPr>
      </p:pic>
      <p:grpSp>
        <p:nvGrpSpPr>
          <p:cNvPr id="59" name="Google Shape;59;p7"/>
          <p:cNvGrpSpPr/>
          <p:nvPr/>
        </p:nvGrpSpPr>
        <p:grpSpPr>
          <a:xfrm>
            <a:off x="6156975" y="0"/>
            <a:ext cx="2987025" cy="3854074"/>
            <a:chOff x="6156975" y="0"/>
            <a:chExt cx="2987025" cy="3854074"/>
          </a:xfrm>
        </p:grpSpPr>
        <p:pic>
          <p:nvPicPr>
            <p:cNvPr id="60" name="Google Shape;60;p7"/>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61" name="Google Shape;61;p7"/>
            <p:cNvSpPr/>
            <p:nvPr/>
          </p:nvSpPr>
          <p:spPr>
            <a:xfrm>
              <a:off x="6860400" y="869975"/>
              <a:ext cx="1959600" cy="20070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2" name="Google Shape;62;p7"/>
            <p:cNvPicPr preferRelativeResize="0"/>
            <p:nvPr/>
          </p:nvPicPr>
          <p:blipFill>
            <a:blip r:embed="rId5">
              <a:alphaModFix/>
            </a:blip>
            <a:stretch>
              <a:fillRect/>
            </a:stretch>
          </p:blipFill>
          <p:spPr>
            <a:xfrm rot="-311816">
              <a:off x="7083000" y="1110274"/>
              <a:ext cx="1514398" cy="1526398"/>
            </a:xfrm>
            <a:prstGeom prst="rect">
              <a:avLst/>
            </a:prstGeom>
            <a:noFill/>
            <a:ln>
              <a:noFill/>
            </a:ln>
          </p:spPr>
        </p:pic>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Biology" showMasterSp="0">
  <p:cSld name="Title Slide 2_1_1_1_1_1_1_1">
    <p:bg>
      <p:bgPr>
        <a:solidFill>
          <a:srgbClr val="BEF2BD"/>
        </a:solidFill>
      </p:bgPr>
    </p:bg>
    <p:spTree>
      <p:nvGrpSpPr>
        <p:cNvPr id="63" name="Shape 63"/>
        <p:cNvGrpSpPr/>
        <p:nvPr/>
      </p:nvGrpSpPr>
      <p:grpSpPr>
        <a:xfrm>
          <a:off x="0" y="0"/>
          <a:ext cx="0" cy="0"/>
          <a:chOff x="0" y="0"/>
          <a:chExt cx="0" cy="0"/>
        </a:xfrm>
      </p:grpSpPr>
      <p:pic>
        <p:nvPicPr>
          <p:cNvPr id="64" name="Google Shape;64;p8"/>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pic>
        <p:nvPicPr>
          <p:cNvPr id="65" name="Google Shape;65;p8"/>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66" name="Google Shape;66;p8"/>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7" name="Google Shape;67;p8"/>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Biology</a:t>
            </a:r>
            <a:endParaRPr b="1" sz="1700">
              <a:latin typeface="Lexend"/>
              <a:ea typeface="Lexend"/>
              <a:cs typeface="Lexend"/>
              <a:sym typeface="Lexend"/>
            </a:endParaRPr>
          </a:p>
        </p:txBody>
      </p:sp>
      <p:sp>
        <p:nvSpPr>
          <p:cNvPr id="68" name="Google Shape;68;p8"/>
          <p:cNvSpPr txBox="1"/>
          <p:nvPr>
            <p:ph idx="1" type="subTitle"/>
          </p:nvPr>
        </p:nvSpPr>
        <p:spPr>
          <a:xfrm>
            <a:off x="890225" y="4327975"/>
            <a:ext cx="57756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69" name="Google Shape;69;p8"/>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70" name="Google Shape;70;p8"/>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Physics" showMasterSp="0">
  <p:cSld name="Title Slide 2_1_1_1_1_1_1_1_1">
    <p:bg>
      <p:bgPr>
        <a:solidFill>
          <a:srgbClr val="BEF2BD"/>
        </a:solidFill>
      </p:bgPr>
    </p:bg>
    <p:spTree>
      <p:nvGrpSpPr>
        <p:cNvPr id="71" name="Shape 71"/>
        <p:cNvGrpSpPr/>
        <p:nvPr/>
      </p:nvGrpSpPr>
      <p:grpSpPr>
        <a:xfrm>
          <a:off x="0" y="0"/>
          <a:ext cx="0" cy="0"/>
          <a:chOff x="0" y="0"/>
          <a:chExt cx="0" cy="0"/>
        </a:xfrm>
      </p:grpSpPr>
      <p:pic>
        <p:nvPicPr>
          <p:cNvPr id="72" name="Google Shape;72;p9"/>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73" name="Google Shape;73;p9"/>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4" name="Google Shape;74;p9"/>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Physics</a:t>
            </a:r>
            <a:endParaRPr b="1" sz="1700">
              <a:latin typeface="Lexend"/>
              <a:ea typeface="Lexend"/>
              <a:cs typeface="Lexend"/>
              <a:sym typeface="Lexend"/>
            </a:endParaRPr>
          </a:p>
        </p:txBody>
      </p:sp>
      <p:sp>
        <p:nvSpPr>
          <p:cNvPr id="75" name="Google Shape;75;p9"/>
          <p:cNvSpPr txBox="1"/>
          <p:nvPr>
            <p:ph idx="1" type="subTitle"/>
          </p:nvPr>
        </p:nvSpPr>
        <p:spPr>
          <a:xfrm>
            <a:off x="890225" y="4327975"/>
            <a:ext cx="57585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76" name="Google Shape;76;p9"/>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77" name="Google Shape;77;p9"/>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grpSp>
        <p:nvGrpSpPr>
          <p:cNvPr id="78" name="Google Shape;78;p9"/>
          <p:cNvGrpSpPr/>
          <p:nvPr/>
        </p:nvGrpSpPr>
        <p:grpSpPr>
          <a:xfrm>
            <a:off x="6156975" y="0"/>
            <a:ext cx="2987025" cy="3854074"/>
            <a:chOff x="6156975" y="0"/>
            <a:chExt cx="2987025" cy="3854074"/>
          </a:xfrm>
        </p:grpSpPr>
        <p:pic>
          <p:nvPicPr>
            <p:cNvPr id="79" name="Google Shape;79;p9"/>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80" name="Google Shape;80;p9"/>
            <p:cNvSpPr/>
            <p:nvPr/>
          </p:nvSpPr>
          <p:spPr>
            <a:xfrm>
              <a:off x="6898050" y="839288"/>
              <a:ext cx="1959600" cy="23547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1" name="Google Shape;81;p9"/>
            <p:cNvPicPr preferRelativeResize="0"/>
            <p:nvPr/>
          </p:nvPicPr>
          <p:blipFill>
            <a:blip r:embed="rId5">
              <a:alphaModFix/>
            </a:blip>
            <a:stretch>
              <a:fillRect/>
            </a:stretch>
          </p:blipFill>
          <p:spPr>
            <a:xfrm rot="-384492">
              <a:off x="7235674" y="1037850"/>
              <a:ext cx="1204851" cy="1957577"/>
            </a:xfrm>
            <a:prstGeom prst="rect">
              <a:avLst/>
            </a:prstGeom>
            <a:noFill/>
            <a:ln>
              <a:noFill/>
            </a:ln>
          </p:spPr>
        </p:pic>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Chemistry" showMasterSp="0">
  <p:cSld name="Title Slide 2_1_1_1_1_1_1_1_1_1">
    <p:bg>
      <p:bgPr>
        <a:solidFill>
          <a:srgbClr val="BEF2BD"/>
        </a:solidFill>
      </p:bgPr>
    </p:bg>
    <p:spTree>
      <p:nvGrpSpPr>
        <p:cNvPr id="82" name="Shape 82"/>
        <p:cNvGrpSpPr/>
        <p:nvPr/>
      </p:nvGrpSpPr>
      <p:grpSpPr>
        <a:xfrm>
          <a:off x="0" y="0"/>
          <a:ext cx="0" cy="0"/>
          <a:chOff x="0" y="0"/>
          <a:chExt cx="0" cy="0"/>
        </a:xfrm>
      </p:grpSpPr>
      <p:pic>
        <p:nvPicPr>
          <p:cNvPr id="83" name="Google Shape;83;p10"/>
          <p:cNvPicPr preferRelativeResize="0"/>
          <p:nvPr/>
        </p:nvPicPr>
        <p:blipFill rotWithShape="1">
          <a:blip r:embed="rId2">
            <a:alphaModFix/>
          </a:blip>
          <a:srcRect b="0" l="6209" r="6209" t="0"/>
          <a:stretch/>
        </p:blipFill>
        <p:spPr>
          <a:xfrm>
            <a:off x="324000" y="4008600"/>
            <a:ext cx="1117400" cy="128000"/>
          </a:xfrm>
          <a:prstGeom prst="rect">
            <a:avLst/>
          </a:prstGeom>
          <a:noFill/>
          <a:ln>
            <a:noFill/>
          </a:ln>
        </p:spPr>
      </p:pic>
      <p:pic>
        <p:nvPicPr>
          <p:cNvPr id="84" name="Google Shape;84;p10"/>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85" name="Google Shape;85;p10"/>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6" name="Google Shape;86;p10"/>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Chemistry</a:t>
            </a:r>
            <a:endParaRPr b="1" sz="1700">
              <a:latin typeface="Lexend"/>
              <a:ea typeface="Lexend"/>
              <a:cs typeface="Lexend"/>
              <a:sym typeface="Lexend"/>
            </a:endParaRPr>
          </a:p>
        </p:txBody>
      </p:sp>
      <p:sp>
        <p:nvSpPr>
          <p:cNvPr id="87" name="Google Shape;87;p10"/>
          <p:cNvSpPr txBox="1"/>
          <p:nvPr>
            <p:ph idx="1" type="subTitle"/>
          </p:nvPr>
        </p:nvSpPr>
        <p:spPr>
          <a:xfrm>
            <a:off x="890225" y="4327975"/>
            <a:ext cx="58551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88" name="Google Shape;88;p10"/>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89" name="Google Shape;89;p10"/>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1 Outcome">
  <p:cSld name="CUSTOM_5">
    <p:bg>
      <p:bgPr>
        <a:solidFill>
          <a:srgbClr val="BEF2BD"/>
        </a:solidFill>
      </p:bgPr>
    </p:bg>
    <p:spTree>
      <p:nvGrpSpPr>
        <p:cNvPr id="90" name="Shape 90"/>
        <p:cNvGrpSpPr/>
        <p:nvPr/>
      </p:nvGrpSpPr>
      <p:grpSpPr>
        <a:xfrm>
          <a:off x="0" y="0"/>
          <a:ext cx="0" cy="0"/>
          <a:chOff x="0" y="0"/>
          <a:chExt cx="0" cy="0"/>
        </a:xfrm>
      </p:grpSpPr>
      <p:pic>
        <p:nvPicPr>
          <p:cNvPr id="91" name="Google Shape;91;p11"/>
          <p:cNvPicPr preferRelativeResize="0"/>
          <p:nvPr/>
        </p:nvPicPr>
        <p:blipFill>
          <a:blip r:embed="rId2">
            <a:alphaModFix/>
          </a:blip>
          <a:stretch>
            <a:fillRect/>
          </a:stretch>
        </p:blipFill>
        <p:spPr>
          <a:xfrm>
            <a:off x="343225" y="1388370"/>
            <a:ext cx="7945600" cy="2919776"/>
          </a:xfrm>
          <a:prstGeom prst="rect">
            <a:avLst/>
          </a:prstGeom>
          <a:noFill/>
          <a:ln>
            <a:noFill/>
          </a:ln>
        </p:spPr>
      </p:pic>
      <p:sp>
        <p:nvSpPr>
          <p:cNvPr id="92" name="Google Shape;92;p11"/>
          <p:cNvSpPr txBox="1"/>
          <p:nvPr/>
        </p:nvSpPr>
        <p:spPr>
          <a:xfrm>
            <a:off x="325207" y="454765"/>
            <a:ext cx="4575600" cy="431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800">
                <a:latin typeface="Lexend"/>
                <a:ea typeface="Lexend"/>
                <a:cs typeface="Lexend"/>
                <a:sym typeface="Lexend"/>
              </a:rPr>
              <a:t>Outcome</a:t>
            </a:r>
            <a:endParaRPr b="1" sz="2800">
              <a:latin typeface="Lexend"/>
              <a:ea typeface="Lexend"/>
              <a:cs typeface="Lexend"/>
              <a:sym typeface="Lexend"/>
            </a:endParaRPr>
          </a:p>
        </p:txBody>
      </p:sp>
      <p:sp>
        <p:nvSpPr>
          <p:cNvPr id="93" name="Google Shape;93;p11"/>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lvl1pPr lvl="0">
              <a:lnSpc>
                <a:spcPct val="115000"/>
              </a:lnSpc>
              <a:spcBef>
                <a:spcPts val="0"/>
              </a:spcBef>
              <a:spcAft>
                <a:spcPts val="0"/>
              </a:spcAft>
              <a:buSzPts val="2000"/>
              <a:buNone/>
              <a:defRPr sz="2000"/>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2 Hidden guidance slide">
  <p:cSld name="CUSTOM_1">
    <p:spTree>
      <p:nvGrpSpPr>
        <p:cNvPr id="94" name="Shape 94"/>
        <p:cNvGrpSpPr/>
        <p:nvPr/>
      </p:nvGrpSpPr>
      <p:grpSpPr>
        <a:xfrm>
          <a:off x="0" y="0"/>
          <a:ext cx="0" cy="0"/>
          <a:chOff x="0" y="0"/>
          <a:chExt cx="0" cy="0"/>
        </a:xfrm>
      </p:grpSpPr>
      <p:sp>
        <p:nvSpPr>
          <p:cNvPr id="95" name="Google Shape;95;p12"/>
          <p:cNvSpPr txBox="1"/>
          <p:nvPr/>
        </p:nvSpPr>
        <p:spPr>
          <a:xfrm>
            <a:off x="329775" y="953475"/>
            <a:ext cx="4241400" cy="646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Oak’s lessons are structured around </a:t>
            </a:r>
            <a:r>
              <a:rPr b="1" lang="en-GB" sz="1200">
                <a:latin typeface="Lexend"/>
                <a:ea typeface="Lexend"/>
                <a:cs typeface="Lexend"/>
                <a:sym typeface="Lexend"/>
              </a:rPr>
              <a:t>learning cycles</a:t>
            </a:r>
            <a:r>
              <a:rPr i="1" lang="en-GB" sz="1200">
                <a:latin typeface="Lexend"/>
                <a:ea typeface="Lexend"/>
                <a:cs typeface="Lexend"/>
                <a:sym typeface="Lexend"/>
              </a:rPr>
              <a:t>.</a:t>
            </a:r>
            <a:r>
              <a:rPr lang="en-GB" sz="1200">
                <a:latin typeface="Lexend"/>
                <a:ea typeface="Lexend"/>
                <a:cs typeface="Lexend"/>
                <a:sym typeface="Lexend"/>
              </a:rPr>
              <a:t> These are indicated through colour in the slide deck:</a:t>
            </a:r>
            <a:endParaRPr sz="1200">
              <a:latin typeface="Lexend"/>
              <a:ea typeface="Lexend"/>
              <a:cs typeface="Lexend"/>
              <a:sym typeface="Lexend"/>
            </a:endParaRPr>
          </a:p>
        </p:txBody>
      </p:sp>
      <p:sp>
        <p:nvSpPr>
          <p:cNvPr id="96" name="Google Shape;96;p12"/>
          <p:cNvSpPr txBox="1"/>
          <p:nvPr/>
        </p:nvSpPr>
        <p:spPr>
          <a:xfrm>
            <a:off x="329775" y="629475"/>
            <a:ext cx="42414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600">
                <a:latin typeface="Lexend"/>
                <a:ea typeface="Lexend"/>
                <a:cs typeface="Lexend"/>
                <a:sym typeface="Lexend"/>
              </a:rPr>
              <a:t>Oak’s lesson structure</a:t>
            </a:r>
            <a:endParaRPr b="1" sz="1600">
              <a:latin typeface="Lexend"/>
              <a:ea typeface="Lexend"/>
              <a:cs typeface="Lexend"/>
              <a:sym typeface="Lexend"/>
            </a:endParaRPr>
          </a:p>
        </p:txBody>
      </p:sp>
      <p:sp>
        <p:nvSpPr>
          <p:cNvPr id="97" name="Google Shape;97;p12"/>
          <p:cNvSpPr txBox="1"/>
          <p:nvPr/>
        </p:nvSpPr>
        <p:spPr>
          <a:xfrm>
            <a:off x="4901925" y="629475"/>
            <a:ext cx="40128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600">
                <a:latin typeface="Lexend"/>
                <a:ea typeface="Lexend"/>
                <a:cs typeface="Lexend"/>
                <a:sym typeface="Lexend"/>
              </a:rPr>
              <a:t>Useful links</a:t>
            </a:r>
            <a:endParaRPr b="1" sz="1600">
              <a:latin typeface="Lexend"/>
              <a:ea typeface="Lexend"/>
              <a:cs typeface="Lexend"/>
              <a:sym typeface="Lexend"/>
            </a:endParaRPr>
          </a:p>
        </p:txBody>
      </p:sp>
      <p:sp>
        <p:nvSpPr>
          <p:cNvPr id="98" name="Google Shape;98;p12"/>
          <p:cNvSpPr txBox="1"/>
          <p:nvPr/>
        </p:nvSpPr>
        <p:spPr>
          <a:xfrm>
            <a:off x="329775" y="3205950"/>
            <a:ext cx="4207200" cy="369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Each</a:t>
            </a:r>
            <a:r>
              <a:rPr b="1" lang="en-GB" sz="1200">
                <a:latin typeface="Lexend"/>
                <a:ea typeface="Lexend"/>
                <a:cs typeface="Lexend"/>
                <a:sym typeface="Lexend"/>
              </a:rPr>
              <a:t> learning cycle</a:t>
            </a:r>
            <a:r>
              <a:rPr lang="en-GB" sz="1200">
                <a:latin typeface="Lexend"/>
                <a:ea typeface="Lexend"/>
                <a:cs typeface="Lexend"/>
                <a:sym typeface="Lexend"/>
              </a:rPr>
              <a:t> covers several phases:</a:t>
            </a:r>
            <a:endParaRPr sz="1200">
              <a:latin typeface="Lexend"/>
              <a:ea typeface="Lexend"/>
              <a:cs typeface="Lexend"/>
              <a:sym typeface="Lexend"/>
            </a:endParaRPr>
          </a:p>
        </p:txBody>
      </p:sp>
      <p:sp>
        <p:nvSpPr>
          <p:cNvPr id="99" name="Google Shape;99;p12"/>
          <p:cNvSpPr txBox="1"/>
          <p:nvPr/>
        </p:nvSpPr>
        <p:spPr>
          <a:xfrm>
            <a:off x="4901925" y="953475"/>
            <a:ext cx="40128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1000"/>
              </a:spcAft>
              <a:buNone/>
            </a:pPr>
            <a:r>
              <a:rPr lang="en-GB" sz="1200">
                <a:latin typeface="Lexend"/>
                <a:ea typeface="Lexend"/>
                <a:cs typeface="Lexend"/>
                <a:sym typeface="Lexend"/>
              </a:rPr>
              <a:t>Advice</a:t>
            </a:r>
            <a:r>
              <a:rPr lang="en-GB" sz="1200">
                <a:latin typeface="Lexend"/>
                <a:ea typeface="Lexend"/>
                <a:cs typeface="Lexend"/>
                <a:sym typeface="Lexend"/>
              </a:rPr>
              <a:t> on                                          to </a:t>
            </a:r>
            <a:r>
              <a:rPr lang="en-GB" sz="1200">
                <a:solidFill>
                  <a:srgbClr val="000000"/>
                </a:solidFill>
                <a:latin typeface="Lexend"/>
                <a:ea typeface="Lexend"/>
                <a:cs typeface="Lexend"/>
                <a:sym typeface="Lexend"/>
              </a:rPr>
              <a:t>bring the lesson to life in your classroom and</a:t>
            </a:r>
            <a:r>
              <a:rPr lang="en-GB" sz="1200">
                <a:latin typeface="Lexend"/>
                <a:ea typeface="Lexend"/>
                <a:cs typeface="Lexend"/>
                <a:sym typeface="Lexend"/>
              </a:rPr>
              <a:t> best fit the needs of your pupils.</a:t>
            </a:r>
            <a:endParaRPr sz="1200">
              <a:latin typeface="Lexend"/>
              <a:ea typeface="Lexend"/>
              <a:cs typeface="Lexend"/>
              <a:sym typeface="Lexend"/>
            </a:endParaRPr>
          </a:p>
        </p:txBody>
      </p:sp>
      <p:grpSp>
        <p:nvGrpSpPr>
          <p:cNvPr id="100" name="Google Shape;100;p12"/>
          <p:cNvGrpSpPr/>
          <p:nvPr/>
        </p:nvGrpSpPr>
        <p:grpSpPr>
          <a:xfrm>
            <a:off x="2650916" y="1644417"/>
            <a:ext cx="1745270" cy="1430724"/>
            <a:chOff x="2642961" y="1644312"/>
            <a:chExt cx="1454634" cy="1195657"/>
          </a:xfrm>
        </p:grpSpPr>
        <p:pic>
          <p:nvPicPr>
            <p:cNvPr id="101" name="Google Shape;101;p12"/>
            <p:cNvPicPr preferRelativeResize="0"/>
            <p:nvPr/>
          </p:nvPicPr>
          <p:blipFill>
            <a:blip r:embed="rId2">
              <a:alphaModFix/>
            </a:blip>
            <a:stretch>
              <a:fillRect/>
            </a:stretch>
          </p:blipFill>
          <p:spPr>
            <a:xfrm>
              <a:off x="2642975" y="1644312"/>
              <a:ext cx="1454621" cy="287396"/>
            </a:xfrm>
            <a:prstGeom prst="rect">
              <a:avLst/>
            </a:prstGeom>
            <a:noFill/>
            <a:ln>
              <a:noFill/>
            </a:ln>
            <a:effectLst>
              <a:outerShdw blurRad="57150" rotWithShape="0" algn="bl" dir="5400000" dist="19050">
                <a:srgbClr val="000000">
                  <a:alpha val="50000"/>
                </a:srgbClr>
              </a:outerShdw>
            </a:effectLst>
          </p:spPr>
        </p:pic>
        <p:pic>
          <p:nvPicPr>
            <p:cNvPr id="102" name="Google Shape;102;p12"/>
            <p:cNvPicPr preferRelativeResize="0"/>
            <p:nvPr/>
          </p:nvPicPr>
          <p:blipFill>
            <a:blip r:embed="rId3">
              <a:alphaModFix/>
            </a:blip>
            <a:stretch>
              <a:fillRect/>
            </a:stretch>
          </p:blipFill>
          <p:spPr>
            <a:xfrm>
              <a:off x="2642975" y="1936215"/>
              <a:ext cx="1454618" cy="287940"/>
            </a:xfrm>
            <a:prstGeom prst="rect">
              <a:avLst/>
            </a:prstGeom>
            <a:noFill/>
            <a:ln>
              <a:noFill/>
            </a:ln>
            <a:effectLst>
              <a:outerShdw blurRad="57150" rotWithShape="0" algn="bl" dir="5400000" dist="19050">
                <a:srgbClr val="000000">
                  <a:alpha val="50000"/>
                </a:srgbClr>
              </a:outerShdw>
            </a:effectLst>
          </p:spPr>
        </p:pic>
        <p:pic>
          <p:nvPicPr>
            <p:cNvPr id="103" name="Google Shape;103;p12"/>
            <p:cNvPicPr preferRelativeResize="0"/>
            <p:nvPr/>
          </p:nvPicPr>
          <p:blipFill>
            <a:blip r:embed="rId4">
              <a:alphaModFix/>
            </a:blip>
            <a:stretch>
              <a:fillRect/>
            </a:stretch>
          </p:blipFill>
          <p:spPr>
            <a:xfrm>
              <a:off x="2642965" y="2251391"/>
              <a:ext cx="1454621" cy="284581"/>
            </a:xfrm>
            <a:prstGeom prst="rect">
              <a:avLst/>
            </a:prstGeom>
            <a:noFill/>
            <a:ln>
              <a:noFill/>
            </a:ln>
            <a:effectLst>
              <a:outerShdw blurRad="57150" rotWithShape="0" algn="bl" dir="5400000" dist="19050">
                <a:srgbClr val="000000">
                  <a:alpha val="50000"/>
                </a:srgbClr>
              </a:outerShdw>
            </a:effectLst>
          </p:spPr>
        </p:pic>
        <p:pic>
          <p:nvPicPr>
            <p:cNvPr id="104" name="Google Shape;104;p12"/>
            <p:cNvPicPr preferRelativeResize="0"/>
            <p:nvPr/>
          </p:nvPicPr>
          <p:blipFill>
            <a:blip r:embed="rId5">
              <a:alphaModFix/>
            </a:blip>
            <a:stretch>
              <a:fillRect/>
            </a:stretch>
          </p:blipFill>
          <p:spPr>
            <a:xfrm>
              <a:off x="2642961" y="2563206"/>
              <a:ext cx="1454620" cy="276764"/>
            </a:xfrm>
            <a:prstGeom prst="rect">
              <a:avLst/>
            </a:prstGeom>
            <a:noFill/>
            <a:ln>
              <a:noFill/>
            </a:ln>
            <a:effectLst>
              <a:outerShdw blurRad="57150" rotWithShape="0" algn="bl" dir="5400000" dist="19050">
                <a:srgbClr val="000000">
                  <a:alpha val="50000"/>
                </a:srgbClr>
              </a:outerShdw>
            </a:effectLst>
          </p:spPr>
        </p:pic>
      </p:grpSp>
      <p:pic>
        <p:nvPicPr>
          <p:cNvPr id="105" name="Google Shape;105;p12"/>
          <p:cNvPicPr preferRelativeResize="0"/>
          <p:nvPr/>
        </p:nvPicPr>
        <p:blipFill rotWithShape="1">
          <a:blip r:embed="rId6">
            <a:alphaModFix/>
          </a:blip>
          <a:srcRect b="5222" l="3910" r="0" t="0"/>
          <a:stretch/>
        </p:blipFill>
        <p:spPr>
          <a:xfrm>
            <a:off x="1328513" y="3569750"/>
            <a:ext cx="2057336" cy="1195675"/>
          </a:xfrm>
          <a:prstGeom prst="rect">
            <a:avLst/>
          </a:prstGeom>
          <a:noFill/>
          <a:ln>
            <a:noFill/>
          </a:ln>
        </p:spPr>
      </p:pic>
      <p:pic>
        <p:nvPicPr>
          <p:cNvPr id="106" name="Google Shape;106;p12"/>
          <p:cNvPicPr preferRelativeResize="0"/>
          <p:nvPr/>
        </p:nvPicPr>
        <p:blipFill>
          <a:blip r:embed="rId7">
            <a:alphaModFix/>
          </a:blip>
          <a:stretch>
            <a:fillRect/>
          </a:stretch>
        </p:blipFill>
        <p:spPr>
          <a:xfrm>
            <a:off x="398750" y="1778088"/>
            <a:ext cx="2057324" cy="1163398"/>
          </a:xfrm>
          <a:prstGeom prst="rect">
            <a:avLst/>
          </a:prstGeom>
          <a:noFill/>
          <a:ln>
            <a:noFill/>
          </a:ln>
          <a:effectLst>
            <a:outerShdw blurRad="57150" rotWithShape="0" algn="bl" dir="5400000" dist="19050">
              <a:srgbClr val="000000">
                <a:alpha val="50000"/>
              </a:srgbClr>
            </a:outerShdw>
          </a:effectLst>
        </p:spPr>
      </p:pic>
      <p:sp>
        <p:nvSpPr>
          <p:cNvPr id="107" name="Google Shape;107;p12"/>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lang="en-GB" sz="2000">
                <a:solidFill>
                  <a:srgbClr val="282828"/>
                </a:solidFill>
                <a:latin typeface="Lexend"/>
                <a:ea typeface="Lexend"/>
                <a:cs typeface="Lexend"/>
                <a:sym typeface="Lexend"/>
              </a:rPr>
              <a:t>Teacher Guidance</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3)">
  <p:cSld name="CUSTOM_3_1">
    <p:spTree>
      <p:nvGrpSpPr>
        <p:cNvPr id="108" name="Shape 108"/>
        <p:cNvGrpSpPr/>
        <p:nvPr/>
      </p:nvGrpSpPr>
      <p:grpSpPr>
        <a:xfrm>
          <a:off x="0" y="0"/>
          <a:ext cx="0" cy="0"/>
          <a:chOff x="0" y="0"/>
          <a:chExt cx="0" cy="0"/>
        </a:xfrm>
      </p:grpSpPr>
      <p:sp>
        <p:nvSpPr>
          <p:cNvPr id="109" name="Google Shape;109;p13"/>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0" name="Google Shape;110;p13"/>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11" name="Google Shape;111;p13"/>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12" name="Google Shape;112;p13"/>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13" name="Google Shape;113;p13"/>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14" name="Google Shape;114;p13"/>
          <p:cNvSpPr txBox="1"/>
          <p:nvPr>
            <p:ph idx="3" type="subTitle"/>
          </p:nvPr>
        </p:nvSpPr>
        <p:spPr>
          <a:xfrm>
            <a:off x="324000" y="21054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15" name="Google Shape;115;p13"/>
          <p:cNvSpPr txBox="1"/>
          <p:nvPr>
            <p:ph idx="4" type="subTitle"/>
          </p:nvPr>
        </p:nvSpPr>
        <p:spPr>
          <a:xfrm>
            <a:off x="2699325" y="21054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16" name="Google Shape;116;p13"/>
          <p:cNvSpPr txBox="1"/>
          <p:nvPr>
            <p:ph idx="5" type="subTitle"/>
          </p:nvPr>
        </p:nvSpPr>
        <p:spPr>
          <a:xfrm>
            <a:off x="324000" y="34008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17" name="Google Shape;117;p13"/>
          <p:cNvSpPr txBox="1"/>
          <p:nvPr>
            <p:ph idx="6" type="subTitle"/>
          </p:nvPr>
        </p:nvSpPr>
        <p:spPr>
          <a:xfrm>
            <a:off x="2699325" y="34008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4)">
  <p:cSld name="CUSTOM_3_1_1">
    <p:spTree>
      <p:nvGrpSpPr>
        <p:cNvPr id="118" name="Shape 118"/>
        <p:cNvGrpSpPr/>
        <p:nvPr/>
      </p:nvGrpSpPr>
      <p:grpSpPr>
        <a:xfrm>
          <a:off x="0" y="0"/>
          <a:ext cx="0" cy="0"/>
          <a:chOff x="0" y="0"/>
          <a:chExt cx="0" cy="0"/>
        </a:xfrm>
      </p:grpSpPr>
      <p:sp>
        <p:nvSpPr>
          <p:cNvPr id="119" name="Google Shape;119;p14"/>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0" name="Google Shape;120;p14"/>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21" name="Google Shape;121;p14"/>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22" name="Google Shape;122;p14"/>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3" name="Google Shape;123;p14"/>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24" name="Google Shape;124;p14"/>
          <p:cNvSpPr txBox="1"/>
          <p:nvPr>
            <p:ph idx="3" type="subTitle"/>
          </p:nvPr>
        </p:nvSpPr>
        <p:spPr>
          <a:xfrm>
            <a:off x="324000" y="18006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5" name="Google Shape;125;p14"/>
          <p:cNvSpPr txBox="1"/>
          <p:nvPr>
            <p:ph idx="4" type="subTitle"/>
          </p:nvPr>
        </p:nvSpPr>
        <p:spPr>
          <a:xfrm>
            <a:off x="2699325" y="18006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26" name="Google Shape;126;p14"/>
          <p:cNvSpPr txBox="1"/>
          <p:nvPr>
            <p:ph idx="5" type="subTitle"/>
          </p:nvPr>
        </p:nvSpPr>
        <p:spPr>
          <a:xfrm>
            <a:off x="324000" y="27912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7" name="Google Shape;127;p14"/>
          <p:cNvSpPr txBox="1"/>
          <p:nvPr>
            <p:ph idx="6" type="subTitle"/>
          </p:nvPr>
        </p:nvSpPr>
        <p:spPr>
          <a:xfrm>
            <a:off x="2699325" y="27912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28" name="Google Shape;128;p14"/>
          <p:cNvSpPr txBox="1"/>
          <p:nvPr>
            <p:ph idx="7" type="subTitle"/>
          </p:nvPr>
        </p:nvSpPr>
        <p:spPr>
          <a:xfrm>
            <a:off x="324000" y="37818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9" name="Google Shape;129;p14"/>
          <p:cNvSpPr txBox="1"/>
          <p:nvPr>
            <p:ph idx="8" type="subTitle"/>
          </p:nvPr>
        </p:nvSpPr>
        <p:spPr>
          <a:xfrm>
            <a:off x="2699325" y="37818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5)">
  <p:cSld name="CUSTOM_3_1_1_1">
    <p:spTree>
      <p:nvGrpSpPr>
        <p:cNvPr id="130" name="Shape 130"/>
        <p:cNvGrpSpPr/>
        <p:nvPr/>
      </p:nvGrpSpPr>
      <p:grpSpPr>
        <a:xfrm>
          <a:off x="0" y="0"/>
          <a:ext cx="0" cy="0"/>
          <a:chOff x="0" y="0"/>
          <a:chExt cx="0" cy="0"/>
        </a:xfrm>
      </p:grpSpPr>
      <p:sp>
        <p:nvSpPr>
          <p:cNvPr id="131" name="Google Shape;131;p15"/>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2" name="Google Shape;132;p15"/>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33" name="Google Shape;133;p15"/>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34" name="Google Shape;134;p15"/>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5" name="Google Shape;135;p15"/>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36" name="Google Shape;136;p15"/>
          <p:cNvSpPr txBox="1"/>
          <p:nvPr>
            <p:ph idx="3" type="subTitle"/>
          </p:nvPr>
        </p:nvSpPr>
        <p:spPr>
          <a:xfrm>
            <a:off x="324000" y="24864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7" name="Google Shape;137;p15"/>
          <p:cNvSpPr txBox="1"/>
          <p:nvPr>
            <p:ph idx="4" type="subTitle"/>
          </p:nvPr>
        </p:nvSpPr>
        <p:spPr>
          <a:xfrm>
            <a:off x="2699325" y="24864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38" name="Google Shape;138;p15"/>
          <p:cNvSpPr txBox="1"/>
          <p:nvPr>
            <p:ph idx="5" type="subTitle"/>
          </p:nvPr>
        </p:nvSpPr>
        <p:spPr>
          <a:xfrm>
            <a:off x="324000" y="41628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9" name="Google Shape;139;p15"/>
          <p:cNvSpPr txBox="1"/>
          <p:nvPr>
            <p:ph idx="6" type="subTitle"/>
          </p:nvPr>
        </p:nvSpPr>
        <p:spPr>
          <a:xfrm>
            <a:off x="2699325" y="41628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40" name="Google Shape;140;p15"/>
          <p:cNvSpPr txBox="1"/>
          <p:nvPr>
            <p:ph idx="7" type="subTitle"/>
          </p:nvPr>
        </p:nvSpPr>
        <p:spPr>
          <a:xfrm>
            <a:off x="324000" y="16482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1" name="Google Shape;141;p15"/>
          <p:cNvSpPr txBox="1"/>
          <p:nvPr>
            <p:ph idx="8" type="subTitle"/>
          </p:nvPr>
        </p:nvSpPr>
        <p:spPr>
          <a:xfrm>
            <a:off x="2699325" y="16482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42" name="Google Shape;142;p15"/>
          <p:cNvSpPr txBox="1"/>
          <p:nvPr>
            <p:ph idx="9" type="subTitle"/>
          </p:nvPr>
        </p:nvSpPr>
        <p:spPr>
          <a:xfrm>
            <a:off x="324000" y="33246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3" name="Google Shape;143;p15"/>
          <p:cNvSpPr txBox="1"/>
          <p:nvPr>
            <p:ph idx="13" type="subTitle"/>
          </p:nvPr>
        </p:nvSpPr>
        <p:spPr>
          <a:xfrm>
            <a:off x="2699325" y="33246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p2, 2)">
  <p:cSld name="CUSTOM_3_1_1_1_1">
    <p:spTree>
      <p:nvGrpSpPr>
        <p:cNvPr id="144" name="Shape 144"/>
        <p:cNvGrpSpPr/>
        <p:nvPr/>
      </p:nvGrpSpPr>
      <p:grpSpPr>
        <a:xfrm>
          <a:off x="0" y="0"/>
          <a:ext cx="0" cy="0"/>
          <a:chOff x="0" y="0"/>
          <a:chExt cx="0" cy="0"/>
        </a:xfrm>
      </p:grpSpPr>
      <p:sp>
        <p:nvSpPr>
          <p:cNvPr id="145" name="Google Shape;145;p16"/>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6" name="Google Shape;146;p16"/>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47" name="Google Shape;147;p16"/>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48" name="Google Shape;148;p16"/>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9" name="Google Shape;149;p16"/>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50" name="Google Shape;150;p16"/>
          <p:cNvSpPr txBox="1"/>
          <p:nvPr>
            <p:ph idx="3" type="subTitle"/>
          </p:nvPr>
        </p:nvSpPr>
        <p:spPr>
          <a:xfrm>
            <a:off x="324000" y="25626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51" name="Google Shape;151;p16"/>
          <p:cNvSpPr txBox="1"/>
          <p:nvPr>
            <p:ph idx="4" type="subTitle"/>
          </p:nvPr>
        </p:nvSpPr>
        <p:spPr>
          <a:xfrm>
            <a:off x="2699325" y="25626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2)">
  <p:cSld name="CUSTOM_3">
    <p:spTree>
      <p:nvGrpSpPr>
        <p:cNvPr id="152" name="Shape 152"/>
        <p:cNvGrpSpPr/>
        <p:nvPr/>
      </p:nvGrpSpPr>
      <p:grpSpPr>
        <a:xfrm>
          <a:off x="0" y="0"/>
          <a:ext cx="0" cy="0"/>
          <a:chOff x="0" y="0"/>
          <a:chExt cx="0" cy="0"/>
        </a:xfrm>
      </p:grpSpPr>
      <p:sp>
        <p:nvSpPr>
          <p:cNvPr id="153" name="Google Shape;153;p17"/>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4" name="Google Shape;154;p17"/>
          <p:cNvPicPr preferRelativeResize="0"/>
          <p:nvPr/>
        </p:nvPicPr>
        <p:blipFill rotWithShape="1">
          <a:blip r:embed="rId2">
            <a:alphaModFix/>
          </a:blip>
          <a:srcRect b="3669" l="0" r="0" t="3678"/>
          <a:stretch/>
        </p:blipFill>
        <p:spPr>
          <a:xfrm>
            <a:off x="863550" y="2926472"/>
            <a:ext cx="7439126" cy="572078"/>
          </a:xfrm>
          <a:prstGeom prst="rect">
            <a:avLst/>
          </a:prstGeom>
          <a:noFill/>
          <a:ln>
            <a:noFill/>
          </a:ln>
        </p:spPr>
      </p:pic>
      <p:pic>
        <p:nvPicPr>
          <p:cNvPr id="155" name="Google Shape;155;p17"/>
          <p:cNvPicPr preferRelativeResize="0"/>
          <p:nvPr/>
        </p:nvPicPr>
        <p:blipFill rotWithShape="1">
          <a:blip r:embed="rId3">
            <a:alphaModFix/>
          </a:blip>
          <a:srcRect b="3669" l="0" r="0" t="3678"/>
          <a:stretch/>
        </p:blipFill>
        <p:spPr>
          <a:xfrm>
            <a:off x="863550" y="1989425"/>
            <a:ext cx="7439126" cy="572078"/>
          </a:xfrm>
          <a:prstGeom prst="rect">
            <a:avLst/>
          </a:prstGeom>
          <a:noFill/>
          <a:ln>
            <a:noFill/>
          </a:ln>
        </p:spPr>
      </p:pic>
      <p:pic>
        <p:nvPicPr>
          <p:cNvPr id="156" name="Google Shape;156;p17"/>
          <p:cNvPicPr preferRelativeResize="0"/>
          <p:nvPr/>
        </p:nvPicPr>
        <p:blipFill rotWithShape="1">
          <a:blip r:embed="rId4">
            <a:alphaModFix/>
          </a:blip>
          <a:srcRect b="0" l="74623" r="0" t="0"/>
          <a:stretch/>
        </p:blipFill>
        <p:spPr>
          <a:xfrm>
            <a:off x="863550" y="1954586"/>
            <a:ext cx="145900" cy="645874"/>
          </a:xfrm>
          <a:prstGeom prst="rect">
            <a:avLst/>
          </a:prstGeom>
          <a:noFill/>
          <a:ln>
            <a:noFill/>
          </a:ln>
        </p:spPr>
      </p:pic>
      <p:cxnSp>
        <p:nvCxnSpPr>
          <p:cNvPr id="157" name="Google Shape;157;p17"/>
          <p:cNvCxnSpPr>
            <a:endCxn id="158" idx="2"/>
          </p:cNvCxnSpPr>
          <p:nvPr/>
        </p:nvCxnSpPr>
        <p:spPr>
          <a:xfrm flipH="1">
            <a:off x="645063" y="2017282"/>
            <a:ext cx="2700" cy="1480500"/>
          </a:xfrm>
          <a:prstGeom prst="straightConnector1">
            <a:avLst/>
          </a:prstGeom>
          <a:noFill/>
          <a:ln cap="flat" cmpd="sng" w="38100">
            <a:solidFill>
              <a:srgbClr val="282828"/>
            </a:solidFill>
            <a:prstDash val="solid"/>
            <a:round/>
            <a:headEnd len="med" w="med" type="none"/>
            <a:tailEnd len="med" w="med" type="none"/>
          </a:ln>
        </p:spPr>
      </p:cxnSp>
      <p:pic>
        <p:nvPicPr>
          <p:cNvPr id="159" name="Google Shape;159;p17"/>
          <p:cNvPicPr preferRelativeResize="0"/>
          <p:nvPr/>
        </p:nvPicPr>
        <p:blipFill>
          <a:blip r:embed="rId5">
            <a:alphaModFix/>
          </a:blip>
          <a:stretch>
            <a:fillRect/>
          </a:stretch>
        </p:blipFill>
        <p:spPr>
          <a:xfrm>
            <a:off x="363482" y="1993619"/>
            <a:ext cx="563185" cy="572092"/>
          </a:xfrm>
          <a:prstGeom prst="rect">
            <a:avLst/>
          </a:prstGeom>
          <a:noFill/>
          <a:ln>
            <a:noFill/>
          </a:ln>
        </p:spPr>
      </p:pic>
      <p:sp>
        <p:nvSpPr>
          <p:cNvPr id="160" name="Google Shape;160;p17"/>
          <p:cNvSpPr txBox="1"/>
          <p:nvPr>
            <p:ph type="title"/>
          </p:nvPr>
        </p:nvSpPr>
        <p:spPr>
          <a:xfrm>
            <a:off x="1225225" y="2090813"/>
            <a:ext cx="68523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61" name="Google Shape;161;p17"/>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58" name="Google Shape;158;p17"/>
          <p:cNvPicPr preferRelativeResize="0"/>
          <p:nvPr/>
        </p:nvPicPr>
        <p:blipFill>
          <a:blip r:embed="rId6">
            <a:alphaModFix/>
          </a:blip>
          <a:stretch>
            <a:fillRect/>
          </a:stretch>
        </p:blipFill>
        <p:spPr>
          <a:xfrm>
            <a:off x="363340" y="2925705"/>
            <a:ext cx="563446" cy="572077"/>
          </a:xfrm>
          <a:prstGeom prst="rect">
            <a:avLst/>
          </a:prstGeom>
          <a:noFill/>
          <a:ln>
            <a:noFill/>
          </a:ln>
        </p:spPr>
      </p:pic>
      <p:pic>
        <p:nvPicPr>
          <p:cNvPr id="162" name="Google Shape;162;p17"/>
          <p:cNvPicPr preferRelativeResize="0"/>
          <p:nvPr/>
        </p:nvPicPr>
        <p:blipFill rotWithShape="1">
          <a:blip r:embed="rId7">
            <a:alphaModFix/>
          </a:blip>
          <a:srcRect b="1709" l="0" r="0" t="1699"/>
          <a:stretch/>
        </p:blipFill>
        <p:spPr>
          <a:xfrm>
            <a:off x="-12" y="481650"/>
            <a:ext cx="9151202" cy="116709"/>
          </a:xfrm>
          <a:prstGeom prst="rect">
            <a:avLst/>
          </a:prstGeom>
          <a:noFill/>
          <a:ln>
            <a:noFill/>
          </a:ln>
        </p:spPr>
      </p:pic>
      <p:sp>
        <p:nvSpPr>
          <p:cNvPr id="163" name="Google Shape;163;p17"/>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164" name="Google Shape;164;p17"/>
          <p:cNvSpPr txBox="1"/>
          <p:nvPr>
            <p:ph idx="3"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3)">
  <p:cSld name="CUSTOM_3_2">
    <p:spTree>
      <p:nvGrpSpPr>
        <p:cNvPr id="165" name="Shape 165"/>
        <p:cNvGrpSpPr/>
        <p:nvPr/>
      </p:nvGrpSpPr>
      <p:grpSpPr>
        <a:xfrm>
          <a:off x="0" y="0"/>
          <a:ext cx="0" cy="0"/>
          <a:chOff x="0" y="0"/>
          <a:chExt cx="0" cy="0"/>
        </a:xfrm>
      </p:grpSpPr>
      <p:pic>
        <p:nvPicPr>
          <p:cNvPr id="166" name="Google Shape;166;p18"/>
          <p:cNvPicPr preferRelativeResize="0"/>
          <p:nvPr/>
        </p:nvPicPr>
        <p:blipFill rotWithShape="1">
          <a:blip r:embed="rId2">
            <a:alphaModFix/>
          </a:blip>
          <a:srcRect b="4438" l="0" r="0" t="4429"/>
          <a:stretch/>
        </p:blipFill>
        <p:spPr>
          <a:xfrm>
            <a:off x="863550" y="3642223"/>
            <a:ext cx="7439125" cy="563227"/>
          </a:xfrm>
          <a:prstGeom prst="rect">
            <a:avLst/>
          </a:prstGeom>
          <a:noFill/>
          <a:ln>
            <a:noFill/>
          </a:ln>
        </p:spPr>
      </p:pic>
      <p:pic>
        <p:nvPicPr>
          <p:cNvPr id="167" name="Google Shape;167;p18"/>
          <p:cNvPicPr preferRelativeResize="0"/>
          <p:nvPr/>
        </p:nvPicPr>
        <p:blipFill rotWithShape="1">
          <a:blip r:embed="rId3">
            <a:alphaModFix/>
          </a:blip>
          <a:srcRect b="0" l="74623" r="0" t="0"/>
          <a:stretch/>
        </p:blipFill>
        <p:spPr>
          <a:xfrm>
            <a:off x="863550" y="3600900"/>
            <a:ext cx="145900" cy="645874"/>
          </a:xfrm>
          <a:prstGeom prst="rect">
            <a:avLst/>
          </a:prstGeom>
          <a:noFill/>
          <a:ln>
            <a:noFill/>
          </a:ln>
        </p:spPr>
      </p:pic>
      <p:pic>
        <p:nvPicPr>
          <p:cNvPr id="168" name="Google Shape;168;p18"/>
          <p:cNvPicPr preferRelativeResize="0"/>
          <p:nvPr/>
        </p:nvPicPr>
        <p:blipFill rotWithShape="1">
          <a:blip r:embed="rId4">
            <a:alphaModFix/>
          </a:blip>
          <a:srcRect b="3669" l="0" r="0" t="3678"/>
          <a:stretch/>
        </p:blipFill>
        <p:spPr>
          <a:xfrm>
            <a:off x="863550" y="2704186"/>
            <a:ext cx="7439126" cy="572074"/>
          </a:xfrm>
          <a:prstGeom prst="rect">
            <a:avLst/>
          </a:prstGeom>
          <a:noFill/>
          <a:ln>
            <a:noFill/>
          </a:ln>
        </p:spPr>
      </p:pic>
      <p:pic>
        <p:nvPicPr>
          <p:cNvPr id="169" name="Google Shape;169;p18"/>
          <p:cNvPicPr preferRelativeResize="0"/>
          <p:nvPr/>
        </p:nvPicPr>
        <p:blipFill rotWithShape="1">
          <a:blip r:embed="rId3">
            <a:alphaModFix/>
          </a:blip>
          <a:srcRect b="0" l="74623" r="0" t="0"/>
          <a:stretch/>
        </p:blipFill>
        <p:spPr>
          <a:xfrm>
            <a:off x="863550" y="2677988"/>
            <a:ext cx="145900" cy="645874"/>
          </a:xfrm>
          <a:prstGeom prst="rect">
            <a:avLst/>
          </a:prstGeom>
          <a:noFill/>
          <a:ln>
            <a:noFill/>
          </a:ln>
        </p:spPr>
      </p:pic>
      <p:pic>
        <p:nvPicPr>
          <p:cNvPr id="170" name="Google Shape;170;p18"/>
          <p:cNvPicPr preferRelativeResize="0"/>
          <p:nvPr/>
        </p:nvPicPr>
        <p:blipFill rotWithShape="1">
          <a:blip r:embed="rId5">
            <a:alphaModFix/>
          </a:blip>
          <a:srcRect b="3669" l="0" r="0" t="3678"/>
          <a:stretch/>
        </p:blipFill>
        <p:spPr>
          <a:xfrm>
            <a:off x="863550" y="1678325"/>
            <a:ext cx="7439126" cy="572074"/>
          </a:xfrm>
          <a:prstGeom prst="rect">
            <a:avLst/>
          </a:prstGeom>
          <a:noFill/>
          <a:ln>
            <a:noFill/>
          </a:ln>
        </p:spPr>
      </p:pic>
      <p:pic>
        <p:nvPicPr>
          <p:cNvPr id="171" name="Google Shape;171;p18"/>
          <p:cNvPicPr preferRelativeResize="0"/>
          <p:nvPr/>
        </p:nvPicPr>
        <p:blipFill rotWithShape="1">
          <a:blip r:embed="rId3">
            <a:alphaModFix/>
          </a:blip>
          <a:srcRect b="0" l="74623" r="0" t="0"/>
          <a:stretch/>
        </p:blipFill>
        <p:spPr>
          <a:xfrm>
            <a:off x="863550" y="1643475"/>
            <a:ext cx="145900" cy="645874"/>
          </a:xfrm>
          <a:prstGeom prst="rect">
            <a:avLst/>
          </a:prstGeom>
          <a:noFill/>
          <a:ln>
            <a:noFill/>
          </a:ln>
        </p:spPr>
      </p:pic>
      <p:cxnSp>
        <p:nvCxnSpPr>
          <p:cNvPr id="172" name="Google Shape;172;p18"/>
          <p:cNvCxnSpPr>
            <a:endCxn id="173" idx="2"/>
          </p:cNvCxnSpPr>
          <p:nvPr/>
        </p:nvCxnSpPr>
        <p:spPr>
          <a:xfrm>
            <a:off x="647802" y="1841898"/>
            <a:ext cx="0" cy="2366400"/>
          </a:xfrm>
          <a:prstGeom prst="straightConnector1">
            <a:avLst/>
          </a:prstGeom>
          <a:noFill/>
          <a:ln cap="flat" cmpd="sng" w="38100">
            <a:solidFill>
              <a:srgbClr val="282828"/>
            </a:solidFill>
            <a:prstDash val="solid"/>
            <a:round/>
            <a:headEnd len="med" w="med" type="none"/>
            <a:tailEnd len="med" w="med" type="none"/>
          </a:ln>
        </p:spPr>
      </p:cxnSp>
      <p:pic>
        <p:nvPicPr>
          <p:cNvPr id="173" name="Google Shape;173;p18"/>
          <p:cNvPicPr preferRelativeResize="0"/>
          <p:nvPr/>
        </p:nvPicPr>
        <p:blipFill>
          <a:blip r:embed="rId6">
            <a:alphaModFix/>
          </a:blip>
          <a:stretch>
            <a:fillRect/>
          </a:stretch>
        </p:blipFill>
        <p:spPr>
          <a:xfrm>
            <a:off x="366079" y="3636220"/>
            <a:ext cx="563446" cy="572077"/>
          </a:xfrm>
          <a:prstGeom prst="rect">
            <a:avLst/>
          </a:prstGeom>
          <a:noFill/>
          <a:ln>
            <a:noFill/>
          </a:ln>
        </p:spPr>
      </p:pic>
      <p:pic>
        <p:nvPicPr>
          <p:cNvPr id="174" name="Google Shape;174;p18"/>
          <p:cNvPicPr preferRelativeResize="0"/>
          <p:nvPr/>
        </p:nvPicPr>
        <p:blipFill>
          <a:blip r:embed="rId7">
            <a:alphaModFix/>
          </a:blip>
          <a:stretch>
            <a:fillRect/>
          </a:stretch>
        </p:blipFill>
        <p:spPr>
          <a:xfrm>
            <a:off x="363482" y="1682508"/>
            <a:ext cx="563185" cy="572092"/>
          </a:xfrm>
          <a:prstGeom prst="rect">
            <a:avLst/>
          </a:prstGeom>
          <a:noFill/>
          <a:ln>
            <a:noFill/>
          </a:ln>
        </p:spPr>
      </p:pic>
      <p:sp>
        <p:nvSpPr>
          <p:cNvPr id="175" name="Google Shape;175;p18"/>
          <p:cNvSpPr txBox="1"/>
          <p:nvPr>
            <p:ph type="title"/>
          </p:nvPr>
        </p:nvSpPr>
        <p:spPr>
          <a:xfrm>
            <a:off x="1225200" y="1779713"/>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76" name="Google Shape;176;p18"/>
          <p:cNvSpPr txBox="1"/>
          <p:nvPr>
            <p:ph idx="2" type="title"/>
          </p:nvPr>
        </p:nvSpPr>
        <p:spPr>
          <a:xfrm>
            <a:off x="1225200" y="2804800"/>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77" name="Google Shape;177;p18"/>
          <p:cNvSpPr txBox="1"/>
          <p:nvPr>
            <p:ph idx="3" type="title"/>
          </p:nvPr>
        </p:nvSpPr>
        <p:spPr>
          <a:xfrm>
            <a:off x="1225200" y="3739189"/>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78" name="Google Shape;178;p18"/>
          <p:cNvPicPr preferRelativeResize="0"/>
          <p:nvPr/>
        </p:nvPicPr>
        <p:blipFill>
          <a:blip r:embed="rId8">
            <a:alphaModFix/>
          </a:blip>
          <a:stretch>
            <a:fillRect/>
          </a:stretch>
        </p:blipFill>
        <p:spPr>
          <a:xfrm>
            <a:off x="363340" y="2703416"/>
            <a:ext cx="563446" cy="572077"/>
          </a:xfrm>
          <a:prstGeom prst="rect">
            <a:avLst/>
          </a:prstGeom>
          <a:noFill/>
          <a:ln>
            <a:noFill/>
          </a:ln>
        </p:spPr>
      </p:pic>
      <p:sp>
        <p:nvSpPr>
          <p:cNvPr id="179" name="Google Shape;179;p18"/>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80" name="Google Shape;180;p18"/>
          <p:cNvPicPr preferRelativeResize="0"/>
          <p:nvPr/>
        </p:nvPicPr>
        <p:blipFill rotWithShape="1">
          <a:blip r:embed="rId9">
            <a:alphaModFix/>
          </a:blip>
          <a:srcRect b="1709" l="0" r="0" t="1699"/>
          <a:stretch/>
        </p:blipFill>
        <p:spPr>
          <a:xfrm>
            <a:off x="-12" y="481650"/>
            <a:ext cx="9151202" cy="116709"/>
          </a:xfrm>
          <a:prstGeom prst="rect">
            <a:avLst/>
          </a:prstGeom>
          <a:noFill/>
          <a:ln>
            <a:noFill/>
          </a:ln>
        </p:spPr>
      </p:pic>
      <p:sp>
        <p:nvSpPr>
          <p:cNvPr id="181" name="Google Shape;181;p18"/>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182" name="Google Shape;182;p18"/>
          <p:cNvSpPr txBox="1"/>
          <p:nvPr>
            <p:ph idx="4"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4)">
  <p:cSld name="CUSTOM_4">
    <p:spTree>
      <p:nvGrpSpPr>
        <p:cNvPr id="183" name="Shape 183"/>
        <p:cNvGrpSpPr/>
        <p:nvPr/>
      </p:nvGrpSpPr>
      <p:grpSpPr>
        <a:xfrm>
          <a:off x="0" y="0"/>
          <a:ext cx="0" cy="0"/>
          <a:chOff x="0" y="0"/>
          <a:chExt cx="0" cy="0"/>
        </a:xfrm>
      </p:grpSpPr>
      <p:pic>
        <p:nvPicPr>
          <p:cNvPr id="184" name="Google Shape;184;p19"/>
          <p:cNvPicPr preferRelativeResize="0"/>
          <p:nvPr/>
        </p:nvPicPr>
        <p:blipFill rotWithShape="1">
          <a:blip r:embed="rId2">
            <a:alphaModFix/>
          </a:blip>
          <a:srcRect b="4438" l="0" r="0" t="4429"/>
          <a:stretch/>
        </p:blipFill>
        <p:spPr>
          <a:xfrm>
            <a:off x="863550" y="3146932"/>
            <a:ext cx="7439125" cy="563230"/>
          </a:xfrm>
          <a:prstGeom prst="rect">
            <a:avLst/>
          </a:prstGeom>
          <a:noFill/>
          <a:ln>
            <a:noFill/>
          </a:ln>
        </p:spPr>
      </p:pic>
      <p:pic>
        <p:nvPicPr>
          <p:cNvPr id="185" name="Google Shape;185;p19"/>
          <p:cNvPicPr preferRelativeResize="0"/>
          <p:nvPr/>
        </p:nvPicPr>
        <p:blipFill rotWithShape="1">
          <a:blip r:embed="rId3">
            <a:alphaModFix/>
          </a:blip>
          <a:srcRect b="0" l="74623" r="0" t="0"/>
          <a:stretch/>
        </p:blipFill>
        <p:spPr>
          <a:xfrm>
            <a:off x="863550" y="3105610"/>
            <a:ext cx="145900" cy="645874"/>
          </a:xfrm>
          <a:prstGeom prst="rect">
            <a:avLst/>
          </a:prstGeom>
          <a:noFill/>
          <a:ln>
            <a:noFill/>
          </a:ln>
        </p:spPr>
      </p:pic>
      <p:pic>
        <p:nvPicPr>
          <p:cNvPr id="186" name="Google Shape;186;p19"/>
          <p:cNvPicPr preferRelativeResize="0"/>
          <p:nvPr/>
        </p:nvPicPr>
        <p:blipFill rotWithShape="1">
          <a:blip r:embed="rId4">
            <a:alphaModFix/>
          </a:blip>
          <a:srcRect b="4396" l="0" r="0" t="4387"/>
          <a:stretch/>
        </p:blipFill>
        <p:spPr>
          <a:xfrm>
            <a:off x="863550" y="3971358"/>
            <a:ext cx="7439126" cy="563217"/>
          </a:xfrm>
          <a:prstGeom prst="rect">
            <a:avLst/>
          </a:prstGeom>
          <a:noFill/>
          <a:ln>
            <a:noFill/>
          </a:ln>
        </p:spPr>
      </p:pic>
      <p:pic>
        <p:nvPicPr>
          <p:cNvPr id="187" name="Google Shape;187;p19"/>
          <p:cNvPicPr preferRelativeResize="0"/>
          <p:nvPr/>
        </p:nvPicPr>
        <p:blipFill rotWithShape="1">
          <a:blip r:embed="rId3">
            <a:alphaModFix/>
          </a:blip>
          <a:srcRect b="0" l="74623" r="0" t="0"/>
          <a:stretch/>
        </p:blipFill>
        <p:spPr>
          <a:xfrm>
            <a:off x="863550" y="3939648"/>
            <a:ext cx="145900" cy="645874"/>
          </a:xfrm>
          <a:prstGeom prst="rect">
            <a:avLst/>
          </a:prstGeom>
          <a:noFill/>
          <a:ln>
            <a:noFill/>
          </a:ln>
        </p:spPr>
      </p:pic>
      <p:pic>
        <p:nvPicPr>
          <p:cNvPr id="188" name="Google Shape;188;p19"/>
          <p:cNvPicPr preferRelativeResize="0"/>
          <p:nvPr/>
        </p:nvPicPr>
        <p:blipFill rotWithShape="1">
          <a:blip r:embed="rId5">
            <a:alphaModFix/>
          </a:blip>
          <a:srcRect b="3669" l="0" r="0" t="3678"/>
          <a:stretch/>
        </p:blipFill>
        <p:spPr>
          <a:xfrm>
            <a:off x="863550" y="2292191"/>
            <a:ext cx="7439126" cy="572077"/>
          </a:xfrm>
          <a:prstGeom prst="rect">
            <a:avLst/>
          </a:prstGeom>
          <a:noFill/>
          <a:ln>
            <a:noFill/>
          </a:ln>
        </p:spPr>
      </p:pic>
      <p:pic>
        <p:nvPicPr>
          <p:cNvPr id="189" name="Google Shape;189;p19"/>
          <p:cNvPicPr preferRelativeResize="0"/>
          <p:nvPr/>
        </p:nvPicPr>
        <p:blipFill rotWithShape="1">
          <a:blip r:embed="rId3">
            <a:alphaModFix/>
          </a:blip>
          <a:srcRect b="0" l="74623" r="0" t="0"/>
          <a:stretch/>
        </p:blipFill>
        <p:spPr>
          <a:xfrm>
            <a:off x="863550" y="2265998"/>
            <a:ext cx="145900" cy="645874"/>
          </a:xfrm>
          <a:prstGeom prst="rect">
            <a:avLst/>
          </a:prstGeom>
          <a:noFill/>
          <a:ln>
            <a:noFill/>
          </a:ln>
        </p:spPr>
      </p:pic>
      <p:pic>
        <p:nvPicPr>
          <p:cNvPr id="190" name="Google Shape;190;p19"/>
          <p:cNvPicPr preferRelativeResize="0"/>
          <p:nvPr/>
        </p:nvPicPr>
        <p:blipFill rotWithShape="1">
          <a:blip r:embed="rId6">
            <a:alphaModFix/>
          </a:blip>
          <a:srcRect b="3669" l="0" r="0" t="3678"/>
          <a:stretch/>
        </p:blipFill>
        <p:spPr>
          <a:xfrm>
            <a:off x="863550" y="1457950"/>
            <a:ext cx="7439126" cy="572077"/>
          </a:xfrm>
          <a:prstGeom prst="rect">
            <a:avLst/>
          </a:prstGeom>
          <a:noFill/>
          <a:ln>
            <a:noFill/>
          </a:ln>
        </p:spPr>
      </p:pic>
      <p:pic>
        <p:nvPicPr>
          <p:cNvPr id="191" name="Google Shape;191;p19"/>
          <p:cNvPicPr preferRelativeResize="0"/>
          <p:nvPr/>
        </p:nvPicPr>
        <p:blipFill rotWithShape="1">
          <a:blip r:embed="rId3">
            <a:alphaModFix/>
          </a:blip>
          <a:srcRect b="0" l="74623" r="0" t="0"/>
          <a:stretch/>
        </p:blipFill>
        <p:spPr>
          <a:xfrm>
            <a:off x="863550" y="1423110"/>
            <a:ext cx="145900" cy="645874"/>
          </a:xfrm>
          <a:prstGeom prst="rect">
            <a:avLst/>
          </a:prstGeom>
          <a:noFill/>
          <a:ln>
            <a:noFill/>
          </a:ln>
        </p:spPr>
      </p:pic>
      <p:cxnSp>
        <p:nvCxnSpPr>
          <p:cNvPr id="192" name="Google Shape;192;p19"/>
          <p:cNvCxnSpPr/>
          <p:nvPr/>
        </p:nvCxnSpPr>
        <p:spPr>
          <a:xfrm>
            <a:off x="647802" y="1725234"/>
            <a:ext cx="600" cy="2679900"/>
          </a:xfrm>
          <a:prstGeom prst="straightConnector1">
            <a:avLst/>
          </a:prstGeom>
          <a:noFill/>
          <a:ln cap="flat" cmpd="sng" w="38100">
            <a:solidFill>
              <a:srgbClr val="282828"/>
            </a:solidFill>
            <a:prstDash val="solid"/>
            <a:round/>
            <a:headEnd len="med" w="med" type="none"/>
            <a:tailEnd len="med" w="med" type="none"/>
          </a:ln>
        </p:spPr>
      </p:cxnSp>
      <p:pic>
        <p:nvPicPr>
          <p:cNvPr id="193" name="Google Shape;193;p19"/>
          <p:cNvPicPr preferRelativeResize="0"/>
          <p:nvPr/>
        </p:nvPicPr>
        <p:blipFill>
          <a:blip r:embed="rId7">
            <a:alphaModFix/>
          </a:blip>
          <a:stretch>
            <a:fillRect/>
          </a:stretch>
        </p:blipFill>
        <p:spPr>
          <a:xfrm>
            <a:off x="366079" y="3134650"/>
            <a:ext cx="563446" cy="572077"/>
          </a:xfrm>
          <a:prstGeom prst="rect">
            <a:avLst/>
          </a:prstGeom>
          <a:noFill/>
          <a:ln>
            <a:noFill/>
          </a:ln>
        </p:spPr>
      </p:pic>
      <p:pic>
        <p:nvPicPr>
          <p:cNvPr id="194" name="Google Shape;194;p19"/>
          <p:cNvPicPr preferRelativeResize="0"/>
          <p:nvPr/>
        </p:nvPicPr>
        <p:blipFill>
          <a:blip r:embed="rId8">
            <a:alphaModFix/>
          </a:blip>
          <a:stretch>
            <a:fillRect/>
          </a:stretch>
        </p:blipFill>
        <p:spPr>
          <a:xfrm>
            <a:off x="363357" y="1462166"/>
            <a:ext cx="563185" cy="572092"/>
          </a:xfrm>
          <a:prstGeom prst="rect">
            <a:avLst/>
          </a:prstGeom>
          <a:noFill/>
          <a:ln>
            <a:noFill/>
          </a:ln>
        </p:spPr>
      </p:pic>
      <p:pic>
        <p:nvPicPr>
          <p:cNvPr id="195" name="Google Shape;195;p19"/>
          <p:cNvPicPr preferRelativeResize="0"/>
          <p:nvPr/>
        </p:nvPicPr>
        <p:blipFill>
          <a:blip r:embed="rId9">
            <a:alphaModFix/>
          </a:blip>
          <a:stretch>
            <a:fillRect/>
          </a:stretch>
        </p:blipFill>
        <p:spPr>
          <a:xfrm>
            <a:off x="363340" y="2287588"/>
            <a:ext cx="563446" cy="572077"/>
          </a:xfrm>
          <a:prstGeom prst="rect">
            <a:avLst/>
          </a:prstGeom>
          <a:noFill/>
          <a:ln>
            <a:noFill/>
          </a:ln>
        </p:spPr>
      </p:pic>
      <p:sp>
        <p:nvSpPr>
          <p:cNvPr id="196" name="Google Shape;196;p19"/>
          <p:cNvSpPr txBox="1"/>
          <p:nvPr>
            <p:ph type="title"/>
          </p:nvPr>
        </p:nvSpPr>
        <p:spPr>
          <a:xfrm>
            <a:off x="1224600" y="1466663"/>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7" name="Google Shape;197;p19"/>
          <p:cNvSpPr txBox="1"/>
          <p:nvPr>
            <p:ph idx="2" type="title"/>
          </p:nvPr>
        </p:nvSpPr>
        <p:spPr>
          <a:xfrm>
            <a:off x="1224600" y="2285700"/>
            <a:ext cx="6850800" cy="572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8" name="Google Shape;198;p19"/>
          <p:cNvSpPr txBox="1"/>
          <p:nvPr>
            <p:ph idx="3" type="title"/>
          </p:nvPr>
        </p:nvSpPr>
        <p:spPr>
          <a:xfrm>
            <a:off x="1224600" y="3160338"/>
            <a:ext cx="6850800" cy="5364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9" name="Google Shape;199;p19"/>
          <p:cNvSpPr txBox="1"/>
          <p:nvPr>
            <p:ph idx="4" type="title"/>
          </p:nvPr>
        </p:nvSpPr>
        <p:spPr>
          <a:xfrm>
            <a:off x="1224600" y="3971414"/>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200" name="Google Shape;200;p19"/>
          <p:cNvPicPr preferRelativeResize="0"/>
          <p:nvPr/>
        </p:nvPicPr>
        <p:blipFill>
          <a:blip r:embed="rId10">
            <a:alphaModFix/>
          </a:blip>
          <a:stretch>
            <a:fillRect/>
          </a:stretch>
        </p:blipFill>
        <p:spPr>
          <a:xfrm>
            <a:off x="363341" y="3969363"/>
            <a:ext cx="563446" cy="572077"/>
          </a:xfrm>
          <a:prstGeom prst="rect">
            <a:avLst/>
          </a:prstGeom>
          <a:noFill/>
          <a:ln>
            <a:noFill/>
          </a:ln>
        </p:spPr>
      </p:pic>
      <p:sp>
        <p:nvSpPr>
          <p:cNvPr id="201" name="Google Shape;201;p19"/>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2" name="Google Shape;202;p19"/>
          <p:cNvPicPr preferRelativeResize="0"/>
          <p:nvPr/>
        </p:nvPicPr>
        <p:blipFill rotWithShape="1">
          <a:blip r:embed="rId11">
            <a:alphaModFix/>
          </a:blip>
          <a:srcRect b="1709" l="0" r="0" t="1699"/>
          <a:stretch/>
        </p:blipFill>
        <p:spPr>
          <a:xfrm>
            <a:off x="-12" y="481650"/>
            <a:ext cx="9151202" cy="116709"/>
          </a:xfrm>
          <a:prstGeom prst="rect">
            <a:avLst/>
          </a:prstGeom>
          <a:noFill/>
          <a:ln>
            <a:noFill/>
          </a:ln>
        </p:spPr>
      </p:pic>
      <p:sp>
        <p:nvSpPr>
          <p:cNvPr id="203" name="Google Shape;203;p19"/>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204" name="Google Shape;204;p19"/>
          <p:cNvSpPr txBox="1"/>
          <p:nvPr>
            <p:ph idx="5"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0 Explanation blank - purple ">
  <p:cSld name="TITLE_AND_TWO_COLUMNS_1_1_6_2_1_4">
    <p:spTree>
      <p:nvGrpSpPr>
        <p:cNvPr id="205" name="Shape 205"/>
        <p:cNvGrpSpPr/>
        <p:nvPr/>
      </p:nvGrpSpPr>
      <p:grpSpPr>
        <a:xfrm>
          <a:off x="0" y="0"/>
          <a:ext cx="0" cy="0"/>
          <a:chOff x="0" y="0"/>
          <a:chExt cx="0" cy="0"/>
        </a:xfrm>
      </p:grpSpPr>
      <p:pic>
        <p:nvPicPr>
          <p:cNvPr id="206" name="Google Shape;206;p20"/>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207" name="Google Shape;207;p20"/>
          <p:cNvSpPr/>
          <p:nvPr/>
        </p:nvSpPr>
        <p:spPr>
          <a:xfrm>
            <a:off x="-1" y="-2"/>
            <a:ext cx="91476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20"/>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09" name="Google Shape;209;p20"/>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10" name="Google Shape;210;p20"/>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
        <p:nvSpPr>
          <p:cNvPr id="211" name="Google Shape;211;p20"/>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Explanation</a:t>
            </a:r>
            <a:endParaRPr b="1" sz="900">
              <a:solidFill>
                <a:srgbClr val="F3EEFB"/>
              </a:solidFill>
              <a:latin typeface="Lexend"/>
              <a:ea typeface="Lexend"/>
              <a:cs typeface="Lexend"/>
              <a:sym typeface="Lexen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0 Explanation blank - jade">
  <p:cSld name="TITLE_AND_TWO_COLUMNS_1_1_6_2_1_2">
    <p:spTree>
      <p:nvGrpSpPr>
        <p:cNvPr id="212" name="Shape 212"/>
        <p:cNvGrpSpPr/>
        <p:nvPr/>
      </p:nvGrpSpPr>
      <p:grpSpPr>
        <a:xfrm>
          <a:off x="0" y="0"/>
          <a:ext cx="0" cy="0"/>
          <a:chOff x="0" y="0"/>
          <a:chExt cx="0" cy="0"/>
        </a:xfrm>
      </p:grpSpPr>
      <p:pic>
        <p:nvPicPr>
          <p:cNvPr id="213" name="Google Shape;213;p2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14" name="Google Shape;214;p21"/>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2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16" name="Google Shape;216;p21"/>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sp>
        <p:nvSpPr>
          <p:cNvPr id="217" name="Google Shape;217;p21"/>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18" name="Google Shape;218;p21"/>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0 Explanation blank - blue ">
  <p:cSld name="TITLE_AND_TWO_COLUMNS_1_1_6_2_2">
    <p:spTree>
      <p:nvGrpSpPr>
        <p:cNvPr id="219" name="Shape 219"/>
        <p:cNvGrpSpPr/>
        <p:nvPr/>
      </p:nvGrpSpPr>
      <p:grpSpPr>
        <a:xfrm>
          <a:off x="0" y="0"/>
          <a:ext cx="0" cy="0"/>
          <a:chOff x="0" y="0"/>
          <a:chExt cx="0" cy="0"/>
        </a:xfrm>
      </p:grpSpPr>
      <p:pic>
        <p:nvPicPr>
          <p:cNvPr id="220" name="Google Shape;220;p2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21" name="Google Shape;221;p22"/>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2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23" name="Google Shape;223;p22"/>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sp>
        <p:nvSpPr>
          <p:cNvPr id="224" name="Google Shape;224;p22"/>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25" name="Google Shape;225;p22"/>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0 Explanation blank - pink ">
  <p:cSld name="TITLE_AND_TWO_COLUMNS_1_1_6_2_1_1">
    <p:spTree>
      <p:nvGrpSpPr>
        <p:cNvPr id="226" name="Shape 226"/>
        <p:cNvGrpSpPr/>
        <p:nvPr/>
      </p:nvGrpSpPr>
      <p:grpSpPr>
        <a:xfrm>
          <a:off x="0" y="0"/>
          <a:ext cx="0" cy="0"/>
          <a:chOff x="0" y="0"/>
          <a:chExt cx="0" cy="0"/>
        </a:xfrm>
      </p:grpSpPr>
      <p:pic>
        <p:nvPicPr>
          <p:cNvPr id="227" name="Google Shape;227;p2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28" name="Google Shape;228;p23"/>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2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30" name="Google Shape;230;p23"/>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sp>
        <p:nvSpPr>
          <p:cNvPr id="231" name="Google Shape;231;p23"/>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32" name="Google Shape;232;p23"/>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1 I do We do - purple">
  <p:cSld name="TITLE_AND_TWO_COLUMNS_1_1_9_2_2">
    <p:bg>
      <p:bgPr>
        <a:solidFill>
          <a:srgbClr val="F3EEFB"/>
        </a:solidFill>
      </p:bgPr>
    </p:bg>
    <p:spTree>
      <p:nvGrpSpPr>
        <p:cNvPr id="233" name="Shape 233"/>
        <p:cNvGrpSpPr/>
        <p:nvPr/>
      </p:nvGrpSpPr>
      <p:grpSpPr>
        <a:xfrm>
          <a:off x="0" y="0"/>
          <a:ext cx="0" cy="0"/>
          <a:chOff x="0" y="0"/>
          <a:chExt cx="0" cy="0"/>
        </a:xfrm>
      </p:grpSpPr>
      <p:sp>
        <p:nvSpPr>
          <p:cNvPr id="234" name="Google Shape;234;p24"/>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35" name="Google Shape;235;p24"/>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236" name="Google Shape;236;p24"/>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24"/>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38" name="Google Shape;238;p24"/>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39" name="Google Shape;239;p24"/>
          <p:cNvSpPr txBox="1"/>
          <p:nvPr>
            <p:ph type="title"/>
          </p:nvPr>
        </p:nvSpPr>
        <p:spPr>
          <a:xfrm>
            <a:off x="324000" y="0"/>
            <a:ext cx="74505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40" name="Google Shape;240;p24"/>
          <p:cNvGrpSpPr/>
          <p:nvPr/>
        </p:nvGrpSpPr>
        <p:grpSpPr>
          <a:xfrm>
            <a:off x="7834231" y="1285"/>
            <a:ext cx="828900" cy="576065"/>
            <a:chOff x="7801496" y="1285"/>
            <a:chExt cx="828900" cy="576065"/>
          </a:xfrm>
        </p:grpSpPr>
        <p:pic>
          <p:nvPicPr>
            <p:cNvPr id="241" name="Google Shape;241;p24"/>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42" name="Google Shape;242;p24"/>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grpSp>
      <p:grpSp>
        <p:nvGrpSpPr>
          <p:cNvPr id="243" name="Google Shape;243;p24"/>
          <p:cNvGrpSpPr/>
          <p:nvPr/>
        </p:nvGrpSpPr>
        <p:grpSpPr>
          <a:xfrm>
            <a:off x="8635663" y="1285"/>
            <a:ext cx="499700" cy="576065"/>
            <a:chOff x="8635663" y="1285"/>
            <a:chExt cx="499700" cy="576065"/>
          </a:xfrm>
        </p:grpSpPr>
        <p:pic>
          <p:nvPicPr>
            <p:cNvPr id="244" name="Google Shape;244;p24"/>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45" name="Google Shape;245;p24"/>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1 I do We do - jade">
  <p:cSld name="TITLE_AND_TWO_COLUMNS_1_1_9_2_2_1_1">
    <p:bg>
      <p:bgPr>
        <a:solidFill>
          <a:srgbClr val="E6F2F2"/>
        </a:solidFill>
      </p:bgPr>
    </p:bg>
    <p:spTree>
      <p:nvGrpSpPr>
        <p:cNvPr id="246" name="Shape 246"/>
        <p:cNvGrpSpPr/>
        <p:nvPr/>
      </p:nvGrpSpPr>
      <p:grpSpPr>
        <a:xfrm>
          <a:off x="0" y="0"/>
          <a:ext cx="0" cy="0"/>
          <a:chOff x="0" y="0"/>
          <a:chExt cx="0" cy="0"/>
        </a:xfrm>
      </p:grpSpPr>
      <p:sp>
        <p:nvSpPr>
          <p:cNvPr id="247" name="Google Shape;247;p25"/>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48" name="Google Shape;248;p2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49" name="Google Shape;249;p25"/>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25"/>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51" name="Google Shape;251;p25"/>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52" name="Google Shape;252;p25"/>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53" name="Google Shape;253;p25"/>
          <p:cNvGrpSpPr/>
          <p:nvPr/>
        </p:nvGrpSpPr>
        <p:grpSpPr>
          <a:xfrm>
            <a:off x="7834231" y="1285"/>
            <a:ext cx="828900" cy="576065"/>
            <a:chOff x="7801496" y="1285"/>
            <a:chExt cx="828900" cy="576065"/>
          </a:xfrm>
        </p:grpSpPr>
        <p:pic>
          <p:nvPicPr>
            <p:cNvPr id="254" name="Google Shape;254;p25"/>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55" name="Google Shape;255;p25"/>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256" name="Google Shape;256;p25"/>
          <p:cNvGrpSpPr/>
          <p:nvPr/>
        </p:nvGrpSpPr>
        <p:grpSpPr>
          <a:xfrm>
            <a:off x="8635663" y="1285"/>
            <a:ext cx="499700" cy="576065"/>
            <a:chOff x="8635663" y="1285"/>
            <a:chExt cx="499700" cy="576065"/>
          </a:xfrm>
        </p:grpSpPr>
        <p:pic>
          <p:nvPicPr>
            <p:cNvPr id="257" name="Google Shape;257;p25"/>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58" name="Google Shape;258;p25"/>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1 I do We do - blue">
  <p:cSld name="TITLE_AND_TWO_COLUMNS_1_1_9_2_3">
    <p:bg>
      <p:bgPr>
        <a:solidFill>
          <a:srgbClr val="EBEDFE"/>
        </a:solidFill>
      </p:bgPr>
    </p:bg>
    <p:spTree>
      <p:nvGrpSpPr>
        <p:cNvPr id="259" name="Shape 259"/>
        <p:cNvGrpSpPr/>
        <p:nvPr/>
      </p:nvGrpSpPr>
      <p:grpSpPr>
        <a:xfrm>
          <a:off x="0" y="0"/>
          <a:ext cx="0" cy="0"/>
          <a:chOff x="0" y="0"/>
          <a:chExt cx="0" cy="0"/>
        </a:xfrm>
      </p:grpSpPr>
      <p:sp>
        <p:nvSpPr>
          <p:cNvPr id="260" name="Google Shape;260;p26"/>
          <p:cNvSpPr/>
          <p:nvPr/>
        </p:nvSpPr>
        <p:spPr>
          <a:xfrm>
            <a:off x="0" y="18750"/>
            <a:ext cx="4572300" cy="5124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61" name="Google Shape;261;p2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62" name="Google Shape;262;p26"/>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26"/>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64" name="Google Shape;264;p26"/>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65" name="Google Shape;265;p26"/>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66" name="Google Shape;266;p26"/>
          <p:cNvGrpSpPr/>
          <p:nvPr/>
        </p:nvGrpSpPr>
        <p:grpSpPr>
          <a:xfrm>
            <a:off x="7834231" y="1285"/>
            <a:ext cx="828900" cy="576065"/>
            <a:chOff x="7801496" y="1285"/>
            <a:chExt cx="828900" cy="576065"/>
          </a:xfrm>
        </p:grpSpPr>
        <p:pic>
          <p:nvPicPr>
            <p:cNvPr id="267" name="Google Shape;267;p26"/>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68" name="Google Shape;268;p26"/>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269" name="Google Shape;269;p26"/>
          <p:cNvGrpSpPr/>
          <p:nvPr/>
        </p:nvGrpSpPr>
        <p:grpSpPr>
          <a:xfrm>
            <a:off x="8635663" y="1285"/>
            <a:ext cx="499700" cy="576065"/>
            <a:chOff x="8635663" y="1285"/>
            <a:chExt cx="499700" cy="576065"/>
          </a:xfrm>
        </p:grpSpPr>
        <p:pic>
          <p:nvPicPr>
            <p:cNvPr id="270" name="Google Shape;270;p26"/>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71" name="Google Shape;271;p26"/>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1 I do We do - pink">
  <p:cSld name="TITLE_AND_TWO_COLUMNS_1_1_9_2_2_1_1_1">
    <p:bg>
      <p:bgPr>
        <a:solidFill>
          <a:srgbClr val="FAEAF6"/>
        </a:solidFill>
      </p:bgPr>
    </p:bg>
    <p:spTree>
      <p:nvGrpSpPr>
        <p:cNvPr id="272" name="Shape 272"/>
        <p:cNvGrpSpPr/>
        <p:nvPr/>
      </p:nvGrpSpPr>
      <p:grpSpPr>
        <a:xfrm>
          <a:off x="0" y="0"/>
          <a:ext cx="0" cy="0"/>
          <a:chOff x="0" y="0"/>
          <a:chExt cx="0" cy="0"/>
        </a:xfrm>
      </p:grpSpPr>
      <p:sp>
        <p:nvSpPr>
          <p:cNvPr id="273" name="Google Shape;273;p27"/>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74" name="Google Shape;274;p2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75" name="Google Shape;275;p27"/>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27"/>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77" name="Google Shape;277;p27"/>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78" name="Google Shape;278;p2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79" name="Google Shape;279;p27"/>
          <p:cNvGrpSpPr/>
          <p:nvPr/>
        </p:nvGrpSpPr>
        <p:grpSpPr>
          <a:xfrm>
            <a:off x="7834231" y="1285"/>
            <a:ext cx="828900" cy="576065"/>
            <a:chOff x="7801496" y="1285"/>
            <a:chExt cx="828900" cy="576065"/>
          </a:xfrm>
        </p:grpSpPr>
        <p:pic>
          <p:nvPicPr>
            <p:cNvPr id="280" name="Google Shape;280;p27"/>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81" name="Google Shape;281;p27"/>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grpSp>
      <p:grpSp>
        <p:nvGrpSpPr>
          <p:cNvPr id="282" name="Google Shape;282;p27"/>
          <p:cNvGrpSpPr/>
          <p:nvPr/>
        </p:nvGrpSpPr>
        <p:grpSpPr>
          <a:xfrm>
            <a:off x="8635663" y="1285"/>
            <a:ext cx="499700" cy="576065"/>
            <a:chOff x="8635663" y="1285"/>
            <a:chExt cx="499700" cy="576065"/>
          </a:xfrm>
        </p:grpSpPr>
        <p:pic>
          <p:nvPicPr>
            <p:cNvPr id="283" name="Google Shape;283;p27"/>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84" name="Google Shape;284;p27"/>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2 CfU true/false justify - purple">
  <p:cSld name="TITLE_AND_TWO_COLUMNS_1_1_9_1_3_1">
    <p:bg>
      <p:bgPr>
        <a:solidFill>
          <a:srgbClr val="F3EEFB"/>
        </a:solidFill>
      </p:bgPr>
    </p:bg>
    <p:spTree>
      <p:nvGrpSpPr>
        <p:cNvPr id="285" name="Shape 285"/>
        <p:cNvGrpSpPr/>
        <p:nvPr/>
      </p:nvGrpSpPr>
      <p:grpSpPr>
        <a:xfrm>
          <a:off x="0" y="0"/>
          <a:ext cx="0" cy="0"/>
          <a:chOff x="0" y="0"/>
          <a:chExt cx="0" cy="0"/>
        </a:xfrm>
      </p:grpSpPr>
      <p:pic>
        <p:nvPicPr>
          <p:cNvPr id="286" name="Google Shape;286;p28"/>
          <p:cNvPicPr preferRelativeResize="0"/>
          <p:nvPr/>
        </p:nvPicPr>
        <p:blipFill>
          <a:blip r:embed="rId2">
            <a:alphaModFix/>
          </a:blip>
          <a:stretch>
            <a:fillRect/>
          </a:stretch>
        </p:blipFill>
        <p:spPr>
          <a:xfrm>
            <a:off x="2429763" y="1780516"/>
            <a:ext cx="457425" cy="457425"/>
          </a:xfrm>
          <a:prstGeom prst="rect">
            <a:avLst/>
          </a:prstGeom>
          <a:noFill/>
          <a:ln>
            <a:noFill/>
          </a:ln>
        </p:spPr>
      </p:pic>
      <p:pic>
        <p:nvPicPr>
          <p:cNvPr id="287" name="Google Shape;287;p28"/>
          <p:cNvPicPr preferRelativeResize="0"/>
          <p:nvPr/>
        </p:nvPicPr>
        <p:blipFill>
          <a:blip r:embed="rId2">
            <a:alphaModFix/>
          </a:blip>
          <a:stretch>
            <a:fillRect/>
          </a:stretch>
        </p:blipFill>
        <p:spPr>
          <a:xfrm>
            <a:off x="4823988" y="1780516"/>
            <a:ext cx="457425" cy="457425"/>
          </a:xfrm>
          <a:prstGeom prst="rect">
            <a:avLst/>
          </a:prstGeom>
          <a:noFill/>
          <a:ln>
            <a:noFill/>
          </a:ln>
        </p:spPr>
      </p:pic>
      <p:pic>
        <p:nvPicPr>
          <p:cNvPr id="288" name="Google Shape;288;p28"/>
          <p:cNvPicPr preferRelativeResize="0"/>
          <p:nvPr/>
        </p:nvPicPr>
        <p:blipFill>
          <a:blip r:embed="rId3">
            <a:alphaModFix/>
          </a:blip>
          <a:stretch>
            <a:fillRect/>
          </a:stretch>
        </p:blipFill>
        <p:spPr>
          <a:xfrm>
            <a:off x="0" y="532525"/>
            <a:ext cx="9151202" cy="116709"/>
          </a:xfrm>
          <a:prstGeom prst="rect">
            <a:avLst/>
          </a:prstGeom>
          <a:noFill/>
          <a:ln>
            <a:noFill/>
          </a:ln>
        </p:spPr>
      </p:pic>
      <p:sp>
        <p:nvSpPr>
          <p:cNvPr id="289" name="Google Shape;289;p28"/>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28"/>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291" name="Google Shape;291;p28"/>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292" name="Google Shape;292;p28"/>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293" name="Google Shape;293;p28"/>
          <p:cNvSpPr txBox="1"/>
          <p:nvPr>
            <p:ph idx="1"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4" name="Google Shape;294;p28"/>
          <p:cNvSpPr txBox="1"/>
          <p:nvPr>
            <p:ph idx="2"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5" name="Google Shape;295;p28"/>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296" name="Google Shape;296;p28"/>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7" name="Google Shape;297;p28"/>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298" name="Google Shape;298;p28"/>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pic>
        <p:nvPicPr>
          <p:cNvPr id="299" name="Google Shape;299;p28"/>
          <p:cNvPicPr preferRelativeResize="0"/>
          <p:nvPr/>
        </p:nvPicPr>
        <p:blipFill rotWithShape="1">
          <a:blip r:embed="rId4">
            <a:alphaModFix/>
          </a:blip>
          <a:srcRect b="0" l="0" r="0" t="0"/>
          <a:stretch/>
        </p:blipFill>
        <p:spPr>
          <a:xfrm>
            <a:off x="8528585" y="-11474"/>
            <a:ext cx="499700" cy="499700"/>
          </a:xfrm>
          <a:prstGeom prst="rect">
            <a:avLst/>
          </a:prstGeom>
          <a:noFill/>
          <a:ln>
            <a:noFill/>
          </a:ln>
        </p:spPr>
      </p:pic>
      <p:sp>
        <p:nvSpPr>
          <p:cNvPr id="300" name="Google Shape;300;p2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Check</a:t>
            </a:r>
            <a:endParaRPr b="1" sz="900">
              <a:solidFill>
                <a:srgbClr val="F3EEFB"/>
              </a:solidFill>
              <a:latin typeface="Lexend"/>
              <a:ea typeface="Lexend"/>
              <a:cs typeface="Lexend"/>
              <a:sym typeface="Lexend"/>
            </a:endParaRPr>
          </a:p>
        </p:txBody>
      </p:sp>
      <p:sp>
        <p:nvSpPr>
          <p:cNvPr id="301" name="Google Shape;301;p28"/>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302" name="Google Shape;302;p28"/>
          <p:cNvGrpSpPr/>
          <p:nvPr/>
        </p:nvGrpSpPr>
        <p:grpSpPr>
          <a:xfrm>
            <a:off x="324128" y="3139463"/>
            <a:ext cx="457200" cy="457200"/>
            <a:chOff x="1020916" y="1442088"/>
            <a:chExt cx="457200" cy="457200"/>
          </a:xfrm>
        </p:grpSpPr>
        <p:pic>
          <p:nvPicPr>
            <p:cNvPr id="303" name="Google Shape;303;p28"/>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304" name="Google Shape;304;p2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05" name="Google Shape;305;p28"/>
          <p:cNvGrpSpPr/>
          <p:nvPr/>
        </p:nvGrpSpPr>
        <p:grpSpPr>
          <a:xfrm>
            <a:off x="324128" y="3987825"/>
            <a:ext cx="457200" cy="457200"/>
            <a:chOff x="1020916" y="1442088"/>
            <a:chExt cx="457200" cy="457200"/>
          </a:xfrm>
        </p:grpSpPr>
        <p:pic>
          <p:nvPicPr>
            <p:cNvPr id="306" name="Google Shape;306;p28"/>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307" name="Google Shape;307;p2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2 CfU true/false justify - jade">
  <p:cSld name="TITLE_AND_TWO_COLUMNS_1_1_9_1_3_1_1_1">
    <p:bg>
      <p:bgPr>
        <a:solidFill>
          <a:srgbClr val="E6F2F2"/>
        </a:solidFill>
      </p:bgPr>
    </p:bg>
    <p:spTree>
      <p:nvGrpSpPr>
        <p:cNvPr id="308" name="Shape 308"/>
        <p:cNvGrpSpPr/>
        <p:nvPr/>
      </p:nvGrpSpPr>
      <p:grpSpPr>
        <a:xfrm>
          <a:off x="0" y="0"/>
          <a:ext cx="0" cy="0"/>
          <a:chOff x="0" y="0"/>
          <a:chExt cx="0" cy="0"/>
        </a:xfrm>
      </p:grpSpPr>
      <p:pic>
        <p:nvPicPr>
          <p:cNvPr id="309" name="Google Shape;309;p2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10" name="Google Shape;310;p29"/>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29"/>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12" name="Google Shape;312;p29"/>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13" name="Google Shape;313;p29"/>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14" name="Google Shape;314;p29"/>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15" name="Google Shape;315;p29"/>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16" name="Google Shape;316;p2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17" name="Google Shape;317;p2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318" name="Google Shape;318;p29"/>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19" name="Google Shape;319;p29"/>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20" name="Google Shape;320;p29"/>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21" name="Google Shape;321;p29"/>
          <p:cNvGrpSpPr/>
          <p:nvPr/>
        </p:nvGrpSpPr>
        <p:grpSpPr>
          <a:xfrm>
            <a:off x="324128" y="3139463"/>
            <a:ext cx="457200" cy="457200"/>
            <a:chOff x="1020916" y="1442088"/>
            <a:chExt cx="457200" cy="457200"/>
          </a:xfrm>
        </p:grpSpPr>
        <p:pic>
          <p:nvPicPr>
            <p:cNvPr id="322" name="Google Shape;322;p2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23" name="Google Shape;323;p2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24" name="Google Shape;324;p29"/>
          <p:cNvGrpSpPr/>
          <p:nvPr/>
        </p:nvGrpSpPr>
        <p:grpSpPr>
          <a:xfrm>
            <a:off x="324128" y="3987825"/>
            <a:ext cx="457200" cy="457200"/>
            <a:chOff x="1020916" y="1442088"/>
            <a:chExt cx="457200" cy="457200"/>
          </a:xfrm>
        </p:grpSpPr>
        <p:pic>
          <p:nvPicPr>
            <p:cNvPr id="325" name="Google Shape;325;p2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26" name="Google Shape;326;p2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27" name="Google Shape;327;p29"/>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28" name="Google Shape;328;p29"/>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29" name="Google Shape;329;p29"/>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30" name="Google Shape;330;p29"/>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2 CfU true/false justify - blue">
  <p:cSld name="TITLE_AND_TWO_COLUMNS_1_1_9_1_3_2">
    <p:bg>
      <p:bgPr>
        <a:solidFill>
          <a:srgbClr val="EBEDFE"/>
        </a:solidFill>
      </p:bgPr>
    </p:bg>
    <p:spTree>
      <p:nvGrpSpPr>
        <p:cNvPr id="331" name="Shape 331"/>
        <p:cNvGrpSpPr/>
        <p:nvPr/>
      </p:nvGrpSpPr>
      <p:grpSpPr>
        <a:xfrm>
          <a:off x="0" y="0"/>
          <a:ext cx="0" cy="0"/>
          <a:chOff x="0" y="0"/>
          <a:chExt cx="0" cy="0"/>
        </a:xfrm>
      </p:grpSpPr>
      <p:pic>
        <p:nvPicPr>
          <p:cNvPr id="332" name="Google Shape;332;p3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33" name="Google Shape;333;p30"/>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30"/>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35" name="Google Shape;335;p30"/>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36" name="Google Shape;336;p30"/>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37" name="Google Shape;337;p30"/>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38" name="Google Shape;338;p30"/>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39" name="Google Shape;339;p3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40" name="Google Shape;340;p3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341" name="Google Shape;341;p30"/>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42" name="Google Shape;342;p30"/>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43" name="Google Shape;343;p30"/>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44" name="Google Shape;344;p30"/>
          <p:cNvGrpSpPr/>
          <p:nvPr/>
        </p:nvGrpSpPr>
        <p:grpSpPr>
          <a:xfrm>
            <a:off x="324128" y="3139463"/>
            <a:ext cx="457200" cy="457200"/>
            <a:chOff x="1020916" y="1442088"/>
            <a:chExt cx="457200" cy="457200"/>
          </a:xfrm>
        </p:grpSpPr>
        <p:pic>
          <p:nvPicPr>
            <p:cNvPr id="345" name="Google Shape;345;p3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46" name="Google Shape;346;p3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47" name="Google Shape;347;p30"/>
          <p:cNvGrpSpPr/>
          <p:nvPr/>
        </p:nvGrpSpPr>
        <p:grpSpPr>
          <a:xfrm>
            <a:off x="324128" y="3987825"/>
            <a:ext cx="457200" cy="457200"/>
            <a:chOff x="1020916" y="1442088"/>
            <a:chExt cx="457200" cy="457200"/>
          </a:xfrm>
        </p:grpSpPr>
        <p:pic>
          <p:nvPicPr>
            <p:cNvPr id="348" name="Google Shape;348;p3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49" name="Google Shape;349;p3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50" name="Google Shape;350;p30"/>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51" name="Google Shape;351;p30"/>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52" name="Google Shape;352;p30"/>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53" name="Google Shape;353;p30"/>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2 CfU true/false justify - pink">
  <p:cSld name="TITLE_AND_TWO_COLUMNS_1_1_9_1_3_1_1_1_1">
    <p:bg>
      <p:bgPr>
        <a:solidFill>
          <a:srgbClr val="FAEAF6"/>
        </a:solidFill>
      </p:bgPr>
    </p:bg>
    <p:spTree>
      <p:nvGrpSpPr>
        <p:cNvPr id="354" name="Shape 354"/>
        <p:cNvGrpSpPr/>
        <p:nvPr/>
      </p:nvGrpSpPr>
      <p:grpSpPr>
        <a:xfrm>
          <a:off x="0" y="0"/>
          <a:ext cx="0" cy="0"/>
          <a:chOff x="0" y="0"/>
          <a:chExt cx="0" cy="0"/>
        </a:xfrm>
      </p:grpSpPr>
      <p:pic>
        <p:nvPicPr>
          <p:cNvPr id="355" name="Google Shape;355;p3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56" name="Google Shape;356;p31"/>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31"/>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58" name="Google Shape;358;p31"/>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59" name="Google Shape;359;p31"/>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60" name="Google Shape;360;p31"/>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61" name="Google Shape;361;p31"/>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62" name="Google Shape;362;p3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63" name="Google Shape;363;p3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364" name="Google Shape;364;p31"/>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5" name="Google Shape;365;p31"/>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66" name="Google Shape;366;p31"/>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67" name="Google Shape;367;p31"/>
          <p:cNvGrpSpPr/>
          <p:nvPr/>
        </p:nvGrpSpPr>
        <p:grpSpPr>
          <a:xfrm>
            <a:off x="324128" y="3139463"/>
            <a:ext cx="457200" cy="457200"/>
            <a:chOff x="1020916" y="1442088"/>
            <a:chExt cx="457200" cy="457200"/>
          </a:xfrm>
        </p:grpSpPr>
        <p:pic>
          <p:nvPicPr>
            <p:cNvPr id="368" name="Google Shape;368;p3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69" name="Google Shape;369;p3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70" name="Google Shape;370;p31"/>
          <p:cNvGrpSpPr/>
          <p:nvPr/>
        </p:nvGrpSpPr>
        <p:grpSpPr>
          <a:xfrm>
            <a:off x="324128" y="3987825"/>
            <a:ext cx="457200" cy="457200"/>
            <a:chOff x="1020916" y="1442088"/>
            <a:chExt cx="457200" cy="457200"/>
          </a:xfrm>
        </p:grpSpPr>
        <p:pic>
          <p:nvPicPr>
            <p:cNvPr id="371" name="Google Shape;371;p3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72" name="Google Shape;372;p3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73" name="Google Shape;373;p31"/>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74" name="Google Shape;374;p31"/>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75" name="Google Shape;375;p31"/>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76" name="Google Shape;376;p31"/>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3 CfU 3 options - purple">
  <p:cSld name="TITLE_AND_TWO_COLUMNS_1_1_7_1">
    <p:bg>
      <p:bgPr>
        <a:solidFill>
          <a:srgbClr val="F3EEFB"/>
        </a:solidFill>
      </p:bgPr>
    </p:bg>
    <p:spTree>
      <p:nvGrpSpPr>
        <p:cNvPr id="377" name="Shape 377"/>
        <p:cNvGrpSpPr/>
        <p:nvPr/>
      </p:nvGrpSpPr>
      <p:grpSpPr>
        <a:xfrm>
          <a:off x="0" y="0"/>
          <a:ext cx="0" cy="0"/>
          <a:chOff x="0" y="0"/>
          <a:chExt cx="0" cy="0"/>
        </a:xfrm>
      </p:grpSpPr>
      <p:pic>
        <p:nvPicPr>
          <p:cNvPr id="378" name="Google Shape;378;p32"/>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379" name="Google Shape;379;p32"/>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32"/>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81" name="Google Shape;381;p3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82" name="Google Shape;382;p3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383" name="Google Shape;383;p32"/>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84" name="Google Shape;384;p32"/>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85" name="Google Shape;385;p32"/>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86" name="Google Shape;386;p32"/>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87" name="Google Shape;387;p32"/>
          <p:cNvGrpSpPr/>
          <p:nvPr/>
        </p:nvGrpSpPr>
        <p:grpSpPr>
          <a:xfrm>
            <a:off x="323653" y="1804438"/>
            <a:ext cx="457200" cy="457200"/>
            <a:chOff x="1020916" y="1442088"/>
            <a:chExt cx="457200" cy="457200"/>
          </a:xfrm>
        </p:grpSpPr>
        <p:pic>
          <p:nvPicPr>
            <p:cNvPr id="388" name="Google Shape;388;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89" name="Google Shape;389;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90" name="Google Shape;390;p32"/>
          <p:cNvGrpSpPr/>
          <p:nvPr/>
        </p:nvGrpSpPr>
        <p:grpSpPr>
          <a:xfrm>
            <a:off x="323653" y="2766575"/>
            <a:ext cx="457200" cy="457200"/>
            <a:chOff x="1020916" y="1442088"/>
            <a:chExt cx="457200" cy="457200"/>
          </a:xfrm>
        </p:grpSpPr>
        <p:pic>
          <p:nvPicPr>
            <p:cNvPr id="391" name="Google Shape;391;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92" name="Google Shape;392;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393" name="Google Shape;393;p32"/>
          <p:cNvGrpSpPr/>
          <p:nvPr/>
        </p:nvGrpSpPr>
        <p:grpSpPr>
          <a:xfrm>
            <a:off x="323641" y="3729038"/>
            <a:ext cx="457200" cy="457200"/>
            <a:chOff x="1020916" y="1442088"/>
            <a:chExt cx="457200" cy="457200"/>
          </a:xfrm>
        </p:grpSpPr>
        <p:pic>
          <p:nvPicPr>
            <p:cNvPr id="394" name="Google Shape;394;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95" name="Google Shape;395;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3 CfU 3 options - jade">
  <p:cSld name="TITLE_AND_TWO_COLUMNS_1_1_7_1_1_1">
    <p:bg>
      <p:bgPr>
        <a:solidFill>
          <a:srgbClr val="E6F2F2"/>
        </a:solidFill>
      </p:bgPr>
    </p:bg>
    <p:spTree>
      <p:nvGrpSpPr>
        <p:cNvPr id="396" name="Shape 396"/>
        <p:cNvGrpSpPr/>
        <p:nvPr/>
      </p:nvGrpSpPr>
      <p:grpSpPr>
        <a:xfrm>
          <a:off x="0" y="0"/>
          <a:ext cx="0" cy="0"/>
          <a:chOff x="0" y="0"/>
          <a:chExt cx="0" cy="0"/>
        </a:xfrm>
      </p:grpSpPr>
      <p:pic>
        <p:nvPicPr>
          <p:cNvPr id="397" name="Google Shape;397;p3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98" name="Google Shape;398;p33"/>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33"/>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00" name="Google Shape;400;p3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01" name="Google Shape;401;p3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402" name="Google Shape;402;p33"/>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03" name="Google Shape;403;p33"/>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04" name="Google Shape;404;p33"/>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05" name="Google Shape;405;p33"/>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06" name="Google Shape;406;p33"/>
          <p:cNvGrpSpPr/>
          <p:nvPr/>
        </p:nvGrpSpPr>
        <p:grpSpPr>
          <a:xfrm>
            <a:off x="323653" y="1804438"/>
            <a:ext cx="457200" cy="457200"/>
            <a:chOff x="1020916" y="1442088"/>
            <a:chExt cx="457200" cy="457200"/>
          </a:xfrm>
        </p:grpSpPr>
        <p:pic>
          <p:nvPicPr>
            <p:cNvPr id="407" name="Google Shape;407;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08" name="Google Shape;408;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09" name="Google Shape;409;p33"/>
          <p:cNvGrpSpPr/>
          <p:nvPr/>
        </p:nvGrpSpPr>
        <p:grpSpPr>
          <a:xfrm>
            <a:off x="323653" y="2766575"/>
            <a:ext cx="457200" cy="457200"/>
            <a:chOff x="1020916" y="1442088"/>
            <a:chExt cx="457200" cy="457200"/>
          </a:xfrm>
        </p:grpSpPr>
        <p:pic>
          <p:nvPicPr>
            <p:cNvPr id="410" name="Google Shape;410;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11" name="Google Shape;411;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12" name="Google Shape;412;p33"/>
          <p:cNvGrpSpPr/>
          <p:nvPr/>
        </p:nvGrpSpPr>
        <p:grpSpPr>
          <a:xfrm>
            <a:off x="323641" y="3729038"/>
            <a:ext cx="457200" cy="457200"/>
            <a:chOff x="1020916" y="1442088"/>
            <a:chExt cx="457200" cy="457200"/>
          </a:xfrm>
        </p:grpSpPr>
        <p:pic>
          <p:nvPicPr>
            <p:cNvPr id="413" name="Google Shape;413;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14" name="Google Shape;414;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3 CfU 3 options - blue">
  <p:cSld name="TITLE_AND_TWO_COLUMNS_1_1_7_2">
    <p:bg>
      <p:bgPr>
        <a:solidFill>
          <a:srgbClr val="EBEDFE"/>
        </a:solidFill>
      </p:bgPr>
    </p:bg>
    <p:spTree>
      <p:nvGrpSpPr>
        <p:cNvPr id="415" name="Shape 415"/>
        <p:cNvGrpSpPr/>
        <p:nvPr/>
      </p:nvGrpSpPr>
      <p:grpSpPr>
        <a:xfrm>
          <a:off x="0" y="0"/>
          <a:ext cx="0" cy="0"/>
          <a:chOff x="0" y="0"/>
          <a:chExt cx="0" cy="0"/>
        </a:xfrm>
      </p:grpSpPr>
      <p:pic>
        <p:nvPicPr>
          <p:cNvPr id="416" name="Google Shape;416;p3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17" name="Google Shape;417;p34"/>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34"/>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19" name="Google Shape;419;p3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20" name="Google Shape;420;p3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21" name="Google Shape;421;p34"/>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22" name="Google Shape;422;p34"/>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23" name="Google Shape;423;p34"/>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24" name="Google Shape;424;p34"/>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25" name="Google Shape;425;p34"/>
          <p:cNvGrpSpPr/>
          <p:nvPr/>
        </p:nvGrpSpPr>
        <p:grpSpPr>
          <a:xfrm>
            <a:off x="323653" y="1804438"/>
            <a:ext cx="457200" cy="457200"/>
            <a:chOff x="1020916" y="1442088"/>
            <a:chExt cx="457200" cy="457200"/>
          </a:xfrm>
        </p:grpSpPr>
        <p:pic>
          <p:nvPicPr>
            <p:cNvPr id="426" name="Google Shape;426;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27" name="Google Shape;427;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28" name="Google Shape;428;p34"/>
          <p:cNvGrpSpPr/>
          <p:nvPr/>
        </p:nvGrpSpPr>
        <p:grpSpPr>
          <a:xfrm>
            <a:off x="323653" y="2766575"/>
            <a:ext cx="457200" cy="457200"/>
            <a:chOff x="1020916" y="1442088"/>
            <a:chExt cx="457200" cy="457200"/>
          </a:xfrm>
        </p:grpSpPr>
        <p:pic>
          <p:nvPicPr>
            <p:cNvPr id="429" name="Google Shape;429;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30" name="Google Shape;430;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31" name="Google Shape;431;p34"/>
          <p:cNvGrpSpPr/>
          <p:nvPr/>
        </p:nvGrpSpPr>
        <p:grpSpPr>
          <a:xfrm>
            <a:off x="323641" y="3729038"/>
            <a:ext cx="457200" cy="457200"/>
            <a:chOff x="1020916" y="1442088"/>
            <a:chExt cx="457200" cy="457200"/>
          </a:xfrm>
        </p:grpSpPr>
        <p:pic>
          <p:nvPicPr>
            <p:cNvPr id="432" name="Google Shape;432;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33" name="Google Shape;433;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3 CfU 3 options - pink">
  <p:cSld name="TITLE_AND_TWO_COLUMNS_1_1_7_1_1_1_1">
    <p:bg>
      <p:bgPr>
        <a:solidFill>
          <a:srgbClr val="FAEAF6"/>
        </a:solidFill>
      </p:bgPr>
    </p:bg>
    <p:spTree>
      <p:nvGrpSpPr>
        <p:cNvPr id="434" name="Shape 434"/>
        <p:cNvGrpSpPr/>
        <p:nvPr/>
      </p:nvGrpSpPr>
      <p:grpSpPr>
        <a:xfrm>
          <a:off x="0" y="0"/>
          <a:ext cx="0" cy="0"/>
          <a:chOff x="0" y="0"/>
          <a:chExt cx="0" cy="0"/>
        </a:xfrm>
      </p:grpSpPr>
      <p:pic>
        <p:nvPicPr>
          <p:cNvPr id="435" name="Google Shape;435;p3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36" name="Google Shape;436;p35"/>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35"/>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38" name="Google Shape;438;p3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39" name="Google Shape;439;p3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440" name="Google Shape;440;p35"/>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41" name="Google Shape;441;p35"/>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42" name="Google Shape;442;p35"/>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43" name="Google Shape;443;p35"/>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44" name="Google Shape;444;p35"/>
          <p:cNvGrpSpPr/>
          <p:nvPr/>
        </p:nvGrpSpPr>
        <p:grpSpPr>
          <a:xfrm>
            <a:off x="323653" y="1804438"/>
            <a:ext cx="457200" cy="457200"/>
            <a:chOff x="1020916" y="1442088"/>
            <a:chExt cx="457200" cy="457200"/>
          </a:xfrm>
        </p:grpSpPr>
        <p:pic>
          <p:nvPicPr>
            <p:cNvPr id="445" name="Google Shape;445;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46" name="Google Shape;446;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47" name="Google Shape;447;p35"/>
          <p:cNvGrpSpPr/>
          <p:nvPr/>
        </p:nvGrpSpPr>
        <p:grpSpPr>
          <a:xfrm>
            <a:off x="323653" y="2766575"/>
            <a:ext cx="457200" cy="457200"/>
            <a:chOff x="1020916" y="1442088"/>
            <a:chExt cx="457200" cy="457200"/>
          </a:xfrm>
        </p:grpSpPr>
        <p:pic>
          <p:nvPicPr>
            <p:cNvPr id="448" name="Google Shape;448;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49" name="Google Shape;449;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50" name="Google Shape;450;p35"/>
          <p:cNvGrpSpPr/>
          <p:nvPr/>
        </p:nvGrpSpPr>
        <p:grpSpPr>
          <a:xfrm>
            <a:off x="323641" y="3729038"/>
            <a:ext cx="457200" cy="457200"/>
            <a:chOff x="1020916" y="1442088"/>
            <a:chExt cx="457200" cy="457200"/>
          </a:xfrm>
        </p:grpSpPr>
        <p:pic>
          <p:nvPicPr>
            <p:cNvPr id="451" name="Google Shape;451;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52" name="Google Shape;452;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4 CfU 4 options - purple">
  <p:cSld name="TITLE_AND_TWO_COLUMNS_1_1_8_1">
    <p:bg>
      <p:bgPr>
        <a:solidFill>
          <a:srgbClr val="F3EEFB"/>
        </a:solidFill>
      </p:bgPr>
    </p:bg>
    <p:spTree>
      <p:nvGrpSpPr>
        <p:cNvPr id="453" name="Shape 453"/>
        <p:cNvGrpSpPr/>
        <p:nvPr/>
      </p:nvGrpSpPr>
      <p:grpSpPr>
        <a:xfrm>
          <a:off x="0" y="0"/>
          <a:ext cx="0" cy="0"/>
          <a:chOff x="0" y="0"/>
          <a:chExt cx="0" cy="0"/>
        </a:xfrm>
      </p:grpSpPr>
      <p:pic>
        <p:nvPicPr>
          <p:cNvPr id="454" name="Google Shape;454;p36"/>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455" name="Google Shape;455;p36"/>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36"/>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57" name="Google Shape;457;p3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58" name="Google Shape;458;p3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59" name="Google Shape;459;p36"/>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60" name="Google Shape;460;p36"/>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1" name="Google Shape;461;p36"/>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2" name="Google Shape;462;p36"/>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3" name="Google Shape;463;p36"/>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64" name="Google Shape;464;p36"/>
          <p:cNvGrpSpPr/>
          <p:nvPr/>
        </p:nvGrpSpPr>
        <p:grpSpPr>
          <a:xfrm>
            <a:off x="323653" y="1652038"/>
            <a:ext cx="457200" cy="457200"/>
            <a:chOff x="1020916" y="1442088"/>
            <a:chExt cx="457200" cy="457200"/>
          </a:xfrm>
        </p:grpSpPr>
        <p:pic>
          <p:nvPicPr>
            <p:cNvPr id="465" name="Google Shape;465;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66" name="Google Shape;466;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67" name="Google Shape;467;p36"/>
          <p:cNvGrpSpPr/>
          <p:nvPr/>
        </p:nvGrpSpPr>
        <p:grpSpPr>
          <a:xfrm>
            <a:off x="323653" y="2461775"/>
            <a:ext cx="457200" cy="457200"/>
            <a:chOff x="1020916" y="1442088"/>
            <a:chExt cx="457200" cy="457200"/>
          </a:xfrm>
        </p:grpSpPr>
        <p:pic>
          <p:nvPicPr>
            <p:cNvPr id="468" name="Google Shape;468;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69" name="Google Shape;469;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70" name="Google Shape;470;p36"/>
          <p:cNvGrpSpPr/>
          <p:nvPr/>
        </p:nvGrpSpPr>
        <p:grpSpPr>
          <a:xfrm>
            <a:off x="323641" y="3271838"/>
            <a:ext cx="457200" cy="457200"/>
            <a:chOff x="1020916" y="1442088"/>
            <a:chExt cx="457200" cy="457200"/>
          </a:xfrm>
        </p:grpSpPr>
        <p:pic>
          <p:nvPicPr>
            <p:cNvPr id="471" name="Google Shape;471;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2" name="Google Shape;472;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473" name="Google Shape;473;p36"/>
          <p:cNvGrpSpPr/>
          <p:nvPr/>
        </p:nvGrpSpPr>
        <p:grpSpPr>
          <a:xfrm>
            <a:off x="323641" y="4081763"/>
            <a:ext cx="457200" cy="457200"/>
            <a:chOff x="1020916" y="1442088"/>
            <a:chExt cx="457200" cy="457200"/>
          </a:xfrm>
        </p:grpSpPr>
        <p:pic>
          <p:nvPicPr>
            <p:cNvPr id="474" name="Google Shape;474;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5" name="Google Shape;475;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4 CfU 4 options - jade">
  <p:cSld name="TITLE_AND_TWO_COLUMNS_1_1_8_1_1_1">
    <p:bg>
      <p:bgPr>
        <a:solidFill>
          <a:srgbClr val="E6F2F2"/>
        </a:solidFill>
      </p:bgPr>
    </p:bg>
    <p:spTree>
      <p:nvGrpSpPr>
        <p:cNvPr id="476" name="Shape 476"/>
        <p:cNvGrpSpPr/>
        <p:nvPr/>
      </p:nvGrpSpPr>
      <p:grpSpPr>
        <a:xfrm>
          <a:off x="0" y="0"/>
          <a:ext cx="0" cy="0"/>
          <a:chOff x="0" y="0"/>
          <a:chExt cx="0" cy="0"/>
        </a:xfrm>
      </p:grpSpPr>
      <p:pic>
        <p:nvPicPr>
          <p:cNvPr id="477" name="Google Shape;477;p3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78" name="Google Shape;478;p37"/>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37"/>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80" name="Google Shape;480;p3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81" name="Google Shape;481;p3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482" name="Google Shape;482;p37"/>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83" name="Google Shape;483;p37"/>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4" name="Google Shape;484;p37"/>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5" name="Google Shape;485;p37"/>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6" name="Google Shape;486;p37"/>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87" name="Google Shape;487;p37"/>
          <p:cNvGrpSpPr/>
          <p:nvPr/>
        </p:nvGrpSpPr>
        <p:grpSpPr>
          <a:xfrm>
            <a:off x="323653" y="1652038"/>
            <a:ext cx="457200" cy="457200"/>
            <a:chOff x="1020916" y="1442088"/>
            <a:chExt cx="457200" cy="457200"/>
          </a:xfrm>
        </p:grpSpPr>
        <p:pic>
          <p:nvPicPr>
            <p:cNvPr id="488" name="Google Shape;488;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89" name="Google Shape;489;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90" name="Google Shape;490;p37"/>
          <p:cNvGrpSpPr/>
          <p:nvPr/>
        </p:nvGrpSpPr>
        <p:grpSpPr>
          <a:xfrm>
            <a:off x="323653" y="2461775"/>
            <a:ext cx="457200" cy="457200"/>
            <a:chOff x="1020916" y="1442088"/>
            <a:chExt cx="457200" cy="457200"/>
          </a:xfrm>
        </p:grpSpPr>
        <p:pic>
          <p:nvPicPr>
            <p:cNvPr id="491" name="Google Shape;491;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2" name="Google Shape;492;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93" name="Google Shape;493;p37"/>
          <p:cNvGrpSpPr/>
          <p:nvPr/>
        </p:nvGrpSpPr>
        <p:grpSpPr>
          <a:xfrm>
            <a:off x="323641" y="3271838"/>
            <a:ext cx="457200" cy="457200"/>
            <a:chOff x="1020916" y="1442088"/>
            <a:chExt cx="457200" cy="457200"/>
          </a:xfrm>
        </p:grpSpPr>
        <p:pic>
          <p:nvPicPr>
            <p:cNvPr id="494" name="Google Shape;494;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5" name="Google Shape;495;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496" name="Google Shape;496;p37"/>
          <p:cNvGrpSpPr/>
          <p:nvPr/>
        </p:nvGrpSpPr>
        <p:grpSpPr>
          <a:xfrm>
            <a:off x="323641" y="4081763"/>
            <a:ext cx="457200" cy="457200"/>
            <a:chOff x="1020916" y="1442088"/>
            <a:chExt cx="457200" cy="457200"/>
          </a:xfrm>
        </p:grpSpPr>
        <p:pic>
          <p:nvPicPr>
            <p:cNvPr id="497" name="Google Shape;497;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8" name="Google Shape;498;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4 CfU 4 options - blue">
  <p:cSld name="TITLE_AND_TWO_COLUMNS_1_1_8_2">
    <p:bg>
      <p:bgPr>
        <a:solidFill>
          <a:srgbClr val="EBEDFE"/>
        </a:solidFill>
      </p:bgPr>
    </p:bg>
    <p:spTree>
      <p:nvGrpSpPr>
        <p:cNvPr id="499" name="Shape 499"/>
        <p:cNvGrpSpPr/>
        <p:nvPr/>
      </p:nvGrpSpPr>
      <p:grpSpPr>
        <a:xfrm>
          <a:off x="0" y="0"/>
          <a:ext cx="0" cy="0"/>
          <a:chOff x="0" y="0"/>
          <a:chExt cx="0" cy="0"/>
        </a:xfrm>
      </p:grpSpPr>
      <p:pic>
        <p:nvPicPr>
          <p:cNvPr id="500" name="Google Shape;500;p3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01" name="Google Shape;501;p38"/>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38"/>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03" name="Google Shape;503;p3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04" name="Google Shape;504;p3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05" name="Google Shape;505;p38"/>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06" name="Google Shape;506;p38"/>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07" name="Google Shape;507;p38"/>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08" name="Google Shape;508;p38"/>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09" name="Google Shape;509;p38"/>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10" name="Google Shape;510;p38"/>
          <p:cNvGrpSpPr/>
          <p:nvPr/>
        </p:nvGrpSpPr>
        <p:grpSpPr>
          <a:xfrm>
            <a:off x="323653" y="1652038"/>
            <a:ext cx="457200" cy="457200"/>
            <a:chOff x="1020916" y="1442088"/>
            <a:chExt cx="457200" cy="457200"/>
          </a:xfrm>
        </p:grpSpPr>
        <p:pic>
          <p:nvPicPr>
            <p:cNvPr id="511" name="Google Shape;511;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2" name="Google Shape;512;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13" name="Google Shape;513;p38"/>
          <p:cNvGrpSpPr/>
          <p:nvPr/>
        </p:nvGrpSpPr>
        <p:grpSpPr>
          <a:xfrm>
            <a:off x="323653" y="2461775"/>
            <a:ext cx="457200" cy="457200"/>
            <a:chOff x="1020916" y="1442088"/>
            <a:chExt cx="457200" cy="457200"/>
          </a:xfrm>
        </p:grpSpPr>
        <p:pic>
          <p:nvPicPr>
            <p:cNvPr id="514" name="Google Shape;514;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5" name="Google Shape;515;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16" name="Google Shape;516;p38"/>
          <p:cNvGrpSpPr/>
          <p:nvPr/>
        </p:nvGrpSpPr>
        <p:grpSpPr>
          <a:xfrm>
            <a:off x="323641" y="3271838"/>
            <a:ext cx="457200" cy="457200"/>
            <a:chOff x="1020916" y="1442088"/>
            <a:chExt cx="457200" cy="457200"/>
          </a:xfrm>
        </p:grpSpPr>
        <p:pic>
          <p:nvPicPr>
            <p:cNvPr id="517" name="Google Shape;517;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8" name="Google Shape;518;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519" name="Google Shape;519;p38"/>
          <p:cNvGrpSpPr/>
          <p:nvPr/>
        </p:nvGrpSpPr>
        <p:grpSpPr>
          <a:xfrm>
            <a:off x="323641" y="4081763"/>
            <a:ext cx="457200" cy="457200"/>
            <a:chOff x="1020916" y="1442088"/>
            <a:chExt cx="457200" cy="457200"/>
          </a:xfrm>
        </p:grpSpPr>
        <p:pic>
          <p:nvPicPr>
            <p:cNvPr id="520" name="Google Shape;520;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21" name="Google Shape;521;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4 CfU 4 options - pink">
  <p:cSld name="TITLE_AND_TWO_COLUMNS_1_1_8_1_1_1_1">
    <p:bg>
      <p:bgPr>
        <a:solidFill>
          <a:srgbClr val="FAEAF6"/>
        </a:solidFill>
      </p:bgPr>
    </p:bg>
    <p:spTree>
      <p:nvGrpSpPr>
        <p:cNvPr id="522" name="Shape 522"/>
        <p:cNvGrpSpPr/>
        <p:nvPr/>
      </p:nvGrpSpPr>
      <p:grpSpPr>
        <a:xfrm>
          <a:off x="0" y="0"/>
          <a:ext cx="0" cy="0"/>
          <a:chOff x="0" y="0"/>
          <a:chExt cx="0" cy="0"/>
        </a:xfrm>
      </p:grpSpPr>
      <p:pic>
        <p:nvPicPr>
          <p:cNvPr id="523" name="Google Shape;523;p3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24" name="Google Shape;524;p39"/>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39"/>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26" name="Google Shape;526;p3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27" name="Google Shape;527;p3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528" name="Google Shape;528;p39"/>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29" name="Google Shape;529;p39"/>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0" name="Google Shape;530;p39"/>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1" name="Google Shape;531;p39"/>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2" name="Google Shape;532;p39"/>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33" name="Google Shape;533;p39"/>
          <p:cNvGrpSpPr/>
          <p:nvPr/>
        </p:nvGrpSpPr>
        <p:grpSpPr>
          <a:xfrm>
            <a:off x="323653" y="1652038"/>
            <a:ext cx="457200" cy="457200"/>
            <a:chOff x="1020916" y="1442088"/>
            <a:chExt cx="457200" cy="457200"/>
          </a:xfrm>
        </p:grpSpPr>
        <p:pic>
          <p:nvPicPr>
            <p:cNvPr id="534" name="Google Shape;534;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35" name="Google Shape;535;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36" name="Google Shape;536;p39"/>
          <p:cNvGrpSpPr/>
          <p:nvPr/>
        </p:nvGrpSpPr>
        <p:grpSpPr>
          <a:xfrm>
            <a:off x="323653" y="2461775"/>
            <a:ext cx="457200" cy="457200"/>
            <a:chOff x="1020916" y="1442088"/>
            <a:chExt cx="457200" cy="457200"/>
          </a:xfrm>
        </p:grpSpPr>
        <p:pic>
          <p:nvPicPr>
            <p:cNvPr id="537" name="Google Shape;537;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38" name="Google Shape;538;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39" name="Google Shape;539;p39"/>
          <p:cNvGrpSpPr/>
          <p:nvPr/>
        </p:nvGrpSpPr>
        <p:grpSpPr>
          <a:xfrm>
            <a:off x="323641" y="3271838"/>
            <a:ext cx="457200" cy="457200"/>
            <a:chOff x="1020916" y="1442088"/>
            <a:chExt cx="457200" cy="457200"/>
          </a:xfrm>
        </p:grpSpPr>
        <p:pic>
          <p:nvPicPr>
            <p:cNvPr id="540" name="Google Shape;540;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1" name="Google Shape;541;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542" name="Google Shape;542;p39"/>
          <p:cNvGrpSpPr/>
          <p:nvPr/>
        </p:nvGrpSpPr>
        <p:grpSpPr>
          <a:xfrm>
            <a:off x="323641" y="4081763"/>
            <a:ext cx="457200" cy="457200"/>
            <a:chOff x="1020916" y="1442088"/>
            <a:chExt cx="457200" cy="457200"/>
          </a:xfrm>
        </p:grpSpPr>
        <p:pic>
          <p:nvPicPr>
            <p:cNvPr id="543" name="Google Shape;543;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4" name="Google Shape;544;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5 CfU 3 image options - purple">
  <p:cSld name="TITLE_AND_TWO_COLUMNS_1_1_7_1_1_2">
    <p:bg>
      <p:bgPr>
        <a:solidFill>
          <a:srgbClr val="F3EEFB"/>
        </a:solidFill>
      </p:bgPr>
    </p:bg>
    <p:spTree>
      <p:nvGrpSpPr>
        <p:cNvPr id="545" name="Shape 545"/>
        <p:cNvGrpSpPr/>
        <p:nvPr/>
      </p:nvGrpSpPr>
      <p:grpSpPr>
        <a:xfrm>
          <a:off x="0" y="0"/>
          <a:ext cx="0" cy="0"/>
          <a:chOff x="0" y="0"/>
          <a:chExt cx="0" cy="0"/>
        </a:xfrm>
      </p:grpSpPr>
      <p:pic>
        <p:nvPicPr>
          <p:cNvPr id="546" name="Google Shape;546;p40"/>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547" name="Google Shape;547;p40"/>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40"/>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49" name="Google Shape;549;p4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50" name="Google Shape;550;p4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51" name="Google Shape;551;p40"/>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52" name="Google Shape;552;p40"/>
          <p:cNvSpPr/>
          <p:nvPr>
            <p:ph idx="3" type="pic"/>
          </p:nvPr>
        </p:nvSpPr>
        <p:spPr>
          <a:xfrm>
            <a:off x="324000" y="1893950"/>
            <a:ext cx="2555400" cy="1939500"/>
          </a:xfrm>
          <a:prstGeom prst="rect">
            <a:avLst/>
          </a:prstGeom>
          <a:noFill/>
          <a:ln>
            <a:noFill/>
          </a:ln>
        </p:spPr>
      </p:sp>
      <p:sp>
        <p:nvSpPr>
          <p:cNvPr id="553" name="Google Shape;553;p40"/>
          <p:cNvSpPr/>
          <p:nvPr>
            <p:ph idx="4" type="pic"/>
          </p:nvPr>
        </p:nvSpPr>
        <p:spPr>
          <a:xfrm>
            <a:off x="6256800" y="1893950"/>
            <a:ext cx="2555400" cy="1939500"/>
          </a:xfrm>
          <a:prstGeom prst="rect">
            <a:avLst/>
          </a:prstGeom>
          <a:noFill/>
          <a:ln>
            <a:noFill/>
          </a:ln>
        </p:spPr>
      </p:sp>
      <p:sp>
        <p:nvSpPr>
          <p:cNvPr id="554" name="Google Shape;554;p40"/>
          <p:cNvSpPr/>
          <p:nvPr>
            <p:ph idx="5" type="pic"/>
          </p:nvPr>
        </p:nvSpPr>
        <p:spPr>
          <a:xfrm>
            <a:off x="3294300" y="1893950"/>
            <a:ext cx="2555400" cy="1939500"/>
          </a:xfrm>
          <a:prstGeom prst="rect">
            <a:avLst/>
          </a:prstGeom>
          <a:noFill/>
          <a:ln>
            <a:noFill/>
          </a:ln>
        </p:spPr>
      </p:sp>
      <p:grpSp>
        <p:nvGrpSpPr>
          <p:cNvPr id="555" name="Google Shape;555;p40"/>
          <p:cNvGrpSpPr/>
          <p:nvPr/>
        </p:nvGrpSpPr>
        <p:grpSpPr>
          <a:xfrm>
            <a:off x="1381028" y="4148538"/>
            <a:ext cx="457200" cy="457200"/>
            <a:chOff x="1020916" y="1442088"/>
            <a:chExt cx="457200" cy="457200"/>
          </a:xfrm>
        </p:grpSpPr>
        <p:pic>
          <p:nvPicPr>
            <p:cNvPr id="556" name="Google Shape;556;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57" name="Google Shape;557;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58" name="Google Shape;558;p40"/>
          <p:cNvGrpSpPr/>
          <p:nvPr/>
        </p:nvGrpSpPr>
        <p:grpSpPr>
          <a:xfrm>
            <a:off x="4331066" y="4148550"/>
            <a:ext cx="457200" cy="457200"/>
            <a:chOff x="1020916" y="1442088"/>
            <a:chExt cx="457200" cy="457200"/>
          </a:xfrm>
        </p:grpSpPr>
        <p:pic>
          <p:nvPicPr>
            <p:cNvPr id="559" name="Google Shape;559;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0" name="Google Shape;560;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61" name="Google Shape;561;p40"/>
          <p:cNvGrpSpPr/>
          <p:nvPr/>
        </p:nvGrpSpPr>
        <p:grpSpPr>
          <a:xfrm>
            <a:off x="7305791" y="4148538"/>
            <a:ext cx="457200" cy="457200"/>
            <a:chOff x="1020916" y="1442088"/>
            <a:chExt cx="457200" cy="457200"/>
          </a:xfrm>
        </p:grpSpPr>
        <p:pic>
          <p:nvPicPr>
            <p:cNvPr id="562" name="Google Shape;562;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3" name="Google Shape;563;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5 CfU 3 image options - jade">
  <p:cSld name="TITLE_AND_TWO_COLUMNS_1_1_7_1_1_1_2">
    <p:bg>
      <p:bgPr>
        <a:solidFill>
          <a:srgbClr val="E6F2F2"/>
        </a:solidFill>
      </p:bgPr>
    </p:bg>
    <p:spTree>
      <p:nvGrpSpPr>
        <p:cNvPr id="564" name="Shape 564"/>
        <p:cNvGrpSpPr/>
        <p:nvPr/>
      </p:nvGrpSpPr>
      <p:grpSpPr>
        <a:xfrm>
          <a:off x="0" y="0"/>
          <a:ext cx="0" cy="0"/>
          <a:chOff x="0" y="0"/>
          <a:chExt cx="0" cy="0"/>
        </a:xfrm>
      </p:grpSpPr>
      <p:pic>
        <p:nvPicPr>
          <p:cNvPr id="565" name="Google Shape;565;p4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66" name="Google Shape;566;p41"/>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41"/>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68" name="Google Shape;568;p4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69" name="Google Shape;569;p4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70" name="Google Shape;570;p41"/>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71" name="Google Shape;571;p41"/>
          <p:cNvSpPr/>
          <p:nvPr>
            <p:ph idx="3" type="pic"/>
          </p:nvPr>
        </p:nvSpPr>
        <p:spPr>
          <a:xfrm>
            <a:off x="324000" y="1893950"/>
            <a:ext cx="2555400" cy="1939500"/>
          </a:xfrm>
          <a:prstGeom prst="rect">
            <a:avLst/>
          </a:prstGeom>
          <a:noFill/>
          <a:ln>
            <a:noFill/>
          </a:ln>
        </p:spPr>
      </p:sp>
      <p:sp>
        <p:nvSpPr>
          <p:cNvPr id="572" name="Google Shape;572;p41"/>
          <p:cNvSpPr/>
          <p:nvPr>
            <p:ph idx="4" type="pic"/>
          </p:nvPr>
        </p:nvSpPr>
        <p:spPr>
          <a:xfrm>
            <a:off x="6256800" y="1893950"/>
            <a:ext cx="2555400" cy="1939500"/>
          </a:xfrm>
          <a:prstGeom prst="rect">
            <a:avLst/>
          </a:prstGeom>
          <a:noFill/>
          <a:ln>
            <a:noFill/>
          </a:ln>
        </p:spPr>
      </p:sp>
      <p:sp>
        <p:nvSpPr>
          <p:cNvPr id="573" name="Google Shape;573;p41"/>
          <p:cNvSpPr/>
          <p:nvPr>
            <p:ph idx="5" type="pic"/>
          </p:nvPr>
        </p:nvSpPr>
        <p:spPr>
          <a:xfrm>
            <a:off x="3294300" y="1893950"/>
            <a:ext cx="2555400" cy="1939500"/>
          </a:xfrm>
          <a:prstGeom prst="rect">
            <a:avLst/>
          </a:prstGeom>
          <a:noFill/>
          <a:ln>
            <a:noFill/>
          </a:ln>
        </p:spPr>
      </p:sp>
      <p:grpSp>
        <p:nvGrpSpPr>
          <p:cNvPr id="574" name="Google Shape;574;p41"/>
          <p:cNvGrpSpPr/>
          <p:nvPr/>
        </p:nvGrpSpPr>
        <p:grpSpPr>
          <a:xfrm>
            <a:off x="1381028" y="4148538"/>
            <a:ext cx="457200" cy="457200"/>
            <a:chOff x="1020916" y="1442088"/>
            <a:chExt cx="457200" cy="457200"/>
          </a:xfrm>
        </p:grpSpPr>
        <p:pic>
          <p:nvPicPr>
            <p:cNvPr id="575" name="Google Shape;575;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76" name="Google Shape;576;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77" name="Google Shape;577;p41"/>
          <p:cNvGrpSpPr/>
          <p:nvPr/>
        </p:nvGrpSpPr>
        <p:grpSpPr>
          <a:xfrm>
            <a:off x="4331066" y="4148550"/>
            <a:ext cx="457200" cy="457200"/>
            <a:chOff x="1020916" y="1442088"/>
            <a:chExt cx="457200" cy="457200"/>
          </a:xfrm>
        </p:grpSpPr>
        <p:pic>
          <p:nvPicPr>
            <p:cNvPr id="578" name="Google Shape;578;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79" name="Google Shape;579;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80" name="Google Shape;580;p41"/>
          <p:cNvGrpSpPr/>
          <p:nvPr/>
        </p:nvGrpSpPr>
        <p:grpSpPr>
          <a:xfrm>
            <a:off x="7305791" y="4148538"/>
            <a:ext cx="457200" cy="457200"/>
            <a:chOff x="1020916" y="1442088"/>
            <a:chExt cx="457200" cy="457200"/>
          </a:xfrm>
        </p:grpSpPr>
        <p:pic>
          <p:nvPicPr>
            <p:cNvPr id="581" name="Google Shape;581;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82" name="Google Shape;582;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5 CfU 3  image options - blue ">
  <p:cSld name="TITLE_AND_TWO_COLUMNS_1_1_7_2_1">
    <p:bg>
      <p:bgPr>
        <a:solidFill>
          <a:srgbClr val="EBEDFE"/>
        </a:solidFill>
      </p:bgPr>
    </p:bg>
    <p:spTree>
      <p:nvGrpSpPr>
        <p:cNvPr id="583" name="Shape 583"/>
        <p:cNvGrpSpPr/>
        <p:nvPr/>
      </p:nvGrpSpPr>
      <p:grpSpPr>
        <a:xfrm>
          <a:off x="0" y="0"/>
          <a:ext cx="0" cy="0"/>
          <a:chOff x="0" y="0"/>
          <a:chExt cx="0" cy="0"/>
        </a:xfrm>
      </p:grpSpPr>
      <p:pic>
        <p:nvPicPr>
          <p:cNvPr id="584" name="Google Shape;584;p4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85" name="Google Shape;585;p42"/>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42"/>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87" name="Google Shape;587;p4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88" name="Google Shape;588;p4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89" name="Google Shape;589;p42"/>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90" name="Google Shape;590;p42"/>
          <p:cNvSpPr/>
          <p:nvPr>
            <p:ph idx="3" type="pic"/>
          </p:nvPr>
        </p:nvSpPr>
        <p:spPr>
          <a:xfrm>
            <a:off x="324000" y="1893950"/>
            <a:ext cx="2555400" cy="1939500"/>
          </a:xfrm>
          <a:prstGeom prst="rect">
            <a:avLst/>
          </a:prstGeom>
          <a:noFill/>
          <a:ln>
            <a:noFill/>
          </a:ln>
        </p:spPr>
      </p:sp>
      <p:sp>
        <p:nvSpPr>
          <p:cNvPr id="591" name="Google Shape;591;p42"/>
          <p:cNvSpPr/>
          <p:nvPr>
            <p:ph idx="4" type="pic"/>
          </p:nvPr>
        </p:nvSpPr>
        <p:spPr>
          <a:xfrm>
            <a:off x="6256800" y="1893950"/>
            <a:ext cx="2555400" cy="1939500"/>
          </a:xfrm>
          <a:prstGeom prst="rect">
            <a:avLst/>
          </a:prstGeom>
          <a:noFill/>
          <a:ln>
            <a:noFill/>
          </a:ln>
        </p:spPr>
      </p:sp>
      <p:sp>
        <p:nvSpPr>
          <p:cNvPr id="592" name="Google Shape;592;p42"/>
          <p:cNvSpPr/>
          <p:nvPr>
            <p:ph idx="5" type="pic"/>
          </p:nvPr>
        </p:nvSpPr>
        <p:spPr>
          <a:xfrm>
            <a:off x="3294300" y="1893950"/>
            <a:ext cx="2555400" cy="1939500"/>
          </a:xfrm>
          <a:prstGeom prst="rect">
            <a:avLst/>
          </a:prstGeom>
          <a:noFill/>
          <a:ln>
            <a:noFill/>
          </a:ln>
        </p:spPr>
      </p:sp>
      <p:grpSp>
        <p:nvGrpSpPr>
          <p:cNvPr id="593" name="Google Shape;593;p42"/>
          <p:cNvGrpSpPr/>
          <p:nvPr/>
        </p:nvGrpSpPr>
        <p:grpSpPr>
          <a:xfrm>
            <a:off x="1381028" y="4148538"/>
            <a:ext cx="457200" cy="457200"/>
            <a:chOff x="1020916" y="1442088"/>
            <a:chExt cx="457200" cy="457200"/>
          </a:xfrm>
        </p:grpSpPr>
        <p:pic>
          <p:nvPicPr>
            <p:cNvPr id="594" name="Google Shape;594;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95" name="Google Shape;595;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96" name="Google Shape;596;p42"/>
          <p:cNvGrpSpPr/>
          <p:nvPr/>
        </p:nvGrpSpPr>
        <p:grpSpPr>
          <a:xfrm>
            <a:off x="4331066" y="4148550"/>
            <a:ext cx="457200" cy="457200"/>
            <a:chOff x="1020916" y="1442088"/>
            <a:chExt cx="457200" cy="457200"/>
          </a:xfrm>
        </p:grpSpPr>
        <p:pic>
          <p:nvPicPr>
            <p:cNvPr id="597" name="Google Shape;597;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98" name="Google Shape;598;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99" name="Google Shape;599;p42"/>
          <p:cNvGrpSpPr/>
          <p:nvPr/>
        </p:nvGrpSpPr>
        <p:grpSpPr>
          <a:xfrm>
            <a:off x="7305791" y="4148538"/>
            <a:ext cx="457200" cy="457200"/>
            <a:chOff x="1020916" y="1442088"/>
            <a:chExt cx="457200" cy="457200"/>
          </a:xfrm>
        </p:grpSpPr>
        <p:pic>
          <p:nvPicPr>
            <p:cNvPr id="600" name="Google Shape;600;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01" name="Google Shape;601;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5 CfU 3 image options - pink">
  <p:cSld name="TITLE_AND_TWO_COLUMNS_1_1_7_1_1_1_1_1">
    <p:bg>
      <p:bgPr>
        <a:solidFill>
          <a:srgbClr val="FAEAF6"/>
        </a:solidFill>
      </p:bgPr>
    </p:bg>
    <p:spTree>
      <p:nvGrpSpPr>
        <p:cNvPr id="602" name="Shape 602"/>
        <p:cNvGrpSpPr/>
        <p:nvPr/>
      </p:nvGrpSpPr>
      <p:grpSpPr>
        <a:xfrm>
          <a:off x="0" y="0"/>
          <a:ext cx="0" cy="0"/>
          <a:chOff x="0" y="0"/>
          <a:chExt cx="0" cy="0"/>
        </a:xfrm>
      </p:grpSpPr>
      <p:pic>
        <p:nvPicPr>
          <p:cNvPr id="603" name="Google Shape;603;p4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04" name="Google Shape;604;p43"/>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43"/>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606" name="Google Shape;606;p4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07" name="Google Shape;607;p4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08" name="Google Shape;608;p43"/>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09" name="Google Shape;609;p43"/>
          <p:cNvSpPr/>
          <p:nvPr>
            <p:ph idx="3" type="pic"/>
          </p:nvPr>
        </p:nvSpPr>
        <p:spPr>
          <a:xfrm>
            <a:off x="324000" y="1893950"/>
            <a:ext cx="2555400" cy="1939500"/>
          </a:xfrm>
          <a:prstGeom prst="rect">
            <a:avLst/>
          </a:prstGeom>
          <a:noFill/>
          <a:ln>
            <a:noFill/>
          </a:ln>
        </p:spPr>
      </p:sp>
      <p:sp>
        <p:nvSpPr>
          <p:cNvPr id="610" name="Google Shape;610;p43"/>
          <p:cNvSpPr/>
          <p:nvPr>
            <p:ph idx="4" type="pic"/>
          </p:nvPr>
        </p:nvSpPr>
        <p:spPr>
          <a:xfrm>
            <a:off x="6256800" y="1893950"/>
            <a:ext cx="2555400" cy="1939500"/>
          </a:xfrm>
          <a:prstGeom prst="rect">
            <a:avLst/>
          </a:prstGeom>
          <a:noFill/>
          <a:ln>
            <a:noFill/>
          </a:ln>
        </p:spPr>
      </p:sp>
      <p:sp>
        <p:nvSpPr>
          <p:cNvPr id="611" name="Google Shape;611;p43"/>
          <p:cNvSpPr/>
          <p:nvPr>
            <p:ph idx="5" type="pic"/>
          </p:nvPr>
        </p:nvSpPr>
        <p:spPr>
          <a:xfrm>
            <a:off x="3294300" y="1893950"/>
            <a:ext cx="2555400" cy="1939500"/>
          </a:xfrm>
          <a:prstGeom prst="rect">
            <a:avLst/>
          </a:prstGeom>
          <a:noFill/>
          <a:ln>
            <a:noFill/>
          </a:ln>
        </p:spPr>
      </p:sp>
      <p:grpSp>
        <p:nvGrpSpPr>
          <p:cNvPr id="612" name="Google Shape;612;p43"/>
          <p:cNvGrpSpPr/>
          <p:nvPr/>
        </p:nvGrpSpPr>
        <p:grpSpPr>
          <a:xfrm>
            <a:off x="1381028" y="4148538"/>
            <a:ext cx="457200" cy="457200"/>
            <a:chOff x="1020916" y="1442088"/>
            <a:chExt cx="457200" cy="457200"/>
          </a:xfrm>
        </p:grpSpPr>
        <p:pic>
          <p:nvPicPr>
            <p:cNvPr id="613" name="Google Shape;613;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14" name="Google Shape;614;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615" name="Google Shape;615;p43"/>
          <p:cNvGrpSpPr/>
          <p:nvPr/>
        </p:nvGrpSpPr>
        <p:grpSpPr>
          <a:xfrm>
            <a:off x="4331066" y="4148550"/>
            <a:ext cx="457200" cy="457200"/>
            <a:chOff x="1020916" y="1442088"/>
            <a:chExt cx="457200" cy="457200"/>
          </a:xfrm>
        </p:grpSpPr>
        <p:pic>
          <p:nvPicPr>
            <p:cNvPr id="616" name="Google Shape;616;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17" name="Google Shape;617;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18" name="Google Shape;618;p43"/>
          <p:cNvGrpSpPr/>
          <p:nvPr/>
        </p:nvGrpSpPr>
        <p:grpSpPr>
          <a:xfrm>
            <a:off x="7305791" y="4148538"/>
            <a:ext cx="457200" cy="457200"/>
            <a:chOff x="1020916" y="1442088"/>
            <a:chExt cx="457200" cy="457200"/>
          </a:xfrm>
        </p:grpSpPr>
        <p:pic>
          <p:nvPicPr>
            <p:cNvPr id="619" name="Google Shape;619;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20" name="Google Shape;620;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6 CfU blank - purple ">
  <p:cSld name="TITLE_AND_TWO_COLUMNS_1_1_6_2">
    <p:bg>
      <p:bgPr>
        <a:solidFill>
          <a:srgbClr val="F3EEFB"/>
        </a:solidFill>
      </p:bgPr>
    </p:bg>
    <p:spTree>
      <p:nvGrpSpPr>
        <p:cNvPr id="621" name="Shape 621"/>
        <p:cNvGrpSpPr/>
        <p:nvPr/>
      </p:nvGrpSpPr>
      <p:grpSpPr>
        <a:xfrm>
          <a:off x="0" y="0"/>
          <a:ext cx="0" cy="0"/>
          <a:chOff x="0" y="0"/>
          <a:chExt cx="0" cy="0"/>
        </a:xfrm>
      </p:grpSpPr>
      <p:pic>
        <p:nvPicPr>
          <p:cNvPr id="622" name="Google Shape;622;p44"/>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23" name="Google Shape;623;p44"/>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4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25" name="Google Shape;625;p4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26" name="Google Shape;626;p4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27" name="Google Shape;627;p44"/>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6 CfU blank - jade ">
  <p:cSld name="TITLE_AND_TWO_COLUMNS_1_1_6_2_3_1">
    <p:bg>
      <p:bgPr>
        <a:solidFill>
          <a:srgbClr val="E6F2F2"/>
        </a:solidFill>
      </p:bgPr>
    </p:bg>
    <p:spTree>
      <p:nvGrpSpPr>
        <p:cNvPr id="628" name="Shape 628"/>
        <p:cNvGrpSpPr/>
        <p:nvPr/>
      </p:nvGrpSpPr>
      <p:grpSpPr>
        <a:xfrm>
          <a:off x="0" y="0"/>
          <a:ext cx="0" cy="0"/>
          <a:chOff x="0" y="0"/>
          <a:chExt cx="0" cy="0"/>
        </a:xfrm>
      </p:grpSpPr>
      <p:pic>
        <p:nvPicPr>
          <p:cNvPr id="629" name="Google Shape;629;p4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30" name="Google Shape;630;p45"/>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4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32" name="Google Shape;632;p4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33" name="Google Shape;633;p4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634" name="Google Shape;634;p45"/>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6 CfU blank - blue ">
  <p:cSld name="TITLE_AND_TWO_COLUMNS_1_1_6_3">
    <p:bg>
      <p:bgPr>
        <a:solidFill>
          <a:srgbClr val="EBEDFE"/>
        </a:solidFill>
      </p:bgPr>
    </p:bg>
    <p:spTree>
      <p:nvGrpSpPr>
        <p:cNvPr id="635" name="Shape 635"/>
        <p:cNvGrpSpPr/>
        <p:nvPr/>
      </p:nvGrpSpPr>
      <p:grpSpPr>
        <a:xfrm>
          <a:off x="0" y="0"/>
          <a:ext cx="0" cy="0"/>
          <a:chOff x="0" y="0"/>
          <a:chExt cx="0" cy="0"/>
        </a:xfrm>
      </p:grpSpPr>
      <p:pic>
        <p:nvPicPr>
          <p:cNvPr id="636" name="Google Shape;636;p4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37" name="Google Shape;637;p46"/>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46"/>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39" name="Google Shape;639;p4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40" name="Google Shape;640;p4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41" name="Google Shape;641;p46"/>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6 CfU blank - pink ">
  <p:cSld name="TITLE_AND_TWO_COLUMNS_1_1_6_2_3_1_1">
    <p:bg>
      <p:bgPr>
        <a:solidFill>
          <a:srgbClr val="FAEAF6"/>
        </a:solidFill>
      </p:bgPr>
    </p:bg>
    <p:spTree>
      <p:nvGrpSpPr>
        <p:cNvPr id="642" name="Shape 642"/>
        <p:cNvGrpSpPr/>
        <p:nvPr/>
      </p:nvGrpSpPr>
      <p:grpSpPr>
        <a:xfrm>
          <a:off x="0" y="0"/>
          <a:ext cx="0" cy="0"/>
          <a:chOff x="0" y="0"/>
          <a:chExt cx="0" cy="0"/>
        </a:xfrm>
      </p:grpSpPr>
      <p:pic>
        <p:nvPicPr>
          <p:cNvPr id="643" name="Google Shape;643;p4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44" name="Google Shape;644;p47"/>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47"/>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46" name="Google Shape;646;p4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47" name="Google Shape;647;p4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48" name="Google Shape;648;p4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7 Practice - purple ">
  <p:cSld name="TITLE_AND_TWO_COLUMNS_1_1_5_1_3_1_1">
    <p:spTree>
      <p:nvGrpSpPr>
        <p:cNvPr id="649" name="Shape 649"/>
        <p:cNvGrpSpPr/>
        <p:nvPr/>
      </p:nvGrpSpPr>
      <p:grpSpPr>
        <a:xfrm>
          <a:off x="0" y="0"/>
          <a:ext cx="0" cy="0"/>
          <a:chOff x="0" y="0"/>
          <a:chExt cx="0" cy="0"/>
        </a:xfrm>
      </p:grpSpPr>
      <p:pic>
        <p:nvPicPr>
          <p:cNvPr id="650" name="Google Shape;650;p48"/>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51" name="Google Shape;651;p48"/>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48"/>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53" name="Google Shape;653;p48"/>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54" name="Google Shape;654;p4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sp>
        <p:nvSpPr>
          <p:cNvPr id="655" name="Google Shape;655;p48"/>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56" name="Google Shape;656;p48"/>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A</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7 Practice - jade">
  <p:cSld name="TITLE_AND_TWO_COLUMNS_1_1_5_1_3_1_1_1_1">
    <p:spTree>
      <p:nvGrpSpPr>
        <p:cNvPr id="657" name="Shape 657"/>
        <p:cNvGrpSpPr/>
        <p:nvPr/>
      </p:nvGrpSpPr>
      <p:grpSpPr>
        <a:xfrm>
          <a:off x="0" y="0"/>
          <a:ext cx="0" cy="0"/>
          <a:chOff x="0" y="0"/>
          <a:chExt cx="0" cy="0"/>
        </a:xfrm>
      </p:grpSpPr>
      <p:pic>
        <p:nvPicPr>
          <p:cNvPr id="658" name="Google Shape;658;p4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59" name="Google Shape;659;p49"/>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49"/>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61" name="Google Shape;661;p4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Practice</a:t>
            </a:r>
            <a:endParaRPr b="1" sz="900">
              <a:solidFill>
                <a:srgbClr val="E6F2F2"/>
              </a:solidFill>
              <a:latin typeface="Lexend"/>
              <a:ea typeface="Lexend"/>
              <a:cs typeface="Lexend"/>
              <a:sym typeface="Lexend"/>
            </a:endParaRPr>
          </a:p>
        </p:txBody>
      </p:sp>
      <p:pic>
        <p:nvPicPr>
          <p:cNvPr id="662" name="Google Shape;662;p49"/>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63" name="Google Shape;663;p49"/>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64" name="Google Shape;664;p49"/>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B</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7 Practice - blue ">
  <p:cSld name="TITLE_AND_TWO_COLUMNS_1_1_5_1_3_1_2">
    <p:spTree>
      <p:nvGrpSpPr>
        <p:cNvPr id="665" name="Shape 665"/>
        <p:cNvGrpSpPr/>
        <p:nvPr/>
      </p:nvGrpSpPr>
      <p:grpSpPr>
        <a:xfrm>
          <a:off x="0" y="0"/>
          <a:ext cx="0" cy="0"/>
          <a:chOff x="0" y="0"/>
          <a:chExt cx="0" cy="0"/>
        </a:xfrm>
      </p:grpSpPr>
      <p:pic>
        <p:nvPicPr>
          <p:cNvPr id="666" name="Google Shape;666;p5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67" name="Google Shape;667;p50"/>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50"/>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69" name="Google Shape;669;p5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pic>
        <p:nvPicPr>
          <p:cNvPr id="670" name="Google Shape;670;p50"/>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71" name="Google Shape;671;p50"/>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72" name="Google Shape;672;p50"/>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C</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7 Practice - pink">
  <p:cSld name="TITLE_AND_TWO_COLUMNS_1_1_5_1_3_1_1_1_1_1">
    <p:spTree>
      <p:nvGrpSpPr>
        <p:cNvPr id="673" name="Shape 673"/>
        <p:cNvGrpSpPr/>
        <p:nvPr/>
      </p:nvGrpSpPr>
      <p:grpSpPr>
        <a:xfrm>
          <a:off x="0" y="0"/>
          <a:ext cx="0" cy="0"/>
          <a:chOff x="0" y="0"/>
          <a:chExt cx="0" cy="0"/>
        </a:xfrm>
      </p:grpSpPr>
      <p:pic>
        <p:nvPicPr>
          <p:cNvPr id="674" name="Google Shape;674;p5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75" name="Google Shape;675;p51"/>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5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77" name="Google Shape;677;p5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Practice</a:t>
            </a:r>
            <a:endParaRPr b="1" sz="900">
              <a:solidFill>
                <a:srgbClr val="FAEAF6"/>
              </a:solidFill>
              <a:latin typeface="Lexend"/>
              <a:ea typeface="Lexend"/>
              <a:cs typeface="Lexend"/>
              <a:sym typeface="Lexend"/>
            </a:endParaRPr>
          </a:p>
        </p:txBody>
      </p:sp>
      <p:pic>
        <p:nvPicPr>
          <p:cNvPr id="678" name="Google Shape;678;p51"/>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79" name="Google Shape;679;p51"/>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80" name="Google Shape;680;p51"/>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D</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8 Feedback - purple">
  <p:cSld name="TITLE_AND_TWO_COLUMNS_1_1_5_1_3_1_1_1">
    <p:bg>
      <p:bgPr>
        <a:solidFill>
          <a:srgbClr val="F3EEFB"/>
        </a:solidFill>
      </p:bgPr>
    </p:bg>
    <p:spTree>
      <p:nvGrpSpPr>
        <p:cNvPr id="681" name="Shape 681"/>
        <p:cNvGrpSpPr/>
        <p:nvPr/>
      </p:nvGrpSpPr>
      <p:grpSpPr>
        <a:xfrm>
          <a:off x="0" y="0"/>
          <a:ext cx="0" cy="0"/>
          <a:chOff x="0" y="0"/>
          <a:chExt cx="0" cy="0"/>
        </a:xfrm>
      </p:grpSpPr>
      <p:pic>
        <p:nvPicPr>
          <p:cNvPr id="682" name="Google Shape;682;p52"/>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83" name="Google Shape;683;p52"/>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5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85" name="Google Shape;685;p5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86" name="Google Shape;686;p5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Feedback</a:t>
            </a:r>
            <a:endParaRPr b="1" sz="900">
              <a:solidFill>
                <a:srgbClr val="F3EEFB"/>
              </a:solidFill>
              <a:latin typeface="Lexend"/>
              <a:ea typeface="Lexend"/>
              <a:cs typeface="Lexend"/>
              <a:sym typeface="Lexend"/>
            </a:endParaRPr>
          </a:p>
        </p:txBody>
      </p:sp>
      <p:sp>
        <p:nvSpPr>
          <p:cNvPr id="687" name="Google Shape;687;p52"/>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88" name="Google Shape;688;p52"/>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A</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8 Feedback - jade">
  <p:cSld name="TITLE_AND_TWO_COLUMNS_1_1_5_1_3_1_1_1_1_2">
    <p:bg>
      <p:bgPr>
        <a:solidFill>
          <a:srgbClr val="E6F2F2"/>
        </a:solidFill>
      </p:bgPr>
    </p:bg>
    <p:spTree>
      <p:nvGrpSpPr>
        <p:cNvPr id="689" name="Shape 689"/>
        <p:cNvGrpSpPr/>
        <p:nvPr/>
      </p:nvGrpSpPr>
      <p:grpSpPr>
        <a:xfrm>
          <a:off x="0" y="0"/>
          <a:ext cx="0" cy="0"/>
          <a:chOff x="0" y="0"/>
          <a:chExt cx="0" cy="0"/>
        </a:xfrm>
      </p:grpSpPr>
      <p:pic>
        <p:nvPicPr>
          <p:cNvPr id="690" name="Google Shape;690;p5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91" name="Google Shape;691;p53"/>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5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93" name="Google Shape;693;p5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694" name="Google Shape;694;p5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95" name="Google Shape;695;p53"/>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96" name="Google Shape;696;p53"/>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B</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8 Feedback - blue">
  <p:cSld name="TITLE_AND_TWO_COLUMNS_1_1_5_1_3_1_2_1">
    <p:bg>
      <p:bgPr>
        <a:solidFill>
          <a:srgbClr val="EBEDFE"/>
        </a:solidFill>
      </p:bgPr>
    </p:bg>
    <p:spTree>
      <p:nvGrpSpPr>
        <p:cNvPr id="697" name="Shape 697"/>
        <p:cNvGrpSpPr/>
        <p:nvPr/>
      </p:nvGrpSpPr>
      <p:grpSpPr>
        <a:xfrm>
          <a:off x="0" y="0"/>
          <a:ext cx="0" cy="0"/>
          <a:chOff x="0" y="0"/>
          <a:chExt cx="0" cy="0"/>
        </a:xfrm>
      </p:grpSpPr>
      <p:pic>
        <p:nvPicPr>
          <p:cNvPr id="698" name="Google Shape;698;p5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99" name="Google Shape;699;p54"/>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5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01" name="Google Shape;701;p5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702" name="Google Shape;702;p5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03" name="Google Shape;703;p54"/>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704" name="Google Shape;704;p54"/>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C</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8 Feedback - pink">
  <p:cSld name="TITLE_AND_TWO_COLUMNS_1_1_5_1_3_1_1_1_1_1_1">
    <p:bg>
      <p:bgPr>
        <a:solidFill>
          <a:srgbClr val="FAEAF6"/>
        </a:solidFill>
      </p:bgPr>
    </p:bg>
    <p:spTree>
      <p:nvGrpSpPr>
        <p:cNvPr id="705" name="Shape 705"/>
        <p:cNvGrpSpPr/>
        <p:nvPr/>
      </p:nvGrpSpPr>
      <p:grpSpPr>
        <a:xfrm>
          <a:off x="0" y="0"/>
          <a:ext cx="0" cy="0"/>
          <a:chOff x="0" y="0"/>
          <a:chExt cx="0" cy="0"/>
        </a:xfrm>
      </p:grpSpPr>
      <p:pic>
        <p:nvPicPr>
          <p:cNvPr id="706" name="Google Shape;706;p5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07" name="Google Shape;707;p55"/>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5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09" name="Google Shape;709;p5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Feedback</a:t>
            </a:r>
            <a:endParaRPr b="1" sz="900">
              <a:solidFill>
                <a:srgbClr val="FAEAF6"/>
              </a:solidFill>
              <a:latin typeface="Lexend"/>
              <a:ea typeface="Lexend"/>
              <a:cs typeface="Lexend"/>
              <a:sym typeface="Lexend"/>
            </a:endParaRPr>
          </a:p>
        </p:txBody>
      </p:sp>
      <p:pic>
        <p:nvPicPr>
          <p:cNvPr id="710" name="Google Shape;710;p5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11" name="Google Shape;711;p55"/>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chemeClr val="lt1"/>
                </a:solidFill>
                <a:latin typeface="Lexend"/>
                <a:ea typeface="Lexend"/>
                <a:cs typeface="Lexend"/>
                <a:sym typeface="Lexend"/>
              </a:rPr>
              <a:t>Task D</a:t>
            </a:r>
            <a:endParaRPr b="1" sz="2000">
              <a:solidFill>
                <a:schemeClr val="lt1"/>
              </a:solidFill>
              <a:latin typeface="Lexend"/>
              <a:ea typeface="Lexend"/>
              <a:cs typeface="Lexend"/>
              <a:sym typeface="Lexend"/>
            </a:endParaRPr>
          </a:p>
        </p:txBody>
      </p:sp>
      <p:sp>
        <p:nvSpPr>
          <p:cNvPr id="712" name="Google Shape;712;p55"/>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1">
  <p:cSld name="TITLE_AND_TWO_COLUMNS_1_1_5_1_2_1_1">
    <p:spTree>
      <p:nvGrpSpPr>
        <p:cNvPr id="713" name="Shape 713"/>
        <p:cNvGrpSpPr/>
        <p:nvPr/>
      </p:nvGrpSpPr>
      <p:grpSpPr>
        <a:xfrm>
          <a:off x="0" y="0"/>
          <a:ext cx="0" cy="0"/>
          <a:chOff x="0" y="0"/>
          <a:chExt cx="0" cy="0"/>
        </a:xfrm>
      </p:grpSpPr>
      <p:sp>
        <p:nvSpPr>
          <p:cNvPr id="714" name="Google Shape;714;p56"/>
          <p:cNvSpPr/>
          <p:nvPr/>
        </p:nvSpPr>
        <p:spPr>
          <a:xfrm>
            <a:off x="0" y="0"/>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15" name="Google Shape;715;p56"/>
          <p:cNvPicPr preferRelativeResize="0"/>
          <p:nvPr/>
        </p:nvPicPr>
        <p:blipFill rotWithShape="1">
          <a:blip r:embed="rId2">
            <a:alphaModFix/>
          </a:blip>
          <a:srcRect b="1709" l="0" r="0" t="1699"/>
          <a:stretch/>
        </p:blipFill>
        <p:spPr>
          <a:xfrm>
            <a:off x="0" y="535825"/>
            <a:ext cx="9151202" cy="116709"/>
          </a:xfrm>
          <a:prstGeom prst="rect">
            <a:avLst/>
          </a:prstGeom>
          <a:noFill/>
          <a:ln>
            <a:noFill/>
          </a:ln>
        </p:spPr>
      </p:pic>
      <p:sp>
        <p:nvSpPr>
          <p:cNvPr id="716" name="Google Shape;716;p56"/>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17" name="Google Shape;717;p56"/>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718" name="Google Shape;718;p56"/>
          <p:cNvSpPr txBox="1"/>
          <p:nvPr>
            <p:ph type="title"/>
          </p:nvPr>
        </p:nvSpPr>
        <p:spPr>
          <a:xfrm>
            <a:off x="1684800" y="43825"/>
            <a:ext cx="57414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SzPts val="2000"/>
              <a:buFont typeface="Lexend"/>
              <a:buNone/>
              <a:defRPr b="0" sz="2000">
                <a:latin typeface="Lexend"/>
                <a:ea typeface="Lexend"/>
                <a:cs typeface="Lexend"/>
                <a:sym typeface="Lexend"/>
              </a:defRPr>
            </a:lvl1pPr>
            <a:lvl2pPr lvl="1" rtl="0">
              <a:lnSpc>
                <a:spcPct val="100000"/>
              </a:lnSpc>
              <a:spcBef>
                <a:spcPts val="0"/>
              </a:spcBef>
              <a:spcAft>
                <a:spcPts val="0"/>
              </a:spcAft>
              <a:buSzPts val="2000"/>
              <a:buNone/>
              <a:defRPr sz="2000"/>
            </a:lvl2pPr>
            <a:lvl3pPr lvl="2" rtl="0">
              <a:lnSpc>
                <a:spcPct val="100000"/>
              </a:lnSpc>
              <a:spcBef>
                <a:spcPts val="0"/>
              </a:spcBef>
              <a:spcAft>
                <a:spcPts val="0"/>
              </a:spcAft>
              <a:buSzPts val="2000"/>
              <a:buNone/>
              <a:defRPr sz="2000"/>
            </a:lvl3pPr>
            <a:lvl4pPr lvl="3" rtl="0">
              <a:lnSpc>
                <a:spcPct val="100000"/>
              </a:lnSpc>
              <a:spcBef>
                <a:spcPts val="0"/>
              </a:spcBef>
              <a:spcAft>
                <a:spcPts val="0"/>
              </a:spcAft>
              <a:buSzPts val="2000"/>
              <a:buNone/>
              <a:defRPr sz="2000"/>
            </a:lvl4pPr>
            <a:lvl5pPr lvl="4" rtl="0">
              <a:lnSpc>
                <a:spcPct val="100000"/>
              </a:lnSpc>
              <a:spcBef>
                <a:spcPts val="0"/>
              </a:spcBef>
              <a:spcAft>
                <a:spcPts val="0"/>
              </a:spcAft>
              <a:buSzPts val="2000"/>
              <a:buNone/>
              <a:defRPr sz="2000"/>
            </a:lvl5pPr>
            <a:lvl6pPr lvl="5" rtl="0">
              <a:lnSpc>
                <a:spcPct val="100000"/>
              </a:lnSpc>
              <a:spcBef>
                <a:spcPts val="0"/>
              </a:spcBef>
              <a:spcAft>
                <a:spcPts val="0"/>
              </a:spcAft>
              <a:buSzPts val="2000"/>
              <a:buNone/>
              <a:defRPr sz="2000"/>
            </a:lvl6pPr>
            <a:lvl7pPr lvl="6" rtl="0">
              <a:lnSpc>
                <a:spcPct val="100000"/>
              </a:lnSpc>
              <a:spcBef>
                <a:spcPts val="0"/>
              </a:spcBef>
              <a:spcAft>
                <a:spcPts val="0"/>
              </a:spcAft>
              <a:buSzPts val="2000"/>
              <a:buNone/>
              <a:defRPr sz="2000"/>
            </a:lvl7pPr>
            <a:lvl8pPr lvl="7" rtl="0">
              <a:lnSpc>
                <a:spcPct val="100000"/>
              </a:lnSpc>
              <a:spcBef>
                <a:spcPts val="0"/>
              </a:spcBef>
              <a:spcAft>
                <a:spcPts val="0"/>
              </a:spcAft>
              <a:buSzPts val="2000"/>
              <a:buNone/>
              <a:defRPr sz="2000"/>
            </a:lvl8pPr>
            <a:lvl9pPr lvl="8" rtl="0">
              <a:lnSpc>
                <a:spcPct val="100000"/>
              </a:lnSpc>
              <a:spcBef>
                <a:spcPts val="0"/>
              </a:spcBef>
              <a:spcAft>
                <a:spcPts val="0"/>
              </a:spcAft>
              <a:buSzPts val="2000"/>
              <a:buNone/>
              <a:defRPr sz="2000"/>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2">
  <p:cSld name="TITLE_AND_TWO_COLUMNS_1_1_5_1_2">
    <p:spTree>
      <p:nvGrpSpPr>
        <p:cNvPr id="719" name="Shape 719"/>
        <p:cNvGrpSpPr/>
        <p:nvPr/>
      </p:nvGrpSpPr>
      <p:grpSpPr>
        <a:xfrm>
          <a:off x="0" y="0"/>
          <a:ext cx="0" cy="0"/>
          <a:chOff x="0" y="0"/>
          <a:chExt cx="0" cy="0"/>
        </a:xfrm>
      </p:grpSpPr>
      <p:sp>
        <p:nvSpPr>
          <p:cNvPr id="720" name="Google Shape;720;p57"/>
          <p:cNvSpPr/>
          <p:nvPr/>
        </p:nvSpPr>
        <p:spPr>
          <a:xfrm>
            <a:off x="0" y="0"/>
            <a:ext cx="9144300" cy="773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21" name="Google Shape;721;p57"/>
          <p:cNvPicPr preferRelativeResize="0"/>
          <p:nvPr/>
        </p:nvPicPr>
        <p:blipFill rotWithShape="1">
          <a:blip r:embed="rId2">
            <a:alphaModFix/>
          </a:blip>
          <a:srcRect b="1709" l="0" r="0" t="1699"/>
          <a:stretch/>
        </p:blipFill>
        <p:spPr>
          <a:xfrm>
            <a:off x="0" y="769550"/>
            <a:ext cx="9151202" cy="116709"/>
          </a:xfrm>
          <a:prstGeom prst="rect">
            <a:avLst/>
          </a:prstGeom>
          <a:noFill/>
          <a:ln>
            <a:noFill/>
          </a:ln>
        </p:spPr>
      </p:pic>
      <p:sp>
        <p:nvSpPr>
          <p:cNvPr id="722" name="Google Shape;722;p57"/>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23" name="Google Shape;723;p57"/>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724" name="Google Shape;724;p57"/>
          <p:cNvSpPr txBox="1"/>
          <p:nvPr>
            <p:ph type="title"/>
          </p:nvPr>
        </p:nvSpPr>
        <p:spPr>
          <a:xfrm>
            <a:off x="1684800" y="43825"/>
            <a:ext cx="57414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SzPts val="2000"/>
              <a:buFont typeface="Lexend"/>
              <a:buNone/>
              <a:defRPr b="0" sz="2000">
                <a:latin typeface="Lexend"/>
                <a:ea typeface="Lexend"/>
                <a:cs typeface="Lexend"/>
                <a:sym typeface="Lexend"/>
              </a:defRPr>
            </a:lvl1pPr>
            <a:lvl2pPr lvl="1" rtl="0">
              <a:lnSpc>
                <a:spcPct val="100000"/>
              </a:lnSpc>
              <a:spcBef>
                <a:spcPts val="0"/>
              </a:spcBef>
              <a:spcAft>
                <a:spcPts val="0"/>
              </a:spcAft>
              <a:buSzPts val="2000"/>
              <a:buNone/>
              <a:defRPr sz="2000"/>
            </a:lvl2pPr>
            <a:lvl3pPr lvl="2" rtl="0">
              <a:lnSpc>
                <a:spcPct val="100000"/>
              </a:lnSpc>
              <a:spcBef>
                <a:spcPts val="0"/>
              </a:spcBef>
              <a:spcAft>
                <a:spcPts val="0"/>
              </a:spcAft>
              <a:buSzPts val="2000"/>
              <a:buNone/>
              <a:defRPr sz="2000"/>
            </a:lvl3pPr>
            <a:lvl4pPr lvl="3" rtl="0">
              <a:lnSpc>
                <a:spcPct val="100000"/>
              </a:lnSpc>
              <a:spcBef>
                <a:spcPts val="0"/>
              </a:spcBef>
              <a:spcAft>
                <a:spcPts val="0"/>
              </a:spcAft>
              <a:buSzPts val="2000"/>
              <a:buNone/>
              <a:defRPr sz="2000"/>
            </a:lvl4pPr>
            <a:lvl5pPr lvl="4" rtl="0">
              <a:lnSpc>
                <a:spcPct val="100000"/>
              </a:lnSpc>
              <a:spcBef>
                <a:spcPts val="0"/>
              </a:spcBef>
              <a:spcAft>
                <a:spcPts val="0"/>
              </a:spcAft>
              <a:buSzPts val="2000"/>
              <a:buNone/>
              <a:defRPr sz="2000"/>
            </a:lvl5pPr>
            <a:lvl6pPr lvl="5" rtl="0">
              <a:lnSpc>
                <a:spcPct val="100000"/>
              </a:lnSpc>
              <a:spcBef>
                <a:spcPts val="0"/>
              </a:spcBef>
              <a:spcAft>
                <a:spcPts val="0"/>
              </a:spcAft>
              <a:buSzPts val="2000"/>
              <a:buNone/>
              <a:defRPr sz="2000"/>
            </a:lvl6pPr>
            <a:lvl7pPr lvl="6" rtl="0">
              <a:lnSpc>
                <a:spcPct val="100000"/>
              </a:lnSpc>
              <a:spcBef>
                <a:spcPts val="0"/>
              </a:spcBef>
              <a:spcAft>
                <a:spcPts val="0"/>
              </a:spcAft>
              <a:buSzPts val="2000"/>
              <a:buNone/>
              <a:defRPr sz="2000"/>
            </a:lvl7pPr>
            <a:lvl8pPr lvl="7" rtl="0">
              <a:lnSpc>
                <a:spcPct val="100000"/>
              </a:lnSpc>
              <a:spcBef>
                <a:spcPts val="0"/>
              </a:spcBef>
              <a:spcAft>
                <a:spcPts val="0"/>
              </a:spcAft>
              <a:buSzPts val="2000"/>
              <a:buNone/>
              <a:defRPr sz="2000"/>
            </a:lvl8pPr>
            <a:lvl9pPr lvl="8" rtl="0">
              <a:lnSpc>
                <a:spcPct val="100000"/>
              </a:lnSpc>
              <a:spcBef>
                <a:spcPts val="0"/>
              </a:spcBef>
              <a:spcAft>
                <a:spcPts val="0"/>
              </a:spcAft>
              <a:buSzPts val="2000"/>
              <a:buNone/>
              <a:defRPr sz="2000"/>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3 Projectable quiz" showMasterSp="0">
  <p:cSld name="Title Slide 3_1">
    <p:bg>
      <p:bgPr>
        <a:solidFill>
          <a:schemeClr val="lt1"/>
        </a:solidFill>
      </p:bgPr>
    </p:bg>
    <p:spTree>
      <p:nvGrpSpPr>
        <p:cNvPr id="725" name="Shape 725"/>
        <p:cNvGrpSpPr/>
        <p:nvPr/>
      </p:nvGrpSpPr>
      <p:grpSpPr>
        <a:xfrm>
          <a:off x="0" y="0"/>
          <a:ext cx="0" cy="0"/>
          <a:chOff x="0" y="0"/>
          <a:chExt cx="0" cy="0"/>
        </a:xfrm>
      </p:grpSpPr>
      <p:pic>
        <p:nvPicPr>
          <p:cNvPr id="726" name="Google Shape;726;p58"/>
          <p:cNvPicPr preferRelativeResize="0"/>
          <p:nvPr/>
        </p:nvPicPr>
        <p:blipFill>
          <a:blip r:embed="rId2">
            <a:alphaModFix/>
          </a:blip>
          <a:stretch>
            <a:fillRect/>
          </a:stretch>
        </p:blipFill>
        <p:spPr>
          <a:xfrm>
            <a:off x="8524129" y="4430050"/>
            <a:ext cx="234000" cy="318241"/>
          </a:xfrm>
          <a:prstGeom prst="rect">
            <a:avLst/>
          </a:prstGeom>
          <a:noFill/>
          <a:ln>
            <a:noFill/>
          </a:ln>
        </p:spPr>
      </p:pic>
      <p:sp>
        <p:nvSpPr>
          <p:cNvPr id="727" name="Google Shape;727;p58"/>
          <p:cNvSpPr txBox="1"/>
          <p:nvPr/>
        </p:nvSpPr>
        <p:spPr>
          <a:xfrm>
            <a:off x="1977450" y="3132468"/>
            <a:ext cx="51891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600">
                <a:solidFill>
                  <a:schemeClr val="dk1"/>
                </a:solidFill>
                <a:latin typeface="Lexend"/>
                <a:ea typeface="Lexend"/>
                <a:cs typeface="Lexend"/>
                <a:sym typeface="Lexend"/>
              </a:rPr>
              <a:t>Click to open the interactive quiz</a:t>
            </a:r>
            <a:endParaRPr sz="1600">
              <a:solidFill>
                <a:schemeClr val="dk1"/>
              </a:solidFill>
              <a:latin typeface="Lexend"/>
              <a:ea typeface="Lexend"/>
              <a:cs typeface="Lexend"/>
              <a:sym typeface="Lexend"/>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4 Items to copy-paste">
  <p:cSld name="CUSTOM_104_1_2_1_1">
    <p:spTree>
      <p:nvGrpSpPr>
        <p:cNvPr id="728" name="Shape 728"/>
        <p:cNvGrpSpPr/>
        <p:nvPr/>
      </p:nvGrpSpPr>
      <p:grpSpPr>
        <a:xfrm>
          <a:off x="0" y="0"/>
          <a:ext cx="0" cy="0"/>
          <a:chOff x="0" y="0"/>
          <a:chExt cx="0" cy="0"/>
        </a:xfrm>
      </p:grpSpPr>
      <p:sp>
        <p:nvSpPr>
          <p:cNvPr id="729" name="Google Shape;729;p59"/>
          <p:cNvSpPr/>
          <p:nvPr/>
        </p:nvSpPr>
        <p:spPr>
          <a:xfrm>
            <a:off x="3217188" y="4171902"/>
            <a:ext cx="5214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Tick</a:t>
            </a:r>
            <a:endParaRPr i="0" sz="1600" u="none" cap="none" strike="noStrike">
              <a:solidFill>
                <a:schemeClr val="dk1"/>
              </a:solidFill>
              <a:latin typeface="Lexend"/>
              <a:ea typeface="Lexend"/>
              <a:cs typeface="Lexend"/>
              <a:sym typeface="Lexend"/>
            </a:endParaRPr>
          </a:p>
        </p:txBody>
      </p:sp>
      <p:sp>
        <p:nvSpPr>
          <p:cNvPr id="730" name="Google Shape;730;p59"/>
          <p:cNvSpPr/>
          <p:nvPr/>
        </p:nvSpPr>
        <p:spPr>
          <a:xfrm>
            <a:off x="483925" y="193075"/>
            <a:ext cx="6671700" cy="374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chemeClr val="dk1"/>
                </a:solidFill>
                <a:latin typeface="Lexend"/>
                <a:ea typeface="Lexend"/>
                <a:cs typeface="Lexend"/>
                <a:sym typeface="Lexend"/>
              </a:rPr>
              <a:t>Items to copy and paste</a:t>
            </a:r>
            <a:endParaRPr b="0" i="0" sz="2000" u="none" cap="none" strike="noStrike">
              <a:solidFill>
                <a:schemeClr val="dk1"/>
              </a:solidFill>
              <a:latin typeface="Calibri"/>
              <a:ea typeface="Calibri"/>
              <a:cs typeface="Calibri"/>
              <a:sym typeface="Calibri"/>
            </a:endParaRPr>
          </a:p>
        </p:txBody>
      </p:sp>
      <p:sp>
        <p:nvSpPr>
          <p:cNvPr id="731" name="Google Shape;731;p59"/>
          <p:cNvSpPr/>
          <p:nvPr/>
        </p:nvSpPr>
        <p:spPr>
          <a:xfrm>
            <a:off x="7459200" y="352650"/>
            <a:ext cx="1684800" cy="374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i="0" lang="en-GB" sz="1600" u="none" cap="none" strike="noStrike">
                <a:solidFill>
                  <a:schemeClr val="dk1"/>
                </a:solidFill>
                <a:latin typeface="Lexend"/>
                <a:ea typeface="Lexend"/>
                <a:cs typeface="Lexend"/>
                <a:sym typeface="Lexend"/>
              </a:rPr>
              <a:t>Video frame</a:t>
            </a:r>
            <a:endParaRPr i="0" sz="1600" u="none" cap="none" strike="noStrike">
              <a:solidFill>
                <a:schemeClr val="dk1"/>
              </a:solidFill>
              <a:latin typeface="Lexend"/>
              <a:ea typeface="Lexend"/>
              <a:cs typeface="Lexend"/>
              <a:sym typeface="Lexend"/>
            </a:endParaRPr>
          </a:p>
        </p:txBody>
      </p:sp>
      <p:sp>
        <p:nvSpPr>
          <p:cNvPr id="732" name="Google Shape;732;p59"/>
          <p:cNvSpPr/>
          <p:nvPr/>
        </p:nvSpPr>
        <p:spPr>
          <a:xfrm>
            <a:off x="628788" y="4171893"/>
            <a:ext cx="1579200" cy="2634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600">
                <a:solidFill>
                  <a:schemeClr val="dk1"/>
                </a:solidFill>
                <a:latin typeface="Lexend"/>
                <a:ea typeface="Lexend"/>
                <a:cs typeface="Lexend"/>
                <a:sym typeface="Lexend"/>
              </a:rPr>
              <a:t>Agenda dot</a:t>
            </a:r>
            <a:endParaRPr sz="1600">
              <a:solidFill>
                <a:schemeClr val="dk1"/>
              </a:solidFill>
              <a:latin typeface="Lexend"/>
              <a:ea typeface="Lexend"/>
              <a:cs typeface="Lexend"/>
              <a:sym typeface="Lexend"/>
            </a:endParaRPr>
          </a:p>
        </p:txBody>
      </p:sp>
      <p:sp>
        <p:nvSpPr>
          <p:cNvPr id="733" name="Google Shape;733;p59"/>
          <p:cNvSpPr/>
          <p:nvPr/>
        </p:nvSpPr>
        <p:spPr>
          <a:xfrm>
            <a:off x="5891525" y="2313000"/>
            <a:ext cx="1796400" cy="380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CfU option letters</a:t>
            </a:r>
            <a:endParaRPr i="0" sz="1600" u="none" cap="none" strike="noStrike">
              <a:solidFill>
                <a:schemeClr val="dk1"/>
              </a:solidFill>
              <a:latin typeface="Lexend"/>
              <a:ea typeface="Lexend"/>
              <a:cs typeface="Lexend"/>
              <a:sym typeface="Lexend"/>
            </a:endParaRPr>
          </a:p>
        </p:txBody>
      </p:sp>
      <p:sp>
        <p:nvSpPr>
          <p:cNvPr id="734" name="Google Shape;734;p59"/>
          <p:cNvSpPr/>
          <p:nvPr/>
        </p:nvSpPr>
        <p:spPr>
          <a:xfrm>
            <a:off x="933601" y="2371650"/>
            <a:ext cx="11799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audio</a:t>
            </a:r>
            <a:endParaRPr i="0" sz="1600" u="none" cap="none" strike="noStrike">
              <a:solidFill>
                <a:schemeClr val="dk1"/>
              </a:solidFill>
              <a:latin typeface="Lexend"/>
              <a:ea typeface="Lexend"/>
              <a:cs typeface="Lexend"/>
              <a:sym typeface="Lexend"/>
            </a:endParaRPr>
          </a:p>
        </p:txBody>
      </p:sp>
      <p:sp>
        <p:nvSpPr>
          <p:cNvPr id="735" name="Google Shape;735;p59"/>
          <p:cNvSpPr/>
          <p:nvPr/>
        </p:nvSpPr>
        <p:spPr>
          <a:xfrm>
            <a:off x="3444210" y="2377200"/>
            <a:ext cx="1116600" cy="2523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video</a:t>
            </a:r>
            <a:endParaRPr i="0" sz="1600" u="none" cap="none" strike="noStrike">
              <a:solidFill>
                <a:schemeClr val="dk1"/>
              </a:solidFill>
              <a:latin typeface="Lexend"/>
              <a:ea typeface="Lexend"/>
              <a:cs typeface="Lexend"/>
              <a:sym typeface="Lexend"/>
            </a:endParaRPr>
          </a:p>
        </p:txBody>
      </p:sp>
      <p:sp>
        <p:nvSpPr>
          <p:cNvPr id="736" name="Google Shape;736;p59"/>
          <p:cNvSpPr/>
          <p:nvPr/>
        </p:nvSpPr>
        <p:spPr>
          <a:xfrm>
            <a:off x="4747799" y="4171900"/>
            <a:ext cx="6942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Cross</a:t>
            </a:r>
            <a:endParaRPr i="0" sz="1600" u="none" cap="none" strike="noStrike">
              <a:solidFill>
                <a:schemeClr val="dk1"/>
              </a:solidFill>
              <a:latin typeface="Lexend"/>
              <a:ea typeface="Lexend"/>
              <a:cs typeface="Lexend"/>
              <a:sym typeface="Lexend"/>
            </a:endParaRPr>
          </a:p>
        </p:txBody>
      </p:sp>
      <p:sp>
        <p:nvSpPr>
          <p:cNvPr id="737" name="Google Shape;737;p59"/>
          <p:cNvSpPr/>
          <p:nvPr/>
        </p:nvSpPr>
        <p:spPr>
          <a:xfrm>
            <a:off x="6451200" y="4171900"/>
            <a:ext cx="14217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Reading icon</a:t>
            </a:r>
            <a:endParaRPr i="0" sz="1600" u="none" cap="none" strike="noStrike">
              <a:solidFill>
                <a:schemeClr val="dk1"/>
              </a:solidFill>
              <a:latin typeface="Lexend"/>
              <a:ea typeface="Lexend"/>
              <a:cs typeface="Lexend"/>
              <a:sym typeface="Lexen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5 OGL">
  <p:cSld name="CUSTOM_5_1">
    <p:bg>
      <p:bgPr>
        <a:solidFill>
          <a:srgbClr val="BEF2BD"/>
        </a:solidFill>
      </p:bgPr>
    </p:bg>
    <p:spTree>
      <p:nvGrpSpPr>
        <p:cNvPr id="738" name="Shape 738"/>
        <p:cNvGrpSpPr/>
        <p:nvPr/>
      </p:nvGrpSpPr>
      <p:grpSpPr>
        <a:xfrm>
          <a:off x="0" y="0"/>
          <a:ext cx="0" cy="0"/>
          <a:chOff x="0" y="0"/>
          <a:chExt cx="0" cy="0"/>
        </a:xfrm>
      </p:grpSpPr>
      <p:pic>
        <p:nvPicPr>
          <p:cNvPr id="739" name="Google Shape;739;p60"/>
          <p:cNvPicPr preferRelativeResize="0"/>
          <p:nvPr/>
        </p:nvPicPr>
        <p:blipFill>
          <a:blip r:embed="rId2">
            <a:alphaModFix/>
          </a:blip>
          <a:stretch>
            <a:fillRect/>
          </a:stretch>
        </p:blipFill>
        <p:spPr>
          <a:xfrm>
            <a:off x="347200" y="1111870"/>
            <a:ext cx="7945600" cy="2919776"/>
          </a:xfrm>
          <a:prstGeom prst="rect">
            <a:avLst/>
          </a:prstGeom>
          <a:noFill/>
          <a:ln>
            <a:noFill/>
          </a:ln>
        </p:spPr>
      </p:pic>
      <p:sp>
        <p:nvSpPr>
          <p:cNvPr id="740" name="Google Shape;740;p60"/>
          <p:cNvSpPr txBox="1"/>
          <p:nvPr>
            <p:ph idx="1" type="subTitle"/>
          </p:nvPr>
        </p:nvSpPr>
        <p:spPr>
          <a:xfrm>
            <a:off x="661775" y="1190413"/>
            <a:ext cx="7351200" cy="2762700"/>
          </a:xfrm>
          <a:prstGeom prst="rect">
            <a:avLst/>
          </a:prstGeom>
        </p:spPr>
        <p:txBody>
          <a:bodyPr anchorCtr="0" anchor="ctr" bIns="0" lIns="0" spcFirstLastPara="1" rIns="0" wrap="square" tIns="0">
            <a:no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6 Blank">
  <p:cSld name="CUSTOM_6">
    <p:spTree>
      <p:nvGrpSpPr>
        <p:cNvPr id="741" name="Shape 741"/>
        <p:cNvGrpSpPr/>
        <p:nvPr/>
      </p:nvGrpSpPr>
      <p:grpSpPr>
        <a:xfrm>
          <a:off x="0" y="0"/>
          <a:ext cx="0" cy="0"/>
          <a:chOff x="0" y="0"/>
          <a:chExt cx="0" cy="0"/>
        </a:xfrm>
      </p:grpSpPr>
      <p:sp>
        <p:nvSpPr>
          <p:cNvPr id="742" name="Google Shape;742;p61"/>
          <p:cNvSpPr txBox="1"/>
          <p:nvPr>
            <p:ph type="title"/>
          </p:nvPr>
        </p:nvSpPr>
        <p:spPr>
          <a:xfrm>
            <a:off x="459000" y="73800"/>
            <a:ext cx="6600600" cy="814500"/>
          </a:xfrm>
          <a:prstGeom prst="rect">
            <a:avLst/>
          </a:prstGeom>
        </p:spPr>
        <p:txBody>
          <a:bodyPr anchorCtr="0" anchor="t" bIns="0" lIns="0" spcFirstLastPara="1" rIns="0" wrap="square" tIns="0">
            <a:noAutofit/>
          </a:bodyPr>
          <a:lstStyle>
            <a:lvl1pPr lvl="0">
              <a:spcBef>
                <a:spcPts val="0"/>
              </a:spcBef>
              <a:spcAft>
                <a:spcPts val="0"/>
              </a:spcAft>
              <a:buSzPts val="22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3) 1">
  <p:cSld name="CUSTOM_3_1_2">
    <p:spTree>
      <p:nvGrpSpPr>
        <p:cNvPr id="743" name="Shape 743"/>
        <p:cNvGrpSpPr/>
        <p:nvPr/>
      </p:nvGrpSpPr>
      <p:grpSpPr>
        <a:xfrm>
          <a:off x="0" y="0"/>
          <a:ext cx="0" cy="0"/>
          <a:chOff x="0" y="0"/>
          <a:chExt cx="0" cy="0"/>
        </a:xfrm>
      </p:grpSpPr>
      <p:sp>
        <p:nvSpPr>
          <p:cNvPr id="744" name="Google Shape;744;p62"/>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45" name="Google Shape;745;p62"/>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746" name="Google Shape;746;p62"/>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747" name="Google Shape;747;p62"/>
          <p:cNvSpPr txBox="1"/>
          <p:nvPr>
            <p:ph idx="1" type="subTitle"/>
          </p:nvPr>
        </p:nvSpPr>
        <p:spPr>
          <a:xfrm>
            <a:off x="323994" y="99364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748" name="Google Shape;748;p62"/>
          <p:cNvSpPr txBox="1"/>
          <p:nvPr>
            <p:ph idx="2" type="subTitle"/>
          </p:nvPr>
        </p:nvSpPr>
        <p:spPr>
          <a:xfrm>
            <a:off x="323994" y="223873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749" name="Google Shape;749;p62"/>
          <p:cNvSpPr txBox="1"/>
          <p:nvPr>
            <p:ph idx="3" type="subTitle"/>
          </p:nvPr>
        </p:nvSpPr>
        <p:spPr>
          <a:xfrm>
            <a:off x="323994" y="348382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39.xml"/><Relationship Id="rId42" Type="http://schemas.openxmlformats.org/officeDocument/2006/relationships/slideLayout" Target="../slideLayouts/slideLayout41.xml"/><Relationship Id="rId41" Type="http://schemas.openxmlformats.org/officeDocument/2006/relationships/slideLayout" Target="../slideLayouts/slideLayout40.xml"/><Relationship Id="rId44" Type="http://schemas.openxmlformats.org/officeDocument/2006/relationships/slideLayout" Target="../slideLayouts/slideLayout43.xml"/><Relationship Id="rId43" Type="http://schemas.openxmlformats.org/officeDocument/2006/relationships/slideLayout" Target="../slideLayouts/slideLayout42.xml"/><Relationship Id="rId46" Type="http://schemas.openxmlformats.org/officeDocument/2006/relationships/slideLayout" Target="../slideLayouts/slideLayout45.xml"/><Relationship Id="rId45" Type="http://schemas.openxmlformats.org/officeDocument/2006/relationships/slideLayout" Target="../slideLayouts/slideLayout44.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48" Type="http://schemas.openxmlformats.org/officeDocument/2006/relationships/slideLayout" Target="../slideLayouts/slideLayout47.xml"/><Relationship Id="rId47" Type="http://schemas.openxmlformats.org/officeDocument/2006/relationships/slideLayout" Target="../slideLayouts/slideLayout46.xml"/><Relationship Id="rId49" Type="http://schemas.openxmlformats.org/officeDocument/2006/relationships/slideLayout" Target="../slideLayouts/slideLayout4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31" Type="http://schemas.openxmlformats.org/officeDocument/2006/relationships/slideLayout" Target="../slideLayouts/slideLayout30.xml"/><Relationship Id="rId30" Type="http://schemas.openxmlformats.org/officeDocument/2006/relationships/slideLayout" Target="../slideLayouts/slideLayout29.xml"/><Relationship Id="rId33" Type="http://schemas.openxmlformats.org/officeDocument/2006/relationships/slideLayout" Target="../slideLayouts/slideLayout32.xml"/><Relationship Id="rId32" Type="http://schemas.openxmlformats.org/officeDocument/2006/relationships/slideLayout" Target="../slideLayouts/slideLayout31.xml"/><Relationship Id="rId35" Type="http://schemas.openxmlformats.org/officeDocument/2006/relationships/slideLayout" Target="../slideLayouts/slideLayout34.xml"/><Relationship Id="rId34" Type="http://schemas.openxmlformats.org/officeDocument/2006/relationships/slideLayout" Target="../slideLayouts/slideLayout33.xml"/><Relationship Id="rId37" Type="http://schemas.openxmlformats.org/officeDocument/2006/relationships/slideLayout" Target="../slideLayouts/slideLayout36.xml"/><Relationship Id="rId36" Type="http://schemas.openxmlformats.org/officeDocument/2006/relationships/slideLayout" Target="../slideLayouts/slideLayout35.xml"/><Relationship Id="rId39" Type="http://schemas.openxmlformats.org/officeDocument/2006/relationships/slideLayout" Target="../slideLayouts/slideLayout38.xml"/><Relationship Id="rId38" Type="http://schemas.openxmlformats.org/officeDocument/2006/relationships/slideLayout" Target="../slideLayouts/slideLayout37.xml"/><Relationship Id="rId62" Type="http://schemas.openxmlformats.org/officeDocument/2006/relationships/slideLayout" Target="../slideLayouts/slideLayout61.xml"/><Relationship Id="rId61" Type="http://schemas.openxmlformats.org/officeDocument/2006/relationships/slideLayout" Target="../slideLayouts/slideLayout60.xml"/><Relationship Id="rId20" Type="http://schemas.openxmlformats.org/officeDocument/2006/relationships/slideLayout" Target="../slideLayouts/slideLayout19.xml"/><Relationship Id="rId63" Type="http://schemas.openxmlformats.org/officeDocument/2006/relationships/theme" Target="../theme/theme2.xml"/><Relationship Id="rId22" Type="http://schemas.openxmlformats.org/officeDocument/2006/relationships/slideLayout" Target="../slideLayouts/slideLayout21.xml"/><Relationship Id="rId21" Type="http://schemas.openxmlformats.org/officeDocument/2006/relationships/slideLayout" Target="../slideLayouts/slideLayout20.xml"/><Relationship Id="rId24" Type="http://schemas.openxmlformats.org/officeDocument/2006/relationships/slideLayout" Target="../slideLayouts/slideLayout23.xml"/><Relationship Id="rId23" Type="http://schemas.openxmlformats.org/officeDocument/2006/relationships/slideLayout" Target="../slideLayouts/slideLayout22.xml"/><Relationship Id="rId60" Type="http://schemas.openxmlformats.org/officeDocument/2006/relationships/slideLayout" Target="../slideLayouts/slideLayout59.xml"/><Relationship Id="rId26" Type="http://schemas.openxmlformats.org/officeDocument/2006/relationships/slideLayout" Target="../slideLayouts/slideLayout25.xml"/><Relationship Id="rId25" Type="http://schemas.openxmlformats.org/officeDocument/2006/relationships/slideLayout" Target="../slideLayouts/slideLayout24.xml"/><Relationship Id="rId28" Type="http://schemas.openxmlformats.org/officeDocument/2006/relationships/slideLayout" Target="../slideLayouts/slideLayout27.xml"/><Relationship Id="rId27" Type="http://schemas.openxmlformats.org/officeDocument/2006/relationships/slideLayout" Target="../slideLayouts/slideLayout26.xml"/><Relationship Id="rId29" Type="http://schemas.openxmlformats.org/officeDocument/2006/relationships/slideLayout" Target="../slideLayouts/slideLayout28.xml"/><Relationship Id="rId51" Type="http://schemas.openxmlformats.org/officeDocument/2006/relationships/slideLayout" Target="../slideLayouts/slideLayout50.xml"/><Relationship Id="rId50" Type="http://schemas.openxmlformats.org/officeDocument/2006/relationships/slideLayout" Target="../slideLayouts/slideLayout49.xml"/><Relationship Id="rId53" Type="http://schemas.openxmlformats.org/officeDocument/2006/relationships/slideLayout" Target="../slideLayouts/slideLayout52.xml"/><Relationship Id="rId52" Type="http://schemas.openxmlformats.org/officeDocument/2006/relationships/slideLayout" Target="../slideLayouts/slideLayout51.xml"/><Relationship Id="rId11" Type="http://schemas.openxmlformats.org/officeDocument/2006/relationships/slideLayout" Target="../slideLayouts/slideLayout10.xml"/><Relationship Id="rId55" Type="http://schemas.openxmlformats.org/officeDocument/2006/relationships/slideLayout" Target="../slideLayouts/slideLayout54.xml"/><Relationship Id="rId10" Type="http://schemas.openxmlformats.org/officeDocument/2006/relationships/slideLayout" Target="../slideLayouts/slideLayout9.xml"/><Relationship Id="rId54" Type="http://schemas.openxmlformats.org/officeDocument/2006/relationships/slideLayout" Target="../slideLayouts/slideLayout53.xml"/><Relationship Id="rId13" Type="http://schemas.openxmlformats.org/officeDocument/2006/relationships/slideLayout" Target="../slideLayouts/slideLayout12.xml"/><Relationship Id="rId57" Type="http://schemas.openxmlformats.org/officeDocument/2006/relationships/slideLayout" Target="../slideLayouts/slideLayout56.xml"/><Relationship Id="rId12" Type="http://schemas.openxmlformats.org/officeDocument/2006/relationships/slideLayout" Target="../slideLayouts/slideLayout11.xml"/><Relationship Id="rId56" Type="http://schemas.openxmlformats.org/officeDocument/2006/relationships/slideLayout" Target="../slideLayouts/slideLayout55.xml"/><Relationship Id="rId15" Type="http://schemas.openxmlformats.org/officeDocument/2006/relationships/slideLayout" Target="../slideLayouts/slideLayout14.xml"/><Relationship Id="rId59" Type="http://schemas.openxmlformats.org/officeDocument/2006/relationships/slideLayout" Target="../slideLayouts/slideLayout58.xml"/><Relationship Id="rId14" Type="http://schemas.openxmlformats.org/officeDocument/2006/relationships/slideLayout" Target="../slideLayouts/slideLayout13.xml"/><Relationship Id="rId58" Type="http://schemas.openxmlformats.org/officeDocument/2006/relationships/slideLayout" Target="../slideLayouts/slideLayout57.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9000" y="73800"/>
            <a:ext cx="6600600" cy="814500"/>
          </a:xfrm>
          <a:prstGeom prst="rect">
            <a:avLst/>
          </a:prstGeom>
          <a:noFill/>
          <a:ln>
            <a:noFill/>
          </a:ln>
        </p:spPr>
        <p:txBody>
          <a:bodyPr anchorCtr="0" anchor="t" bIns="0" lIns="0" spcFirstLastPara="1" rIns="0" wrap="square" tIns="0">
            <a:noAutofit/>
          </a:bodyPr>
          <a:lstStyle>
            <a:lvl1pPr lvl="0" rtl="0">
              <a:lnSpc>
                <a:spcPct val="115000"/>
              </a:lnSpc>
              <a:spcBef>
                <a:spcPts val="0"/>
              </a:spcBef>
              <a:spcAft>
                <a:spcPts val="0"/>
              </a:spcAft>
              <a:buClr>
                <a:schemeClr val="dk1"/>
              </a:buClr>
              <a:buSzPts val="2200"/>
              <a:buFont typeface="Lexend"/>
              <a:buNone/>
              <a:defRPr b="1" sz="2200">
                <a:solidFill>
                  <a:schemeClr val="dk1"/>
                </a:solidFill>
                <a:latin typeface="Lexend"/>
                <a:ea typeface="Lexend"/>
                <a:cs typeface="Lexend"/>
                <a:sym typeface="Lexend"/>
              </a:defRPr>
            </a:lvl1pPr>
            <a:lvl2pPr lvl="1"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2pPr>
            <a:lvl3pPr lvl="2"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3pPr>
            <a:lvl4pPr lvl="3"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4pPr>
            <a:lvl5pPr lvl="4"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5pPr>
            <a:lvl6pPr lvl="5"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6pPr>
            <a:lvl7pPr lvl="6"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7pPr>
            <a:lvl8pPr lvl="7"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8pPr>
            <a:lvl9pPr lvl="8"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9pPr>
          </a:lstStyle>
          <a:p/>
        </p:txBody>
      </p:sp>
      <p:sp>
        <p:nvSpPr>
          <p:cNvPr id="7" name="Google Shape;7;p1"/>
          <p:cNvSpPr txBox="1"/>
          <p:nvPr>
            <p:ph idx="1" type="body"/>
          </p:nvPr>
        </p:nvSpPr>
        <p:spPr>
          <a:xfrm>
            <a:off x="459000" y="523400"/>
            <a:ext cx="8226000" cy="3159900"/>
          </a:xfrm>
          <a:prstGeom prst="rect">
            <a:avLst/>
          </a:prstGeom>
          <a:noFill/>
          <a:ln>
            <a:noFill/>
          </a:ln>
        </p:spPr>
        <p:txBody>
          <a:bodyPr anchorCtr="0" anchor="t" bIns="0" lIns="0" spcFirstLastPara="1" rIns="0" wrap="square" tIns="0">
            <a:noAutofit/>
          </a:bodyPr>
          <a:lstStyle>
            <a:lvl1pPr indent="-368300" lvl="0" marL="457200" rtl="0">
              <a:lnSpc>
                <a:spcPct val="130000"/>
              </a:lnSpc>
              <a:spcBef>
                <a:spcPts val="0"/>
              </a:spcBef>
              <a:spcAft>
                <a:spcPts val="0"/>
              </a:spcAft>
              <a:buClr>
                <a:schemeClr val="dk1"/>
              </a:buClr>
              <a:buSzPts val="2200"/>
              <a:buFont typeface="Lexend"/>
              <a:buChar char="●"/>
              <a:defRPr sz="2200">
                <a:solidFill>
                  <a:schemeClr val="dk1"/>
                </a:solidFill>
                <a:latin typeface="Lexend"/>
                <a:ea typeface="Lexend"/>
                <a:cs typeface="Lexend"/>
                <a:sym typeface="Lexend"/>
              </a:defRPr>
            </a:lvl1pPr>
            <a:lvl2pPr indent="-361950" lvl="1" marL="914400" rtl="0">
              <a:lnSpc>
                <a:spcPct val="130000"/>
              </a:lnSpc>
              <a:spcBef>
                <a:spcPts val="1000"/>
              </a:spcBef>
              <a:spcAft>
                <a:spcPts val="0"/>
              </a:spcAft>
              <a:buClr>
                <a:schemeClr val="dk1"/>
              </a:buClr>
              <a:buSzPts val="2100"/>
              <a:buFont typeface="Lexend"/>
              <a:buChar char="–"/>
              <a:defRPr sz="2100">
                <a:solidFill>
                  <a:schemeClr val="dk1"/>
                </a:solidFill>
                <a:latin typeface="Lexend"/>
                <a:ea typeface="Lexend"/>
                <a:cs typeface="Lexend"/>
                <a:sym typeface="Lexend"/>
              </a:defRPr>
            </a:lvl2pPr>
            <a:lvl3pPr indent="-355600" lvl="2" marL="1371600" rtl="0">
              <a:lnSpc>
                <a:spcPct val="130000"/>
              </a:lnSpc>
              <a:spcBef>
                <a:spcPts val="1000"/>
              </a:spcBef>
              <a:spcAft>
                <a:spcPts val="0"/>
              </a:spcAft>
              <a:buClr>
                <a:schemeClr val="dk1"/>
              </a:buClr>
              <a:buSzPts val="2000"/>
              <a:buFont typeface="Lexend"/>
              <a:buChar char="–"/>
              <a:defRPr sz="2000">
                <a:solidFill>
                  <a:schemeClr val="dk1"/>
                </a:solidFill>
                <a:latin typeface="Lexend"/>
                <a:ea typeface="Lexend"/>
                <a:cs typeface="Lexend"/>
                <a:sym typeface="Lexend"/>
              </a:defRPr>
            </a:lvl3pPr>
            <a:lvl4pPr indent="-349250" lvl="3" marL="1828800" rtl="0">
              <a:lnSpc>
                <a:spcPct val="130000"/>
              </a:lnSpc>
              <a:spcBef>
                <a:spcPts val="800"/>
              </a:spcBef>
              <a:spcAft>
                <a:spcPts val="0"/>
              </a:spcAft>
              <a:buClr>
                <a:schemeClr val="dk1"/>
              </a:buClr>
              <a:buSzPts val="1900"/>
              <a:buFont typeface="Lexend"/>
              <a:buChar char="–"/>
              <a:defRPr sz="1900">
                <a:solidFill>
                  <a:schemeClr val="dk1"/>
                </a:solidFill>
                <a:latin typeface="Lexend"/>
                <a:ea typeface="Lexend"/>
                <a:cs typeface="Lexend"/>
                <a:sym typeface="Lexend"/>
              </a:defRPr>
            </a:lvl4pPr>
            <a:lvl5pPr indent="-342900" lvl="4" marL="2286000" rtl="0">
              <a:lnSpc>
                <a:spcPct val="130000"/>
              </a:lnSpc>
              <a:spcBef>
                <a:spcPts val="800"/>
              </a:spcBef>
              <a:spcAft>
                <a:spcPts val="0"/>
              </a:spcAft>
              <a:buClr>
                <a:schemeClr val="dk1"/>
              </a:buClr>
              <a:buSzPts val="1800"/>
              <a:buFont typeface="Lexend"/>
              <a:buChar char="–"/>
              <a:defRPr sz="1800">
                <a:solidFill>
                  <a:schemeClr val="dk1"/>
                </a:solidFill>
                <a:latin typeface="Lexend"/>
                <a:ea typeface="Lexend"/>
                <a:cs typeface="Lexend"/>
                <a:sym typeface="Lexend"/>
              </a:defRPr>
            </a:lvl5pPr>
            <a:lvl6pPr indent="-342900" lvl="5" marL="27432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6pPr>
            <a:lvl7pPr indent="-342900" lvl="6" marL="32004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7pPr>
            <a:lvl8pPr indent="-342900" lvl="7" marL="3657600" rtl="0">
              <a:lnSpc>
                <a:spcPct val="130000"/>
              </a:lnSpc>
              <a:spcBef>
                <a:spcPts val="400"/>
              </a:spcBef>
              <a:spcAft>
                <a:spcPts val="0"/>
              </a:spcAft>
              <a:buClr>
                <a:schemeClr val="dk1"/>
              </a:buClr>
              <a:buSzPts val="1800"/>
              <a:buFont typeface="Lexend"/>
              <a:buChar char="–"/>
              <a:defRPr sz="1800">
                <a:solidFill>
                  <a:schemeClr val="dk1"/>
                </a:solidFill>
                <a:latin typeface="Lexend"/>
                <a:ea typeface="Lexend"/>
                <a:cs typeface="Lexend"/>
                <a:sym typeface="Lexend"/>
              </a:defRPr>
            </a:lvl8pPr>
            <a:lvl9pPr indent="-342900" lvl="8" marL="4114800" rtl="0">
              <a:lnSpc>
                <a:spcPct val="130000"/>
              </a:lnSpc>
              <a:spcBef>
                <a:spcPts val="400"/>
              </a:spcBef>
              <a:spcAft>
                <a:spcPts val="200"/>
              </a:spcAft>
              <a:buClr>
                <a:schemeClr val="dk1"/>
              </a:buClr>
              <a:buSzPts val="1800"/>
              <a:buFont typeface="Kalam"/>
              <a:buChar char="–"/>
              <a:defRPr sz="1800">
                <a:solidFill>
                  <a:schemeClr val="dk1"/>
                </a:solidFill>
                <a:latin typeface="Kalam"/>
                <a:ea typeface="Kalam"/>
                <a:cs typeface="Kalam"/>
                <a:sym typeface="Kalam"/>
              </a:defRPr>
            </a:lvl9pPr>
          </a:lstStyle>
          <a:p/>
        </p:txBody>
      </p:sp>
      <p:pic>
        <p:nvPicPr>
          <p:cNvPr id="8" name="Google Shape;8;p1"/>
          <p:cNvPicPr preferRelativeResize="0"/>
          <p:nvPr/>
        </p:nvPicPr>
        <p:blipFill>
          <a:blip r:embed="rId1">
            <a:alphaModFix/>
          </a:blip>
          <a:stretch>
            <a:fillRect/>
          </a:stretch>
        </p:blipFill>
        <p:spPr>
          <a:xfrm>
            <a:off x="8524129" y="4430050"/>
            <a:ext cx="234000" cy="31824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 id="2147483670" r:id="rId24"/>
    <p:sldLayoutId id="2147483671" r:id="rId25"/>
    <p:sldLayoutId id="2147483672" r:id="rId26"/>
    <p:sldLayoutId id="2147483673" r:id="rId27"/>
    <p:sldLayoutId id="2147483674" r:id="rId28"/>
    <p:sldLayoutId id="2147483675" r:id="rId29"/>
    <p:sldLayoutId id="2147483676" r:id="rId30"/>
    <p:sldLayoutId id="2147483677" r:id="rId31"/>
    <p:sldLayoutId id="2147483678" r:id="rId32"/>
    <p:sldLayoutId id="2147483679" r:id="rId33"/>
    <p:sldLayoutId id="2147483680" r:id="rId34"/>
    <p:sldLayoutId id="2147483681" r:id="rId35"/>
    <p:sldLayoutId id="2147483682" r:id="rId36"/>
    <p:sldLayoutId id="2147483683" r:id="rId37"/>
    <p:sldLayoutId id="2147483684" r:id="rId38"/>
    <p:sldLayoutId id="2147483685" r:id="rId39"/>
    <p:sldLayoutId id="2147483686" r:id="rId40"/>
    <p:sldLayoutId id="2147483687" r:id="rId41"/>
    <p:sldLayoutId id="2147483688" r:id="rId42"/>
    <p:sldLayoutId id="2147483689" r:id="rId43"/>
    <p:sldLayoutId id="2147483690" r:id="rId44"/>
    <p:sldLayoutId id="2147483691" r:id="rId45"/>
    <p:sldLayoutId id="2147483692" r:id="rId46"/>
    <p:sldLayoutId id="2147483693" r:id="rId47"/>
    <p:sldLayoutId id="2147483694" r:id="rId48"/>
    <p:sldLayoutId id="2147483695" r:id="rId49"/>
    <p:sldLayoutId id="2147483696" r:id="rId50"/>
    <p:sldLayoutId id="2147483697" r:id="rId51"/>
    <p:sldLayoutId id="2147483698" r:id="rId52"/>
    <p:sldLayoutId id="2147483699" r:id="rId53"/>
    <p:sldLayoutId id="2147483700" r:id="rId54"/>
    <p:sldLayoutId id="2147483701" r:id="rId55"/>
    <p:sldLayoutId id="2147483702" r:id="rId56"/>
    <p:sldLayoutId id="2147483703" r:id="rId57"/>
    <p:sldLayoutId id="2147483704" r:id="rId58"/>
    <p:sldLayoutId id="2147483705" r:id="rId59"/>
    <p:sldLayoutId id="2147483706" r:id="rId60"/>
    <p:sldLayoutId id="2147483707" r:id="rId61"/>
    <p:sldLayoutId id="2147483708" r:id="rId6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04">
          <p15:clr>
            <a:schemeClr val="dk2"/>
          </p15:clr>
        </p15:guide>
        <p15:guide id="2" pos="1819">
          <p15:clr>
            <a:srgbClr val="0000FF"/>
          </p15:clr>
        </p15:guide>
        <p15:guide id="3" orient="horz" pos="340">
          <p15:clr>
            <a:srgbClr val="222222"/>
          </p15:clr>
        </p15:guide>
        <p15:guide id="4" pos="2123">
          <p15:clr>
            <a:srgbClr val="0000FF"/>
          </p15:clr>
        </p15:guide>
        <p15:guide id="5" pos="2880">
          <p15:clr>
            <a:srgbClr val="EA4335"/>
          </p15:clr>
        </p15:guide>
        <p15:guide id="6" pos="3637">
          <p15:clr>
            <a:srgbClr val="0000FF"/>
          </p15:clr>
        </p15:guide>
        <p15:guide id="7" pos="3941">
          <p15:clr>
            <a:srgbClr val="0000FF"/>
          </p15:clr>
        </p15:guide>
        <p15:guide id="8" pos="5556">
          <p15:clr>
            <a:srgbClr val="222222"/>
          </p15:clr>
        </p15:guide>
        <p15:guide id="9" pos="1061">
          <p15:clr>
            <a:srgbClr val="9AA0A6"/>
          </p15:clr>
        </p15:guide>
        <p15:guide id="10" pos="4699">
          <p15:clr>
            <a:srgbClr val="9AA0A6"/>
          </p15:clr>
        </p15:guide>
        <p15:guide id="11" orient="horz" pos="680">
          <p15:clr>
            <a:srgbClr val="B7B7B7"/>
          </p15:clr>
        </p15:guide>
        <p15:guide id="12" orient="horz" pos="1020">
          <p15:clr>
            <a:srgbClr val="B7B7B7"/>
          </p15:clr>
        </p15:guide>
        <p15:guide id="13" orient="horz" pos="1361">
          <p15:clr>
            <a:srgbClr val="B7B7B7"/>
          </p15:clr>
        </p15:guide>
        <p15:guide id="14" orient="horz" pos="1701">
          <p15:clr>
            <a:srgbClr val="B7B7B7"/>
          </p15:clr>
        </p15:guide>
        <p15:guide id="15" orient="horz" pos="2041">
          <p15:clr>
            <a:srgbClr val="B7B7B7"/>
          </p15:clr>
        </p15:guide>
        <p15:guide id="16" orient="horz" pos="2381">
          <p15:clr>
            <a:srgbClr val="B7B7B7"/>
          </p15:clr>
        </p15:guide>
        <p15:guide id="17" orient="horz" pos="3036">
          <p15:clr>
            <a:srgbClr val="000000"/>
          </p15:clr>
        </p15:guide>
        <p15:guide id="18" pos="2721">
          <p15:clr>
            <a:schemeClr val="dk1"/>
          </p15:clr>
        </p15:guide>
        <p15:guide id="19" pos="3039">
          <p15:clr>
            <a:schemeClr val="dk1"/>
          </p15:clr>
        </p15:guide>
        <p15:guide id="20" orient="horz" pos="510">
          <p15:clr>
            <a:srgbClr val="B7B7B7"/>
          </p15:clr>
        </p15:guide>
        <p15:guide id="21" orient="horz" pos="1620">
          <p15:clr>
            <a:srgbClr val="EA4335"/>
          </p15:clr>
        </p15:guide>
        <p15:guide id="22" orient="horz" pos="2721">
          <p15:clr>
            <a:srgbClr val="B7B7B7"/>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hyperlink" Target="https://support.thenational.academy/using-oaks-new-teaching-resources?utm_campaign=OakSlideDeck&amp;utm_medium=document&amp;utm_source=guide"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4.xml"/><Relationship Id="rId3" Type="http://schemas.openxmlformats.org/officeDocument/2006/relationships/image" Target="../media/image51.png"/><Relationship Id="rId4" Type="http://schemas.openxmlformats.org/officeDocument/2006/relationships/image" Target="../media/image5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xml"/><Relationship Id="rId3" Type="http://schemas.openxmlformats.org/officeDocument/2006/relationships/image" Target="../media/image5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7.xml"/><Relationship Id="rId3" Type="http://schemas.openxmlformats.org/officeDocument/2006/relationships/image" Target="../media/image54.jpg"/><Relationship Id="rId4" Type="http://schemas.openxmlformats.org/officeDocument/2006/relationships/image" Target="../media/image5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8.xml"/><Relationship Id="rId3" Type="http://schemas.openxmlformats.org/officeDocument/2006/relationships/image" Target="../media/image54.jpg"/><Relationship Id="rId4" Type="http://schemas.openxmlformats.org/officeDocument/2006/relationships/image" Target="../media/image5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9.xml"/><Relationship Id="rId3" Type="http://schemas.openxmlformats.org/officeDocument/2006/relationships/image" Target="../media/image54.jpg"/><Relationship Id="rId4" Type="http://schemas.openxmlformats.org/officeDocument/2006/relationships/image" Target="../media/image53.png"/><Relationship Id="rId5" Type="http://schemas.openxmlformats.org/officeDocument/2006/relationships/image" Target="../media/image5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10.xml"/><Relationship Id="rId3" Type="http://schemas.openxmlformats.org/officeDocument/2006/relationships/image" Target="../media/image5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1.xml"/><Relationship Id="rId3" Type="http://schemas.openxmlformats.org/officeDocument/2006/relationships/image" Target="../media/image5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12.xml"/><Relationship Id="rId3" Type="http://schemas.openxmlformats.org/officeDocument/2006/relationships/image" Target="../media/image5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13.xml"/><Relationship Id="rId3" Type="http://schemas.openxmlformats.org/officeDocument/2006/relationships/image" Target="../media/image5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14.xml"/><Relationship Id="rId3" Type="http://schemas.openxmlformats.org/officeDocument/2006/relationships/image" Target="../media/image5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15.xml"/><Relationship Id="rId3" Type="http://schemas.openxmlformats.org/officeDocument/2006/relationships/image" Target="../media/image5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16.xml"/><Relationship Id="rId3" Type="http://schemas.openxmlformats.org/officeDocument/2006/relationships/image" Target="../media/image5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17.xml"/><Relationship Id="rId3" Type="http://schemas.openxmlformats.org/officeDocument/2006/relationships/image" Target="../media/image5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18.xml"/><Relationship Id="rId3" Type="http://schemas.openxmlformats.org/officeDocument/2006/relationships/image" Target="../media/image5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19.xml"/><Relationship Id="rId3" Type="http://schemas.openxmlformats.org/officeDocument/2006/relationships/image" Target="../media/image5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0.xml"/><Relationship Id="rId3" Type="http://schemas.openxmlformats.org/officeDocument/2006/relationships/image" Target="../media/image5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1.xml"/><Relationship Id="rId3" Type="http://schemas.openxmlformats.org/officeDocument/2006/relationships/image" Target="../media/image5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6.xml"/><Relationship Id="rId3" Type="http://schemas.openxmlformats.org/officeDocument/2006/relationships/image" Target="../media/image5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7.xml"/><Relationship Id="rId3" Type="http://schemas.openxmlformats.org/officeDocument/2006/relationships/image" Target="../media/image57.png"/><Relationship Id="rId4" Type="http://schemas.openxmlformats.org/officeDocument/2006/relationships/image" Target="../media/image58.png"/><Relationship Id="rId5" Type="http://schemas.openxmlformats.org/officeDocument/2006/relationships/image" Target="../media/image59.png"/><Relationship Id="rId6" Type="http://schemas.openxmlformats.org/officeDocument/2006/relationships/image" Target="../media/image6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8.xml"/><Relationship Id="rId3" Type="http://schemas.openxmlformats.org/officeDocument/2006/relationships/image" Target="../media/image61.png"/><Relationship Id="rId4" Type="http://schemas.openxmlformats.org/officeDocument/2006/relationships/image" Target="../media/image63.png"/><Relationship Id="rId9" Type="http://schemas.openxmlformats.org/officeDocument/2006/relationships/image" Target="../media/image59.png"/><Relationship Id="rId5" Type="http://schemas.openxmlformats.org/officeDocument/2006/relationships/image" Target="../media/image64.png"/><Relationship Id="rId6" Type="http://schemas.openxmlformats.org/officeDocument/2006/relationships/image" Target="../media/image65.png"/><Relationship Id="rId7" Type="http://schemas.openxmlformats.org/officeDocument/2006/relationships/image" Target="../media/image57.png"/><Relationship Id="rId8" Type="http://schemas.openxmlformats.org/officeDocument/2006/relationships/image" Target="../media/image58.png"/><Relationship Id="rId10" Type="http://schemas.openxmlformats.org/officeDocument/2006/relationships/image" Target="../media/image6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9.xml"/><Relationship Id="rId3" Type="http://schemas.openxmlformats.org/officeDocument/2006/relationships/image" Target="../media/image61.png"/><Relationship Id="rId4" Type="http://schemas.openxmlformats.org/officeDocument/2006/relationships/image" Target="../media/image65.png"/><Relationship Id="rId5" Type="http://schemas.openxmlformats.org/officeDocument/2006/relationships/image" Target="../media/image57.png"/><Relationship Id="rId6" Type="http://schemas.openxmlformats.org/officeDocument/2006/relationships/image" Target="../media/image58.png"/><Relationship Id="rId7" Type="http://schemas.openxmlformats.org/officeDocument/2006/relationships/image" Target="../media/image59.png"/><Relationship Id="rId8" Type="http://schemas.openxmlformats.org/officeDocument/2006/relationships/image" Target="../media/image6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40.xml"/><Relationship Id="rId3" Type="http://schemas.openxmlformats.org/officeDocument/2006/relationships/image" Target="../media/image61.png"/><Relationship Id="rId4" Type="http://schemas.openxmlformats.org/officeDocument/2006/relationships/image" Target="../media/image57.png"/><Relationship Id="rId5" Type="http://schemas.openxmlformats.org/officeDocument/2006/relationships/image" Target="../media/image58.png"/><Relationship Id="rId6" Type="http://schemas.openxmlformats.org/officeDocument/2006/relationships/image" Target="../media/image59.png"/><Relationship Id="rId7" Type="http://schemas.openxmlformats.org/officeDocument/2006/relationships/image" Target="../media/image60.png"/><Relationship Id="rId8" Type="http://schemas.openxmlformats.org/officeDocument/2006/relationships/image" Target="../media/image6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41.xml"/><Relationship Id="rId3" Type="http://schemas.openxmlformats.org/officeDocument/2006/relationships/image" Target="../media/image57.png"/><Relationship Id="rId4" Type="http://schemas.openxmlformats.org/officeDocument/2006/relationships/image" Target="../media/image58.png"/><Relationship Id="rId5" Type="http://schemas.openxmlformats.org/officeDocument/2006/relationships/image" Target="../media/image59.png"/><Relationship Id="rId6" Type="http://schemas.openxmlformats.org/officeDocument/2006/relationships/image" Target="../media/image60.png"/><Relationship Id="rId7" Type="http://schemas.openxmlformats.org/officeDocument/2006/relationships/image" Target="../media/image61.png"/><Relationship Id="rId8" Type="http://schemas.openxmlformats.org/officeDocument/2006/relationships/image" Target="../media/image6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42.xml"/><Relationship Id="rId3" Type="http://schemas.openxmlformats.org/officeDocument/2006/relationships/image" Target="../media/image6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notesSlide" Target="../notesSlides/notesSlide51.xml"/><Relationship Id="rId3" Type="http://schemas.openxmlformats.org/officeDocument/2006/relationships/hyperlink" Target="https://www.nationalarchives.gov.uk/doc/open-government-licence/version/3/" TargetMode="External"/><Relationship Id="rId4" Type="http://schemas.openxmlformats.org/officeDocument/2006/relationships/hyperlink" Target="https://www.thenational.academy/legal/terms-and-conditions" TargetMode="External"/><Relationship Id="rId5" Type="http://schemas.openxmlformats.org/officeDocument/2006/relationships/image" Target="../media/image6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3" name="Shape 753"/>
        <p:cNvGrpSpPr/>
        <p:nvPr/>
      </p:nvGrpSpPr>
      <p:grpSpPr>
        <a:xfrm>
          <a:off x="0" y="0"/>
          <a:ext cx="0" cy="0"/>
          <a:chOff x="0" y="0"/>
          <a:chExt cx="0" cy="0"/>
        </a:xfrm>
      </p:grpSpPr>
      <p:sp>
        <p:nvSpPr>
          <p:cNvPr id="754" name="Google Shape;754;p63"/>
          <p:cNvSpPr txBox="1"/>
          <p:nvPr>
            <p:ph type="ctrTitle"/>
          </p:nvPr>
        </p:nvSpPr>
        <p:spPr>
          <a:xfrm>
            <a:off x="323850" y="810000"/>
            <a:ext cx="5502000" cy="2742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Problem solving with estimation and rounding</a:t>
            </a:r>
            <a:endParaRPr/>
          </a:p>
        </p:txBody>
      </p:sp>
      <p:sp>
        <p:nvSpPr>
          <p:cNvPr id="755" name="Google Shape;755;p63"/>
          <p:cNvSpPr txBox="1"/>
          <p:nvPr>
            <p:ph idx="1" type="subTitle"/>
          </p:nvPr>
        </p:nvSpPr>
        <p:spPr>
          <a:xfrm>
            <a:off x="890225" y="4327975"/>
            <a:ext cx="5758500" cy="6699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Estimation and rounding</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59" name="Shape 759"/>
        <p:cNvGrpSpPr/>
        <p:nvPr/>
      </p:nvGrpSpPr>
      <p:grpSpPr>
        <a:xfrm>
          <a:off x="0" y="0"/>
          <a:ext cx="0" cy="0"/>
          <a:chOff x="0" y="0"/>
          <a:chExt cx="0" cy="0"/>
        </a:xfrm>
      </p:grpSpPr>
      <p:sp>
        <p:nvSpPr>
          <p:cNvPr id="760" name="Google Shape;760;p64"/>
          <p:cNvSpPr txBox="1"/>
          <p:nvPr/>
        </p:nvSpPr>
        <p:spPr>
          <a:xfrm>
            <a:off x="5655175" y="953025"/>
            <a:ext cx="19281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50000"/>
              </a:lnSpc>
              <a:spcBef>
                <a:spcPts val="0"/>
              </a:spcBef>
              <a:spcAft>
                <a:spcPts val="1000"/>
              </a:spcAft>
              <a:buNone/>
            </a:pPr>
            <a:r>
              <a:rPr lang="en-GB" sz="1200" u="sng">
                <a:solidFill>
                  <a:srgbClr val="374CF1"/>
                </a:solidFill>
                <a:latin typeface="Lexend"/>
                <a:ea typeface="Lexend"/>
                <a:cs typeface="Lexend"/>
                <a:sym typeface="Lexend"/>
                <a:hlinkClick r:id="rId3">
                  <a:extLst>
                    <a:ext uri="{A12FA001-AC4F-418D-AE19-62706E023703}">
                      <ahyp:hlinkClr val="tx"/>
                    </a:ext>
                  </a:extLst>
                </a:hlinkClick>
              </a:rPr>
              <a:t>how to use Oak lessons</a:t>
            </a:r>
            <a:endParaRPr sz="1200">
              <a:latin typeface="Lexend"/>
              <a:ea typeface="Lexend"/>
              <a:cs typeface="Lexend"/>
              <a:sym typeface="Lexen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4" name="Shape 764"/>
        <p:cNvGrpSpPr/>
        <p:nvPr/>
      </p:nvGrpSpPr>
      <p:grpSpPr>
        <a:xfrm>
          <a:off x="0" y="0"/>
          <a:ext cx="0" cy="0"/>
          <a:chOff x="0" y="0"/>
          <a:chExt cx="0" cy="0"/>
        </a:xfrm>
      </p:grpSpPr>
      <p:sp>
        <p:nvSpPr>
          <p:cNvPr id="765" name="Google Shape;765;p65"/>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p>
            <a:pPr indent="0" lvl="0" marL="0" rtl="0" algn="l">
              <a:spcBef>
                <a:spcPts val="0"/>
              </a:spcBef>
              <a:spcAft>
                <a:spcPts val="1000"/>
              </a:spcAft>
              <a:buNone/>
            </a:pPr>
            <a:r>
              <a:rPr lang="en-GB"/>
              <a:t>I can use my knowledge of estimation and rounding to solve problems.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9" name="Shape 769"/>
        <p:cNvGrpSpPr/>
        <p:nvPr/>
      </p:nvGrpSpPr>
      <p:grpSpPr>
        <a:xfrm>
          <a:off x="0" y="0"/>
          <a:ext cx="0" cy="0"/>
          <a:chOff x="0" y="0"/>
          <a:chExt cx="0" cy="0"/>
        </a:xfrm>
      </p:grpSpPr>
      <p:sp>
        <p:nvSpPr>
          <p:cNvPr id="770" name="Google Shape;770;p66"/>
          <p:cNvSpPr txBox="1"/>
          <p:nvPr/>
        </p:nvSpPr>
        <p:spPr>
          <a:xfrm>
            <a:off x="324000" y="802250"/>
            <a:ext cx="7714800" cy="1073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100">
                <a:solidFill>
                  <a:srgbClr val="000000"/>
                </a:solidFill>
                <a:latin typeface="Lexend"/>
                <a:ea typeface="Lexend"/>
                <a:cs typeface="Lexend"/>
                <a:sym typeface="Lexend"/>
              </a:rPr>
              <a:t>A quick </a:t>
            </a:r>
            <a:r>
              <a:rPr lang="en-GB" sz="2100">
                <a:solidFill>
                  <a:srgbClr val="000000"/>
                </a:solidFill>
                <a:latin typeface="Lexend"/>
                <a:ea typeface="Lexend"/>
                <a:cs typeface="Lexend"/>
                <a:sym typeface="Lexend"/>
              </a:rPr>
              <a:t>estimate </a:t>
            </a:r>
            <a:r>
              <a:rPr lang="en-GB" sz="2100">
                <a:solidFill>
                  <a:srgbClr val="000000"/>
                </a:solidFill>
                <a:latin typeface="Lexend"/>
                <a:ea typeface="Lexend"/>
                <a:cs typeface="Lexend"/>
                <a:sym typeface="Lexend"/>
              </a:rPr>
              <a:t>for a calculation is obtained from using approximate values, often rounded to 1 significant figure.</a:t>
            </a:r>
            <a:endParaRPr sz="2100">
              <a:solidFill>
                <a:srgbClr val="000000"/>
              </a:solidFill>
              <a:latin typeface="Lexend"/>
              <a:ea typeface="Lexend"/>
              <a:cs typeface="Lexend"/>
              <a:sym typeface="Lexend"/>
            </a:endParaRPr>
          </a:p>
          <a:p>
            <a:pPr indent="0" lvl="0" marL="0" rtl="0" algn="l">
              <a:spcBef>
                <a:spcPts val="0"/>
              </a:spcBef>
              <a:spcAft>
                <a:spcPts val="0"/>
              </a:spcAft>
              <a:buNone/>
            </a:pPr>
            <a:r>
              <a:t/>
            </a:r>
            <a:endParaRPr sz="2100">
              <a:solidFill>
                <a:srgbClr val="000000"/>
              </a:solidFill>
              <a:latin typeface="Lexend"/>
              <a:ea typeface="Lexend"/>
              <a:cs typeface="Lexend"/>
              <a:sym typeface="Lexend"/>
            </a:endParaRPr>
          </a:p>
        </p:txBody>
      </p:sp>
      <p:sp>
        <p:nvSpPr>
          <p:cNvPr id="771" name="Google Shape;771;p66"/>
          <p:cNvSpPr txBox="1"/>
          <p:nvPr/>
        </p:nvSpPr>
        <p:spPr>
          <a:xfrm>
            <a:off x="309750" y="1819850"/>
            <a:ext cx="8020500" cy="307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t/>
            </a:r>
            <a:endParaRPr sz="2000"/>
          </a:p>
        </p:txBody>
      </p:sp>
      <p:sp>
        <p:nvSpPr>
          <p:cNvPr id="772" name="Google Shape;772;p66"/>
          <p:cNvSpPr txBox="1"/>
          <p:nvPr/>
        </p:nvSpPr>
        <p:spPr>
          <a:xfrm>
            <a:off x="309750" y="1692175"/>
            <a:ext cx="8020500" cy="11442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lang="en-GB" sz="2000">
                <a:solidFill>
                  <a:srgbClr val="000000"/>
                </a:solidFill>
                <a:latin typeface="Lexend"/>
                <a:ea typeface="Lexend"/>
                <a:cs typeface="Lexend"/>
                <a:sym typeface="Lexend"/>
              </a:rPr>
              <a:t>When showing estimations we use        to identify that the calculations are approximately the same but not equal. </a:t>
            </a:r>
            <a:endParaRPr sz="2000">
              <a:solidFill>
                <a:srgbClr val="000000"/>
              </a:solidFill>
              <a:latin typeface="Lexend"/>
              <a:ea typeface="Lexend"/>
              <a:cs typeface="Lexend"/>
              <a:sym typeface="Lexend"/>
            </a:endParaRPr>
          </a:p>
          <a:p>
            <a:pPr indent="0" lvl="0" marL="0" rtl="0" algn="l">
              <a:lnSpc>
                <a:spcPct val="115000"/>
              </a:lnSpc>
              <a:spcBef>
                <a:spcPts val="1000"/>
              </a:spcBef>
              <a:spcAft>
                <a:spcPts val="1000"/>
              </a:spcAft>
              <a:buNone/>
            </a:pPr>
            <a:r>
              <a:t/>
            </a:r>
            <a:endParaRPr sz="2000">
              <a:solidFill>
                <a:srgbClr val="000000"/>
              </a:solidFill>
              <a:latin typeface="Lexend"/>
              <a:ea typeface="Lexend"/>
              <a:cs typeface="Lexend"/>
              <a:sym typeface="Lexend"/>
            </a:endParaRPr>
          </a:p>
        </p:txBody>
      </p:sp>
      <p:pic>
        <p:nvPicPr>
          <p:cNvPr descr="&lt;math xmlns=&quot;http://www.w3.org/1998/Math/MathML&quot; display=&quot;block&quot; data-is-equatio=&quot;1&quot; data-latex=&quot;\approx &quot;&gt;&lt;mo&gt;≈&lt;/mo&gt;&lt;/math&gt;" id="773" name="Google Shape;773;p66" title="almost equals"/>
          <p:cNvPicPr preferRelativeResize="0"/>
          <p:nvPr/>
        </p:nvPicPr>
        <p:blipFill>
          <a:blip r:embed="rId3">
            <a:alphaModFix/>
          </a:blip>
          <a:stretch>
            <a:fillRect/>
          </a:stretch>
        </p:blipFill>
        <p:spPr>
          <a:xfrm>
            <a:off x="4666973" y="1780922"/>
            <a:ext cx="230975" cy="183200"/>
          </a:xfrm>
          <a:prstGeom prst="rect">
            <a:avLst/>
          </a:prstGeom>
          <a:noFill/>
          <a:ln>
            <a:noFill/>
          </a:ln>
        </p:spPr>
      </p:pic>
      <p:sp>
        <p:nvSpPr>
          <p:cNvPr id="774" name="Google Shape;774;p66"/>
          <p:cNvSpPr txBox="1"/>
          <p:nvPr/>
        </p:nvSpPr>
        <p:spPr>
          <a:xfrm>
            <a:off x="309750" y="2638800"/>
            <a:ext cx="8020500" cy="3387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rPr lang="en-GB" sz="2200">
                <a:solidFill>
                  <a:srgbClr val="000000"/>
                </a:solidFill>
                <a:latin typeface="Lexend"/>
                <a:ea typeface="Lexend"/>
                <a:cs typeface="Lexend"/>
                <a:sym typeface="Lexend"/>
              </a:rPr>
              <a:t>For example,</a:t>
            </a:r>
            <a:endParaRPr sz="2200">
              <a:solidFill>
                <a:srgbClr val="000000"/>
              </a:solidFill>
              <a:latin typeface="Lexend"/>
              <a:ea typeface="Lexend"/>
              <a:cs typeface="Lexend"/>
              <a:sym typeface="Lexend"/>
            </a:endParaRPr>
          </a:p>
        </p:txBody>
      </p:sp>
      <p:pic>
        <p:nvPicPr>
          <p:cNvPr descr="&lt;math xmlns=&quot;http://www.w3.org/1998/Math/MathML&quot; display=&quot;block&quot; data-is-equatio=&quot;1&quot; data-latex=&quot;892\ \times176.9\ \approx900\ \times200&quot;&gt;&lt;mn&gt;892&lt;/mn&gt;&lt;mtext&gt;&lt;/mtext&gt;&lt;mo&gt;×&lt;/mo&gt;&lt;mn&gt;176.9&lt;/mn&gt;&lt;mtext&gt;&lt;/mtext&gt;&lt;mo&gt;≈&lt;/mo&gt;&lt;mn&gt;900&lt;/mn&gt;&lt;mtext&gt;&lt;/mtext&gt;&lt;mo&gt;×&lt;/mo&gt;&lt;mn&gt;200&lt;/mn&gt;&lt;/math&gt;" id="775" name="Google Shape;775;p66" title="892 times 176.9 almost equals 900 times 200"/>
          <p:cNvPicPr preferRelativeResize="0"/>
          <p:nvPr/>
        </p:nvPicPr>
        <p:blipFill>
          <a:blip r:embed="rId4">
            <a:alphaModFix/>
          </a:blip>
          <a:stretch>
            <a:fillRect/>
          </a:stretch>
        </p:blipFill>
        <p:spPr>
          <a:xfrm>
            <a:off x="2144725" y="3196600"/>
            <a:ext cx="4567280" cy="30373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9" name="Shape 779"/>
        <p:cNvGrpSpPr/>
        <p:nvPr/>
      </p:nvGrpSpPr>
      <p:grpSpPr>
        <a:xfrm>
          <a:off x="0" y="0"/>
          <a:ext cx="0" cy="0"/>
          <a:chOff x="0" y="0"/>
          <a:chExt cx="0" cy="0"/>
        </a:xfrm>
      </p:grpSpPr>
      <p:sp>
        <p:nvSpPr>
          <p:cNvPr id="780" name="Google Shape;780;p67"/>
          <p:cNvSpPr txBox="1"/>
          <p:nvPr>
            <p:ph type="title"/>
          </p:nvPr>
        </p:nvSpPr>
        <p:spPr>
          <a:xfrm>
            <a:off x="1225200" y="1779713"/>
            <a:ext cx="68508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Problem solving with estimation</a:t>
            </a:r>
            <a:endParaRPr/>
          </a:p>
        </p:txBody>
      </p:sp>
      <p:sp>
        <p:nvSpPr>
          <p:cNvPr id="781" name="Google Shape;781;p67"/>
          <p:cNvSpPr txBox="1"/>
          <p:nvPr>
            <p:ph idx="2" type="title"/>
          </p:nvPr>
        </p:nvSpPr>
        <p:spPr>
          <a:xfrm>
            <a:off x="1225200" y="2804800"/>
            <a:ext cx="68508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Problem solving with error intervals</a:t>
            </a:r>
            <a:endParaRPr/>
          </a:p>
        </p:txBody>
      </p:sp>
      <p:sp>
        <p:nvSpPr>
          <p:cNvPr id="782" name="Google Shape;782;p67"/>
          <p:cNvSpPr txBox="1"/>
          <p:nvPr>
            <p:ph idx="4" type="title"/>
          </p:nvPr>
        </p:nvSpPr>
        <p:spPr>
          <a:xfrm>
            <a:off x="324000" y="657600"/>
            <a:ext cx="57414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Problem solving with estimation and rounding</a:t>
            </a:r>
            <a:endParaRPr/>
          </a:p>
        </p:txBody>
      </p:sp>
      <p:sp>
        <p:nvSpPr>
          <p:cNvPr id="783" name="Google Shape;783;p67"/>
          <p:cNvSpPr txBox="1"/>
          <p:nvPr>
            <p:ph idx="3" type="title"/>
          </p:nvPr>
        </p:nvSpPr>
        <p:spPr>
          <a:xfrm>
            <a:off x="1225200" y="3739189"/>
            <a:ext cx="68508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Fermi estimation</a:t>
            </a:r>
            <a:endParaRPr/>
          </a:p>
        </p:txBody>
      </p:sp>
      <p:pic>
        <p:nvPicPr>
          <p:cNvPr id="784" name="Google Shape;784;p67"/>
          <p:cNvPicPr preferRelativeResize="0"/>
          <p:nvPr/>
        </p:nvPicPr>
        <p:blipFill>
          <a:blip r:embed="rId3">
            <a:alphaModFix/>
          </a:blip>
          <a:stretch>
            <a:fillRect/>
          </a:stretch>
        </p:blipFill>
        <p:spPr>
          <a:xfrm>
            <a:off x="416831" y="1741000"/>
            <a:ext cx="450575" cy="4467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8" name="Shape 788"/>
        <p:cNvGrpSpPr/>
        <p:nvPr/>
      </p:nvGrpSpPr>
      <p:grpSpPr>
        <a:xfrm>
          <a:off x="0" y="0"/>
          <a:ext cx="0" cy="0"/>
          <a:chOff x="0" y="0"/>
          <a:chExt cx="0" cy="0"/>
        </a:xfrm>
      </p:grpSpPr>
      <p:sp>
        <p:nvSpPr>
          <p:cNvPr id="789" name="Google Shape;789;p68"/>
          <p:cNvSpPr txBox="1"/>
          <p:nvPr>
            <p:ph idx="1" type="body"/>
          </p:nvPr>
        </p:nvSpPr>
        <p:spPr>
          <a:xfrm>
            <a:off x="324000" y="759300"/>
            <a:ext cx="8237700" cy="1124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A quick estimate for a calculation is obtained from using approximate values, often rounded to 1 significant figure.</a:t>
            </a:r>
            <a:endParaRPr/>
          </a:p>
          <a:p>
            <a:pPr indent="0" lvl="0" marL="0" rtl="0" algn="l">
              <a:spcBef>
                <a:spcPts val="1000"/>
              </a:spcBef>
              <a:spcAft>
                <a:spcPts val="0"/>
              </a:spcAft>
              <a:buNone/>
            </a:pPr>
            <a:r>
              <a:rPr lang="en-GB"/>
              <a:t>When we estimate, it is not required to be exact, but why do we estimate? </a:t>
            </a:r>
            <a:endParaRPr/>
          </a:p>
          <a:p>
            <a:pPr indent="0" lvl="0" marL="0" rtl="0" algn="l">
              <a:spcBef>
                <a:spcPts val="1000"/>
              </a:spcBef>
              <a:spcAft>
                <a:spcPts val="0"/>
              </a:spcAft>
              <a:buNone/>
            </a:pPr>
            <a:r>
              <a:rPr lang="en-GB"/>
              <a:t>To make it easier and quicker to do calculations where the answer is very close to the actual answer.</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1000"/>
              </a:spcAft>
              <a:buNone/>
            </a:pPr>
            <a:r>
              <a:t/>
            </a:r>
            <a:endParaRPr/>
          </a:p>
        </p:txBody>
      </p:sp>
      <p:sp>
        <p:nvSpPr>
          <p:cNvPr id="790" name="Google Shape;790;p68"/>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Problem solving with estimation</a:t>
            </a:r>
            <a:endParaRPr/>
          </a:p>
        </p:txBody>
      </p:sp>
      <p:sp>
        <p:nvSpPr>
          <p:cNvPr id="791" name="Google Shape;791;p68"/>
          <p:cNvSpPr txBox="1"/>
          <p:nvPr/>
        </p:nvSpPr>
        <p:spPr>
          <a:xfrm>
            <a:off x="324000" y="3444600"/>
            <a:ext cx="8572200" cy="912600"/>
          </a:xfrm>
          <a:prstGeom prst="rect">
            <a:avLst/>
          </a:prstGeom>
          <a:noFill/>
          <a:ln>
            <a:noFill/>
          </a:ln>
        </p:spPr>
        <p:txBody>
          <a:bodyPr anchorCtr="0" anchor="t" bIns="91425" lIns="0" spcFirstLastPara="1" rIns="91425" wrap="square" tIns="91425">
            <a:spAutoFit/>
          </a:bodyPr>
          <a:lstStyle/>
          <a:p>
            <a:pPr indent="0" lvl="0" marL="0" rtl="0" algn="l">
              <a:lnSpc>
                <a:spcPct val="115000"/>
              </a:lnSpc>
              <a:spcBef>
                <a:spcPts val="0"/>
              </a:spcBef>
              <a:spcAft>
                <a:spcPts val="1000"/>
              </a:spcAft>
              <a:buNone/>
            </a:pPr>
            <a:r>
              <a:rPr lang="en-GB" sz="2200">
                <a:solidFill>
                  <a:srgbClr val="000000"/>
                </a:solidFill>
                <a:latin typeface="Lexend"/>
                <a:ea typeface="Lexend"/>
                <a:cs typeface="Lexend"/>
                <a:sym typeface="Lexend"/>
              </a:rPr>
              <a:t>Identifying the strategy first and then completing the calculation breaks the problem solving question into chunks.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5" name="Shape 795"/>
        <p:cNvGrpSpPr/>
        <p:nvPr/>
      </p:nvGrpSpPr>
      <p:grpSpPr>
        <a:xfrm>
          <a:off x="0" y="0"/>
          <a:ext cx="0" cy="0"/>
          <a:chOff x="0" y="0"/>
          <a:chExt cx="0" cy="0"/>
        </a:xfrm>
      </p:grpSpPr>
      <p:sp>
        <p:nvSpPr>
          <p:cNvPr id="796" name="Google Shape;796;p6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Problem solving with estimation</a:t>
            </a:r>
            <a:endParaRPr/>
          </a:p>
        </p:txBody>
      </p:sp>
      <p:pic>
        <p:nvPicPr>
          <p:cNvPr id="797" name="Google Shape;797;p69"/>
          <p:cNvPicPr preferRelativeResize="0"/>
          <p:nvPr/>
        </p:nvPicPr>
        <p:blipFill rotWithShape="1">
          <a:blip r:embed="rId3">
            <a:alphaModFix/>
          </a:blip>
          <a:srcRect b="21048" l="0" r="72212" t="0"/>
          <a:stretch/>
        </p:blipFill>
        <p:spPr>
          <a:xfrm flipH="1">
            <a:off x="6693649" y="943038"/>
            <a:ext cx="2041901" cy="3257426"/>
          </a:xfrm>
          <a:prstGeom prst="rect">
            <a:avLst/>
          </a:prstGeom>
          <a:noFill/>
          <a:ln>
            <a:noFill/>
          </a:ln>
        </p:spPr>
      </p:pic>
      <p:pic>
        <p:nvPicPr>
          <p:cNvPr id="798" name="Google Shape;798;p69"/>
          <p:cNvPicPr preferRelativeResize="0"/>
          <p:nvPr/>
        </p:nvPicPr>
        <p:blipFill>
          <a:blip r:embed="rId4">
            <a:alphaModFix/>
          </a:blip>
          <a:stretch>
            <a:fillRect/>
          </a:stretch>
        </p:blipFill>
        <p:spPr>
          <a:xfrm flipH="1">
            <a:off x="411900" y="3188775"/>
            <a:ext cx="560400" cy="1631626"/>
          </a:xfrm>
          <a:prstGeom prst="rect">
            <a:avLst/>
          </a:prstGeom>
          <a:noFill/>
          <a:ln>
            <a:noFill/>
          </a:ln>
        </p:spPr>
      </p:pic>
      <p:sp>
        <p:nvSpPr>
          <p:cNvPr id="799" name="Google Shape;799;p69"/>
          <p:cNvSpPr txBox="1"/>
          <p:nvPr>
            <p:ph idx="1" type="body"/>
          </p:nvPr>
        </p:nvSpPr>
        <p:spPr>
          <a:xfrm>
            <a:off x="377575" y="987900"/>
            <a:ext cx="6118200" cy="1124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The height of the Statue of Liberty is 62 times the height of an average </a:t>
            </a:r>
            <a:r>
              <a:rPr lang="en-GB"/>
              <a:t>secondary</a:t>
            </a:r>
            <a:r>
              <a:rPr lang="en-GB"/>
              <a:t> school pupil.</a:t>
            </a:r>
            <a:endParaRPr/>
          </a:p>
          <a:p>
            <a:pPr indent="0" lvl="0" marL="0" rtl="0" algn="l">
              <a:spcBef>
                <a:spcPts val="1000"/>
              </a:spcBef>
              <a:spcAft>
                <a:spcPts val="1000"/>
              </a:spcAft>
              <a:buNone/>
            </a:pPr>
            <a:r>
              <a:rPr lang="en-GB"/>
              <a:t>How would you go about estimating the height of the Statue of Liberty?</a:t>
            </a:r>
            <a:endParaRPr/>
          </a:p>
        </p:txBody>
      </p:sp>
      <p:cxnSp>
        <p:nvCxnSpPr>
          <p:cNvPr id="800" name="Google Shape;800;p69"/>
          <p:cNvCxnSpPr/>
          <p:nvPr/>
        </p:nvCxnSpPr>
        <p:spPr>
          <a:xfrm rot="10800000">
            <a:off x="8134875" y="1493850"/>
            <a:ext cx="0" cy="2155800"/>
          </a:xfrm>
          <a:prstGeom prst="straightConnector1">
            <a:avLst/>
          </a:prstGeom>
          <a:noFill/>
          <a:ln cap="flat" cmpd="sng" w="28575">
            <a:solidFill>
              <a:schemeClr val="lt1"/>
            </a:solidFill>
            <a:prstDash val="solid"/>
            <a:round/>
            <a:headEnd len="med" w="med" type="triangle"/>
            <a:tailEnd len="med" w="med" type="triangl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4" name="Shape 804"/>
        <p:cNvGrpSpPr/>
        <p:nvPr/>
      </p:nvGrpSpPr>
      <p:grpSpPr>
        <a:xfrm>
          <a:off x="0" y="0"/>
          <a:ext cx="0" cy="0"/>
          <a:chOff x="0" y="0"/>
          <a:chExt cx="0" cy="0"/>
        </a:xfrm>
      </p:grpSpPr>
      <p:sp>
        <p:nvSpPr>
          <p:cNvPr id="805" name="Google Shape;805;p7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Problem solving with estimation</a:t>
            </a:r>
            <a:endParaRPr/>
          </a:p>
        </p:txBody>
      </p:sp>
      <p:pic>
        <p:nvPicPr>
          <p:cNvPr id="806" name="Google Shape;806;p70"/>
          <p:cNvPicPr preferRelativeResize="0"/>
          <p:nvPr/>
        </p:nvPicPr>
        <p:blipFill rotWithShape="1">
          <a:blip r:embed="rId3">
            <a:alphaModFix/>
          </a:blip>
          <a:srcRect b="21048" l="0" r="72212" t="0"/>
          <a:stretch/>
        </p:blipFill>
        <p:spPr>
          <a:xfrm flipH="1">
            <a:off x="6693649" y="943038"/>
            <a:ext cx="2041901" cy="3257426"/>
          </a:xfrm>
          <a:prstGeom prst="rect">
            <a:avLst/>
          </a:prstGeom>
          <a:noFill/>
          <a:ln>
            <a:noFill/>
          </a:ln>
        </p:spPr>
      </p:pic>
      <p:pic>
        <p:nvPicPr>
          <p:cNvPr id="807" name="Google Shape;807;p70"/>
          <p:cNvPicPr preferRelativeResize="0"/>
          <p:nvPr/>
        </p:nvPicPr>
        <p:blipFill>
          <a:blip r:embed="rId4">
            <a:alphaModFix/>
          </a:blip>
          <a:stretch>
            <a:fillRect/>
          </a:stretch>
        </p:blipFill>
        <p:spPr>
          <a:xfrm flipH="1">
            <a:off x="411900" y="3188775"/>
            <a:ext cx="560400" cy="1631626"/>
          </a:xfrm>
          <a:prstGeom prst="rect">
            <a:avLst/>
          </a:prstGeom>
          <a:noFill/>
          <a:ln>
            <a:noFill/>
          </a:ln>
        </p:spPr>
      </p:pic>
      <p:sp>
        <p:nvSpPr>
          <p:cNvPr id="808" name="Google Shape;808;p70"/>
          <p:cNvSpPr txBox="1"/>
          <p:nvPr>
            <p:ph idx="1" type="body"/>
          </p:nvPr>
        </p:nvSpPr>
        <p:spPr>
          <a:xfrm>
            <a:off x="377575" y="987900"/>
            <a:ext cx="6118200" cy="1124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The height of the Statue of Liberty is 62 times the height of an average secondary school pupil.</a:t>
            </a:r>
            <a:endParaRPr/>
          </a:p>
          <a:p>
            <a:pPr indent="0" lvl="0" marL="0" rtl="0" algn="l">
              <a:spcBef>
                <a:spcPts val="1000"/>
              </a:spcBef>
              <a:spcAft>
                <a:spcPts val="1000"/>
              </a:spcAft>
              <a:buNone/>
            </a:pPr>
            <a:r>
              <a:rPr lang="en-GB"/>
              <a:t>How would you go about estimating the height of the Statue of Liberty?</a:t>
            </a:r>
            <a:endParaRPr/>
          </a:p>
        </p:txBody>
      </p:sp>
      <p:cxnSp>
        <p:nvCxnSpPr>
          <p:cNvPr id="809" name="Google Shape;809;p70"/>
          <p:cNvCxnSpPr/>
          <p:nvPr/>
        </p:nvCxnSpPr>
        <p:spPr>
          <a:xfrm>
            <a:off x="1235675" y="3200750"/>
            <a:ext cx="0" cy="1553100"/>
          </a:xfrm>
          <a:prstGeom prst="straightConnector1">
            <a:avLst/>
          </a:prstGeom>
          <a:noFill/>
          <a:ln cap="flat" cmpd="sng" w="19050">
            <a:solidFill>
              <a:schemeClr val="dk1"/>
            </a:solidFill>
            <a:prstDash val="solid"/>
            <a:round/>
            <a:headEnd len="med" w="med" type="triangle"/>
            <a:tailEnd len="med" w="med" type="triangle"/>
          </a:ln>
        </p:spPr>
      </p:cxnSp>
      <p:sp>
        <p:nvSpPr>
          <p:cNvPr id="810" name="Google Shape;810;p70"/>
          <p:cNvSpPr txBox="1"/>
          <p:nvPr/>
        </p:nvSpPr>
        <p:spPr>
          <a:xfrm>
            <a:off x="2003863" y="3188775"/>
            <a:ext cx="3921600" cy="70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Estimate the average height of a secondary school pupil × 60</a:t>
            </a:r>
            <a:endParaRPr sz="2200">
              <a:solidFill>
                <a:schemeClr val="dk1"/>
              </a:solidFill>
              <a:latin typeface="Lexend"/>
              <a:ea typeface="Lexend"/>
              <a:cs typeface="Lexend"/>
              <a:sym typeface="Lexend"/>
            </a:endParaRPr>
          </a:p>
        </p:txBody>
      </p:sp>
      <p:cxnSp>
        <p:nvCxnSpPr>
          <p:cNvPr id="811" name="Google Shape;811;p70"/>
          <p:cNvCxnSpPr/>
          <p:nvPr/>
        </p:nvCxnSpPr>
        <p:spPr>
          <a:xfrm rot="10800000">
            <a:off x="8134875" y="1493850"/>
            <a:ext cx="0" cy="2155800"/>
          </a:xfrm>
          <a:prstGeom prst="straightConnector1">
            <a:avLst/>
          </a:prstGeom>
          <a:noFill/>
          <a:ln cap="flat" cmpd="sng" w="28575">
            <a:solidFill>
              <a:schemeClr val="lt1"/>
            </a:solidFill>
            <a:prstDash val="solid"/>
            <a:round/>
            <a:headEnd len="med" w="med" type="triangle"/>
            <a:tailEnd len="med" w="med" type="triangl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5" name="Shape 815"/>
        <p:cNvGrpSpPr/>
        <p:nvPr/>
      </p:nvGrpSpPr>
      <p:grpSpPr>
        <a:xfrm>
          <a:off x="0" y="0"/>
          <a:ext cx="0" cy="0"/>
          <a:chOff x="0" y="0"/>
          <a:chExt cx="0" cy="0"/>
        </a:xfrm>
      </p:grpSpPr>
      <p:sp>
        <p:nvSpPr>
          <p:cNvPr id="816" name="Google Shape;816;p7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Problem solving with estimation</a:t>
            </a:r>
            <a:endParaRPr/>
          </a:p>
        </p:txBody>
      </p:sp>
      <p:pic>
        <p:nvPicPr>
          <p:cNvPr id="817" name="Google Shape;817;p71"/>
          <p:cNvPicPr preferRelativeResize="0"/>
          <p:nvPr/>
        </p:nvPicPr>
        <p:blipFill rotWithShape="1">
          <a:blip r:embed="rId3">
            <a:alphaModFix/>
          </a:blip>
          <a:srcRect b="21048" l="0" r="72212" t="0"/>
          <a:stretch/>
        </p:blipFill>
        <p:spPr>
          <a:xfrm flipH="1">
            <a:off x="6693649" y="943038"/>
            <a:ext cx="2041901" cy="3257426"/>
          </a:xfrm>
          <a:prstGeom prst="rect">
            <a:avLst/>
          </a:prstGeom>
          <a:noFill/>
          <a:ln>
            <a:noFill/>
          </a:ln>
        </p:spPr>
      </p:pic>
      <p:cxnSp>
        <p:nvCxnSpPr>
          <p:cNvPr id="818" name="Google Shape;818;p71"/>
          <p:cNvCxnSpPr/>
          <p:nvPr/>
        </p:nvCxnSpPr>
        <p:spPr>
          <a:xfrm rot="10800000">
            <a:off x="8134875" y="1493850"/>
            <a:ext cx="0" cy="2155800"/>
          </a:xfrm>
          <a:prstGeom prst="straightConnector1">
            <a:avLst/>
          </a:prstGeom>
          <a:noFill/>
          <a:ln cap="flat" cmpd="sng" w="28575">
            <a:solidFill>
              <a:schemeClr val="lt1"/>
            </a:solidFill>
            <a:prstDash val="solid"/>
            <a:round/>
            <a:headEnd len="med" w="med" type="triangle"/>
            <a:tailEnd len="med" w="med" type="triangle"/>
          </a:ln>
        </p:spPr>
      </p:cxnSp>
      <p:pic>
        <p:nvPicPr>
          <p:cNvPr id="819" name="Google Shape;819;p71"/>
          <p:cNvPicPr preferRelativeResize="0"/>
          <p:nvPr/>
        </p:nvPicPr>
        <p:blipFill>
          <a:blip r:embed="rId4">
            <a:alphaModFix/>
          </a:blip>
          <a:stretch>
            <a:fillRect/>
          </a:stretch>
        </p:blipFill>
        <p:spPr>
          <a:xfrm flipH="1">
            <a:off x="411900" y="3188775"/>
            <a:ext cx="560400" cy="1631626"/>
          </a:xfrm>
          <a:prstGeom prst="rect">
            <a:avLst/>
          </a:prstGeom>
          <a:noFill/>
          <a:ln>
            <a:noFill/>
          </a:ln>
        </p:spPr>
      </p:pic>
      <p:sp>
        <p:nvSpPr>
          <p:cNvPr id="820" name="Google Shape;820;p71"/>
          <p:cNvSpPr txBox="1"/>
          <p:nvPr>
            <p:ph idx="1" type="body"/>
          </p:nvPr>
        </p:nvSpPr>
        <p:spPr>
          <a:xfrm>
            <a:off x="377575" y="987900"/>
            <a:ext cx="6118200" cy="1124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The height of the Statue of Liberty is 62 times the height of an average secondary school pupil.</a:t>
            </a:r>
            <a:endParaRPr/>
          </a:p>
          <a:p>
            <a:pPr indent="0" lvl="0" marL="0" rtl="0" algn="l">
              <a:spcBef>
                <a:spcPts val="1000"/>
              </a:spcBef>
              <a:spcAft>
                <a:spcPts val="1000"/>
              </a:spcAft>
              <a:buNone/>
            </a:pPr>
            <a:r>
              <a:rPr lang="en-GB"/>
              <a:t>How would you go about estimating the height of the Statue of Liberty?</a:t>
            </a:r>
            <a:endParaRPr/>
          </a:p>
        </p:txBody>
      </p:sp>
      <p:cxnSp>
        <p:nvCxnSpPr>
          <p:cNvPr id="821" name="Google Shape;821;p71"/>
          <p:cNvCxnSpPr/>
          <p:nvPr/>
        </p:nvCxnSpPr>
        <p:spPr>
          <a:xfrm>
            <a:off x="1235675" y="3200750"/>
            <a:ext cx="0" cy="1553100"/>
          </a:xfrm>
          <a:prstGeom prst="straightConnector1">
            <a:avLst/>
          </a:prstGeom>
          <a:noFill/>
          <a:ln cap="flat" cmpd="sng" w="19050">
            <a:solidFill>
              <a:schemeClr val="dk1"/>
            </a:solidFill>
            <a:prstDash val="solid"/>
            <a:round/>
            <a:headEnd len="med" w="med" type="triangle"/>
            <a:tailEnd len="med" w="med" type="triangle"/>
          </a:ln>
        </p:spPr>
      </p:cxnSp>
      <p:sp>
        <p:nvSpPr>
          <p:cNvPr id="822" name="Google Shape;822;p71"/>
          <p:cNvSpPr txBox="1"/>
          <p:nvPr/>
        </p:nvSpPr>
        <p:spPr>
          <a:xfrm>
            <a:off x="1499050" y="3493575"/>
            <a:ext cx="4426500" cy="70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A</a:t>
            </a:r>
            <a:r>
              <a:rPr lang="en-GB" sz="2200">
                <a:solidFill>
                  <a:schemeClr val="dk1"/>
                </a:solidFill>
                <a:latin typeface="Lexend"/>
                <a:ea typeface="Lexend"/>
                <a:cs typeface="Lexend"/>
                <a:sym typeface="Lexend"/>
              </a:rPr>
              <a:t>verage height pupil       1.5 m </a:t>
            </a:r>
            <a:endParaRPr sz="2200">
              <a:solidFill>
                <a:schemeClr val="dk1"/>
              </a:solidFill>
              <a:latin typeface="Lexend"/>
              <a:ea typeface="Lexend"/>
              <a:cs typeface="Lexend"/>
              <a:sym typeface="Lexend"/>
            </a:endParaRPr>
          </a:p>
        </p:txBody>
      </p:sp>
      <p:pic>
        <p:nvPicPr>
          <p:cNvPr descr="&lt;math xmlns=&quot;http://www.w3.org/1998/Math/MathML&quot; display=&quot;block&quot; data-is-equatio=&quot;1&quot; data-latex=&quot;892\ \times176.9\ \approx900\ \times200&quot;&gt;&lt;mn&gt;892&lt;/mn&gt;&lt;mtext&gt;&lt;/mtext&gt;&lt;mo&gt;×&lt;/mo&gt;&lt;mn&gt;176.9&lt;/mn&gt;&lt;mtext&gt;&lt;/mtext&gt;&lt;mo&gt;≈&lt;/mo&gt;&lt;mn&gt;900&lt;/mn&gt;&lt;mtext&gt;&lt;/mtext&gt;&lt;mo&gt;×&lt;/mo&gt;&lt;mn&gt;200&lt;/mn&gt;&lt;/math&gt;" id="823" name="Google Shape;823;p71" title="892 times 176.9 almost equals 900 times 200"/>
          <p:cNvPicPr preferRelativeResize="0"/>
          <p:nvPr/>
        </p:nvPicPr>
        <p:blipFill rotWithShape="1">
          <a:blip r:embed="rId5">
            <a:alphaModFix/>
          </a:blip>
          <a:srcRect b="0" l="49237" r="40241" t="0"/>
          <a:stretch/>
        </p:blipFill>
        <p:spPr>
          <a:xfrm>
            <a:off x="4424725" y="3604350"/>
            <a:ext cx="480550" cy="303725"/>
          </a:xfrm>
          <a:prstGeom prst="rect">
            <a:avLst/>
          </a:prstGeom>
          <a:noFill/>
          <a:ln>
            <a:noFill/>
          </a:ln>
        </p:spPr>
      </p:pic>
      <p:sp>
        <p:nvSpPr>
          <p:cNvPr id="824" name="Google Shape;824;p71"/>
          <p:cNvSpPr txBox="1"/>
          <p:nvPr/>
        </p:nvSpPr>
        <p:spPr>
          <a:xfrm>
            <a:off x="1499050" y="3950775"/>
            <a:ext cx="4426500" cy="70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Statue of Liberty</a:t>
            </a:r>
            <a:r>
              <a:rPr lang="en-GB" sz="2200">
                <a:solidFill>
                  <a:schemeClr val="dk1"/>
                </a:solidFill>
                <a:latin typeface="Lexend"/>
                <a:ea typeface="Lexend"/>
                <a:cs typeface="Lexend"/>
                <a:sym typeface="Lexend"/>
              </a:rPr>
              <a:t>       1.5 × 60 </a:t>
            </a:r>
            <a:endParaRPr sz="2200">
              <a:solidFill>
                <a:schemeClr val="dk1"/>
              </a:solidFill>
              <a:latin typeface="Lexend"/>
              <a:ea typeface="Lexend"/>
              <a:cs typeface="Lexend"/>
              <a:sym typeface="Lexend"/>
            </a:endParaRPr>
          </a:p>
        </p:txBody>
      </p:sp>
      <p:pic>
        <p:nvPicPr>
          <p:cNvPr descr="&lt;math xmlns=&quot;http://www.w3.org/1998/Math/MathML&quot; display=&quot;block&quot; data-is-equatio=&quot;1&quot; data-latex=&quot;892\ \times176.9\ \approx900\ \times200&quot;&gt;&lt;mn&gt;892&lt;/mn&gt;&lt;mtext&gt;&lt;/mtext&gt;&lt;mo&gt;×&lt;/mo&gt;&lt;mn&gt;176.9&lt;/mn&gt;&lt;mtext&gt;&lt;/mtext&gt;&lt;mo&gt;≈&lt;/mo&gt;&lt;mn&gt;900&lt;/mn&gt;&lt;mtext&gt;&lt;/mtext&gt;&lt;mo&gt;×&lt;/mo&gt;&lt;mn&gt;200&lt;/mn&gt;&lt;/math&gt;" id="825" name="Google Shape;825;p71" title="892 times 176.9 almost equals 900 times 200"/>
          <p:cNvPicPr preferRelativeResize="0"/>
          <p:nvPr/>
        </p:nvPicPr>
        <p:blipFill rotWithShape="1">
          <a:blip r:embed="rId5">
            <a:alphaModFix/>
          </a:blip>
          <a:srcRect b="0" l="49237" r="40241" t="0"/>
          <a:stretch/>
        </p:blipFill>
        <p:spPr>
          <a:xfrm>
            <a:off x="3944175" y="4025762"/>
            <a:ext cx="480550" cy="303725"/>
          </a:xfrm>
          <a:prstGeom prst="rect">
            <a:avLst/>
          </a:prstGeom>
          <a:noFill/>
          <a:ln>
            <a:noFill/>
          </a:ln>
        </p:spPr>
      </p:pic>
      <p:sp>
        <p:nvSpPr>
          <p:cNvPr id="826" name="Google Shape;826;p71"/>
          <p:cNvSpPr txBox="1"/>
          <p:nvPr/>
        </p:nvSpPr>
        <p:spPr>
          <a:xfrm>
            <a:off x="1499050" y="4447150"/>
            <a:ext cx="4426500" cy="70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Statue of Liberty       90 m</a:t>
            </a:r>
            <a:endParaRPr sz="2200">
              <a:solidFill>
                <a:schemeClr val="dk1"/>
              </a:solidFill>
              <a:latin typeface="Lexend"/>
              <a:ea typeface="Lexend"/>
              <a:cs typeface="Lexend"/>
              <a:sym typeface="Lexend"/>
            </a:endParaRPr>
          </a:p>
        </p:txBody>
      </p:sp>
      <p:pic>
        <p:nvPicPr>
          <p:cNvPr descr="&lt;math xmlns=&quot;http://www.w3.org/1998/Math/MathML&quot; display=&quot;block&quot; data-is-equatio=&quot;1&quot; data-latex=&quot;892\ \times176.9\ \approx900\ \times200&quot;&gt;&lt;mn&gt;892&lt;/mn&gt;&lt;mtext&gt;&lt;/mtext&gt;&lt;mo&gt;×&lt;/mo&gt;&lt;mn&gt;176.9&lt;/mn&gt;&lt;mtext&gt;&lt;/mtext&gt;&lt;mo&gt;≈&lt;/mo&gt;&lt;mn&gt;900&lt;/mn&gt;&lt;mtext&gt;&lt;/mtext&gt;&lt;mo&gt;×&lt;/mo&gt;&lt;mn&gt;200&lt;/mn&gt;&lt;/math&gt;" id="827" name="Google Shape;827;p71" title="892 times 176.9 almost equals 900 times 200"/>
          <p:cNvPicPr preferRelativeResize="0"/>
          <p:nvPr/>
        </p:nvPicPr>
        <p:blipFill rotWithShape="1">
          <a:blip r:embed="rId5">
            <a:alphaModFix/>
          </a:blip>
          <a:srcRect b="0" l="49237" r="40241" t="0"/>
          <a:stretch/>
        </p:blipFill>
        <p:spPr>
          <a:xfrm>
            <a:off x="3944175" y="4522137"/>
            <a:ext cx="480550" cy="303725"/>
          </a:xfrm>
          <a:prstGeom prst="rect">
            <a:avLst/>
          </a:prstGeom>
          <a:noFill/>
          <a:ln>
            <a:noFill/>
          </a:ln>
        </p:spPr>
      </p:pic>
      <p:sp>
        <p:nvSpPr>
          <p:cNvPr id="828" name="Google Shape;828;p71"/>
          <p:cNvSpPr txBox="1"/>
          <p:nvPr/>
        </p:nvSpPr>
        <p:spPr>
          <a:xfrm>
            <a:off x="1499050" y="3076200"/>
            <a:ext cx="5091300" cy="70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Firstly, round as we are estimating.</a:t>
            </a:r>
            <a:r>
              <a:rPr lang="en-GB" sz="2200">
                <a:solidFill>
                  <a:schemeClr val="dk1"/>
                </a:solidFill>
                <a:latin typeface="Lexend"/>
                <a:ea typeface="Lexend"/>
                <a:cs typeface="Lexend"/>
                <a:sym typeface="Lexend"/>
              </a:rPr>
              <a:t> </a:t>
            </a:r>
            <a:endParaRPr sz="2200">
              <a:solidFill>
                <a:schemeClr val="dk1"/>
              </a:solidFill>
              <a:latin typeface="Lexend"/>
              <a:ea typeface="Lexend"/>
              <a:cs typeface="Lexend"/>
              <a:sym typeface="Lexend"/>
            </a:endParaRPr>
          </a:p>
        </p:txBody>
      </p:sp>
      <p:sp>
        <p:nvSpPr>
          <p:cNvPr id="829" name="Google Shape;829;p71"/>
          <p:cNvSpPr/>
          <p:nvPr/>
        </p:nvSpPr>
        <p:spPr>
          <a:xfrm rot="-1298364">
            <a:off x="5640124" y="2806500"/>
            <a:ext cx="2265678" cy="2077938"/>
          </a:xfrm>
          <a:prstGeom prst="star8">
            <a:avLst>
              <a:gd fmla="val 37500" name="adj"/>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Lexend"/>
                <a:ea typeface="Lexend"/>
                <a:cs typeface="Lexend"/>
                <a:sym typeface="Lexend"/>
              </a:rPr>
              <a:t>Statue of </a:t>
            </a:r>
            <a:r>
              <a:rPr lang="en-GB" sz="1800">
                <a:latin typeface="Lexend"/>
                <a:ea typeface="Lexend"/>
                <a:cs typeface="Lexend"/>
                <a:sym typeface="Lexend"/>
              </a:rPr>
              <a:t>Liberty</a:t>
            </a:r>
            <a:r>
              <a:rPr lang="en-GB" sz="1800">
                <a:latin typeface="Lexend"/>
                <a:ea typeface="Lexend"/>
                <a:cs typeface="Lexend"/>
                <a:sym typeface="Lexend"/>
              </a:rPr>
              <a:t> is </a:t>
            </a:r>
            <a:endParaRPr sz="1800">
              <a:latin typeface="Lexend"/>
              <a:ea typeface="Lexend"/>
              <a:cs typeface="Lexend"/>
              <a:sym typeface="Lexend"/>
            </a:endParaRPr>
          </a:p>
          <a:p>
            <a:pPr indent="0" lvl="0" marL="0" rtl="0" algn="ctr">
              <a:spcBef>
                <a:spcPts val="0"/>
              </a:spcBef>
              <a:spcAft>
                <a:spcPts val="0"/>
              </a:spcAft>
              <a:buNone/>
            </a:pPr>
            <a:r>
              <a:rPr lang="en-GB" sz="1800">
                <a:latin typeface="Lexend"/>
                <a:ea typeface="Lexend"/>
                <a:cs typeface="Lexend"/>
                <a:sym typeface="Lexend"/>
              </a:rPr>
              <a:t>93 m high</a:t>
            </a:r>
            <a:endParaRPr sz="1800">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2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3" name="Shape 833"/>
        <p:cNvGrpSpPr/>
        <p:nvPr/>
      </p:nvGrpSpPr>
      <p:grpSpPr>
        <a:xfrm>
          <a:off x="0" y="0"/>
          <a:ext cx="0" cy="0"/>
          <a:chOff x="0" y="0"/>
          <a:chExt cx="0" cy="0"/>
        </a:xfrm>
      </p:grpSpPr>
      <p:sp>
        <p:nvSpPr>
          <p:cNvPr id="834" name="Google Shape;834;p72"/>
          <p:cNvSpPr txBox="1"/>
          <p:nvPr>
            <p:ph idx="1" type="body"/>
          </p:nvPr>
        </p:nvSpPr>
        <p:spPr>
          <a:xfrm>
            <a:off x="324000" y="759300"/>
            <a:ext cx="8237700" cy="86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900"/>
              <a:t>Here is a rectangle with a 3.78 cm length square removed. The shaded area is 198.7 cm</a:t>
            </a:r>
            <a:r>
              <a:rPr baseline="30000" lang="en-GB" sz="1900"/>
              <a:t>2</a:t>
            </a:r>
            <a:r>
              <a:rPr lang="en-GB" sz="1900"/>
              <a:t>. Work out an estimate for the missing length.</a:t>
            </a:r>
            <a:endParaRPr sz="1900"/>
          </a:p>
        </p:txBody>
      </p:sp>
      <p:sp>
        <p:nvSpPr>
          <p:cNvPr id="835" name="Google Shape;835;p72"/>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Problem solving with estimation</a:t>
            </a:r>
            <a:endParaRPr/>
          </a:p>
        </p:txBody>
      </p:sp>
      <p:sp>
        <p:nvSpPr>
          <p:cNvPr id="836" name="Google Shape;836;p72"/>
          <p:cNvSpPr txBox="1"/>
          <p:nvPr/>
        </p:nvSpPr>
        <p:spPr>
          <a:xfrm>
            <a:off x="324000" y="1576375"/>
            <a:ext cx="3891000" cy="2772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rPr lang="en-GB" sz="1800">
                <a:solidFill>
                  <a:schemeClr val="dk1"/>
                </a:solidFill>
                <a:latin typeface="Kalam"/>
                <a:ea typeface="Kalam"/>
                <a:cs typeface="Kalam"/>
                <a:sym typeface="Kalam"/>
              </a:rPr>
              <a:t>Firstly, round as we are estimating.</a:t>
            </a:r>
            <a:endParaRPr sz="1000">
              <a:latin typeface="Kalam"/>
              <a:ea typeface="Kalam"/>
              <a:cs typeface="Kalam"/>
              <a:sym typeface="Kalam"/>
            </a:endParaRPr>
          </a:p>
        </p:txBody>
      </p:sp>
      <p:sp>
        <p:nvSpPr>
          <p:cNvPr id="837" name="Google Shape;837;p72"/>
          <p:cNvSpPr txBox="1"/>
          <p:nvPr/>
        </p:nvSpPr>
        <p:spPr>
          <a:xfrm>
            <a:off x="324000" y="2623925"/>
            <a:ext cx="3966000" cy="2925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rPr lang="en-GB" sz="1800">
                <a:solidFill>
                  <a:schemeClr val="dk1"/>
                </a:solidFill>
                <a:latin typeface="Kalam"/>
                <a:ea typeface="Kalam"/>
                <a:cs typeface="Kalam"/>
                <a:sym typeface="Kalam"/>
              </a:rPr>
              <a:t>Area of the square    4 × 4 = 16 </a:t>
            </a:r>
            <a:r>
              <a:rPr lang="en-GB" sz="1900">
                <a:solidFill>
                  <a:schemeClr val="dk1"/>
                </a:solidFill>
                <a:latin typeface="Kalam"/>
                <a:ea typeface="Kalam"/>
                <a:cs typeface="Kalam"/>
                <a:sym typeface="Kalam"/>
              </a:rPr>
              <a:t>cm</a:t>
            </a:r>
            <a:r>
              <a:rPr baseline="30000" lang="en-GB" sz="1900">
                <a:solidFill>
                  <a:schemeClr val="dk1"/>
                </a:solidFill>
                <a:latin typeface="Kalam"/>
                <a:ea typeface="Kalam"/>
                <a:cs typeface="Kalam"/>
                <a:sym typeface="Kalam"/>
              </a:rPr>
              <a:t>2</a:t>
            </a:r>
            <a:r>
              <a:rPr lang="en-GB" sz="1800">
                <a:solidFill>
                  <a:schemeClr val="dk1"/>
                </a:solidFill>
                <a:latin typeface="Kalam"/>
                <a:ea typeface="Kalam"/>
                <a:cs typeface="Kalam"/>
                <a:sym typeface="Kalam"/>
              </a:rPr>
              <a:t> </a:t>
            </a:r>
            <a:endParaRPr sz="1800">
              <a:solidFill>
                <a:schemeClr val="dk1"/>
              </a:solidFill>
              <a:latin typeface="Kalam"/>
              <a:ea typeface="Kalam"/>
              <a:cs typeface="Kalam"/>
              <a:sym typeface="Kalam"/>
            </a:endParaRPr>
          </a:p>
        </p:txBody>
      </p:sp>
      <p:sp>
        <p:nvSpPr>
          <p:cNvPr id="838" name="Google Shape;838;p72"/>
          <p:cNvSpPr txBox="1"/>
          <p:nvPr/>
        </p:nvSpPr>
        <p:spPr>
          <a:xfrm>
            <a:off x="324000" y="2092500"/>
            <a:ext cx="4824600" cy="2925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rPr lang="en-GB" sz="1800">
                <a:solidFill>
                  <a:schemeClr val="dk1"/>
                </a:solidFill>
                <a:latin typeface="Kalam"/>
                <a:ea typeface="Kalam"/>
                <a:cs typeface="Kalam"/>
                <a:sym typeface="Kalam"/>
              </a:rPr>
              <a:t>Area of rectangle - area of square    200 </a:t>
            </a:r>
            <a:r>
              <a:rPr lang="en-GB" sz="1900">
                <a:solidFill>
                  <a:schemeClr val="dk1"/>
                </a:solidFill>
                <a:latin typeface="Kalam"/>
                <a:ea typeface="Kalam"/>
                <a:cs typeface="Kalam"/>
                <a:sym typeface="Kalam"/>
              </a:rPr>
              <a:t>cm</a:t>
            </a:r>
            <a:r>
              <a:rPr baseline="30000" lang="en-GB" sz="1900">
                <a:solidFill>
                  <a:schemeClr val="dk1"/>
                </a:solidFill>
                <a:latin typeface="Kalam"/>
                <a:ea typeface="Kalam"/>
                <a:cs typeface="Kalam"/>
                <a:sym typeface="Kalam"/>
              </a:rPr>
              <a:t>2</a:t>
            </a:r>
            <a:r>
              <a:rPr lang="en-GB" sz="1800">
                <a:solidFill>
                  <a:schemeClr val="dk1"/>
                </a:solidFill>
                <a:latin typeface="Kalam"/>
                <a:ea typeface="Kalam"/>
                <a:cs typeface="Kalam"/>
                <a:sym typeface="Kalam"/>
              </a:rPr>
              <a:t> </a:t>
            </a:r>
            <a:endParaRPr sz="1800">
              <a:solidFill>
                <a:schemeClr val="dk1"/>
              </a:solidFill>
              <a:latin typeface="Kalam"/>
              <a:ea typeface="Kalam"/>
              <a:cs typeface="Kalam"/>
              <a:sym typeface="Kalam"/>
            </a:endParaRPr>
          </a:p>
        </p:txBody>
      </p:sp>
      <p:sp>
        <p:nvSpPr>
          <p:cNvPr id="839" name="Google Shape;839;p72"/>
          <p:cNvSpPr/>
          <p:nvPr/>
        </p:nvSpPr>
        <p:spPr>
          <a:xfrm>
            <a:off x="5809400" y="1705475"/>
            <a:ext cx="2994900" cy="1699200"/>
          </a:xfrm>
          <a:prstGeom prst="rect">
            <a:avLst/>
          </a:prstGeom>
          <a:solidFill>
            <a:schemeClr val="dk2"/>
          </a:solid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840" name="Google Shape;840;p72"/>
          <p:cNvCxnSpPr/>
          <p:nvPr/>
        </p:nvCxnSpPr>
        <p:spPr>
          <a:xfrm rot="10800000">
            <a:off x="5809500" y="3629925"/>
            <a:ext cx="3010500" cy="1500"/>
          </a:xfrm>
          <a:prstGeom prst="straightConnector1">
            <a:avLst/>
          </a:prstGeom>
          <a:noFill/>
          <a:ln cap="flat" cmpd="sng" w="19050">
            <a:solidFill>
              <a:schemeClr val="dk1"/>
            </a:solidFill>
            <a:prstDash val="solid"/>
            <a:round/>
            <a:headEnd len="med" w="med" type="triangle"/>
            <a:tailEnd len="med" w="med" type="triangle"/>
          </a:ln>
        </p:spPr>
      </p:cxnSp>
      <p:sp>
        <p:nvSpPr>
          <p:cNvPr id="841" name="Google Shape;841;p72"/>
          <p:cNvSpPr txBox="1"/>
          <p:nvPr/>
        </p:nvSpPr>
        <p:spPr>
          <a:xfrm>
            <a:off x="6816062" y="3642100"/>
            <a:ext cx="1338900" cy="5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900">
                <a:solidFill>
                  <a:schemeClr val="dk1"/>
                </a:solidFill>
                <a:latin typeface="Lexend"/>
                <a:ea typeface="Lexend"/>
                <a:cs typeface="Lexend"/>
                <a:sym typeface="Lexend"/>
              </a:rPr>
              <a:t>………… cm</a:t>
            </a:r>
            <a:endParaRPr sz="1900">
              <a:solidFill>
                <a:schemeClr val="dk1"/>
              </a:solidFill>
              <a:latin typeface="Lexend"/>
              <a:ea typeface="Lexend"/>
              <a:cs typeface="Lexend"/>
              <a:sym typeface="Lexend"/>
            </a:endParaRPr>
          </a:p>
        </p:txBody>
      </p:sp>
      <p:cxnSp>
        <p:nvCxnSpPr>
          <p:cNvPr id="842" name="Google Shape;842;p72"/>
          <p:cNvCxnSpPr/>
          <p:nvPr/>
        </p:nvCxnSpPr>
        <p:spPr>
          <a:xfrm rot="10800000">
            <a:off x="5600508" y="1705575"/>
            <a:ext cx="0" cy="1764600"/>
          </a:xfrm>
          <a:prstGeom prst="straightConnector1">
            <a:avLst/>
          </a:prstGeom>
          <a:noFill/>
          <a:ln cap="flat" cmpd="sng" w="19050">
            <a:solidFill>
              <a:schemeClr val="dk1"/>
            </a:solidFill>
            <a:prstDash val="solid"/>
            <a:round/>
            <a:headEnd len="med" w="med" type="triangle"/>
            <a:tailEnd len="med" w="med" type="triangle"/>
          </a:ln>
        </p:spPr>
      </p:cxnSp>
      <p:sp>
        <p:nvSpPr>
          <p:cNvPr id="843" name="Google Shape;843;p72"/>
          <p:cNvSpPr txBox="1"/>
          <p:nvPr/>
        </p:nvSpPr>
        <p:spPr>
          <a:xfrm>
            <a:off x="4626220" y="2287955"/>
            <a:ext cx="1072800" cy="39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900">
                <a:solidFill>
                  <a:schemeClr val="dk1"/>
                </a:solidFill>
                <a:latin typeface="Lexend"/>
                <a:ea typeface="Lexend"/>
                <a:cs typeface="Lexend"/>
                <a:sym typeface="Lexend"/>
              </a:rPr>
              <a:t>9.86 cm</a:t>
            </a:r>
            <a:endParaRPr sz="1900">
              <a:solidFill>
                <a:schemeClr val="dk1"/>
              </a:solidFill>
              <a:latin typeface="Lexend"/>
              <a:ea typeface="Lexend"/>
              <a:cs typeface="Lexend"/>
              <a:sym typeface="Lexend"/>
            </a:endParaRPr>
          </a:p>
        </p:txBody>
      </p:sp>
      <p:sp>
        <p:nvSpPr>
          <p:cNvPr id="844" name="Google Shape;844;p72"/>
          <p:cNvSpPr/>
          <p:nvPr/>
        </p:nvSpPr>
        <p:spPr>
          <a:xfrm>
            <a:off x="6931225" y="2248325"/>
            <a:ext cx="663300" cy="613500"/>
          </a:xfrm>
          <a:prstGeom prst="rect">
            <a:avLst/>
          </a:prstGeom>
          <a:solidFill>
            <a:schemeClr val="lt1"/>
          </a:solid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45" name="Google Shape;845;p72"/>
          <p:cNvSpPr txBox="1"/>
          <p:nvPr/>
        </p:nvSpPr>
        <p:spPr>
          <a:xfrm>
            <a:off x="4824000" y="2358117"/>
            <a:ext cx="1072800" cy="39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900">
                <a:solidFill>
                  <a:schemeClr val="dk1"/>
                </a:solidFill>
                <a:latin typeface="Kalam"/>
                <a:ea typeface="Kalam"/>
                <a:cs typeface="Kalam"/>
                <a:sym typeface="Kalam"/>
              </a:rPr>
              <a:t>10 cm</a:t>
            </a:r>
            <a:endParaRPr sz="1900">
              <a:solidFill>
                <a:schemeClr val="dk1"/>
              </a:solidFill>
              <a:latin typeface="Kalam"/>
              <a:ea typeface="Kalam"/>
              <a:cs typeface="Kalam"/>
              <a:sym typeface="Kalam"/>
            </a:endParaRPr>
          </a:p>
        </p:txBody>
      </p:sp>
      <p:sp>
        <p:nvSpPr>
          <p:cNvPr id="846" name="Google Shape;846;p72"/>
          <p:cNvSpPr txBox="1"/>
          <p:nvPr/>
        </p:nvSpPr>
        <p:spPr>
          <a:xfrm>
            <a:off x="6887175" y="1866255"/>
            <a:ext cx="1072800" cy="39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900">
                <a:solidFill>
                  <a:schemeClr val="lt1"/>
                </a:solidFill>
                <a:latin typeface="Kalam"/>
                <a:ea typeface="Kalam"/>
                <a:cs typeface="Kalam"/>
                <a:sym typeface="Kalam"/>
              </a:rPr>
              <a:t>4 cm</a:t>
            </a:r>
            <a:endParaRPr sz="1900">
              <a:solidFill>
                <a:schemeClr val="lt1"/>
              </a:solidFill>
              <a:latin typeface="Kalam"/>
              <a:ea typeface="Kalam"/>
              <a:cs typeface="Kalam"/>
              <a:sym typeface="Kalam"/>
            </a:endParaRPr>
          </a:p>
        </p:txBody>
      </p:sp>
      <p:sp>
        <p:nvSpPr>
          <p:cNvPr id="847" name="Google Shape;847;p72"/>
          <p:cNvSpPr txBox="1"/>
          <p:nvPr/>
        </p:nvSpPr>
        <p:spPr>
          <a:xfrm>
            <a:off x="6178675" y="2287955"/>
            <a:ext cx="1072800" cy="39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900">
                <a:solidFill>
                  <a:schemeClr val="lt1"/>
                </a:solidFill>
                <a:latin typeface="Kalam"/>
                <a:ea typeface="Kalam"/>
                <a:cs typeface="Kalam"/>
                <a:sym typeface="Kalam"/>
              </a:rPr>
              <a:t>4 cm</a:t>
            </a:r>
            <a:endParaRPr sz="1900">
              <a:solidFill>
                <a:schemeClr val="lt1"/>
              </a:solidFill>
              <a:latin typeface="Kalam"/>
              <a:ea typeface="Kalam"/>
              <a:cs typeface="Kalam"/>
              <a:sym typeface="Kalam"/>
            </a:endParaRPr>
          </a:p>
        </p:txBody>
      </p:sp>
      <p:sp>
        <p:nvSpPr>
          <p:cNvPr id="848" name="Google Shape;848;p72"/>
          <p:cNvSpPr txBox="1"/>
          <p:nvPr/>
        </p:nvSpPr>
        <p:spPr>
          <a:xfrm>
            <a:off x="324000" y="3231550"/>
            <a:ext cx="4824600" cy="2925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rPr lang="en-GB" sz="1800">
                <a:solidFill>
                  <a:schemeClr val="dk1"/>
                </a:solidFill>
                <a:latin typeface="Kalam"/>
                <a:ea typeface="Kalam"/>
                <a:cs typeface="Kalam"/>
                <a:sym typeface="Kalam"/>
              </a:rPr>
              <a:t>10 × length  - 16    200 </a:t>
            </a:r>
            <a:r>
              <a:rPr lang="en-GB" sz="1900">
                <a:solidFill>
                  <a:schemeClr val="dk1"/>
                </a:solidFill>
                <a:latin typeface="Kalam"/>
                <a:ea typeface="Kalam"/>
                <a:cs typeface="Kalam"/>
                <a:sym typeface="Kalam"/>
              </a:rPr>
              <a:t>cm</a:t>
            </a:r>
            <a:r>
              <a:rPr baseline="30000" lang="en-GB" sz="1900">
                <a:solidFill>
                  <a:schemeClr val="dk1"/>
                </a:solidFill>
                <a:latin typeface="Kalam"/>
                <a:ea typeface="Kalam"/>
                <a:cs typeface="Kalam"/>
                <a:sym typeface="Kalam"/>
              </a:rPr>
              <a:t>2</a:t>
            </a:r>
            <a:r>
              <a:rPr lang="en-GB" sz="1800">
                <a:solidFill>
                  <a:schemeClr val="dk1"/>
                </a:solidFill>
                <a:latin typeface="Kalam"/>
                <a:ea typeface="Kalam"/>
                <a:cs typeface="Kalam"/>
                <a:sym typeface="Kalam"/>
              </a:rPr>
              <a:t> </a:t>
            </a:r>
            <a:endParaRPr sz="1800">
              <a:solidFill>
                <a:schemeClr val="dk1"/>
              </a:solidFill>
              <a:latin typeface="Kalam"/>
              <a:ea typeface="Kalam"/>
              <a:cs typeface="Kalam"/>
              <a:sym typeface="Kalam"/>
            </a:endParaRPr>
          </a:p>
        </p:txBody>
      </p:sp>
      <p:sp>
        <p:nvSpPr>
          <p:cNvPr id="849" name="Google Shape;849;p72"/>
          <p:cNvSpPr txBox="1"/>
          <p:nvPr/>
        </p:nvSpPr>
        <p:spPr>
          <a:xfrm>
            <a:off x="1064050" y="3764950"/>
            <a:ext cx="4084500" cy="2925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rPr lang="en-GB" sz="1800">
                <a:solidFill>
                  <a:schemeClr val="dk1"/>
                </a:solidFill>
                <a:latin typeface="Kalam"/>
                <a:ea typeface="Kalam"/>
                <a:cs typeface="Kalam"/>
                <a:sym typeface="Kalam"/>
              </a:rPr>
              <a:t>10 × length   216 </a:t>
            </a:r>
            <a:r>
              <a:rPr lang="en-GB" sz="1900">
                <a:solidFill>
                  <a:schemeClr val="dk1"/>
                </a:solidFill>
                <a:latin typeface="Kalam"/>
                <a:ea typeface="Kalam"/>
                <a:cs typeface="Kalam"/>
                <a:sym typeface="Kalam"/>
              </a:rPr>
              <a:t>cm</a:t>
            </a:r>
            <a:r>
              <a:rPr baseline="30000" lang="en-GB" sz="1900">
                <a:solidFill>
                  <a:schemeClr val="dk1"/>
                </a:solidFill>
                <a:latin typeface="Kalam"/>
                <a:ea typeface="Kalam"/>
                <a:cs typeface="Kalam"/>
                <a:sym typeface="Kalam"/>
              </a:rPr>
              <a:t>2</a:t>
            </a:r>
            <a:r>
              <a:rPr lang="en-GB" sz="1800">
                <a:solidFill>
                  <a:schemeClr val="dk1"/>
                </a:solidFill>
                <a:latin typeface="Kalam"/>
                <a:ea typeface="Kalam"/>
                <a:cs typeface="Kalam"/>
                <a:sym typeface="Kalam"/>
              </a:rPr>
              <a:t> </a:t>
            </a:r>
            <a:endParaRPr sz="1800">
              <a:solidFill>
                <a:schemeClr val="dk1"/>
              </a:solidFill>
              <a:latin typeface="Kalam"/>
              <a:ea typeface="Kalam"/>
              <a:cs typeface="Kalam"/>
              <a:sym typeface="Kalam"/>
            </a:endParaRPr>
          </a:p>
        </p:txBody>
      </p:sp>
      <p:sp>
        <p:nvSpPr>
          <p:cNvPr id="850" name="Google Shape;850;p72"/>
          <p:cNvSpPr txBox="1"/>
          <p:nvPr/>
        </p:nvSpPr>
        <p:spPr>
          <a:xfrm>
            <a:off x="1518850" y="4374550"/>
            <a:ext cx="3629700" cy="2772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rPr lang="en-GB" sz="1800">
                <a:solidFill>
                  <a:schemeClr val="dk1"/>
                </a:solidFill>
                <a:latin typeface="Kalam"/>
                <a:ea typeface="Kalam"/>
                <a:cs typeface="Kalam"/>
                <a:sym typeface="Kalam"/>
              </a:rPr>
              <a:t>length   21.6 cm</a:t>
            </a:r>
            <a:endParaRPr sz="1800">
              <a:solidFill>
                <a:schemeClr val="dk1"/>
              </a:solidFill>
              <a:latin typeface="Kalam"/>
              <a:ea typeface="Kalam"/>
              <a:cs typeface="Kalam"/>
              <a:sym typeface="Kalam"/>
            </a:endParaRPr>
          </a:p>
        </p:txBody>
      </p:sp>
      <p:pic>
        <p:nvPicPr>
          <p:cNvPr descr="&lt;math xmlns=&quot;http://www.w3.org/1998/Math/MathML&quot; display=&quot;block&quot; data-is-equatio=&quot;1&quot; data-latex=&quot;892\ \times176.9\ \approx900\ \times200&quot;&gt;&lt;mn&gt;892&lt;/mn&gt;&lt;mtext&gt;&lt;/mtext&gt;&lt;mo&gt;×&lt;/mo&gt;&lt;mn&gt;176.9&lt;/mn&gt;&lt;mtext&gt;&lt;/mtext&gt;&lt;mo&gt;≈&lt;/mo&gt;&lt;mn&gt;900&lt;/mn&gt;&lt;mtext&gt;&lt;/mtext&gt;&lt;mo&gt;×&lt;/mo&gt;&lt;mn&gt;200&lt;/mn&gt;&lt;/math&gt;" id="851" name="Google Shape;851;p72" title="892 times 176.9 almost equals 900 times 200"/>
          <p:cNvPicPr preferRelativeResize="0"/>
          <p:nvPr/>
        </p:nvPicPr>
        <p:blipFill rotWithShape="1">
          <a:blip r:embed="rId3">
            <a:alphaModFix/>
          </a:blip>
          <a:srcRect b="0" l="49237" r="40241" t="0"/>
          <a:stretch/>
        </p:blipFill>
        <p:spPr>
          <a:xfrm>
            <a:off x="2131838" y="2659462"/>
            <a:ext cx="350336" cy="221425"/>
          </a:xfrm>
          <a:prstGeom prst="rect">
            <a:avLst/>
          </a:prstGeom>
          <a:noFill/>
          <a:ln>
            <a:noFill/>
          </a:ln>
        </p:spPr>
      </p:pic>
      <p:pic>
        <p:nvPicPr>
          <p:cNvPr descr="&lt;math xmlns=&quot;http://www.w3.org/1998/Math/MathML&quot; display=&quot;block&quot; data-is-equatio=&quot;1&quot; data-latex=&quot;892\ \times176.9\ \approx900\ \times200&quot;&gt;&lt;mn&gt;892&lt;/mn&gt;&lt;mtext&gt;&lt;/mtext&gt;&lt;mo&gt;×&lt;/mo&gt;&lt;mn&gt;176.9&lt;/mn&gt;&lt;mtext&gt;&lt;/mtext&gt;&lt;mo&gt;≈&lt;/mo&gt;&lt;mn&gt;900&lt;/mn&gt;&lt;mtext&gt;&lt;/mtext&gt;&lt;mo&gt;×&lt;/mo&gt;&lt;mn&gt;200&lt;/mn&gt;&lt;/math&gt;" id="852" name="Google Shape;852;p72" title="892 times 176.9 almost equals 900 times 200"/>
          <p:cNvPicPr preferRelativeResize="0"/>
          <p:nvPr/>
        </p:nvPicPr>
        <p:blipFill rotWithShape="1">
          <a:blip r:embed="rId3">
            <a:alphaModFix/>
          </a:blip>
          <a:srcRect b="0" l="49237" r="40241" t="0"/>
          <a:stretch/>
        </p:blipFill>
        <p:spPr>
          <a:xfrm>
            <a:off x="3640038" y="2128037"/>
            <a:ext cx="350336" cy="221425"/>
          </a:xfrm>
          <a:prstGeom prst="rect">
            <a:avLst/>
          </a:prstGeom>
          <a:noFill/>
          <a:ln>
            <a:noFill/>
          </a:ln>
        </p:spPr>
      </p:pic>
      <p:pic>
        <p:nvPicPr>
          <p:cNvPr descr="&lt;math xmlns=&quot;http://www.w3.org/1998/Math/MathML&quot; display=&quot;block&quot; data-is-equatio=&quot;1&quot; data-latex=&quot;892\ \times176.9\ \approx900\ \times200&quot;&gt;&lt;mn&gt;892&lt;/mn&gt;&lt;mtext&gt;&lt;/mtext&gt;&lt;mo&gt;×&lt;/mo&gt;&lt;mn&gt;176.9&lt;/mn&gt;&lt;mtext&gt;&lt;/mtext&gt;&lt;mo&gt;≈&lt;/mo&gt;&lt;mn&gt;900&lt;/mn&gt;&lt;mtext&gt;&lt;/mtext&gt;&lt;mo&gt;×&lt;/mo&gt;&lt;mn&gt;200&lt;/mn&gt;&lt;/math&gt;" id="853" name="Google Shape;853;p72" title="892 times 176.9 almost equals 900 times 200"/>
          <p:cNvPicPr preferRelativeResize="0"/>
          <p:nvPr/>
        </p:nvPicPr>
        <p:blipFill rotWithShape="1">
          <a:blip r:embed="rId3">
            <a:alphaModFix/>
          </a:blip>
          <a:srcRect b="0" l="49237" r="40241" t="0"/>
          <a:stretch/>
        </p:blipFill>
        <p:spPr>
          <a:xfrm>
            <a:off x="2016163" y="3281700"/>
            <a:ext cx="350336" cy="221425"/>
          </a:xfrm>
          <a:prstGeom prst="rect">
            <a:avLst/>
          </a:prstGeom>
          <a:noFill/>
          <a:ln>
            <a:noFill/>
          </a:ln>
        </p:spPr>
      </p:pic>
      <p:pic>
        <p:nvPicPr>
          <p:cNvPr descr="&lt;math xmlns=&quot;http://www.w3.org/1998/Math/MathML&quot; display=&quot;block&quot; data-is-equatio=&quot;1&quot; data-latex=&quot;892\ \times176.9\ \approx900\ \times200&quot;&gt;&lt;mn&gt;892&lt;/mn&gt;&lt;mtext&gt;&lt;/mtext&gt;&lt;mo&gt;×&lt;/mo&gt;&lt;mn&gt;176.9&lt;/mn&gt;&lt;mtext&gt;&lt;/mtext&gt;&lt;mo&gt;≈&lt;/mo&gt;&lt;mn&gt;900&lt;/mn&gt;&lt;mtext&gt;&lt;/mtext&gt;&lt;mo&gt;×&lt;/mo&gt;&lt;mn&gt;200&lt;/mn&gt;&lt;/math&gt;" id="854" name="Google Shape;854;p72" title="892 times 176.9 almost equals 900 times 200"/>
          <p:cNvPicPr preferRelativeResize="0"/>
          <p:nvPr/>
        </p:nvPicPr>
        <p:blipFill rotWithShape="1">
          <a:blip r:embed="rId3">
            <a:alphaModFix/>
          </a:blip>
          <a:srcRect b="0" l="49237" r="40241" t="0"/>
          <a:stretch/>
        </p:blipFill>
        <p:spPr>
          <a:xfrm>
            <a:off x="2123257" y="3785232"/>
            <a:ext cx="350336" cy="221425"/>
          </a:xfrm>
          <a:prstGeom prst="rect">
            <a:avLst/>
          </a:prstGeom>
          <a:noFill/>
          <a:ln>
            <a:noFill/>
          </a:ln>
        </p:spPr>
      </p:pic>
      <p:pic>
        <p:nvPicPr>
          <p:cNvPr descr="&lt;math xmlns=&quot;http://www.w3.org/1998/Math/MathML&quot; display=&quot;block&quot; data-is-equatio=&quot;1&quot; data-latex=&quot;892\ \times176.9\ \approx900\ \times200&quot;&gt;&lt;mn&gt;892&lt;/mn&gt;&lt;mtext&gt;&lt;/mtext&gt;&lt;mo&gt;×&lt;/mo&gt;&lt;mn&gt;176.9&lt;/mn&gt;&lt;mtext&gt;&lt;/mtext&gt;&lt;mo&gt;≈&lt;/mo&gt;&lt;mn&gt;900&lt;/mn&gt;&lt;mtext&gt;&lt;/mtext&gt;&lt;mo&gt;×&lt;/mo&gt;&lt;mn&gt;200&lt;/mn&gt;&lt;/math&gt;" id="855" name="Google Shape;855;p72" title="892 times 176.9 almost equals 900 times 200"/>
          <p:cNvPicPr preferRelativeResize="0"/>
          <p:nvPr/>
        </p:nvPicPr>
        <p:blipFill rotWithShape="1">
          <a:blip r:embed="rId3">
            <a:alphaModFix/>
          </a:blip>
          <a:srcRect b="0" l="49237" r="40241" t="0"/>
          <a:stretch/>
        </p:blipFill>
        <p:spPr>
          <a:xfrm>
            <a:off x="2106094" y="4378158"/>
            <a:ext cx="350336" cy="2214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843"/>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84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4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4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5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9" name="Shape 859"/>
        <p:cNvGrpSpPr/>
        <p:nvPr/>
      </p:nvGrpSpPr>
      <p:grpSpPr>
        <a:xfrm>
          <a:off x="0" y="0"/>
          <a:ext cx="0" cy="0"/>
          <a:chOff x="0" y="0"/>
          <a:chExt cx="0" cy="0"/>
        </a:xfrm>
      </p:grpSpPr>
      <p:pic>
        <p:nvPicPr>
          <p:cNvPr id="860" name="Google Shape;860;p73"/>
          <p:cNvPicPr preferRelativeResize="0"/>
          <p:nvPr/>
        </p:nvPicPr>
        <p:blipFill>
          <a:blip r:embed="rId3">
            <a:alphaModFix/>
          </a:blip>
          <a:stretch>
            <a:fillRect/>
          </a:stretch>
        </p:blipFill>
        <p:spPr>
          <a:xfrm>
            <a:off x="2236350" y="1648708"/>
            <a:ext cx="3344701" cy="2603186"/>
          </a:xfrm>
          <a:prstGeom prst="rect">
            <a:avLst/>
          </a:prstGeom>
          <a:noFill/>
          <a:ln>
            <a:noFill/>
          </a:ln>
        </p:spPr>
      </p:pic>
      <p:sp>
        <p:nvSpPr>
          <p:cNvPr id="861" name="Google Shape;861;p73"/>
          <p:cNvSpPr txBox="1"/>
          <p:nvPr>
            <p:ph idx="1" type="body"/>
          </p:nvPr>
        </p:nvSpPr>
        <p:spPr>
          <a:xfrm>
            <a:off x="324000" y="759300"/>
            <a:ext cx="8237700" cy="759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a:t>
            </a:r>
            <a:r>
              <a:rPr lang="en-GB" sz="1800"/>
              <a:t>) Here is a scaled drawing of a ground floor house. Given the dimensions, can you work out an estimate for the missing dimensions? Show your working out.</a:t>
            </a:r>
            <a:endParaRPr sz="1800"/>
          </a:p>
        </p:txBody>
      </p:sp>
      <p:sp>
        <p:nvSpPr>
          <p:cNvPr id="862" name="Google Shape;862;p73"/>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Problem solving with estimation</a:t>
            </a:r>
            <a:endParaRPr/>
          </a:p>
        </p:txBody>
      </p:sp>
      <p:cxnSp>
        <p:nvCxnSpPr>
          <p:cNvPr id="863" name="Google Shape;863;p73"/>
          <p:cNvCxnSpPr/>
          <p:nvPr/>
        </p:nvCxnSpPr>
        <p:spPr>
          <a:xfrm rot="10800000">
            <a:off x="2021775" y="1672588"/>
            <a:ext cx="0" cy="2425800"/>
          </a:xfrm>
          <a:prstGeom prst="straightConnector1">
            <a:avLst/>
          </a:prstGeom>
          <a:noFill/>
          <a:ln cap="flat" cmpd="sng" w="19050">
            <a:solidFill>
              <a:schemeClr val="dk1"/>
            </a:solidFill>
            <a:prstDash val="solid"/>
            <a:round/>
            <a:headEnd len="med" w="med" type="triangle"/>
            <a:tailEnd len="med" w="med" type="triangle"/>
          </a:ln>
        </p:spPr>
      </p:cxnSp>
      <p:cxnSp>
        <p:nvCxnSpPr>
          <p:cNvPr id="864" name="Google Shape;864;p73"/>
          <p:cNvCxnSpPr/>
          <p:nvPr/>
        </p:nvCxnSpPr>
        <p:spPr>
          <a:xfrm rot="10800000">
            <a:off x="2236275" y="4382300"/>
            <a:ext cx="3316800" cy="0"/>
          </a:xfrm>
          <a:prstGeom prst="straightConnector1">
            <a:avLst/>
          </a:prstGeom>
          <a:noFill/>
          <a:ln cap="flat" cmpd="sng" w="19050">
            <a:solidFill>
              <a:schemeClr val="dk1"/>
            </a:solidFill>
            <a:prstDash val="solid"/>
            <a:round/>
            <a:headEnd len="med" w="med" type="triangle"/>
            <a:tailEnd len="med" w="med" type="triangle"/>
          </a:ln>
        </p:spPr>
      </p:cxnSp>
      <p:sp>
        <p:nvSpPr>
          <p:cNvPr id="865" name="Google Shape;865;p73"/>
          <p:cNvSpPr txBox="1"/>
          <p:nvPr/>
        </p:nvSpPr>
        <p:spPr>
          <a:xfrm>
            <a:off x="1163542" y="2614732"/>
            <a:ext cx="1072800" cy="5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900">
                <a:solidFill>
                  <a:schemeClr val="dk1"/>
                </a:solidFill>
                <a:latin typeface="Lexend"/>
                <a:ea typeface="Lexend"/>
                <a:cs typeface="Lexend"/>
                <a:sym typeface="Lexend"/>
              </a:rPr>
              <a:t>…… m</a:t>
            </a:r>
            <a:endParaRPr sz="1900">
              <a:solidFill>
                <a:schemeClr val="dk1"/>
              </a:solidFill>
              <a:latin typeface="Lexend"/>
              <a:ea typeface="Lexend"/>
              <a:cs typeface="Lexend"/>
              <a:sym typeface="Lexend"/>
            </a:endParaRPr>
          </a:p>
        </p:txBody>
      </p:sp>
      <p:sp>
        <p:nvSpPr>
          <p:cNvPr id="866" name="Google Shape;866;p73"/>
          <p:cNvSpPr txBox="1"/>
          <p:nvPr/>
        </p:nvSpPr>
        <p:spPr>
          <a:xfrm>
            <a:off x="3496201" y="2555613"/>
            <a:ext cx="1260900" cy="5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700">
                <a:solidFill>
                  <a:schemeClr val="dk1"/>
                </a:solidFill>
                <a:latin typeface="Lexend"/>
                <a:ea typeface="Lexend"/>
                <a:cs typeface="Lexend"/>
                <a:sym typeface="Lexend"/>
              </a:rPr>
              <a:t>……… m</a:t>
            </a:r>
            <a:r>
              <a:rPr baseline="30000" lang="en-GB" sz="1700">
                <a:solidFill>
                  <a:schemeClr val="dk1"/>
                </a:solidFill>
                <a:latin typeface="Lexend"/>
                <a:ea typeface="Lexend"/>
                <a:cs typeface="Lexend"/>
                <a:sym typeface="Lexend"/>
              </a:rPr>
              <a:t>2</a:t>
            </a:r>
            <a:endParaRPr baseline="30000" sz="1700">
              <a:solidFill>
                <a:schemeClr val="dk1"/>
              </a:solidFill>
              <a:latin typeface="Lexend"/>
              <a:ea typeface="Lexend"/>
              <a:cs typeface="Lexend"/>
              <a:sym typeface="Lexend"/>
            </a:endParaRPr>
          </a:p>
        </p:txBody>
      </p:sp>
      <p:sp>
        <p:nvSpPr>
          <p:cNvPr id="867" name="Google Shape;867;p73"/>
          <p:cNvSpPr txBox="1"/>
          <p:nvPr/>
        </p:nvSpPr>
        <p:spPr>
          <a:xfrm>
            <a:off x="3767726" y="4290588"/>
            <a:ext cx="1260900" cy="5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900">
                <a:solidFill>
                  <a:schemeClr val="dk1"/>
                </a:solidFill>
                <a:latin typeface="Lexend"/>
                <a:ea typeface="Lexend"/>
                <a:cs typeface="Lexend"/>
                <a:sym typeface="Lexend"/>
              </a:rPr>
              <a:t>13.83 m</a:t>
            </a:r>
            <a:endParaRPr sz="1900">
              <a:solidFill>
                <a:schemeClr val="dk1"/>
              </a:solidFill>
              <a:latin typeface="Lexend"/>
              <a:ea typeface="Lexend"/>
              <a:cs typeface="Lexend"/>
              <a:sym typeface="Lexend"/>
            </a:endParaRPr>
          </a:p>
        </p:txBody>
      </p:sp>
      <p:sp>
        <p:nvSpPr>
          <p:cNvPr id="868" name="Google Shape;868;p73"/>
          <p:cNvSpPr txBox="1"/>
          <p:nvPr/>
        </p:nvSpPr>
        <p:spPr>
          <a:xfrm>
            <a:off x="2354651" y="2586138"/>
            <a:ext cx="1260900" cy="5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700">
                <a:solidFill>
                  <a:schemeClr val="dk1"/>
                </a:solidFill>
                <a:latin typeface="Lexend"/>
                <a:ea typeface="Lexend"/>
                <a:cs typeface="Lexend"/>
                <a:sym typeface="Lexend"/>
              </a:rPr>
              <a:t>33.62 m</a:t>
            </a:r>
            <a:r>
              <a:rPr baseline="30000" lang="en-GB" sz="1700">
                <a:solidFill>
                  <a:schemeClr val="dk1"/>
                </a:solidFill>
                <a:latin typeface="Lexend"/>
                <a:ea typeface="Lexend"/>
                <a:cs typeface="Lexend"/>
                <a:sym typeface="Lexend"/>
              </a:rPr>
              <a:t>2</a:t>
            </a:r>
            <a:endParaRPr baseline="30000" sz="1700">
              <a:solidFill>
                <a:schemeClr val="dk1"/>
              </a:solidFill>
              <a:latin typeface="Lexend"/>
              <a:ea typeface="Lexend"/>
              <a:cs typeface="Lexend"/>
              <a:sym typeface="Lexend"/>
            </a:endParaRPr>
          </a:p>
        </p:txBody>
      </p:sp>
      <p:sp>
        <p:nvSpPr>
          <p:cNvPr id="869" name="Google Shape;869;p73"/>
          <p:cNvSpPr txBox="1"/>
          <p:nvPr/>
        </p:nvSpPr>
        <p:spPr>
          <a:xfrm>
            <a:off x="4033201" y="2037763"/>
            <a:ext cx="1260900" cy="5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700">
                <a:solidFill>
                  <a:schemeClr val="dk1"/>
                </a:solidFill>
                <a:latin typeface="Lexend"/>
                <a:ea typeface="Lexend"/>
                <a:cs typeface="Lexend"/>
                <a:sym typeface="Lexend"/>
              </a:rPr>
              <a:t>34.68 m</a:t>
            </a:r>
            <a:r>
              <a:rPr baseline="30000" lang="en-GB" sz="1700">
                <a:solidFill>
                  <a:schemeClr val="dk1"/>
                </a:solidFill>
                <a:latin typeface="Lexend"/>
                <a:ea typeface="Lexend"/>
                <a:cs typeface="Lexend"/>
                <a:sym typeface="Lexend"/>
              </a:rPr>
              <a:t>2</a:t>
            </a:r>
            <a:endParaRPr baseline="30000" sz="1700">
              <a:solidFill>
                <a:schemeClr val="dk1"/>
              </a:solidFill>
              <a:latin typeface="Lexend"/>
              <a:ea typeface="Lexend"/>
              <a:cs typeface="Lexend"/>
              <a:sym typeface="Lexend"/>
            </a:endParaRPr>
          </a:p>
        </p:txBody>
      </p:sp>
      <p:sp>
        <p:nvSpPr>
          <p:cNvPr id="870" name="Google Shape;870;p73"/>
          <p:cNvSpPr txBox="1"/>
          <p:nvPr/>
        </p:nvSpPr>
        <p:spPr>
          <a:xfrm>
            <a:off x="4358251" y="3314613"/>
            <a:ext cx="1260900" cy="5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700">
                <a:solidFill>
                  <a:schemeClr val="dk1"/>
                </a:solidFill>
                <a:latin typeface="Lexend"/>
                <a:ea typeface="Lexend"/>
                <a:cs typeface="Lexend"/>
                <a:sym typeface="Lexend"/>
              </a:rPr>
              <a:t>32.32 m</a:t>
            </a:r>
            <a:r>
              <a:rPr baseline="30000" lang="en-GB" sz="1700">
                <a:solidFill>
                  <a:schemeClr val="dk1"/>
                </a:solidFill>
                <a:latin typeface="Lexend"/>
                <a:ea typeface="Lexend"/>
                <a:cs typeface="Lexend"/>
                <a:sym typeface="Lexend"/>
              </a:rPr>
              <a:t>2</a:t>
            </a:r>
            <a:endParaRPr baseline="30000" sz="1700">
              <a:solidFill>
                <a:schemeClr val="dk1"/>
              </a:solidFill>
              <a:latin typeface="Lexend"/>
              <a:ea typeface="Lexend"/>
              <a:cs typeface="Lexend"/>
              <a:sym typeface="Lexen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4" name="Shape 874"/>
        <p:cNvGrpSpPr/>
        <p:nvPr/>
      </p:nvGrpSpPr>
      <p:grpSpPr>
        <a:xfrm>
          <a:off x="0" y="0"/>
          <a:ext cx="0" cy="0"/>
          <a:chOff x="0" y="0"/>
          <a:chExt cx="0" cy="0"/>
        </a:xfrm>
      </p:grpSpPr>
      <p:pic>
        <p:nvPicPr>
          <p:cNvPr id="875" name="Google Shape;875;p74"/>
          <p:cNvPicPr preferRelativeResize="0"/>
          <p:nvPr/>
        </p:nvPicPr>
        <p:blipFill>
          <a:blip r:embed="rId3">
            <a:alphaModFix/>
          </a:blip>
          <a:stretch>
            <a:fillRect/>
          </a:stretch>
        </p:blipFill>
        <p:spPr>
          <a:xfrm>
            <a:off x="1326900" y="1672596"/>
            <a:ext cx="3344701" cy="2603186"/>
          </a:xfrm>
          <a:prstGeom prst="rect">
            <a:avLst/>
          </a:prstGeom>
          <a:noFill/>
          <a:ln>
            <a:noFill/>
          </a:ln>
        </p:spPr>
      </p:pic>
      <p:sp>
        <p:nvSpPr>
          <p:cNvPr id="876" name="Google Shape;876;p74"/>
          <p:cNvSpPr txBox="1"/>
          <p:nvPr>
            <p:ph idx="1" type="body"/>
          </p:nvPr>
        </p:nvSpPr>
        <p:spPr>
          <a:xfrm>
            <a:off x="324000" y="759300"/>
            <a:ext cx="8237700" cy="759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a:t>
            </a:r>
            <a:r>
              <a:rPr lang="en-GB" sz="1800"/>
              <a:t>) Here is a scaled drawing of a ground floor house. Given the dimensions, can you work out an estimate for the missing dimensions? Show your working out.</a:t>
            </a:r>
            <a:endParaRPr sz="1800"/>
          </a:p>
        </p:txBody>
      </p:sp>
      <p:sp>
        <p:nvSpPr>
          <p:cNvPr id="877" name="Google Shape;877;p74"/>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Problem solving with estimation</a:t>
            </a:r>
            <a:endParaRPr/>
          </a:p>
        </p:txBody>
      </p:sp>
      <p:sp>
        <p:nvSpPr>
          <p:cNvPr id="878" name="Google Shape;878;p74"/>
          <p:cNvSpPr txBox="1"/>
          <p:nvPr/>
        </p:nvSpPr>
        <p:spPr>
          <a:xfrm>
            <a:off x="2891426" y="4319163"/>
            <a:ext cx="1260900" cy="5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900">
                <a:solidFill>
                  <a:schemeClr val="dk1"/>
                </a:solidFill>
                <a:latin typeface="Lexend"/>
                <a:ea typeface="Lexend"/>
                <a:cs typeface="Lexend"/>
                <a:sym typeface="Lexend"/>
              </a:rPr>
              <a:t>13.83 m</a:t>
            </a:r>
            <a:endParaRPr sz="1900">
              <a:solidFill>
                <a:schemeClr val="dk1"/>
              </a:solidFill>
              <a:latin typeface="Lexend"/>
              <a:ea typeface="Lexend"/>
              <a:cs typeface="Lexend"/>
              <a:sym typeface="Lexend"/>
            </a:endParaRPr>
          </a:p>
        </p:txBody>
      </p:sp>
      <p:cxnSp>
        <p:nvCxnSpPr>
          <p:cNvPr id="879" name="Google Shape;879;p74"/>
          <p:cNvCxnSpPr/>
          <p:nvPr/>
        </p:nvCxnSpPr>
        <p:spPr>
          <a:xfrm rot="10800000">
            <a:off x="1183575" y="1672588"/>
            <a:ext cx="0" cy="2425800"/>
          </a:xfrm>
          <a:prstGeom prst="straightConnector1">
            <a:avLst/>
          </a:prstGeom>
          <a:noFill/>
          <a:ln cap="flat" cmpd="sng" w="19050">
            <a:solidFill>
              <a:schemeClr val="dk1"/>
            </a:solidFill>
            <a:prstDash val="solid"/>
            <a:round/>
            <a:headEnd len="med" w="med" type="triangle"/>
            <a:tailEnd len="med" w="med" type="triangle"/>
          </a:ln>
        </p:spPr>
      </p:cxnSp>
      <p:cxnSp>
        <p:nvCxnSpPr>
          <p:cNvPr id="880" name="Google Shape;880;p74"/>
          <p:cNvCxnSpPr/>
          <p:nvPr/>
        </p:nvCxnSpPr>
        <p:spPr>
          <a:xfrm rot="10800000">
            <a:off x="1398050" y="4382300"/>
            <a:ext cx="3228000" cy="0"/>
          </a:xfrm>
          <a:prstGeom prst="straightConnector1">
            <a:avLst/>
          </a:prstGeom>
          <a:noFill/>
          <a:ln cap="flat" cmpd="sng" w="19050">
            <a:solidFill>
              <a:schemeClr val="dk1"/>
            </a:solidFill>
            <a:prstDash val="solid"/>
            <a:round/>
            <a:headEnd len="med" w="med" type="triangle"/>
            <a:tailEnd len="med" w="med" type="triangle"/>
          </a:ln>
        </p:spPr>
      </p:cxnSp>
      <p:sp>
        <p:nvSpPr>
          <p:cNvPr id="881" name="Google Shape;881;p74"/>
          <p:cNvSpPr txBox="1"/>
          <p:nvPr/>
        </p:nvSpPr>
        <p:spPr>
          <a:xfrm>
            <a:off x="325342" y="2614732"/>
            <a:ext cx="1072800" cy="5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900">
                <a:solidFill>
                  <a:schemeClr val="dk1"/>
                </a:solidFill>
                <a:latin typeface="Lexend"/>
                <a:ea typeface="Lexend"/>
                <a:cs typeface="Lexend"/>
                <a:sym typeface="Lexend"/>
              </a:rPr>
              <a:t>…… m</a:t>
            </a:r>
            <a:endParaRPr sz="1900">
              <a:solidFill>
                <a:schemeClr val="dk1"/>
              </a:solidFill>
              <a:latin typeface="Lexend"/>
              <a:ea typeface="Lexend"/>
              <a:cs typeface="Lexend"/>
              <a:sym typeface="Lexend"/>
            </a:endParaRPr>
          </a:p>
        </p:txBody>
      </p:sp>
      <p:sp>
        <p:nvSpPr>
          <p:cNvPr id="882" name="Google Shape;882;p74"/>
          <p:cNvSpPr txBox="1"/>
          <p:nvPr/>
        </p:nvSpPr>
        <p:spPr>
          <a:xfrm>
            <a:off x="1478351" y="2614713"/>
            <a:ext cx="1260900" cy="5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700">
                <a:solidFill>
                  <a:schemeClr val="dk1"/>
                </a:solidFill>
                <a:latin typeface="Lexend"/>
                <a:ea typeface="Lexend"/>
                <a:cs typeface="Lexend"/>
                <a:sym typeface="Lexend"/>
              </a:rPr>
              <a:t>33.62 m</a:t>
            </a:r>
            <a:r>
              <a:rPr baseline="30000" lang="en-GB" sz="1700">
                <a:solidFill>
                  <a:schemeClr val="dk1"/>
                </a:solidFill>
                <a:latin typeface="Lexend"/>
                <a:ea typeface="Lexend"/>
                <a:cs typeface="Lexend"/>
                <a:sym typeface="Lexend"/>
              </a:rPr>
              <a:t>2</a:t>
            </a:r>
            <a:endParaRPr baseline="30000" sz="1700">
              <a:solidFill>
                <a:schemeClr val="dk1"/>
              </a:solidFill>
              <a:latin typeface="Lexend"/>
              <a:ea typeface="Lexend"/>
              <a:cs typeface="Lexend"/>
              <a:sym typeface="Lexend"/>
            </a:endParaRPr>
          </a:p>
        </p:txBody>
      </p:sp>
      <p:sp>
        <p:nvSpPr>
          <p:cNvPr id="883" name="Google Shape;883;p74"/>
          <p:cNvSpPr txBox="1"/>
          <p:nvPr/>
        </p:nvSpPr>
        <p:spPr>
          <a:xfrm>
            <a:off x="2658001" y="2555613"/>
            <a:ext cx="1260900" cy="5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700">
                <a:solidFill>
                  <a:schemeClr val="dk1"/>
                </a:solidFill>
                <a:latin typeface="Lexend"/>
                <a:ea typeface="Lexend"/>
                <a:cs typeface="Lexend"/>
                <a:sym typeface="Lexend"/>
              </a:rPr>
              <a:t>……. m</a:t>
            </a:r>
            <a:r>
              <a:rPr baseline="30000" lang="en-GB" sz="1700">
                <a:solidFill>
                  <a:schemeClr val="dk1"/>
                </a:solidFill>
                <a:latin typeface="Lexend"/>
                <a:ea typeface="Lexend"/>
                <a:cs typeface="Lexend"/>
                <a:sym typeface="Lexend"/>
              </a:rPr>
              <a:t>2</a:t>
            </a:r>
            <a:endParaRPr baseline="30000" sz="1700">
              <a:solidFill>
                <a:schemeClr val="dk1"/>
              </a:solidFill>
              <a:latin typeface="Lexend"/>
              <a:ea typeface="Lexend"/>
              <a:cs typeface="Lexend"/>
              <a:sym typeface="Lexend"/>
            </a:endParaRPr>
          </a:p>
        </p:txBody>
      </p:sp>
      <p:sp>
        <p:nvSpPr>
          <p:cNvPr id="884" name="Google Shape;884;p74"/>
          <p:cNvSpPr txBox="1"/>
          <p:nvPr/>
        </p:nvSpPr>
        <p:spPr>
          <a:xfrm>
            <a:off x="3156901" y="2066338"/>
            <a:ext cx="1260900" cy="5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700">
                <a:solidFill>
                  <a:schemeClr val="dk1"/>
                </a:solidFill>
                <a:latin typeface="Lexend"/>
                <a:ea typeface="Lexend"/>
                <a:cs typeface="Lexend"/>
                <a:sym typeface="Lexend"/>
              </a:rPr>
              <a:t>34.68 m</a:t>
            </a:r>
            <a:r>
              <a:rPr baseline="30000" lang="en-GB" sz="1700">
                <a:solidFill>
                  <a:schemeClr val="dk1"/>
                </a:solidFill>
                <a:latin typeface="Lexend"/>
                <a:ea typeface="Lexend"/>
                <a:cs typeface="Lexend"/>
                <a:sym typeface="Lexend"/>
              </a:rPr>
              <a:t>2</a:t>
            </a:r>
            <a:endParaRPr baseline="30000" sz="1700">
              <a:solidFill>
                <a:schemeClr val="dk1"/>
              </a:solidFill>
              <a:latin typeface="Lexend"/>
              <a:ea typeface="Lexend"/>
              <a:cs typeface="Lexend"/>
              <a:sym typeface="Lexend"/>
            </a:endParaRPr>
          </a:p>
        </p:txBody>
      </p:sp>
      <p:sp>
        <p:nvSpPr>
          <p:cNvPr id="885" name="Google Shape;885;p74"/>
          <p:cNvSpPr txBox="1"/>
          <p:nvPr/>
        </p:nvSpPr>
        <p:spPr>
          <a:xfrm>
            <a:off x="3481951" y="3343188"/>
            <a:ext cx="1260900" cy="5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700">
                <a:solidFill>
                  <a:schemeClr val="dk1"/>
                </a:solidFill>
                <a:latin typeface="Lexend"/>
                <a:ea typeface="Lexend"/>
                <a:cs typeface="Lexend"/>
                <a:sym typeface="Lexend"/>
              </a:rPr>
              <a:t>32.32 m</a:t>
            </a:r>
            <a:r>
              <a:rPr baseline="30000" lang="en-GB" sz="1700">
                <a:solidFill>
                  <a:schemeClr val="dk1"/>
                </a:solidFill>
                <a:latin typeface="Lexend"/>
                <a:ea typeface="Lexend"/>
                <a:cs typeface="Lexend"/>
                <a:sym typeface="Lexend"/>
              </a:rPr>
              <a:t>2</a:t>
            </a:r>
            <a:endParaRPr baseline="30000" sz="1700">
              <a:solidFill>
                <a:schemeClr val="dk1"/>
              </a:solidFill>
              <a:latin typeface="Lexend"/>
              <a:ea typeface="Lexend"/>
              <a:cs typeface="Lexend"/>
              <a:sym typeface="Lexend"/>
            </a:endParaRPr>
          </a:p>
        </p:txBody>
      </p:sp>
      <p:sp>
        <p:nvSpPr>
          <p:cNvPr id="886" name="Google Shape;886;p74"/>
          <p:cNvSpPr txBox="1"/>
          <p:nvPr/>
        </p:nvSpPr>
        <p:spPr>
          <a:xfrm>
            <a:off x="5908125" y="1672600"/>
            <a:ext cx="3054000" cy="199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900">
                <a:solidFill>
                  <a:schemeClr val="dk1"/>
                </a:solidFill>
                <a:latin typeface="Kalam"/>
                <a:ea typeface="Kalam"/>
                <a:cs typeface="Kalam"/>
                <a:sym typeface="Kalam"/>
              </a:rPr>
              <a:t>Lots of different ways you could have worked this out.</a:t>
            </a:r>
            <a:endParaRPr sz="1900">
              <a:solidFill>
                <a:schemeClr val="dk1"/>
              </a:solidFill>
              <a:latin typeface="Kalam"/>
              <a:ea typeface="Kalam"/>
              <a:cs typeface="Kalam"/>
              <a:sym typeface="Kalam"/>
            </a:endParaRPr>
          </a:p>
          <a:p>
            <a:pPr indent="0" lvl="0" marL="0" rtl="0" algn="l">
              <a:spcBef>
                <a:spcPts val="0"/>
              </a:spcBef>
              <a:spcAft>
                <a:spcPts val="0"/>
              </a:spcAft>
              <a:buNone/>
            </a:pPr>
            <a:r>
              <a:t/>
            </a:r>
            <a:endParaRPr sz="1900">
              <a:solidFill>
                <a:schemeClr val="dk1"/>
              </a:solidFill>
              <a:latin typeface="Kalam"/>
              <a:ea typeface="Kalam"/>
              <a:cs typeface="Kalam"/>
              <a:sym typeface="Kalam"/>
            </a:endParaRPr>
          </a:p>
          <a:p>
            <a:pPr indent="0" lvl="0" marL="0" rtl="0" algn="l">
              <a:spcBef>
                <a:spcPts val="0"/>
              </a:spcBef>
              <a:spcAft>
                <a:spcPts val="0"/>
              </a:spcAft>
              <a:buNone/>
            </a:pPr>
            <a:r>
              <a:rPr lang="en-GB" sz="1900">
                <a:solidFill>
                  <a:schemeClr val="dk1"/>
                </a:solidFill>
                <a:latin typeface="Kalam"/>
                <a:ea typeface="Kalam"/>
                <a:cs typeface="Kalam"/>
                <a:sym typeface="Kalam"/>
              </a:rPr>
              <a:t>Start with rounding appropriately. </a:t>
            </a:r>
            <a:endParaRPr sz="1900">
              <a:solidFill>
                <a:schemeClr val="dk1"/>
              </a:solidFill>
              <a:latin typeface="Kalam"/>
              <a:ea typeface="Kalam"/>
              <a:cs typeface="Kalam"/>
              <a:sym typeface="Kalam"/>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0" name="Shape 890"/>
        <p:cNvGrpSpPr/>
        <p:nvPr/>
      </p:nvGrpSpPr>
      <p:grpSpPr>
        <a:xfrm>
          <a:off x="0" y="0"/>
          <a:ext cx="0" cy="0"/>
          <a:chOff x="0" y="0"/>
          <a:chExt cx="0" cy="0"/>
        </a:xfrm>
      </p:grpSpPr>
      <p:pic>
        <p:nvPicPr>
          <p:cNvPr id="891" name="Google Shape;891;p75"/>
          <p:cNvPicPr preferRelativeResize="0"/>
          <p:nvPr/>
        </p:nvPicPr>
        <p:blipFill>
          <a:blip r:embed="rId3">
            <a:alphaModFix/>
          </a:blip>
          <a:stretch>
            <a:fillRect/>
          </a:stretch>
        </p:blipFill>
        <p:spPr>
          <a:xfrm>
            <a:off x="1326900" y="1672596"/>
            <a:ext cx="3344701" cy="2603186"/>
          </a:xfrm>
          <a:prstGeom prst="rect">
            <a:avLst/>
          </a:prstGeom>
          <a:noFill/>
          <a:ln>
            <a:noFill/>
          </a:ln>
        </p:spPr>
      </p:pic>
      <p:sp>
        <p:nvSpPr>
          <p:cNvPr id="892" name="Google Shape;892;p75"/>
          <p:cNvSpPr txBox="1"/>
          <p:nvPr>
            <p:ph idx="1" type="body"/>
          </p:nvPr>
        </p:nvSpPr>
        <p:spPr>
          <a:xfrm>
            <a:off x="324000" y="759300"/>
            <a:ext cx="8237700" cy="759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a:t>
            </a:r>
            <a:r>
              <a:rPr lang="en-GB" sz="1800"/>
              <a:t>) Here is a scaled drawing of a ground floor house. Given the dimensions, can you work out an estimate for the missing dimensions? Show your working out.</a:t>
            </a:r>
            <a:endParaRPr sz="1800"/>
          </a:p>
        </p:txBody>
      </p:sp>
      <p:sp>
        <p:nvSpPr>
          <p:cNvPr id="893" name="Google Shape;893;p75"/>
          <p:cNvSpPr txBox="1"/>
          <p:nvPr/>
        </p:nvSpPr>
        <p:spPr>
          <a:xfrm>
            <a:off x="2891426" y="4319163"/>
            <a:ext cx="1260900" cy="5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900">
                <a:solidFill>
                  <a:schemeClr val="dk1"/>
                </a:solidFill>
                <a:latin typeface="Lexend"/>
                <a:ea typeface="Lexend"/>
                <a:cs typeface="Lexend"/>
                <a:sym typeface="Lexend"/>
              </a:rPr>
              <a:t>15 m</a:t>
            </a:r>
            <a:endParaRPr sz="1900">
              <a:solidFill>
                <a:schemeClr val="dk1"/>
              </a:solidFill>
              <a:latin typeface="Lexend"/>
              <a:ea typeface="Lexend"/>
              <a:cs typeface="Lexend"/>
              <a:sym typeface="Lexend"/>
            </a:endParaRPr>
          </a:p>
        </p:txBody>
      </p:sp>
      <p:cxnSp>
        <p:nvCxnSpPr>
          <p:cNvPr id="894" name="Google Shape;894;p75"/>
          <p:cNvCxnSpPr/>
          <p:nvPr/>
        </p:nvCxnSpPr>
        <p:spPr>
          <a:xfrm rot="10800000">
            <a:off x="1183575" y="1672588"/>
            <a:ext cx="0" cy="2425800"/>
          </a:xfrm>
          <a:prstGeom prst="straightConnector1">
            <a:avLst/>
          </a:prstGeom>
          <a:noFill/>
          <a:ln cap="flat" cmpd="sng" w="19050">
            <a:solidFill>
              <a:schemeClr val="dk1"/>
            </a:solidFill>
            <a:prstDash val="solid"/>
            <a:round/>
            <a:headEnd len="med" w="med" type="triangle"/>
            <a:tailEnd len="med" w="med" type="triangle"/>
          </a:ln>
        </p:spPr>
      </p:cxnSp>
      <p:cxnSp>
        <p:nvCxnSpPr>
          <p:cNvPr id="895" name="Google Shape;895;p75"/>
          <p:cNvCxnSpPr/>
          <p:nvPr/>
        </p:nvCxnSpPr>
        <p:spPr>
          <a:xfrm rot="10800000">
            <a:off x="1398200" y="4382300"/>
            <a:ext cx="3208800" cy="0"/>
          </a:xfrm>
          <a:prstGeom prst="straightConnector1">
            <a:avLst/>
          </a:prstGeom>
          <a:noFill/>
          <a:ln cap="flat" cmpd="sng" w="19050">
            <a:solidFill>
              <a:schemeClr val="dk1"/>
            </a:solidFill>
            <a:prstDash val="solid"/>
            <a:round/>
            <a:headEnd len="med" w="med" type="triangle"/>
            <a:tailEnd len="med" w="med" type="triangle"/>
          </a:ln>
        </p:spPr>
      </p:cxnSp>
      <p:sp>
        <p:nvSpPr>
          <p:cNvPr id="896" name="Google Shape;896;p75"/>
          <p:cNvSpPr txBox="1"/>
          <p:nvPr/>
        </p:nvSpPr>
        <p:spPr>
          <a:xfrm>
            <a:off x="325342" y="2614732"/>
            <a:ext cx="1072800" cy="5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900">
                <a:solidFill>
                  <a:schemeClr val="dk1"/>
                </a:solidFill>
                <a:latin typeface="Lexend"/>
                <a:ea typeface="Lexend"/>
                <a:cs typeface="Lexend"/>
                <a:sym typeface="Lexend"/>
              </a:rPr>
              <a:t>…… m</a:t>
            </a:r>
            <a:endParaRPr sz="1900">
              <a:solidFill>
                <a:schemeClr val="dk1"/>
              </a:solidFill>
              <a:latin typeface="Lexend"/>
              <a:ea typeface="Lexend"/>
              <a:cs typeface="Lexend"/>
              <a:sym typeface="Lexend"/>
            </a:endParaRPr>
          </a:p>
        </p:txBody>
      </p:sp>
      <p:sp>
        <p:nvSpPr>
          <p:cNvPr id="897" name="Google Shape;897;p75"/>
          <p:cNvSpPr txBox="1"/>
          <p:nvPr/>
        </p:nvSpPr>
        <p:spPr>
          <a:xfrm>
            <a:off x="1626301" y="2614738"/>
            <a:ext cx="1260900" cy="5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700">
                <a:solidFill>
                  <a:schemeClr val="dk1"/>
                </a:solidFill>
                <a:latin typeface="Lexend"/>
                <a:ea typeface="Lexend"/>
                <a:cs typeface="Lexend"/>
                <a:sym typeface="Lexend"/>
              </a:rPr>
              <a:t>35 m</a:t>
            </a:r>
            <a:r>
              <a:rPr baseline="30000" lang="en-GB" sz="1700">
                <a:solidFill>
                  <a:schemeClr val="dk1"/>
                </a:solidFill>
                <a:latin typeface="Lexend"/>
                <a:ea typeface="Lexend"/>
                <a:cs typeface="Lexend"/>
                <a:sym typeface="Lexend"/>
              </a:rPr>
              <a:t>2</a:t>
            </a:r>
            <a:endParaRPr baseline="30000" sz="1700">
              <a:solidFill>
                <a:schemeClr val="dk1"/>
              </a:solidFill>
              <a:latin typeface="Lexend"/>
              <a:ea typeface="Lexend"/>
              <a:cs typeface="Lexend"/>
              <a:sym typeface="Lexend"/>
            </a:endParaRPr>
          </a:p>
        </p:txBody>
      </p:sp>
      <p:sp>
        <p:nvSpPr>
          <p:cNvPr id="898" name="Google Shape;898;p75"/>
          <p:cNvSpPr txBox="1"/>
          <p:nvPr/>
        </p:nvSpPr>
        <p:spPr>
          <a:xfrm>
            <a:off x="2658001" y="2555613"/>
            <a:ext cx="1260900" cy="5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700">
                <a:solidFill>
                  <a:schemeClr val="dk1"/>
                </a:solidFill>
                <a:latin typeface="Lexend"/>
                <a:ea typeface="Lexend"/>
                <a:cs typeface="Lexend"/>
                <a:sym typeface="Lexend"/>
              </a:rPr>
              <a:t>……. m</a:t>
            </a:r>
            <a:r>
              <a:rPr baseline="30000" lang="en-GB" sz="1700">
                <a:solidFill>
                  <a:schemeClr val="dk1"/>
                </a:solidFill>
                <a:latin typeface="Lexend"/>
                <a:ea typeface="Lexend"/>
                <a:cs typeface="Lexend"/>
                <a:sym typeface="Lexend"/>
              </a:rPr>
              <a:t>2</a:t>
            </a:r>
            <a:endParaRPr baseline="30000" sz="1700">
              <a:solidFill>
                <a:schemeClr val="dk1"/>
              </a:solidFill>
              <a:latin typeface="Lexend"/>
              <a:ea typeface="Lexend"/>
              <a:cs typeface="Lexend"/>
              <a:sym typeface="Lexend"/>
            </a:endParaRPr>
          </a:p>
        </p:txBody>
      </p:sp>
      <p:sp>
        <p:nvSpPr>
          <p:cNvPr id="899" name="Google Shape;899;p75"/>
          <p:cNvSpPr txBox="1"/>
          <p:nvPr/>
        </p:nvSpPr>
        <p:spPr>
          <a:xfrm>
            <a:off x="3156901" y="2066338"/>
            <a:ext cx="1260900" cy="5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700">
                <a:solidFill>
                  <a:schemeClr val="dk1"/>
                </a:solidFill>
                <a:latin typeface="Lexend"/>
                <a:ea typeface="Lexend"/>
                <a:cs typeface="Lexend"/>
                <a:sym typeface="Lexend"/>
              </a:rPr>
              <a:t>35 m</a:t>
            </a:r>
            <a:r>
              <a:rPr baseline="30000" lang="en-GB" sz="1700">
                <a:solidFill>
                  <a:schemeClr val="dk1"/>
                </a:solidFill>
                <a:latin typeface="Lexend"/>
                <a:ea typeface="Lexend"/>
                <a:cs typeface="Lexend"/>
                <a:sym typeface="Lexend"/>
              </a:rPr>
              <a:t>2</a:t>
            </a:r>
            <a:endParaRPr baseline="30000" sz="1700">
              <a:solidFill>
                <a:schemeClr val="dk1"/>
              </a:solidFill>
              <a:latin typeface="Lexend"/>
              <a:ea typeface="Lexend"/>
              <a:cs typeface="Lexend"/>
              <a:sym typeface="Lexend"/>
            </a:endParaRPr>
          </a:p>
        </p:txBody>
      </p:sp>
      <p:sp>
        <p:nvSpPr>
          <p:cNvPr id="900" name="Google Shape;900;p75"/>
          <p:cNvSpPr txBox="1"/>
          <p:nvPr/>
        </p:nvSpPr>
        <p:spPr>
          <a:xfrm>
            <a:off x="3481951" y="3343188"/>
            <a:ext cx="1260900" cy="5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700">
                <a:solidFill>
                  <a:schemeClr val="dk1"/>
                </a:solidFill>
                <a:latin typeface="Lexend"/>
                <a:ea typeface="Lexend"/>
                <a:cs typeface="Lexend"/>
                <a:sym typeface="Lexend"/>
              </a:rPr>
              <a:t>30 m</a:t>
            </a:r>
            <a:r>
              <a:rPr baseline="30000" lang="en-GB" sz="1700">
                <a:solidFill>
                  <a:schemeClr val="dk1"/>
                </a:solidFill>
                <a:latin typeface="Lexend"/>
                <a:ea typeface="Lexend"/>
                <a:cs typeface="Lexend"/>
                <a:sym typeface="Lexend"/>
              </a:rPr>
              <a:t>2</a:t>
            </a:r>
            <a:endParaRPr baseline="30000" sz="1700">
              <a:solidFill>
                <a:schemeClr val="dk1"/>
              </a:solidFill>
              <a:latin typeface="Lexend"/>
              <a:ea typeface="Lexend"/>
              <a:cs typeface="Lexend"/>
              <a:sym typeface="Lexend"/>
            </a:endParaRPr>
          </a:p>
        </p:txBody>
      </p:sp>
      <p:sp>
        <p:nvSpPr>
          <p:cNvPr id="901" name="Google Shape;901;p75"/>
          <p:cNvSpPr txBox="1"/>
          <p:nvPr/>
        </p:nvSpPr>
        <p:spPr>
          <a:xfrm>
            <a:off x="5774400" y="1620000"/>
            <a:ext cx="3054000" cy="88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900">
                <a:solidFill>
                  <a:schemeClr val="dk1"/>
                </a:solidFill>
                <a:latin typeface="Kalam"/>
                <a:ea typeface="Kalam"/>
                <a:cs typeface="Kalam"/>
                <a:sym typeface="Kalam"/>
              </a:rPr>
              <a:t>Here we have rounded each number to the nearest 5.</a:t>
            </a:r>
            <a:endParaRPr sz="1900">
              <a:solidFill>
                <a:schemeClr val="dk1"/>
              </a:solidFill>
              <a:latin typeface="Kalam"/>
              <a:ea typeface="Kalam"/>
              <a:cs typeface="Kalam"/>
              <a:sym typeface="Kalam"/>
            </a:endParaRPr>
          </a:p>
        </p:txBody>
      </p:sp>
      <p:sp>
        <p:nvSpPr>
          <p:cNvPr id="902" name="Google Shape;902;p75"/>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Problem solving with estimation</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6" name="Shape 906"/>
        <p:cNvGrpSpPr/>
        <p:nvPr/>
      </p:nvGrpSpPr>
      <p:grpSpPr>
        <a:xfrm>
          <a:off x="0" y="0"/>
          <a:ext cx="0" cy="0"/>
          <a:chOff x="0" y="0"/>
          <a:chExt cx="0" cy="0"/>
        </a:xfrm>
      </p:grpSpPr>
      <p:pic>
        <p:nvPicPr>
          <p:cNvPr id="907" name="Google Shape;907;p76"/>
          <p:cNvPicPr preferRelativeResize="0"/>
          <p:nvPr/>
        </p:nvPicPr>
        <p:blipFill>
          <a:blip r:embed="rId3">
            <a:alphaModFix/>
          </a:blip>
          <a:stretch>
            <a:fillRect/>
          </a:stretch>
        </p:blipFill>
        <p:spPr>
          <a:xfrm>
            <a:off x="1326900" y="1672596"/>
            <a:ext cx="3344701" cy="2603186"/>
          </a:xfrm>
          <a:prstGeom prst="rect">
            <a:avLst/>
          </a:prstGeom>
          <a:noFill/>
          <a:ln>
            <a:noFill/>
          </a:ln>
        </p:spPr>
      </p:pic>
      <p:sp>
        <p:nvSpPr>
          <p:cNvPr id="908" name="Google Shape;908;p76"/>
          <p:cNvSpPr txBox="1"/>
          <p:nvPr>
            <p:ph idx="1" type="body"/>
          </p:nvPr>
        </p:nvSpPr>
        <p:spPr>
          <a:xfrm>
            <a:off x="324000" y="759300"/>
            <a:ext cx="8237700" cy="759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a:t>
            </a:r>
            <a:r>
              <a:rPr lang="en-GB" sz="1800"/>
              <a:t>) Here is a scaled drawing of a ground floor house. Given the dimensions, can you work out an estimate for the missing dimensions? Show your working out.</a:t>
            </a:r>
            <a:endParaRPr sz="1800"/>
          </a:p>
        </p:txBody>
      </p:sp>
      <p:sp>
        <p:nvSpPr>
          <p:cNvPr id="909" name="Google Shape;909;p76"/>
          <p:cNvSpPr txBox="1"/>
          <p:nvPr/>
        </p:nvSpPr>
        <p:spPr>
          <a:xfrm>
            <a:off x="2891426" y="4319163"/>
            <a:ext cx="1260900" cy="5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900">
                <a:solidFill>
                  <a:schemeClr val="dk1"/>
                </a:solidFill>
                <a:latin typeface="Lexend"/>
                <a:ea typeface="Lexend"/>
                <a:cs typeface="Lexend"/>
                <a:sym typeface="Lexend"/>
              </a:rPr>
              <a:t>10 m</a:t>
            </a:r>
            <a:endParaRPr sz="1900">
              <a:solidFill>
                <a:schemeClr val="dk1"/>
              </a:solidFill>
              <a:latin typeface="Lexend"/>
              <a:ea typeface="Lexend"/>
              <a:cs typeface="Lexend"/>
              <a:sym typeface="Lexend"/>
            </a:endParaRPr>
          </a:p>
        </p:txBody>
      </p:sp>
      <p:cxnSp>
        <p:nvCxnSpPr>
          <p:cNvPr id="910" name="Google Shape;910;p76"/>
          <p:cNvCxnSpPr/>
          <p:nvPr/>
        </p:nvCxnSpPr>
        <p:spPr>
          <a:xfrm rot="10800000">
            <a:off x="1183575" y="1672588"/>
            <a:ext cx="0" cy="2425800"/>
          </a:xfrm>
          <a:prstGeom prst="straightConnector1">
            <a:avLst/>
          </a:prstGeom>
          <a:noFill/>
          <a:ln cap="flat" cmpd="sng" w="19050">
            <a:solidFill>
              <a:schemeClr val="dk1"/>
            </a:solidFill>
            <a:prstDash val="solid"/>
            <a:round/>
            <a:headEnd len="med" w="med" type="triangle"/>
            <a:tailEnd len="med" w="med" type="triangle"/>
          </a:ln>
        </p:spPr>
      </p:cxnSp>
      <p:cxnSp>
        <p:nvCxnSpPr>
          <p:cNvPr id="911" name="Google Shape;911;p76"/>
          <p:cNvCxnSpPr/>
          <p:nvPr/>
        </p:nvCxnSpPr>
        <p:spPr>
          <a:xfrm rot="10800000">
            <a:off x="2466950" y="4382200"/>
            <a:ext cx="2197200" cy="0"/>
          </a:xfrm>
          <a:prstGeom prst="straightConnector1">
            <a:avLst/>
          </a:prstGeom>
          <a:noFill/>
          <a:ln cap="flat" cmpd="sng" w="19050">
            <a:solidFill>
              <a:schemeClr val="dk1"/>
            </a:solidFill>
            <a:prstDash val="solid"/>
            <a:round/>
            <a:headEnd len="med" w="med" type="triangle"/>
            <a:tailEnd len="med" w="med" type="triangle"/>
          </a:ln>
        </p:spPr>
      </p:cxnSp>
      <p:sp>
        <p:nvSpPr>
          <p:cNvPr id="912" name="Google Shape;912;p76"/>
          <p:cNvSpPr txBox="1"/>
          <p:nvPr/>
        </p:nvSpPr>
        <p:spPr>
          <a:xfrm>
            <a:off x="325342" y="2614732"/>
            <a:ext cx="1072800" cy="5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900">
                <a:solidFill>
                  <a:schemeClr val="dk1"/>
                </a:solidFill>
                <a:latin typeface="Lexend"/>
                <a:ea typeface="Lexend"/>
                <a:cs typeface="Lexend"/>
                <a:sym typeface="Lexend"/>
              </a:rPr>
              <a:t>…… m</a:t>
            </a:r>
            <a:endParaRPr sz="1900">
              <a:solidFill>
                <a:schemeClr val="dk1"/>
              </a:solidFill>
              <a:latin typeface="Lexend"/>
              <a:ea typeface="Lexend"/>
              <a:cs typeface="Lexend"/>
              <a:sym typeface="Lexend"/>
            </a:endParaRPr>
          </a:p>
        </p:txBody>
      </p:sp>
      <p:sp>
        <p:nvSpPr>
          <p:cNvPr id="913" name="Google Shape;913;p76"/>
          <p:cNvSpPr txBox="1"/>
          <p:nvPr/>
        </p:nvSpPr>
        <p:spPr>
          <a:xfrm>
            <a:off x="1626301" y="2614738"/>
            <a:ext cx="1260900" cy="5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700">
                <a:solidFill>
                  <a:schemeClr val="dk1"/>
                </a:solidFill>
                <a:latin typeface="Lexend"/>
                <a:ea typeface="Lexend"/>
                <a:cs typeface="Lexend"/>
                <a:sym typeface="Lexend"/>
              </a:rPr>
              <a:t>35 m</a:t>
            </a:r>
            <a:r>
              <a:rPr baseline="30000" lang="en-GB" sz="1700">
                <a:solidFill>
                  <a:schemeClr val="dk1"/>
                </a:solidFill>
                <a:latin typeface="Lexend"/>
                <a:ea typeface="Lexend"/>
                <a:cs typeface="Lexend"/>
                <a:sym typeface="Lexend"/>
              </a:rPr>
              <a:t>2</a:t>
            </a:r>
            <a:endParaRPr baseline="30000" sz="1700">
              <a:solidFill>
                <a:schemeClr val="dk1"/>
              </a:solidFill>
              <a:latin typeface="Lexend"/>
              <a:ea typeface="Lexend"/>
              <a:cs typeface="Lexend"/>
              <a:sym typeface="Lexend"/>
            </a:endParaRPr>
          </a:p>
        </p:txBody>
      </p:sp>
      <p:sp>
        <p:nvSpPr>
          <p:cNvPr id="914" name="Google Shape;914;p76"/>
          <p:cNvSpPr txBox="1"/>
          <p:nvPr/>
        </p:nvSpPr>
        <p:spPr>
          <a:xfrm>
            <a:off x="2658001" y="2555613"/>
            <a:ext cx="1260900" cy="5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700">
                <a:solidFill>
                  <a:schemeClr val="dk1"/>
                </a:solidFill>
                <a:latin typeface="Lexend"/>
                <a:ea typeface="Lexend"/>
                <a:cs typeface="Lexend"/>
                <a:sym typeface="Lexend"/>
              </a:rPr>
              <a:t>……. m</a:t>
            </a:r>
            <a:r>
              <a:rPr baseline="30000" lang="en-GB" sz="1700">
                <a:solidFill>
                  <a:schemeClr val="dk1"/>
                </a:solidFill>
                <a:latin typeface="Lexend"/>
                <a:ea typeface="Lexend"/>
                <a:cs typeface="Lexend"/>
                <a:sym typeface="Lexend"/>
              </a:rPr>
              <a:t>2</a:t>
            </a:r>
            <a:endParaRPr baseline="30000" sz="1700">
              <a:solidFill>
                <a:schemeClr val="dk1"/>
              </a:solidFill>
              <a:latin typeface="Lexend"/>
              <a:ea typeface="Lexend"/>
              <a:cs typeface="Lexend"/>
              <a:sym typeface="Lexend"/>
            </a:endParaRPr>
          </a:p>
        </p:txBody>
      </p:sp>
      <p:sp>
        <p:nvSpPr>
          <p:cNvPr id="915" name="Google Shape;915;p76"/>
          <p:cNvSpPr txBox="1"/>
          <p:nvPr/>
        </p:nvSpPr>
        <p:spPr>
          <a:xfrm>
            <a:off x="3156901" y="2066338"/>
            <a:ext cx="1260900" cy="5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700">
                <a:solidFill>
                  <a:schemeClr val="dk1"/>
                </a:solidFill>
                <a:latin typeface="Lexend"/>
                <a:ea typeface="Lexend"/>
                <a:cs typeface="Lexend"/>
                <a:sym typeface="Lexend"/>
              </a:rPr>
              <a:t>35 m</a:t>
            </a:r>
            <a:r>
              <a:rPr baseline="30000" lang="en-GB" sz="1700">
                <a:solidFill>
                  <a:schemeClr val="dk1"/>
                </a:solidFill>
                <a:latin typeface="Lexend"/>
                <a:ea typeface="Lexend"/>
                <a:cs typeface="Lexend"/>
                <a:sym typeface="Lexend"/>
              </a:rPr>
              <a:t>2</a:t>
            </a:r>
            <a:endParaRPr baseline="30000" sz="1700">
              <a:solidFill>
                <a:schemeClr val="dk1"/>
              </a:solidFill>
              <a:latin typeface="Lexend"/>
              <a:ea typeface="Lexend"/>
              <a:cs typeface="Lexend"/>
              <a:sym typeface="Lexend"/>
            </a:endParaRPr>
          </a:p>
        </p:txBody>
      </p:sp>
      <p:sp>
        <p:nvSpPr>
          <p:cNvPr id="916" name="Google Shape;916;p76"/>
          <p:cNvSpPr txBox="1"/>
          <p:nvPr/>
        </p:nvSpPr>
        <p:spPr>
          <a:xfrm>
            <a:off x="3481951" y="3343188"/>
            <a:ext cx="1260900" cy="5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700">
                <a:solidFill>
                  <a:schemeClr val="dk1"/>
                </a:solidFill>
                <a:latin typeface="Lexend"/>
                <a:ea typeface="Lexend"/>
                <a:cs typeface="Lexend"/>
                <a:sym typeface="Lexend"/>
              </a:rPr>
              <a:t>30 m</a:t>
            </a:r>
            <a:r>
              <a:rPr baseline="30000" lang="en-GB" sz="1700">
                <a:solidFill>
                  <a:schemeClr val="dk1"/>
                </a:solidFill>
                <a:latin typeface="Lexend"/>
                <a:ea typeface="Lexend"/>
                <a:cs typeface="Lexend"/>
                <a:sym typeface="Lexend"/>
              </a:rPr>
              <a:t>2</a:t>
            </a:r>
            <a:endParaRPr baseline="30000" sz="1700">
              <a:solidFill>
                <a:schemeClr val="dk1"/>
              </a:solidFill>
              <a:latin typeface="Lexend"/>
              <a:ea typeface="Lexend"/>
              <a:cs typeface="Lexend"/>
              <a:sym typeface="Lexend"/>
            </a:endParaRPr>
          </a:p>
        </p:txBody>
      </p:sp>
      <p:sp>
        <p:nvSpPr>
          <p:cNvPr id="917" name="Google Shape;917;p76"/>
          <p:cNvSpPr txBox="1"/>
          <p:nvPr/>
        </p:nvSpPr>
        <p:spPr>
          <a:xfrm>
            <a:off x="5774400" y="1620000"/>
            <a:ext cx="3054000" cy="88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900">
                <a:solidFill>
                  <a:schemeClr val="dk1"/>
                </a:solidFill>
                <a:latin typeface="Kalam"/>
                <a:ea typeface="Kalam"/>
                <a:cs typeface="Kalam"/>
                <a:sym typeface="Kalam"/>
              </a:rPr>
              <a:t>Given the diagram is to scale, the 15 m can be approximately divided into the ratio of 1 : 2 so we have 5 m and 10 m.</a:t>
            </a:r>
            <a:endParaRPr sz="1900">
              <a:solidFill>
                <a:schemeClr val="dk1"/>
              </a:solidFill>
              <a:latin typeface="Kalam"/>
              <a:ea typeface="Kalam"/>
              <a:cs typeface="Kalam"/>
              <a:sym typeface="Kalam"/>
            </a:endParaRPr>
          </a:p>
        </p:txBody>
      </p:sp>
      <p:cxnSp>
        <p:nvCxnSpPr>
          <p:cNvPr id="918" name="Google Shape;918;p76"/>
          <p:cNvCxnSpPr/>
          <p:nvPr/>
        </p:nvCxnSpPr>
        <p:spPr>
          <a:xfrm flipH="1">
            <a:off x="1479450" y="4366200"/>
            <a:ext cx="1081200" cy="15900"/>
          </a:xfrm>
          <a:prstGeom prst="straightConnector1">
            <a:avLst/>
          </a:prstGeom>
          <a:noFill/>
          <a:ln cap="flat" cmpd="sng" w="19050">
            <a:solidFill>
              <a:schemeClr val="dk1"/>
            </a:solidFill>
            <a:prstDash val="solid"/>
            <a:round/>
            <a:headEnd len="med" w="med" type="triangle"/>
            <a:tailEnd len="med" w="med" type="triangle"/>
          </a:ln>
        </p:spPr>
      </p:cxnSp>
      <p:sp>
        <p:nvSpPr>
          <p:cNvPr id="919" name="Google Shape;919;p76"/>
          <p:cNvSpPr txBox="1"/>
          <p:nvPr/>
        </p:nvSpPr>
        <p:spPr>
          <a:xfrm>
            <a:off x="1740476" y="4319213"/>
            <a:ext cx="1260900" cy="5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900">
                <a:solidFill>
                  <a:schemeClr val="dk1"/>
                </a:solidFill>
                <a:latin typeface="Lexend"/>
                <a:ea typeface="Lexend"/>
                <a:cs typeface="Lexend"/>
                <a:sym typeface="Lexend"/>
              </a:rPr>
              <a:t>5 m</a:t>
            </a:r>
            <a:endParaRPr sz="1900">
              <a:solidFill>
                <a:schemeClr val="dk1"/>
              </a:solidFill>
              <a:latin typeface="Lexend"/>
              <a:ea typeface="Lexend"/>
              <a:cs typeface="Lexend"/>
              <a:sym typeface="Lexend"/>
            </a:endParaRPr>
          </a:p>
        </p:txBody>
      </p:sp>
      <p:sp>
        <p:nvSpPr>
          <p:cNvPr id="920" name="Google Shape;920;p76"/>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Problem solving with estimation</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4" name="Shape 924"/>
        <p:cNvGrpSpPr/>
        <p:nvPr/>
      </p:nvGrpSpPr>
      <p:grpSpPr>
        <a:xfrm>
          <a:off x="0" y="0"/>
          <a:ext cx="0" cy="0"/>
          <a:chOff x="0" y="0"/>
          <a:chExt cx="0" cy="0"/>
        </a:xfrm>
      </p:grpSpPr>
      <p:pic>
        <p:nvPicPr>
          <p:cNvPr id="925" name="Google Shape;925;p77"/>
          <p:cNvPicPr preferRelativeResize="0"/>
          <p:nvPr/>
        </p:nvPicPr>
        <p:blipFill>
          <a:blip r:embed="rId3">
            <a:alphaModFix/>
          </a:blip>
          <a:stretch>
            <a:fillRect/>
          </a:stretch>
        </p:blipFill>
        <p:spPr>
          <a:xfrm>
            <a:off x="1326900" y="1672596"/>
            <a:ext cx="3344701" cy="2603186"/>
          </a:xfrm>
          <a:prstGeom prst="rect">
            <a:avLst/>
          </a:prstGeom>
          <a:noFill/>
          <a:ln>
            <a:noFill/>
          </a:ln>
        </p:spPr>
      </p:pic>
      <p:sp>
        <p:nvSpPr>
          <p:cNvPr id="926" name="Google Shape;926;p77"/>
          <p:cNvSpPr txBox="1"/>
          <p:nvPr>
            <p:ph idx="1" type="body"/>
          </p:nvPr>
        </p:nvSpPr>
        <p:spPr>
          <a:xfrm>
            <a:off x="324000" y="759300"/>
            <a:ext cx="8237700" cy="759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a:t>
            </a:r>
            <a:r>
              <a:rPr lang="en-GB" sz="1800"/>
              <a:t>) Here is a scaled drawing of a ground floor house. Given the dimensions, can you work out an estimate for the missing dimensions? Show your working out.</a:t>
            </a:r>
            <a:endParaRPr sz="1800"/>
          </a:p>
        </p:txBody>
      </p:sp>
      <p:sp>
        <p:nvSpPr>
          <p:cNvPr id="927" name="Google Shape;927;p77"/>
          <p:cNvSpPr txBox="1"/>
          <p:nvPr/>
        </p:nvSpPr>
        <p:spPr>
          <a:xfrm>
            <a:off x="2891426" y="4319163"/>
            <a:ext cx="1260900" cy="5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900">
                <a:solidFill>
                  <a:schemeClr val="dk1"/>
                </a:solidFill>
                <a:latin typeface="Lexend"/>
                <a:ea typeface="Lexend"/>
                <a:cs typeface="Lexend"/>
                <a:sym typeface="Lexend"/>
              </a:rPr>
              <a:t>10 m</a:t>
            </a:r>
            <a:endParaRPr sz="1900">
              <a:solidFill>
                <a:schemeClr val="dk1"/>
              </a:solidFill>
              <a:latin typeface="Lexend"/>
              <a:ea typeface="Lexend"/>
              <a:cs typeface="Lexend"/>
              <a:sym typeface="Lexend"/>
            </a:endParaRPr>
          </a:p>
        </p:txBody>
      </p:sp>
      <p:cxnSp>
        <p:nvCxnSpPr>
          <p:cNvPr id="928" name="Google Shape;928;p77"/>
          <p:cNvCxnSpPr/>
          <p:nvPr/>
        </p:nvCxnSpPr>
        <p:spPr>
          <a:xfrm rot="10800000">
            <a:off x="1183575" y="3085888"/>
            <a:ext cx="0" cy="1012500"/>
          </a:xfrm>
          <a:prstGeom prst="straightConnector1">
            <a:avLst/>
          </a:prstGeom>
          <a:noFill/>
          <a:ln cap="flat" cmpd="sng" w="19050">
            <a:solidFill>
              <a:schemeClr val="dk1"/>
            </a:solidFill>
            <a:prstDash val="solid"/>
            <a:round/>
            <a:headEnd len="med" w="med" type="triangle"/>
            <a:tailEnd len="med" w="med" type="triangle"/>
          </a:ln>
        </p:spPr>
      </p:cxnSp>
      <p:sp>
        <p:nvSpPr>
          <p:cNvPr id="929" name="Google Shape;929;p77"/>
          <p:cNvSpPr txBox="1"/>
          <p:nvPr/>
        </p:nvSpPr>
        <p:spPr>
          <a:xfrm>
            <a:off x="1626301" y="2614738"/>
            <a:ext cx="1260900" cy="5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700">
                <a:solidFill>
                  <a:schemeClr val="dk1"/>
                </a:solidFill>
                <a:latin typeface="Lexend"/>
                <a:ea typeface="Lexend"/>
                <a:cs typeface="Lexend"/>
                <a:sym typeface="Lexend"/>
              </a:rPr>
              <a:t>35 m</a:t>
            </a:r>
            <a:r>
              <a:rPr baseline="30000" lang="en-GB" sz="1700">
                <a:solidFill>
                  <a:schemeClr val="dk1"/>
                </a:solidFill>
                <a:latin typeface="Lexend"/>
                <a:ea typeface="Lexend"/>
                <a:cs typeface="Lexend"/>
                <a:sym typeface="Lexend"/>
              </a:rPr>
              <a:t>2</a:t>
            </a:r>
            <a:endParaRPr baseline="30000" sz="1700">
              <a:solidFill>
                <a:schemeClr val="dk1"/>
              </a:solidFill>
              <a:latin typeface="Lexend"/>
              <a:ea typeface="Lexend"/>
              <a:cs typeface="Lexend"/>
              <a:sym typeface="Lexend"/>
            </a:endParaRPr>
          </a:p>
        </p:txBody>
      </p:sp>
      <p:sp>
        <p:nvSpPr>
          <p:cNvPr id="930" name="Google Shape;930;p77"/>
          <p:cNvSpPr txBox="1"/>
          <p:nvPr/>
        </p:nvSpPr>
        <p:spPr>
          <a:xfrm>
            <a:off x="2658001" y="2555613"/>
            <a:ext cx="1260900" cy="5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700">
                <a:solidFill>
                  <a:schemeClr val="dk1"/>
                </a:solidFill>
                <a:latin typeface="Lexend"/>
                <a:ea typeface="Lexend"/>
                <a:cs typeface="Lexend"/>
                <a:sym typeface="Lexend"/>
              </a:rPr>
              <a:t>……. m</a:t>
            </a:r>
            <a:r>
              <a:rPr baseline="30000" lang="en-GB" sz="1700">
                <a:solidFill>
                  <a:schemeClr val="dk1"/>
                </a:solidFill>
                <a:latin typeface="Lexend"/>
                <a:ea typeface="Lexend"/>
                <a:cs typeface="Lexend"/>
                <a:sym typeface="Lexend"/>
              </a:rPr>
              <a:t>2</a:t>
            </a:r>
            <a:endParaRPr baseline="30000" sz="1700">
              <a:solidFill>
                <a:schemeClr val="dk1"/>
              </a:solidFill>
              <a:latin typeface="Lexend"/>
              <a:ea typeface="Lexend"/>
              <a:cs typeface="Lexend"/>
              <a:sym typeface="Lexend"/>
            </a:endParaRPr>
          </a:p>
        </p:txBody>
      </p:sp>
      <p:sp>
        <p:nvSpPr>
          <p:cNvPr id="931" name="Google Shape;931;p77"/>
          <p:cNvSpPr txBox="1"/>
          <p:nvPr/>
        </p:nvSpPr>
        <p:spPr>
          <a:xfrm>
            <a:off x="3156901" y="2066338"/>
            <a:ext cx="1260900" cy="5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700">
                <a:solidFill>
                  <a:schemeClr val="dk1"/>
                </a:solidFill>
                <a:latin typeface="Lexend"/>
                <a:ea typeface="Lexend"/>
                <a:cs typeface="Lexend"/>
                <a:sym typeface="Lexend"/>
              </a:rPr>
              <a:t>35 m</a:t>
            </a:r>
            <a:r>
              <a:rPr baseline="30000" lang="en-GB" sz="1700">
                <a:solidFill>
                  <a:schemeClr val="dk1"/>
                </a:solidFill>
                <a:latin typeface="Lexend"/>
                <a:ea typeface="Lexend"/>
                <a:cs typeface="Lexend"/>
                <a:sym typeface="Lexend"/>
              </a:rPr>
              <a:t>2</a:t>
            </a:r>
            <a:endParaRPr baseline="30000" sz="1700">
              <a:solidFill>
                <a:schemeClr val="dk1"/>
              </a:solidFill>
              <a:latin typeface="Lexend"/>
              <a:ea typeface="Lexend"/>
              <a:cs typeface="Lexend"/>
              <a:sym typeface="Lexend"/>
            </a:endParaRPr>
          </a:p>
        </p:txBody>
      </p:sp>
      <p:sp>
        <p:nvSpPr>
          <p:cNvPr id="932" name="Google Shape;932;p77"/>
          <p:cNvSpPr txBox="1"/>
          <p:nvPr/>
        </p:nvSpPr>
        <p:spPr>
          <a:xfrm>
            <a:off x="3481951" y="3343188"/>
            <a:ext cx="1260900" cy="5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700">
                <a:solidFill>
                  <a:schemeClr val="dk1"/>
                </a:solidFill>
                <a:latin typeface="Lexend"/>
                <a:ea typeface="Lexend"/>
                <a:cs typeface="Lexend"/>
                <a:sym typeface="Lexend"/>
              </a:rPr>
              <a:t>30 m</a:t>
            </a:r>
            <a:r>
              <a:rPr baseline="30000" lang="en-GB" sz="1700">
                <a:solidFill>
                  <a:schemeClr val="dk1"/>
                </a:solidFill>
                <a:latin typeface="Lexend"/>
                <a:ea typeface="Lexend"/>
                <a:cs typeface="Lexend"/>
                <a:sym typeface="Lexend"/>
              </a:rPr>
              <a:t>2</a:t>
            </a:r>
            <a:endParaRPr baseline="30000" sz="1700">
              <a:solidFill>
                <a:schemeClr val="dk1"/>
              </a:solidFill>
              <a:latin typeface="Lexend"/>
              <a:ea typeface="Lexend"/>
              <a:cs typeface="Lexend"/>
              <a:sym typeface="Lexend"/>
            </a:endParaRPr>
          </a:p>
        </p:txBody>
      </p:sp>
      <p:sp>
        <p:nvSpPr>
          <p:cNvPr id="933" name="Google Shape;933;p77"/>
          <p:cNvSpPr txBox="1"/>
          <p:nvPr/>
        </p:nvSpPr>
        <p:spPr>
          <a:xfrm>
            <a:off x="5698200" y="1620000"/>
            <a:ext cx="3369600" cy="88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900">
                <a:solidFill>
                  <a:schemeClr val="dk1"/>
                </a:solidFill>
                <a:latin typeface="Kalam"/>
                <a:ea typeface="Kalam"/>
                <a:cs typeface="Kalam"/>
                <a:sym typeface="Kalam"/>
              </a:rPr>
              <a:t>Therefore to make the 30 m</a:t>
            </a:r>
            <a:r>
              <a:rPr baseline="30000" lang="en-GB" sz="1900">
                <a:solidFill>
                  <a:schemeClr val="dk1"/>
                </a:solidFill>
                <a:latin typeface="Kalam"/>
                <a:ea typeface="Kalam"/>
                <a:cs typeface="Kalam"/>
                <a:sym typeface="Kalam"/>
              </a:rPr>
              <a:t>2</a:t>
            </a:r>
            <a:r>
              <a:rPr lang="en-GB" sz="1900">
                <a:solidFill>
                  <a:schemeClr val="dk1"/>
                </a:solidFill>
                <a:latin typeface="Kalam"/>
                <a:ea typeface="Kalam"/>
                <a:cs typeface="Kalam"/>
                <a:sym typeface="Kalam"/>
              </a:rPr>
              <a:t>.</a:t>
            </a:r>
            <a:r>
              <a:rPr baseline="30000" lang="en-GB" sz="1900">
                <a:solidFill>
                  <a:schemeClr val="dk1"/>
                </a:solidFill>
                <a:latin typeface="Kalam"/>
                <a:ea typeface="Kalam"/>
                <a:cs typeface="Kalam"/>
                <a:sym typeface="Kalam"/>
              </a:rPr>
              <a:t> </a:t>
            </a:r>
            <a:endParaRPr baseline="30000" sz="1900">
              <a:solidFill>
                <a:schemeClr val="dk1"/>
              </a:solidFill>
              <a:latin typeface="Kalam"/>
              <a:ea typeface="Kalam"/>
              <a:cs typeface="Kalam"/>
              <a:sym typeface="Kalam"/>
            </a:endParaRPr>
          </a:p>
          <a:p>
            <a:pPr indent="0" lvl="0" marL="0" rtl="0" algn="l">
              <a:spcBef>
                <a:spcPts val="0"/>
              </a:spcBef>
              <a:spcAft>
                <a:spcPts val="0"/>
              </a:spcAft>
              <a:buNone/>
            </a:pPr>
            <a:r>
              <a:t/>
            </a:r>
            <a:endParaRPr sz="1900">
              <a:solidFill>
                <a:schemeClr val="dk1"/>
              </a:solidFill>
              <a:latin typeface="Kalam"/>
              <a:ea typeface="Kalam"/>
              <a:cs typeface="Kalam"/>
              <a:sym typeface="Kalam"/>
            </a:endParaRPr>
          </a:p>
        </p:txBody>
      </p:sp>
      <p:cxnSp>
        <p:nvCxnSpPr>
          <p:cNvPr id="934" name="Google Shape;934;p77"/>
          <p:cNvCxnSpPr/>
          <p:nvPr/>
        </p:nvCxnSpPr>
        <p:spPr>
          <a:xfrm flipH="1">
            <a:off x="1479450" y="4366200"/>
            <a:ext cx="1081200" cy="15900"/>
          </a:xfrm>
          <a:prstGeom prst="straightConnector1">
            <a:avLst/>
          </a:prstGeom>
          <a:noFill/>
          <a:ln cap="flat" cmpd="sng" w="19050">
            <a:solidFill>
              <a:schemeClr val="dk1"/>
            </a:solidFill>
            <a:prstDash val="solid"/>
            <a:round/>
            <a:headEnd len="med" w="med" type="triangle"/>
            <a:tailEnd len="med" w="med" type="triangle"/>
          </a:ln>
        </p:spPr>
      </p:cxnSp>
      <p:sp>
        <p:nvSpPr>
          <p:cNvPr id="935" name="Google Shape;935;p77"/>
          <p:cNvSpPr txBox="1"/>
          <p:nvPr/>
        </p:nvSpPr>
        <p:spPr>
          <a:xfrm>
            <a:off x="1740476" y="4319213"/>
            <a:ext cx="1260900" cy="5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900">
                <a:solidFill>
                  <a:schemeClr val="dk1"/>
                </a:solidFill>
                <a:latin typeface="Lexend"/>
                <a:ea typeface="Lexend"/>
                <a:cs typeface="Lexend"/>
                <a:sym typeface="Lexend"/>
              </a:rPr>
              <a:t>5 m</a:t>
            </a:r>
            <a:endParaRPr sz="1900">
              <a:solidFill>
                <a:schemeClr val="dk1"/>
              </a:solidFill>
              <a:latin typeface="Lexend"/>
              <a:ea typeface="Lexend"/>
              <a:cs typeface="Lexend"/>
              <a:sym typeface="Lexend"/>
            </a:endParaRPr>
          </a:p>
        </p:txBody>
      </p:sp>
      <p:cxnSp>
        <p:nvCxnSpPr>
          <p:cNvPr id="936" name="Google Shape;936;p77"/>
          <p:cNvCxnSpPr/>
          <p:nvPr/>
        </p:nvCxnSpPr>
        <p:spPr>
          <a:xfrm rot="10800000">
            <a:off x="1183575" y="1687575"/>
            <a:ext cx="0" cy="1387200"/>
          </a:xfrm>
          <a:prstGeom prst="straightConnector1">
            <a:avLst/>
          </a:prstGeom>
          <a:noFill/>
          <a:ln cap="flat" cmpd="sng" w="19050">
            <a:solidFill>
              <a:schemeClr val="dk1"/>
            </a:solidFill>
            <a:prstDash val="solid"/>
            <a:round/>
            <a:headEnd len="med" w="med" type="triangle"/>
            <a:tailEnd len="med" w="med" type="triangle"/>
          </a:ln>
        </p:spPr>
      </p:cxnSp>
      <p:sp>
        <p:nvSpPr>
          <p:cNvPr id="937" name="Google Shape;937;p77"/>
          <p:cNvSpPr txBox="1"/>
          <p:nvPr/>
        </p:nvSpPr>
        <p:spPr>
          <a:xfrm>
            <a:off x="473292" y="3244057"/>
            <a:ext cx="1072800" cy="5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900">
                <a:solidFill>
                  <a:schemeClr val="dk1"/>
                </a:solidFill>
                <a:latin typeface="Lexend"/>
                <a:ea typeface="Lexend"/>
                <a:cs typeface="Lexend"/>
                <a:sym typeface="Lexend"/>
              </a:rPr>
              <a:t>….. m</a:t>
            </a:r>
            <a:endParaRPr sz="1900">
              <a:solidFill>
                <a:schemeClr val="dk1"/>
              </a:solidFill>
              <a:latin typeface="Lexend"/>
              <a:ea typeface="Lexend"/>
              <a:cs typeface="Lexend"/>
              <a:sym typeface="Lexend"/>
            </a:endParaRPr>
          </a:p>
        </p:txBody>
      </p:sp>
      <p:cxnSp>
        <p:nvCxnSpPr>
          <p:cNvPr id="938" name="Google Shape;938;p77"/>
          <p:cNvCxnSpPr>
            <a:stCxn id="933" idx="1"/>
          </p:cNvCxnSpPr>
          <p:nvPr/>
        </p:nvCxnSpPr>
        <p:spPr>
          <a:xfrm flipH="1">
            <a:off x="4292700" y="2061450"/>
            <a:ext cx="1405500" cy="1364400"/>
          </a:xfrm>
          <a:prstGeom prst="straightConnector1">
            <a:avLst/>
          </a:prstGeom>
          <a:noFill/>
          <a:ln cap="flat" cmpd="sng" w="9525">
            <a:solidFill>
              <a:schemeClr val="dk1"/>
            </a:solidFill>
            <a:prstDash val="solid"/>
            <a:round/>
            <a:headEnd len="med" w="med" type="none"/>
            <a:tailEnd len="med" w="med" type="triangle"/>
          </a:ln>
        </p:spPr>
      </p:cxnSp>
      <p:cxnSp>
        <p:nvCxnSpPr>
          <p:cNvPr id="939" name="Google Shape;939;p77"/>
          <p:cNvCxnSpPr/>
          <p:nvPr/>
        </p:nvCxnSpPr>
        <p:spPr>
          <a:xfrm rot="10800000">
            <a:off x="2466950" y="4382200"/>
            <a:ext cx="2197200" cy="0"/>
          </a:xfrm>
          <a:prstGeom prst="straightConnector1">
            <a:avLst/>
          </a:prstGeom>
          <a:noFill/>
          <a:ln cap="flat" cmpd="sng" w="19050">
            <a:solidFill>
              <a:schemeClr val="dk1"/>
            </a:solidFill>
            <a:prstDash val="solid"/>
            <a:round/>
            <a:headEnd len="med" w="med" type="triangle"/>
            <a:tailEnd len="med" w="med" type="triangle"/>
          </a:ln>
        </p:spPr>
      </p:cxnSp>
      <p:sp>
        <p:nvSpPr>
          <p:cNvPr id="940" name="Google Shape;940;p77"/>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Problem solving with estimation</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4" name="Shape 944"/>
        <p:cNvGrpSpPr/>
        <p:nvPr/>
      </p:nvGrpSpPr>
      <p:grpSpPr>
        <a:xfrm>
          <a:off x="0" y="0"/>
          <a:ext cx="0" cy="0"/>
          <a:chOff x="0" y="0"/>
          <a:chExt cx="0" cy="0"/>
        </a:xfrm>
      </p:grpSpPr>
      <p:pic>
        <p:nvPicPr>
          <p:cNvPr id="945" name="Google Shape;945;p78"/>
          <p:cNvPicPr preferRelativeResize="0"/>
          <p:nvPr/>
        </p:nvPicPr>
        <p:blipFill>
          <a:blip r:embed="rId3">
            <a:alphaModFix/>
          </a:blip>
          <a:stretch>
            <a:fillRect/>
          </a:stretch>
        </p:blipFill>
        <p:spPr>
          <a:xfrm>
            <a:off x="1326900" y="1672596"/>
            <a:ext cx="3344701" cy="2603186"/>
          </a:xfrm>
          <a:prstGeom prst="rect">
            <a:avLst/>
          </a:prstGeom>
          <a:noFill/>
          <a:ln>
            <a:noFill/>
          </a:ln>
        </p:spPr>
      </p:pic>
      <p:sp>
        <p:nvSpPr>
          <p:cNvPr id="946" name="Google Shape;946;p78"/>
          <p:cNvSpPr txBox="1"/>
          <p:nvPr>
            <p:ph idx="1" type="body"/>
          </p:nvPr>
        </p:nvSpPr>
        <p:spPr>
          <a:xfrm>
            <a:off x="324000" y="759300"/>
            <a:ext cx="8237700" cy="759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a:t>
            </a:r>
            <a:r>
              <a:rPr lang="en-GB" sz="1800"/>
              <a:t>) Here is a scaled drawing of a ground floor house. Given the dimensions, can you work out an estimate for the missing dimensions? Show your working out.</a:t>
            </a:r>
            <a:endParaRPr sz="1800"/>
          </a:p>
        </p:txBody>
      </p:sp>
      <p:sp>
        <p:nvSpPr>
          <p:cNvPr id="947" name="Google Shape;947;p78"/>
          <p:cNvSpPr txBox="1"/>
          <p:nvPr/>
        </p:nvSpPr>
        <p:spPr>
          <a:xfrm>
            <a:off x="2891426" y="4319163"/>
            <a:ext cx="1260900" cy="5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900">
                <a:solidFill>
                  <a:schemeClr val="dk1"/>
                </a:solidFill>
                <a:latin typeface="Lexend"/>
                <a:ea typeface="Lexend"/>
                <a:cs typeface="Lexend"/>
                <a:sym typeface="Lexend"/>
              </a:rPr>
              <a:t>10 m</a:t>
            </a:r>
            <a:endParaRPr sz="1900">
              <a:solidFill>
                <a:schemeClr val="dk1"/>
              </a:solidFill>
              <a:latin typeface="Lexend"/>
              <a:ea typeface="Lexend"/>
              <a:cs typeface="Lexend"/>
              <a:sym typeface="Lexend"/>
            </a:endParaRPr>
          </a:p>
        </p:txBody>
      </p:sp>
      <p:cxnSp>
        <p:nvCxnSpPr>
          <p:cNvPr id="948" name="Google Shape;948;p78"/>
          <p:cNvCxnSpPr/>
          <p:nvPr/>
        </p:nvCxnSpPr>
        <p:spPr>
          <a:xfrm rot="10800000">
            <a:off x="1183575" y="3085888"/>
            <a:ext cx="0" cy="1012500"/>
          </a:xfrm>
          <a:prstGeom prst="straightConnector1">
            <a:avLst/>
          </a:prstGeom>
          <a:noFill/>
          <a:ln cap="flat" cmpd="sng" w="19050">
            <a:solidFill>
              <a:schemeClr val="dk1"/>
            </a:solidFill>
            <a:prstDash val="solid"/>
            <a:round/>
            <a:headEnd len="med" w="med" type="triangle"/>
            <a:tailEnd len="med" w="med" type="triangle"/>
          </a:ln>
        </p:spPr>
      </p:cxnSp>
      <p:sp>
        <p:nvSpPr>
          <p:cNvPr id="949" name="Google Shape;949;p78"/>
          <p:cNvSpPr txBox="1"/>
          <p:nvPr/>
        </p:nvSpPr>
        <p:spPr>
          <a:xfrm>
            <a:off x="1626301" y="2614738"/>
            <a:ext cx="1260900" cy="5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700">
                <a:solidFill>
                  <a:schemeClr val="dk1"/>
                </a:solidFill>
                <a:latin typeface="Lexend"/>
                <a:ea typeface="Lexend"/>
                <a:cs typeface="Lexend"/>
                <a:sym typeface="Lexend"/>
              </a:rPr>
              <a:t>35 m</a:t>
            </a:r>
            <a:r>
              <a:rPr baseline="30000" lang="en-GB" sz="1700">
                <a:solidFill>
                  <a:schemeClr val="dk1"/>
                </a:solidFill>
                <a:latin typeface="Lexend"/>
                <a:ea typeface="Lexend"/>
                <a:cs typeface="Lexend"/>
                <a:sym typeface="Lexend"/>
              </a:rPr>
              <a:t>2</a:t>
            </a:r>
            <a:endParaRPr baseline="30000" sz="1700">
              <a:solidFill>
                <a:schemeClr val="dk1"/>
              </a:solidFill>
              <a:latin typeface="Lexend"/>
              <a:ea typeface="Lexend"/>
              <a:cs typeface="Lexend"/>
              <a:sym typeface="Lexend"/>
            </a:endParaRPr>
          </a:p>
        </p:txBody>
      </p:sp>
      <p:sp>
        <p:nvSpPr>
          <p:cNvPr id="950" name="Google Shape;950;p78"/>
          <p:cNvSpPr txBox="1"/>
          <p:nvPr/>
        </p:nvSpPr>
        <p:spPr>
          <a:xfrm>
            <a:off x="2658001" y="2555613"/>
            <a:ext cx="1260900" cy="5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700">
                <a:solidFill>
                  <a:schemeClr val="dk1"/>
                </a:solidFill>
                <a:latin typeface="Lexend"/>
                <a:ea typeface="Lexend"/>
                <a:cs typeface="Lexend"/>
                <a:sym typeface="Lexend"/>
              </a:rPr>
              <a:t>……. m</a:t>
            </a:r>
            <a:r>
              <a:rPr baseline="30000" lang="en-GB" sz="1700">
                <a:solidFill>
                  <a:schemeClr val="dk1"/>
                </a:solidFill>
                <a:latin typeface="Lexend"/>
                <a:ea typeface="Lexend"/>
                <a:cs typeface="Lexend"/>
                <a:sym typeface="Lexend"/>
              </a:rPr>
              <a:t>2</a:t>
            </a:r>
            <a:endParaRPr baseline="30000" sz="1700">
              <a:solidFill>
                <a:schemeClr val="dk1"/>
              </a:solidFill>
              <a:latin typeface="Lexend"/>
              <a:ea typeface="Lexend"/>
              <a:cs typeface="Lexend"/>
              <a:sym typeface="Lexend"/>
            </a:endParaRPr>
          </a:p>
        </p:txBody>
      </p:sp>
      <p:sp>
        <p:nvSpPr>
          <p:cNvPr id="951" name="Google Shape;951;p78"/>
          <p:cNvSpPr txBox="1"/>
          <p:nvPr/>
        </p:nvSpPr>
        <p:spPr>
          <a:xfrm>
            <a:off x="3156901" y="2066338"/>
            <a:ext cx="1260900" cy="5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700">
                <a:solidFill>
                  <a:schemeClr val="dk1"/>
                </a:solidFill>
                <a:latin typeface="Lexend"/>
                <a:ea typeface="Lexend"/>
                <a:cs typeface="Lexend"/>
                <a:sym typeface="Lexend"/>
              </a:rPr>
              <a:t>35 m</a:t>
            </a:r>
            <a:r>
              <a:rPr baseline="30000" lang="en-GB" sz="1700">
                <a:solidFill>
                  <a:schemeClr val="dk1"/>
                </a:solidFill>
                <a:latin typeface="Lexend"/>
                <a:ea typeface="Lexend"/>
                <a:cs typeface="Lexend"/>
                <a:sym typeface="Lexend"/>
              </a:rPr>
              <a:t>2</a:t>
            </a:r>
            <a:endParaRPr baseline="30000" sz="1700">
              <a:solidFill>
                <a:schemeClr val="dk1"/>
              </a:solidFill>
              <a:latin typeface="Lexend"/>
              <a:ea typeface="Lexend"/>
              <a:cs typeface="Lexend"/>
              <a:sym typeface="Lexend"/>
            </a:endParaRPr>
          </a:p>
        </p:txBody>
      </p:sp>
      <p:sp>
        <p:nvSpPr>
          <p:cNvPr id="952" name="Google Shape;952;p78"/>
          <p:cNvSpPr txBox="1"/>
          <p:nvPr/>
        </p:nvSpPr>
        <p:spPr>
          <a:xfrm>
            <a:off x="3481951" y="3343188"/>
            <a:ext cx="1260900" cy="5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700">
                <a:solidFill>
                  <a:schemeClr val="dk1"/>
                </a:solidFill>
                <a:latin typeface="Lexend"/>
                <a:ea typeface="Lexend"/>
                <a:cs typeface="Lexend"/>
                <a:sym typeface="Lexend"/>
              </a:rPr>
              <a:t>30 m</a:t>
            </a:r>
            <a:r>
              <a:rPr baseline="30000" lang="en-GB" sz="1700">
                <a:solidFill>
                  <a:schemeClr val="dk1"/>
                </a:solidFill>
                <a:latin typeface="Lexend"/>
                <a:ea typeface="Lexend"/>
                <a:cs typeface="Lexend"/>
                <a:sym typeface="Lexend"/>
              </a:rPr>
              <a:t>2</a:t>
            </a:r>
            <a:endParaRPr baseline="30000" sz="1700">
              <a:solidFill>
                <a:schemeClr val="dk1"/>
              </a:solidFill>
              <a:latin typeface="Lexend"/>
              <a:ea typeface="Lexend"/>
              <a:cs typeface="Lexend"/>
              <a:sym typeface="Lexend"/>
            </a:endParaRPr>
          </a:p>
        </p:txBody>
      </p:sp>
      <p:sp>
        <p:nvSpPr>
          <p:cNvPr id="953" name="Google Shape;953;p78"/>
          <p:cNvSpPr txBox="1"/>
          <p:nvPr/>
        </p:nvSpPr>
        <p:spPr>
          <a:xfrm>
            <a:off x="5698200" y="1620000"/>
            <a:ext cx="3252300" cy="88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900">
                <a:solidFill>
                  <a:schemeClr val="dk1"/>
                </a:solidFill>
                <a:latin typeface="Kalam"/>
                <a:ea typeface="Kalam"/>
                <a:cs typeface="Kalam"/>
                <a:sym typeface="Kalam"/>
              </a:rPr>
              <a:t>Therefore to make the 30 m</a:t>
            </a:r>
            <a:r>
              <a:rPr baseline="30000" lang="en-GB" sz="1900">
                <a:solidFill>
                  <a:schemeClr val="dk1"/>
                </a:solidFill>
                <a:latin typeface="Kalam"/>
                <a:ea typeface="Kalam"/>
                <a:cs typeface="Kalam"/>
                <a:sym typeface="Kalam"/>
              </a:rPr>
              <a:t>2 </a:t>
            </a:r>
            <a:endParaRPr baseline="30000" sz="1900">
              <a:solidFill>
                <a:schemeClr val="dk1"/>
              </a:solidFill>
              <a:latin typeface="Kalam"/>
              <a:ea typeface="Kalam"/>
              <a:cs typeface="Kalam"/>
              <a:sym typeface="Kalam"/>
            </a:endParaRPr>
          </a:p>
          <a:p>
            <a:pPr indent="0" lvl="0" marL="0" rtl="0" algn="l">
              <a:spcBef>
                <a:spcPts val="0"/>
              </a:spcBef>
              <a:spcAft>
                <a:spcPts val="0"/>
              </a:spcAft>
              <a:buNone/>
            </a:pPr>
            <a:r>
              <a:rPr lang="en-GB" sz="1900">
                <a:solidFill>
                  <a:schemeClr val="dk1"/>
                </a:solidFill>
                <a:latin typeface="Kalam"/>
                <a:ea typeface="Kalam"/>
                <a:cs typeface="Kalam"/>
                <a:sym typeface="Kalam"/>
              </a:rPr>
              <a:t>we know this length should be approximately 3 m.</a:t>
            </a:r>
            <a:endParaRPr sz="1900">
              <a:solidFill>
                <a:schemeClr val="dk1"/>
              </a:solidFill>
              <a:latin typeface="Kalam"/>
              <a:ea typeface="Kalam"/>
              <a:cs typeface="Kalam"/>
              <a:sym typeface="Kalam"/>
            </a:endParaRPr>
          </a:p>
        </p:txBody>
      </p:sp>
      <p:cxnSp>
        <p:nvCxnSpPr>
          <p:cNvPr id="954" name="Google Shape;954;p78"/>
          <p:cNvCxnSpPr/>
          <p:nvPr/>
        </p:nvCxnSpPr>
        <p:spPr>
          <a:xfrm flipH="1">
            <a:off x="1479450" y="4366200"/>
            <a:ext cx="1081200" cy="15900"/>
          </a:xfrm>
          <a:prstGeom prst="straightConnector1">
            <a:avLst/>
          </a:prstGeom>
          <a:noFill/>
          <a:ln cap="flat" cmpd="sng" w="19050">
            <a:solidFill>
              <a:schemeClr val="dk1"/>
            </a:solidFill>
            <a:prstDash val="solid"/>
            <a:round/>
            <a:headEnd len="med" w="med" type="triangle"/>
            <a:tailEnd len="med" w="med" type="triangle"/>
          </a:ln>
        </p:spPr>
      </p:cxnSp>
      <p:sp>
        <p:nvSpPr>
          <p:cNvPr id="955" name="Google Shape;955;p78"/>
          <p:cNvSpPr txBox="1"/>
          <p:nvPr/>
        </p:nvSpPr>
        <p:spPr>
          <a:xfrm>
            <a:off x="1740476" y="4319213"/>
            <a:ext cx="1260900" cy="5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900">
                <a:solidFill>
                  <a:schemeClr val="dk1"/>
                </a:solidFill>
                <a:latin typeface="Lexend"/>
                <a:ea typeface="Lexend"/>
                <a:cs typeface="Lexend"/>
                <a:sym typeface="Lexend"/>
              </a:rPr>
              <a:t>5 m</a:t>
            </a:r>
            <a:endParaRPr sz="1900">
              <a:solidFill>
                <a:schemeClr val="dk1"/>
              </a:solidFill>
              <a:latin typeface="Lexend"/>
              <a:ea typeface="Lexend"/>
              <a:cs typeface="Lexend"/>
              <a:sym typeface="Lexend"/>
            </a:endParaRPr>
          </a:p>
        </p:txBody>
      </p:sp>
      <p:cxnSp>
        <p:nvCxnSpPr>
          <p:cNvPr id="956" name="Google Shape;956;p78"/>
          <p:cNvCxnSpPr/>
          <p:nvPr/>
        </p:nvCxnSpPr>
        <p:spPr>
          <a:xfrm rot="10800000">
            <a:off x="1183575" y="1687575"/>
            <a:ext cx="0" cy="1387200"/>
          </a:xfrm>
          <a:prstGeom prst="straightConnector1">
            <a:avLst/>
          </a:prstGeom>
          <a:noFill/>
          <a:ln cap="flat" cmpd="sng" w="19050">
            <a:solidFill>
              <a:schemeClr val="dk1"/>
            </a:solidFill>
            <a:prstDash val="solid"/>
            <a:round/>
            <a:headEnd len="med" w="med" type="triangle"/>
            <a:tailEnd len="med" w="med" type="triangle"/>
          </a:ln>
        </p:spPr>
      </p:cxnSp>
      <p:sp>
        <p:nvSpPr>
          <p:cNvPr id="957" name="Google Shape;957;p78"/>
          <p:cNvSpPr txBox="1"/>
          <p:nvPr/>
        </p:nvSpPr>
        <p:spPr>
          <a:xfrm>
            <a:off x="473292" y="3244057"/>
            <a:ext cx="1072800" cy="5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900">
                <a:solidFill>
                  <a:schemeClr val="dk1"/>
                </a:solidFill>
                <a:latin typeface="Lexend"/>
                <a:ea typeface="Lexend"/>
                <a:cs typeface="Lexend"/>
                <a:sym typeface="Lexend"/>
              </a:rPr>
              <a:t>3 m</a:t>
            </a:r>
            <a:endParaRPr sz="1900">
              <a:solidFill>
                <a:schemeClr val="dk1"/>
              </a:solidFill>
              <a:latin typeface="Lexend"/>
              <a:ea typeface="Lexend"/>
              <a:cs typeface="Lexend"/>
              <a:sym typeface="Lexend"/>
            </a:endParaRPr>
          </a:p>
        </p:txBody>
      </p:sp>
      <p:cxnSp>
        <p:nvCxnSpPr>
          <p:cNvPr id="958" name="Google Shape;958;p78"/>
          <p:cNvCxnSpPr>
            <a:stCxn id="953" idx="1"/>
          </p:cNvCxnSpPr>
          <p:nvPr/>
        </p:nvCxnSpPr>
        <p:spPr>
          <a:xfrm flipH="1">
            <a:off x="4292700" y="2061450"/>
            <a:ext cx="1405500" cy="1364400"/>
          </a:xfrm>
          <a:prstGeom prst="straightConnector1">
            <a:avLst/>
          </a:prstGeom>
          <a:noFill/>
          <a:ln cap="flat" cmpd="sng" w="9525">
            <a:solidFill>
              <a:schemeClr val="dk1"/>
            </a:solidFill>
            <a:prstDash val="solid"/>
            <a:round/>
            <a:headEnd len="med" w="med" type="none"/>
            <a:tailEnd len="med" w="med" type="triangle"/>
          </a:ln>
        </p:spPr>
      </p:cxnSp>
      <p:cxnSp>
        <p:nvCxnSpPr>
          <p:cNvPr id="959" name="Google Shape;959;p78"/>
          <p:cNvCxnSpPr>
            <a:stCxn id="953" idx="1"/>
          </p:cNvCxnSpPr>
          <p:nvPr/>
        </p:nvCxnSpPr>
        <p:spPr>
          <a:xfrm flipH="1">
            <a:off x="1292400" y="2061450"/>
            <a:ext cx="4405800" cy="1574100"/>
          </a:xfrm>
          <a:prstGeom prst="straightConnector1">
            <a:avLst/>
          </a:prstGeom>
          <a:noFill/>
          <a:ln cap="flat" cmpd="sng" w="9525">
            <a:solidFill>
              <a:schemeClr val="dk1"/>
            </a:solidFill>
            <a:prstDash val="solid"/>
            <a:round/>
            <a:headEnd len="med" w="med" type="none"/>
            <a:tailEnd len="med" w="med" type="triangle"/>
          </a:ln>
        </p:spPr>
      </p:cxnSp>
      <p:cxnSp>
        <p:nvCxnSpPr>
          <p:cNvPr id="960" name="Google Shape;960;p78"/>
          <p:cNvCxnSpPr/>
          <p:nvPr/>
        </p:nvCxnSpPr>
        <p:spPr>
          <a:xfrm rot="10800000">
            <a:off x="2466950" y="4382200"/>
            <a:ext cx="2197200" cy="0"/>
          </a:xfrm>
          <a:prstGeom prst="straightConnector1">
            <a:avLst/>
          </a:prstGeom>
          <a:noFill/>
          <a:ln cap="flat" cmpd="sng" w="19050">
            <a:solidFill>
              <a:schemeClr val="dk1"/>
            </a:solidFill>
            <a:prstDash val="solid"/>
            <a:round/>
            <a:headEnd len="med" w="med" type="triangle"/>
            <a:tailEnd len="med" w="med" type="triangle"/>
          </a:ln>
        </p:spPr>
      </p:cxnSp>
      <p:sp>
        <p:nvSpPr>
          <p:cNvPr id="961" name="Google Shape;961;p78"/>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Problem solving with estimation</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5" name="Shape 965"/>
        <p:cNvGrpSpPr/>
        <p:nvPr/>
      </p:nvGrpSpPr>
      <p:grpSpPr>
        <a:xfrm>
          <a:off x="0" y="0"/>
          <a:ext cx="0" cy="0"/>
          <a:chOff x="0" y="0"/>
          <a:chExt cx="0" cy="0"/>
        </a:xfrm>
      </p:grpSpPr>
      <p:pic>
        <p:nvPicPr>
          <p:cNvPr id="966" name="Google Shape;966;p79"/>
          <p:cNvPicPr preferRelativeResize="0"/>
          <p:nvPr/>
        </p:nvPicPr>
        <p:blipFill>
          <a:blip r:embed="rId3">
            <a:alphaModFix/>
          </a:blip>
          <a:stretch>
            <a:fillRect/>
          </a:stretch>
        </p:blipFill>
        <p:spPr>
          <a:xfrm>
            <a:off x="1326900" y="1672596"/>
            <a:ext cx="3344701" cy="2603186"/>
          </a:xfrm>
          <a:prstGeom prst="rect">
            <a:avLst/>
          </a:prstGeom>
          <a:noFill/>
          <a:ln>
            <a:noFill/>
          </a:ln>
        </p:spPr>
      </p:pic>
      <p:sp>
        <p:nvSpPr>
          <p:cNvPr id="967" name="Google Shape;967;p79"/>
          <p:cNvSpPr txBox="1"/>
          <p:nvPr>
            <p:ph idx="1" type="body"/>
          </p:nvPr>
        </p:nvSpPr>
        <p:spPr>
          <a:xfrm>
            <a:off x="324000" y="759300"/>
            <a:ext cx="8237700" cy="759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a:t>
            </a:r>
            <a:r>
              <a:rPr lang="en-GB" sz="1800"/>
              <a:t>) Here is a scaled drawing of a ground floor house. Given the dimensions, can you work out an estimate for the missing dimensions? Show your working out.</a:t>
            </a:r>
            <a:endParaRPr sz="1800"/>
          </a:p>
        </p:txBody>
      </p:sp>
      <p:sp>
        <p:nvSpPr>
          <p:cNvPr id="968" name="Google Shape;968;p79"/>
          <p:cNvSpPr txBox="1"/>
          <p:nvPr/>
        </p:nvSpPr>
        <p:spPr>
          <a:xfrm>
            <a:off x="2891426" y="4319163"/>
            <a:ext cx="1260900" cy="5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900">
                <a:solidFill>
                  <a:schemeClr val="dk1"/>
                </a:solidFill>
                <a:latin typeface="Lexend"/>
                <a:ea typeface="Lexend"/>
                <a:cs typeface="Lexend"/>
                <a:sym typeface="Lexend"/>
              </a:rPr>
              <a:t>10 m</a:t>
            </a:r>
            <a:endParaRPr sz="1900">
              <a:solidFill>
                <a:schemeClr val="dk1"/>
              </a:solidFill>
              <a:latin typeface="Lexend"/>
              <a:ea typeface="Lexend"/>
              <a:cs typeface="Lexend"/>
              <a:sym typeface="Lexend"/>
            </a:endParaRPr>
          </a:p>
        </p:txBody>
      </p:sp>
      <p:cxnSp>
        <p:nvCxnSpPr>
          <p:cNvPr id="969" name="Google Shape;969;p79"/>
          <p:cNvCxnSpPr/>
          <p:nvPr/>
        </p:nvCxnSpPr>
        <p:spPr>
          <a:xfrm rot="10800000">
            <a:off x="1183575" y="3085888"/>
            <a:ext cx="0" cy="1012500"/>
          </a:xfrm>
          <a:prstGeom prst="straightConnector1">
            <a:avLst/>
          </a:prstGeom>
          <a:noFill/>
          <a:ln cap="flat" cmpd="sng" w="19050">
            <a:solidFill>
              <a:schemeClr val="dk1"/>
            </a:solidFill>
            <a:prstDash val="solid"/>
            <a:round/>
            <a:headEnd len="med" w="med" type="triangle"/>
            <a:tailEnd len="med" w="med" type="triangle"/>
          </a:ln>
        </p:spPr>
      </p:cxnSp>
      <p:sp>
        <p:nvSpPr>
          <p:cNvPr id="970" name="Google Shape;970;p79"/>
          <p:cNvSpPr txBox="1"/>
          <p:nvPr/>
        </p:nvSpPr>
        <p:spPr>
          <a:xfrm>
            <a:off x="423492" y="2269482"/>
            <a:ext cx="1072800" cy="5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900">
                <a:solidFill>
                  <a:schemeClr val="dk1"/>
                </a:solidFill>
                <a:latin typeface="Lexend"/>
                <a:ea typeface="Lexend"/>
                <a:cs typeface="Lexend"/>
                <a:sym typeface="Lexend"/>
              </a:rPr>
              <a:t>4 m</a:t>
            </a:r>
            <a:endParaRPr sz="1900">
              <a:solidFill>
                <a:schemeClr val="dk1"/>
              </a:solidFill>
              <a:latin typeface="Lexend"/>
              <a:ea typeface="Lexend"/>
              <a:cs typeface="Lexend"/>
              <a:sym typeface="Lexend"/>
            </a:endParaRPr>
          </a:p>
        </p:txBody>
      </p:sp>
      <p:sp>
        <p:nvSpPr>
          <p:cNvPr id="971" name="Google Shape;971;p79"/>
          <p:cNvSpPr txBox="1"/>
          <p:nvPr/>
        </p:nvSpPr>
        <p:spPr>
          <a:xfrm>
            <a:off x="1626301" y="2614738"/>
            <a:ext cx="1260900" cy="5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700">
                <a:solidFill>
                  <a:schemeClr val="dk1"/>
                </a:solidFill>
                <a:latin typeface="Lexend"/>
                <a:ea typeface="Lexend"/>
                <a:cs typeface="Lexend"/>
                <a:sym typeface="Lexend"/>
              </a:rPr>
              <a:t>35 m</a:t>
            </a:r>
            <a:r>
              <a:rPr baseline="30000" lang="en-GB" sz="1700">
                <a:solidFill>
                  <a:schemeClr val="dk1"/>
                </a:solidFill>
                <a:latin typeface="Lexend"/>
                <a:ea typeface="Lexend"/>
                <a:cs typeface="Lexend"/>
                <a:sym typeface="Lexend"/>
              </a:rPr>
              <a:t>2</a:t>
            </a:r>
            <a:endParaRPr baseline="30000" sz="1700">
              <a:solidFill>
                <a:schemeClr val="dk1"/>
              </a:solidFill>
              <a:latin typeface="Lexend"/>
              <a:ea typeface="Lexend"/>
              <a:cs typeface="Lexend"/>
              <a:sym typeface="Lexend"/>
            </a:endParaRPr>
          </a:p>
        </p:txBody>
      </p:sp>
      <p:sp>
        <p:nvSpPr>
          <p:cNvPr id="972" name="Google Shape;972;p79"/>
          <p:cNvSpPr txBox="1"/>
          <p:nvPr/>
        </p:nvSpPr>
        <p:spPr>
          <a:xfrm>
            <a:off x="2658001" y="2555613"/>
            <a:ext cx="1260900" cy="5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700">
                <a:solidFill>
                  <a:schemeClr val="dk1"/>
                </a:solidFill>
                <a:latin typeface="Lexend"/>
                <a:ea typeface="Lexend"/>
                <a:cs typeface="Lexend"/>
                <a:sym typeface="Lexend"/>
              </a:rPr>
              <a:t>……. m</a:t>
            </a:r>
            <a:r>
              <a:rPr baseline="30000" lang="en-GB" sz="1700">
                <a:solidFill>
                  <a:schemeClr val="dk1"/>
                </a:solidFill>
                <a:latin typeface="Lexend"/>
                <a:ea typeface="Lexend"/>
                <a:cs typeface="Lexend"/>
                <a:sym typeface="Lexend"/>
              </a:rPr>
              <a:t>2</a:t>
            </a:r>
            <a:endParaRPr baseline="30000" sz="1700">
              <a:solidFill>
                <a:schemeClr val="dk1"/>
              </a:solidFill>
              <a:latin typeface="Lexend"/>
              <a:ea typeface="Lexend"/>
              <a:cs typeface="Lexend"/>
              <a:sym typeface="Lexend"/>
            </a:endParaRPr>
          </a:p>
        </p:txBody>
      </p:sp>
      <p:sp>
        <p:nvSpPr>
          <p:cNvPr id="973" name="Google Shape;973;p79"/>
          <p:cNvSpPr txBox="1"/>
          <p:nvPr/>
        </p:nvSpPr>
        <p:spPr>
          <a:xfrm>
            <a:off x="3156901" y="2066338"/>
            <a:ext cx="1260900" cy="5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700">
                <a:solidFill>
                  <a:schemeClr val="dk1"/>
                </a:solidFill>
                <a:latin typeface="Lexend"/>
                <a:ea typeface="Lexend"/>
                <a:cs typeface="Lexend"/>
                <a:sym typeface="Lexend"/>
              </a:rPr>
              <a:t>35 m</a:t>
            </a:r>
            <a:r>
              <a:rPr baseline="30000" lang="en-GB" sz="1700">
                <a:solidFill>
                  <a:schemeClr val="dk1"/>
                </a:solidFill>
                <a:latin typeface="Lexend"/>
                <a:ea typeface="Lexend"/>
                <a:cs typeface="Lexend"/>
                <a:sym typeface="Lexend"/>
              </a:rPr>
              <a:t>2</a:t>
            </a:r>
            <a:endParaRPr baseline="30000" sz="1700">
              <a:solidFill>
                <a:schemeClr val="dk1"/>
              </a:solidFill>
              <a:latin typeface="Lexend"/>
              <a:ea typeface="Lexend"/>
              <a:cs typeface="Lexend"/>
              <a:sym typeface="Lexend"/>
            </a:endParaRPr>
          </a:p>
        </p:txBody>
      </p:sp>
      <p:sp>
        <p:nvSpPr>
          <p:cNvPr id="974" name="Google Shape;974;p79"/>
          <p:cNvSpPr txBox="1"/>
          <p:nvPr/>
        </p:nvSpPr>
        <p:spPr>
          <a:xfrm>
            <a:off x="3481951" y="3343188"/>
            <a:ext cx="1260900" cy="5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700">
                <a:solidFill>
                  <a:schemeClr val="dk1"/>
                </a:solidFill>
                <a:latin typeface="Lexend"/>
                <a:ea typeface="Lexend"/>
                <a:cs typeface="Lexend"/>
                <a:sym typeface="Lexend"/>
              </a:rPr>
              <a:t>30 m</a:t>
            </a:r>
            <a:r>
              <a:rPr baseline="30000" lang="en-GB" sz="1700">
                <a:solidFill>
                  <a:schemeClr val="dk1"/>
                </a:solidFill>
                <a:latin typeface="Lexend"/>
                <a:ea typeface="Lexend"/>
                <a:cs typeface="Lexend"/>
                <a:sym typeface="Lexend"/>
              </a:rPr>
              <a:t>2</a:t>
            </a:r>
            <a:endParaRPr baseline="30000" sz="1700">
              <a:solidFill>
                <a:schemeClr val="dk1"/>
              </a:solidFill>
              <a:latin typeface="Lexend"/>
              <a:ea typeface="Lexend"/>
              <a:cs typeface="Lexend"/>
              <a:sym typeface="Lexend"/>
            </a:endParaRPr>
          </a:p>
        </p:txBody>
      </p:sp>
      <p:sp>
        <p:nvSpPr>
          <p:cNvPr id="975" name="Google Shape;975;p79"/>
          <p:cNvSpPr txBox="1"/>
          <p:nvPr/>
        </p:nvSpPr>
        <p:spPr>
          <a:xfrm>
            <a:off x="5698200" y="1620000"/>
            <a:ext cx="3252300" cy="88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900">
                <a:solidFill>
                  <a:schemeClr val="dk1"/>
                </a:solidFill>
                <a:latin typeface="Kalam"/>
                <a:ea typeface="Kalam"/>
                <a:cs typeface="Kalam"/>
                <a:sym typeface="Kalam"/>
              </a:rPr>
              <a:t>This length should be slightly greater than 3 because we have 35 m</a:t>
            </a:r>
            <a:r>
              <a:rPr baseline="30000" lang="en-GB" sz="1900">
                <a:solidFill>
                  <a:schemeClr val="dk1"/>
                </a:solidFill>
                <a:latin typeface="Kalam"/>
                <a:ea typeface="Kalam"/>
                <a:cs typeface="Kalam"/>
                <a:sym typeface="Kalam"/>
              </a:rPr>
              <a:t>2</a:t>
            </a:r>
            <a:r>
              <a:rPr lang="en-GB" sz="1900">
                <a:solidFill>
                  <a:schemeClr val="dk1"/>
                </a:solidFill>
                <a:latin typeface="Kalam"/>
                <a:ea typeface="Kalam"/>
                <a:cs typeface="Kalam"/>
                <a:sym typeface="Kalam"/>
              </a:rPr>
              <a:t>. A good estimate would be 4 m.</a:t>
            </a:r>
            <a:endParaRPr sz="1900">
              <a:solidFill>
                <a:schemeClr val="dk1"/>
              </a:solidFill>
              <a:latin typeface="Kalam"/>
              <a:ea typeface="Kalam"/>
              <a:cs typeface="Kalam"/>
              <a:sym typeface="Kalam"/>
            </a:endParaRPr>
          </a:p>
        </p:txBody>
      </p:sp>
      <p:cxnSp>
        <p:nvCxnSpPr>
          <p:cNvPr id="976" name="Google Shape;976;p79"/>
          <p:cNvCxnSpPr/>
          <p:nvPr/>
        </p:nvCxnSpPr>
        <p:spPr>
          <a:xfrm flipH="1">
            <a:off x="1479450" y="4366200"/>
            <a:ext cx="1081200" cy="15900"/>
          </a:xfrm>
          <a:prstGeom prst="straightConnector1">
            <a:avLst/>
          </a:prstGeom>
          <a:noFill/>
          <a:ln cap="flat" cmpd="sng" w="19050">
            <a:solidFill>
              <a:schemeClr val="dk1"/>
            </a:solidFill>
            <a:prstDash val="solid"/>
            <a:round/>
            <a:headEnd len="med" w="med" type="triangle"/>
            <a:tailEnd len="med" w="med" type="triangle"/>
          </a:ln>
        </p:spPr>
      </p:cxnSp>
      <p:sp>
        <p:nvSpPr>
          <p:cNvPr id="977" name="Google Shape;977;p79"/>
          <p:cNvSpPr txBox="1"/>
          <p:nvPr/>
        </p:nvSpPr>
        <p:spPr>
          <a:xfrm>
            <a:off x="1740476" y="4319213"/>
            <a:ext cx="1260900" cy="5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900">
                <a:solidFill>
                  <a:schemeClr val="dk1"/>
                </a:solidFill>
                <a:latin typeface="Lexend"/>
                <a:ea typeface="Lexend"/>
                <a:cs typeface="Lexend"/>
                <a:sym typeface="Lexend"/>
              </a:rPr>
              <a:t>5 m</a:t>
            </a:r>
            <a:endParaRPr sz="1900">
              <a:solidFill>
                <a:schemeClr val="dk1"/>
              </a:solidFill>
              <a:latin typeface="Lexend"/>
              <a:ea typeface="Lexend"/>
              <a:cs typeface="Lexend"/>
              <a:sym typeface="Lexend"/>
            </a:endParaRPr>
          </a:p>
        </p:txBody>
      </p:sp>
      <p:cxnSp>
        <p:nvCxnSpPr>
          <p:cNvPr id="978" name="Google Shape;978;p79"/>
          <p:cNvCxnSpPr/>
          <p:nvPr/>
        </p:nvCxnSpPr>
        <p:spPr>
          <a:xfrm rot="10800000">
            <a:off x="1183575" y="1687575"/>
            <a:ext cx="0" cy="1387200"/>
          </a:xfrm>
          <a:prstGeom prst="straightConnector1">
            <a:avLst/>
          </a:prstGeom>
          <a:noFill/>
          <a:ln cap="flat" cmpd="sng" w="19050">
            <a:solidFill>
              <a:schemeClr val="dk1"/>
            </a:solidFill>
            <a:prstDash val="solid"/>
            <a:round/>
            <a:headEnd len="med" w="med" type="triangle"/>
            <a:tailEnd len="med" w="med" type="triangle"/>
          </a:ln>
        </p:spPr>
      </p:cxnSp>
      <p:sp>
        <p:nvSpPr>
          <p:cNvPr id="979" name="Google Shape;979;p79"/>
          <p:cNvSpPr txBox="1"/>
          <p:nvPr/>
        </p:nvSpPr>
        <p:spPr>
          <a:xfrm>
            <a:off x="473292" y="3244057"/>
            <a:ext cx="1072800" cy="5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900">
                <a:solidFill>
                  <a:schemeClr val="dk1"/>
                </a:solidFill>
                <a:latin typeface="Lexend"/>
                <a:ea typeface="Lexend"/>
                <a:cs typeface="Lexend"/>
                <a:sym typeface="Lexend"/>
              </a:rPr>
              <a:t>3 m</a:t>
            </a:r>
            <a:endParaRPr sz="1900">
              <a:solidFill>
                <a:schemeClr val="dk1"/>
              </a:solidFill>
              <a:latin typeface="Lexend"/>
              <a:ea typeface="Lexend"/>
              <a:cs typeface="Lexend"/>
              <a:sym typeface="Lexend"/>
            </a:endParaRPr>
          </a:p>
        </p:txBody>
      </p:sp>
      <p:cxnSp>
        <p:nvCxnSpPr>
          <p:cNvPr id="980" name="Google Shape;980;p79"/>
          <p:cNvCxnSpPr>
            <a:stCxn id="975" idx="1"/>
          </p:cNvCxnSpPr>
          <p:nvPr/>
        </p:nvCxnSpPr>
        <p:spPr>
          <a:xfrm flipH="1">
            <a:off x="4711800" y="2061450"/>
            <a:ext cx="986400" cy="221400"/>
          </a:xfrm>
          <a:prstGeom prst="straightConnector1">
            <a:avLst/>
          </a:prstGeom>
          <a:noFill/>
          <a:ln cap="flat" cmpd="sng" w="9525">
            <a:solidFill>
              <a:schemeClr val="dk1"/>
            </a:solidFill>
            <a:prstDash val="solid"/>
            <a:round/>
            <a:headEnd len="med" w="med" type="none"/>
            <a:tailEnd len="med" w="med" type="triangle"/>
          </a:ln>
        </p:spPr>
      </p:cxnSp>
      <p:cxnSp>
        <p:nvCxnSpPr>
          <p:cNvPr id="981" name="Google Shape;981;p79"/>
          <p:cNvCxnSpPr/>
          <p:nvPr/>
        </p:nvCxnSpPr>
        <p:spPr>
          <a:xfrm rot="10800000">
            <a:off x="2466950" y="4382200"/>
            <a:ext cx="2197200" cy="0"/>
          </a:xfrm>
          <a:prstGeom prst="straightConnector1">
            <a:avLst/>
          </a:prstGeom>
          <a:noFill/>
          <a:ln cap="flat" cmpd="sng" w="19050">
            <a:solidFill>
              <a:schemeClr val="dk1"/>
            </a:solidFill>
            <a:prstDash val="solid"/>
            <a:round/>
            <a:headEnd len="med" w="med" type="triangle"/>
            <a:tailEnd len="med" w="med" type="triangle"/>
          </a:ln>
        </p:spPr>
      </p:cxnSp>
      <p:sp>
        <p:nvSpPr>
          <p:cNvPr id="982" name="Google Shape;982;p79"/>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Problem solving with estimation</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6" name="Shape 986"/>
        <p:cNvGrpSpPr/>
        <p:nvPr/>
      </p:nvGrpSpPr>
      <p:grpSpPr>
        <a:xfrm>
          <a:off x="0" y="0"/>
          <a:ext cx="0" cy="0"/>
          <a:chOff x="0" y="0"/>
          <a:chExt cx="0" cy="0"/>
        </a:xfrm>
      </p:grpSpPr>
      <p:pic>
        <p:nvPicPr>
          <p:cNvPr id="987" name="Google Shape;987;p80"/>
          <p:cNvPicPr preferRelativeResize="0"/>
          <p:nvPr/>
        </p:nvPicPr>
        <p:blipFill>
          <a:blip r:embed="rId3">
            <a:alphaModFix/>
          </a:blip>
          <a:stretch>
            <a:fillRect/>
          </a:stretch>
        </p:blipFill>
        <p:spPr>
          <a:xfrm>
            <a:off x="1326900" y="1672596"/>
            <a:ext cx="3344701" cy="2603186"/>
          </a:xfrm>
          <a:prstGeom prst="rect">
            <a:avLst/>
          </a:prstGeom>
          <a:noFill/>
          <a:ln>
            <a:noFill/>
          </a:ln>
        </p:spPr>
      </p:pic>
      <p:sp>
        <p:nvSpPr>
          <p:cNvPr id="988" name="Google Shape;988;p80"/>
          <p:cNvSpPr txBox="1"/>
          <p:nvPr>
            <p:ph idx="1" type="body"/>
          </p:nvPr>
        </p:nvSpPr>
        <p:spPr>
          <a:xfrm>
            <a:off x="324000" y="759300"/>
            <a:ext cx="8237700" cy="759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a:t>
            </a:r>
            <a:r>
              <a:rPr lang="en-GB" sz="1800"/>
              <a:t>) Here is a scaled drawing of a ground floor house. Given the dimensions, can you work out an estimate for the missing dimensions? Show your working out.</a:t>
            </a:r>
            <a:endParaRPr sz="1800"/>
          </a:p>
        </p:txBody>
      </p:sp>
      <p:sp>
        <p:nvSpPr>
          <p:cNvPr id="989" name="Google Shape;989;p80"/>
          <p:cNvSpPr txBox="1"/>
          <p:nvPr/>
        </p:nvSpPr>
        <p:spPr>
          <a:xfrm>
            <a:off x="2891426" y="4319163"/>
            <a:ext cx="1260900" cy="5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900">
                <a:solidFill>
                  <a:schemeClr val="dk1"/>
                </a:solidFill>
                <a:latin typeface="Lexend"/>
                <a:ea typeface="Lexend"/>
                <a:cs typeface="Lexend"/>
                <a:sym typeface="Lexend"/>
              </a:rPr>
              <a:t>10 m</a:t>
            </a:r>
            <a:endParaRPr sz="1900">
              <a:solidFill>
                <a:schemeClr val="dk1"/>
              </a:solidFill>
              <a:latin typeface="Lexend"/>
              <a:ea typeface="Lexend"/>
              <a:cs typeface="Lexend"/>
              <a:sym typeface="Lexend"/>
            </a:endParaRPr>
          </a:p>
        </p:txBody>
      </p:sp>
      <p:cxnSp>
        <p:nvCxnSpPr>
          <p:cNvPr id="990" name="Google Shape;990;p80"/>
          <p:cNvCxnSpPr/>
          <p:nvPr/>
        </p:nvCxnSpPr>
        <p:spPr>
          <a:xfrm rot="10800000">
            <a:off x="1183575" y="3085888"/>
            <a:ext cx="0" cy="1012500"/>
          </a:xfrm>
          <a:prstGeom prst="straightConnector1">
            <a:avLst/>
          </a:prstGeom>
          <a:noFill/>
          <a:ln cap="flat" cmpd="sng" w="19050">
            <a:solidFill>
              <a:schemeClr val="dk1"/>
            </a:solidFill>
            <a:prstDash val="solid"/>
            <a:round/>
            <a:headEnd len="med" w="med" type="triangle"/>
            <a:tailEnd len="med" w="med" type="triangle"/>
          </a:ln>
        </p:spPr>
      </p:cxnSp>
      <p:sp>
        <p:nvSpPr>
          <p:cNvPr id="991" name="Google Shape;991;p80"/>
          <p:cNvSpPr txBox="1"/>
          <p:nvPr/>
        </p:nvSpPr>
        <p:spPr>
          <a:xfrm>
            <a:off x="473292" y="2301007"/>
            <a:ext cx="1072800" cy="5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900">
                <a:solidFill>
                  <a:schemeClr val="dk1"/>
                </a:solidFill>
                <a:latin typeface="Lexend"/>
                <a:ea typeface="Lexend"/>
                <a:cs typeface="Lexend"/>
                <a:sym typeface="Lexend"/>
              </a:rPr>
              <a:t>4 m</a:t>
            </a:r>
            <a:endParaRPr sz="1900">
              <a:solidFill>
                <a:schemeClr val="dk1"/>
              </a:solidFill>
              <a:latin typeface="Lexend"/>
              <a:ea typeface="Lexend"/>
              <a:cs typeface="Lexend"/>
              <a:sym typeface="Lexend"/>
            </a:endParaRPr>
          </a:p>
        </p:txBody>
      </p:sp>
      <p:sp>
        <p:nvSpPr>
          <p:cNvPr id="992" name="Google Shape;992;p80"/>
          <p:cNvSpPr txBox="1"/>
          <p:nvPr/>
        </p:nvSpPr>
        <p:spPr>
          <a:xfrm>
            <a:off x="1626301" y="2614738"/>
            <a:ext cx="1260900" cy="5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700">
                <a:solidFill>
                  <a:schemeClr val="dk1"/>
                </a:solidFill>
                <a:latin typeface="Lexend"/>
                <a:ea typeface="Lexend"/>
                <a:cs typeface="Lexend"/>
                <a:sym typeface="Lexend"/>
              </a:rPr>
              <a:t>35 m</a:t>
            </a:r>
            <a:r>
              <a:rPr baseline="30000" lang="en-GB" sz="1700">
                <a:solidFill>
                  <a:schemeClr val="dk1"/>
                </a:solidFill>
                <a:latin typeface="Lexend"/>
                <a:ea typeface="Lexend"/>
                <a:cs typeface="Lexend"/>
                <a:sym typeface="Lexend"/>
              </a:rPr>
              <a:t>2</a:t>
            </a:r>
            <a:endParaRPr baseline="30000" sz="1700">
              <a:solidFill>
                <a:schemeClr val="dk1"/>
              </a:solidFill>
              <a:latin typeface="Lexend"/>
              <a:ea typeface="Lexend"/>
              <a:cs typeface="Lexend"/>
              <a:sym typeface="Lexend"/>
            </a:endParaRPr>
          </a:p>
        </p:txBody>
      </p:sp>
      <p:sp>
        <p:nvSpPr>
          <p:cNvPr id="993" name="Google Shape;993;p80"/>
          <p:cNvSpPr txBox="1"/>
          <p:nvPr/>
        </p:nvSpPr>
        <p:spPr>
          <a:xfrm>
            <a:off x="2658001" y="2555613"/>
            <a:ext cx="1260900" cy="5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700">
                <a:solidFill>
                  <a:schemeClr val="dk1"/>
                </a:solidFill>
                <a:latin typeface="Lexend"/>
                <a:ea typeface="Lexend"/>
                <a:cs typeface="Lexend"/>
                <a:sym typeface="Lexend"/>
              </a:rPr>
              <a:t>.….. m</a:t>
            </a:r>
            <a:r>
              <a:rPr baseline="30000" lang="en-GB" sz="1700">
                <a:solidFill>
                  <a:schemeClr val="dk1"/>
                </a:solidFill>
                <a:latin typeface="Lexend"/>
                <a:ea typeface="Lexend"/>
                <a:cs typeface="Lexend"/>
                <a:sym typeface="Lexend"/>
              </a:rPr>
              <a:t>2</a:t>
            </a:r>
            <a:endParaRPr baseline="30000" sz="1700">
              <a:solidFill>
                <a:schemeClr val="dk1"/>
              </a:solidFill>
              <a:latin typeface="Lexend"/>
              <a:ea typeface="Lexend"/>
              <a:cs typeface="Lexend"/>
              <a:sym typeface="Lexend"/>
            </a:endParaRPr>
          </a:p>
        </p:txBody>
      </p:sp>
      <p:sp>
        <p:nvSpPr>
          <p:cNvPr id="994" name="Google Shape;994;p80"/>
          <p:cNvSpPr txBox="1"/>
          <p:nvPr/>
        </p:nvSpPr>
        <p:spPr>
          <a:xfrm>
            <a:off x="3156901" y="2066338"/>
            <a:ext cx="1260900" cy="5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700">
                <a:solidFill>
                  <a:schemeClr val="dk1"/>
                </a:solidFill>
                <a:latin typeface="Lexend"/>
                <a:ea typeface="Lexend"/>
                <a:cs typeface="Lexend"/>
                <a:sym typeface="Lexend"/>
              </a:rPr>
              <a:t>35 m</a:t>
            </a:r>
            <a:r>
              <a:rPr baseline="30000" lang="en-GB" sz="1700">
                <a:solidFill>
                  <a:schemeClr val="dk1"/>
                </a:solidFill>
                <a:latin typeface="Lexend"/>
                <a:ea typeface="Lexend"/>
                <a:cs typeface="Lexend"/>
                <a:sym typeface="Lexend"/>
              </a:rPr>
              <a:t>2</a:t>
            </a:r>
            <a:endParaRPr baseline="30000" sz="1700">
              <a:solidFill>
                <a:schemeClr val="dk1"/>
              </a:solidFill>
              <a:latin typeface="Lexend"/>
              <a:ea typeface="Lexend"/>
              <a:cs typeface="Lexend"/>
              <a:sym typeface="Lexend"/>
            </a:endParaRPr>
          </a:p>
        </p:txBody>
      </p:sp>
      <p:sp>
        <p:nvSpPr>
          <p:cNvPr id="995" name="Google Shape;995;p80"/>
          <p:cNvSpPr txBox="1"/>
          <p:nvPr/>
        </p:nvSpPr>
        <p:spPr>
          <a:xfrm>
            <a:off x="3481951" y="3343188"/>
            <a:ext cx="1260900" cy="5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700">
                <a:solidFill>
                  <a:schemeClr val="dk1"/>
                </a:solidFill>
                <a:latin typeface="Lexend"/>
                <a:ea typeface="Lexend"/>
                <a:cs typeface="Lexend"/>
                <a:sym typeface="Lexend"/>
              </a:rPr>
              <a:t>30 m</a:t>
            </a:r>
            <a:r>
              <a:rPr baseline="30000" lang="en-GB" sz="1700">
                <a:solidFill>
                  <a:schemeClr val="dk1"/>
                </a:solidFill>
                <a:latin typeface="Lexend"/>
                <a:ea typeface="Lexend"/>
                <a:cs typeface="Lexend"/>
                <a:sym typeface="Lexend"/>
              </a:rPr>
              <a:t>2</a:t>
            </a:r>
            <a:endParaRPr baseline="30000" sz="1700">
              <a:solidFill>
                <a:schemeClr val="dk1"/>
              </a:solidFill>
              <a:latin typeface="Lexend"/>
              <a:ea typeface="Lexend"/>
              <a:cs typeface="Lexend"/>
              <a:sym typeface="Lexend"/>
            </a:endParaRPr>
          </a:p>
        </p:txBody>
      </p:sp>
      <p:sp>
        <p:nvSpPr>
          <p:cNvPr id="996" name="Google Shape;996;p80"/>
          <p:cNvSpPr txBox="1"/>
          <p:nvPr/>
        </p:nvSpPr>
        <p:spPr>
          <a:xfrm>
            <a:off x="5774400" y="1620000"/>
            <a:ext cx="3054000" cy="88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900">
                <a:solidFill>
                  <a:schemeClr val="dk1"/>
                </a:solidFill>
                <a:latin typeface="Kalam"/>
                <a:ea typeface="Kalam"/>
                <a:cs typeface="Kalam"/>
                <a:sym typeface="Kalam"/>
              </a:rPr>
              <a:t>This area is then expected to be 40 m</a:t>
            </a:r>
            <a:r>
              <a:rPr baseline="30000" lang="en-GB" sz="1900">
                <a:solidFill>
                  <a:schemeClr val="dk1"/>
                </a:solidFill>
                <a:latin typeface="Kalam"/>
                <a:ea typeface="Kalam"/>
                <a:cs typeface="Kalam"/>
                <a:sym typeface="Kalam"/>
              </a:rPr>
              <a:t>2</a:t>
            </a:r>
            <a:r>
              <a:rPr lang="en-GB" sz="1900">
                <a:solidFill>
                  <a:schemeClr val="dk1"/>
                </a:solidFill>
                <a:latin typeface="Kalam"/>
                <a:ea typeface="Kalam"/>
                <a:cs typeface="Kalam"/>
                <a:sym typeface="Kalam"/>
              </a:rPr>
              <a:t>.</a:t>
            </a:r>
            <a:endParaRPr sz="1900">
              <a:solidFill>
                <a:schemeClr val="dk1"/>
              </a:solidFill>
              <a:latin typeface="Kalam"/>
              <a:ea typeface="Kalam"/>
              <a:cs typeface="Kalam"/>
              <a:sym typeface="Kalam"/>
            </a:endParaRPr>
          </a:p>
        </p:txBody>
      </p:sp>
      <p:cxnSp>
        <p:nvCxnSpPr>
          <p:cNvPr id="997" name="Google Shape;997;p80"/>
          <p:cNvCxnSpPr/>
          <p:nvPr/>
        </p:nvCxnSpPr>
        <p:spPr>
          <a:xfrm flipH="1">
            <a:off x="1479450" y="4366200"/>
            <a:ext cx="1081200" cy="15900"/>
          </a:xfrm>
          <a:prstGeom prst="straightConnector1">
            <a:avLst/>
          </a:prstGeom>
          <a:noFill/>
          <a:ln cap="flat" cmpd="sng" w="19050">
            <a:solidFill>
              <a:schemeClr val="dk1"/>
            </a:solidFill>
            <a:prstDash val="solid"/>
            <a:round/>
            <a:headEnd len="med" w="med" type="triangle"/>
            <a:tailEnd len="med" w="med" type="triangle"/>
          </a:ln>
        </p:spPr>
      </p:cxnSp>
      <p:sp>
        <p:nvSpPr>
          <p:cNvPr id="998" name="Google Shape;998;p80"/>
          <p:cNvSpPr txBox="1"/>
          <p:nvPr/>
        </p:nvSpPr>
        <p:spPr>
          <a:xfrm>
            <a:off x="1740476" y="4319213"/>
            <a:ext cx="1260900" cy="5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900">
                <a:solidFill>
                  <a:schemeClr val="dk1"/>
                </a:solidFill>
                <a:latin typeface="Lexend"/>
                <a:ea typeface="Lexend"/>
                <a:cs typeface="Lexend"/>
                <a:sym typeface="Lexend"/>
              </a:rPr>
              <a:t>5 m</a:t>
            </a:r>
            <a:endParaRPr sz="1900">
              <a:solidFill>
                <a:schemeClr val="dk1"/>
              </a:solidFill>
              <a:latin typeface="Lexend"/>
              <a:ea typeface="Lexend"/>
              <a:cs typeface="Lexend"/>
              <a:sym typeface="Lexend"/>
            </a:endParaRPr>
          </a:p>
        </p:txBody>
      </p:sp>
      <p:cxnSp>
        <p:nvCxnSpPr>
          <p:cNvPr id="999" name="Google Shape;999;p80"/>
          <p:cNvCxnSpPr/>
          <p:nvPr/>
        </p:nvCxnSpPr>
        <p:spPr>
          <a:xfrm rot="10800000">
            <a:off x="1183575" y="1687575"/>
            <a:ext cx="0" cy="1387200"/>
          </a:xfrm>
          <a:prstGeom prst="straightConnector1">
            <a:avLst/>
          </a:prstGeom>
          <a:noFill/>
          <a:ln cap="flat" cmpd="sng" w="19050">
            <a:solidFill>
              <a:schemeClr val="dk1"/>
            </a:solidFill>
            <a:prstDash val="solid"/>
            <a:round/>
            <a:headEnd len="med" w="med" type="triangle"/>
            <a:tailEnd len="med" w="med" type="triangle"/>
          </a:ln>
        </p:spPr>
      </p:cxnSp>
      <p:sp>
        <p:nvSpPr>
          <p:cNvPr id="1000" name="Google Shape;1000;p80"/>
          <p:cNvSpPr txBox="1"/>
          <p:nvPr/>
        </p:nvSpPr>
        <p:spPr>
          <a:xfrm>
            <a:off x="473292" y="3244057"/>
            <a:ext cx="1072800" cy="5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900">
                <a:solidFill>
                  <a:schemeClr val="dk1"/>
                </a:solidFill>
                <a:latin typeface="Lexend"/>
                <a:ea typeface="Lexend"/>
                <a:cs typeface="Lexend"/>
                <a:sym typeface="Lexend"/>
              </a:rPr>
              <a:t>3 m</a:t>
            </a:r>
            <a:endParaRPr sz="1900">
              <a:solidFill>
                <a:schemeClr val="dk1"/>
              </a:solidFill>
              <a:latin typeface="Lexend"/>
              <a:ea typeface="Lexend"/>
              <a:cs typeface="Lexend"/>
              <a:sym typeface="Lexend"/>
            </a:endParaRPr>
          </a:p>
        </p:txBody>
      </p:sp>
      <p:sp>
        <p:nvSpPr>
          <p:cNvPr id="1001" name="Google Shape;1001;p80"/>
          <p:cNvSpPr/>
          <p:nvPr/>
        </p:nvSpPr>
        <p:spPr>
          <a:xfrm>
            <a:off x="2473400" y="1768625"/>
            <a:ext cx="2098500" cy="1387200"/>
          </a:xfrm>
          <a:prstGeom prst="rect">
            <a:avLst/>
          </a:prstGeom>
          <a:solidFill>
            <a:srgbClr val="FFFF00">
              <a:alpha val="2642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002" name="Google Shape;1002;p80"/>
          <p:cNvCxnSpPr/>
          <p:nvPr/>
        </p:nvCxnSpPr>
        <p:spPr>
          <a:xfrm rot="10800000">
            <a:off x="2466950" y="4382200"/>
            <a:ext cx="2197200" cy="0"/>
          </a:xfrm>
          <a:prstGeom prst="straightConnector1">
            <a:avLst/>
          </a:prstGeom>
          <a:noFill/>
          <a:ln cap="flat" cmpd="sng" w="19050">
            <a:solidFill>
              <a:schemeClr val="dk1"/>
            </a:solidFill>
            <a:prstDash val="solid"/>
            <a:round/>
            <a:headEnd len="med" w="med" type="triangle"/>
            <a:tailEnd len="med" w="med" type="triangle"/>
          </a:ln>
        </p:spPr>
      </p:cxnSp>
      <p:sp>
        <p:nvSpPr>
          <p:cNvPr id="1003" name="Google Shape;1003;p80"/>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Problem solving with estimation</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7" name="Shape 1007"/>
        <p:cNvGrpSpPr/>
        <p:nvPr/>
      </p:nvGrpSpPr>
      <p:grpSpPr>
        <a:xfrm>
          <a:off x="0" y="0"/>
          <a:ext cx="0" cy="0"/>
          <a:chOff x="0" y="0"/>
          <a:chExt cx="0" cy="0"/>
        </a:xfrm>
      </p:grpSpPr>
      <p:pic>
        <p:nvPicPr>
          <p:cNvPr id="1008" name="Google Shape;1008;p81"/>
          <p:cNvPicPr preferRelativeResize="0"/>
          <p:nvPr/>
        </p:nvPicPr>
        <p:blipFill>
          <a:blip r:embed="rId3">
            <a:alphaModFix/>
          </a:blip>
          <a:stretch>
            <a:fillRect/>
          </a:stretch>
        </p:blipFill>
        <p:spPr>
          <a:xfrm>
            <a:off x="1326900" y="1672596"/>
            <a:ext cx="3344701" cy="2603186"/>
          </a:xfrm>
          <a:prstGeom prst="rect">
            <a:avLst/>
          </a:prstGeom>
          <a:noFill/>
          <a:ln>
            <a:noFill/>
          </a:ln>
        </p:spPr>
      </p:pic>
      <p:sp>
        <p:nvSpPr>
          <p:cNvPr id="1009" name="Google Shape;1009;p81"/>
          <p:cNvSpPr txBox="1"/>
          <p:nvPr>
            <p:ph idx="1" type="body"/>
          </p:nvPr>
        </p:nvSpPr>
        <p:spPr>
          <a:xfrm>
            <a:off x="324000" y="759300"/>
            <a:ext cx="8237700" cy="759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a:t>
            </a:r>
            <a:r>
              <a:rPr lang="en-GB" sz="1800"/>
              <a:t>) Here is a scaled drawing of a ground floor house. Given the dimensions, can you work out an estimate for the missing dimensions? Show your working out.</a:t>
            </a:r>
            <a:endParaRPr sz="1800"/>
          </a:p>
        </p:txBody>
      </p:sp>
      <p:sp>
        <p:nvSpPr>
          <p:cNvPr id="1010" name="Google Shape;1010;p81"/>
          <p:cNvSpPr txBox="1"/>
          <p:nvPr/>
        </p:nvSpPr>
        <p:spPr>
          <a:xfrm>
            <a:off x="2891426" y="4319163"/>
            <a:ext cx="1260900" cy="5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900">
                <a:solidFill>
                  <a:schemeClr val="dk1"/>
                </a:solidFill>
                <a:latin typeface="Lexend"/>
                <a:ea typeface="Lexend"/>
                <a:cs typeface="Lexend"/>
                <a:sym typeface="Lexend"/>
              </a:rPr>
              <a:t>10 m</a:t>
            </a:r>
            <a:endParaRPr sz="1900">
              <a:solidFill>
                <a:schemeClr val="dk1"/>
              </a:solidFill>
              <a:latin typeface="Lexend"/>
              <a:ea typeface="Lexend"/>
              <a:cs typeface="Lexend"/>
              <a:sym typeface="Lexend"/>
            </a:endParaRPr>
          </a:p>
        </p:txBody>
      </p:sp>
      <p:cxnSp>
        <p:nvCxnSpPr>
          <p:cNvPr id="1011" name="Google Shape;1011;p81"/>
          <p:cNvCxnSpPr/>
          <p:nvPr/>
        </p:nvCxnSpPr>
        <p:spPr>
          <a:xfrm rot="10800000">
            <a:off x="1183575" y="3085888"/>
            <a:ext cx="0" cy="1012500"/>
          </a:xfrm>
          <a:prstGeom prst="straightConnector1">
            <a:avLst/>
          </a:prstGeom>
          <a:noFill/>
          <a:ln cap="flat" cmpd="sng" w="19050">
            <a:solidFill>
              <a:schemeClr val="dk1"/>
            </a:solidFill>
            <a:prstDash val="solid"/>
            <a:round/>
            <a:headEnd len="med" w="med" type="triangle"/>
            <a:tailEnd len="med" w="med" type="triangle"/>
          </a:ln>
        </p:spPr>
      </p:cxnSp>
      <p:sp>
        <p:nvSpPr>
          <p:cNvPr id="1012" name="Google Shape;1012;p81"/>
          <p:cNvSpPr txBox="1"/>
          <p:nvPr/>
        </p:nvSpPr>
        <p:spPr>
          <a:xfrm>
            <a:off x="473292" y="2301007"/>
            <a:ext cx="1072800" cy="5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900">
                <a:solidFill>
                  <a:schemeClr val="dk1"/>
                </a:solidFill>
                <a:latin typeface="Lexend"/>
                <a:ea typeface="Lexend"/>
                <a:cs typeface="Lexend"/>
                <a:sym typeface="Lexend"/>
              </a:rPr>
              <a:t>4 m</a:t>
            </a:r>
            <a:endParaRPr sz="1900">
              <a:solidFill>
                <a:schemeClr val="dk1"/>
              </a:solidFill>
              <a:latin typeface="Lexend"/>
              <a:ea typeface="Lexend"/>
              <a:cs typeface="Lexend"/>
              <a:sym typeface="Lexend"/>
            </a:endParaRPr>
          </a:p>
        </p:txBody>
      </p:sp>
      <p:sp>
        <p:nvSpPr>
          <p:cNvPr id="1013" name="Google Shape;1013;p81"/>
          <p:cNvSpPr txBox="1"/>
          <p:nvPr/>
        </p:nvSpPr>
        <p:spPr>
          <a:xfrm>
            <a:off x="1626301" y="2614738"/>
            <a:ext cx="1260900" cy="5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700">
                <a:solidFill>
                  <a:schemeClr val="dk1"/>
                </a:solidFill>
                <a:latin typeface="Lexend"/>
                <a:ea typeface="Lexend"/>
                <a:cs typeface="Lexend"/>
                <a:sym typeface="Lexend"/>
              </a:rPr>
              <a:t>35 m</a:t>
            </a:r>
            <a:r>
              <a:rPr baseline="30000" lang="en-GB" sz="1700">
                <a:solidFill>
                  <a:schemeClr val="dk1"/>
                </a:solidFill>
                <a:latin typeface="Lexend"/>
                <a:ea typeface="Lexend"/>
                <a:cs typeface="Lexend"/>
                <a:sym typeface="Lexend"/>
              </a:rPr>
              <a:t>2</a:t>
            </a:r>
            <a:endParaRPr baseline="30000" sz="1700">
              <a:solidFill>
                <a:schemeClr val="dk1"/>
              </a:solidFill>
              <a:latin typeface="Lexend"/>
              <a:ea typeface="Lexend"/>
              <a:cs typeface="Lexend"/>
              <a:sym typeface="Lexend"/>
            </a:endParaRPr>
          </a:p>
        </p:txBody>
      </p:sp>
      <p:sp>
        <p:nvSpPr>
          <p:cNvPr id="1014" name="Google Shape;1014;p81"/>
          <p:cNvSpPr txBox="1"/>
          <p:nvPr/>
        </p:nvSpPr>
        <p:spPr>
          <a:xfrm>
            <a:off x="2658001" y="2555613"/>
            <a:ext cx="1260900" cy="5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700">
                <a:solidFill>
                  <a:schemeClr val="dk1"/>
                </a:solidFill>
                <a:latin typeface="Lexend"/>
                <a:ea typeface="Lexend"/>
                <a:cs typeface="Lexend"/>
                <a:sym typeface="Lexend"/>
              </a:rPr>
              <a:t>5 m</a:t>
            </a:r>
            <a:r>
              <a:rPr baseline="30000" lang="en-GB" sz="1700">
                <a:solidFill>
                  <a:schemeClr val="dk1"/>
                </a:solidFill>
                <a:latin typeface="Lexend"/>
                <a:ea typeface="Lexend"/>
                <a:cs typeface="Lexend"/>
                <a:sym typeface="Lexend"/>
              </a:rPr>
              <a:t>2</a:t>
            </a:r>
            <a:endParaRPr baseline="30000" sz="1700">
              <a:solidFill>
                <a:schemeClr val="dk1"/>
              </a:solidFill>
              <a:latin typeface="Lexend"/>
              <a:ea typeface="Lexend"/>
              <a:cs typeface="Lexend"/>
              <a:sym typeface="Lexend"/>
            </a:endParaRPr>
          </a:p>
        </p:txBody>
      </p:sp>
      <p:sp>
        <p:nvSpPr>
          <p:cNvPr id="1015" name="Google Shape;1015;p81"/>
          <p:cNvSpPr txBox="1"/>
          <p:nvPr/>
        </p:nvSpPr>
        <p:spPr>
          <a:xfrm>
            <a:off x="3156901" y="2066338"/>
            <a:ext cx="1260900" cy="5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700">
                <a:solidFill>
                  <a:schemeClr val="dk1"/>
                </a:solidFill>
                <a:latin typeface="Lexend"/>
                <a:ea typeface="Lexend"/>
                <a:cs typeface="Lexend"/>
                <a:sym typeface="Lexend"/>
              </a:rPr>
              <a:t>35 m</a:t>
            </a:r>
            <a:r>
              <a:rPr baseline="30000" lang="en-GB" sz="1700">
                <a:solidFill>
                  <a:schemeClr val="dk1"/>
                </a:solidFill>
                <a:latin typeface="Lexend"/>
                <a:ea typeface="Lexend"/>
                <a:cs typeface="Lexend"/>
                <a:sym typeface="Lexend"/>
              </a:rPr>
              <a:t>2</a:t>
            </a:r>
            <a:endParaRPr baseline="30000" sz="1700">
              <a:solidFill>
                <a:schemeClr val="dk1"/>
              </a:solidFill>
              <a:latin typeface="Lexend"/>
              <a:ea typeface="Lexend"/>
              <a:cs typeface="Lexend"/>
              <a:sym typeface="Lexend"/>
            </a:endParaRPr>
          </a:p>
        </p:txBody>
      </p:sp>
      <p:sp>
        <p:nvSpPr>
          <p:cNvPr id="1016" name="Google Shape;1016;p81"/>
          <p:cNvSpPr txBox="1"/>
          <p:nvPr/>
        </p:nvSpPr>
        <p:spPr>
          <a:xfrm>
            <a:off x="3481951" y="3343188"/>
            <a:ext cx="1260900" cy="5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700">
                <a:solidFill>
                  <a:schemeClr val="dk1"/>
                </a:solidFill>
                <a:latin typeface="Lexend"/>
                <a:ea typeface="Lexend"/>
                <a:cs typeface="Lexend"/>
                <a:sym typeface="Lexend"/>
              </a:rPr>
              <a:t>30 m</a:t>
            </a:r>
            <a:r>
              <a:rPr baseline="30000" lang="en-GB" sz="1700">
                <a:solidFill>
                  <a:schemeClr val="dk1"/>
                </a:solidFill>
                <a:latin typeface="Lexend"/>
                <a:ea typeface="Lexend"/>
                <a:cs typeface="Lexend"/>
                <a:sym typeface="Lexend"/>
              </a:rPr>
              <a:t>2</a:t>
            </a:r>
            <a:endParaRPr baseline="30000" sz="1700">
              <a:solidFill>
                <a:schemeClr val="dk1"/>
              </a:solidFill>
              <a:latin typeface="Lexend"/>
              <a:ea typeface="Lexend"/>
              <a:cs typeface="Lexend"/>
              <a:sym typeface="Lexend"/>
            </a:endParaRPr>
          </a:p>
        </p:txBody>
      </p:sp>
      <p:sp>
        <p:nvSpPr>
          <p:cNvPr id="1017" name="Google Shape;1017;p81"/>
          <p:cNvSpPr txBox="1"/>
          <p:nvPr/>
        </p:nvSpPr>
        <p:spPr>
          <a:xfrm>
            <a:off x="5774400" y="1620000"/>
            <a:ext cx="3054000" cy="88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900">
                <a:solidFill>
                  <a:schemeClr val="dk1"/>
                </a:solidFill>
                <a:latin typeface="Kalam"/>
                <a:ea typeface="Kalam"/>
                <a:cs typeface="Kalam"/>
                <a:sym typeface="Kalam"/>
              </a:rPr>
              <a:t>So the missing area is approximately 5 m</a:t>
            </a:r>
            <a:r>
              <a:rPr baseline="30000" lang="en-GB" sz="1900">
                <a:solidFill>
                  <a:schemeClr val="dk1"/>
                </a:solidFill>
                <a:latin typeface="Kalam"/>
                <a:ea typeface="Kalam"/>
                <a:cs typeface="Kalam"/>
                <a:sym typeface="Kalam"/>
              </a:rPr>
              <a:t>2</a:t>
            </a:r>
            <a:r>
              <a:rPr lang="en-GB" sz="1900">
                <a:solidFill>
                  <a:schemeClr val="dk1"/>
                </a:solidFill>
                <a:latin typeface="Kalam"/>
                <a:ea typeface="Kalam"/>
                <a:cs typeface="Kalam"/>
                <a:sym typeface="Kalam"/>
              </a:rPr>
              <a:t>.</a:t>
            </a:r>
            <a:endParaRPr sz="1900">
              <a:solidFill>
                <a:schemeClr val="dk1"/>
              </a:solidFill>
              <a:latin typeface="Kalam"/>
              <a:ea typeface="Kalam"/>
              <a:cs typeface="Kalam"/>
              <a:sym typeface="Kalam"/>
            </a:endParaRPr>
          </a:p>
        </p:txBody>
      </p:sp>
      <p:cxnSp>
        <p:nvCxnSpPr>
          <p:cNvPr id="1018" name="Google Shape;1018;p81"/>
          <p:cNvCxnSpPr/>
          <p:nvPr/>
        </p:nvCxnSpPr>
        <p:spPr>
          <a:xfrm flipH="1">
            <a:off x="1479450" y="4366200"/>
            <a:ext cx="1081200" cy="15900"/>
          </a:xfrm>
          <a:prstGeom prst="straightConnector1">
            <a:avLst/>
          </a:prstGeom>
          <a:noFill/>
          <a:ln cap="flat" cmpd="sng" w="19050">
            <a:solidFill>
              <a:schemeClr val="dk1"/>
            </a:solidFill>
            <a:prstDash val="solid"/>
            <a:round/>
            <a:headEnd len="med" w="med" type="triangle"/>
            <a:tailEnd len="med" w="med" type="triangle"/>
          </a:ln>
        </p:spPr>
      </p:cxnSp>
      <p:sp>
        <p:nvSpPr>
          <p:cNvPr id="1019" name="Google Shape;1019;p81"/>
          <p:cNvSpPr txBox="1"/>
          <p:nvPr/>
        </p:nvSpPr>
        <p:spPr>
          <a:xfrm>
            <a:off x="1740476" y="4319213"/>
            <a:ext cx="1260900" cy="5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900">
                <a:solidFill>
                  <a:schemeClr val="dk1"/>
                </a:solidFill>
                <a:latin typeface="Lexend"/>
                <a:ea typeface="Lexend"/>
                <a:cs typeface="Lexend"/>
                <a:sym typeface="Lexend"/>
              </a:rPr>
              <a:t>5 m</a:t>
            </a:r>
            <a:endParaRPr sz="1900">
              <a:solidFill>
                <a:schemeClr val="dk1"/>
              </a:solidFill>
              <a:latin typeface="Lexend"/>
              <a:ea typeface="Lexend"/>
              <a:cs typeface="Lexend"/>
              <a:sym typeface="Lexend"/>
            </a:endParaRPr>
          </a:p>
        </p:txBody>
      </p:sp>
      <p:cxnSp>
        <p:nvCxnSpPr>
          <p:cNvPr id="1020" name="Google Shape;1020;p81"/>
          <p:cNvCxnSpPr/>
          <p:nvPr/>
        </p:nvCxnSpPr>
        <p:spPr>
          <a:xfrm rot="10800000">
            <a:off x="1183575" y="1687575"/>
            <a:ext cx="0" cy="1387200"/>
          </a:xfrm>
          <a:prstGeom prst="straightConnector1">
            <a:avLst/>
          </a:prstGeom>
          <a:noFill/>
          <a:ln cap="flat" cmpd="sng" w="19050">
            <a:solidFill>
              <a:schemeClr val="dk1"/>
            </a:solidFill>
            <a:prstDash val="solid"/>
            <a:round/>
            <a:headEnd len="med" w="med" type="triangle"/>
            <a:tailEnd len="med" w="med" type="triangle"/>
          </a:ln>
        </p:spPr>
      </p:cxnSp>
      <p:sp>
        <p:nvSpPr>
          <p:cNvPr id="1021" name="Google Shape;1021;p81"/>
          <p:cNvSpPr txBox="1"/>
          <p:nvPr/>
        </p:nvSpPr>
        <p:spPr>
          <a:xfrm>
            <a:off x="473292" y="3244057"/>
            <a:ext cx="1072800" cy="5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900">
                <a:solidFill>
                  <a:schemeClr val="dk1"/>
                </a:solidFill>
                <a:latin typeface="Lexend"/>
                <a:ea typeface="Lexend"/>
                <a:cs typeface="Lexend"/>
                <a:sym typeface="Lexend"/>
              </a:rPr>
              <a:t>3 m</a:t>
            </a:r>
            <a:endParaRPr sz="1900">
              <a:solidFill>
                <a:schemeClr val="dk1"/>
              </a:solidFill>
              <a:latin typeface="Lexend"/>
              <a:ea typeface="Lexend"/>
              <a:cs typeface="Lexend"/>
              <a:sym typeface="Lexend"/>
            </a:endParaRPr>
          </a:p>
        </p:txBody>
      </p:sp>
      <p:sp>
        <p:nvSpPr>
          <p:cNvPr id="1022" name="Google Shape;1022;p81"/>
          <p:cNvSpPr/>
          <p:nvPr/>
        </p:nvSpPr>
        <p:spPr>
          <a:xfrm>
            <a:off x="2473400" y="1768625"/>
            <a:ext cx="2198100" cy="1387200"/>
          </a:xfrm>
          <a:prstGeom prst="rect">
            <a:avLst/>
          </a:prstGeom>
          <a:solidFill>
            <a:srgbClr val="FFFF00">
              <a:alpha val="2642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023" name="Google Shape;1023;p81"/>
          <p:cNvCxnSpPr/>
          <p:nvPr/>
        </p:nvCxnSpPr>
        <p:spPr>
          <a:xfrm rot="10800000">
            <a:off x="2466950" y="4382200"/>
            <a:ext cx="2197200" cy="0"/>
          </a:xfrm>
          <a:prstGeom prst="straightConnector1">
            <a:avLst/>
          </a:prstGeom>
          <a:noFill/>
          <a:ln cap="flat" cmpd="sng" w="19050">
            <a:solidFill>
              <a:schemeClr val="dk1"/>
            </a:solidFill>
            <a:prstDash val="solid"/>
            <a:round/>
            <a:headEnd len="med" w="med" type="triangle"/>
            <a:tailEnd len="med" w="med" type="triangle"/>
          </a:ln>
        </p:spPr>
      </p:cxnSp>
      <p:sp>
        <p:nvSpPr>
          <p:cNvPr id="1024" name="Google Shape;1024;p81"/>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Problem solving with estimation</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8" name="Shape 1028"/>
        <p:cNvGrpSpPr/>
        <p:nvPr/>
      </p:nvGrpSpPr>
      <p:grpSpPr>
        <a:xfrm>
          <a:off x="0" y="0"/>
          <a:ext cx="0" cy="0"/>
          <a:chOff x="0" y="0"/>
          <a:chExt cx="0" cy="0"/>
        </a:xfrm>
      </p:grpSpPr>
      <p:pic>
        <p:nvPicPr>
          <p:cNvPr id="1029" name="Google Shape;1029;p82"/>
          <p:cNvPicPr preferRelativeResize="0"/>
          <p:nvPr/>
        </p:nvPicPr>
        <p:blipFill>
          <a:blip r:embed="rId3">
            <a:alphaModFix/>
          </a:blip>
          <a:stretch>
            <a:fillRect/>
          </a:stretch>
        </p:blipFill>
        <p:spPr>
          <a:xfrm>
            <a:off x="1326900" y="1672596"/>
            <a:ext cx="3344701" cy="2603186"/>
          </a:xfrm>
          <a:prstGeom prst="rect">
            <a:avLst/>
          </a:prstGeom>
          <a:noFill/>
          <a:ln>
            <a:noFill/>
          </a:ln>
        </p:spPr>
      </p:pic>
      <p:sp>
        <p:nvSpPr>
          <p:cNvPr id="1030" name="Google Shape;1030;p82"/>
          <p:cNvSpPr txBox="1"/>
          <p:nvPr>
            <p:ph idx="1" type="body"/>
          </p:nvPr>
        </p:nvSpPr>
        <p:spPr>
          <a:xfrm>
            <a:off x="324000" y="759300"/>
            <a:ext cx="8237700" cy="759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a:t>
            </a:r>
            <a:r>
              <a:rPr lang="en-GB" sz="1800"/>
              <a:t>) Here is a scaled drawing of a ground floor house. Given the dimensions, can you work out an estimate for the missing dimensions? Show your working out.</a:t>
            </a:r>
            <a:endParaRPr sz="1800"/>
          </a:p>
        </p:txBody>
      </p:sp>
      <p:cxnSp>
        <p:nvCxnSpPr>
          <p:cNvPr id="1031" name="Google Shape;1031;p82"/>
          <p:cNvCxnSpPr/>
          <p:nvPr/>
        </p:nvCxnSpPr>
        <p:spPr>
          <a:xfrm rot="10800000">
            <a:off x="1183575" y="1672588"/>
            <a:ext cx="0" cy="2425800"/>
          </a:xfrm>
          <a:prstGeom prst="straightConnector1">
            <a:avLst/>
          </a:prstGeom>
          <a:noFill/>
          <a:ln cap="flat" cmpd="sng" w="19050">
            <a:solidFill>
              <a:schemeClr val="dk1"/>
            </a:solidFill>
            <a:prstDash val="solid"/>
            <a:round/>
            <a:headEnd len="med" w="med" type="triangle"/>
            <a:tailEnd len="med" w="med" type="triangle"/>
          </a:ln>
        </p:spPr>
      </p:cxnSp>
      <p:cxnSp>
        <p:nvCxnSpPr>
          <p:cNvPr id="1032" name="Google Shape;1032;p82"/>
          <p:cNvCxnSpPr/>
          <p:nvPr/>
        </p:nvCxnSpPr>
        <p:spPr>
          <a:xfrm rot="10800000">
            <a:off x="1398275" y="4382300"/>
            <a:ext cx="3237300" cy="0"/>
          </a:xfrm>
          <a:prstGeom prst="straightConnector1">
            <a:avLst/>
          </a:prstGeom>
          <a:noFill/>
          <a:ln cap="flat" cmpd="sng" w="19050">
            <a:solidFill>
              <a:schemeClr val="dk1"/>
            </a:solidFill>
            <a:prstDash val="solid"/>
            <a:round/>
            <a:headEnd len="med" w="med" type="triangle"/>
            <a:tailEnd len="med" w="med" type="triangle"/>
          </a:ln>
        </p:spPr>
      </p:cxnSp>
      <p:sp>
        <p:nvSpPr>
          <p:cNvPr id="1033" name="Google Shape;1033;p82"/>
          <p:cNvSpPr txBox="1"/>
          <p:nvPr/>
        </p:nvSpPr>
        <p:spPr>
          <a:xfrm>
            <a:off x="5774400" y="1620000"/>
            <a:ext cx="3054000" cy="88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900">
                <a:solidFill>
                  <a:schemeClr val="dk1"/>
                </a:solidFill>
                <a:latin typeface="Kalam"/>
                <a:ea typeface="Kalam"/>
                <a:cs typeface="Kalam"/>
                <a:sym typeface="Kalam"/>
              </a:rPr>
              <a:t>Lots of different ways you could have worked this out.</a:t>
            </a:r>
            <a:endParaRPr sz="1900">
              <a:solidFill>
                <a:schemeClr val="dk1"/>
              </a:solidFill>
              <a:latin typeface="Kalam"/>
              <a:ea typeface="Kalam"/>
              <a:cs typeface="Kalam"/>
              <a:sym typeface="Kalam"/>
            </a:endParaRPr>
          </a:p>
          <a:p>
            <a:pPr indent="0" lvl="0" marL="0" rtl="0" algn="l">
              <a:spcBef>
                <a:spcPts val="0"/>
              </a:spcBef>
              <a:spcAft>
                <a:spcPts val="0"/>
              </a:spcAft>
              <a:buNone/>
            </a:pPr>
            <a:r>
              <a:t/>
            </a:r>
            <a:endParaRPr sz="1900">
              <a:solidFill>
                <a:schemeClr val="dk1"/>
              </a:solidFill>
              <a:latin typeface="Kalam"/>
              <a:ea typeface="Kalam"/>
              <a:cs typeface="Kalam"/>
              <a:sym typeface="Kalam"/>
            </a:endParaRPr>
          </a:p>
          <a:p>
            <a:pPr indent="0" lvl="0" marL="0" rtl="0" algn="l">
              <a:spcBef>
                <a:spcPts val="0"/>
              </a:spcBef>
              <a:spcAft>
                <a:spcPts val="0"/>
              </a:spcAft>
              <a:buNone/>
            </a:pPr>
            <a:r>
              <a:rPr lang="en-GB" sz="1900">
                <a:solidFill>
                  <a:schemeClr val="dk1"/>
                </a:solidFill>
                <a:latin typeface="Kalam"/>
                <a:ea typeface="Kalam"/>
                <a:cs typeface="Kalam"/>
                <a:sym typeface="Kalam"/>
              </a:rPr>
              <a:t>Anything between 6m and 10 m is acceptable</a:t>
            </a:r>
            <a:endParaRPr sz="1900">
              <a:solidFill>
                <a:schemeClr val="dk1"/>
              </a:solidFill>
              <a:latin typeface="Kalam"/>
              <a:ea typeface="Kalam"/>
              <a:cs typeface="Kalam"/>
              <a:sym typeface="Kalam"/>
            </a:endParaRPr>
          </a:p>
          <a:p>
            <a:pPr indent="0" lvl="0" marL="0" rtl="0" algn="l">
              <a:spcBef>
                <a:spcPts val="0"/>
              </a:spcBef>
              <a:spcAft>
                <a:spcPts val="0"/>
              </a:spcAft>
              <a:buNone/>
            </a:pPr>
            <a:r>
              <a:t/>
            </a:r>
            <a:endParaRPr sz="1900">
              <a:solidFill>
                <a:schemeClr val="dk1"/>
              </a:solidFill>
              <a:latin typeface="Kalam"/>
              <a:ea typeface="Kalam"/>
              <a:cs typeface="Kalam"/>
              <a:sym typeface="Kalam"/>
            </a:endParaRPr>
          </a:p>
          <a:p>
            <a:pPr indent="0" lvl="0" marL="0" rtl="0" algn="l">
              <a:spcBef>
                <a:spcPts val="0"/>
              </a:spcBef>
              <a:spcAft>
                <a:spcPts val="0"/>
              </a:spcAft>
              <a:buNone/>
            </a:pPr>
            <a:r>
              <a:rPr lang="en-GB" sz="1900">
                <a:solidFill>
                  <a:schemeClr val="dk1"/>
                </a:solidFill>
                <a:latin typeface="Kalam"/>
                <a:ea typeface="Kalam"/>
                <a:cs typeface="Kalam"/>
                <a:sym typeface="Kalam"/>
              </a:rPr>
              <a:t>Anything between 4 m</a:t>
            </a:r>
            <a:r>
              <a:rPr baseline="30000" lang="en-GB" sz="1900">
                <a:solidFill>
                  <a:schemeClr val="dk1"/>
                </a:solidFill>
                <a:latin typeface="Kalam"/>
                <a:ea typeface="Kalam"/>
                <a:cs typeface="Kalam"/>
                <a:sym typeface="Kalam"/>
              </a:rPr>
              <a:t>2</a:t>
            </a:r>
            <a:r>
              <a:rPr lang="en-GB" sz="1900">
                <a:solidFill>
                  <a:schemeClr val="dk1"/>
                </a:solidFill>
                <a:latin typeface="Kalam"/>
                <a:ea typeface="Kalam"/>
                <a:cs typeface="Kalam"/>
                <a:sym typeface="Kalam"/>
              </a:rPr>
              <a:t> and 8 m</a:t>
            </a:r>
            <a:r>
              <a:rPr baseline="30000" lang="en-GB" sz="1900">
                <a:solidFill>
                  <a:schemeClr val="dk1"/>
                </a:solidFill>
                <a:latin typeface="Kalam"/>
                <a:ea typeface="Kalam"/>
                <a:cs typeface="Kalam"/>
                <a:sym typeface="Kalam"/>
              </a:rPr>
              <a:t>2</a:t>
            </a:r>
            <a:r>
              <a:rPr lang="en-GB" sz="1900">
                <a:solidFill>
                  <a:schemeClr val="dk1"/>
                </a:solidFill>
                <a:latin typeface="Kalam"/>
                <a:ea typeface="Kalam"/>
                <a:cs typeface="Kalam"/>
                <a:sym typeface="Kalam"/>
              </a:rPr>
              <a:t> is acceptable.</a:t>
            </a:r>
            <a:endParaRPr sz="1900">
              <a:solidFill>
                <a:schemeClr val="dk1"/>
              </a:solidFill>
              <a:latin typeface="Kalam"/>
              <a:ea typeface="Kalam"/>
              <a:cs typeface="Kalam"/>
              <a:sym typeface="Kalam"/>
            </a:endParaRPr>
          </a:p>
        </p:txBody>
      </p:sp>
      <p:sp>
        <p:nvSpPr>
          <p:cNvPr id="1034" name="Google Shape;1034;p82"/>
          <p:cNvSpPr txBox="1"/>
          <p:nvPr/>
        </p:nvSpPr>
        <p:spPr>
          <a:xfrm rot="-5400000">
            <a:off x="-614135" y="2196225"/>
            <a:ext cx="3054000" cy="5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900">
                <a:solidFill>
                  <a:schemeClr val="dk1"/>
                </a:solidFill>
                <a:latin typeface="Kalam"/>
                <a:ea typeface="Kalam"/>
                <a:cs typeface="Kalam"/>
                <a:sym typeface="Kalam"/>
              </a:rPr>
              <a:t>Approximately 7 m</a:t>
            </a:r>
            <a:endParaRPr sz="1900">
              <a:solidFill>
                <a:schemeClr val="dk1"/>
              </a:solidFill>
              <a:latin typeface="Kalam"/>
              <a:ea typeface="Kalam"/>
              <a:cs typeface="Kalam"/>
              <a:sym typeface="Kalam"/>
            </a:endParaRPr>
          </a:p>
        </p:txBody>
      </p:sp>
      <p:sp>
        <p:nvSpPr>
          <p:cNvPr id="1035" name="Google Shape;1035;p82"/>
          <p:cNvSpPr txBox="1"/>
          <p:nvPr/>
        </p:nvSpPr>
        <p:spPr>
          <a:xfrm>
            <a:off x="2611301" y="2443425"/>
            <a:ext cx="1802100" cy="5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900">
                <a:solidFill>
                  <a:schemeClr val="dk1"/>
                </a:solidFill>
                <a:latin typeface="Kalam"/>
                <a:ea typeface="Kalam"/>
                <a:cs typeface="Kalam"/>
                <a:sym typeface="Kalam"/>
              </a:rPr>
              <a:t>Approx </a:t>
            </a:r>
            <a:endParaRPr sz="1900">
              <a:solidFill>
                <a:schemeClr val="dk1"/>
              </a:solidFill>
              <a:latin typeface="Kalam"/>
              <a:ea typeface="Kalam"/>
              <a:cs typeface="Kalam"/>
              <a:sym typeface="Kalam"/>
            </a:endParaRPr>
          </a:p>
          <a:p>
            <a:pPr indent="0" lvl="0" marL="0" rtl="0" algn="l">
              <a:spcBef>
                <a:spcPts val="0"/>
              </a:spcBef>
              <a:spcAft>
                <a:spcPts val="0"/>
              </a:spcAft>
              <a:buNone/>
            </a:pPr>
            <a:r>
              <a:rPr lang="en-GB" sz="1900">
                <a:solidFill>
                  <a:schemeClr val="dk1"/>
                </a:solidFill>
                <a:latin typeface="Kalam"/>
                <a:ea typeface="Kalam"/>
                <a:cs typeface="Kalam"/>
                <a:sym typeface="Kalam"/>
              </a:rPr>
              <a:t>5 m</a:t>
            </a:r>
            <a:r>
              <a:rPr baseline="30000" lang="en-GB" sz="1900">
                <a:solidFill>
                  <a:schemeClr val="dk1"/>
                </a:solidFill>
                <a:latin typeface="Kalam"/>
                <a:ea typeface="Kalam"/>
                <a:cs typeface="Kalam"/>
                <a:sym typeface="Kalam"/>
              </a:rPr>
              <a:t>2</a:t>
            </a:r>
            <a:endParaRPr baseline="30000" sz="1900">
              <a:solidFill>
                <a:schemeClr val="dk1"/>
              </a:solidFill>
              <a:latin typeface="Kalam"/>
              <a:ea typeface="Kalam"/>
              <a:cs typeface="Kalam"/>
              <a:sym typeface="Kalam"/>
            </a:endParaRPr>
          </a:p>
        </p:txBody>
      </p:sp>
      <p:sp>
        <p:nvSpPr>
          <p:cNvPr id="1036" name="Google Shape;1036;p82"/>
          <p:cNvSpPr txBox="1"/>
          <p:nvPr/>
        </p:nvSpPr>
        <p:spPr>
          <a:xfrm>
            <a:off x="2891426" y="4319163"/>
            <a:ext cx="1260900" cy="5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900">
                <a:solidFill>
                  <a:schemeClr val="dk1"/>
                </a:solidFill>
                <a:latin typeface="Lexend"/>
                <a:ea typeface="Lexend"/>
                <a:cs typeface="Lexend"/>
                <a:sym typeface="Lexend"/>
              </a:rPr>
              <a:t>13.83 m</a:t>
            </a:r>
            <a:endParaRPr sz="1900">
              <a:solidFill>
                <a:schemeClr val="dk1"/>
              </a:solidFill>
              <a:latin typeface="Lexend"/>
              <a:ea typeface="Lexend"/>
              <a:cs typeface="Lexend"/>
              <a:sym typeface="Lexend"/>
            </a:endParaRPr>
          </a:p>
        </p:txBody>
      </p:sp>
      <p:sp>
        <p:nvSpPr>
          <p:cNvPr id="1037" name="Google Shape;1037;p82"/>
          <p:cNvSpPr txBox="1"/>
          <p:nvPr/>
        </p:nvSpPr>
        <p:spPr>
          <a:xfrm>
            <a:off x="1478351" y="2614713"/>
            <a:ext cx="1260900" cy="5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700">
                <a:solidFill>
                  <a:schemeClr val="dk1"/>
                </a:solidFill>
                <a:latin typeface="Lexend"/>
                <a:ea typeface="Lexend"/>
                <a:cs typeface="Lexend"/>
                <a:sym typeface="Lexend"/>
              </a:rPr>
              <a:t>33.62 m</a:t>
            </a:r>
            <a:r>
              <a:rPr baseline="30000" lang="en-GB" sz="1700">
                <a:solidFill>
                  <a:schemeClr val="dk1"/>
                </a:solidFill>
                <a:latin typeface="Lexend"/>
                <a:ea typeface="Lexend"/>
                <a:cs typeface="Lexend"/>
                <a:sym typeface="Lexend"/>
              </a:rPr>
              <a:t>2</a:t>
            </a:r>
            <a:endParaRPr baseline="30000" sz="1700">
              <a:solidFill>
                <a:schemeClr val="dk1"/>
              </a:solidFill>
              <a:latin typeface="Lexend"/>
              <a:ea typeface="Lexend"/>
              <a:cs typeface="Lexend"/>
              <a:sym typeface="Lexend"/>
            </a:endParaRPr>
          </a:p>
        </p:txBody>
      </p:sp>
      <p:sp>
        <p:nvSpPr>
          <p:cNvPr id="1038" name="Google Shape;1038;p82"/>
          <p:cNvSpPr txBox="1"/>
          <p:nvPr/>
        </p:nvSpPr>
        <p:spPr>
          <a:xfrm>
            <a:off x="3156901" y="2066338"/>
            <a:ext cx="1260900" cy="5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700">
                <a:solidFill>
                  <a:schemeClr val="dk1"/>
                </a:solidFill>
                <a:latin typeface="Lexend"/>
                <a:ea typeface="Lexend"/>
                <a:cs typeface="Lexend"/>
                <a:sym typeface="Lexend"/>
              </a:rPr>
              <a:t>34.68 m</a:t>
            </a:r>
            <a:r>
              <a:rPr baseline="30000" lang="en-GB" sz="1700">
                <a:solidFill>
                  <a:schemeClr val="dk1"/>
                </a:solidFill>
                <a:latin typeface="Lexend"/>
                <a:ea typeface="Lexend"/>
                <a:cs typeface="Lexend"/>
                <a:sym typeface="Lexend"/>
              </a:rPr>
              <a:t>2</a:t>
            </a:r>
            <a:endParaRPr baseline="30000" sz="1700">
              <a:solidFill>
                <a:schemeClr val="dk1"/>
              </a:solidFill>
              <a:latin typeface="Lexend"/>
              <a:ea typeface="Lexend"/>
              <a:cs typeface="Lexend"/>
              <a:sym typeface="Lexend"/>
            </a:endParaRPr>
          </a:p>
        </p:txBody>
      </p:sp>
      <p:sp>
        <p:nvSpPr>
          <p:cNvPr id="1039" name="Google Shape;1039;p82"/>
          <p:cNvSpPr txBox="1"/>
          <p:nvPr/>
        </p:nvSpPr>
        <p:spPr>
          <a:xfrm>
            <a:off x="3481951" y="3343188"/>
            <a:ext cx="1260900" cy="5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700">
                <a:solidFill>
                  <a:schemeClr val="dk1"/>
                </a:solidFill>
                <a:latin typeface="Lexend"/>
                <a:ea typeface="Lexend"/>
                <a:cs typeface="Lexend"/>
                <a:sym typeface="Lexend"/>
              </a:rPr>
              <a:t>32.32 m</a:t>
            </a:r>
            <a:r>
              <a:rPr baseline="30000" lang="en-GB" sz="1700">
                <a:solidFill>
                  <a:schemeClr val="dk1"/>
                </a:solidFill>
                <a:latin typeface="Lexend"/>
                <a:ea typeface="Lexend"/>
                <a:cs typeface="Lexend"/>
                <a:sym typeface="Lexend"/>
              </a:rPr>
              <a:t>2</a:t>
            </a:r>
            <a:endParaRPr baseline="30000" sz="1700">
              <a:solidFill>
                <a:schemeClr val="dk1"/>
              </a:solidFill>
              <a:latin typeface="Lexend"/>
              <a:ea typeface="Lexend"/>
              <a:cs typeface="Lexend"/>
              <a:sym typeface="Lexend"/>
            </a:endParaRPr>
          </a:p>
        </p:txBody>
      </p:sp>
      <p:sp>
        <p:nvSpPr>
          <p:cNvPr id="1040" name="Google Shape;1040;p82"/>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Problem solving with estimation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4" name="Shape 1044"/>
        <p:cNvGrpSpPr/>
        <p:nvPr/>
      </p:nvGrpSpPr>
      <p:grpSpPr>
        <a:xfrm>
          <a:off x="0" y="0"/>
          <a:ext cx="0" cy="0"/>
          <a:chOff x="0" y="0"/>
          <a:chExt cx="0" cy="0"/>
        </a:xfrm>
      </p:grpSpPr>
      <p:sp>
        <p:nvSpPr>
          <p:cNvPr id="1045" name="Google Shape;1045;p83"/>
          <p:cNvSpPr txBox="1"/>
          <p:nvPr>
            <p:ph type="title"/>
          </p:nvPr>
        </p:nvSpPr>
        <p:spPr>
          <a:xfrm>
            <a:off x="1225200" y="1779713"/>
            <a:ext cx="68508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Problem solving with estimation</a:t>
            </a:r>
            <a:endParaRPr/>
          </a:p>
        </p:txBody>
      </p:sp>
      <p:sp>
        <p:nvSpPr>
          <p:cNvPr id="1046" name="Google Shape;1046;p83"/>
          <p:cNvSpPr txBox="1"/>
          <p:nvPr>
            <p:ph idx="2" type="title"/>
          </p:nvPr>
        </p:nvSpPr>
        <p:spPr>
          <a:xfrm>
            <a:off x="1225200" y="2804800"/>
            <a:ext cx="68508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Problem solving with error intervals</a:t>
            </a:r>
            <a:endParaRPr/>
          </a:p>
        </p:txBody>
      </p:sp>
      <p:sp>
        <p:nvSpPr>
          <p:cNvPr id="1047" name="Google Shape;1047;p83"/>
          <p:cNvSpPr txBox="1"/>
          <p:nvPr>
            <p:ph idx="4" type="title"/>
          </p:nvPr>
        </p:nvSpPr>
        <p:spPr>
          <a:xfrm>
            <a:off x="324000" y="657600"/>
            <a:ext cx="57414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Problem solving with estimation and rounding</a:t>
            </a:r>
            <a:endParaRPr/>
          </a:p>
        </p:txBody>
      </p:sp>
      <p:sp>
        <p:nvSpPr>
          <p:cNvPr id="1048" name="Google Shape;1048;p83"/>
          <p:cNvSpPr txBox="1"/>
          <p:nvPr>
            <p:ph idx="3" type="title"/>
          </p:nvPr>
        </p:nvSpPr>
        <p:spPr>
          <a:xfrm>
            <a:off x="1225200" y="3739189"/>
            <a:ext cx="68508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Fermi estimation</a:t>
            </a:r>
            <a:endParaRPr/>
          </a:p>
        </p:txBody>
      </p:sp>
      <p:pic>
        <p:nvPicPr>
          <p:cNvPr id="1049" name="Google Shape;1049;p83"/>
          <p:cNvPicPr preferRelativeResize="0"/>
          <p:nvPr/>
        </p:nvPicPr>
        <p:blipFill>
          <a:blip r:embed="rId3">
            <a:alphaModFix/>
          </a:blip>
          <a:stretch>
            <a:fillRect/>
          </a:stretch>
        </p:blipFill>
        <p:spPr>
          <a:xfrm>
            <a:off x="408306" y="2766075"/>
            <a:ext cx="450575" cy="4467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3" name="Shape 1053"/>
        <p:cNvGrpSpPr/>
        <p:nvPr/>
      </p:nvGrpSpPr>
      <p:grpSpPr>
        <a:xfrm>
          <a:off x="0" y="0"/>
          <a:ext cx="0" cy="0"/>
          <a:chOff x="0" y="0"/>
          <a:chExt cx="0" cy="0"/>
        </a:xfrm>
      </p:grpSpPr>
      <p:sp>
        <p:nvSpPr>
          <p:cNvPr id="1054" name="Google Shape;1054;p8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a:t>We use error intervals to help us calculate the largest and smallest values of a calculation. </a:t>
            </a:r>
            <a:endParaRPr/>
          </a:p>
          <a:p>
            <a:pPr indent="0" lvl="0" marL="0" rtl="0" algn="l">
              <a:lnSpc>
                <a:spcPct val="115000"/>
              </a:lnSpc>
              <a:spcBef>
                <a:spcPts val="1000"/>
              </a:spcBef>
              <a:spcAft>
                <a:spcPts val="0"/>
              </a:spcAft>
              <a:buNone/>
            </a:pPr>
            <a:r>
              <a:rPr lang="en-GB"/>
              <a:t>The error interval has a lower and upper limit.</a:t>
            </a:r>
            <a:endParaRPr/>
          </a:p>
          <a:p>
            <a:pPr indent="0" lvl="0" marL="0" rtl="0" algn="ctr">
              <a:lnSpc>
                <a:spcPct val="115000"/>
              </a:lnSpc>
              <a:spcBef>
                <a:spcPts val="0"/>
              </a:spcBef>
              <a:spcAft>
                <a:spcPts val="0"/>
              </a:spcAft>
              <a:buNone/>
            </a:pPr>
            <a:r>
              <a:rPr i="1" lang="en-GB" sz="2300">
                <a:latin typeface="Times New Roman"/>
                <a:ea typeface="Times New Roman"/>
                <a:cs typeface="Times New Roman"/>
                <a:sym typeface="Times New Roman"/>
              </a:rPr>
              <a:t>a</a:t>
            </a:r>
            <a:r>
              <a:rPr lang="en-GB" sz="2100"/>
              <a:t> ≤ </a:t>
            </a:r>
            <a:r>
              <a:rPr i="1" lang="en-GB" sz="2600">
                <a:latin typeface="Times"/>
                <a:ea typeface="Times"/>
                <a:cs typeface="Times"/>
                <a:sym typeface="Times"/>
              </a:rPr>
              <a:t>x</a:t>
            </a:r>
            <a:r>
              <a:rPr lang="en-GB" sz="2100"/>
              <a:t> &lt; </a:t>
            </a:r>
            <a:r>
              <a:rPr i="1" lang="en-GB" sz="2300">
                <a:latin typeface="Times New Roman"/>
                <a:ea typeface="Times New Roman"/>
                <a:cs typeface="Times New Roman"/>
                <a:sym typeface="Times New Roman"/>
              </a:rPr>
              <a:t>b</a:t>
            </a:r>
            <a:endParaRPr i="1" sz="2300">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GB" sz="2100"/>
              <a:t>Where </a:t>
            </a:r>
            <a:r>
              <a:rPr i="1" lang="en-GB" sz="2300">
                <a:latin typeface="Times New Roman"/>
                <a:ea typeface="Times New Roman"/>
                <a:cs typeface="Times New Roman"/>
                <a:sym typeface="Times New Roman"/>
              </a:rPr>
              <a:t>a</a:t>
            </a:r>
            <a:r>
              <a:rPr lang="en-GB" sz="2100"/>
              <a:t> represents the lower limit of the error interval and </a:t>
            </a:r>
            <a:r>
              <a:rPr i="1" lang="en-GB" sz="2300">
                <a:latin typeface="Times New Roman"/>
                <a:ea typeface="Times New Roman"/>
                <a:cs typeface="Times New Roman"/>
                <a:sym typeface="Times New Roman"/>
              </a:rPr>
              <a:t>b</a:t>
            </a:r>
            <a:r>
              <a:rPr lang="en-GB" sz="2100"/>
              <a:t> represents the upper limit of the error interval. </a:t>
            </a:r>
            <a:endParaRPr sz="2100"/>
          </a:p>
          <a:p>
            <a:pPr indent="0" lvl="0" marL="0" rtl="0" algn="l">
              <a:lnSpc>
                <a:spcPct val="115000"/>
              </a:lnSpc>
              <a:spcBef>
                <a:spcPts val="0"/>
              </a:spcBef>
              <a:spcAft>
                <a:spcPts val="0"/>
              </a:spcAft>
              <a:buClr>
                <a:schemeClr val="dk1"/>
              </a:buClr>
              <a:buSzPts val="1100"/>
              <a:buFont typeface="Arial"/>
              <a:buNone/>
            </a:pPr>
            <a:r>
              <a:t/>
            </a:r>
            <a:endParaRPr sz="2100"/>
          </a:p>
          <a:p>
            <a:pPr indent="0" lvl="0" marL="0" rtl="0" algn="l">
              <a:lnSpc>
                <a:spcPct val="115000"/>
              </a:lnSpc>
              <a:spcBef>
                <a:spcPts val="0"/>
              </a:spcBef>
              <a:spcAft>
                <a:spcPts val="1000"/>
              </a:spcAft>
              <a:buNone/>
            </a:pPr>
            <a:r>
              <a:rPr lang="en-GB"/>
              <a:t>However, it is important to know which limits from our error intervals to use in order to calculate the largest and smallest values.</a:t>
            </a:r>
            <a:endParaRPr/>
          </a:p>
        </p:txBody>
      </p:sp>
      <p:sp>
        <p:nvSpPr>
          <p:cNvPr id="1055" name="Google Shape;1055;p84"/>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Problem solving with error intervals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4">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9" name="Shape 1059"/>
        <p:cNvGrpSpPr/>
        <p:nvPr/>
      </p:nvGrpSpPr>
      <p:grpSpPr>
        <a:xfrm>
          <a:off x="0" y="0"/>
          <a:ext cx="0" cy="0"/>
          <a:chOff x="0" y="0"/>
          <a:chExt cx="0" cy="0"/>
        </a:xfrm>
      </p:grpSpPr>
      <p:sp>
        <p:nvSpPr>
          <p:cNvPr id="1060" name="Google Shape;1060;p85"/>
          <p:cNvSpPr txBox="1"/>
          <p:nvPr>
            <p:ph idx="1" type="body"/>
          </p:nvPr>
        </p:nvSpPr>
        <p:spPr>
          <a:xfrm>
            <a:off x="1458775" y="759300"/>
            <a:ext cx="7397100" cy="86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For example, (addition) during a summer day, the temperature was 12.4 ℃ (to 1 d.p.) and increased by 6.8 ℃ (to 1 d.p.). What is the error interval for the new temperature?</a:t>
            </a:r>
            <a:endParaRPr sz="2000"/>
          </a:p>
          <a:p>
            <a:pPr indent="0" lvl="0" marL="0" rtl="0" algn="l">
              <a:spcBef>
                <a:spcPts val="1000"/>
              </a:spcBef>
              <a:spcAft>
                <a:spcPts val="0"/>
              </a:spcAft>
              <a:buNone/>
            </a:pPr>
            <a:r>
              <a:rPr lang="en-GB" sz="2000"/>
              <a:t>Working out the error intervals we have:</a:t>
            </a:r>
            <a:endParaRPr sz="2000"/>
          </a:p>
          <a:p>
            <a:pPr indent="0" lvl="0" marL="0" rtl="0" algn="l">
              <a:spcBef>
                <a:spcPts val="1000"/>
              </a:spcBef>
              <a:spcAft>
                <a:spcPts val="0"/>
              </a:spcAft>
              <a:buNone/>
            </a:pPr>
            <a:r>
              <a:rPr lang="en-GB" sz="2000"/>
              <a:t>12.35 ≤ </a:t>
            </a:r>
            <a:r>
              <a:rPr i="1" lang="en-GB" sz="2500">
                <a:latin typeface="Times"/>
                <a:ea typeface="Times"/>
                <a:cs typeface="Times"/>
                <a:sym typeface="Times"/>
              </a:rPr>
              <a:t>original </a:t>
            </a:r>
            <a:r>
              <a:rPr lang="en-GB" sz="2000"/>
              <a:t>&lt; 12.45       and     6.75 ≤ </a:t>
            </a:r>
            <a:r>
              <a:rPr i="1" lang="en-GB" sz="2500">
                <a:latin typeface="Times"/>
                <a:ea typeface="Times"/>
                <a:cs typeface="Times"/>
                <a:sym typeface="Times"/>
              </a:rPr>
              <a:t>increase </a:t>
            </a:r>
            <a:r>
              <a:rPr lang="en-GB" sz="2000"/>
              <a:t>&lt; 6.85</a:t>
            </a:r>
            <a:endParaRPr sz="2000"/>
          </a:p>
          <a:p>
            <a:pPr indent="0" lvl="0" marL="0" rtl="0" algn="l">
              <a:spcBef>
                <a:spcPts val="1000"/>
              </a:spcBef>
              <a:spcAft>
                <a:spcPts val="0"/>
              </a:spcAft>
              <a:buNone/>
            </a:pPr>
            <a:r>
              <a:t/>
            </a:r>
            <a:endParaRPr sz="2000"/>
          </a:p>
          <a:p>
            <a:pPr indent="0" lvl="0" marL="0" rtl="0" algn="l">
              <a:spcBef>
                <a:spcPts val="1000"/>
              </a:spcBef>
              <a:spcAft>
                <a:spcPts val="0"/>
              </a:spcAft>
              <a:buNone/>
            </a:pPr>
            <a:r>
              <a:t/>
            </a:r>
            <a:endParaRPr i="1" sz="2600">
              <a:latin typeface="Times"/>
              <a:ea typeface="Times"/>
              <a:cs typeface="Times"/>
              <a:sym typeface="Times"/>
            </a:endParaRPr>
          </a:p>
          <a:p>
            <a:pPr indent="0" lvl="0" marL="0" rtl="0" algn="l">
              <a:spcBef>
                <a:spcPts val="1000"/>
              </a:spcBef>
              <a:spcAft>
                <a:spcPts val="0"/>
              </a:spcAft>
              <a:buNone/>
            </a:pPr>
            <a:r>
              <a:t/>
            </a:r>
            <a:endParaRPr sz="900"/>
          </a:p>
          <a:p>
            <a:pPr indent="0" lvl="0" marL="0" rtl="0" algn="l">
              <a:spcBef>
                <a:spcPts val="1000"/>
              </a:spcBef>
              <a:spcAft>
                <a:spcPts val="1000"/>
              </a:spcAft>
              <a:buNone/>
            </a:pPr>
            <a:r>
              <a:t/>
            </a:r>
            <a:endParaRPr sz="2100"/>
          </a:p>
        </p:txBody>
      </p:sp>
      <p:sp>
        <p:nvSpPr>
          <p:cNvPr id="1061" name="Google Shape;1061;p85"/>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Problem solving with error intervals</a:t>
            </a:r>
            <a:endParaRPr/>
          </a:p>
        </p:txBody>
      </p:sp>
      <p:sp>
        <p:nvSpPr>
          <p:cNvPr id="1062" name="Google Shape;1062;p85"/>
          <p:cNvSpPr/>
          <p:nvPr/>
        </p:nvSpPr>
        <p:spPr>
          <a:xfrm>
            <a:off x="513126" y="1111050"/>
            <a:ext cx="738300" cy="3226200"/>
          </a:xfrm>
          <a:prstGeom prst="flowChartAlternateProcess">
            <a:avLst/>
          </a:prstGeom>
          <a:solidFill>
            <a:srgbClr val="FFFF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063" name="Google Shape;1063;p85"/>
          <p:cNvGrpSpPr/>
          <p:nvPr/>
        </p:nvGrpSpPr>
        <p:grpSpPr>
          <a:xfrm>
            <a:off x="902929" y="1400525"/>
            <a:ext cx="109967" cy="2491148"/>
            <a:chOff x="2566050" y="813895"/>
            <a:chExt cx="161431" cy="3657000"/>
          </a:xfrm>
        </p:grpSpPr>
        <p:cxnSp>
          <p:nvCxnSpPr>
            <p:cNvPr id="1064" name="Google Shape;1064;p85"/>
            <p:cNvCxnSpPr/>
            <p:nvPr/>
          </p:nvCxnSpPr>
          <p:spPr>
            <a:xfrm rot="10800000">
              <a:off x="2627731" y="4145096"/>
              <a:ext cx="0" cy="103500"/>
            </a:xfrm>
            <a:prstGeom prst="straightConnector1">
              <a:avLst/>
            </a:prstGeom>
            <a:noFill/>
            <a:ln cap="flat" cmpd="sng" w="28575">
              <a:solidFill>
                <a:srgbClr val="000000"/>
              </a:solidFill>
              <a:prstDash val="solid"/>
              <a:round/>
              <a:headEnd len="med" w="med" type="none"/>
              <a:tailEnd len="med" w="med" type="none"/>
            </a:ln>
          </p:spPr>
        </p:cxnSp>
        <p:cxnSp>
          <p:nvCxnSpPr>
            <p:cNvPr id="1065" name="Google Shape;1065;p85"/>
            <p:cNvCxnSpPr/>
            <p:nvPr/>
          </p:nvCxnSpPr>
          <p:spPr>
            <a:xfrm>
              <a:off x="2569270" y="3937605"/>
              <a:ext cx="152400" cy="0"/>
            </a:xfrm>
            <a:prstGeom prst="straightConnector1">
              <a:avLst/>
            </a:prstGeom>
            <a:noFill/>
            <a:ln cap="flat" cmpd="sng" w="28575">
              <a:solidFill>
                <a:srgbClr val="000000"/>
              </a:solidFill>
              <a:prstDash val="solid"/>
              <a:round/>
              <a:headEnd len="med" w="med" type="none"/>
              <a:tailEnd len="med" w="med" type="none"/>
            </a:ln>
          </p:spPr>
        </p:cxnSp>
        <p:cxnSp>
          <p:nvCxnSpPr>
            <p:cNvPr id="1066" name="Google Shape;1066;p85"/>
            <p:cNvCxnSpPr/>
            <p:nvPr/>
          </p:nvCxnSpPr>
          <p:spPr>
            <a:xfrm rot="10800000">
              <a:off x="2621020" y="3626613"/>
              <a:ext cx="0" cy="103500"/>
            </a:xfrm>
            <a:prstGeom prst="straightConnector1">
              <a:avLst/>
            </a:prstGeom>
            <a:noFill/>
            <a:ln cap="flat" cmpd="sng" w="28575">
              <a:solidFill>
                <a:srgbClr val="000000"/>
              </a:solidFill>
              <a:prstDash val="solid"/>
              <a:round/>
              <a:headEnd len="med" w="med" type="none"/>
              <a:tailEnd len="med" w="med" type="none"/>
            </a:ln>
          </p:spPr>
        </p:cxnSp>
        <p:cxnSp>
          <p:nvCxnSpPr>
            <p:cNvPr id="1067" name="Google Shape;1067;p85"/>
            <p:cNvCxnSpPr/>
            <p:nvPr/>
          </p:nvCxnSpPr>
          <p:spPr>
            <a:xfrm>
              <a:off x="2569270" y="3419122"/>
              <a:ext cx="148800" cy="0"/>
            </a:xfrm>
            <a:prstGeom prst="straightConnector1">
              <a:avLst/>
            </a:prstGeom>
            <a:noFill/>
            <a:ln cap="flat" cmpd="sng" w="28575">
              <a:solidFill>
                <a:srgbClr val="000000"/>
              </a:solidFill>
              <a:prstDash val="solid"/>
              <a:round/>
              <a:headEnd len="med" w="med" type="none"/>
              <a:tailEnd len="med" w="med" type="none"/>
            </a:ln>
          </p:spPr>
        </p:cxnSp>
        <p:cxnSp>
          <p:nvCxnSpPr>
            <p:cNvPr id="1068" name="Google Shape;1068;p85"/>
            <p:cNvCxnSpPr/>
            <p:nvPr/>
          </p:nvCxnSpPr>
          <p:spPr>
            <a:xfrm rot="10800000">
              <a:off x="2621020" y="3108130"/>
              <a:ext cx="0" cy="103500"/>
            </a:xfrm>
            <a:prstGeom prst="straightConnector1">
              <a:avLst/>
            </a:prstGeom>
            <a:noFill/>
            <a:ln cap="flat" cmpd="sng" w="28575">
              <a:solidFill>
                <a:srgbClr val="000000"/>
              </a:solidFill>
              <a:prstDash val="solid"/>
              <a:round/>
              <a:headEnd len="med" w="med" type="none"/>
              <a:tailEnd len="med" w="med" type="none"/>
            </a:ln>
          </p:spPr>
        </p:cxnSp>
        <p:cxnSp>
          <p:nvCxnSpPr>
            <p:cNvPr id="1069" name="Google Shape;1069;p85"/>
            <p:cNvCxnSpPr/>
            <p:nvPr/>
          </p:nvCxnSpPr>
          <p:spPr>
            <a:xfrm>
              <a:off x="2569270" y="2900639"/>
              <a:ext cx="148800" cy="0"/>
            </a:xfrm>
            <a:prstGeom prst="straightConnector1">
              <a:avLst/>
            </a:prstGeom>
            <a:noFill/>
            <a:ln cap="flat" cmpd="sng" w="28575">
              <a:solidFill>
                <a:srgbClr val="000000"/>
              </a:solidFill>
              <a:prstDash val="solid"/>
              <a:round/>
              <a:headEnd len="med" w="med" type="none"/>
              <a:tailEnd len="med" w="med" type="none"/>
            </a:ln>
          </p:spPr>
        </p:cxnSp>
        <p:cxnSp>
          <p:nvCxnSpPr>
            <p:cNvPr id="1070" name="Google Shape;1070;p85"/>
            <p:cNvCxnSpPr/>
            <p:nvPr/>
          </p:nvCxnSpPr>
          <p:spPr>
            <a:xfrm rot="10800000">
              <a:off x="2621020" y="2589648"/>
              <a:ext cx="0" cy="103500"/>
            </a:xfrm>
            <a:prstGeom prst="straightConnector1">
              <a:avLst/>
            </a:prstGeom>
            <a:noFill/>
            <a:ln cap="flat" cmpd="sng" w="28575">
              <a:solidFill>
                <a:srgbClr val="000000"/>
              </a:solidFill>
              <a:prstDash val="solid"/>
              <a:round/>
              <a:headEnd len="med" w="med" type="none"/>
              <a:tailEnd len="med" w="med" type="none"/>
            </a:ln>
          </p:spPr>
        </p:cxnSp>
        <p:cxnSp>
          <p:nvCxnSpPr>
            <p:cNvPr id="1071" name="Google Shape;1071;p85"/>
            <p:cNvCxnSpPr/>
            <p:nvPr/>
          </p:nvCxnSpPr>
          <p:spPr>
            <a:xfrm>
              <a:off x="2569270" y="2382156"/>
              <a:ext cx="144900" cy="0"/>
            </a:xfrm>
            <a:prstGeom prst="straightConnector1">
              <a:avLst/>
            </a:prstGeom>
            <a:noFill/>
            <a:ln cap="flat" cmpd="sng" w="28575">
              <a:solidFill>
                <a:srgbClr val="000000"/>
              </a:solidFill>
              <a:prstDash val="solid"/>
              <a:round/>
              <a:headEnd len="med" w="med" type="none"/>
              <a:tailEnd len="med" w="med" type="none"/>
            </a:ln>
          </p:spPr>
        </p:cxnSp>
        <p:cxnSp>
          <p:nvCxnSpPr>
            <p:cNvPr id="1072" name="Google Shape;1072;p85"/>
            <p:cNvCxnSpPr/>
            <p:nvPr/>
          </p:nvCxnSpPr>
          <p:spPr>
            <a:xfrm rot="10800000">
              <a:off x="2621020" y="2071165"/>
              <a:ext cx="0" cy="103500"/>
            </a:xfrm>
            <a:prstGeom prst="straightConnector1">
              <a:avLst/>
            </a:prstGeom>
            <a:noFill/>
            <a:ln cap="flat" cmpd="sng" w="28575">
              <a:solidFill>
                <a:srgbClr val="000000"/>
              </a:solidFill>
              <a:prstDash val="solid"/>
              <a:round/>
              <a:headEnd len="med" w="med" type="none"/>
              <a:tailEnd len="med" w="med" type="none"/>
            </a:ln>
          </p:spPr>
        </p:cxnSp>
        <p:cxnSp>
          <p:nvCxnSpPr>
            <p:cNvPr id="1073" name="Google Shape;1073;p85"/>
            <p:cNvCxnSpPr/>
            <p:nvPr/>
          </p:nvCxnSpPr>
          <p:spPr>
            <a:xfrm>
              <a:off x="2569270" y="1863674"/>
              <a:ext cx="148800" cy="0"/>
            </a:xfrm>
            <a:prstGeom prst="straightConnector1">
              <a:avLst/>
            </a:prstGeom>
            <a:noFill/>
            <a:ln cap="flat" cmpd="sng" w="28575">
              <a:solidFill>
                <a:srgbClr val="000000"/>
              </a:solidFill>
              <a:prstDash val="solid"/>
              <a:round/>
              <a:headEnd len="med" w="med" type="none"/>
              <a:tailEnd len="med" w="med" type="none"/>
            </a:ln>
          </p:spPr>
        </p:cxnSp>
        <p:cxnSp>
          <p:nvCxnSpPr>
            <p:cNvPr id="1074" name="Google Shape;1074;p85"/>
            <p:cNvCxnSpPr/>
            <p:nvPr/>
          </p:nvCxnSpPr>
          <p:spPr>
            <a:xfrm>
              <a:off x="2575981" y="4456087"/>
              <a:ext cx="151500" cy="0"/>
            </a:xfrm>
            <a:prstGeom prst="straightConnector1">
              <a:avLst/>
            </a:prstGeom>
            <a:noFill/>
            <a:ln cap="flat" cmpd="sng" w="28575">
              <a:solidFill>
                <a:srgbClr val="000000"/>
              </a:solidFill>
              <a:prstDash val="solid"/>
              <a:round/>
              <a:headEnd len="med" w="med" type="none"/>
              <a:tailEnd len="med" w="med" type="none"/>
            </a:ln>
          </p:spPr>
        </p:cxnSp>
        <p:cxnSp>
          <p:nvCxnSpPr>
            <p:cNvPr id="1075" name="Google Shape;1075;p85"/>
            <p:cNvCxnSpPr/>
            <p:nvPr/>
          </p:nvCxnSpPr>
          <p:spPr>
            <a:xfrm rot="10800000">
              <a:off x="2622427" y="1552682"/>
              <a:ext cx="0" cy="103500"/>
            </a:xfrm>
            <a:prstGeom prst="straightConnector1">
              <a:avLst/>
            </a:prstGeom>
            <a:noFill/>
            <a:ln cap="flat" cmpd="sng" w="28575">
              <a:solidFill>
                <a:srgbClr val="000000"/>
              </a:solidFill>
              <a:prstDash val="solid"/>
              <a:round/>
              <a:headEnd len="med" w="med" type="none"/>
              <a:tailEnd len="med" w="med" type="none"/>
            </a:ln>
          </p:spPr>
        </p:cxnSp>
        <p:cxnSp>
          <p:nvCxnSpPr>
            <p:cNvPr id="1076" name="Google Shape;1076;p85"/>
            <p:cNvCxnSpPr/>
            <p:nvPr/>
          </p:nvCxnSpPr>
          <p:spPr>
            <a:xfrm>
              <a:off x="2570677" y="1345191"/>
              <a:ext cx="152400" cy="0"/>
            </a:xfrm>
            <a:prstGeom prst="straightConnector1">
              <a:avLst/>
            </a:prstGeom>
            <a:noFill/>
            <a:ln cap="flat" cmpd="sng" w="28575">
              <a:solidFill>
                <a:srgbClr val="000000"/>
              </a:solidFill>
              <a:prstDash val="solid"/>
              <a:round/>
              <a:headEnd len="med" w="med" type="none"/>
              <a:tailEnd len="med" w="med" type="none"/>
            </a:ln>
          </p:spPr>
        </p:cxnSp>
        <p:cxnSp>
          <p:nvCxnSpPr>
            <p:cNvPr id="1077" name="Google Shape;1077;p85"/>
            <p:cNvCxnSpPr/>
            <p:nvPr/>
          </p:nvCxnSpPr>
          <p:spPr>
            <a:xfrm rot="10800000">
              <a:off x="2622427" y="1034199"/>
              <a:ext cx="0" cy="103500"/>
            </a:xfrm>
            <a:prstGeom prst="straightConnector1">
              <a:avLst/>
            </a:prstGeom>
            <a:noFill/>
            <a:ln cap="flat" cmpd="sng" w="28575">
              <a:solidFill>
                <a:srgbClr val="000000"/>
              </a:solidFill>
              <a:prstDash val="solid"/>
              <a:round/>
              <a:headEnd len="med" w="med" type="none"/>
              <a:tailEnd len="med" w="med" type="none"/>
            </a:ln>
          </p:spPr>
        </p:cxnSp>
        <p:cxnSp>
          <p:nvCxnSpPr>
            <p:cNvPr id="1078" name="Google Shape;1078;p85"/>
            <p:cNvCxnSpPr/>
            <p:nvPr/>
          </p:nvCxnSpPr>
          <p:spPr>
            <a:xfrm>
              <a:off x="2566050" y="826708"/>
              <a:ext cx="149400" cy="0"/>
            </a:xfrm>
            <a:prstGeom prst="straightConnector1">
              <a:avLst/>
            </a:prstGeom>
            <a:noFill/>
            <a:ln cap="flat" cmpd="sng" w="28575">
              <a:solidFill>
                <a:srgbClr val="000000"/>
              </a:solidFill>
              <a:prstDash val="solid"/>
              <a:round/>
              <a:headEnd len="med" w="med" type="none"/>
              <a:tailEnd len="med" w="med" type="none"/>
            </a:ln>
          </p:spPr>
        </p:cxnSp>
        <p:cxnSp>
          <p:nvCxnSpPr>
            <p:cNvPr id="1079" name="Google Shape;1079;p85"/>
            <p:cNvCxnSpPr/>
            <p:nvPr/>
          </p:nvCxnSpPr>
          <p:spPr>
            <a:xfrm rot="10800000">
              <a:off x="2583938" y="813895"/>
              <a:ext cx="0" cy="3657000"/>
            </a:xfrm>
            <a:prstGeom prst="straightConnector1">
              <a:avLst/>
            </a:prstGeom>
            <a:noFill/>
            <a:ln cap="flat" cmpd="sng" w="28575">
              <a:solidFill>
                <a:srgbClr val="000000"/>
              </a:solidFill>
              <a:prstDash val="solid"/>
              <a:round/>
              <a:headEnd len="med" w="med" type="none"/>
              <a:tailEnd len="med" w="med" type="none"/>
            </a:ln>
          </p:spPr>
        </p:cxnSp>
        <p:cxnSp>
          <p:nvCxnSpPr>
            <p:cNvPr id="1080" name="Google Shape;1080;p85"/>
            <p:cNvCxnSpPr/>
            <p:nvPr/>
          </p:nvCxnSpPr>
          <p:spPr>
            <a:xfrm rot="10800000">
              <a:off x="2627731" y="4300641"/>
              <a:ext cx="0" cy="103500"/>
            </a:xfrm>
            <a:prstGeom prst="straightConnector1">
              <a:avLst/>
            </a:prstGeom>
            <a:noFill/>
            <a:ln cap="flat" cmpd="sng" w="9525">
              <a:solidFill>
                <a:srgbClr val="000000"/>
              </a:solidFill>
              <a:prstDash val="solid"/>
              <a:round/>
              <a:headEnd len="med" w="med" type="none"/>
              <a:tailEnd len="med" w="med" type="none"/>
            </a:ln>
          </p:spPr>
        </p:cxnSp>
        <p:cxnSp>
          <p:nvCxnSpPr>
            <p:cNvPr id="1081" name="Google Shape;1081;p85"/>
            <p:cNvCxnSpPr/>
            <p:nvPr/>
          </p:nvCxnSpPr>
          <p:spPr>
            <a:xfrm rot="10800000">
              <a:off x="2627731" y="4352489"/>
              <a:ext cx="0" cy="103500"/>
            </a:xfrm>
            <a:prstGeom prst="straightConnector1">
              <a:avLst/>
            </a:prstGeom>
            <a:noFill/>
            <a:ln cap="flat" cmpd="sng" w="9525">
              <a:solidFill>
                <a:srgbClr val="000000"/>
              </a:solidFill>
              <a:prstDash val="solid"/>
              <a:round/>
              <a:headEnd len="med" w="med" type="none"/>
              <a:tailEnd len="med" w="med" type="none"/>
            </a:ln>
          </p:spPr>
        </p:cxnSp>
        <p:cxnSp>
          <p:nvCxnSpPr>
            <p:cNvPr id="1082" name="Google Shape;1082;p85"/>
            <p:cNvCxnSpPr/>
            <p:nvPr/>
          </p:nvCxnSpPr>
          <p:spPr>
            <a:xfrm rot="10800000">
              <a:off x="2627731" y="4196944"/>
              <a:ext cx="0" cy="103500"/>
            </a:xfrm>
            <a:prstGeom prst="straightConnector1">
              <a:avLst/>
            </a:prstGeom>
            <a:noFill/>
            <a:ln cap="flat" cmpd="sng" w="9525">
              <a:solidFill>
                <a:srgbClr val="000000"/>
              </a:solidFill>
              <a:prstDash val="solid"/>
              <a:round/>
              <a:headEnd len="med" w="med" type="none"/>
              <a:tailEnd len="med" w="med" type="none"/>
            </a:ln>
          </p:spPr>
        </p:cxnSp>
        <p:cxnSp>
          <p:nvCxnSpPr>
            <p:cNvPr id="1083" name="Google Shape;1083;p85"/>
            <p:cNvCxnSpPr/>
            <p:nvPr/>
          </p:nvCxnSpPr>
          <p:spPr>
            <a:xfrm rot="10800000">
              <a:off x="2627731" y="4248792"/>
              <a:ext cx="0" cy="103500"/>
            </a:xfrm>
            <a:prstGeom prst="straightConnector1">
              <a:avLst/>
            </a:prstGeom>
            <a:noFill/>
            <a:ln cap="flat" cmpd="sng" w="9525">
              <a:solidFill>
                <a:srgbClr val="000000"/>
              </a:solidFill>
              <a:prstDash val="solid"/>
              <a:round/>
              <a:headEnd len="med" w="med" type="none"/>
              <a:tailEnd len="med" w="med" type="none"/>
            </a:ln>
          </p:spPr>
        </p:cxnSp>
        <p:cxnSp>
          <p:nvCxnSpPr>
            <p:cNvPr id="1084" name="Google Shape;1084;p85"/>
            <p:cNvCxnSpPr/>
            <p:nvPr/>
          </p:nvCxnSpPr>
          <p:spPr>
            <a:xfrm rot="10800000">
              <a:off x="2635706" y="4041391"/>
              <a:ext cx="0" cy="103500"/>
            </a:xfrm>
            <a:prstGeom prst="straightConnector1">
              <a:avLst/>
            </a:prstGeom>
            <a:noFill/>
            <a:ln cap="flat" cmpd="sng" w="9525">
              <a:solidFill>
                <a:srgbClr val="000000"/>
              </a:solidFill>
              <a:prstDash val="solid"/>
              <a:round/>
              <a:headEnd len="med" w="med" type="none"/>
              <a:tailEnd len="med" w="med" type="none"/>
            </a:ln>
          </p:spPr>
        </p:cxnSp>
        <p:cxnSp>
          <p:nvCxnSpPr>
            <p:cNvPr id="1085" name="Google Shape;1085;p85"/>
            <p:cNvCxnSpPr/>
            <p:nvPr/>
          </p:nvCxnSpPr>
          <p:spPr>
            <a:xfrm rot="10800000">
              <a:off x="2635706" y="4093239"/>
              <a:ext cx="0" cy="103500"/>
            </a:xfrm>
            <a:prstGeom prst="straightConnector1">
              <a:avLst/>
            </a:prstGeom>
            <a:noFill/>
            <a:ln cap="flat" cmpd="sng" w="9525">
              <a:solidFill>
                <a:srgbClr val="000000"/>
              </a:solidFill>
              <a:prstDash val="solid"/>
              <a:round/>
              <a:headEnd len="med" w="med" type="none"/>
              <a:tailEnd len="med" w="med" type="none"/>
            </a:ln>
          </p:spPr>
        </p:cxnSp>
        <p:cxnSp>
          <p:nvCxnSpPr>
            <p:cNvPr id="1086" name="Google Shape;1086;p85"/>
            <p:cNvCxnSpPr/>
            <p:nvPr/>
          </p:nvCxnSpPr>
          <p:spPr>
            <a:xfrm rot="10800000">
              <a:off x="2635706" y="3937694"/>
              <a:ext cx="0" cy="103500"/>
            </a:xfrm>
            <a:prstGeom prst="straightConnector1">
              <a:avLst/>
            </a:prstGeom>
            <a:noFill/>
            <a:ln cap="flat" cmpd="sng" w="9525">
              <a:solidFill>
                <a:srgbClr val="000000"/>
              </a:solidFill>
              <a:prstDash val="solid"/>
              <a:round/>
              <a:headEnd len="med" w="med" type="none"/>
              <a:tailEnd len="med" w="med" type="none"/>
            </a:ln>
          </p:spPr>
        </p:cxnSp>
        <p:cxnSp>
          <p:nvCxnSpPr>
            <p:cNvPr id="1087" name="Google Shape;1087;p85"/>
            <p:cNvCxnSpPr/>
            <p:nvPr/>
          </p:nvCxnSpPr>
          <p:spPr>
            <a:xfrm rot="10800000">
              <a:off x="2635706" y="3989542"/>
              <a:ext cx="0" cy="103500"/>
            </a:xfrm>
            <a:prstGeom prst="straightConnector1">
              <a:avLst/>
            </a:prstGeom>
            <a:noFill/>
            <a:ln cap="flat" cmpd="sng" w="9525">
              <a:solidFill>
                <a:srgbClr val="000000"/>
              </a:solidFill>
              <a:prstDash val="solid"/>
              <a:round/>
              <a:headEnd len="med" w="med" type="none"/>
              <a:tailEnd len="med" w="med" type="none"/>
            </a:ln>
          </p:spPr>
        </p:cxnSp>
        <p:cxnSp>
          <p:nvCxnSpPr>
            <p:cNvPr id="1088" name="Google Shape;1088;p85"/>
            <p:cNvCxnSpPr/>
            <p:nvPr/>
          </p:nvCxnSpPr>
          <p:spPr>
            <a:xfrm rot="10800000">
              <a:off x="2635706" y="3782153"/>
              <a:ext cx="0" cy="103500"/>
            </a:xfrm>
            <a:prstGeom prst="straightConnector1">
              <a:avLst/>
            </a:prstGeom>
            <a:noFill/>
            <a:ln cap="flat" cmpd="sng" w="9525">
              <a:solidFill>
                <a:srgbClr val="000000"/>
              </a:solidFill>
              <a:prstDash val="solid"/>
              <a:round/>
              <a:headEnd len="med" w="med" type="none"/>
              <a:tailEnd len="med" w="med" type="none"/>
            </a:ln>
          </p:spPr>
        </p:cxnSp>
        <p:cxnSp>
          <p:nvCxnSpPr>
            <p:cNvPr id="1089" name="Google Shape;1089;p85"/>
            <p:cNvCxnSpPr/>
            <p:nvPr/>
          </p:nvCxnSpPr>
          <p:spPr>
            <a:xfrm rot="10800000">
              <a:off x="2635706" y="3834002"/>
              <a:ext cx="0" cy="103500"/>
            </a:xfrm>
            <a:prstGeom prst="straightConnector1">
              <a:avLst/>
            </a:prstGeom>
            <a:noFill/>
            <a:ln cap="flat" cmpd="sng" w="9525">
              <a:solidFill>
                <a:srgbClr val="000000"/>
              </a:solidFill>
              <a:prstDash val="solid"/>
              <a:round/>
              <a:headEnd len="med" w="med" type="none"/>
              <a:tailEnd len="med" w="med" type="none"/>
            </a:ln>
          </p:spPr>
        </p:cxnSp>
        <p:cxnSp>
          <p:nvCxnSpPr>
            <p:cNvPr id="1090" name="Google Shape;1090;p85"/>
            <p:cNvCxnSpPr/>
            <p:nvPr/>
          </p:nvCxnSpPr>
          <p:spPr>
            <a:xfrm rot="10800000">
              <a:off x="2635706" y="3678457"/>
              <a:ext cx="0" cy="103500"/>
            </a:xfrm>
            <a:prstGeom prst="straightConnector1">
              <a:avLst/>
            </a:prstGeom>
            <a:noFill/>
            <a:ln cap="flat" cmpd="sng" w="9525">
              <a:solidFill>
                <a:srgbClr val="000000"/>
              </a:solidFill>
              <a:prstDash val="solid"/>
              <a:round/>
              <a:headEnd len="med" w="med" type="none"/>
              <a:tailEnd len="med" w="med" type="none"/>
            </a:ln>
          </p:spPr>
        </p:cxnSp>
        <p:cxnSp>
          <p:nvCxnSpPr>
            <p:cNvPr id="1091" name="Google Shape;1091;p85"/>
            <p:cNvCxnSpPr/>
            <p:nvPr/>
          </p:nvCxnSpPr>
          <p:spPr>
            <a:xfrm rot="10800000">
              <a:off x="2635706" y="3730305"/>
              <a:ext cx="0" cy="103500"/>
            </a:xfrm>
            <a:prstGeom prst="straightConnector1">
              <a:avLst/>
            </a:prstGeom>
            <a:noFill/>
            <a:ln cap="flat" cmpd="sng" w="9525">
              <a:solidFill>
                <a:srgbClr val="000000"/>
              </a:solidFill>
              <a:prstDash val="solid"/>
              <a:round/>
              <a:headEnd len="med" w="med" type="none"/>
              <a:tailEnd len="med" w="med" type="none"/>
            </a:ln>
          </p:spPr>
        </p:cxnSp>
        <p:cxnSp>
          <p:nvCxnSpPr>
            <p:cNvPr id="1092" name="Google Shape;1092;p85"/>
            <p:cNvCxnSpPr/>
            <p:nvPr/>
          </p:nvCxnSpPr>
          <p:spPr>
            <a:xfrm rot="10800000">
              <a:off x="2635706" y="3522916"/>
              <a:ext cx="0" cy="103500"/>
            </a:xfrm>
            <a:prstGeom prst="straightConnector1">
              <a:avLst/>
            </a:prstGeom>
            <a:noFill/>
            <a:ln cap="flat" cmpd="sng" w="9525">
              <a:solidFill>
                <a:srgbClr val="000000"/>
              </a:solidFill>
              <a:prstDash val="solid"/>
              <a:round/>
              <a:headEnd len="med" w="med" type="none"/>
              <a:tailEnd len="med" w="med" type="none"/>
            </a:ln>
          </p:spPr>
        </p:cxnSp>
        <p:cxnSp>
          <p:nvCxnSpPr>
            <p:cNvPr id="1093" name="Google Shape;1093;p85"/>
            <p:cNvCxnSpPr/>
            <p:nvPr/>
          </p:nvCxnSpPr>
          <p:spPr>
            <a:xfrm rot="10800000">
              <a:off x="2635706" y="3574764"/>
              <a:ext cx="0" cy="103500"/>
            </a:xfrm>
            <a:prstGeom prst="straightConnector1">
              <a:avLst/>
            </a:prstGeom>
            <a:noFill/>
            <a:ln cap="flat" cmpd="sng" w="9525">
              <a:solidFill>
                <a:srgbClr val="000000"/>
              </a:solidFill>
              <a:prstDash val="solid"/>
              <a:round/>
              <a:headEnd len="med" w="med" type="none"/>
              <a:tailEnd len="med" w="med" type="none"/>
            </a:ln>
          </p:spPr>
        </p:cxnSp>
        <p:cxnSp>
          <p:nvCxnSpPr>
            <p:cNvPr id="1094" name="Google Shape;1094;p85"/>
            <p:cNvCxnSpPr/>
            <p:nvPr/>
          </p:nvCxnSpPr>
          <p:spPr>
            <a:xfrm rot="10800000">
              <a:off x="2635706" y="3419219"/>
              <a:ext cx="0" cy="103500"/>
            </a:xfrm>
            <a:prstGeom prst="straightConnector1">
              <a:avLst/>
            </a:prstGeom>
            <a:noFill/>
            <a:ln cap="flat" cmpd="sng" w="9525">
              <a:solidFill>
                <a:srgbClr val="000000"/>
              </a:solidFill>
              <a:prstDash val="solid"/>
              <a:round/>
              <a:headEnd len="med" w="med" type="none"/>
              <a:tailEnd len="med" w="med" type="none"/>
            </a:ln>
          </p:spPr>
        </p:cxnSp>
        <p:cxnSp>
          <p:nvCxnSpPr>
            <p:cNvPr id="1095" name="Google Shape;1095;p85"/>
            <p:cNvCxnSpPr/>
            <p:nvPr/>
          </p:nvCxnSpPr>
          <p:spPr>
            <a:xfrm rot="10800000">
              <a:off x="2635706" y="3471067"/>
              <a:ext cx="0" cy="103500"/>
            </a:xfrm>
            <a:prstGeom prst="straightConnector1">
              <a:avLst/>
            </a:prstGeom>
            <a:noFill/>
            <a:ln cap="flat" cmpd="sng" w="9525">
              <a:solidFill>
                <a:srgbClr val="000000"/>
              </a:solidFill>
              <a:prstDash val="solid"/>
              <a:round/>
              <a:headEnd len="med" w="med" type="none"/>
              <a:tailEnd len="med" w="med" type="none"/>
            </a:ln>
          </p:spPr>
        </p:cxnSp>
        <p:cxnSp>
          <p:nvCxnSpPr>
            <p:cNvPr id="1096" name="Google Shape;1096;p85"/>
            <p:cNvCxnSpPr/>
            <p:nvPr/>
          </p:nvCxnSpPr>
          <p:spPr>
            <a:xfrm rot="10800000">
              <a:off x="2627731" y="3263666"/>
              <a:ext cx="0" cy="103500"/>
            </a:xfrm>
            <a:prstGeom prst="straightConnector1">
              <a:avLst/>
            </a:prstGeom>
            <a:noFill/>
            <a:ln cap="flat" cmpd="sng" w="9525">
              <a:solidFill>
                <a:srgbClr val="000000"/>
              </a:solidFill>
              <a:prstDash val="solid"/>
              <a:round/>
              <a:headEnd len="med" w="med" type="none"/>
              <a:tailEnd len="med" w="med" type="none"/>
            </a:ln>
          </p:spPr>
        </p:cxnSp>
        <p:cxnSp>
          <p:nvCxnSpPr>
            <p:cNvPr id="1097" name="Google Shape;1097;p85"/>
            <p:cNvCxnSpPr/>
            <p:nvPr/>
          </p:nvCxnSpPr>
          <p:spPr>
            <a:xfrm rot="10800000">
              <a:off x="2627731" y="3315514"/>
              <a:ext cx="0" cy="103500"/>
            </a:xfrm>
            <a:prstGeom prst="straightConnector1">
              <a:avLst/>
            </a:prstGeom>
            <a:noFill/>
            <a:ln cap="flat" cmpd="sng" w="9525">
              <a:solidFill>
                <a:srgbClr val="000000"/>
              </a:solidFill>
              <a:prstDash val="solid"/>
              <a:round/>
              <a:headEnd len="med" w="med" type="none"/>
              <a:tailEnd len="med" w="med" type="none"/>
            </a:ln>
          </p:spPr>
        </p:cxnSp>
        <p:cxnSp>
          <p:nvCxnSpPr>
            <p:cNvPr id="1098" name="Google Shape;1098;p85"/>
            <p:cNvCxnSpPr/>
            <p:nvPr/>
          </p:nvCxnSpPr>
          <p:spPr>
            <a:xfrm rot="10800000">
              <a:off x="2627731" y="3159969"/>
              <a:ext cx="0" cy="103500"/>
            </a:xfrm>
            <a:prstGeom prst="straightConnector1">
              <a:avLst/>
            </a:prstGeom>
            <a:noFill/>
            <a:ln cap="flat" cmpd="sng" w="9525">
              <a:solidFill>
                <a:srgbClr val="000000"/>
              </a:solidFill>
              <a:prstDash val="solid"/>
              <a:round/>
              <a:headEnd len="med" w="med" type="none"/>
              <a:tailEnd len="med" w="med" type="none"/>
            </a:ln>
          </p:spPr>
        </p:cxnSp>
        <p:cxnSp>
          <p:nvCxnSpPr>
            <p:cNvPr id="1099" name="Google Shape;1099;p85"/>
            <p:cNvCxnSpPr/>
            <p:nvPr/>
          </p:nvCxnSpPr>
          <p:spPr>
            <a:xfrm rot="10800000">
              <a:off x="2627731" y="3211817"/>
              <a:ext cx="0" cy="103500"/>
            </a:xfrm>
            <a:prstGeom prst="straightConnector1">
              <a:avLst/>
            </a:prstGeom>
            <a:noFill/>
            <a:ln cap="flat" cmpd="sng" w="9525">
              <a:solidFill>
                <a:srgbClr val="000000"/>
              </a:solidFill>
              <a:prstDash val="solid"/>
              <a:round/>
              <a:headEnd len="med" w="med" type="none"/>
              <a:tailEnd len="med" w="med" type="none"/>
            </a:ln>
          </p:spPr>
        </p:cxnSp>
        <p:cxnSp>
          <p:nvCxnSpPr>
            <p:cNvPr id="1100" name="Google Shape;1100;p85"/>
            <p:cNvCxnSpPr/>
            <p:nvPr/>
          </p:nvCxnSpPr>
          <p:spPr>
            <a:xfrm rot="10800000">
              <a:off x="2635706" y="3004428"/>
              <a:ext cx="0" cy="103500"/>
            </a:xfrm>
            <a:prstGeom prst="straightConnector1">
              <a:avLst/>
            </a:prstGeom>
            <a:noFill/>
            <a:ln cap="flat" cmpd="sng" w="9525">
              <a:solidFill>
                <a:srgbClr val="000000"/>
              </a:solidFill>
              <a:prstDash val="solid"/>
              <a:round/>
              <a:headEnd len="med" w="med" type="none"/>
              <a:tailEnd len="med" w="med" type="none"/>
            </a:ln>
          </p:spPr>
        </p:cxnSp>
        <p:cxnSp>
          <p:nvCxnSpPr>
            <p:cNvPr id="1101" name="Google Shape;1101;p85"/>
            <p:cNvCxnSpPr/>
            <p:nvPr/>
          </p:nvCxnSpPr>
          <p:spPr>
            <a:xfrm rot="10800000">
              <a:off x="2635706" y="3056277"/>
              <a:ext cx="0" cy="103500"/>
            </a:xfrm>
            <a:prstGeom prst="straightConnector1">
              <a:avLst/>
            </a:prstGeom>
            <a:noFill/>
            <a:ln cap="flat" cmpd="sng" w="9525">
              <a:solidFill>
                <a:srgbClr val="000000"/>
              </a:solidFill>
              <a:prstDash val="solid"/>
              <a:round/>
              <a:headEnd len="med" w="med" type="none"/>
              <a:tailEnd len="med" w="med" type="none"/>
            </a:ln>
          </p:spPr>
        </p:cxnSp>
        <p:cxnSp>
          <p:nvCxnSpPr>
            <p:cNvPr id="1102" name="Google Shape;1102;p85"/>
            <p:cNvCxnSpPr/>
            <p:nvPr/>
          </p:nvCxnSpPr>
          <p:spPr>
            <a:xfrm rot="10800000">
              <a:off x="2635706" y="2900732"/>
              <a:ext cx="0" cy="103500"/>
            </a:xfrm>
            <a:prstGeom prst="straightConnector1">
              <a:avLst/>
            </a:prstGeom>
            <a:noFill/>
            <a:ln cap="flat" cmpd="sng" w="9525">
              <a:solidFill>
                <a:srgbClr val="000000"/>
              </a:solidFill>
              <a:prstDash val="solid"/>
              <a:round/>
              <a:headEnd len="med" w="med" type="none"/>
              <a:tailEnd len="med" w="med" type="none"/>
            </a:ln>
          </p:spPr>
        </p:cxnSp>
        <p:cxnSp>
          <p:nvCxnSpPr>
            <p:cNvPr id="1103" name="Google Shape;1103;p85"/>
            <p:cNvCxnSpPr/>
            <p:nvPr/>
          </p:nvCxnSpPr>
          <p:spPr>
            <a:xfrm rot="10800000">
              <a:off x="2635706" y="2952580"/>
              <a:ext cx="0" cy="103500"/>
            </a:xfrm>
            <a:prstGeom prst="straightConnector1">
              <a:avLst/>
            </a:prstGeom>
            <a:noFill/>
            <a:ln cap="flat" cmpd="sng" w="9525">
              <a:solidFill>
                <a:srgbClr val="000000"/>
              </a:solidFill>
              <a:prstDash val="solid"/>
              <a:round/>
              <a:headEnd len="med" w="med" type="none"/>
              <a:tailEnd len="med" w="med" type="none"/>
            </a:ln>
          </p:spPr>
        </p:cxnSp>
        <p:cxnSp>
          <p:nvCxnSpPr>
            <p:cNvPr id="1104" name="Google Shape;1104;p85"/>
            <p:cNvCxnSpPr/>
            <p:nvPr/>
          </p:nvCxnSpPr>
          <p:spPr>
            <a:xfrm rot="10800000">
              <a:off x="2621031" y="2485941"/>
              <a:ext cx="0" cy="103500"/>
            </a:xfrm>
            <a:prstGeom prst="straightConnector1">
              <a:avLst/>
            </a:prstGeom>
            <a:noFill/>
            <a:ln cap="flat" cmpd="sng" w="9525">
              <a:solidFill>
                <a:srgbClr val="000000"/>
              </a:solidFill>
              <a:prstDash val="solid"/>
              <a:round/>
              <a:headEnd len="med" w="med" type="none"/>
              <a:tailEnd len="med" w="med" type="none"/>
            </a:ln>
          </p:spPr>
        </p:cxnSp>
        <p:cxnSp>
          <p:nvCxnSpPr>
            <p:cNvPr id="1105" name="Google Shape;1105;p85"/>
            <p:cNvCxnSpPr/>
            <p:nvPr/>
          </p:nvCxnSpPr>
          <p:spPr>
            <a:xfrm rot="10800000">
              <a:off x="2621031" y="2537789"/>
              <a:ext cx="0" cy="103500"/>
            </a:xfrm>
            <a:prstGeom prst="straightConnector1">
              <a:avLst/>
            </a:prstGeom>
            <a:noFill/>
            <a:ln cap="flat" cmpd="sng" w="9525">
              <a:solidFill>
                <a:srgbClr val="000000"/>
              </a:solidFill>
              <a:prstDash val="solid"/>
              <a:round/>
              <a:headEnd len="med" w="med" type="none"/>
              <a:tailEnd len="med" w="med" type="none"/>
            </a:ln>
          </p:spPr>
        </p:cxnSp>
        <p:cxnSp>
          <p:nvCxnSpPr>
            <p:cNvPr id="1106" name="Google Shape;1106;p85"/>
            <p:cNvCxnSpPr/>
            <p:nvPr/>
          </p:nvCxnSpPr>
          <p:spPr>
            <a:xfrm rot="10800000">
              <a:off x="2621031" y="2382244"/>
              <a:ext cx="0" cy="103500"/>
            </a:xfrm>
            <a:prstGeom prst="straightConnector1">
              <a:avLst/>
            </a:prstGeom>
            <a:noFill/>
            <a:ln cap="flat" cmpd="sng" w="9525">
              <a:solidFill>
                <a:srgbClr val="000000"/>
              </a:solidFill>
              <a:prstDash val="solid"/>
              <a:round/>
              <a:headEnd len="med" w="med" type="none"/>
              <a:tailEnd len="med" w="med" type="none"/>
            </a:ln>
          </p:spPr>
        </p:cxnSp>
        <p:cxnSp>
          <p:nvCxnSpPr>
            <p:cNvPr id="1107" name="Google Shape;1107;p85"/>
            <p:cNvCxnSpPr/>
            <p:nvPr/>
          </p:nvCxnSpPr>
          <p:spPr>
            <a:xfrm rot="10800000">
              <a:off x="2621031" y="2434092"/>
              <a:ext cx="0" cy="103500"/>
            </a:xfrm>
            <a:prstGeom prst="straightConnector1">
              <a:avLst/>
            </a:prstGeom>
            <a:noFill/>
            <a:ln cap="flat" cmpd="sng" w="9525">
              <a:solidFill>
                <a:srgbClr val="000000"/>
              </a:solidFill>
              <a:prstDash val="solid"/>
              <a:round/>
              <a:headEnd len="med" w="med" type="none"/>
              <a:tailEnd len="med" w="med" type="none"/>
            </a:ln>
          </p:spPr>
        </p:cxnSp>
        <p:cxnSp>
          <p:nvCxnSpPr>
            <p:cNvPr id="1108" name="Google Shape;1108;p85"/>
            <p:cNvCxnSpPr/>
            <p:nvPr/>
          </p:nvCxnSpPr>
          <p:spPr>
            <a:xfrm rot="10800000">
              <a:off x="2627731" y="2745191"/>
              <a:ext cx="0" cy="103500"/>
            </a:xfrm>
            <a:prstGeom prst="straightConnector1">
              <a:avLst/>
            </a:prstGeom>
            <a:noFill/>
            <a:ln cap="flat" cmpd="sng" w="9525">
              <a:solidFill>
                <a:srgbClr val="000000"/>
              </a:solidFill>
              <a:prstDash val="solid"/>
              <a:round/>
              <a:headEnd len="med" w="med" type="none"/>
              <a:tailEnd len="med" w="med" type="none"/>
            </a:ln>
          </p:spPr>
        </p:cxnSp>
        <p:cxnSp>
          <p:nvCxnSpPr>
            <p:cNvPr id="1109" name="Google Shape;1109;p85"/>
            <p:cNvCxnSpPr/>
            <p:nvPr/>
          </p:nvCxnSpPr>
          <p:spPr>
            <a:xfrm rot="10800000">
              <a:off x="2627731" y="2797039"/>
              <a:ext cx="0" cy="103500"/>
            </a:xfrm>
            <a:prstGeom prst="straightConnector1">
              <a:avLst/>
            </a:prstGeom>
            <a:noFill/>
            <a:ln cap="flat" cmpd="sng" w="9525">
              <a:solidFill>
                <a:srgbClr val="000000"/>
              </a:solidFill>
              <a:prstDash val="solid"/>
              <a:round/>
              <a:headEnd len="med" w="med" type="none"/>
              <a:tailEnd len="med" w="med" type="none"/>
            </a:ln>
          </p:spPr>
        </p:cxnSp>
        <p:cxnSp>
          <p:nvCxnSpPr>
            <p:cNvPr id="1110" name="Google Shape;1110;p85"/>
            <p:cNvCxnSpPr/>
            <p:nvPr/>
          </p:nvCxnSpPr>
          <p:spPr>
            <a:xfrm rot="10800000">
              <a:off x="2627731" y="2641494"/>
              <a:ext cx="0" cy="103500"/>
            </a:xfrm>
            <a:prstGeom prst="straightConnector1">
              <a:avLst/>
            </a:prstGeom>
            <a:noFill/>
            <a:ln cap="flat" cmpd="sng" w="9525">
              <a:solidFill>
                <a:srgbClr val="000000"/>
              </a:solidFill>
              <a:prstDash val="solid"/>
              <a:round/>
              <a:headEnd len="med" w="med" type="none"/>
              <a:tailEnd len="med" w="med" type="none"/>
            </a:ln>
          </p:spPr>
        </p:cxnSp>
        <p:cxnSp>
          <p:nvCxnSpPr>
            <p:cNvPr id="1111" name="Google Shape;1111;p85"/>
            <p:cNvCxnSpPr/>
            <p:nvPr/>
          </p:nvCxnSpPr>
          <p:spPr>
            <a:xfrm rot="10800000">
              <a:off x="2627731" y="2693342"/>
              <a:ext cx="0" cy="103500"/>
            </a:xfrm>
            <a:prstGeom prst="straightConnector1">
              <a:avLst/>
            </a:prstGeom>
            <a:noFill/>
            <a:ln cap="flat" cmpd="sng" w="9525">
              <a:solidFill>
                <a:srgbClr val="000000"/>
              </a:solidFill>
              <a:prstDash val="solid"/>
              <a:round/>
              <a:headEnd len="med" w="med" type="none"/>
              <a:tailEnd len="med" w="med" type="none"/>
            </a:ln>
          </p:spPr>
        </p:cxnSp>
        <p:cxnSp>
          <p:nvCxnSpPr>
            <p:cNvPr id="1112" name="Google Shape;1112;p85"/>
            <p:cNvCxnSpPr/>
            <p:nvPr/>
          </p:nvCxnSpPr>
          <p:spPr>
            <a:xfrm rot="10800000">
              <a:off x="2627731" y="2226703"/>
              <a:ext cx="0" cy="103500"/>
            </a:xfrm>
            <a:prstGeom prst="straightConnector1">
              <a:avLst/>
            </a:prstGeom>
            <a:noFill/>
            <a:ln cap="flat" cmpd="sng" w="9525">
              <a:solidFill>
                <a:srgbClr val="000000"/>
              </a:solidFill>
              <a:prstDash val="solid"/>
              <a:round/>
              <a:headEnd len="med" w="med" type="none"/>
              <a:tailEnd len="med" w="med" type="none"/>
            </a:ln>
          </p:spPr>
        </p:cxnSp>
        <p:cxnSp>
          <p:nvCxnSpPr>
            <p:cNvPr id="1113" name="Google Shape;1113;p85"/>
            <p:cNvCxnSpPr/>
            <p:nvPr/>
          </p:nvCxnSpPr>
          <p:spPr>
            <a:xfrm rot="10800000">
              <a:off x="2627731" y="2278552"/>
              <a:ext cx="0" cy="103500"/>
            </a:xfrm>
            <a:prstGeom prst="straightConnector1">
              <a:avLst/>
            </a:prstGeom>
            <a:noFill/>
            <a:ln cap="flat" cmpd="sng" w="9525">
              <a:solidFill>
                <a:srgbClr val="000000"/>
              </a:solidFill>
              <a:prstDash val="solid"/>
              <a:round/>
              <a:headEnd len="med" w="med" type="none"/>
              <a:tailEnd len="med" w="med" type="none"/>
            </a:ln>
          </p:spPr>
        </p:cxnSp>
        <p:cxnSp>
          <p:nvCxnSpPr>
            <p:cNvPr id="1114" name="Google Shape;1114;p85"/>
            <p:cNvCxnSpPr/>
            <p:nvPr/>
          </p:nvCxnSpPr>
          <p:spPr>
            <a:xfrm rot="10800000">
              <a:off x="2627731" y="2123007"/>
              <a:ext cx="0" cy="103500"/>
            </a:xfrm>
            <a:prstGeom prst="straightConnector1">
              <a:avLst/>
            </a:prstGeom>
            <a:noFill/>
            <a:ln cap="flat" cmpd="sng" w="9525">
              <a:solidFill>
                <a:srgbClr val="000000"/>
              </a:solidFill>
              <a:prstDash val="solid"/>
              <a:round/>
              <a:headEnd len="med" w="med" type="none"/>
              <a:tailEnd len="med" w="med" type="none"/>
            </a:ln>
          </p:spPr>
        </p:cxnSp>
        <p:cxnSp>
          <p:nvCxnSpPr>
            <p:cNvPr id="1115" name="Google Shape;1115;p85"/>
            <p:cNvCxnSpPr/>
            <p:nvPr/>
          </p:nvCxnSpPr>
          <p:spPr>
            <a:xfrm rot="10800000">
              <a:off x="2627731" y="2174855"/>
              <a:ext cx="0" cy="103500"/>
            </a:xfrm>
            <a:prstGeom prst="straightConnector1">
              <a:avLst/>
            </a:prstGeom>
            <a:noFill/>
            <a:ln cap="flat" cmpd="sng" w="9525">
              <a:solidFill>
                <a:srgbClr val="000000"/>
              </a:solidFill>
              <a:prstDash val="solid"/>
              <a:round/>
              <a:headEnd len="med" w="med" type="none"/>
              <a:tailEnd len="med" w="med" type="none"/>
            </a:ln>
          </p:spPr>
        </p:cxnSp>
        <p:cxnSp>
          <p:nvCxnSpPr>
            <p:cNvPr id="1116" name="Google Shape;1116;p85"/>
            <p:cNvCxnSpPr/>
            <p:nvPr/>
          </p:nvCxnSpPr>
          <p:spPr>
            <a:xfrm rot="10800000">
              <a:off x="2635706" y="1967466"/>
              <a:ext cx="0" cy="103500"/>
            </a:xfrm>
            <a:prstGeom prst="straightConnector1">
              <a:avLst/>
            </a:prstGeom>
            <a:noFill/>
            <a:ln cap="flat" cmpd="sng" w="9525">
              <a:solidFill>
                <a:srgbClr val="000000"/>
              </a:solidFill>
              <a:prstDash val="solid"/>
              <a:round/>
              <a:headEnd len="med" w="med" type="none"/>
              <a:tailEnd len="med" w="med" type="none"/>
            </a:ln>
          </p:spPr>
        </p:cxnSp>
        <p:cxnSp>
          <p:nvCxnSpPr>
            <p:cNvPr id="1117" name="Google Shape;1117;p85"/>
            <p:cNvCxnSpPr/>
            <p:nvPr/>
          </p:nvCxnSpPr>
          <p:spPr>
            <a:xfrm rot="10800000">
              <a:off x="2635706" y="2019314"/>
              <a:ext cx="0" cy="103500"/>
            </a:xfrm>
            <a:prstGeom prst="straightConnector1">
              <a:avLst/>
            </a:prstGeom>
            <a:noFill/>
            <a:ln cap="flat" cmpd="sng" w="9525">
              <a:solidFill>
                <a:srgbClr val="000000"/>
              </a:solidFill>
              <a:prstDash val="solid"/>
              <a:round/>
              <a:headEnd len="med" w="med" type="none"/>
              <a:tailEnd len="med" w="med" type="none"/>
            </a:ln>
          </p:spPr>
        </p:cxnSp>
        <p:cxnSp>
          <p:nvCxnSpPr>
            <p:cNvPr id="1118" name="Google Shape;1118;p85"/>
            <p:cNvCxnSpPr/>
            <p:nvPr/>
          </p:nvCxnSpPr>
          <p:spPr>
            <a:xfrm rot="10800000">
              <a:off x="2635706" y="1863769"/>
              <a:ext cx="0" cy="103500"/>
            </a:xfrm>
            <a:prstGeom prst="straightConnector1">
              <a:avLst/>
            </a:prstGeom>
            <a:noFill/>
            <a:ln cap="flat" cmpd="sng" w="9525">
              <a:solidFill>
                <a:srgbClr val="000000"/>
              </a:solidFill>
              <a:prstDash val="solid"/>
              <a:round/>
              <a:headEnd len="med" w="med" type="none"/>
              <a:tailEnd len="med" w="med" type="none"/>
            </a:ln>
          </p:spPr>
        </p:cxnSp>
        <p:cxnSp>
          <p:nvCxnSpPr>
            <p:cNvPr id="1119" name="Google Shape;1119;p85"/>
            <p:cNvCxnSpPr/>
            <p:nvPr/>
          </p:nvCxnSpPr>
          <p:spPr>
            <a:xfrm rot="10800000">
              <a:off x="2635706" y="1915617"/>
              <a:ext cx="0" cy="103500"/>
            </a:xfrm>
            <a:prstGeom prst="straightConnector1">
              <a:avLst/>
            </a:prstGeom>
            <a:noFill/>
            <a:ln cap="flat" cmpd="sng" w="9525">
              <a:solidFill>
                <a:srgbClr val="000000"/>
              </a:solidFill>
              <a:prstDash val="solid"/>
              <a:round/>
              <a:headEnd len="med" w="med" type="none"/>
              <a:tailEnd len="med" w="med" type="none"/>
            </a:ln>
          </p:spPr>
        </p:cxnSp>
        <p:cxnSp>
          <p:nvCxnSpPr>
            <p:cNvPr id="1120" name="Google Shape;1120;p85"/>
            <p:cNvCxnSpPr/>
            <p:nvPr/>
          </p:nvCxnSpPr>
          <p:spPr>
            <a:xfrm rot="10800000">
              <a:off x="2635706" y="1708216"/>
              <a:ext cx="0" cy="103500"/>
            </a:xfrm>
            <a:prstGeom prst="straightConnector1">
              <a:avLst/>
            </a:prstGeom>
            <a:noFill/>
            <a:ln cap="flat" cmpd="sng" w="9525">
              <a:solidFill>
                <a:srgbClr val="000000"/>
              </a:solidFill>
              <a:prstDash val="solid"/>
              <a:round/>
              <a:headEnd len="med" w="med" type="none"/>
              <a:tailEnd len="med" w="med" type="none"/>
            </a:ln>
          </p:spPr>
        </p:cxnSp>
        <p:cxnSp>
          <p:nvCxnSpPr>
            <p:cNvPr id="1121" name="Google Shape;1121;p85"/>
            <p:cNvCxnSpPr/>
            <p:nvPr/>
          </p:nvCxnSpPr>
          <p:spPr>
            <a:xfrm rot="10800000">
              <a:off x="2635706" y="1760064"/>
              <a:ext cx="0" cy="103500"/>
            </a:xfrm>
            <a:prstGeom prst="straightConnector1">
              <a:avLst/>
            </a:prstGeom>
            <a:noFill/>
            <a:ln cap="flat" cmpd="sng" w="9525">
              <a:solidFill>
                <a:srgbClr val="000000"/>
              </a:solidFill>
              <a:prstDash val="solid"/>
              <a:round/>
              <a:headEnd len="med" w="med" type="none"/>
              <a:tailEnd len="med" w="med" type="none"/>
            </a:ln>
          </p:spPr>
        </p:cxnSp>
        <p:cxnSp>
          <p:nvCxnSpPr>
            <p:cNvPr id="1122" name="Google Shape;1122;p85"/>
            <p:cNvCxnSpPr/>
            <p:nvPr/>
          </p:nvCxnSpPr>
          <p:spPr>
            <a:xfrm rot="10800000">
              <a:off x="2635706" y="1604519"/>
              <a:ext cx="0" cy="103500"/>
            </a:xfrm>
            <a:prstGeom prst="straightConnector1">
              <a:avLst/>
            </a:prstGeom>
            <a:noFill/>
            <a:ln cap="flat" cmpd="sng" w="9525">
              <a:solidFill>
                <a:srgbClr val="000000"/>
              </a:solidFill>
              <a:prstDash val="solid"/>
              <a:round/>
              <a:headEnd len="med" w="med" type="none"/>
              <a:tailEnd len="med" w="med" type="none"/>
            </a:ln>
          </p:spPr>
        </p:cxnSp>
        <p:cxnSp>
          <p:nvCxnSpPr>
            <p:cNvPr id="1123" name="Google Shape;1123;p85"/>
            <p:cNvCxnSpPr/>
            <p:nvPr/>
          </p:nvCxnSpPr>
          <p:spPr>
            <a:xfrm rot="10800000">
              <a:off x="2635706" y="1656367"/>
              <a:ext cx="0" cy="103500"/>
            </a:xfrm>
            <a:prstGeom prst="straightConnector1">
              <a:avLst/>
            </a:prstGeom>
            <a:noFill/>
            <a:ln cap="flat" cmpd="sng" w="9525">
              <a:solidFill>
                <a:srgbClr val="000000"/>
              </a:solidFill>
              <a:prstDash val="solid"/>
              <a:round/>
              <a:headEnd len="med" w="med" type="none"/>
              <a:tailEnd len="med" w="med" type="none"/>
            </a:ln>
          </p:spPr>
        </p:cxnSp>
        <p:cxnSp>
          <p:nvCxnSpPr>
            <p:cNvPr id="1124" name="Google Shape;1124;p85"/>
            <p:cNvCxnSpPr/>
            <p:nvPr/>
          </p:nvCxnSpPr>
          <p:spPr>
            <a:xfrm rot="10800000">
              <a:off x="2635706" y="1448978"/>
              <a:ext cx="0" cy="103500"/>
            </a:xfrm>
            <a:prstGeom prst="straightConnector1">
              <a:avLst/>
            </a:prstGeom>
            <a:noFill/>
            <a:ln cap="flat" cmpd="sng" w="9525">
              <a:solidFill>
                <a:srgbClr val="000000"/>
              </a:solidFill>
              <a:prstDash val="solid"/>
              <a:round/>
              <a:headEnd len="med" w="med" type="none"/>
              <a:tailEnd len="med" w="med" type="none"/>
            </a:ln>
          </p:spPr>
        </p:cxnSp>
        <p:cxnSp>
          <p:nvCxnSpPr>
            <p:cNvPr id="1125" name="Google Shape;1125;p85"/>
            <p:cNvCxnSpPr/>
            <p:nvPr/>
          </p:nvCxnSpPr>
          <p:spPr>
            <a:xfrm rot="10800000">
              <a:off x="2635706" y="1500827"/>
              <a:ext cx="0" cy="103500"/>
            </a:xfrm>
            <a:prstGeom prst="straightConnector1">
              <a:avLst/>
            </a:prstGeom>
            <a:noFill/>
            <a:ln cap="flat" cmpd="sng" w="9525">
              <a:solidFill>
                <a:srgbClr val="000000"/>
              </a:solidFill>
              <a:prstDash val="solid"/>
              <a:round/>
              <a:headEnd len="med" w="med" type="none"/>
              <a:tailEnd len="med" w="med" type="none"/>
            </a:ln>
          </p:spPr>
        </p:cxnSp>
        <p:cxnSp>
          <p:nvCxnSpPr>
            <p:cNvPr id="1126" name="Google Shape;1126;p85"/>
            <p:cNvCxnSpPr/>
            <p:nvPr/>
          </p:nvCxnSpPr>
          <p:spPr>
            <a:xfrm rot="10800000">
              <a:off x="2635706" y="1345282"/>
              <a:ext cx="0" cy="103500"/>
            </a:xfrm>
            <a:prstGeom prst="straightConnector1">
              <a:avLst/>
            </a:prstGeom>
            <a:noFill/>
            <a:ln cap="flat" cmpd="sng" w="9525">
              <a:solidFill>
                <a:srgbClr val="000000"/>
              </a:solidFill>
              <a:prstDash val="solid"/>
              <a:round/>
              <a:headEnd len="med" w="med" type="none"/>
              <a:tailEnd len="med" w="med" type="none"/>
            </a:ln>
          </p:spPr>
        </p:cxnSp>
        <p:cxnSp>
          <p:nvCxnSpPr>
            <p:cNvPr id="1127" name="Google Shape;1127;p85"/>
            <p:cNvCxnSpPr/>
            <p:nvPr/>
          </p:nvCxnSpPr>
          <p:spPr>
            <a:xfrm rot="10800000">
              <a:off x="2635706" y="1397130"/>
              <a:ext cx="0" cy="103500"/>
            </a:xfrm>
            <a:prstGeom prst="straightConnector1">
              <a:avLst/>
            </a:prstGeom>
            <a:noFill/>
            <a:ln cap="flat" cmpd="sng" w="9525">
              <a:solidFill>
                <a:srgbClr val="000000"/>
              </a:solidFill>
              <a:prstDash val="solid"/>
              <a:round/>
              <a:headEnd len="med" w="med" type="none"/>
              <a:tailEnd len="med" w="med" type="none"/>
            </a:ln>
          </p:spPr>
        </p:cxnSp>
        <p:cxnSp>
          <p:nvCxnSpPr>
            <p:cNvPr id="1128" name="Google Shape;1128;p85"/>
            <p:cNvCxnSpPr/>
            <p:nvPr/>
          </p:nvCxnSpPr>
          <p:spPr>
            <a:xfrm rot="10800000">
              <a:off x="2627731" y="1189753"/>
              <a:ext cx="0" cy="103500"/>
            </a:xfrm>
            <a:prstGeom prst="straightConnector1">
              <a:avLst/>
            </a:prstGeom>
            <a:noFill/>
            <a:ln cap="flat" cmpd="sng" w="9525">
              <a:solidFill>
                <a:srgbClr val="000000"/>
              </a:solidFill>
              <a:prstDash val="solid"/>
              <a:round/>
              <a:headEnd len="med" w="med" type="none"/>
              <a:tailEnd len="med" w="med" type="none"/>
            </a:ln>
          </p:spPr>
        </p:cxnSp>
        <p:cxnSp>
          <p:nvCxnSpPr>
            <p:cNvPr id="1129" name="Google Shape;1129;p85"/>
            <p:cNvCxnSpPr/>
            <p:nvPr/>
          </p:nvCxnSpPr>
          <p:spPr>
            <a:xfrm rot="10800000">
              <a:off x="2627731" y="1241602"/>
              <a:ext cx="0" cy="103500"/>
            </a:xfrm>
            <a:prstGeom prst="straightConnector1">
              <a:avLst/>
            </a:prstGeom>
            <a:noFill/>
            <a:ln cap="flat" cmpd="sng" w="9525">
              <a:solidFill>
                <a:srgbClr val="000000"/>
              </a:solidFill>
              <a:prstDash val="solid"/>
              <a:round/>
              <a:headEnd len="med" w="med" type="none"/>
              <a:tailEnd len="med" w="med" type="none"/>
            </a:ln>
          </p:spPr>
        </p:cxnSp>
        <p:cxnSp>
          <p:nvCxnSpPr>
            <p:cNvPr id="1130" name="Google Shape;1130;p85"/>
            <p:cNvCxnSpPr/>
            <p:nvPr/>
          </p:nvCxnSpPr>
          <p:spPr>
            <a:xfrm rot="10800000">
              <a:off x="2627731" y="1086057"/>
              <a:ext cx="0" cy="103500"/>
            </a:xfrm>
            <a:prstGeom prst="straightConnector1">
              <a:avLst/>
            </a:prstGeom>
            <a:noFill/>
            <a:ln cap="flat" cmpd="sng" w="9525">
              <a:solidFill>
                <a:srgbClr val="000000"/>
              </a:solidFill>
              <a:prstDash val="solid"/>
              <a:round/>
              <a:headEnd len="med" w="med" type="none"/>
              <a:tailEnd len="med" w="med" type="none"/>
            </a:ln>
          </p:spPr>
        </p:cxnSp>
        <p:cxnSp>
          <p:nvCxnSpPr>
            <p:cNvPr id="1131" name="Google Shape;1131;p85"/>
            <p:cNvCxnSpPr/>
            <p:nvPr/>
          </p:nvCxnSpPr>
          <p:spPr>
            <a:xfrm rot="10800000">
              <a:off x="2627731" y="1137905"/>
              <a:ext cx="0" cy="103500"/>
            </a:xfrm>
            <a:prstGeom prst="straightConnector1">
              <a:avLst/>
            </a:prstGeom>
            <a:noFill/>
            <a:ln cap="flat" cmpd="sng" w="9525">
              <a:solidFill>
                <a:srgbClr val="000000"/>
              </a:solidFill>
              <a:prstDash val="solid"/>
              <a:round/>
              <a:headEnd len="med" w="med" type="none"/>
              <a:tailEnd len="med" w="med" type="none"/>
            </a:ln>
          </p:spPr>
        </p:cxnSp>
        <p:cxnSp>
          <p:nvCxnSpPr>
            <p:cNvPr id="1132" name="Google Shape;1132;p85"/>
            <p:cNvCxnSpPr/>
            <p:nvPr/>
          </p:nvCxnSpPr>
          <p:spPr>
            <a:xfrm rot="10800000">
              <a:off x="2635706" y="930503"/>
              <a:ext cx="0" cy="103500"/>
            </a:xfrm>
            <a:prstGeom prst="straightConnector1">
              <a:avLst/>
            </a:prstGeom>
            <a:noFill/>
            <a:ln cap="flat" cmpd="sng" w="9525">
              <a:solidFill>
                <a:srgbClr val="000000"/>
              </a:solidFill>
              <a:prstDash val="solid"/>
              <a:round/>
              <a:headEnd len="med" w="med" type="none"/>
              <a:tailEnd len="med" w="med" type="none"/>
            </a:ln>
          </p:spPr>
        </p:cxnSp>
        <p:cxnSp>
          <p:nvCxnSpPr>
            <p:cNvPr id="1133" name="Google Shape;1133;p85"/>
            <p:cNvCxnSpPr/>
            <p:nvPr/>
          </p:nvCxnSpPr>
          <p:spPr>
            <a:xfrm rot="10800000">
              <a:off x="2635706" y="982352"/>
              <a:ext cx="0" cy="103500"/>
            </a:xfrm>
            <a:prstGeom prst="straightConnector1">
              <a:avLst/>
            </a:prstGeom>
            <a:noFill/>
            <a:ln cap="flat" cmpd="sng" w="9525">
              <a:solidFill>
                <a:srgbClr val="000000"/>
              </a:solidFill>
              <a:prstDash val="solid"/>
              <a:round/>
              <a:headEnd len="med" w="med" type="none"/>
              <a:tailEnd len="med" w="med" type="none"/>
            </a:ln>
          </p:spPr>
        </p:cxnSp>
        <p:cxnSp>
          <p:nvCxnSpPr>
            <p:cNvPr id="1134" name="Google Shape;1134;p85"/>
            <p:cNvCxnSpPr/>
            <p:nvPr/>
          </p:nvCxnSpPr>
          <p:spPr>
            <a:xfrm rot="10800000">
              <a:off x="2635706" y="826807"/>
              <a:ext cx="0" cy="103500"/>
            </a:xfrm>
            <a:prstGeom prst="straightConnector1">
              <a:avLst/>
            </a:prstGeom>
            <a:noFill/>
            <a:ln cap="flat" cmpd="sng" w="9525">
              <a:solidFill>
                <a:srgbClr val="000000"/>
              </a:solidFill>
              <a:prstDash val="solid"/>
              <a:round/>
              <a:headEnd len="med" w="med" type="none"/>
              <a:tailEnd len="med" w="med" type="none"/>
            </a:ln>
          </p:spPr>
        </p:cxnSp>
        <p:cxnSp>
          <p:nvCxnSpPr>
            <p:cNvPr id="1135" name="Google Shape;1135;p85"/>
            <p:cNvCxnSpPr/>
            <p:nvPr/>
          </p:nvCxnSpPr>
          <p:spPr>
            <a:xfrm rot="10800000">
              <a:off x="2635706" y="878655"/>
              <a:ext cx="0" cy="103500"/>
            </a:xfrm>
            <a:prstGeom prst="straightConnector1">
              <a:avLst/>
            </a:prstGeom>
            <a:noFill/>
            <a:ln cap="flat" cmpd="sng" w="9525">
              <a:solidFill>
                <a:srgbClr val="000000"/>
              </a:solidFill>
              <a:prstDash val="solid"/>
              <a:round/>
              <a:headEnd len="med" w="med" type="none"/>
              <a:tailEnd len="med" w="med" type="none"/>
            </a:ln>
          </p:spPr>
        </p:cxnSp>
      </p:grpSp>
      <p:sp>
        <p:nvSpPr>
          <p:cNvPr id="1136" name="Google Shape;1136;p85"/>
          <p:cNvSpPr/>
          <p:nvPr/>
        </p:nvSpPr>
        <p:spPr>
          <a:xfrm>
            <a:off x="764486" y="1348548"/>
            <a:ext cx="78000" cy="2719800"/>
          </a:xfrm>
          <a:prstGeom prst="flowChartAlternateProcess">
            <a:avLst/>
          </a:prstGeom>
          <a:solidFill>
            <a:srgbClr val="FFFF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37" name="Google Shape;1137;p85"/>
          <p:cNvSpPr/>
          <p:nvPr/>
        </p:nvSpPr>
        <p:spPr>
          <a:xfrm>
            <a:off x="774210" y="2850443"/>
            <a:ext cx="53400" cy="1231800"/>
          </a:xfrm>
          <a:prstGeom prst="rect">
            <a:avLst/>
          </a:prstGeom>
          <a:solidFill>
            <a:srgbClr val="FF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38" name="Google Shape;1138;p85"/>
          <p:cNvSpPr txBox="1"/>
          <p:nvPr>
            <p:ph idx="1" type="body"/>
          </p:nvPr>
        </p:nvSpPr>
        <p:spPr>
          <a:xfrm>
            <a:off x="1458775" y="3425850"/>
            <a:ext cx="7397100" cy="86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How do we work out the error interval using addition?</a:t>
            </a:r>
            <a:endParaRPr sz="2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0">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2" name="Shape 1142"/>
        <p:cNvGrpSpPr/>
        <p:nvPr/>
      </p:nvGrpSpPr>
      <p:grpSpPr>
        <a:xfrm>
          <a:off x="0" y="0"/>
          <a:ext cx="0" cy="0"/>
          <a:chOff x="0" y="0"/>
          <a:chExt cx="0" cy="0"/>
        </a:xfrm>
      </p:grpSpPr>
      <p:sp>
        <p:nvSpPr>
          <p:cNvPr id="1143" name="Google Shape;1143;p86"/>
          <p:cNvSpPr txBox="1"/>
          <p:nvPr/>
        </p:nvSpPr>
        <p:spPr>
          <a:xfrm>
            <a:off x="3256800" y="3786575"/>
            <a:ext cx="3000000" cy="5694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000"/>
              </a:spcAft>
              <a:buNone/>
            </a:pPr>
            <a:r>
              <a:rPr lang="en-GB" sz="2000">
                <a:solidFill>
                  <a:schemeClr val="dk1"/>
                </a:solidFill>
                <a:latin typeface="Lexend"/>
                <a:ea typeface="Lexend"/>
                <a:cs typeface="Lexend"/>
                <a:sym typeface="Lexend"/>
              </a:rPr>
              <a:t>19.1 ≤ </a:t>
            </a:r>
            <a:r>
              <a:rPr i="1" lang="en-GB" sz="2500">
                <a:solidFill>
                  <a:schemeClr val="dk1"/>
                </a:solidFill>
                <a:latin typeface="Times"/>
                <a:ea typeface="Times"/>
                <a:cs typeface="Times"/>
                <a:sym typeface="Times"/>
              </a:rPr>
              <a:t>n</a:t>
            </a:r>
            <a:r>
              <a:rPr i="1" lang="en-GB" sz="2500">
                <a:solidFill>
                  <a:schemeClr val="dk1"/>
                </a:solidFill>
                <a:latin typeface="Times"/>
                <a:ea typeface="Times"/>
                <a:cs typeface="Times"/>
                <a:sym typeface="Times"/>
              </a:rPr>
              <a:t> </a:t>
            </a:r>
            <a:endParaRPr/>
          </a:p>
        </p:txBody>
      </p:sp>
      <p:sp>
        <p:nvSpPr>
          <p:cNvPr id="1144" name="Google Shape;1144;p86"/>
          <p:cNvSpPr txBox="1"/>
          <p:nvPr>
            <p:ph idx="1" type="body"/>
          </p:nvPr>
        </p:nvSpPr>
        <p:spPr>
          <a:xfrm>
            <a:off x="1458775" y="759300"/>
            <a:ext cx="7397100" cy="86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For example, (addition) during a summer day, the temperature was 12.4 ℃ (to 1 d.p.) and increased by 6.8 ℃ (to 1 d.p.). What is the error interval for the new temperature?</a:t>
            </a:r>
            <a:endParaRPr sz="2000"/>
          </a:p>
          <a:p>
            <a:pPr indent="0" lvl="0" marL="0" rtl="0" algn="l">
              <a:spcBef>
                <a:spcPts val="1000"/>
              </a:spcBef>
              <a:spcAft>
                <a:spcPts val="0"/>
              </a:spcAft>
              <a:buNone/>
            </a:pPr>
            <a:r>
              <a:rPr lang="en-GB" sz="2000"/>
              <a:t>Working out the error intervals we have:</a:t>
            </a:r>
            <a:endParaRPr sz="2000"/>
          </a:p>
          <a:p>
            <a:pPr indent="0" lvl="0" marL="0" rtl="0" algn="ctr">
              <a:spcBef>
                <a:spcPts val="1000"/>
              </a:spcBef>
              <a:spcAft>
                <a:spcPts val="0"/>
              </a:spcAft>
              <a:buClr>
                <a:schemeClr val="dk1"/>
              </a:buClr>
              <a:buSzPts val="1100"/>
              <a:buFont typeface="Arial"/>
              <a:buNone/>
            </a:pPr>
            <a:r>
              <a:rPr lang="en-GB" sz="2000"/>
              <a:t>12.35 ≤ </a:t>
            </a:r>
            <a:r>
              <a:rPr i="1" lang="en-GB" sz="2500">
                <a:latin typeface="Times"/>
                <a:ea typeface="Times"/>
                <a:cs typeface="Times"/>
                <a:sym typeface="Times"/>
              </a:rPr>
              <a:t>o </a:t>
            </a:r>
            <a:r>
              <a:rPr lang="en-GB" sz="2000"/>
              <a:t>&lt; 12.45       and     6.75 ≤ </a:t>
            </a:r>
            <a:r>
              <a:rPr i="1" lang="en-GB" sz="2500">
                <a:latin typeface="Times"/>
                <a:ea typeface="Times"/>
                <a:cs typeface="Times"/>
                <a:sym typeface="Times"/>
              </a:rPr>
              <a:t>i </a:t>
            </a:r>
            <a:r>
              <a:rPr lang="en-GB" sz="2000"/>
              <a:t>&lt; 6.85</a:t>
            </a:r>
            <a:endParaRPr sz="2000"/>
          </a:p>
          <a:p>
            <a:pPr indent="0" lvl="0" marL="0" rtl="0" algn="ctr">
              <a:spcBef>
                <a:spcPts val="1000"/>
              </a:spcBef>
              <a:spcAft>
                <a:spcPts val="0"/>
              </a:spcAft>
              <a:buClr>
                <a:schemeClr val="dk1"/>
              </a:buClr>
              <a:buSzPts val="1100"/>
              <a:buFont typeface="Arial"/>
              <a:buNone/>
            </a:pPr>
            <a:r>
              <a:rPr lang="en-GB" sz="2000"/>
              <a:t>Error </a:t>
            </a:r>
            <a:r>
              <a:rPr lang="en-GB" sz="2000"/>
              <a:t>interval for the new temperature</a:t>
            </a:r>
            <a:endParaRPr sz="2000"/>
          </a:p>
          <a:p>
            <a:pPr indent="0" lvl="0" marL="0" rtl="0" algn="l">
              <a:spcBef>
                <a:spcPts val="1000"/>
              </a:spcBef>
              <a:spcAft>
                <a:spcPts val="1000"/>
              </a:spcAft>
              <a:buNone/>
            </a:pPr>
            <a:r>
              <a:t/>
            </a:r>
            <a:endParaRPr sz="2100"/>
          </a:p>
        </p:txBody>
      </p:sp>
      <p:sp>
        <p:nvSpPr>
          <p:cNvPr id="1145" name="Google Shape;1145;p86"/>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Problem solving with error intervals</a:t>
            </a:r>
            <a:endParaRPr/>
          </a:p>
        </p:txBody>
      </p:sp>
      <p:sp>
        <p:nvSpPr>
          <p:cNvPr id="1146" name="Google Shape;1146;p86"/>
          <p:cNvSpPr/>
          <p:nvPr/>
        </p:nvSpPr>
        <p:spPr>
          <a:xfrm>
            <a:off x="513126" y="1111050"/>
            <a:ext cx="738300" cy="3226200"/>
          </a:xfrm>
          <a:prstGeom prst="flowChartAlternateProcess">
            <a:avLst/>
          </a:prstGeom>
          <a:solidFill>
            <a:srgbClr val="FFFF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147" name="Google Shape;1147;p86"/>
          <p:cNvGrpSpPr/>
          <p:nvPr/>
        </p:nvGrpSpPr>
        <p:grpSpPr>
          <a:xfrm>
            <a:off x="902929" y="1400525"/>
            <a:ext cx="109967" cy="2491148"/>
            <a:chOff x="2566050" y="813895"/>
            <a:chExt cx="161431" cy="3657000"/>
          </a:xfrm>
        </p:grpSpPr>
        <p:cxnSp>
          <p:nvCxnSpPr>
            <p:cNvPr id="1148" name="Google Shape;1148;p86"/>
            <p:cNvCxnSpPr/>
            <p:nvPr/>
          </p:nvCxnSpPr>
          <p:spPr>
            <a:xfrm rot="10800000">
              <a:off x="2627731" y="4145096"/>
              <a:ext cx="0" cy="103500"/>
            </a:xfrm>
            <a:prstGeom prst="straightConnector1">
              <a:avLst/>
            </a:prstGeom>
            <a:noFill/>
            <a:ln cap="flat" cmpd="sng" w="28575">
              <a:solidFill>
                <a:srgbClr val="000000"/>
              </a:solidFill>
              <a:prstDash val="solid"/>
              <a:round/>
              <a:headEnd len="med" w="med" type="none"/>
              <a:tailEnd len="med" w="med" type="none"/>
            </a:ln>
          </p:spPr>
        </p:cxnSp>
        <p:cxnSp>
          <p:nvCxnSpPr>
            <p:cNvPr id="1149" name="Google Shape;1149;p86"/>
            <p:cNvCxnSpPr/>
            <p:nvPr/>
          </p:nvCxnSpPr>
          <p:spPr>
            <a:xfrm>
              <a:off x="2569270" y="3937605"/>
              <a:ext cx="152400" cy="0"/>
            </a:xfrm>
            <a:prstGeom prst="straightConnector1">
              <a:avLst/>
            </a:prstGeom>
            <a:noFill/>
            <a:ln cap="flat" cmpd="sng" w="28575">
              <a:solidFill>
                <a:srgbClr val="000000"/>
              </a:solidFill>
              <a:prstDash val="solid"/>
              <a:round/>
              <a:headEnd len="med" w="med" type="none"/>
              <a:tailEnd len="med" w="med" type="none"/>
            </a:ln>
          </p:spPr>
        </p:cxnSp>
        <p:cxnSp>
          <p:nvCxnSpPr>
            <p:cNvPr id="1150" name="Google Shape;1150;p86"/>
            <p:cNvCxnSpPr/>
            <p:nvPr/>
          </p:nvCxnSpPr>
          <p:spPr>
            <a:xfrm rot="10800000">
              <a:off x="2621020" y="3626613"/>
              <a:ext cx="0" cy="103500"/>
            </a:xfrm>
            <a:prstGeom prst="straightConnector1">
              <a:avLst/>
            </a:prstGeom>
            <a:noFill/>
            <a:ln cap="flat" cmpd="sng" w="28575">
              <a:solidFill>
                <a:srgbClr val="000000"/>
              </a:solidFill>
              <a:prstDash val="solid"/>
              <a:round/>
              <a:headEnd len="med" w="med" type="none"/>
              <a:tailEnd len="med" w="med" type="none"/>
            </a:ln>
          </p:spPr>
        </p:cxnSp>
        <p:cxnSp>
          <p:nvCxnSpPr>
            <p:cNvPr id="1151" name="Google Shape;1151;p86"/>
            <p:cNvCxnSpPr/>
            <p:nvPr/>
          </p:nvCxnSpPr>
          <p:spPr>
            <a:xfrm>
              <a:off x="2569270" y="3419122"/>
              <a:ext cx="148800" cy="0"/>
            </a:xfrm>
            <a:prstGeom prst="straightConnector1">
              <a:avLst/>
            </a:prstGeom>
            <a:noFill/>
            <a:ln cap="flat" cmpd="sng" w="28575">
              <a:solidFill>
                <a:srgbClr val="000000"/>
              </a:solidFill>
              <a:prstDash val="solid"/>
              <a:round/>
              <a:headEnd len="med" w="med" type="none"/>
              <a:tailEnd len="med" w="med" type="none"/>
            </a:ln>
          </p:spPr>
        </p:cxnSp>
        <p:cxnSp>
          <p:nvCxnSpPr>
            <p:cNvPr id="1152" name="Google Shape;1152;p86"/>
            <p:cNvCxnSpPr/>
            <p:nvPr/>
          </p:nvCxnSpPr>
          <p:spPr>
            <a:xfrm rot="10800000">
              <a:off x="2621020" y="3108130"/>
              <a:ext cx="0" cy="103500"/>
            </a:xfrm>
            <a:prstGeom prst="straightConnector1">
              <a:avLst/>
            </a:prstGeom>
            <a:noFill/>
            <a:ln cap="flat" cmpd="sng" w="28575">
              <a:solidFill>
                <a:srgbClr val="000000"/>
              </a:solidFill>
              <a:prstDash val="solid"/>
              <a:round/>
              <a:headEnd len="med" w="med" type="none"/>
              <a:tailEnd len="med" w="med" type="none"/>
            </a:ln>
          </p:spPr>
        </p:cxnSp>
        <p:cxnSp>
          <p:nvCxnSpPr>
            <p:cNvPr id="1153" name="Google Shape;1153;p86"/>
            <p:cNvCxnSpPr/>
            <p:nvPr/>
          </p:nvCxnSpPr>
          <p:spPr>
            <a:xfrm>
              <a:off x="2569270" y="2900639"/>
              <a:ext cx="148800" cy="0"/>
            </a:xfrm>
            <a:prstGeom prst="straightConnector1">
              <a:avLst/>
            </a:prstGeom>
            <a:noFill/>
            <a:ln cap="flat" cmpd="sng" w="28575">
              <a:solidFill>
                <a:srgbClr val="000000"/>
              </a:solidFill>
              <a:prstDash val="solid"/>
              <a:round/>
              <a:headEnd len="med" w="med" type="none"/>
              <a:tailEnd len="med" w="med" type="none"/>
            </a:ln>
          </p:spPr>
        </p:cxnSp>
        <p:cxnSp>
          <p:nvCxnSpPr>
            <p:cNvPr id="1154" name="Google Shape;1154;p86"/>
            <p:cNvCxnSpPr/>
            <p:nvPr/>
          </p:nvCxnSpPr>
          <p:spPr>
            <a:xfrm rot="10800000">
              <a:off x="2621020" y="2589648"/>
              <a:ext cx="0" cy="103500"/>
            </a:xfrm>
            <a:prstGeom prst="straightConnector1">
              <a:avLst/>
            </a:prstGeom>
            <a:noFill/>
            <a:ln cap="flat" cmpd="sng" w="28575">
              <a:solidFill>
                <a:srgbClr val="000000"/>
              </a:solidFill>
              <a:prstDash val="solid"/>
              <a:round/>
              <a:headEnd len="med" w="med" type="none"/>
              <a:tailEnd len="med" w="med" type="none"/>
            </a:ln>
          </p:spPr>
        </p:cxnSp>
        <p:cxnSp>
          <p:nvCxnSpPr>
            <p:cNvPr id="1155" name="Google Shape;1155;p86"/>
            <p:cNvCxnSpPr/>
            <p:nvPr/>
          </p:nvCxnSpPr>
          <p:spPr>
            <a:xfrm>
              <a:off x="2569270" y="2382156"/>
              <a:ext cx="144900" cy="0"/>
            </a:xfrm>
            <a:prstGeom prst="straightConnector1">
              <a:avLst/>
            </a:prstGeom>
            <a:noFill/>
            <a:ln cap="flat" cmpd="sng" w="28575">
              <a:solidFill>
                <a:srgbClr val="000000"/>
              </a:solidFill>
              <a:prstDash val="solid"/>
              <a:round/>
              <a:headEnd len="med" w="med" type="none"/>
              <a:tailEnd len="med" w="med" type="none"/>
            </a:ln>
          </p:spPr>
        </p:cxnSp>
        <p:cxnSp>
          <p:nvCxnSpPr>
            <p:cNvPr id="1156" name="Google Shape;1156;p86"/>
            <p:cNvCxnSpPr/>
            <p:nvPr/>
          </p:nvCxnSpPr>
          <p:spPr>
            <a:xfrm rot="10800000">
              <a:off x="2621020" y="2071165"/>
              <a:ext cx="0" cy="103500"/>
            </a:xfrm>
            <a:prstGeom prst="straightConnector1">
              <a:avLst/>
            </a:prstGeom>
            <a:noFill/>
            <a:ln cap="flat" cmpd="sng" w="28575">
              <a:solidFill>
                <a:srgbClr val="000000"/>
              </a:solidFill>
              <a:prstDash val="solid"/>
              <a:round/>
              <a:headEnd len="med" w="med" type="none"/>
              <a:tailEnd len="med" w="med" type="none"/>
            </a:ln>
          </p:spPr>
        </p:cxnSp>
        <p:cxnSp>
          <p:nvCxnSpPr>
            <p:cNvPr id="1157" name="Google Shape;1157;p86"/>
            <p:cNvCxnSpPr/>
            <p:nvPr/>
          </p:nvCxnSpPr>
          <p:spPr>
            <a:xfrm>
              <a:off x="2569270" y="1863674"/>
              <a:ext cx="148800" cy="0"/>
            </a:xfrm>
            <a:prstGeom prst="straightConnector1">
              <a:avLst/>
            </a:prstGeom>
            <a:noFill/>
            <a:ln cap="flat" cmpd="sng" w="28575">
              <a:solidFill>
                <a:srgbClr val="000000"/>
              </a:solidFill>
              <a:prstDash val="solid"/>
              <a:round/>
              <a:headEnd len="med" w="med" type="none"/>
              <a:tailEnd len="med" w="med" type="none"/>
            </a:ln>
          </p:spPr>
        </p:cxnSp>
        <p:cxnSp>
          <p:nvCxnSpPr>
            <p:cNvPr id="1158" name="Google Shape;1158;p86"/>
            <p:cNvCxnSpPr/>
            <p:nvPr/>
          </p:nvCxnSpPr>
          <p:spPr>
            <a:xfrm>
              <a:off x="2575981" y="4456087"/>
              <a:ext cx="151500" cy="0"/>
            </a:xfrm>
            <a:prstGeom prst="straightConnector1">
              <a:avLst/>
            </a:prstGeom>
            <a:noFill/>
            <a:ln cap="flat" cmpd="sng" w="28575">
              <a:solidFill>
                <a:srgbClr val="000000"/>
              </a:solidFill>
              <a:prstDash val="solid"/>
              <a:round/>
              <a:headEnd len="med" w="med" type="none"/>
              <a:tailEnd len="med" w="med" type="none"/>
            </a:ln>
          </p:spPr>
        </p:cxnSp>
        <p:cxnSp>
          <p:nvCxnSpPr>
            <p:cNvPr id="1159" name="Google Shape;1159;p86"/>
            <p:cNvCxnSpPr/>
            <p:nvPr/>
          </p:nvCxnSpPr>
          <p:spPr>
            <a:xfrm rot="10800000">
              <a:off x="2622427" y="1552682"/>
              <a:ext cx="0" cy="103500"/>
            </a:xfrm>
            <a:prstGeom prst="straightConnector1">
              <a:avLst/>
            </a:prstGeom>
            <a:noFill/>
            <a:ln cap="flat" cmpd="sng" w="28575">
              <a:solidFill>
                <a:srgbClr val="000000"/>
              </a:solidFill>
              <a:prstDash val="solid"/>
              <a:round/>
              <a:headEnd len="med" w="med" type="none"/>
              <a:tailEnd len="med" w="med" type="none"/>
            </a:ln>
          </p:spPr>
        </p:cxnSp>
        <p:cxnSp>
          <p:nvCxnSpPr>
            <p:cNvPr id="1160" name="Google Shape;1160;p86"/>
            <p:cNvCxnSpPr/>
            <p:nvPr/>
          </p:nvCxnSpPr>
          <p:spPr>
            <a:xfrm>
              <a:off x="2570677" y="1345191"/>
              <a:ext cx="152400" cy="0"/>
            </a:xfrm>
            <a:prstGeom prst="straightConnector1">
              <a:avLst/>
            </a:prstGeom>
            <a:noFill/>
            <a:ln cap="flat" cmpd="sng" w="28575">
              <a:solidFill>
                <a:srgbClr val="000000"/>
              </a:solidFill>
              <a:prstDash val="solid"/>
              <a:round/>
              <a:headEnd len="med" w="med" type="none"/>
              <a:tailEnd len="med" w="med" type="none"/>
            </a:ln>
          </p:spPr>
        </p:cxnSp>
        <p:cxnSp>
          <p:nvCxnSpPr>
            <p:cNvPr id="1161" name="Google Shape;1161;p86"/>
            <p:cNvCxnSpPr/>
            <p:nvPr/>
          </p:nvCxnSpPr>
          <p:spPr>
            <a:xfrm rot="10800000">
              <a:off x="2622427" y="1034199"/>
              <a:ext cx="0" cy="103500"/>
            </a:xfrm>
            <a:prstGeom prst="straightConnector1">
              <a:avLst/>
            </a:prstGeom>
            <a:noFill/>
            <a:ln cap="flat" cmpd="sng" w="28575">
              <a:solidFill>
                <a:srgbClr val="000000"/>
              </a:solidFill>
              <a:prstDash val="solid"/>
              <a:round/>
              <a:headEnd len="med" w="med" type="none"/>
              <a:tailEnd len="med" w="med" type="none"/>
            </a:ln>
          </p:spPr>
        </p:cxnSp>
        <p:cxnSp>
          <p:nvCxnSpPr>
            <p:cNvPr id="1162" name="Google Shape;1162;p86"/>
            <p:cNvCxnSpPr/>
            <p:nvPr/>
          </p:nvCxnSpPr>
          <p:spPr>
            <a:xfrm>
              <a:off x="2566050" y="826708"/>
              <a:ext cx="149400" cy="0"/>
            </a:xfrm>
            <a:prstGeom prst="straightConnector1">
              <a:avLst/>
            </a:prstGeom>
            <a:noFill/>
            <a:ln cap="flat" cmpd="sng" w="28575">
              <a:solidFill>
                <a:srgbClr val="000000"/>
              </a:solidFill>
              <a:prstDash val="solid"/>
              <a:round/>
              <a:headEnd len="med" w="med" type="none"/>
              <a:tailEnd len="med" w="med" type="none"/>
            </a:ln>
          </p:spPr>
        </p:cxnSp>
        <p:cxnSp>
          <p:nvCxnSpPr>
            <p:cNvPr id="1163" name="Google Shape;1163;p86"/>
            <p:cNvCxnSpPr/>
            <p:nvPr/>
          </p:nvCxnSpPr>
          <p:spPr>
            <a:xfrm rot="10800000">
              <a:off x="2583938" y="813895"/>
              <a:ext cx="0" cy="3657000"/>
            </a:xfrm>
            <a:prstGeom prst="straightConnector1">
              <a:avLst/>
            </a:prstGeom>
            <a:noFill/>
            <a:ln cap="flat" cmpd="sng" w="28575">
              <a:solidFill>
                <a:srgbClr val="000000"/>
              </a:solidFill>
              <a:prstDash val="solid"/>
              <a:round/>
              <a:headEnd len="med" w="med" type="none"/>
              <a:tailEnd len="med" w="med" type="none"/>
            </a:ln>
          </p:spPr>
        </p:cxnSp>
        <p:cxnSp>
          <p:nvCxnSpPr>
            <p:cNvPr id="1164" name="Google Shape;1164;p86"/>
            <p:cNvCxnSpPr/>
            <p:nvPr/>
          </p:nvCxnSpPr>
          <p:spPr>
            <a:xfrm rot="10800000">
              <a:off x="2627731" y="4300641"/>
              <a:ext cx="0" cy="103500"/>
            </a:xfrm>
            <a:prstGeom prst="straightConnector1">
              <a:avLst/>
            </a:prstGeom>
            <a:noFill/>
            <a:ln cap="flat" cmpd="sng" w="9525">
              <a:solidFill>
                <a:srgbClr val="000000"/>
              </a:solidFill>
              <a:prstDash val="solid"/>
              <a:round/>
              <a:headEnd len="med" w="med" type="none"/>
              <a:tailEnd len="med" w="med" type="none"/>
            </a:ln>
          </p:spPr>
        </p:cxnSp>
        <p:cxnSp>
          <p:nvCxnSpPr>
            <p:cNvPr id="1165" name="Google Shape;1165;p86"/>
            <p:cNvCxnSpPr/>
            <p:nvPr/>
          </p:nvCxnSpPr>
          <p:spPr>
            <a:xfrm rot="10800000">
              <a:off x="2627731" y="4352489"/>
              <a:ext cx="0" cy="103500"/>
            </a:xfrm>
            <a:prstGeom prst="straightConnector1">
              <a:avLst/>
            </a:prstGeom>
            <a:noFill/>
            <a:ln cap="flat" cmpd="sng" w="9525">
              <a:solidFill>
                <a:srgbClr val="000000"/>
              </a:solidFill>
              <a:prstDash val="solid"/>
              <a:round/>
              <a:headEnd len="med" w="med" type="none"/>
              <a:tailEnd len="med" w="med" type="none"/>
            </a:ln>
          </p:spPr>
        </p:cxnSp>
        <p:cxnSp>
          <p:nvCxnSpPr>
            <p:cNvPr id="1166" name="Google Shape;1166;p86"/>
            <p:cNvCxnSpPr/>
            <p:nvPr/>
          </p:nvCxnSpPr>
          <p:spPr>
            <a:xfrm rot="10800000">
              <a:off x="2627731" y="4196944"/>
              <a:ext cx="0" cy="103500"/>
            </a:xfrm>
            <a:prstGeom prst="straightConnector1">
              <a:avLst/>
            </a:prstGeom>
            <a:noFill/>
            <a:ln cap="flat" cmpd="sng" w="9525">
              <a:solidFill>
                <a:srgbClr val="000000"/>
              </a:solidFill>
              <a:prstDash val="solid"/>
              <a:round/>
              <a:headEnd len="med" w="med" type="none"/>
              <a:tailEnd len="med" w="med" type="none"/>
            </a:ln>
          </p:spPr>
        </p:cxnSp>
        <p:cxnSp>
          <p:nvCxnSpPr>
            <p:cNvPr id="1167" name="Google Shape;1167;p86"/>
            <p:cNvCxnSpPr/>
            <p:nvPr/>
          </p:nvCxnSpPr>
          <p:spPr>
            <a:xfrm rot="10800000">
              <a:off x="2627731" y="4248792"/>
              <a:ext cx="0" cy="103500"/>
            </a:xfrm>
            <a:prstGeom prst="straightConnector1">
              <a:avLst/>
            </a:prstGeom>
            <a:noFill/>
            <a:ln cap="flat" cmpd="sng" w="9525">
              <a:solidFill>
                <a:srgbClr val="000000"/>
              </a:solidFill>
              <a:prstDash val="solid"/>
              <a:round/>
              <a:headEnd len="med" w="med" type="none"/>
              <a:tailEnd len="med" w="med" type="none"/>
            </a:ln>
          </p:spPr>
        </p:cxnSp>
        <p:cxnSp>
          <p:nvCxnSpPr>
            <p:cNvPr id="1168" name="Google Shape;1168;p86"/>
            <p:cNvCxnSpPr/>
            <p:nvPr/>
          </p:nvCxnSpPr>
          <p:spPr>
            <a:xfrm rot="10800000">
              <a:off x="2635706" y="4041391"/>
              <a:ext cx="0" cy="103500"/>
            </a:xfrm>
            <a:prstGeom prst="straightConnector1">
              <a:avLst/>
            </a:prstGeom>
            <a:noFill/>
            <a:ln cap="flat" cmpd="sng" w="9525">
              <a:solidFill>
                <a:srgbClr val="000000"/>
              </a:solidFill>
              <a:prstDash val="solid"/>
              <a:round/>
              <a:headEnd len="med" w="med" type="none"/>
              <a:tailEnd len="med" w="med" type="none"/>
            </a:ln>
          </p:spPr>
        </p:cxnSp>
        <p:cxnSp>
          <p:nvCxnSpPr>
            <p:cNvPr id="1169" name="Google Shape;1169;p86"/>
            <p:cNvCxnSpPr/>
            <p:nvPr/>
          </p:nvCxnSpPr>
          <p:spPr>
            <a:xfrm rot="10800000">
              <a:off x="2635706" y="4093239"/>
              <a:ext cx="0" cy="103500"/>
            </a:xfrm>
            <a:prstGeom prst="straightConnector1">
              <a:avLst/>
            </a:prstGeom>
            <a:noFill/>
            <a:ln cap="flat" cmpd="sng" w="9525">
              <a:solidFill>
                <a:srgbClr val="000000"/>
              </a:solidFill>
              <a:prstDash val="solid"/>
              <a:round/>
              <a:headEnd len="med" w="med" type="none"/>
              <a:tailEnd len="med" w="med" type="none"/>
            </a:ln>
          </p:spPr>
        </p:cxnSp>
        <p:cxnSp>
          <p:nvCxnSpPr>
            <p:cNvPr id="1170" name="Google Shape;1170;p86"/>
            <p:cNvCxnSpPr/>
            <p:nvPr/>
          </p:nvCxnSpPr>
          <p:spPr>
            <a:xfrm rot="10800000">
              <a:off x="2635706" y="3937694"/>
              <a:ext cx="0" cy="103500"/>
            </a:xfrm>
            <a:prstGeom prst="straightConnector1">
              <a:avLst/>
            </a:prstGeom>
            <a:noFill/>
            <a:ln cap="flat" cmpd="sng" w="9525">
              <a:solidFill>
                <a:srgbClr val="000000"/>
              </a:solidFill>
              <a:prstDash val="solid"/>
              <a:round/>
              <a:headEnd len="med" w="med" type="none"/>
              <a:tailEnd len="med" w="med" type="none"/>
            </a:ln>
          </p:spPr>
        </p:cxnSp>
        <p:cxnSp>
          <p:nvCxnSpPr>
            <p:cNvPr id="1171" name="Google Shape;1171;p86"/>
            <p:cNvCxnSpPr/>
            <p:nvPr/>
          </p:nvCxnSpPr>
          <p:spPr>
            <a:xfrm rot="10800000">
              <a:off x="2635706" y="3989542"/>
              <a:ext cx="0" cy="103500"/>
            </a:xfrm>
            <a:prstGeom prst="straightConnector1">
              <a:avLst/>
            </a:prstGeom>
            <a:noFill/>
            <a:ln cap="flat" cmpd="sng" w="9525">
              <a:solidFill>
                <a:srgbClr val="000000"/>
              </a:solidFill>
              <a:prstDash val="solid"/>
              <a:round/>
              <a:headEnd len="med" w="med" type="none"/>
              <a:tailEnd len="med" w="med" type="none"/>
            </a:ln>
          </p:spPr>
        </p:cxnSp>
        <p:cxnSp>
          <p:nvCxnSpPr>
            <p:cNvPr id="1172" name="Google Shape;1172;p86"/>
            <p:cNvCxnSpPr/>
            <p:nvPr/>
          </p:nvCxnSpPr>
          <p:spPr>
            <a:xfrm rot="10800000">
              <a:off x="2635706" y="3782153"/>
              <a:ext cx="0" cy="103500"/>
            </a:xfrm>
            <a:prstGeom prst="straightConnector1">
              <a:avLst/>
            </a:prstGeom>
            <a:noFill/>
            <a:ln cap="flat" cmpd="sng" w="9525">
              <a:solidFill>
                <a:srgbClr val="000000"/>
              </a:solidFill>
              <a:prstDash val="solid"/>
              <a:round/>
              <a:headEnd len="med" w="med" type="none"/>
              <a:tailEnd len="med" w="med" type="none"/>
            </a:ln>
          </p:spPr>
        </p:cxnSp>
        <p:cxnSp>
          <p:nvCxnSpPr>
            <p:cNvPr id="1173" name="Google Shape;1173;p86"/>
            <p:cNvCxnSpPr/>
            <p:nvPr/>
          </p:nvCxnSpPr>
          <p:spPr>
            <a:xfrm rot="10800000">
              <a:off x="2635706" y="3834002"/>
              <a:ext cx="0" cy="103500"/>
            </a:xfrm>
            <a:prstGeom prst="straightConnector1">
              <a:avLst/>
            </a:prstGeom>
            <a:noFill/>
            <a:ln cap="flat" cmpd="sng" w="9525">
              <a:solidFill>
                <a:srgbClr val="000000"/>
              </a:solidFill>
              <a:prstDash val="solid"/>
              <a:round/>
              <a:headEnd len="med" w="med" type="none"/>
              <a:tailEnd len="med" w="med" type="none"/>
            </a:ln>
          </p:spPr>
        </p:cxnSp>
        <p:cxnSp>
          <p:nvCxnSpPr>
            <p:cNvPr id="1174" name="Google Shape;1174;p86"/>
            <p:cNvCxnSpPr/>
            <p:nvPr/>
          </p:nvCxnSpPr>
          <p:spPr>
            <a:xfrm rot="10800000">
              <a:off x="2635706" y="3678457"/>
              <a:ext cx="0" cy="103500"/>
            </a:xfrm>
            <a:prstGeom prst="straightConnector1">
              <a:avLst/>
            </a:prstGeom>
            <a:noFill/>
            <a:ln cap="flat" cmpd="sng" w="9525">
              <a:solidFill>
                <a:srgbClr val="000000"/>
              </a:solidFill>
              <a:prstDash val="solid"/>
              <a:round/>
              <a:headEnd len="med" w="med" type="none"/>
              <a:tailEnd len="med" w="med" type="none"/>
            </a:ln>
          </p:spPr>
        </p:cxnSp>
        <p:cxnSp>
          <p:nvCxnSpPr>
            <p:cNvPr id="1175" name="Google Shape;1175;p86"/>
            <p:cNvCxnSpPr/>
            <p:nvPr/>
          </p:nvCxnSpPr>
          <p:spPr>
            <a:xfrm rot="10800000">
              <a:off x="2635706" y="3730305"/>
              <a:ext cx="0" cy="103500"/>
            </a:xfrm>
            <a:prstGeom prst="straightConnector1">
              <a:avLst/>
            </a:prstGeom>
            <a:noFill/>
            <a:ln cap="flat" cmpd="sng" w="9525">
              <a:solidFill>
                <a:srgbClr val="000000"/>
              </a:solidFill>
              <a:prstDash val="solid"/>
              <a:round/>
              <a:headEnd len="med" w="med" type="none"/>
              <a:tailEnd len="med" w="med" type="none"/>
            </a:ln>
          </p:spPr>
        </p:cxnSp>
        <p:cxnSp>
          <p:nvCxnSpPr>
            <p:cNvPr id="1176" name="Google Shape;1176;p86"/>
            <p:cNvCxnSpPr/>
            <p:nvPr/>
          </p:nvCxnSpPr>
          <p:spPr>
            <a:xfrm rot="10800000">
              <a:off x="2635706" y="3522916"/>
              <a:ext cx="0" cy="103500"/>
            </a:xfrm>
            <a:prstGeom prst="straightConnector1">
              <a:avLst/>
            </a:prstGeom>
            <a:noFill/>
            <a:ln cap="flat" cmpd="sng" w="9525">
              <a:solidFill>
                <a:srgbClr val="000000"/>
              </a:solidFill>
              <a:prstDash val="solid"/>
              <a:round/>
              <a:headEnd len="med" w="med" type="none"/>
              <a:tailEnd len="med" w="med" type="none"/>
            </a:ln>
          </p:spPr>
        </p:cxnSp>
        <p:cxnSp>
          <p:nvCxnSpPr>
            <p:cNvPr id="1177" name="Google Shape;1177;p86"/>
            <p:cNvCxnSpPr/>
            <p:nvPr/>
          </p:nvCxnSpPr>
          <p:spPr>
            <a:xfrm rot="10800000">
              <a:off x="2635706" y="3574764"/>
              <a:ext cx="0" cy="103500"/>
            </a:xfrm>
            <a:prstGeom prst="straightConnector1">
              <a:avLst/>
            </a:prstGeom>
            <a:noFill/>
            <a:ln cap="flat" cmpd="sng" w="9525">
              <a:solidFill>
                <a:srgbClr val="000000"/>
              </a:solidFill>
              <a:prstDash val="solid"/>
              <a:round/>
              <a:headEnd len="med" w="med" type="none"/>
              <a:tailEnd len="med" w="med" type="none"/>
            </a:ln>
          </p:spPr>
        </p:cxnSp>
        <p:cxnSp>
          <p:nvCxnSpPr>
            <p:cNvPr id="1178" name="Google Shape;1178;p86"/>
            <p:cNvCxnSpPr/>
            <p:nvPr/>
          </p:nvCxnSpPr>
          <p:spPr>
            <a:xfrm rot="10800000">
              <a:off x="2635706" y="3419219"/>
              <a:ext cx="0" cy="103500"/>
            </a:xfrm>
            <a:prstGeom prst="straightConnector1">
              <a:avLst/>
            </a:prstGeom>
            <a:noFill/>
            <a:ln cap="flat" cmpd="sng" w="9525">
              <a:solidFill>
                <a:srgbClr val="000000"/>
              </a:solidFill>
              <a:prstDash val="solid"/>
              <a:round/>
              <a:headEnd len="med" w="med" type="none"/>
              <a:tailEnd len="med" w="med" type="none"/>
            </a:ln>
          </p:spPr>
        </p:cxnSp>
        <p:cxnSp>
          <p:nvCxnSpPr>
            <p:cNvPr id="1179" name="Google Shape;1179;p86"/>
            <p:cNvCxnSpPr/>
            <p:nvPr/>
          </p:nvCxnSpPr>
          <p:spPr>
            <a:xfrm rot="10800000">
              <a:off x="2635706" y="3471067"/>
              <a:ext cx="0" cy="103500"/>
            </a:xfrm>
            <a:prstGeom prst="straightConnector1">
              <a:avLst/>
            </a:prstGeom>
            <a:noFill/>
            <a:ln cap="flat" cmpd="sng" w="9525">
              <a:solidFill>
                <a:srgbClr val="000000"/>
              </a:solidFill>
              <a:prstDash val="solid"/>
              <a:round/>
              <a:headEnd len="med" w="med" type="none"/>
              <a:tailEnd len="med" w="med" type="none"/>
            </a:ln>
          </p:spPr>
        </p:cxnSp>
        <p:cxnSp>
          <p:nvCxnSpPr>
            <p:cNvPr id="1180" name="Google Shape;1180;p86"/>
            <p:cNvCxnSpPr/>
            <p:nvPr/>
          </p:nvCxnSpPr>
          <p:spPr>
            <a:xfrm rot="10800000">
              <a:off x="2627731" y="3263666"/>
              <a:ext cx="0" cy="103500"/>
            </a:xfrm>
            <a:prstGeom prst="straightConnector1">
              <a:avLst/>
            </a:prstGeom>
            <a:noFill/>
            <a:ln cap="flat" cmpd="sng" w="9525">
              <a:solidFill>
                <a:srgbClr val="000000"/>
              </a:solidFill>
              <a:prstDash val="solid"/>
              <a:round/>
              <a:headEnd len="med" w="med" type="none"/>
              <a:tailEnd len="med" w="med" type="none"/>
            </a:ln>
          </p:spPr>
        </p:cxnSp>
        <p:cxnSp>
          <p:nvCxnSpPr>
            <p:cNvPr id="1181" name="Google Shape;1181;p86"/>
            <p:cNvCxnSpPr/>
            <p:nvPr/>
          </p:nvCxnSpPr>
          <p:spPr>
            <a:xfrm rot="10800000">
              <a:off x="2627731" y="3315514"/>
              <a:ext cx="0" cy="103500"/>
            </a:xfrm>
            <a:prstGeom prst="straightConnector1">
              <a:avLst/>
            </a:prstGeom>
            <a:noFill/>
            <a:ln cap="flat" cmpd="sng" w="9525">
              <a:solidFill>
                <a:srgbClr val="000000"/>
              </a:solidFill>
              <a:prstDash val="solid"/>
              <a:round/>
              <a:headEnd len="med" w="med" type="none"/>
              <a:tailEnd len="med" w="med" type="none"/>
            </a:ln>
          </p:spPr>
        </p:cxnSp>
        <p:cxnSp>
          <p:nvCxnSpPr>
            <p:cNvPr id="1182" name="Google Shape;1182;p86"/>
            <p:cNvCxnSpPr/>
            <p:nvPr/>
          </p:nvCxnSpPr>
          <p:spPr>
            <a:xfrm rot="10800000">
              <a:off x="2627731" y="3159969"/>
              <a:ext cx="0" cy="103500"/>
            </a:xfrm>
            <a:prstGeom prst="straightConnector1">
              <a:avLst/>
            </a:prstGeom>
            <a:noFill/>
            <a:ln cap="flat" cmpd="sng" w="9525">
              <a:solidFill>
                <a:srgbClr val="000000"/>
              </a:solidFill>
              <a:prstDash val="solid"/>
              <a:round/>
              <a:headEnd len="med" w="med" type="none"/>
              <a:tailEnd len="med" w="med" type="none"/>
            </a:ln>
          </p:spPr>
        </p:cxnSp>
        <p:cxnSp>
          <p:nvCxnSpPr>
            <p:cNvPr id="1183" name="Google Shape;1183;p86"/>
            <p:cNvCxnSpPr/>
            <p:nvPr/>
          </p:nvCxnSpPr>
          <p:spPr>
            <a:xfrm rot="10800000">
              <a:off x="2627731" y="3211817"/>
              <a:ext cx="0" cy="103500"/>
            </a:xfrm>
            <a:prstGeom prst="straightConnector1">
              <a:avLst/>
            </a:prstGeom>
            <a:noFill/>
            <a:ln cap="flat" cmpd="sng" w="9525">
              <a:solidFill>
                <a:srgbClr val="000000"/>
              </a:solidFill>
              <a:prstDash val="solid"/>
              <a:round/>
              <a:headEnd len="med" w="med" type="none"/>
              <a:tailEnd len="med" w="med" type="none"/>
            </a:ln>
          </p:spPr>
        </p:cxnSp>
        <p:cxnSp>
          <p:nvCxnSpPr>
            <p:cNvPr id="1184" name="Google Shape;1184;p86"/>
            <p:cNvCxnSpPr/>
            <p:nvPr/>
          </p:nvCxnSpPr>
          <p:spPr>
            <a:xfrm rot="10800000">
              <a:off x="2635706" y="3004428"/>
              <a:ext cx="0" cy="103500"/>
            </a:xfrm>
            <a:prstGeom prst="straightConnector1">
              <a:avLst/>
            </a:prstGeom>
            <a:noFill/>
            <a:ln cap="flat" cmpd="sng" w="9525">
              <a:solidFill>
                <a:srgbClr val="000000"/>
              </a:solidFill>
              <a:prstDash val="solid"/>
              <a:round/>
              <a:headEnd len="med" w="med" type="none"/>
              <a:tailEnd len="med" w="med" type="none"/>
            </a:ln>
          </p:spPr>
        </p:cxnSp>
        <p:cxnSp>
          <p:nvCxnSpPr>
            <p:cNvPr id="1185" name="Google Shape;1185;p86"/>
            <p:cNvCxnSpPr/>
            <p:nvPr/>
          </p:nvCxnSpPr>
          <p:spPr>
            <a:xfrm rot="10800000">
              <a:off x="2635706" y="3056277"/>
              <a:ext cx="0" cy="103500"/>
            </a:xfrm>
            <a:prstGeom prst="straightConnector1">
              <a:avLst/>
            </a:prstGeom>
            <a:noFill/>
            <a:ln cap="flat" cmpd="sng" w="9525">
              <a:solidFill>
                <a:srgbClr val="000000"/>
              </a:solidFill>
              <a:prstDash val="solid"/>
              <a:round/>
              <a:headEnd len="med" w="med" type="none"/>
              <a:tailEnd len="med" w="med" type="none"/>
            </a:ln>
          </p:spPr>
        </p:cxnSp>
        <p:cxnSp>
          <p:nvCxnSpPr>
            <p:cNvPr id="1186" name="Google Shape;1186;p86"/>
            <p:cNvCxnSpPr/>
            <p:nvPr/>
          </p:nvCxnSpPr>
          <p:spPr>
            <a:xfrm rot="10800000">
              <a:off x="2635706" y="2900732"/>
              <a:ext cx="0" cy="103500"/>
            </a:xfrm>
            <a:prstGeom prst="straightConnector1">
              <a:avLst/>
            </a:prstGeom>
            <a:noFill/>
            <a:ln cap="flat" cmpd="sng" w="9525">
              <a:solidFill>
                <a:srgbClr val="000000"/>
              </a:solidFill>
              <a:prstDash val="solid"/>
              <a:round/>
              <a:headEnd len="med" w="med" type="none"/>
              <a:tailEnd len="med" w="med" type="none"/>
            </a:ln>
          </p:spPr>
        </p:cxnSp>
        <p:cxnSp>
          <p:nvCxnSpPr>
            <p:cNvPr id="1187" name="Google Shape;1187;p86"/>
            <p:cNvCxnSpPr/>
            <p:nvPr/>
          </p:nvCxnSpPr>
          <p:spPr>
            <a:xfrm rot="10800000">
              <a:off x="2635706" y="2952580"/>
              <a:ext cx="0" cy="103500"/>
            </a:xfrm>
            <a:prstGeom prst="straightConnector1">
              <a:avLst/>
            </a:prstGeom>
            <a:noFill/>
            <a:ln cap="flat" cmpd="sng" w="9525">
              <a:solidFill>
                <a:srgbClr val="000000"/>
              </a:solidFill>
              <a:prstDash val="solid"/>
              <a:round/>
              <a:headEnd len="med" w="med" type="none"/>
              <a:tailEnd len="med" w="med" type="none"/>
            </a:ln>
          </p:spPr>
        </p:cxnSp>
        <p:cxnSp>
          <p:nvCxnSpPr>
            <p:cNvPr id="1188" name="Google Shape;1188;p86"/>
            <p:cNvCxnSpPr/>
            <p:nvPr/>
          </p:nvCxnSpPr>
          <p:spPr>
            <a:xfrm rot="10800000">
              <a:off x="2621031" y="2485941"/>
              <a:ext cx="0" cy="103500"/>
            </a:xfrm>
            <a:prstGeom prst="straightConnector1">
              <a:avLst/>
            </a:prstGeom>
            <a:noFill/>
            <a:ln cap="flat" cmpd="sng" w="9525">
              <a:solidFill>
                <a:srgbClr val="000000"/>
              </a:solidFill>
              <a:prstDash val="solid"/>
              <a:round/>
              <a:headEnd len="med" w="med" type="none"/>
              <a:tailEnd len="med" w="med" type="none"/>
            </a:ln>
          </p:spPr>
        </p:cxnSp>
        <p:cxnSp>
          <p:nvCxnSpPr>
            <p:cNvPr id="1189" name="Google Shape;1189;p86"/>
            <p:cNvCxnSpPr/>
            <p:nvPr/>
          </p:nvCxnSpPr>
          <p:spPr>
            <a:xfrm rot="10800000">
              <a:off x="2621031" y="2537789"/>
              <a:ext cx="0" cy="103500"/>
            </a:xfrm>
            <a:prstGeom prst="straightConnector1">
              <a:avLst/>
            </a:prstGeom>
            <a:noFill/>
            <a:ln cap="flat" cmpd="sng" w="9525">
              <a:solidFill>
                <a:srgbClr val="000000"/>
              </a:solidFill>
              <a:prstDash val="solid"/>
              <a:round/>
              <a:headEnd len="med" w="med" type="none"/>
              <a:tailEnd len="med" w="med" type="none"/>
            </a:ln>
          </p:spPr>
        </p:cxnSp>
        <p:cxnSp>
          <p:nvCxnSpPr>
            <p:cNvPr id="1190" name="Google Shape;1190;p86"/>
            <p:cNvCxnSpPr/>
            <p:nvPr/>
          </p:nvCxnSpPr>
          <p:spPr>
            <a:xfrm rot="10800000">
              <a:off x="2621031" y="2382244"/>
              <a:ext cx="0" cy="103500"/>
            </a:xfrm>
            <a:prstGeom prst="straightConnector1">
              <a:avLst/>
            </a:prstGeom>
            <a:noFill/>
            <a:ln cap="flat" cmpd="sng" w="9525">
              <a:solidFill>
                <a:srgbClr val="000000"/>
              </a:solidFill>
              <a:prstDash val="solid"/>
              <a:round/>
              <a:headEnd len="med" w="med" type="none"/>
              <a:tailEnd len="med" w="med" type="none"/>
            </a:ln>
          </p:spPr>
        </p:cxnSp>
        <p:cxnSp>
          <p:nvCxnSpPr>
            <p:cNvPr id="1191" name="Google Shape;1191;p86"/>
            <p:cNvCxnSpPr/>
            <p:nvPr/>
          </p:nvCxnSpPr>
          <p:spPr>
            <a:xfrm rot="10800000">
              <a:off x="2621031" y="2434092"/>
              <a:ext cx="0" cy="103500"/>
            </a:xfrm>
            <a:prstGeom prst="straightConnector1">
              <a:avLst/>
            </a:prstGeom>
            <a:noFill/>
            <a:ln cap="flat" cmpd="sng" w="9525">
              <a:solidFill>
                <a:srgbClr val="000000"/>
              </a:solidFill>
              <a:prstDash val="solid"/>
              <a:round/>
              <a:headEnd len="med" w="med" type="none"/>
              <a:tailEnd len="med" w="med" type="none"/>
            </a:ln>
          </p:spPr>
        </p:cxnSp>
        <p:cxnSp>
          <p:nvCxnSpPr>
            <p:cNvPr id="1192" name="Google Shape;1192;p86"/>
            <p:cNvCxnSpPr/>
            <p:nvPr/>
          </p:nvCxnSpPr>
          <p:spPr>
            <a:xfrm rot="10800000">
              <a:off x="2627731" y="2745191"/>
              <a:ext cx="0" cy="103500"/>
            </a:xfrm>
            <a:prstGeom prst="straightConnector1">
              <a:avLst/>
            </a:prstGeom>
            <a:noFill/>
            <a:ln cap="flat" cmpd="sng" w="9525">
              <a:solidFill>
                <a:srgbClr val="000000"/>
              </a:solidFill>
              <a:prstDash val="solid"/>
              <a:round/>
              <a:headEnd len="med" w="med" type="none"/>
              <a:tailEnd len="med" w="med" type="none"/>
            </a:ln>
          </p:spPr>
        </p:cxnSp>
        <p:cxnSp>
          <p:nvCxnSpPr>
            <p:cNvPr id="1193" name="Google Shape;1193;p86"/>
            <p:cNvCxnSpPr/>
            <p:nvPr/>
          </p:nvCxnSpPr>
          <p:spPr>
            <a:xfrm rot="10800000">
              <a:off x="2627731" y="2797039"/>
              <a:ext cx="0" cy="103500"/>
            </a:xfrm>
            <a:prstGeom prst="straightConnector1">
              <a:avLst/>
            </a:prstGeom>
            <a:noFill/>
            <a:ln cap="flat" cmpd="sng" w="9525">
              <a:solidFill>
                <a:srgbClr val="000000"/>
              </a:solidFill>
              <a:prstDash val="solid"/>
              <a:round/>
              <a:headEnd len="med" w="med" type="none"/>
              <a:tailEnd len="med" w="med" type="none"/>
            </a:ln>
          </p:spPr>
        </p:cxnSp>
        <p:cxnSp>
          <p:nvCxnSpPr>
            <p:cNvPr id="1194" name="Google Shape;1194;p86"/>
            <p:cNvCxnSpPr/>
            <p:nvPr/>
          </p:nvCxnSpPr>
          <p:spPr>
            <a:xfrm rot="10800000">
              <a:off x="2627731" y="2641494"/>
              <a:ext cx="0" cy="103500"/>
            </a:xfrm>
            <a:prstGeom prst="straightConnector1">
              <a:avLst/>
            </a:prstGeom>
            <a:noFill/>
            <a:ln cap="flat" cmpd="sng" w="9525">
              <a:solidFill>
                <a:srgbClr val="000000"/>
              </a:solidFill>
              <a:prstDash val="solid"/>
              <a:round/>
              <a:headEnd len="med" w="med" type="none"/>
              <a:tailEnd len="med" w="med" type="none"/>
            </a:ln>
          </p:spPr>
        </p:cxnSp>
        <p:cxnSp>
          <p:nvCxnSpPr>
            <p:cNvPr id="1195" name="Google Shape;1195;p86"/>
            <p:cNvCxnSpPr/>
            <p:nvPr/>
          </p:nvCxnSpPr>
          <p:spPr>
            <a:xfrm rot="10800000">
              <a:off x="2627731" y="2693342"/>
              <a:ext cx="0" cy="103500"/>
            </a:xfrm>
            <a:prstGeom prst="straightConnector1">
              <a:avLst/>
            </a:prstGeom>
            <a:noFill/>
            <a:ln cap="flat" cmpd="sng" w="9525">
              <a:solidFill>
                <a:srgbClr val="000000"/>
              </a:solidFill>
              <a:prstDash val="solid"/>
              <a:round/>
              <a:headEnd len="med" w="med" type="none"/>
              <a:tailEnd len="med" w="med" type="none"/>
            </a:ln>
          </p:spPr>
        </p:cxnSp>
        <p:cxnSp>
          <p:nvCxnSpPr>
            <p:cNvPr id="1196" name="Google Shape;1196;p86"/>
            <p:cNvCxnSpPr/>
            <p:nvPr/>
          </p:nvCxnSpPr>
          <p:spPr>
            <a:xfrm rot="10800000">
              <a:off x="2627731" y="2226703"/>
              <a:ext cx="0" cy="103500"/>
            </a:xfrm>
            <a:prstGeom prst="straightConnector1">
              <a:avLst/>
            </a:prstGeom>
            <a:noFill/>
            <a:ln cap="flat" cmpd="sng" w="9525">
              <a:solidFill>
                <a:srgbClr val="000000"/>
              </a:solidFill>
              <a:prstDash val="solid"/>
              <a:round/>
              <a:headEnd len="med" w="med" type="none"/>
              <a:tailEnd len="med" w="med" type="none"/>
            </a:ln>
          </p:spPr>
        </p:cxnSp>
        <p:cxnSp>
          <p:nvCxnSpPr>
            <p:cNvPr id="1197" name="Google Shape;1197;p86"/>
            <p:cNvCxnSpPr/>
            <p:nvPr/>
          </p:nvCxnSpPr>
          <p:spPr>
            <a:xfrm rot="10800000">
              <a:off x="2627731" y="2278552"/>
              <a:ext cx="0" cy="103500"/>
            </a:xfrm>
            <a:prstGeom prst="straightConnector1">
              <a:avLst/>
            </a:prstGeom>
            <a:noFill/>
            <a:ln cap="flat" cmpd="sng" w="9525">
              <a:solidFill>
                <a:srgbClr val="000000"/>
              </a:solidFill>
              <a:prstDash val="solid"/>
              <a:round/>
              <a:headEnd len="med" w="med" type="none"/>
              <a:tailEnd len="med" w="med" type="none"/>
            </a:ln>
          </p:spPr>
        </p:cxnSp>
        <p:cxnSp>
          <p:nvCxnSpPr>
            <p:cNvPr id="1198" name="Google Shape;1198;p86"/>
            <p:cNvCxnSpPr/>
            <p:nvPr/>
          </p:nvCxnSpPr>
          <p:spPr>
            <a:xfrm rot="10800000">
              <a:off x="2627731" y="2123007"/>
              <a:ext cx="0" cy="103500"/>
            </a:xfrm>
            <a:prstGeom prst="straightConnector1">
              <a:avLst/>
            </a:prstGeom>
            <a:noFill/>
            <a:ln cap="flat" cmpd="sng" w="9525">
              <a:solidFill>
                <a:srgbClr val="000000"/>
              </a:solidFill>
              <a:prstDash val="solid"/>
              <a:round/>
              <a:headEnd len="med" w="med" type="none"/>
              <a:tailEnd len="med" w="med" type="none"/>
            </a:ln>
          </p:spPr>
        </p:cxnSp>
        <p:cxnSp>
          <p:nvCxnSpPr>
            <p:cNvPr id="1199" name="Google Shape;1199;p86"/>
            <p:cNvCxnSpPr/>
            <p:nvPr/>
          </p:nvCxnSpPr>
          <p:spPr>
            <a:xfrm rot="10800000">
              <a:off x="2627731" y="2174855"/>
              <a:ext cx="0" cy="103500"/>
            </a:xfrm>
            <a:prstGeom prst="straightConnector1">
              <a:avLst/>
            </a:prstGeom>
            <a:noFill/>
            <a:ln cap="flat" cmpd="sng" w="9525">
              <a:solidFill>
                <a:srgbClr val="000000"/>
              </a:solidFill>
              <a:prstDash val="solid"/>
              <a:round/>
              <a:headEnd len="med" w="med" type="none"/>
              <a:tailEnd len="med" w="med" type="none"/>
            </a:ln>
          </p:spPr>
        </p:cxnSp>
        <p:cxnSp>
          <p:nvCxnSpPr>
            <p:cNvPr id="1200" name="Google Shape;1200;p86"/>
            <p:cNvCxnSpPr/>
            <p:nvPr/>
          </p:nvCxnSpPr>
          <p:spPr>
            <a:xfrm rot="10800000">
              <a:off x="2635706" y="1967466"/>
              <a:ext cx="0" cy="103500"/>
            </a:xfrm>
            <a:prstGeom prst="straightConnector1">
              <a:avLst/>
            </a:prstGeom>
            <a:noFill/>
            <a:ln cap="flat" cmpd="sng" w="9525">
              <a:solidFill>
                <a:srgbClr val="000000"/>
              </a:solidFill>
              <a:prstDash val="solid"/>
              <a:round/>
              <a:headEnd len="med" w="med" type="none"/>
              <a:tailEnd len="med" w="med" type="none"/>
            </a:ln>
          </p:spPr>
        </p:cxnSp>
        <p:cxnSp>
          <p:nvCxnSpPr>
            <p:cNvPr id="1201" name="Google Shape;1201;p86"/>
            <p:cNvCxnSpPr/>
            <p:nvPr/>
          </p:nvCxnSpPr>
          <p:spPr>
            <a:xfrm rot="10800000">
              <a:off x="2635706" y="2019314"/>
              <a:ext cx="0" cy="103500"/>
            </a:xfrm>
            <a:prstGeom prst="straightConnector1">
              <a:avLst/>
            </a:prstGeom>
            <a:noFill/>
            <a:ln cap="flat" cmpd="sng" w="9525">
              <a:solidFill>
                <a:srgbClr val="000000"/>
              </a:solidFill>
              <a:prstDash val="solid"/>
              <a:round/>
              <a:headEnd len="med" w="med" type="none"/>
              <a:tailEnd len="med" w="med" type="none"/>
            </a:ln>
          </p:spPr>
        </p:cxnSp>
        <p:cxnSp>
          <p:nvCxnSpPr>
            <p:cNvPr id="1202" name="Google Shape;1202;p86"/>
            <p:cNvCxnSpPr/>
            <p:nvPr/>
          </p:nvCxnSpPr>
          <p:spPr>
            <a:xfrm rot="10800000">
              <a:off x="2635706" y="1863769"/>
              <a:ext cx="0" cy="103500"/>
            </a:xfrm>
            <a:prstGeom prst="straightConnector1">
              <a:avLst/>
            </a:prstGeom>
            <a:noFill/>
            <a:ln cap="flat" cmpd="sng" w="9525">
              <a:solidFill>
                <a:srgbClr val="000000"/>
              </a:solidFill>
              <a:prstDash val="solid"/>
              <a:round/>
              <a:headEnd len="med" w="med" type="none"/>
              <a:tailEnd len="med" w="med" type="none"/>
            </a:ln>
          </p:spPr>
        </p:cxnSp>
        <p:cxnSp>
          <p:nvCxnSpPr>
            <p:cNvPr id="1203" name="Google Shape;1203;p86"/>
            <p:cNvCxnSpPr/>
            <p:nvPr/>
          </p:nvCxnSpPr>
          <p:spPr>
            <a:xfrm rot="10800000">
              <a:off x="2635706" y="1915617"/>
              <a:ext cx="0" cy="103500"/>
            </a:xfrm>
            <a:prstGeom prst="straightConnector1">
              <a:avLst/>
            </a:prstGeom>
            <a:noFill/>
            <a:ln cap="flat" cmpd="sng" w="9525">
              <a:solidFill>
                <a:srgbClr val="000000"/>
              </a:solidFill>
              <a:prstDash val="solid"/>
              <a:round/>
              <a:headEnd len="med" w="med" type="none"/>
              <a:tailEnd len="med" w="med" type="none"/>
            </a:ln>
          </p:spPr>
        </p:cxnSp>
        <p:cxnSp>
          <p:nvCxnSpPr>
            <p:cNvPr id="1204" name="Google Shape;1204;p86"/>
            <p:cNvCxnSpPr/>
            <p:nvPr/>
          </p:nvCxnSpPr>
          <p:spPr>
            <a:xfrm rot="10800000">
              <a:off x="2635706" y="1708216"/>
              <a:ext cx="0" cy="103500"/>
            </a:xfrm>
            <a:prstGeom prst="straightConnector1">
              <a:avLst/>
            </a:prstGeom>
            <a:noFill/>
            <a:ln cap="flat" cmpd="sng" w="9525">
              <a:solidFill>
                <a:srgbClr val="000000"/>
              </a:solidFill>
              <a:prstDash val="solid"/>
              <a:round/>
              <a:headEnd len="med" w="med" type="none"/>
              <a:tailEnd len="med" w="med" type="none"/>
            </a:ln>
          </p:spPr>
        </p:cxnSp>
        <p:cxnSp>
          <p:nvCxnSpPr>
            <p:cNvPr id="1205" name="Google Shape;1205;p86"/>
            <p:cNvCxnSpPr/>
            <p:nvPr/>
          </p:nvCxnSpPr>
          <p:spPr>
            <a:xfrm rot="10800000">
              <a:off x="2635706" y="1760064"/>
              <a:ext cx="0" cy="103500"/>
            </a:xfrm>
            <a:prstGeom prst="straightConnector1">
              <a:avLst/>
            </a:prstGeom>
            <a:noFill/>
            <a:ln cap="flat" cmpd="sng" w="9525">
              <a:solidFill>
                <a:srgbClr val="000000"/>
              </a:solidFill>
              <a:prstDash val="solid"/>
              <a:round/>
              <a:headEnd len="med" w="med" type="none"/>
              <a:tailEnd len="med" w="med" type="none"/>
            </a:ln>
          </p:spPr>
        </p:cxnSp>
        <p:cxnSp>
          <p:nvCxnSpPr>
            <p:cNvPr id="1206" name="Google Shape;1206;p86"/>
            <p:cNvCxnSpPr/>
            <p:nvPr/>
          </p:nvCxnSpPr>
          <p:spPr>
            <a:xfrm rot="10800000">
              <a:off x="2635706" y="1604519"/>
              <a:ext cx="0" cy="103500"/>
            </a:xfrm>
            <a:prstGeom prst="straightConnector1">
              <a:avLst/>
            </a:prstGeom>
            <a:noFill/>
            <a:ln cap="flat" cmpd="sng" w="9525">
              <a:solidFill>
                <a:srgbClr val="000000"/>
              </a:solidFill>
              <a:prstDash val="solid"/>
              <a:round/>
              <a:headEnd len="med" w="med" type="none"/>
              <a:tailEnd len="med" w="med" type="none"/>
            </a:ln>
          </p:spPr>
        </p:cxnSp>
        <p:cxnSp>
          <p:nvCxnSpPr>
            <p:cNvPr id="1207" name="Google Shape;1207;p86"/>
            <p:cNvCxnSpPr/>
            <p:nvPr/>
          </p:nvCxnSpPr>
          <p:spPr>
            <a:xfrm rot="10800000">
              <a:off x="2635706" y="1656367"/>
              <a:ext cx="0" cy="103500"/>
            </a:xfrm>
            <a:prstGeom prst="straightConnector1">
              <a:avLst/>
            </a:prstGeom>
            <a:noFill/>
            <a:ln cap="flat" cmpd="sng" w="9525">
              <a:solidFill>
                <a:srgbClr val="000000"/>
              </a:solidFill>
              <a:prstDash val="solid"/>
              <a:round/>
              <a:headEnd len="med" w="med" type="none"/>
              <a:tailEnd len="med" w="med" type="none"/>
            </a:ln>
          </p:spPr>
        </p:cxnSp>
        <p:cxnSp>
          <p:nvCxnSpPr>
            <p:cNvPr id="1208" name="Google Shape;1208;p86"/>
            <p:cNvCxnSpPr/>
            <p:nvPr/>
          </p:nvCxnSpPr>
          <p:spPr>
            <a:xfrm rot="10800000">
              <a:off x="2635706" y="1448978"/>
              <a:ext cx="0" cy="103500"/>
            </a:xfrm>
            <a:prstGeom prst="straightConnector1">
              <a:avLst/>
            </a:prstGeom>
            <a:noFill/>
            <a:ln cap="flat" cmpd="sng" w="9525">
              <a:solidFill>
                <a:srgbClr val="000000"/>
              </a:solidFill>
              <a:prstDash val="solid"/>
              <a:round/>
              <a:headEnd len="med" w="med" type="none"/>
              <a:tailEnd len="med" w="med" type="none"/>
            </a:ln>
          </p:spPr>
        </p:cxnSp>
        <p:cxnSp>
          <p:nvCxnSpPr>
            <p:cNvPr id="1209" name="Google Shape;1209;p86"/>
            <p:cNvCxnSpPr/>
            <p:nvPr/>
          </p:nvCxnSpPr>
          <p:spPr>
            <a:xfrm rot="10800000">
              <a:off x="2635706" y="1500827"/>
              <a:ext cx="0" cy="103500"/>
            </a:xfrm>
            <a:prstGeom prst="straightConnector1">
              <a:avLst/>
            </a:prstGeom>
            <a:noFill/>
            <a:ln cap="flat" cmpd="sng" w="9525">
              <a:solidFill>
                <a:srgbClr val="000000"/>
              </a:solidFill>
              <a:prstDash val="solid"/>
              <a:round/>
              <a:headEnd len="med" w="med" type="none"/>
              <a:tailEnd len="med" w="med" type="none"/>
            </a:ln>
          </p:spPr>
        </p:cxnSp>
        <p:cxnSp>
          <p:nvCxnSpPr>
            <p:cNvPr id="1210" name="Google Shape;1210;p86"/>
            <p:cNvCxnSpPr/>
            <p:nvPr/>
          </p:nvCxnSpPr>
          <p:spPr>
            <a:xfrm rot="10800000">
              <a:off x="2635706" y="1345282"/>
              <a:ext cx="0" cy="103500"/>
            </a:xfrm>
            <a:prstGeom prst="straightConnector1">
              <a:avLst/>
            </a:prstGeom>
            <a:noFill/>
            <a:ln cap="flat" cmpd="sng" w="9525">
              <a:solidFill>
                <a:srgbClr val="000000"/>
              </a:solidFill>
              <a:prstDash val="solid"/>
              <a:round/>
              <a:headEnd len="med" w="med" type="none"/>
              <a:tailEnd len="med" w="med" type="none"/>
            </a:ln>
          </p:spPr>
        </p:cxnSp>
        <p:cxnSp>
          <p:nvCxnSpPr>
            <p:cNvPr id="1211" name="Google Shape;1211;p86"/>
            <p:cNvCxnSpPr/>
            <p:nvPr/>
          </p:nvCxnSpPr>
          <p:spPr>
            <a:xfrm rot="10800000">
              <a:off x="2635706" y="1397130"/>
              <a:ext cx="0" cy="103500"/>
            </a:xfrm>
            <a:prstGeom prst="straightConnector1">
              <a:avLst/>
            </a:prstGeom>
            <a:noFill/>
            <a:ln cap="flat" cmpd="sng" w="9525">
              <a:solidFill>
                <a:srgbClr val="000000"/>
              </a:solidFill>
              <a:prstDash val="solid"/>
              <a:round/>
              <a:headEnd len="med" w="med" type="none"/>
              <a:tailEnd len="med" w="med" type="none"/>
            </a:ln>
          </p:spPr>
        </p:cxnSp>
        <p:cxnSp>
          <p:nvCxnSpPr>
            <p:cNvPr id="1212" name="Google Shape;1212;p86"/>
            <p:cNvCxnSpPr/>
            <p:nvPr/>
          </p:nvCxnSpPr>
          <p:spPr>
            <a:xfrm rot="10800000">
              <a:off x="2627731" y="1189753"/>
              <a:ext cx="0" cy="103500"/>
            </a:xfrm>
            <a:prstGeom prst="straightConnector1">
              <a:avLst/>
            </a:prstGeom>
            <a:noFill/>
            <a:ln cap="flat" cmpd="sng" w="9525">
              <a:solidFill>
                <a:srgbClr val="000000"/>
              </a:solidFill>
              <a:prstDash val="solid"/>
              <a:round/>
              <a:headEnd len="med" w="med" type="none"/>
              <a:tailEnd len="med" w="med" type="none"/>
            </a:ln>
          </p:spPr>
        </p:cxnSp>
        <p:cxnSp>
          <p:nvCxnSpPr>
            <p:cNvPr id="1213" name="Google Shape;1213;p86"/>
            <p:cNvCxnSpPr/>
            <p:nvPr/>
          </p:nvCxnSpPr>
          <p:spPr>
            <a:xfrm rot="10800000">
              <a:off x="2627731" y="1241602"/>
              <a:ext cx="0" cy="103500"/>
            </a:xfrm>
            <a:prstGeom prst="straightConnector1">
              <a:avLst/>
            </a:prstGeom>
            <a:noFill/>
            <a:ln cap="flat" cmpd="sng" w="9525">
              <a:solidFill>
                <a:srgbClr val="000000"/>
              </a:solidFill>
              <a:prstDash val="solid"/>
              <a:round/>
              <a:headEnd len="med" w="med" type="none"/>
              <a:tailEnd len="med" w="med" type="none"/>
            </a:ln>
          </p:spPr>
        </p:cxnSp>
        <p:cxnSp>
          <p:nvCxnSpPr>
            <p:cNvPr id="1214" name="Google Shape;1214;p86"/>
            <p:cNvCxnSpPr/>
            <p:nvPr/>
          </p:nvCxnSpPr>
          <p:spPr>
            <a:xfrm rot="10800000">
              <a:off x="2627731" y="1086057"/>
              <a:ext cx="0" cy="103500"/>
            </a:xfrm>
            <a:prstGeom prst="straightConnector1">
              <a:avLst/>
            </a:prstGeom>
            <a:noFill/>
            <a:ln cap="flat" cmpd="sng" w="9525">
              <a:solidFill>
                <a:srgbClr val="000000"/>
              </a:solidFill>
              <a:prstDash val="solid"/>
              <a:round/>
              <a:headEnd len="med" w="med" type="none"/>
              <a:tailEnd len="med" w="med" type="none"/>
            </a:ln>
          </p:spPr>
        </p:cxnSp>
        <p:cxnSp>
          <p:nvCxnSpPr>
            <p:cNvPr id="1215" name="Google Shape;1215;p86"/>
            <p:cNvCxnSpPr/>
            <p:nvPr/>
          </p:nvCxnSpPr>
          <p:spPr>
            <a:xfrm rot="10800000">
              <a:off x="2627731" y="1137905"/>
              <a:ext cx="0" cy="103500"/>
            </a:xfrm>
            <a:prstGeom prst="straightConnector1">
              <a:avLst/>
            </a:prstGeom>
            <a:noFill/>
            <a:ln cap="flat" cmpd="sng" w="9525">
              <a:solidFill>
                <a:srgbClr val="000000"/>
              </a:solidFill>
              <a:prstDash val="solid"/>
              <a:round/>
              <a:headEnd len="med" w="med" type="none"/>
              <a:tailEnd len="med" w="med" type="none"/>
            </a:ln>
          </p:spPr>
        </p:cxnSp>
        <p:cxnSp>
          <p:nvCxnSpPr>
            <p:cNvPr id="1216" name="Google Shape;1216;p86"/>
            <p:cNvCxnSpPr/>
            <p:nvPr/>
          </p:nvCxnSpPr>
          <p:spPr>
            <a:xfrm rot="10800000">
              <a:off x="2635706" y="930503"/>
              <a:ext cx="0" cy="103500"/>
            </a:xfrm>
            <a:prstGeom prst="straightConnector1">
              <a:avLst/>
            </a:prstGeom>
            <a:noFill/>
            <a:ln cap="flat" cmpd="sng" w="9525">
              <a:solidFill>
                <a:srgbClr val="000000"/>
              </a:solidFill>
              <a:prstDash val="solid"/>
              <a:round/>
              <a:headEnd len="med" w="med" type="none"/>
              <a:tailEnd len="med" w="med" type="none"/>
            </a:ln>
          </p:spPr>
        </p:cxnSp>
        <p:cxnSp>
          <p:nvCxnSpPr>
            <p:cNvPr id="1217" name="Google Shape;1217;p86"/>
            <p:cNvCxnSpPr/>
            <p:nvPr/>
          </p:nvCxnSpPr>
          <p:spPr>
            <a:xfrm rot="10800000">
              <a:off x="2635706" y="982352"/>
              <a:ext cx="0" cy="103500"/>
            </a:xfrm>
            <a:prstGeom prst="straightConnector1">
              <a:avLst/>
            </a:prstGeom>
            <a:noFill/>
            <a:ln cap="flat" cmpd="sng" w="9525">
              <a:solidFill>
                <a:srgbClr val="000000"/>
              </a:solidFill>
              <a:prstDash val="solid"/>
              <a:round/>
              <a:headEnd len="med" w="med" type="none"/>
              <a:tailEnd len="med" w="med" type="none"/>
            </a:ln>
          </p:spPr>
        </p:cxnSp>
        <p:cxnSp>
          <p:nvCxnSpPr>
            <p:cNvPr id="1218" name="Google Shape;1218;p86"/>
            <p:cNvCxnSpPr/>
            <p:nvPr/>
          </p:nvCxnSpPr>
          <p:spPr>
            <a:xfrm rot="10800000">
              <a:off x="2635706" y="826807"/>
              <a:ext cx="0" cy="103500"/>
            </a:xfrm>
            <a:prstGeom prst="straightConnector1">
              <a:avLst/>
            </a:prstGeom>
            <a:noFill/>
            <a:ln cap="flat" cmpd="sng" w="9525">
              <a:solidFill>
                <a:srgbClr val="000000"/>
              </a:solidFill>
              <a:prstDash val="solid"/>
              <a:round/>
              <a:headEnd len="med" w="med" type="none"/>
              <a:tailEnd len="med" w="med" type="none"/>
            </a:ln>
          </p:spPr>
        </p:cxnSp>
        <p:cxnSp>
          <p:nvCxnSpPr>
            <p:cNvPr id="1219" name="Google Shape;1219;p86"/>
            <p:cNvCxnSpPr/>
            <p:nvPr/>
          </p:nvCxnSpPr>
          <p:spPr>
            <a:xfrm rot="10800000">
              <a:off x="2635706" y="878655"/>
              <a:ext cx="0" cy="103500"/>
            </a:xfrm>
            <a:prstGeom prst="straightConnector1">
              <a:avLst/>
            </a:prstGeom>
            <a:noFill/>
            <a:ln cap="flat" cmpd="sng" w="9525">
              <a:solidFill>
                <a:srgbClr val="000000"/>
              </a:solidFill>
              <a:prstDash val="solid"/>
              <a:round/>
              <a:headEnd len="med" w="med" type="none"/>
              <a:tailEnd len="med" w="med" type="none"/>
            </a:ln>
          </p:spPr>
        </p:cxnSp>
      </p:grpSp>
      <p:sp>
        <p:nvSpPr>
          <p:cNvPr id="1220" name="Google Shape;1220;p86"/>
          <p:cNvSpPr/>
          <p:nvPr/>
        </p:nvSpPr>
        <p:spPr>
          <a:xfrm>
            <a:off x="764486" y="1348548"/>
            <a:ext cx="78000" cy="2719800"/>
          </a:xfrm>
          <a:prstGeom prst="flowChartAlternateProcess">
            <a:avLst/>
          </a:prstGeom>
          <a:solidFill>
            <a:srgbClr val="FFFF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21" name="Google Shape;1221;p86"/>
          <p:cNvSpPr/>
          <p:nvPr/>
        </p:nvSpPr>
        <p:spPr>
          <a:xfrm>
            <a:off x="774210" y="2850443"/>
            <a:ext cx="53400" cy="1231800"/>
          </a:xfrm>
          <a:prstGeom prst="rect">
            <a:avLst/>
          </a:prstGeom>
          <a:solidFill>
            <a:srgbClr val="FF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22" name="Google Shape;1222;p86"/>
          <p:cNvSpPr/>
          <p:nvPr/>
        </p:nvSpPr>
        <p:spPr>
          <a:xfrm>
            <a:off x="1742125" y="3714300"/>
            <a:ext cx="1242600" cy="860700"/>
          </a:xfrm>
          <a:prstGeom prst="roundRect">
            <a:avLst>
              <a:gd fmla="val 16667" name="adj"/>
            </a:avLst>
          </a:prstGeom>
          <a:solidFill>
            <a:srgbClr val="845AD9">
              <a:alpha val="37970"/>
            </a:srgbClr>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Lexend"/>
                <a:ea typeface="Lexend"/>
                <a:cs typeface="Lexend"/>
                <a:sym typeface="Lexend"/>
              </a:rPr>
              <a:t>Sum of lower limits</a:t>
            </a:r>
            <a:endParaRPr sz="1800">
              <a:latin typeface="Lexend"/>
              <a:ea typeface="Lexend"/>
              <a:cs typeface="Lexend"/>
              <a:sym typeface="Lexend"/>
            </a:endParaRPr>
          </a:p>
        </p:txBody>
      </p:sp>
      <p:sp>
        <p:nvSpPr>
          <p:cNvPr id="1223" name="Google Shape;1223;p86"/>
          <p:cNvSpPr txBox="1"/>
          <p:nvPr/>
        </p:nvSpPr>
        <p:spPr>
          <a:xfrm>
            <a:off x="3624037" y="3783757"/>
            <a:ext cx="3000000" cy="5694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000"/>
              </a:spcAft>
              <a:buNone/>
            </a:pPr>
            <a:r>
              <a:rPr lang="en-GB" sz="2000">
                <a:solidFill>
                  <a:schemeClr val="dk1"/>
                </a:solidFill>
                <a:latin typeface="Lexend"/>
                <a:ea typeface="Lexend"/>
                <a:cs typeface="Lexend"/>
                <a:sym typeface="Lexend"/>
              </a:rPr>
              <a:t>19.1 ≤ </a:t>
            </a:r>
            <a:r>
              <a:rPr i="1" lang="en-GB" sz="2500">
                <a:solidFill>
                  <a:schemeClr val="dk1"/>
                </a:solidFill>
                <a:latin typeface="Times"/>
                <a:ea typeface="Times"/>
                <a:cs typeface="Times"/>
                <a:sym typeface="Times"/>
              </a:rPr>
              <a:t>n</a:t>
            </a:r>
            <a:r>
              <a:rPr i="1" lang="en-GB" sz="2500">
                <a:solidFill>
                  <a:schemeClr val="dk1"/>
                </a:solidFill>
                <a:latin typeface="Times"/>
                <a:ea typeface="Times"/>
                <a:cs typeface="Times"/>
                <a:sym typeface="Times"/>
              </a:rPr>
              <a:t> </a:t>
            </a:r>
            <a:r>
              <a:rPr lang="en-GB" sz="2000">
                <a:solidFill>
                  <a:schemeClr val="dk1"/>
                </a:solidFill>
                <a:latin typeface="Lexend"/>
                <a:ea typeface="Lexend"/>
                <a:cs typeface="Lexend"/>
                <a:sym typeface="Lexend"/>
              </a:rPr>
              <a:t>&lt; 19.3</a:t>
            </a:r>
            <a:endParaRPr/>
          </a:p>
        </p:txBody>
      </p:sp>
      <p:sp>
        <p:nvSpPr>
          <p:cNvPr id="1224" name="Google Shape;1224;p86"/>
          <p:cNvSpPr/>
          <p:nvPr/>
        </p:nvSpPr>
        <p:spPr>
          <a:xfrm>
            <a:off x="7154725" y="3714300"/>
            <a:ext cx="1242600" cy="860700"/>
          </a:xfrm>
          <a:prstGeom prst="roundRect">
            <a:avLst>
              <a:gd fmla="val 16667" name="adj"/>
            </a:avLst>
          </a:prstGeom>
          <a:solidFill>
            <a:srgbClr val="845AD9">
              <a:alpha val="37970"/>
            </a:srgbClr>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Lexend"/>
                <a:ea typeface="Lexend"/>
                <a:cs typeface="Lexend"/>
                <a:sym typeface="Lexend"/>
              </a:rPr>
              <a:t>Sum of upper limits</a:t>
            </a:r>
            <a:endParaRPr sz="1800">
              <a:latin typeface="Lexend"/>
              <a:ea typeface="Lexend"/>
              <a:cs typeface="Lexend"/>
              <a:sym typeface="Lexend"/>
            </a:endParaRPr>
          </a:p>
        </p:txBody>
      </p:sp>
      <p:grpSp>
        <p:nvGrpSpPr>
          <p:cNvPr id="1225" name="Google Shape;1225;p86"/>
          <p:cNvGrpSpPr/>
          <p:nvPr/>
        </p:nvGrpSpPr>
        <p:grpSpPr>
          <a:xfrm>
            <a:off x="2597400" y="2634400"/>
            <a:ext cx="3992850" cy="1721564"/>
            <a:chOff x="2597400" y="2634400"/>
            <a:chExt cx="3992850" cy="1721564"/>
          </a:xfrm>
        </p:grpSpPr>
        <p:sp>
          <p:nvSpPr>
            <p:cNvPr id="1226" name="Google Shape;1226;p86"/>
            <p:cNvSpPr/>
            <p:nvPr/>
          </p:nvSpPr>
          <p:spPr>
            <a:xfrm>
              <a:off x="2597400" y="2634400"/>
              <a:ext cx="772200" cy="6057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27" name="Google Shape;1227;p86"/>
            <p:cNvSpPr/>
            <p:nvPr/>
          </p:nvSpPr>
          <p:spPr>
            <a:xfrm>
              <a:off x="4145786" y="3786564"/>
              <a:ext cx="738300" cy="5694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28" name="Google Shape;1228;p86"/>
            <p:cNvSpPr/>
            <p:nvPr/>
          </p:nvSpPr>
          <p:spPr>
            <a:xfrm>
              <a:off x="5818050" y="2667150"/>
              <a:ext cx="772200" cy="6057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1229" name="Google Shape;1229;p86"/>
          <p:cNvGrpSpPr/>
          <p:nvPr/>
        </p:nvGrpSpPr>
        <p:grpSpPr>
          <a:xfrm>
            <a:off x="3981825" y="2667150"/>
            <a:ext cx="3741250" cy="1706975"/>
            <a:chOff x="3981825" y="2667150"/>
            <a:chExt cx="3741250" cy="1706975"/>
          </a:xfrm>
        </p:grpSpPr>
        <p:sp>
          <p:nvSpPr>
            <p:cNvPr id="1230" name="Google Shape;1230;p86"/>
            <p:cNvSpPr/>
            <p:nvPr/>
          </p:nvSpPr>
          <p:spPr>
            <a:xfrm>
              <a:off x="3981825" y="2667150"/>
              <a:ext cx="772200" cy="6057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31" name="Google Shape;1231;p86"/>
            <p:cNvSpPr/>
            <p:nvPr/>
          </p:nvSpPr>
          <p:spPr>
            <a:xfrm>
              <a:off x="6950875" y="2667150"/>
              <a:ext cx="772200" cy="6057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32" name="Google Shape;1232;p86"/>
            <p:cNvSpPr/>
            <p:nvPr/>
          </p:nvSpPr>
          <p:spPr>
            <a:xfrm>
              <a:off x="5388300" y="3768425"/>
              <a:ext cx="772200" cy="6057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2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3"/>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225"/>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22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2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229"/>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6" name="Shape 1236"/>
        <p:cNvGrpSpPr/>
        <p:nvPr/>
      </p:nvGrpSpPr>
      <p:grpSpPr>
        <a:xfrm>
          <a:off x="0" y="0"/>
          <a:ext cx="0" cy="0"/>
          <a:chOff x="0" y="0"/>
          <a:chExt cx="0" cy="0"/>
        </a:xfrm>
      </p:grpSpPr>
      <p:sp>
        <p:nvSpPr>
          <p:cNvPr id="1237" name="Google Shape;1237;p87"/>
          <p:cNvSpPr txBox="1"/>
          <p:nvPr>
            <p:ph idx="1" type="body"/>
          </p:nvPr>
        </p:nvSpPr>
        <p:spPr>
          <a:xfrm>
            <a:off x="317500" y="750725"/>
            <a:ext cx="8426700" cy="15747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sz="2000"/>
              <a:t>For example, (multiplication) a square has lengths 8.2 m measured to 1 decimal place. Work out the error interval for the area of the square. </a:t>
            </a:r>
            <a:endParaRPr sz="2000"/>
          </a:p>
          <a:p>
            <a:pPr indent="0" lvl="0" marL="0" rtl="0" algn="l">
              <a:spcBef>
                <a:spcPts val="1000"/>
              </a:spcBef>
              <a:spcAft>
                <a:spcPts val="0"/>
              </a:spcAft>
              <a:buClr>
                <a:schemeClr val="dk1"/>
              </a:buClr>
              <a:buSzPts val="1100"/>
              <a:buFont typeface="Arial"/>
              <a:buNone/>
            </a:pPr>
            <a:r>
              <a:rPr lang="en-GB" sz="2000"/>
              <a:t>Working out the error intervals we have:</a:t>
            </a:r>
            <a:endParaRPr sz="2000"/>
          </a:p>
          <a:p>
            <a:pPr indent="0" lvl="0" marL="0" rtl="0" algn="ctr">
              <a:spcBef>
                <a:spcPts val="1000"/>
              </a:spcBef>
              <a:spcAft>
                <a:spcPts val="0"/>
              </a:spcAft>
              <a:buClr>
                <a:schemeClr val="dk1"/>
              </a:buClr>
              <a:buSzPts val="1100"/>
              <a:buFont typeface="Arial"/>
              <a:buNone/>
            </a:pPr>
            <a:r>
              <a:rPr lang="en-GB" sz="2000"/>
              <a:t>8.15 ≤ </a:t>
            </a:r>
            <a:r>
              <a:rPr i="1" lang="en-GB" sz="2500">
                <a:latin typeface="Times"/>
                <a:ea typeface="Times"/>
                <a:cs typeface="Times"/>
                <a:sym typeface="Times"/>
              </a:rPr>
              <a:t>l </a:t>
            </a:r>
            <a:r>
              <a:rPr lang="en-GB" sz="2000"/>
              <a:t>&lt; 8.25</a:t>
            </a:r>
            <a:endParaRPr sz="2000"/>
          </a:p>
          <a:p>
            <a:pPr indent="0" lvl="0" marL="0" rtl="0" algn="l">
              <a:spcBef>
                <a:spcPts val="1000"/>
              </a:spcBef>
              <a:spcAft>
                <a:spcPts val="0"/>
              </a:spcAft>
              <a:buNone/>
            </a:pPr>
            <a:r>
              <a:t/>
            </a:r>
            <a:endParaRPr sz="900"/>
          </a:p>
          <a:p>
            <a:pPr indent="0" lvl="0" marL="0" rtl="0" algn="l">
              <a:spcBef>
                <a:spcPts val="1000"/>
              </a:spcBef>
              <a:spcAft>
                <a:spcPts val="1000"/>
              </a:spcAft>
              <a:buNone/>
            </a:pPr>
            <a:r>
              <a:t/>
            </a:r>
            <a:endParaRPr sz="2100"/>
          </a:p>
        </p:txBody>
      </p:sp>
      <p:sp>
        <p:nvSpPr>
          <p:cNvPr id="1238" name="Google Shape;1238;p87"/>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Problem solving with error intervals</a:t>
            </a:r>
            <a:endParaRPr/>
          </a:p>
        </p:txBody>
      </p:sp>
      <p:sp>
        <p:nvSpPr>
          <p:cNvPr id="1239" name="Google Shape;1239;p87"/>
          <p:cNvSpPr txBox="1"/>
          <p:nvPr>
            <p:ph idx="1" type="body"/>
          </p:nvPr>
        </p:nvSpPr>
        <p:spPr>
          <a:xfrm>
            <a:off x="317500" y="2962050"/>
            <a:ext cx="7397100" cy="418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How do we work out the error interval using multiplication?</a:t>
            </a:r>
            <a:endParaRPr sz="2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3" name="Shape 1243"/>
        <p:cNvGrpSpPr/>
        <p:nvPr/>
      </p:nvGrpSpPr>
      <p:grpSpPr>
        <a:xfrm>
          <a:off x="0" y="0"/>
          <a:ext cx="0" cy="0"/>
          <a:chOff x="0" y="0"/>
          <a:chExt cx="0" cy="0"/>
        </a:xfrm>
      </p:grpSpPr>
      <p:sp>
        <p:nvSpPr>
          <p:cNvPr id="1244" name="Google Shape;1244;p88"/>
          <p:cNvSpPr txBox="1"/>
          <p:nvPr>
            <p:ph idx="1" type="body"/>
          </p:nvPr>
        </p:nvSpPr>
        <p:spPr>
          <a:xfrm>
            <a:off x="317500" y="750725"/>
            <a:ext cx="8426700" cy="1574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For example, (multiplication) a square has lengths 8.2 m measured to 1 decimal place. Work out the error interval for the area of the square. </a:t>
            </a:r>
            <a:endParaRPr sz="2000"/>
          </a:p>
          <a:p>
            <a:pPr indent="0" lvl="0" marL="0" rtl="0" algn="l">
              <a:spcBef>
                <a:spcPts val="1000"/>
              </a:spcBef>
              <a:spcAft>
                <a:spcPts val="0"/>
              </a:spcAft>
              <a:buNone/>
            </a:pPr>
            <a:r>
              <a:rPr lang="en-GB" sz="2000"/>
              <a:t>Working out the error intervals we have:</a:t>
            </a:r>
            <a:endParaRPr sz="2000"/>
          </a:p>
          <a:p>
            <a:pPr indent="0" lvl="0" marL="0" rtl="0" algn="ctr">
              <a:spcBef>
                <a:spcPts val="1000"/>
              </a:spcBef>
              <a:spcAft>
                <a:spcPts val="0"/>
              </a:spcAft>
              <a:buNone/>
            </a:pPr>
            <a:r>
              <a:rPr lang="en-GB" sz="2000"/>
              <a:t>8.15 ≤ </a:t>
            </a:r>
            <a:r>
              <a:rPr i="1" lang="en-GB" sz="2500">
                <a:latin typeface="Times"/>
                <a:ea typeface="Times"/>
                <a:cs typeface="Times"/>
                <a:sym typeface="Times"/>
              </a:rPr>
              <a:t>l </a:t>
            </a:r>
            <a:r>
              <a:rPr lang="en-GB" sz="2000"/>
              <a:t>&lt; 8.25</a:t>
            </a:r>
            <a:endParaRPr i="1" sz="2600">
              <a:latin typeface="Times"/>
              <a:ea typeface="Times"/>
              <a:cs typeface="Times"/>
              <a:sym typeface="Times"/>
            </a:endParaRPr>
          </a:p>
          <a:p>
            <a:pPr indent="0" lvl="0" marL="0" rtl="0" algn="l">
              <a:spcBef>
                <a:spcPts val="1000"/>
              </a:spcBef>
              <a:spcAft>
                <a:spcPts val="0"/>
              </a:spcAft>
              <a:buNone/>
            </a:pPr>
            <a:r>
              <a:t/>
            </a:r>
            <a:endParaRPr sz="900"/>
          </a:p>
          <a:p>
            <a:pPr indent="0" lvl="0" marL="0" rtl="0" algn="l">
              <a:spcBef>
                <a:spcPts val="1000"/>
              </a:spcBef>
              <a:spcAft>
                <a:spcPts val="1000"/>
              </a:spcAft>
              <a:buNone/>
            </a:pPr>
            <a:r>
              <a:t/>
            </a:r>
            <a:endParaRPr sz="2100"/>
          </a:p>
        </p:txBody>
      </p:sp>
      <p:sp>
        <p:nvSpPr>
          <p:cNvPr id="1245" name="Google Shape;1245;p88"/>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Problem solving with error intervals</a:t>
            </a:r>
            <a:endParaRPr/>
          </a:p>
        </p:txBody>
      </p:sp>
      <p:sp>
        <p:nvSpPr>
          <p:cNvPr id="1246" name="Google Shape;1246;p88"/>
          <p:cNvSpPr txBox="1"/>
          <p:nvPr/>
        </p:nvSpPr>
        <p:spPr>
          <a:xfrm>
            <a:off x="3030850" y="3328775"/>
            <a:ext cx="3000000" cy="5694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000"/>
              </a:spcAft>
              <a:buNone/>
            </a:pPr>
            <a:r>
              <a:rPr lang="en-GB" sz="2000">
                <a:solidFill>
                  <a:schemeClr val="dk1"/>
                </a:solidFill>
                <a:latin typeface="Lexend"/>
                <a:ea typeface="Lexend"/>
                <a:cs typeface="Lexend"/>
                <a:sym typeface="Lexend"/>
              </a:rPr>
              <a:t>8.15</a:t>
            </a:r>
            <a:r>
              <a:rPr baseline="30000" lang="en-GB" sz="2000">
                <a:solidFill>
                  <a:schemeClr val="dk1"/>
                </a:solidFill>
                <a:latin typeface="Lexend"/>
                <a:ea typeface="Lexend"/>
                <a:cs typeface="Lexend"/>
                <a:sym typeface="Lexend"/>
              </a:rPr>
              <a:t>2</a:t>
            </a:r>
            <a:r>
              <a:rPr lang="en-GB" sz="2000">
                <a:solidFill>
                  <a:schemeClr val="dk1"/>
                </a:solidFill>
                <a:latin typeface="Lexend"/>
                <a:ea typeface="Lexend"/>
                <a:cs typeface="Lexend"/>
                <a:sym typeface="Lexend"/>
              </a:rPr>
              <a:t> ≤ </a:t>
            </a:r>
            <a:r>
              <a:rPr i="1" lang="en-GB" sz="2500">
                <a:solidFill>
                  <a:schemeClr val="dk1"/>
                </a:solidFill>
                <a:latin typeface="Times"/>
                <a:ea typeface="Times"/>
                <a:cs typeface="Times"/>
                <a:sym typeface="Times"/>
              </a:rPr>
              <a:t>a </a:t>
            </a:r>
            <a:r>
              <a:rPr lang="en-GB" sz="2000">
                <a:solidFill>
                  <a:schemeClr val="dk1"/>
                </a:solidFill>
                <a:latin typeface="Lexend"/>
                <a:ea typeface="Lexend"/>
                <a:cs typeface="Lexend"/>
                <a:sym typeface="Lexend"/>
              </a:rPr>
              <a:t>&lt; 8.25</a:t>
            </a:r>
            <a:r>
              <a:rPr baseline="30000" lang="en-GB" sz="2000">
                <a:solidFill>
                  <a:schemeClr val="dk1"/>
                </a:solidFill>
                <a:latin typeface="Lexend"/>
                <a:ea typeface="Lexend"/>
                <a:cs typeface="Lexend"/>
                <a:sym typeface="Lexend"/>
              </a:rPr>
              <a:t>2</a:t>
            </a:r>
            <a:r>
              <a:rPr i="1" lang="en-GB" sz="2500">
                <a:solidFill>
                  <a:schemeClr val="dk1"/>
                </a:solidFill>
                <a:latin typeface="Times"/>
                <a:ea typeface="Times"/>
                <a:cs typeface="Times"/>
                <a:sym typeface="Times"/>
              </a:rPr>
              <a:t> </a:t>
            </a:r>
            <a:endParaRPr/>
          </a:p>
        </p:txBody>
      </p:sp>
      <p:sp>
        <p:nvSpPr>
          <p:cNvPr id="1247" name="Google Shape;1247;p88"/>
          <p:cNvSpPr/>
          <p:nvPr/>
        </p:nvSpPr>
        <p:spPr>
          <a:xfrm>
            <a:off x="1496400" y="3959700"/>
            <a:ext cx="1242600" cy="860700"/>
          </a:xfrm>
          <a:prstGeom prst="roundRect">
            <a:avLst>
              <a:gd fmla="val 16667" name="adj"/>
            </a:avLst>
          </a:prstGeom>
          <a:solidFill>
            <a:srgbClr val="845AD9">
              <a:alpha val="37970"/>
            </a:srgbClr>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Lexend"/>
                <a:ea typeface="Lexend"/>
                <a:cs typeface="Lexend"/>
                <a:sym typeface="Lexend"/>
              </a:rPr>
              <a:t>Productof lower limits</a:t>
            </a:r>
            <a:endParaRPr sz="1800">
              <a:latin typeface="Lexend"/>
              <a:ea typeface="Lexend"/>
              <a:cs typeface="Lexend"/>
              <a:sym typeface="Lexend"/>
            </a:endParaRPr>
          </a:p>
        </p:txBody>
      </p:sp>
      <p:sp>
        <p:nvSpPr>
          <p:cNvPr id="1248" name="Google Shape;1248;p88"/>
          <p:cNvSpPr txBox="1"/>
          <p:nvPr/>
        </p:nvSpPr>
        <p:spPr>
          <a:xfrm>
            <a:off x="2951887" y="3780007"/>
            <a:ext cx="3000000" cy="5694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000"/>
              </a:spcAft>
              <a:buNone/>
            </a:pPr>
            <a:r>
              <a:rPr lang="en-GB" sz="2000">
                <a:solidFill>
                  <a:schemeClr val="dk1"/>
                </a:solidFill>
                <a:latin typeface="Lexend"/>
                <a:ea typeface="Lexend"/>
                <a:cs typeface="Lexend"/>
                <a:sym typeface="Lexend"/>
              </a:rPr>
              <a:t>66.4225 ≤ </a:t>
            </a:r>
            <a:r>
              <a:rPr i="1" lang="en-GB" sz="2500">
                <a:solidFill>
                  <a:schemeClr val="dk1"/>
                </a:solidFill>
                <a:latin typeface="Times"/>
                <a:ea typeface="Times"/>
                <a:cs typeface="Times"/>
                <a:sym typeface="Times"/>
              </a:rPr>
              <a:t>a </a:t>
            </a:r>
            <a:r>
              <a:rPr lang="en-GB" sz="2000">
                <a:solidFill>
                  <a:schemeClr val="dk1"/>
                </a:solidFill>
                <a:latin typeface="Lexend"/>
                <a:ea typeface="Lexend"/>
                <a:cs typeface="Lexend"/>
                <a:sym typeface="Lexend"/>
              </a:rPr>
              <a:t>&lt; 68.0625</a:t>
            </a:r>
            <a:endParaRPr/>
          </a:p>
        </p:txBody>
      </p:sp>
      <p:sp>
        <p:nvSpPr>
          <p:cNvPr id="1249" name="Google Shape;1249;p88"/>
          <p:cNvSpPr/>
          <p:nvPr/>
        </p:nvSpPr>
        <p:spPr>
          <a:xfrm>
            <a:off x="6138419" y="3951119"/>
            <a:ext cx="1242600" cy="860700"/>
          </a:xfrm>
          <a:prstGeom prst="roundRect">
            <a:avLst>
              <a:gd fmla="val 16667" name="adj"/>
            </a:avLst>
          </a:prstGeom>
          <a:solidFill>
            <a:srgbClr val="845AD9">
              <a:alpha val="37970"/>
            </a:srgbClr>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Lexend"/>
                <a:ea typeface="Lexend"/>
                <a:cs typeface="Lexend"/>
                <a:sym typeface="Lexend"/>
              </a:rPr>
              <a:t>Product of upper limits</a:t>
            </a:r>
            <a:endParaRPr sz="1800">
              <a:latin typeface="Lexend"/>
              <a:ea typeface="Lexend"/>
              <a:cs typeface="Lexend"/>
              <a:sym typeface="Lexend"/>
            </a:endParaRPr>
          </a:p>
        </p:txBody>
      </p:sp>
      <p:sp>
        <p:nvSpPr>
          <p:cNvPr id="1250" name="Google Shape;1250;p88"/>
          <p:cNvSpPr txBox="1"/>
          <p:nvPr/>
        </p:nvSpPr>
        <p:spPr>
          <a:xfrm>
            <a:off x="1684800" y="2836175"/>
            <a:ext cx="6144000" cy="4926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000"/>
              </a:spcAft>
              <a:buNone/>
            </a:pPr>
            <a:r>
              <a:rPr lang="en-GB" sz="2000">
                <a:solidFill>
                  <a:schemeClr val="dk1"/>
                </a:solidFill>
                <a:latin typeface="Lexend"/>
                <a:ea typeface="Lexend"/>
                <a:cs typeface="Lexend"/>
                <a:sym typeface="Lexend"/>
              </a:rPr>
              <a:t>Error interval for the area of the square:</a:t>
            </a:r>
            <a:endParaRPr/>
          </a:p>
        </p:txBody>
      </p:sp>
      <p:grpSp>
        <p:nvGrpSpPr>
          <p:cNvPr id="1251" name="Google Shape;1251;p88"/>
          <p:cNvGrpSpPr/>
          <p:nvPr/>
        </p:nvGrpSpPr>
        <p:grpSpPr>
          <a:xfrm>
            <a:off x="3034975" y="2268900"/>
            <a:ext cx="1309275" cy="2115801"/>
            <a:chOff x="3204500" y="2023500"/>
            <a:chExt cx="1309275" cy="2115801"/>
          </a:xfrm>
        </p:grpSpPr>
        <p:sp>
          <p:nvSpPr>
            <p:cNvPr id="1252" name="Google Shape;1252;p88"/>
            <p:cNvSpPr/>
            <p:nvPr/>
          </p:nvSpPr>
          <p:spPr>
            <a:xfrm>
              <a:off x="3741575" y="2023500"/>
              <a:ext cx="772200" cy="6057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53" name="Google Shape;1253;p88"/>
            <p:cNvSpPr/>
            <p:nvPr/>
          </p:nvSpPr>
          <p:spPr>
            <a:xfrm>
              <a:off x="3204500" y="3569901"/>
              <a:ext cx="1242600" cy="5694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1254" name="Google Shape;1254;p88"/>
          <p:cNvGrpSpPr/>
          <p:nvPr/>
        </p:nvGrpSpPr>
        <p:grpSpPr>
          <a:xfrm>
            <a:off x="4733376" y="2268888"/>
            <a:ext cx="1242600" cy="2140038"/>
            <a:chOff x="2506788" y="2634400"/>
            <a:chExt cx="1242600" cy="2140038"/>
          </a:xfrm>
        </p:grpSpPr>
        <p:sp>
          <p:nvSpPr>
            <p:cNvPr id="1255" name="Google Shape;1255;p88"/>
            <p:cNvSpPr/>
            <p:nvPr/>
          </p:nvSpPr>
          <p:spPr>
            <a:xfrm>
              <a:off x="2597400" y="2634400"/>
              <a:ext cx="772200" cy="6057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56" name="Google Shape;1256;p88"/>
            <p:cNvSpPr/>
            <p:nvPr/>
          </p:nvSpPr>
          <p:spPr>
            <a:xfrm>
              <a:off x="2506788" y="4205038"/>
              <a:ext cx="1242600" cy="5694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54"/>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25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254"/>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0" name="Shape 1260"/>
        <p:cNvGrpSpPr/>
        <p:nvPr/>
      </p:nvGrpSpPr>
      <p:grpSpPr>
        <a:xfrm>
          <a:off x="0" y="0"/>
          <a:ext cx="0" cy="0"/>
          <a:chOff x="0" y="0"/>
          <a:chExt cx="0" cy="0"/>
        </a:xfrm>
      </p:grpSpPr>
      <p:sp>
        <p:nvSpPr>
          <p:cNvPr id="1261" name="Google Shape;1261;p89"/>
          <p:cNvSpPr txBox="1"/>
          <p:nvPr>
            <p:ph idx="1" type="body"/>
          </p:nvPr>
        </p:nvSpPr>
        <p:spPr>
          <a:xfrm>
            <a:off x="324000" y="759300"/>
            <a:ext cx="8237700" cy="86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100"/>
              <a:t>For example, (subtraction) a piece of </a:t>
            </a:r>
            <a:r>
              <a:rPr lang="en-GB" sz="2100"/>
              <a:t>string</a:t>
            </a:r>
            <a:r>
              <a:rPr lang="en-GB" sz="2100"/>
              <a:t> was 12 cm measured to the nearest cm. A length of 9.7 cm (to 1 d.p.) was cut off. What is the error interval for the remaining length?</a:t>
            </a:r>
            <a:endParaRPr sz="2100"/>
          </a:p>
          <a:p>
            <a:pPr indent="0" lvl="0" marL="0" rtl="0" algn="l">
              <a:spcBef>
                <a:spcPts val="1000"/>
              </a:spcBef>
              <a:spcAft>
                <a:spcPts val="0"/>
              </a:spcAft>
              <a:buNone/>
            </a:pPr>
            <a:r>
              <a:rPr lang="en-GB" sz="2000"/>
              <a:t>Working out the error intervals we have:</a:t>
            </a:r>
            <a:endParaRPr sz="2000"/>
          </a:p>
          <a:p>
            <a:pPr indent="0" lvl="0" marL="0" rtl="0" algn="ctr">
              <a:spcBef>
                <a:spcPts val="1000"/>
              </a:spcBef>
              <a:spcAft>
                <a:spcPts val="0"/>
              </a:spcAft>
              <a:buClr>
                <a:schemeClr val="dk1"/>
              </a:buClr>
              <a:buSzPts val="1100"/>
              <a:buFont typeface="Arial"/>
              <a:buNone/>
            </a:pPr>
            <a:r>
              <a:rPr lang="en-GB" sz="2000"/>
              <a:t>11.5 ≤ </a:t>
            </a:r>
            <a:r>
              <a:rPr i="1" lang="en-GB" sz="2500">
                <a:latin typeface="Times"/>
                <a:ea typeface="Times"/>
                <a:cs typeface="Times"/>
                <a:sym typeface="Times"/>
              </a:rPr>
              <a:t>l </a:t>
            </a:r>
            <a:r>
              <a:rPr lang="en-GB" sz="2000"/>
              <a:t>&lt; 12.5    and   9.65 ≤ </a:t>
            </a:r>
            <a:r>
              <a:rPr i="1" lang="en-GB" sz="2500">
                <a:latin typeface="Times"/>
                <a:ea typeface="Times"/>
                <a:cs typeface="Times"/>
                <a:sym typeface="Times"/>
              </a:rPr>
              <a:t>c </a:t>
            </a:r>
            <a:r>
              <a:rPr lang="en-GB" sz="2000"/>
              <a:t>&lt; 9.75</a:t>
            </a:r>
            <a:endParaRPr sz="2000"/>
          </a:p>
          <a:p>
            <a:pPr indent="0" lvl="0" marL="0" rtl="0" algn="l">
              <a:spcBef>
                <a:spcPts val="1000"/>
              </a:spcBef>
              <a:spcAft>
                <a:spcPts val="0"/>
              </a:spcAft>
              <a:buNone/>
            </a:pPr>
            <a:r>
              <a:t/>
            </a:r>
            <a:endParaRPr sz="2100"/>
          </a:p>
          <a:p>
            <a:pPr indent="0" lvl="0" marL="0" rtl="0" algn="l">
              <a:spcBef>
                <a:spcPts val="1000"/>
              </a:spcBef>
              <a:spcAft>
                <a:spcPts val="1000"/>
              </a:spcAft>
              <a:buNone/>
            </a:pPr>
            <a:r>
              <a:t/>
            </a:r>
            <a:endParaRPr sz="2100"/>
          </a:p>
        </p:txBody>
      </p:sp>
      <p:sp>
        <p:nvSpPr>
          <p:cNvPr id="1262" name="Google Shape;1262;p8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Problem solving with error intervals</a:t>
            </a:r>
            <a:endParaRPr/>
          </a:p>
        </p:txBody>
      </p:sp>
      <p:sp>
        <p:nvSpPr>
          <p:cNvPr id="1263" name="Google Shape;1263;p89"/>
          <p:cNvSpPr txBox="1"/>
          <p:nvPr>
            <p:ph idx="1" type="body"/>
          </p:nvPr>
        </p:nvSpPr>
        <p:spPr>
          <a:xfrm>
            <a:off x="317500" y="2962050"/>
            <a:ext cx="7397100" cy="418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How do we work out the error interval using subtraction?</a:t>
            </a:r>
            <a:endParaRPr sz="20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7" name="Shape 1267"/>
        <p:cNvGrpSpPr/>
        <p:nvPr/>
      </p:nvGrpSpPr>
      <p:grpSpPr>
        <a:xfrm>
          <a:off x="0" y="0"/>
          <a:ext cx="0" cy="0"/>
          <a:chOff x="0" y="0"/>
          <a:chExt cx="0" cy="0"/>
        </a:xfrm>
      </p:grpSpPr>
      <p:sp>
        <p:nvSpPr>
          <p:cNvPr id="1268" name="Google Shape;1268;p90"/>
          <p:cNvSpPr txBox="1"/>
          <p:nvPr>
            <p:ph idx="1" type="body"/>
          </p:nvPr>
        </p:nvSpPr>
        <p:spPr>
          <a:xfrm>
            <a:off x="324000" y="759300"/>
            <a:ext cx="8237700" cy="86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100"/>
              <a:t>For example, (subtraction) a piece of string was 12 cm measured to the nearest cm. A length of 9.7 cm (to 1 d.p.) was cut off. What is the error interval for the remaining length?</a:t>
            </a:r>
            <a:endParaRPr sz="2100"/>
          </a:p>
          <a:p>
            <a:pPr indent="0" lvl="0" marL="0" rtl="0" algn="l">
              <a:spcBef>
                <a:spcPts val="1000"/>
              </a:spcBef>
              <a:spcAft>
                <a:spcPts val="0"/>
              </a:spcAft>
              <a:buNone/>
            </a:pPr>
            <a:r>
              <a:rPr lang="en-GB" sz="2000"/>
              <a:t>Working out the error intervals we have:</a:t>
            </a:r>
            <a:endParaRPr sz="2000"/>
          </a:p>
          <a:p>
            <a:pPr indent="0" lvl="0" marL="0" rtl="0" algn="ctr">
              <a:spcBef>
                <a:spcPts val="1000"/>
              </a:spcBef>
              <a:spcAft>
                <a:spcPts val="0"/>
              </a:spcAft>
              <a:buNone/>
            </a:pPr>
            <a:r>
              <a:rPr lang="en-GB" sz="2000"/>
              <a:t>11.5 ≤ </a:t>
            </a:r>
            <a:r>
              <a:rPr i="1" lang="en-GB" sz="2500">
                <a:latin typeface="Times"/>
                <a:ea typeface="Times"/>
                <a:cs typeface="Times"/>
                <a:sym typeface="Times"/>
              </a:rPr>
              <a:t>l </a:t>
            </a:r>
            <a:r>
              <a:rPr lang="en-GB" sz="2000"/>
              <a:t>&lt; 12.5    and   9.65 ≤ </a:t>
            </a:r>
            <a:r>
              <a:rPr i="1" lang="en-GB" sz="2500">
                <a:latin typeface="Times"/>
                <a:ea typeface="Times"/>
                <a:cs typeface="Times"/>
                <a:sym typeface="Times"/>
              </a:rPr>
              <a:t>c </a:t>
            </a:r>
            <a:r>
              <a:rPr lang="en-GB" sz="2000"/>
              <a:t>&lt; 9.75</a:t>
            </a:r>
            <a:endParaRPr sz="2000"/>
          </a:p>
          <a:p>
            <a:pPr indent="0" lvl="0" marL="0" rtl="0" algn="l">
              <a:spcBef>
                <a:spcPts val="1000"/>
              </a:spcBef>
              <a:spcAft>
                <a:spcPts val="0"/>
              </a:spcAft>
              <a:buNone/>
            </a:pPr>
            <a:r>
              <a:t/>
            </a:r>
            <a:endParaRPr sz="2100"/>
          </a:p>
          <a:p>
            <a:pPr indent="0" lvl="0" marL="0" rtl="0" algn="l">
              <a:spcBef>
                <a:spcPts val="1000"/>
              </a:spcBef>
              <a:spcAft>
                <a:spcPts val="1000"/>
              </a:spcAft>
              <a:buNone/>
            </a:pPr>
            <a:r>
              <a:t/>
            </a:r>
            <a:endParaRPr sz="2100"/>
          </a:p>
        </p:txBody>
      </p:sp>
      <p:sp>
        <p:nvSpPr>
          <p:cNvPr id="1269" name="Google Shape;1269;p9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Problem solving with error intervals</a:t>
            </a:r>
            <a:endParaRPr/>
          </a:p>
        </p:txBody>
      </p:sp>
      <p:sp>
        <p:nvSpPr>
          <p:cNvPr id="1270" name="Google Shape;1270;p90"/>
          <p:cNvSpPr txBox="1"/>
          <p:nvPr/>
        </p:nvSpPr>
        <p:spPr>
          <a:xfrm>
            <a:off x="999150" y="2891800"/>
            <a:ext cx="6641700" cy="4926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000"/>
              </a:spcAft>
              <a:buNone/>
            </a:pPr>
            <a:r>
              <a:rPr lang="en-GB" sz="2000">
                <a:solidFill>
                  <a:schemeClr val="dk1"/>
                </a:solidFill>
                <a:latin typeface="Lexend"/>
                <a:ea typeface="Lexend"/>
                <a:cs typeface="Lexend"/>
                <a:sym typeface="Lexend"/>
              </a:rPr>
              <a:t>Error interval for the remaining length:</a:t>
            </a:r>
            <a:endParaRPr>
              <a:solidFill>
                <a:schemeClr val="dk1"/>
              </a:solidFill>
            </a:endParaRPr>
          </a:p>
        </p:txBody>
      </p:sp>
      <p:sp>
        <p:nvSpPr>
          <p:cNvPr id="1271" name="Google Shape;1271;p90"/>
          <p:cNvSpPr/>
          <p:nvPr/>
        </p:nvSpPr>
        <p:spPr>
          <a:xfrm>
            <a:off x="454800" y="3380850"/>
            <a:ext cx="2136600" cy="1431000"/>
          </a:xfrm>
          <a:prstGeom prst="roundRect">
            <a:avLst>
              <a:gd fmla="val 16667" name="adj"/>
            </a:avLst>
          </a:prstGeom>
          <a:solidFill>
            <a:srgbClr val="845AD9">
              <a:alpha val="37970"/>
            </a:srgbClr>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Lexend"/>
                <a:ea typeface="Lexend"/>
                <a:cs typeface="Lexend"/>
                <a:sym typeface="Lexend"/>
              </a:rPr>
              <a:t>The lower limit is the lower limit of </a:t>
            </a:r>
            <a:r>
              <a:rPr i="1" lang="en-GB" sz="2500">
                <a:solidFill>
                  <a:schemeClr val="dk1"/>
                </a:solidFill>
                <a:latin typeface="Times"/>
                <a:ea typeface="Times"/>
                <a:cs typeface="Times"/>
                <a:sym typeface="Times"/>
              </a:rPr>
              <a:t>l</a:t>
            </a:r>
            <a:r>
              <a:rPr lang="en-GB" sz="1800">
                <a:latin typeface="Lexend"/>
                <a:ea typeface="Lexend"/>
                <a:cs typeface="Lexend"/>
                <a:sym typeface="Lexend"/>
              </a:rPr>
              <a:t> subtract upper limit of </a:t>
            </a:r>
            <a:r>
              <a:rPr i="1" lang="en-GB" sz="2500">
                <a:solidFill>
                  <a:schemeClr val="dk1"/>
                </a:solidFill>
                <a:latin typeface="Times"/>
                <a:ea typeface="Times"/>
                <a:cs typeface="Times"/>
                <a:sym typeface="Times"/>
              </a:rPr>
              <a:t>c</a:t>
            </a:r>
            <a:endParaRPr sz="1800">
              <a:latin typeface="Lexend"/>
              <a:ea typeface="Lexend"/>
              <a:cs typeface="Lexend"/>
              <a:sym typeface="Lexend"/>
            </a:endParaRPr>
          </a:p>
        </p:txBody>
      </p:sp>
      <p:sp>
        <p:nvSpPr>
          <p:cNvPr id="1272" name="Google Shape;1272;p90"/>
          <p:cNvSpPr txBox="1"/>
          <p:nvPr/>
        </p:nvSpPr>
        <p:spPr>
          <a:xfrm>
            <a:off x="2854862" y="3898182"/>
            <a:ext cx="3000000" cy="5694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000"/>
              </a:spcAft>
              <a:buNone/>
            </a:pPr>
            <a:r>
              <a:rPr lang="en-GB" sz="2000">
                <a:solidFill>
                  <a:schemeClr val="dk1"/>
                </a:solidFill>
                <a:latin typeface="Lexend"/>
                <a:ea typeface="Lexend"/>
                <a:cs typeface="Lexend"/>
                <a:sym typeface="Lexend"/>
              </a:rPr>
              <a:t>1.75 &lt; </a:t>
            </a:r>
            <a:r>
              <a:rPr i="1" lang="en-GB" sz="2500">
                <a:solidFill>
                  <a:schemeClr val="dk1"/>
                </a:solidFill>
                <a:latin typeface="Times"/>
                <a:ea typeface="Times"/>
                <a:cs typeface="Times"/>
                <a:sym typeface="Times"/>
              </a:rPr>
              <a:t>r </a:t>
            </a:r>
            <a:r>
              <a:rPr lang="en-GB" sz="2000">
                <a:solidFill>
                  <a:schemeClr val="dk1"/>
                </a:solidFill>
                <a:latin typeface="Lexend"/>
                <a:ea typeface="Lexend"/>
                <a:cs typeface="Lexend"/>
                <a:sym typeface="Lexend"/>
              </a:rPr>
              <a:t>&lt; 2.85</a:t>
            </a:r>
            <a:endParaRPr/>
          </a:p>
        </p:txBody>
      </p:sp>
      <p:sp>
        <p:nvSpPr>
          <p:cNvPr id="1273" name="Google Shape;1273;p90"/>
          <p:cNvSpPr/>
          <p:nvPr/>
        </p:nvSpPr>
        <p:spPr>
          <a:xfrm>
            <a:off x="6118300" y="3349200"/>
            <a:ext cx="2237400" cy="1431000"/>
          </a:xfrm>
          <a:prstGeom prst="roundRect">
            <a:avLst>
              <a:gd fmla="val 16667" name="adj"/>
            </a:avLst>
          </a:prstGeom>
          <a:solidFill>
            <a:srgbClr val="845AD9">
              <a:alpha val="37970"/>
            </a:srgbClr>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Lexend"/>
                <a:ea typeface="Lexend"/>
                <a:cs typeface="Lexend"/>
                <a:sym typeface="Lexend"/>
              </a:rPr>
              <a:t>The upper limit is the upper limit of </a:t>
            </a:r>
            <a:r>
              <a:rPr i="1" lang="en-GB" sz="2500">
                <a:solidFill>
                  <a:schemeClr val="dk1"/>
                </a:solidFill>
                <a:latin typeface="Times"/>
                <a:ea typeface="Times"/>
                <a:cs typeface="Times"/>
                <a:sym typeface="Times"/>
              </a:rPr>
              <a:t>l</a:t>
            </a:r>
            <a:r>
              <a:rPr lang="en-GB" sz="1800">
                <a:latin typeface="Lexend"/>
                <a:ea typeface="Lexend"/>
                <a:cs typeface="Lexend"/>
                <a:sym typeface="Lexend"/>
              </a:rPr>
              <a:t> subtract lower limit of </a:t>
            </a:r>
            <a:r>
              <a:rPr i="1" lang="en-GB" sz="2500">
                <a:solidFill>
                  <a:schemeClr val="dk1"/>
                </a:solidFill>
                <a:latin typeface="Times"/>
                <a:ea typeface="Times"/>
                <a:cs typeface="Times"/>
                <a:sym typeface="Times"/>
              </a:rPr>
              <a:t>c</a:t>
            </a:r>
            <a:endParaRPr sz="1800">
              <a:latin typeface="Lexend"/>
              <a:ea typeface="Lexend"/>
              <a:cs typeface="Lexend"/>
              <a:sym typeface="Lexend"/>
            </a:endParaRPr>
          </a:p>
        </p:txBody>
      </p:sp>
      <p:sp>
        <p:nvSpPr>
          <p:cNvPr id="1274" name="Google Shape;1274;p90"/>
          <p:cNvSpPr txBox="1"/>
          <p:nvPr/>
        </p:nvSpPr>
        <p:spPr>
          <a:xfrm>
            <a:off x="2673800" y="3328775"/>
            <a:ext cx="3444600" cy="5694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000"/>
              </a:spcAft>
              <a:buNone/>
            </a:pPr>
            <a:r>
              <a:rPr lang="en-GB" sz="2000">
                <a:solidFill>
                  <a:schemeClr val="dk1"/>
                </a:solidFill>
                <a:latin typeface="Lexend"/>
                <a:ea typeface="Lexend"/>
                <a:cs typeface="Lexend"/>
                <a:sym typeface="Lexend"/>
              </a:rPr>
              <a:t>11.5 </a:t>
            </a:r>
            <a:r>
              <a:rPr lang="en-GB" sz="2000">
                <a:solidFill>
                  <a:srgbClr val="202124"/>
                </a:solidFill>
                <a:highlight>
                  <a:srgbClr val="FFFFFF"/>
                </a:highlight>
                <a:latin typeface="Lexend"/>
                <a:ea typeface="Lexend"/>
                <a:cs typeface="Lexend"/>
                <a:sym typeface="Lexend"/>
              </a:rPr>
              <a:t>−</a:t>
            </a:r>
            <a:r>
              <a:rPr lang="en-GB" sz="2000">
                <a:solidFill>
                  <a:schemeClr val="dk1"/>
                </a:solidFill>
                <a:latin typeface="Lexend"/>
                <a:ea typeface="Lexend"/>
                <a:cs typeface="Lexend"/>
                <a:sym typeface="Lexend"/>
              </a:rPr>
              <a:t> 9.75  &lt; </a:t>
            </a:r>
            <a:r>
              <a:rPr i="1" lang="en-GB" sz="2500">
                <a:solidFill>
                  <a:schemeClr val="dk1"/>
                </a:solidFill>
                <a:latin typeface="Times"/>
                <a:ea typeface="Times"/>
                <a:cs typeface="Times"/>
                <a:sym typeface="Times"/>
              </a:rPr>
              <a:t>r </a:t>
            </a:r>
            <a:r>
              <a:rPr lang="en-GB" sz="2000">
                <a:solidFill>
                  <a:schemeClr val="dk1"/>
                </a:solidFill>
                <a:latin typeface="Lexend"/>
                <a:ea typeface="Lexend"/>
                <a:cs typeface="Lexend"/>
                <a:sym typeface="Lexend"/>
              </a:rPr>
              <a:t>&lt; 12.5 </a:t>
            </a:r>
            <a:r>
              <a:rPr lang="en-GB" sz="2000">
                <a:solidFill>
                  <a:srgbClr val="202124"/>
                </a:solidFill>
                <a:highlight>
                  <a:srgbClr val="FFFFFF"/>
                </a:highlight>
                <a:latin typeface="Lexend"/>
                <a:ea typeface="Lexend"/>
                <a:cs typeface="Lexend"/>
                <a:sym typeface="Lexend"/>
              </a:rPr>
              <a:t>−</a:t>
            </a:r>
            <a:r>
              <a:rPr lang="en-GB" sz="2000">
                <a:solidFill>
                  <a:schemeClr val="dk1"/>
                </a:solidFill>
                <a:latin typeface="Lexend"/>
                <a:ea typeface="Lexend"/>
                <a:cs typeface="Lexend"/>
                <a:sym typeface="Lexend"/>
              </a:rPr>
              <a:t> 9.65</a:t>
            </a:r>
            <a:r>
              <a:rPr i="1" lang="en-GB" sz="2500">
                <a:solidFill>
                  <a:schemeClr val="dk1"/>
                </a:solidFill>
                <a:latin typeface="Times"/>
                <a:ea typeface="Times"/>
                <a:cs typeface="Times"/>
                <a:sym typeface="Times"/>
              </a:rPr>
              <a:t> </a:t>
            </a:r>
            <a:endParaRPr/>
          </a:p>
        </p:txBody>
      </p:sp>
      <p:grpSp>
        <p:nvGrpSpPr>
          <p:cNvPr id="1275" name="Google Shape;1275;p90"/>
          <p:cNvGrpSpPr/>
          <p:nvPr/>
        </p:nvGrpSpPr>
        <p:grpSpPr>
          <a:xfrm>
            <a:off x="3403925" y="2379225"/>
            <a:ext cx="2714364" cy="1518950"/>
            <a:chOff x="2597400" y="2634413"/>
            <a:chExt cx="2714364" cy="1518950"/>
          </a:xfrm>
        </p:grpSpPr>
        <p:sp>
          <p:nvSpPr>
            <p:cNvPr id="1276" name="Google Shape;1276;p90"/>
            <p:cNvSpPr/>
            <p:nvPr/>
          </p:nvSpPr>
          <p:spPr>
            <a:xfrm>
              <a:off x="2597400" y="2634413"/>
              <a:ext cx="644700" cy="6057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77" name="Google Shape;1277;p90"/>
            <p:cNvSpPr/>
            <p:nvPr/>
          </p:nvSpPr>
          <p:spPr>
            <a:xfrm>
              <a:off x="3835764" y="3583963"/>
              <a:ext cx="1476000" cy="5694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78" name="Google Shape;1278;p90"/>
            <p:cNvSpPr/>
            <p:nvPr/>
          </p:nvSpPr>
          <p:spPr>
            <a:xfrm>
              <a:off x="4017475" y="2634413"/>
              <a:ext cx="696900" cy="6057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1279" name="Google Shape;1279;p90"/>
          <p:cNvGrpSpPr/>
          <p:nvPr/>
        </p:nvGrpSpPr>
        <p:grpSpPr>
          <a:xfrm>
            <a:off x="2210100" y="2379225"/>
            <a:ext cx="4517600" cy="1518950"/>
            <a:chOff x="2597400" y="2634413"/>
            <a:chExt cx="4517600" cy="1518950"/>
          </a:xfrm>
        </p:grpSpPr>
        <p:sp>
          <p:nvSpPr>
            <p:cNvPr id="1280" name="Google Shape;1280;p90"/>
            <p:cNvSpPr/>
            <p:nvPr/>
          </p:nvSpPr>
          <p:spPr>
            <a:xfrm>
              <a:off x="2597400" y="2634413"/>
              <a:ext cx="644700" cy="6057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81" name="Google Shape;1281;p90"/>
            <p:cNvSpPr/>
            <p:nvPr/>
          </p:nvSpPr>
          <p:spPr>
            <a:xfrm>
              <a:off x="3061089" y="3583963"/>
              <a:ext cx="1476000" cy="5694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82" name="Google Shape;1282;p90"/>
            <p:cNvSpPr/>
            <p:nvPr/>
          </p:nvSpPr>
          <p:spPr>
            <a:xfrm>
              <a:off x="6418100" y="2634413"/>
              <a:ext cx="696900" cy="6057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7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7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3"/>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279"/>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2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7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6" name="Shape 1286"/>
        <p:cNvGrpSpPr/>
        <p:nvPr/>
      </p:nvGrpSpPr>
      <p:grpSpPr>
        <a:xfrm>
          <a:off x="0" y="0"/>
          <a:ext cx="0" cy="0"/>
          <a:chOff x="0" y="0"/>
          <a:chExt cx="0" cy="0"/>
        </a:xfrm>
      </p:grpSpPr>
      <p:sp>
        <p:nvSpPr>
          <p:cNvPr id="1287" name="Google Shape;1287;p91"/>
          <p:cNvSpPr txBox="1"/>
          <p:nvPr>
            <p:ph idx="1" type="body"/>
          </p:nvPr>
        </p:nvSpPr>
        <p:spPr>
          <a:xfrm>
            <a:off x="324000" y="759300"/>
            <a:ext cx="8237700" cy="86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100"/>
              <a:t>Understanding how to use the limits or error intervals allows multi step problem solving to be easier.</a:t>
            </a:r>
            <a:endParaRPr sz="2000"/>
          </a:p>
          <a:p>
            <a:pPr indent="0" lvl="0" marL="0" rtl="0" algn="l">
              <a:spcBef>
                <a:spcPts val="1000"/>
              </a:spcBef>
              <a:spcAft>
                <a:spcPts val="0"/>
              </a:spcAft>
              <a:buNone/>
            </a:pPr>
            <a:r>
              <a:t/>
            </a:r>
            <a:endParaRPr sz="2100"/>
          </a:p>
          <a:p>
            <a:pPr indent="0" lvl="0" marL="0" rtl="0" algn="l">
              <a:spcBef>
                <a:spcPts val="1000"/>
              </a:spcBef>
              <a:spcAft>
                <a:spcPts val="1000"/>
              </a:spcAft>
              <a:buNone/>
            </a:pPr>
            <a:r>
              <a:t/>
            </a:r>
            <a:endParaRPr sz="2100"/>
          </a:p>
        </p:txBody>
      </p:sp>
      <p:sp>
        <p:nvSpPr>
          <p:cNvPr id="1288" name="Google Shape;1288;p9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Problem solving with error intervals</a:t>
            </a:r>
            <a:endParaRPr/>
          </a:p>
        </p:txBody>
      </p:sp>
      <p:sp>
        <p:nvSpPr>
          <p:cNvPr id="1289" name="Google Shape;1289;p91"/>
          <p:cNvSpPr txBox="1"/>
          <p:nvPr/>
        </p:nvSpPr>
        <p:spPr>
          <a:xfrm>
            <a:off x="3133750" y="4247675"/>
            <a:ext cx="49839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Perimeter = 16.4 </a:t>
            </a:r>
            <a:r>
              <a:rPr lang="en-GB" sz="2200">
                <a:solidFill>
                  <a:schemeClr val="dk1"/>
                </a:solidFill>
                <a:latin typeface="Lexend"/>
                <a:ea typeface="Lexend"/>
                <a:cs typeface="Lexend"/>
                <a:sym typeface="Lexend"/>
              </a:rPr>
              <a:t>c</a:t>
            </a:r>
            <a:r>
              <a:rPr lang="en-GB" sz="2200">
                <a:solidFill>
                  <a:schemeClr val="dk1"/>
                </a:solidFill>
                <a:latin typeface="Lexend"/>
                <a:ea typeface="Lexend"/>
                <a:cs typeface="Lexend"/>
                <a:sym typeface="Lexend"/>
              </a:rPr>
              <a:t>m (to 1 d.p.)</a:t>
            </a:r>
            <a:endParaRPr/>
          </a:p>
        </p:txBody>
      </p:sp>
      <p:sp>
        <p:nvSpPr>
          <p:cNvPr id="1290" name="Google Shape;1290;p91"/>
          <p:cNvSpPr txBox="1"/>
          <p:nvPr>
            <p:ph idx="1" type="body"/>
          </p:nvPr>
        </p:nvSpPr>
        <p:spPr>
          <a:xfrm>
            <a:off x="324000" y="1584375"/>
            <a:ext cx="4499400" cy="2663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100"/>
              <a:t>Here is a triangle with given lengths 6.5 </a:t>
            </a:r>
            <a:r>
              <a:rPr lang="en-GB" sz="2100"/>
              <a:t>c</a:t>
            </a:r>
            <a:r>
              <a:rPr lang="en-GB" sz="2100"/>
              <a:t>m (to 1 d.p.), 8.2 </a:t>
            </a:r>
            <a:r>
              <a:rPr lang="en-GB" sz="2100"/>
              <a:t>c</a:t>
            </a:r>
            <a:r>
              <a:rPr lang="en-GB" sz="2100"/>
              <a:t>m (to 1 d.p.) and a perimeter of 16.4 </a:t>
            </a:r>
            <a:r>
              <a:rPr lang="en-GB" sz="2100"/>
              <a:t>c</a:t>
            </a:r>
            <a:r>
              <a:rPr lang="en-GB" sz="2100"/>
              <a:t>m (to 1 d.p.). Find the error interval of the unknown length. </a:t>
            </a:r>
            <a:endParaRPr sz="2100"/>
          </a:p>
          <a:p>
            <a:pPr indent="0" lvl="0" marL="0" rtl="0" algn="l">
              <a:spcBef>
                <a:spcPts val="1000"/>
              </a:spcBef>
              <a:spcAft>
                <a:spcPts val="0"/>
              </a:spcAft>
              <a:buNone/>
            </a:pPr>
            <a:r>
              <a:rPr lang="en-GB" sz="2100"/>
              <a:t>What is the first step before applying any calculations?</a:t>
            </a:r>
            <a:endParaRPr sz="2100"/>
          </a:p>
          <a:p>
            <a:pPr indent="0" lvl="0" marL="0" rtl="0" algn="l">
              <a:spcBef>
                <a:spcPts val="1000"/>
              </a:spcBef>
              <a:spcAft>
                <a:spcPts val="1000"/>
              </a:spcAft>
              <a:buNone/>
            </a:pPr>
            <a:r>
              <a:t/>
            </a:r>
            <a:endParaRPr sz="2100"/>
          </a:p>
        </p:txBody>
      </p:sp>
      <p:cxnSp>
        <p:nvCxnSpPr>
          <p:cNvPr id="1291" name="Google Shape;1291;p91"/>
          <p:cNvCxnSpPr/>
          <p:nvPr/>
        </p:nvCxnSpPr>
        <p:spPr>
          <a:xfrm flipH="1" rot="10800000">
            <a:off x="5758250" y="1055625"/>
            <a:ext cx="1450200" cy="2608500"/>
          </a:xfrm>
          <a:prstGeom prst="straightConnector1">
            <a:avLst/>
          </a:prstGeom>
          <a:noFill/>
          <a:ln cap="flat" cmpd="sng" w="28575">
            <a:solidFill>
              <a:schemeClr val="dk1"/>
            </a:solidFill>
            <a:prstDash val="solid"/>
            <a:round/>
            <a:headEnd len="med" w="med" type="none"/>
            <a:tailEnd len="med" w="med" type="none"/>
          </a:ln>
        </p:spPr>
      </p:cxnSp>
      <p:cxnSp>
        <p:nvCxnSpPr>
          <p:cNvPr id="1292" name="Google Shape;1292;p91"/>
          <p:cNvCxnSpPr/>
          <p:nvPr/>
        </p:nvCxnSpPr>
        <p:spPr>
          <a:xfrm rot="10800000">
            <a:off x="7208450" y="1055525"/>
            <a:ext cx="1321500" cy="3200700"/>
          </a:xfrm>
          <a:prstGeom prst="straightConnector1">
            <a:avLst/>
          </a:prstGeom>
          <a:noFill/>
          <a:ln cap="flat" cmpd="sng" w="28575">
            <a:solidFill>
              <a:schemeClr val="dk1"/>
            </a:solidFill>
            <a:prstDash val="solid"/>
            <a:round/>
            <a:headEnd len="med" w="med" type="none"/>
            <a:tailEnd len="med" w="med" type="none"/>
          </a:ln>
        </p:spPr>
      </p:cxnSp>
      <p:cxnSp>
        <p:nvCxnSpPr>
          <p:cNvPr id="1293" name="Google Shape;1293;p91"/>
          <p:cNvCxnSpPr/>
          <p:nvPr/>
        </p:nvCxnSpPr>
        <p:spPr>
          <a:xfrm>
            <a:off x="5758250" y="3672700"/>
            <a:ext cx="2771700" cy="566400"/>
          </a:xfrm>
          <a:prstGeom prst="straightConnector1">
            <a:avLst/>
          </a:prstGeom>
          <a:noFill/>
          <a:ln cap="flat" cmpd="sng" w="28575">
            <a:solidFill>
              <a:schemeClr val="dk1"/>
            </a:solidFill>
            <a:prstDash val="solid"/>
            <a:round/>
            <a:headEnd len="med" w="med" type="none"/>
            <a:tailEnd len="med" w="med" type="none"/>
          </a:ln>
        </p:spPr>
      </p:cxnSp>
      <p:sp>
        <p:nvSpPr>
          <p:cNvPr id="1294" name="Google Shape;1294;p91"/>
          <p:cNvSpPr txBox="1"/>
          <p:nvPr/>
        </p:nvSpPr>
        <p:spPr>
          <a:xfrm rot="-3670614">
            <a:off x="4756828" y="1718683"/>
            <a:ext cx="2999957" cy="523245"/>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6.5 </a:t>
            </a:r>
            <a:r>
              <a:rPr lang="en-GB" sz="2200">
                <a:solidFill>
                  <a:schemeClr val="dk1"/>
                </a:solidFill>
                <a:latin typeface="Lexend"/>
                <a:ea typeface="Lexend"/>
                <a:cs typeface="Lexend"/>
                <a:sym typeface="Lexend"/>
              </a:rPr>
              <a:t>c</a:t>
            </a:r>
            <a:r>
              <a:rPr lang="en-GB" sz="2200">
                <a:solidFill>
                  <a:schemeClr val="dk1"/>
                </a:solidFill>
                <a:latin typeface="Lexend"/>
                <a:ea typeface="Lexend"/>
                <a:cs typeface="Lexend"/>
                <a:sym typeface="Lexend"/>
              </a:rPr>
              <a:t>m (to 1 d.p.)</a:t>
            </a:r>
            <a:endParaRPr/>
          </a:p>
        </p:txBody>
      </p:sp>
      <p:sp>
        <p:nvSpPr>
          <p:cNvPr id="1295" name="Google Shape;1295;p91"/>
          <p:cNvSpPr txBox="1"/>
          <p:nvPr/>
        </p:nvSpPr>
        <p:spPr>
          <a:xfrm rot="4093447">
            <a:off x="6844410" y="2496215"/>
            <a:ext cx="3000187" cy="523215"/>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8.2 </a:t>
            </a:r>
            <a:r>
              <a:rPr lang="en-GB" sz="2200">
                <a:solidFill>
                  <a:schemeClr val="dk1"/>
                </a:solidFill>
                <a:latin typeface="Lexend"/>
                <a:ea typeface="Lexend"/>
                <a:cs typeface="Lexend"/>
                <a:sym typeface="Lexend"/>
              </a:rPr>
              <a:t>c</a:t>
            </a:r>
            <a:r>
              <a:rPr lang="en-GB" sz="2200">
                <a:solidFill>
                  <a:schemeClr val="dk1"/>
                </a:solidFill>
                <a:latin typeface="Lexend"/>
                <a:ea typeface="Lexend"/>
                <a:cs typeface="Lexend"/>
                <a:sym typeface="Lexend"/>
              </a:rPr>
              <a:t>m (to 1 d.p.)</a:t>
            </a:r>
            <a:endParaRPr/>
          </a:p>
        </p:txBody>
      </p:sp>
      <p:cxnSp>
        <p:nvCxnSpPr>
          <p:cNvPr id="1296" name="Google Shape;1296;p91"/>
          <p:cNvCxnSpPr/>
          <p:nvPr/>
        </p:nvCxnSpPr>
        <p:spPr>
          <a:xfrm flipH="1">
            <a:off x="5567050" y="1037500"/>
            <a:ext cx="1438800" cy="2522400"/>
          </a:xfrm>
          <a:prstGeom prst="straightConnector1">
            <a:avLst/>
          </a:prstGeom>
          <a:noFill/>
          <a:ln cap="flat" cmpd="sng" w="19050">
            <a:solidFill>
              <a:schemeClr val="dk1"/>
            </a:solidFill>
            <a:prstDash val="solid"/>
            <a:round/>
            <a:headEnd len="med" w="med" type="triangle"/>
            <a:tailEnd len="med" w="med" type="triangle"/>
          </a:ln>
        </p:spPr>
      </p:cxnSp>
      <p:cxnSp>
        <p:nvCxnSpPr>
          <p:cNvPr id="1297" name="Google Shape;1297;p91"/>
          <p:cNvCxnSpPr/>
          <p:nvPr/>
        </p:nvCxnSpPr>
        <p:spPr>
          <a:xfrm>
            <a:off x="7390125" y="1067050"/>
            <a:ext cx="1271100" cy="3172800"/>
          </a:xfrm>
          <a:prstGeom prst="straightConnector1">
            <a:avLst/>
          </a:prstGeom>
          <a:noFill/>
          <a:ln cap="flat" cmpd="sng" w="19050">
            <a:solidFill>
              <a:schemeClr val="dk1"/>
            </a:solidFill>
            <a:prstDash val="solid"/>
            <a:round/>
            <a:headEnd len="med" w="med" type="triangl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 presetSubtype="0">
                                  <p:stCondLst>
                                    <p:cond delay="0"/>
                                  </p:stCondLst>
                                  <p:childTnLst>
                                    <p:set>
                                      <p:cBhvr>
                                        <p:cTn dur="1" fill="hold">
                                          <p:stCondLst>
                                            <p:cond delay="0"/>
                                          </p:stCondLst>
                                        </p:cTn>
                                        <p:tgtEl>
                                          <p:spTgt spid="129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8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1" name="Shape 1301"/>
        <p:cNvGrpSpPr/>
        <p:nvPr/>
      </p:nvGrpSpPr>
      <p:grpSpPr>
        <a:xfrm>
          <a:off x="0" y="0"/>
          <a:ext cx="0" cy="0"/>
          <a:chOff x="0" y="0"/>
          <a:chExt cx="0" cy="0"/>
        </a:xfrm>
      </p:grpSpPr>
      <p:sp>
        <p:nvSpPr>
          <p:cNvPr id="1302" name="Google Shape;1302;p92"/>
          <p:cNvSpPr txBox="1"/>
          <p:nvPr>
            <p:ph idx="1" type="body"/>
          </p:nvPr>
        </p:nvSpPr>
        <p:spPr>
          <a:xfrm>
            <a:off x="365150" y="768300"/>
            <a:ext cx="5091300" cy="1999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Find the error interval of each length.</a:t>
            </a:r>
            <a:endParaRPr/>
          </a:p>
          <a:p>
            <a:pPr indent="0" lvl="0" marL="0" rtl="0" algn="l">
              <a:spcBef>
                <a:spcPts val="1000"/>
              </a:spcBef>
              <a:spcAft>
                <a:spcPts val="0"/>
              </a:spcAft>
              <a:buNone/>
            </a:pPr>
            <a:r>
              <a:rPr lang="en-GB"/>
              <a:t>6.45</a:t>
            </a:r>
            <a:r>
              <a:rPr lang="en-GB"/>
              <a:t> ≤ </a:t>
            </a:r>
            <a:r>
              <a:rPr i="1" lang="en-GB" sz="2500">
                <a:latin typeface="Times"/>
                <a:ea typeface="Times"/>
                <a:cs typeface="Times"/>
                <a:sym typeface="Times"/>
              </a:rPr>
              <a:t>a</a:t>
            </a:r>
            <a:r>
              <a:rPr lang="en-GB"/>
              <a:t> &lt; 6.55</a:t>
            </a:r>
            <a:endParaRPr/>
          </a:p>
          <a:p>
            <a:pPr indent="0" lvl="0" marL="0" rtl="0" algn="l">
              <a:spcBef>
                <a:spcPts val="1000"/>
              </a:spcBef>
              <a:spcAft>
                <a:spcPts val="0"/>
              </a:spcAft>
              <a:buNone/>
            </a:pPr>
            <a:r>
              <a:rPr lang="en-GB"/>
              <a:t>8.15 ≤ </a:t>
            </a:r>
            <a:r>
              <a:rPr i="1" lang="en-GB" sz="2500">
                <a:latin typeface="Times"/>
                <a:ea typeface="Times"/>
                <a:cs typeface="Times"/>
                <a:sym typeface="Times"/>
              </a:rPr>
              <a:t>b</a:t>
            </a:r>
            <a:r>
              <a:rPr lang="en-GB"/>
              <a:t> &lt; 8.25</a:t>
            </a:r>
            <a:endParaRPr/>
          </a:p>
          <a:p>
            <a:pPr indent="0" lvl="0" marL="0" rtl="0" algn="l">
              <a:spcBef>
                <a:spcPts val="1000"/>
              </a:spcBef>
              <a:spcAft>
                <a:spcPts val="0"/>
              </a:spcAft>
              <a:buClr>
                <a:schemeClr val="dk1"/>
              </a:buClr>
              <a:buSzPts val="1100"/>
              <a:buFont typeface="Arial"/>
              <a:buNone/>
            </a:pPr>
            <a:r>
              <a:rPr lang="en-GB"/>
              <a:t>16.35 ≤ </a:t>
            </a:r>
            <a:r>
              <a:rPr i="1" lang="en-GB" sz="2500">
                <a:latin typeface="Times"/>
                <a:ea typeface="Times"/>
                <a:cs typeface="Times"/>
                <a:sym typeface="Times"/>
              </a:rPr>
              <a:t>p</a:t>
            </a:r>
            <a:r>
              <a:rPr lang="en-GB"/>
              <a:t> &lt; 16.45</a:t>
            </a:r>
            <a:endParaRPr/>
          </a:p>
          <a:p>
            <a:pPr indent="0" lvl="0" marL="0" rtl="0" algn="l">
              <a:spcBef>
                <a:spcPts val="1000"/>
              </a:spcBef>
              <a:spcAft>
                <a:spcPts val="0"/>
              </a:spcAft>
              <a:buNone/>
            </a:pPr>
            <a:r>
              <a:t/>
            </a:r>
            <a:endParaRPr/>
          </a:p>
          <a:p>
            <a:pPr indent="0" lvl="0" marL="0" rtl="0" algn="l">
              <a:spcBef>
                <a:spcPts val="1000"/>
              </a:spcBef>
              <a:spcAft>
                <a:spcPts val="1000"/>
              </a:spcAft>
              <a:buNone/>
            </a:pPr>
            <a:r>
              <a:t/>
            </a:r>
            <a:endParaRPr/>
          </a:p>
        </p:txBody>
      </p:sp>
      <p:sp>
        <p:nvSpPr>
          <p:cNvPr id="1303" name="Google Shape;1303;p92"/>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Problem solving with error intervals</a:t>
            </a:r>
            <a:endParaRPr/>
          </a:p>
        </p:txBody>
      </p:sp>
      <p:sp>
        <p:nvSpPr>
          <p:cNvPr id="1304" name="Google Shape;1304;p92"/>
          <p:cNvSpPr txBox="1"/>
          <p:nvPr/>
        </p:nvSpPr>
        <p:spPr>
          <a:xfrm>
            <a:off x="3133750" y="4247675"/>
            <a:ext cx="49839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Perimeter = 16.4 </a:t>
            </a:r>
            <a:r>
              <a:rPr lang="en-GB" sz="2200">
                <a:solidFill>
                  <a:schemeClr val="dk1"/>
                </a:solidFill>
                <a:latin typeface="Lexend"/>
                <a:ea typeface="Lexend"/>
                <a:cs typeface="Lexend"/>
                <a:sym typeface="Lexend"/>
              </a:rPr>
              <a:t>c</a:t>
            </a:r>
            <a:r>
              <a:rPr lang="en-GB" sz="2200">
                <a:solidFill>
                  <a:schemeClr val="dk1"/>
                </a:solidFill>
                <a:latin typeface="Lexend"/>
                <a:ea typeface="Lexend"/>
                <a:cs typeface="Lexend"/>
                <a:sym typeface="Lexend"/>
              </a:rPr>
              <a:t>m (to 1 d.p.)</a:t>
            </a:r>
            <a:endParaRPr/>
          </a:p>
        </p:txBody>
      </p:sp>
      <p:sp>
        <p:nvSpPr>
          <p:cNvPr id="1305" name="Google Shape;1305;p92"/>
          <p:cNvSpPr txBox="1"/>
          <p:nvPr>
            <p:ph idx="1" type="body"/>
          </p:nvPr>
        </p:nvSpPr>
        <p:spPr>
          <a:xfrm>
            <a:off x="324000" y="2919150"/>
            <a:ext cx="5132400" cy="418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How do we work out the error interval of the missing length?</a:t>
            </a:r>
            <a:endParaRPr sz="2000"/>
          </a:p>
        </p:txBody>
      </p:sp>
      <p:cxnSp>
        <p:nvCxnSpPr>
          <p:cNvPr id="1306" name="Google Shape;1306;p92"/>
          <p:cNvCxnSpPr/>
          <p:nvPr/>
        </p:nvCxnSpPr>
        <p:spPr>
          <a:xfrm flipH="1" rot="10800000">
            <a:off x="5758250" y="1055625"/>
            <a:ext cx="1450200" cy="2608500"/>
          </a:xfrm>
          <a:prstGeom prst="straightConnector1">
            <a:avLst/>
          </a:prstGeom>
          <a:noFill/>
          <a:ln cap="flat" cmpd="sng" w="28575">
            <a:solidFill>
              <a:schemeClr val="dk1"/>
            </a:solidFill>
            <a:prstDash val="solid"/>
            <a:round/>
            <a:headEnd len="med" w="med" type="none"/>
            <a:tailEnd len="med" w="med" type="none"/>
          </a:ln>
        </p:spPr>
      </p:cxnSp>
      <p:cxnSp>
        <p:nvCxnSpPr>
          <p:cNvPr id="1307" name="Google Shape;1307;p92"/>
          <p:cNvCxnSpPr/>
          <p:nvPr/>
        </p:nvCxnSpPr>
        <p:spPr>
          <a:xfrm rot="10800000">
            <a:off x="7208450" y="1055525"/>
            <a:ext cx="1321500" cy="3200700"/>
          </a:xfrm>
          <a:prstGeom prst="straightConnector1">
            <a:avLst/>
          </a:prstGeom>
          <a:noFill/>
          <a:ln cap="flat" cmpd="sng" w="28575">
            <a:solidFill>
              <a:schemeClr val="dk1"/>
            </a:solidFill>
            <a:prstDash val="solid"/>
            <a:round/>
            <a:headEnd len="med" w="med" type="none"/>
            <a:tailEnd len="med" w="med" type="none"/>
          </a:ln>
        </p:spPr>
      </p:cxnSp>
      <p:cxnSp>
        <p:nvCxnSpPr>
          <p:cNvPr id="1308" name="Google Shape;1308;p92"/>
          <p:cNvCxnSpPr/>
          <p:nvPr/>
        </p:nvCxnSpPr>
        <p:spPr>
          <a:xfrm>
            <a:off x="5758250" y="3672700"/>
            <a:ext cx="2771700" cy="566400"/>
          </a:xfrm>
          <a:prstGeom prst="straightConnector1">
            <a:avLst/>
          </a:prstGeom>
          <a:noFill/>
          <a:ln cap="flat" cmpd="sng" w="28575">
            <a:solidFill>
              <a:schemeClr val="dk1"/>
            </a:solidFill>
            <a:prstDash val="solid"/>
            <a:round/>
            <a:headEnd len="med" w="med" type="none"/>
            <a:tailEnd len="med" w="med" type="none"/>
          </a:ln>
        </p:spPr>
      </p:cxnSp>
      <p:sp>
        <p:nvSpPr>
          <p:cNvPr id="1309" name="Google Shape;1309;p92"/>
          <p:cNvSpPr txBox="1"/>
          <p:nvPr/>
        </p:nvSpPr>
        <p:spPr>
          <a:xfrm rot="-3670614">
            <a:off x="4756828" y="1718683"/>
            <a:ext cx="2999957" cy="523245"/>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6.5 cm (to 1 d.p.)</a:t>
            </a:r>
            <a:endParaRPr/>
          </a:p>
        </p:txBody>
      </p:sp>
      <p:sp>
        <p:nvSpPr>
          <p:cNvPr id="1310" name="Google Shape;1310;p92"/>
          <p:cNvSpPr txBox="1"/>
          <p:nvPr/>
        </p:nvSpPr>
        <p:spPr>
          <a:xfrm rot="4093447">
            <a:off x="6844410" y="2496215"/>
            <a:ext cx="3000187" cy="523215"/>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8.2 cm (to 1 d.p.)</a:t>
            </a:r>
            <a:endParaRPr/>
          </a:p>
        </p:txBody>
      </p:sp>
      <p:cxnSp>
        <p:nvCxnSpPr>
          <p:cNvPr id="1311" name="Google Shape;1311;p92"/>
          <p:cNvCxnSpPr/>
          <p:nvPr/>
        </p:nvCxnSpPr>
        <p:spPr>
          <a:xfrm flipH="1">
            <a:off x="5567050" y="1037500"/>
            <a:ext cx="1438800" cy="2522400"/>
          </a:xfrm>
          <a:prstGeom prst="straightConnector1">
            <a:avLst/>
          </a:prstGeom>
          <a:noFill/>
          <a:ln cap="flat" cmpd="sng" w="19050">
            <a:solidFill>
              <a:schemeClr val="dk1"/>
            </a:solidFill>
            <a:prstDash val="solid"/>
            <a:round/>
            <a:headEnd len="med" w="med" type="triangle"/>
            <a:tailEnd len="med" w="med" type="triangle"/>
          </a:ln>
        </p:spPr>
      </p:cxnSp>
      <p:cxnSp>
        <p:nvCxnSpPr>
          <p:cNvPr id="1312" name="Google Shape;1312;p92"/>
          <p:cNvCxnSpPr/>
          <p:nvPr/>
        </p:nvCxnSpPr>
        <p:spPr>
          <a:xfrm>
            <a:off x="7390125" y="1067050"/>
            <a:ext cx="1271100" cy="3172800"/>
          </a:xfrm>
          <a:prstGeom prst="straightConnector1">
            <a:avLst/>
          </a:prstGeom>
          <a:noFill/>
          <a:ln cap="flat" cmpd="sng" w="19050">
            <a:solidFill>
              <a:schemeClr val="dk1"/>
            </a:solidFill>
            <a:prstDash val="solid"/>
            <a:round/>
            <a:headEnd len="med" w="med" type="triangl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6" name="Shape 1316"/>
        <p:cNvGrpSpPr/>
        <p:nvPr/>
      </p:nvGrpSpPr>
      <p:grpSpPr>
        <a:xfrm>
          <a:off x="0" y="0"/>
          <a:ext cx="0" cy="0"/>
          <a:chOff x="0" y="0"/>
          <a:chExt cx="0" cy="0"/>
        </a:xfrm>
      </p:grpSpPr>
      <p:sp>
        <p:nvSpPr>
          <p:cNvPr id="1317" name="Google Shape;1317;p93"/>
          <p:cNvSpPr txBox="1"/>
          <p:nvPr>
            <p:ph idx="1" type="body"/>
          </p:nvPr>
        </p:nvSpPr>
        <p:spPr>
          <a:xfrm>
            <a:off x="365150" y="768300"/>
            <a:ext cx="5091300" cy="440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Find the error interval of each length.</a:t>
            </a:r>
            <a:endParaRPr/>
          </a:p>
          <a:p>
            <a:pPr indent="0" lvl="0" marL="0" rtl="0" algn="l">
              <a:spcBef>
                <a:spcPts val="1000"/>
              </a:spcBef>
              <a:spcAft>
                <a:spcPts val="0"/>
              </a:spcAft>
              <a:buNone/>
            </a:pPr>
            <a:r>
              <a:rPr lang="en-GB"/>
              <a:t>6.45 ≤ </a:t>
            </a:r>
            <a:r>
              <a:rPr i="1" lang="en-GB" sz="2500">
                <a:latin typeface="Times"/>
                <a:ea typeface="Times"/>
                <a:cs typeface="Times"/>
                <a:sym typeface="Times"/>
              </a:rPr>
              <a:t>a</a:t>
            </a:r>
            <a:r>
              <a:rPr lang="en-GB"/>
              <a:t> &lt; 6.55</a:t>
            </a:r>
            <a:endParaRPr/>
          </a:p>
          <a:p>
            <a:pPr indent="0" lvl="0" marL="0" rtl="0" algn="l">
              <a:spcBef>
                <a:spcPts val="1000"/>
              </a:spcBef>
              <a:spcAft>
                <a:spcPts val="0"/>
              </a:spcAft>
              <a:buNone/>
            </a:pPr>
            <a:r>
              <a:rPr lang="en-GB"/>
              <a:t>8.15 ≤ </a:t>
            </a:r>
            <a:r>
              <a:rPr i="1" lang="en-GB" sz="2500">
                <a:latin typeface="Times"/>
                <a:ea typeface="Times"/>
                <a:cs typeface="Times"/>
                <a:sym typeface="Times"/>
              </a:rPr>
              <a:t>b</a:t>
            </a:r>
            <a:r>
              <a:rPr lang="en-GB"/>
              <a:t> &lt; 8.25</a:t>
            </a:r>
            <a:endParaRPr/>
          </a:p>
          <a:p>
            <a:pPr indent="0" lvl="0" marL="0" rtl="0" algn="l">
              <a:spcBef>
                <a:spcPts val="1000"/>
              </a:spcBef>
              <a:spcAft>
                <a:spcPts val="0"/>
              </a:spcAft>
              <a:buNone/>
            </a:pPr>
            <a:r>
              <a:rPr lang="en-GB"/>
              <a:t>16.35 ≤ </a:t>
            </a:r>
            <a:r>
              <a:rPr i="1" lang="en-GB" sz="2500">
                <a:latin typeface="Times"/>
                <a:ea typeface="Times"/>
                <a:cs typeface="Times"/>
                <a:sym typeface="Times"/>
              </a:rPr>
              <a:t>p</a:t>
            </a:r>
            <a:r>
              <a:rPr lang="en-GB"/>
              <a:t> &lt; 16.45</a:t>
            </a:r>
            <a:endParaRPr/>
          </a:p>
          <a:p>
            <a:pPr indent="0" lvl="0" marL="0" rtl="0" algn="l">
              <a:spcBef>
                <a:spcPts val="1000"/>
              </a:spcBef>
              <a:spcAft>
                <a:spcPts val="0"/>
              </a:spcAft>
              <a:buNone/>
            </a:pPr>
            <a:r>
              <a:t/>
            </a:r>
            <a:endParaRPr/>
          </a:p>
          <a:p>
            <a:pPr indent="0" lvl="0" marL="0" rtl="0" algn="l">
              <a:spcBef>
                <a:spcPts val="1000"/>
              </a:spcBef>
              <a:spcAft>
                <a:spcPts val="1000"/>
              </a:spcAft>
              <a:buNone/>
            </a:pPr>
            <a:r>
              <a:t/>
            </a:r>
            <a:endParaRPr/>
          </a:p>
        </p:txBody>
      </p:sp>
      <p:sp>
        <p:nvSpPr>
          <p:cNvPr id="1318" name="Google Shape;1318;p93"/>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Problem solving with error intervals</a:t>
            </a:r>
            <a:endParaRPr/>
          </a:p>
        </p:txBody>
      </p:sp>
      <p:sp>
        <p:nvSpPr>
          <p:cNvPr id="1319" name="Google Shape;1319;p93"/>
          <p:cNvSpPr txBox="1"/>
          <p:nvPr>
            <p:ph idx="1" type="body"/>
          </p:nvPr>
        </p:nvSpPr>
        <p:spPr>
          <a:xfrm>
            <a:off x="324000" y="2919150"/>
            <a:ext cx="5132400" cy="418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Upper limit of the missing length:</a:t>
            </a:r>
            <a:endParaRPr sz="2000"/>
          </a:p>
          <a:p>
            <a:pPr indent="0" lvl="0" marL="0" rtl="0" algn="l">
              <a:spcBef>
                <a:spcPts val="1000"/>
              </a:spcBef>
              <a:spcAft>
                <a:spcPts val="0"/>
              </a:spcAft>
              <a:buNone/>
            </a:pPr>
            <a:r>
              <a:rPr lang="en-GB" sz="2000"/>
              <a:t>Upper </a:t>
            </a:r>
            <a:r>
              <a:rPr i="1" lang="en-GB" sz="2500">
                <a:latin typeface="Times"/>
                <a:ea typeface="Times"/>
                <a:cs typeface="Times"/>
                <a:sym typeface="Times"/>
              </a:rPr>
              <a:t>p </a:t>
            </a:r>
            <a:r>
              <a:rPr lang="en-GB" sz="2000"/>
              <a:t>− lowest </a:t>
            </a:r>
            <a:r>
              <a:rPr i="1" lang="en-GB" sz="2500">
                <a:latin typeface="Times"/>
                <a:ea typeface="Times"/>
                <a:cs typeface="Times"/>
                <a:sym typeface="Times"/>
              </a:rPr>
              <a:t>a </a:t>
            </a:r>
            <a:r>
              <a:rPr lang="en-GB" sz="2000"/>
              <a:t>−</a:t>
            </a:r>
            <a:r>
              <a:rPr i="1" lang="en-GB" sz="2500">
                <a:latin typeface="Times"/>
                <a:ea typeface="Times"/>
                <a:cs typeface="Times"/>
                <a:sym typeface="Times"/>
              </a:rPr>
              <a:t> </a:t>
            </a:r>
            <a:r>
              <a:rPr lang="en-GB" sz="2000"/>
              <a:t>lowest </a:t>
            </a:r>
            <a:r>
              <a:rPr i="1" lang="en-GB" sz="2500">
                <a:latin typeface="Times"/>
                <a:ea typeface="Times"/>
                <a:cs typeface="Times"/>
                <a:sym typeface="Times"/>
              </a:rPr>
              <a:t>c</a:t>
            </a:r>
            <a:endParaRPr i="1" sz="2500">
              <a:latin typeface="Times"/>
              <a:ea typeface="Times"/>
              <a:cs typeface="Times"/>
              <a:sym typeface="Times"/>
            </a:endParaRPr>
          </a:p>
          <a:p>
            <a:pPr indent="0" lvl="0" marL="0" rtl="0" algn="l">
              <a:spcBef>
                <a:spcPts val="1000"/>
              </a:spcBef>
              <a:spcAft>
                <a:spcPts val="1000"/>
              </a:spcAft>
              <a:buNone/>
            </a:pPr>
            <a:r>
              <a:rPr lang="en-GB"/>
              <a:t>16.45 − 6.45 − 8.15 = 1.85</a:t>
            </a:r>
            <a:endParaRPr i="1" sz="2500">
              <a:latin typeface="Times"/>
              <a:ea typeface="Times"/>
              <a:cs typeface="Times"/>
              <a:sym typeface="Times"/>
            </a:endParaRPr>
          </a:p>
        </p:txBody>
      </p:sp>
      <p:cxnSp>
        <p:nvCxnSpPr>
          <p:cNvPr id="1320" name="Google Shape;1320;p93"/>
          <p:cNvCxnSpPr/>
          <p:nvPr/>
        </p:nvCxnSpPr>
        <p:spPr>
          <a:xfrm flipH="1" rot="10800000">
            <a:off x="5758250" y="1055625"/>
            <a:ext cx="1450200" cy="2608500"/>
          </a:xfrm>
          <a:prstGeom prst="straightConnector1">
            <a:avLst/>
          </a:prstGeom>
          <a:noFill/>
          <a:ln cap="flat" cmpd="sng" w="28575">
            <a:solidFill>
              <a:schemeClr val="dk1"/>
            </a:solidFill>
            <a:prstDash val="solid"/>
            <a:round/>
            <a:headEnd len="med" w="med" type="none"/>
            <a:tailEnd len="med" w="med" type="none"/>
          </a:ln>
        </p:spPr>
      </p:cxnSp>
      <p:cxnSp>
        <p:nvCxnSpPr>
          <p:cNvPr id="1321" name="Google Shape;1321;p93"/>
          <p:cNvCxnSpPr/>
          <p:nvPr/>
        </p:nvCxnSpPr>
        <p:spPr>
          <a:xfrm rot="10800000">
            <a:off x="7208450" y="1055525"/>
            <a:ext cx="1321500" cy="3200700"/>
          </a:xfrm>
          <a:prstGeom prst="straightConnector1">
            <a:avLst/>
          </a:prstGeom>
          <a:noFill/>
          <a:ln cap="flat" cmpd="sng" w="28575">
            <a:solidFill>
              <a:schemeClr val="dk1"/>
            </a:solidFill>
            <a:prstDash val="solid"/>
            <a:round/>
            <a:headEnd len="med" w="med" type="none"/>
            <a:tailEnd len="med" w="med" type="none"/>
          </a:ln>
        </p:spPr>
      </p:cxnSp>
      <p:cxnSp>
        <p:nvCxnSpPr>
          <p:cNvPr id="1322" name="Google Shape;1322;p93"/>
          <p:cNvCxnSpPr/>
          <p:nvPr/>
        </p:nvCxnSpPr>
        <p:spPr>
          <a:xfrm>
            <a:off x="5758250" y="3672700"/>
            <a:ext cx="2771700" cy="566400"/>
          </a:xfrm>
          <a:prstGeom prst="straightConnector1">
            <a:avLst/>
          </a:prstGeom>
          <a:noFill/>
          <a:ln cap="flat" cmpd="sng" w="28575">
            <a:solidFill>
              <a:schemeClr val="dk1"/>
            </a:solidFill>
            <a:prstDash val="solid"/>
            <a:round/>
            <a:headEnd len="med" w="med" type="none"/>
            <a:tailEnd len="med" w="med" type="none"/>
          </a:ln>
        </p:spPr>
      </p:cxnSp>
      <p:sp>
        <p:nvSpPr>
          <p:cNvPr id="1323" name="Google Shape;1323;p93"/>
          <p:cNvSpPr txBox="1"/>
          <p:nvPr/>
        </p:nvSpPr>
        <p:spPr>
          <a:xfrm rot="-3670614">
            <a:off x="4756828" y="1718683"/>
            <a:ext cx="2999957" cy="523245"/>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6.5 cm (to 1 d.p.)</a:t>
            </a:r>
            <a:endParaRPr/>
          </a:p>
        </p:txBody>
      </p:sp>
      <p:sp>
        <p:nvSpPr>
          <p:cNvPr id="1324" name="Google Shape;1324;p93"/>
          <p:cNvSpPr txBox="1"/>
          <p:nvPr/>
        </p:nvSpPr>
        <p:spPr>
          <a:xfrm rot="4093447">
            <a:off x="6844410" y="2496215"/>
            <a:ext cx="3000187" cy="523215"/>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8.2 cm (to 1 d.p.)</a:t>
            </a:r>
            <a:endParaRPr/>
          </a:p>
        </p:txBody>
      </p:sp>
      <p:cxnSp>
        <p:nvCxnSpPr>
          <p:cNvPr id="1325" name="Google Shape;1325;p93"/>
          <p:cNvCxnSpPr/>
          <p:nvPr/>
        </p:nvCxnSpPr>
        <p:spPr>
          <a:xfrm flipH="1">
            <a:off x="5567050" y="1037500"/>
            <a:ext cx="1438800" cy="2522400"/>
          </a:xfrm>
          <a:prstGeom prst="straightConnector1">
            <a:avLst/>
          </a:prstGeom>
          <a:noFill/>
          <a:ln cap="flat" cmpd="sng" w="19050">
            <a:solidFill>
              <a:schemeClr val="dk1"/>
            </a:solidFill>
            <a:prstDash val="solid"/>
            <a:round/>
            <a:headEnd len="med" w="med" type="triangle"/>
            <a:tailEnd len="med" w="med" type="triangle"/>
          </a:ln>
        </p:spPr>
      </p:cxnSp>
      <p:cxnSp>
        <p:nvCxnSpPr>
          <p:cNvPr id="1326" name="Google Shape;1326;p93"/>
          <p:cNvCxnSpPr/>
          <p:nvPr/>
        </p:nvCxnSpPr>
        <p:spPr>
          <a:xfrm>
            <a:off x="7390125" y="1067050"/>
            <a:ext cx="1271100" cy="3172800"/>
          </a:xfrm>
          <a:prstGeom prst="straightConnector1">
            <a:avLst/>
          </a:prstGeom>
          <a:noFill/>
          <a:ln cap="flat" cmpd="sng" w="19050">
            <a:solidFill>
              <a:schemeClr val="dk1"/>
            </a:solidFill>
            <a:prstDash val="solid"/>
            <a:round/>
            <a:headEnd len="med" w="med" type="triangl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9">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0" name="Shape 1330"/>
        <p:cNvGrpSpPr/>
        <p:nvPr/>
      </p:nvGrpSpPr>
      <p:grpSpPr>
        <a:xfrm>
          <a:off x="0" y="0"/>
          <a:ext cx="0" cy="0"/>
          <a:chOff x="0" y="0"/>
          <a:chExt cx="0" cy="0"/>
        </a:xfrm>
      </p:grpSpPr>
      <p:sp>
        <p:nvSpPr>
          <p:cNvPr id="1331" name="Google Shape;1331;p94"/>
          <p:cNvSpPr txBox="1"/>
          <p:nvPr>
            <p:ph idx="1" type="body"/>
          </p:nvPr>
        </p:nvSpPr>
        <p:spPr>
          <a:xfrm>
            <a:off x="365150" y="768300"/>
            <a:ext cx="5091300" cy="440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Find the error interval of each length.</a:t>
            </a:r>
            <a:endParaRPr/>
          </a:p>
          <a:p>
            <a:pPr indent="0" lvl="0" marL="0" rtl="0" algn="l">
              <a:spcBef>
                <a:spcPts val="1000"/>
              </a:spcBef>
              <a:spcAft>
                <a:spcPts val="0"/>
              </a:spcAft>
              <a:buNone/>
            </a:pPr>
            <a:r>
              <a:rPr lang="en-GB"/>
              <a:t>6.45 ≤ </a:t>
            </a:r>
            <a:r>
              <a:rPr i="1" lang="en-GB" sz="2500">
                <a:latin typeface="Times"/>
                <a:ea typeface="Times"/>
                <a:cs typeface="Times"/>
                <a:sym typeface="Times"/>
              </a:rPr>
              <a:t>a</a:t>
            </a:r>
            <a:r>
              <a:rPr lang="en-GB"/>
              <a:t> &lt; 6.55</a:t>
            </a:r>
            <a:endParaRPr/>
          </a:p>
          <a:p>
            <a:pPr indent="0" lvl="0" marL="0" rtl="0" algn="l">
              <a:spcBef>
                <a:spcPts val="1000"/>
              </a:spcBef>
              <a:spcAft>
                <a:spcPts val="0"/>
              </a:spcAft>
              <a:buNone/>
            </a:pPr>
            <a:r>
              <a:rPr lang="en-GB"/>
              <a:t>8.15 ≤ </a:t>
            </a:r>
            <a:r>
              <a:rPr i="1" lang="en-GB" sz="2500">
                <a:latin typeface="Times"/>
                <a:ea typeface="Times"/>
                <a:cs typeface="Times"/>
                <a:sym typeface="Times"/>
              </a:rPr>
              <a:t>b</a:t>
            </a:r>
            <a:r>
              <a:rPr lang="en-GB"/>
              <a:t> &lt; </a:t>
            </a:r>
            <a:r>
              <a:rPr lang="en-GB"/>
              <a:t>8.25</a:t>
            </a:r>
            <a:endParaRPr/>
          </a:p>
          <a:p>
            <a:pPr indent="0" lvl="0" marL="0" rtl="0" algn="l">
              <a:spcBef>
                <a:spcPts val="1000"/>
              </a:spcBef>
              <a:spcAft>
                <a:spcPts val="0"/>
              </a:spcAft>
              <a:buNone/>
            </a:pPr>
            <a:r>
              <a:rPr lang="en-GB"/>
              <a:t>16.35 ≤ </a:t>
            </a:r>
            <a:r>
              <a:rPr i="1" lang="en-GB" sz="2500">
                <a:latin typeface="Times"/>
                <a:ea typeface="Times"/>
                <a:cs typeface="Times"/>
                <a:sym typeface="Times"/>
              </a:rPr>
              <a:t>p</a:t>
            </a:r>
            <a:r>
              <a:rPr lang="en-GB"/>
              <a:t> &lt; 16.45</a:t>
            </a:r>
            <a:endParaRPr/>
          </a:p>
          <a:p>
            <a:pPr indent="0" lvl="0" marL="0" rtl="0" algn="l">
              <a:spcBef>
                <a:spcPts val="1000"/>
              </a:spcBef>
              <a:spcAft>
                <a:spcPts val="0"/>
              </a:spcAft>
              <a:buNone/>
            </a:pPr>
            <a:r>
              <a:t/>
            </a:r>
            <a:endParaRPr/>
          </a:p>
          <a:p>
            <a:pPr indent="0" lvl="0" marL="0" rtl="0" algn="l">
              <a:spcBef>
                <a:spcPts val="1000"/>
              </a:spcBef>
              <a:spcAft>
                <a:spcPts val="1000"/>
              </a:spcAft>
              <a:buNone/>
            </a:pPr>
            <a:r>
              <a:t/>
            </a:r>
            <a:endParaRPr/>
          </a:p>
        </p:txBody>
      </p:sp>
      <p:sp>
        <p:nvSpPr>
          <p:cNvPr id="1332" name="Google Shape;1332;p94"/>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Problem solving with error intervals</a:t>
            </a:r>
            <a:endParaRPr/>
          </a:p>
        </p:txBody>
      </p:sp>
      <p:sp>
        <p:nvSpPr>
          <p:cNvPr id="1333" name="Google Shape;1333;p94"/>
          <p:cNvSpPr txBox="1"/>
          <p:nvPr>
            <p:ph idx="1" type="body"/>
          </p:nvPr>
        </p:nvSpPr>
        <p:spPr>
          <a:xfrm>
            <a:off x="324000" y="2919150"/>
            <a:ext cx="5132400" cy="418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Lower</a:t>
            </a:r>
            <a:r>
              <a:rPr lang="en-GB" sz="2000"/>
              <a:t> limit of the missing length:</a:t>
            </a:r>
            <a:endParaRPr sz="2000"/>
          </a:p>
          <a:p>
            <a:pPr indent="0" lvl="0" marL="0" rtl="0" algn="l">
              <a:spcBef>
                <a:spcPts val="1000"/>
              </a:spcBef>
              <a:spcAft>
                <a:spcPts val="0"/>
              </a:spcAft>
              <a:buNone/>
            </a:pPr>
            <a:r>
              <a:rPr lang="en-GB" sz="2000"/>
              <a:t>Lower </a:t>
            </a:r>
            <a:r>
              <a:rPr i="1" lang="en-GB" sz="2500">
                <a:latin typeface="Times"/>
                <a:ea typeface="Times"/>
                <a:cs typeface="Times"/>
                <a:sym typeface="Times"/>
              </a:rPr>
              <a:t>p </a:t>
            </a:r>
            <a:r>
              <a:rPr lang="en-GB" sz="2000"/>
              <a:t>−</a:t>
            </a:r>
            <a:r>
              <a:rPr lang="en-GB" sz="2000"/>
              <a:t> upper </a:t>
            </a:r>
            <a:r>
              <a:rPr i="1" lang="en-GB" sz="2500">
                <a:latin typeface="Times"/>
                <a:ea typeface="Times"/>
                <a:cs typeface="Times"/>
                <a:sym typeface="Times"/>
              </a:rPr>
              <a:t>a </a:t>
            </a:r>
            <a:r>
              <a:rPr lang="en-GB" sz="2000"/>
              <a:t>−</a:t>
            </a:r>
            <a:r>
              <a:rPr i="1" lang="en-GB" sz="2500">
                <a:latin typeface="Times"/>
                <a:ea typeface="Times"/>
                <a:cs typeface="Times"/>
                <a:sym typeface="Times"/>
              </a:rPr>
              <a:t> </a:t>
            </a:r>
            <a:r>
              <a:rPr lang="en-GB" sz="2000"/>
              <a:t>upper</a:t>
            </a:r>
            <a:r>
              <a:rPr lang="en-GB" sz="2000"/>
              <a:t> </a:t>
            </a:r>
            <a:r>
              <a:rPr i="1" lang="en-GB" sz="2500">
                <a:latin typeface="Times"/>
                <a:ea typeface="Times"/>
                <a:cs typeface="Times"/>
                <a:sym typeface="Times"/>
              </a:rPr>
              <a:t>c</a:t>
            </a:r>
            <a:endParaRPr i="1" sz="2500">
              <a:latin typeface="Times"/>
              <a:ea typeface="Times"/>
              <a:cs typeface="Times"/>
              <a:sym typeface="Times"/>
            </a:endParaRPr>
          </a:p>
          <a:p>
            <a:pPr indent="0" lvl="0" marL="0" rtl="0" algn="l">
              <a:spcBef>
                <a:spcPts val="1000"/>
              </a:spcBef>
              <a:spcAft>
                <a:spcPts val="1000"/>
              </a:spcAft>
              <a:buNone/>
            </a:pPr>
            <a:r>
              <a:rPr lang="en-GB"/>
              <a:t>16.35</a:t>
            </a:r>
            <a:r>
              <a:rPr lang="en-GB"/>
              <a:t> </a:t>
            </a:r>
            <a:r>
              <a:rPr lang="en-GB">
                <a:solidFill>
                  <a:srgbClr val="202124"/>
                </a:solidFill>
                <a:highlight>
                  <a:srgbClr val="FFFFFF"/>
                </a:highlight>
              </a:rPr>
              <a:t>−</a:t>
            </a:r>
            <a:r>
              <a:rPr lang="en-GB"/>
              <a:t> </a:t>
            </a:r>
            <a:r>
              <a:rPr lang="en-GB"/>
              <a:t>6.55</a:t>
            </a:r>
            <a:r>
              <a:rPr lang="en-GB"/>
              <a:t> </a:t>
            </a:r>
            <a:r>
              <a:rPr lang="en-GB">
                <a:solidFill>
                  <a:srgbClr val="202124"/>
                </a:solidFill>
                <a:highlight>
                  <a:srgbClr val="FFFFFF"/>
                </a:highlight>
              </a:rPr>
              <a:t>−</a:t>
            </a:r>
            <a:r>
              <a:rPr lang="en-GB"/>
              <a:t> </a:t>
            </a:r>
            <a:r>
              <a:rPr lang="en-GB"/>
              <a:t>8.25 = 1.55</a:t>
            </a:r>
            <a:endParaRPr i="1" sz="2500">
              <a:latin typeface="Times"/>
              <a:ea typeface="Times"/>
              <a:cs typeface="Times"/>
              <a:sym typeface="Times"/>
            </a:endParaRPr>
          </a:p>
        </p:txBody>
      </p:sp>
      <p:cxnSp>
        <p:nvCxnSpPr>
          <p:cNvPr id="1334" name="Google Shape;1334;p94"/>
          <p:cNvCxnSpPr/>
          <p:nvPr/>
        </p:nvCxnSpPr>
        <p:spPr>
          <a:xfrm>
            <a:off x="5758250" y="3672700"/>
            <a:ext cx="2771700" cy="566400"/>
          </a:xfrm>
          <a:prstGeom prst="straightConnector1">
            <a:avLst/>
          </a:prstGeom>
          <a:noFill/>
          <a:ln cap="flat" cmpd="sng" w="28575">
            <a:solidFill>
              <a:schemeClr val="dk1"/>
            </a:solidFill>
            <a:prstDash val="solid"/>
            <a:round/>
            <a:headEnd len="med" w="med" type="none"/>
            <a:tailEnd len="med" w="med" type="none"/>
          </a:ln>
        </p:spPr>
      </p:cxnSp>
      <p:sp>
        <p:nvSpPr>
          <p:cNvPr id="1335" name="Google Shape;1335;p94"/>
          <p:cNvSpPr txBox="1"/>
          <p:nvPr/>
        </p:nvSpPr>
        <p:spPr>
          <a:xfrm>
            <a:off x="324000" y="4480200"/>
            <a:ext cx="7596300" cy="3849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rPr lang="en-GB" sz="2000">
                <a:solidFill>
                  <a:schemeClr val="dk1"/>
                </a:solidFill>
                <a:latin typeface="Lexend"/>
                <a:ea typeface="Lexend"/>
                <a:cs typeface="Lexend"/>
                <a:sym typeface="Lexend"/>
              </a:rPr>
              <a:t>Error interval for the missing length is   </a:t>
            </a:r>
            <a:r>
              <a:rPr lang="en-GB" sz="2200">
                <a:solidFill>
                  <a:schemeClr val="dk1"/>
                </a:solidFill>
                <a:latin typeface="Lexend"/>
                <a:ea typeface="Lexend"/>
                <a:cs typeface="Lexend"/>
                <a:sym typeface="Lexend"/>
              </a:rPr>
              <a:t>1.55 &lt; </a:t>
            </a:r>
            <a:r>
              <a:rPr i="1" lang="en-GB" sz="2500">
                <a:solidFill>
                  <a:schemeClr val="dk1"/>
                </a:solidFill>
                <a:latin typeface="Times"/>
                <a:ea typeface="Times"/>
                <a:cs typeface="Times"/>
                <a:sym typeface="Times"/>
              </a:rPr>
              <a:t>l</a:t>
            </a:r>
            <a:r>
              <a:rPr lang="en-GB" sz="2200">
                <a:solidFill>
                  <a:schemeClr val="dk1"/>
                </a:solidFill>
                <a:latin typeface="Lexend"/>
                <a:ea typeface="Lexend"/>
                <a:cs typeface="Lexend"/>
                <a:sym typeface="Lexend"/>
              </a:rPr>
              <a:t> &lt; 1.85</a:t>
            </a:r>
            <a:r>
              <a:rPr lang="en-GB" sz="2000">
                <a:solidFill>
                  <a:schemeClr val="dk1"/>
                </a:solidFill>
                <a:latin typeface="Lexend"/>
                <a:ea typeface="Lexend"/>
                <a:cs typeface="Lexend"/>
                <a:sym typeface="Lexend"/>
              </a:rPr>
              <a:t> </a:t>
            </a:r>
            <a:endParaRPr/>
          </a:p>
        </p:txBody>
      </p:sp>
      <p:cxnSp>
        <p:nvCxnSpPr>
          <p:cNvPr id="1336" name="Google Shape;1336;p94"/>
          <p:cNvCxnSpPr/>
          <p:nvPr/>
        </p:nvCxnSpPr>
        <p:spPr>
          <a:xfrm flipH="1" rot="10800000">
            <a:off x="5758250" y="1055625"/>
            <a:ext cx="1450200" cy="2608500"/>
          </a:xfrm>
          <a:prstGeom prst="straightConnector1">
            <a:avLst/>
          </a:prstGeom>
          <a:noFill/>
          <a:ln cap="flat" cmpd="sng" w="28575">
            <a:solidFill>
              <a:schemeClr val="dk1"/>
            </a:solidFill>
            <a:prstDash val="solid"/>
            <a:round/>
            <a:headEnd len="med" w="med" type="none"/>
            <a:tailEnd len="med" w="med" type="none"/>
          </a:ln>
        </p:spPr>
      </p:cxnSp>
      <p:cxnSp>
        <p:nvCxnSpPr>
          <p:cNvPr id="1337" name="Google Shape;1337;p94"/>
          <p:cNvCxnSpPr/>
          <p:nvPr/>
        </p:nvCxnSpPr>
        <p:spPr>
          <a:xfrm rot="10800000">
            <a:off x="7208450" y="1055525"/>
            <a:ext cx="1321500" cy="3200700"/>
          </a:xfrm>
          <a:prstGeom prst="straightConnector1">
            <a:avLst/>
          </a:prstGeom>
          <a:noFill/>
          <a:ln cap="flat" cmpd="sng" w="28575">
            <a:solidFill>
              <a:schemeClr val="dk1"/>
            </a:solidFill>
            <a:prstDash val="solid"/>
            <a:round/>
            <a:headEnd len="med" w="med" type="none"/>
            <a:tailEnd len="med" w="med" type="none"/>
          </a:ln>
        </p:spPr>
      </p:cxnSp>
      <p:cxnSp>
        <p:nvCxnSpPr>
          <p:cNvPr id="1338" name="Google Shape;1338;p94"/>
          <p:cNvCxnSpPr/>
          <p:nvPr/>
        </p:nvCxnSpPr>
        <p:spPr>
          <a:xfrm>
            <a:off x="5758250" y="3672700"/>
            <a:ext cx="2771700" cy="566400"/>
          </a:xfrm>
          <a:prstGeom prst="straightConnector1">
            <a:avLst/>
          </a:prstGeom>
          <a:noFill/>
          <a:ln cap="flat" cmpd="sng" w="28575">
            <a:solidFill>
              <a:schemeClr val="dk1"/>
            </a:solidFill>
            <a:prstDash val="solid"/>
            <a:round/>
            <a:headEnd len="med" w="med" type="none"/>
            <a:tailEnd len="med" w="med" type="none"/>
          </a:ln>
        </p:spPr>
      </p:cxnSp>
      <p:sp>
        <p:nvSpPr>
          <p:cNvPr id="1339" name="Google Shape;1339;p94"/>
          <p:cNvSpPr txBox="1"/>
          <p:nvPr/>
        </p:nvSpPr>
        <p:spPr>
          <a:xfrm rot="-3670614">
            <a:off x="4756828" y="1718683"/>
            <a:ext cx="2999957" cy="523245"/>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6.5 cm (to 1 d.p.)</a:t>
            </a:r>
            <a:endParaRPr/>
          </a:p>
        </p:txBody>
      </p:sp>
      <p:sp>
        <p:nvSpPr>
          <p:cNvPr id="1340" name="Google Shape;1340;p94"/>
          <p:cNvSpPr txBox="1"/>
          <p:nvPr/>
        </p:nvSpPr>
        <p:spPr>
          <a:xfrm rot="4093447">
            <a:off x="6844410" y="2496215"/>
            <a:ext cx="3000187" cy="523215"/>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8.2 cm (to 1 d.p.)</a:t>
            </a:r>
            <a:endParaRPr/>
          </a:p>
        </p:txBody>
      </p:sp>
      <p:cxnSp>
        <p:nvCxnSpPr>
          <p:cNvPr id="1341" name="Google Shape;1341;p94"/>
          <p:cNvCxnSpPr/>
          <p:nvPr/>
        </p:nvCxnSpPr>
        <p:spPr>
          <a:xfrm flipH="1">
            <a:off x="5567050" y="1037500"/>
            <a:ext cx="1438800" cy="2522400"/>
          </a:xfrm>
          <a:prstGeom prst="straightConnector1">
            <a:avLst/>
          </a:prstGeom>
          <a:noFill/>
          <a:ln cap="flat" cmpd="sng" w="19050">
            <a:solidFill>
              <a:schemeClr val="dk1"/>
            </a:solidFill>
            <a:prstDash val="solid"/>
            <a:round/>
            <a:headEnd len="med" w="med" type="triangle"/>
            <a:tailEnd len="med" w="med" type="triangle"/>
          </a:ln>
        </p:spPr>
      </p:cxnSp>
      <p:cxnSp>
        <p:nvCxnSpPr>
          <p:cNvPr id="1342" name="Google Shape;1342;p94"/>
          <p:cNvCxnSpPr/>
          <p:nvPr/>
        </p:nvCxnSpPr>
        <p:spPr>
          <a:xfrm>
            <a:off x="7390125" y="1067050"/>
            <a:ext cx="1271100" cy="3172800"/>
          </a:xfrm>
          <a:prstGeom prst="straightConnector1">
            <a:avLst/>
          </a:prstGeom>
          <a:noFill/>
          <a:ln cap="flat" cmpd="sng" w="19050">
            <a:solidFill>
              <a:schemeClr val="dk1"/>
            </a:solidFill>
            <a:prstDash val="solid"/>
            <a:round/>
            <a:headEnd len="med" w="med" type="triangl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6" name="Shape 1346"/>
        <p:cNvGrpSpPr/>
        <p:nvPr/>
      </p:nvGrpSpPr>
      <p:grpSpPr>
        <a:xfrm>
          <a:off x="0" y="0"/>
          <a:ext cx="0" cy="0"/>
          <a:chOff x="0" y="0"/>
          <a:chExt cx="0" cy="0"/>
        </a:xfrm>
      </p:grpSpPr>
      <p:sp>
        <p:nvSpPr>
          <p:cNvPr id="1347" name="Google Shape;1347;p95"/>
          <p:cNvSpPr txBox="1"/>
          <p:nvPr>
            <p:ph idx="1" type="body"/>
          </p:nvPr>
        </p:nvSpPr>
        <p:spPr>
          <a:xfrm>
            <a:off x="324000" y="759300"/>
            <a:ext cx="8237700" cy="1068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The area of a circle is given as 12 cm</a:t>
            </a:r>
            <a:r>
              <a:rPr baseline="30000" lang="en-GB" sz="2000"/>
              <a:t>2 </a:t>
            </a:r>
            <a:r>
              <a:rPr lang="en-GB" sz="2000"/>
              <a:t>(to 2 s.f.) and the length of the square is 2.8 cm</a:t>
            </a:r>
            <a:r>
              <a:rPr baseline="30000" lang="en-GB" sz="2000"/>
              <a:t>2 </a:t>
            </a:r>
            <a:r>
              <a:rPr lang="en-GB" sz="2000"/>
              <a:t> (to 1 d.p.). Work out the error interval of the area of the shaded.</a:t>
            </a:r>
            <a:endParaRPr sz="2000"/>
          </a:p>
        </p:txBody>
      </p:sp>
      <p:sp>
        <p:nvSpPr>
          <p:cNvPr id="1348" name="Google Shape;1348;p95"/>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Problem solving with error intervals</a:t>
            </a:r>
            <a:endParaRPr/>
          </a:p>
        </p:txBody>
      </p:sp>
      <p:sp>
        <p:nvSpPr>
          <p:cNvPr id="1349" name="Google Shape;1349;p95"/>
          <p:cNvSpPr/>
          <p:nvPr/>
        </p:nvSpPr>
        <p:spPr>
          <a:xfrm>
            <a:off x="840925" y="1930850"/>
            <a:ext cx="2754600" cy="2754600"/>
          </a:xfrm>
          <a:prstGeom prst="ellipse">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50" name="Google Shape;1350;p95"/>
          <p:cNvSpPr/>
          <p:nvPr/>
        </p:nvSpPr>
        <p:spPr>
          <a:xfrm>
            <a:off x="1463125" y="2484900"/>
            <a:ext cx="1510200" cy="1510200"/>
          </a:xfrm>
          <a:prstGeom prst="rect">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51" name="Google Shape;1351;p95"/>
          <p:cNvSpPr txBox="1"/>
          <p:nvPr/>
        </p:nvSpPr>
        <p:spPr>
          <a:xfrm>
            <a:off x="3613800" y="1454350"/>
            <a:ext cx="5286000" cy="3422100"/>
          </a:xfrm>
          <a:prstGeom prst="rect">
            <a:avLst/>
          </a:prstGeom>
          <a:noFill/>
          <a:ln>
            <a:noFill/>
          </a:ln>
        </p:spPr>
        <p:txBody>
          <a:bodyPr anchorCtr="0" anchor="t" bIns="91425" lIns="91425" spcFirstLastPara="1" rIns="91425" wrap="square" tIns="91425">
            <a:spAutoFit/>
          </a:bodyPr>
          <a:lstStyle/>
          <a:p>
            <a:pPr indent="0" lvl="0" marL="0" rtl="0" algn="ctr">
              <a:lnSpc>
                <a:spcPct val="100000"/>
              </a:lnSpc>
              <a:spcBef>
                <a:spcPts val="0"/>
              </a:spcBef>
              <a:spcAft>
                <a:spcPts val="0"/>
              </a:spcAft>
              <a:buNone/>
            </a:pPr>
            <a:r>
              <a:rPr lang="en-GB" sz="1900">
                <a:solidFill>
                  <a:schemeClr val="dk1"/>
                </a:solidFill>
                <a:latin typeface="Kalam"/>
                <a:ea typeface="Kalam"/>
                <a:cs typeface="Kalam"/>
                <a:sym typeface="Kalam"/>
              </a:rPr>
              <a:t>Error interval for the area of a circle</a:t>
            </a:r>
            <a:endParaRPr sz="1900">
              <a:solidFill>
                <a:schemeClr val="dk1"/>
              </a:solidFill>
              <a:latin typeface="Kalam"/>
              <a:ea typeface="Kalam"/>
              <a:cs typeface="Kalam"/>
              <a:sym typeface="Kalam"/>
            </a:endParaRPr>
          </a:p>
          <a:p>
            <a:pPr indent="0" lvl="0" marL="0" rtl="0" algn="ctr">
              <a:lnSpc>
                <a:spcPct val="100000"/>
              </a:lnSpc>
              <a:spcBef>
                <a:spcPts val="1000"/>
              </a:spcBef>
              <a:spcAft>
                <a:spcPts val="0"/>
              </a:spcAft>
              <a:buNone/>
            </a:pPr>
            <a:r>
              <a:rPr lang="en-GB" sz="1900">
                <a:solidFill>
                  <a:schemeClr val="dk1"/>
                </a:solidFill>
                <a:latin typeface="Kalam"/>
                <a:ea typeface="Kalam"/>
                <a:cs typeface="Kalam"/>
                <a:sym typeface="Kalam"/>
              </a:rPr>
              <a:t>11.5</a:t>
            </a:r>
            <a:r>
              <a:rPr lang="en-GB" sz="1900">
                <a:solidFill>
                  <a:schemeClr val="dk1"/>
                </a:solidFill>
                <a:latin typeface="Kalam"/>
                <a:ea typeface="Kalam"/>
                <a:cs typeface="Kalam"/>
                <a:sym typeface="Kalam"/>
              </a:rPr>
              <a:t> ≤ </a:t>
            </a:r>
            <a:r>
              <a:rPr i="1" lang="en-GB" sz="1900">
                <a:solidFill>
                  <a:schemeClr val="dk1"/>
                </a:solidFill>
                <a:latin typeface="Kalam"/>
                <a:ea typeface="Kalam"/>
                <a:cs typeface="Kalam"/>
                <a:sym typeface="Kalam"/>
              </a:rPr>
              <a:t>a</a:t>
            </a:r>
            <a:r>
              <a:rPr baseline="-25000" i="1" lang="en-GB" sz="1900">
                <a:solidFill>
                  <a:schemeClr val="dk1"/>
                </a:solidFill>
                <a:latin typeface="Kalam"/>
                <a:ea typeface="Kalam"/>
                <a:cs typeface="Kalam"/>
                <a:sym typeface="Kalam"/>
              </a:rPr>
              <a:t>c</a:t>
            </a:r>
            <a:r>
              <a:rPr lang="en-GB" sz="1900">
                <a:solidFill>
                  <a:schemeClr val="dk1"/>
                </a:solidFill>
                <a:latin typeface="Kalam"/>
                <a:ea typeface="Kalam"/>
                <a:cs typeface="Kalam"/>
                <a:sym typeface="Kalam"/>
              </a:rPr>
              <a:t> &lt; 12.5</a:t>
            </a:r>
            <a:endParaRPr sz="1900">
              <a:solidFill>
                <a:schemeClr val="dk1"/>
              </a:solidFill>
              <a:latin typeface="Kalam"/>
              <a:ea typeface="Kalam"/>
              <a:cs typeface="Kalam"/>
              <a:sym typeface="Kalam"/>
            </a:endParaRPr>
          </a:p>
          <a:p>
            <a:pPr indent="0" lvl="0" marL="0" rtl="0" algn="ctr">
              <a:lnSpc>
                <a:spcPct val="100000"/>
              </a:lnSpc>
              <a:spcBef>
                <a:spcPts val="1000"/>
              </a:spcBef>
              <a:spcAft>
                <a:spcPts val="0"/>
              </a:spcAft>
              <a:buNone/>
            </a:pPr>
            <a:r>
              <a:rPr lang="en-GB" sz="1900">
                <a:solidFill>
                  <a:schemeClr val="dk1"/>
                </a:solidFill>
                <a:latin typeface="Kalam"/>
                <a:ea typeface="Kalam"/>
                <a:cs typeface="Kalam"/>
                <a:sym typeface="Kalam"/>
              </a:rPr>
              <a:t>Error interval for the area of the square</a:t>
            </a:r>
            <a:endParaRPr sz="1900">
              <a:solidFill>
                <a:schemeClr val="dk1"/>
              </a:solidFill>
              <a:latin typeface="Kalam"/>
              <a:ea typeface="Kalam"/>
              <a:cs typeface="Kalam"/>
              <a:sym typeface="Kalam"/>
            </a:endParaRPr>
          </a:p>
          <a:p>
            <a:pPr indent="0" lvl="0" marL="0" rtl="0" algn="ctr">
              <a:lnSpc>
                <a:spcPct val="100000"/>
              </a:lnSpc>
              <a:spcBef>
                <a:spcPts val="1000"/>
              </a:spcBef>
              <a:spcAft>
                <a:spcPts val="0"/>
              </a:spcAft>
              <a:buNone/>
            </a:pPr>
            <a:r>
              <a:rPr lang="en-GB" sz="1900">
                <a:solidFill>
                  <a:schemeClr val="dk1"/>
                </a:solidFill>
                <a:latin typeface="Kalam"/>
                <a:ea typeface="Kalam"/>
                <a:cs typeface="Kalam"/>
                <a:sym typeface="Kalam"/>
              </a:rPr>
              <a:t>2.75</a:t>
            </a:r>
            <a:r>
              <a:rPr baseline="30000" lang="en-GB" sz="1900">
                <a:solidFill>
                  <a:schemeClr val="dk1"/>
                </a:solidFill>
                <a:latin typeface="Kalam"/>
                <a:ea typeface="Kalam"/>
                <a:cs typeface="Kalam"/>
                <a:sym typeface="Kalam"/>
              </a:rPr>
              <a:t>2</a:t>
            </a:r>
            <a:r>
              <a:rPr lang="en-GB" sz="1900">
                <a:solidFill>
                  <a:schemeClr val="dk1"/>
                </a:solidFill>
                <a:latin typeface="Kalam"/>
                <a:ea typeface="Kalam"/>
                <a:cs typeface="Kalam"/>
                <a:sym typeface="Kalam"/>
              </a:rPr>
              <a:t> ≤ </a:t>
            </a:r>
            <a:r>
              <a:rPr i="1" lang="en-GB" sz="1900">
                <a:solidFill>
                  <a:schemeClr val="dk1"/>
                </a:solidFill>
                <a:latin typeface="Kalam"/>
                <a:ea typeface="Kalam"/>
                <a:cs typeface="Kalam"/>
                <a:sym typeface="Kalam"/>
              </a:rPr>
              <a:t>a</a:t>
            </a:r>
            <a:r>
              <a:rPr baseline="-25000" i="1" lang="en-GB" sz="1900">
                <a:solidFill>
                  <a:schemeClr val="dk1"/>
                </a:solidFill>
                <a:latin typeface="Kalam"/>
                <a:ea typeface="Kalam"/>
                <a:cs typeface="Kalam"/>
                <a:sym typeface="Kalam"/>
              </a:rPr>
              <a:t>s</a:t>
            </a:r>
            <a:r>
              <a:rPr lang="en-GB" sz="1900">
                <a:solidFill>
                  <a:schemeClr val="dk1"/>
                </a:solidFill>
                <a:latin typeface="Kalam"/>
                <a:ea typeface="Kalam"/>
                <a:cs typeface="Kalam"/>
                <a:sym typeface="Kalam"/>
              </a:rPr>
              <a:t> &lt; 2.85</a:t>
            </a:r>
            <a:r>
              <a:rPr baseline="30000" lang="en-GB" sz="1900">
                <a:solidFill>
                  <a:schemeClr val="dk1"/>
                </a:solidFill>
                <a:latin typeface="Kalam"/>
                <a:ea typeface="Kalam"/>
                <a:cs typeface="Kalam"/>
                <a:sym typeface="Kalam"/>
              </a:rPr>
              <a:t>2</a:t>
            </a:r>
            <a:endParaRPr baseline="30000" sz="1900">
              <a:solidFill>
                <a:schemeClr val="dk1"/>
              </a:solidFill>
              <a:latin typeface="Kalam"/>
              <a:ea typeface="Kalam"/>
              <a:cs typeface="Kalam"/>
              <a:sym typeface="Kalam"/>
            </a:endParaRPr>
          </a:p>
          <a:p>
            <a:pPr indent="0" lvl="0" marL="0" rtl="0" algn="ctr">
              <a:spcBef>
                <a:spcPts val="1000"/>
              </a:spcBef>
              <a:spcAft>
                <a:spcPts val="0"/>
              </a:spcAft>
              <a:buNone/>
            </a:pPr>
            <a:r>
              <a:rPr lang="en-GB" sz="1900">
                <a:solidFill>
                  <a:schemeClr val="dk1"/>
                </a:solidFill>
                <a:latin typeface="Kalam"/>
                <a:ea typeface="Kalam"/>
                <a:cs typeface="Kalam"/>
                <a:sym typeface="Kalam"/>
              </a:rPr>
              <a:t>7.5625 ≤ </a:t>
            </a:r>
            <a:r>
              <a:rPr i="1" lang="en-GB" sz="1900">
                <a:solidFill>
                  <a:schemeClr val="dk1"/>
                </a:solidFill>
                <a:latin typeface="Kalam"/>
                <a:ea typeface="Kalam"/>
                <a:cs typeface="Kalam"/>
                <a:sym typeface="Kalam"/>
              </a:rPr>
              <a:t>a</a:t>
            </a:r>
            <a:r>
              <a:rPr baseline="-25000" i="1" lang="en-GB" sz="1900">
                <a:solidFill>
                  <a:schemeClr val="dk1"/>
                </a:solidFill>
                <a:latin typeface="Kalam"/>
                <a:ea typeface="Kalam"/>
                <a:cs typeface="Kalam"/>
                <a:sym typeface="Kalam"/>
              </a:rPr>
              <a:t>s</a:t>
            </a:r>
            <a:r>
              <a:rPr lang="en-GB" sz="1900">
                <a:solidFill>
                  <a:schemeClr val="dk1"/>
                </a:solidFill>
                <a:latin typeface="Kalam"/>
                <a:ea typeface="Kalam"/>
                <a:cs typeface="Kalam"/>
                <a:sym typeface="Kalam"/>
              </a:rPr>
              <a:t> &lt; 8.1225</a:t>
            </a:r>
            <a:endParaRPr baseline="30000" sz="1900">
              <a:solidFill>
                <a:schemeClr val="dk1"/>
              </a:solidFill>
              <a:latin typeface="Kalam"/>
              <a:ea typeface="Kalam"/>
              <a:cs typeface="Kalam"/>
              <a:sym typeface="Kalam"/>
            </a:endParaRPr>
          </a:p>
          <a:p>
            <a:pPr indent="0" lvl="0" marL="0" rtl="0" algn="ctr">
              <a:lnSpc>
                <a:spcPct val="100000"/>
              </a:lnSpc>
              <a:spcBef>
                <a:spcPts val="1000"/>
              </a:spcBef>
              <a:spcAft>
                <a:spcPts val="0"/>
              </a:spcAft>
              <a:buNone/>
            </a:pPr>
            <a:r>
              <a:rPr lang="en-GB" sz="1900">
                <a:solidFill>
                  <a:schemeClr val="dk1"/>
                </a:solidFill>
                <a:latin typeface="Kalam"/>
                <a:ea typeface="Kalam"/>
                <a:cs typeface="Kalam"/>
                <a:sym typeface="Kalam"/>
              </a:rPr>
              <a:t>Error interval for shaded</a:t>
            </a:r>
            <a:endParaRPr sz="1900">
              <a:solidFill>
                <a:schemeClr val="dk1"/>
              </a:solidFill>
              <a:latin typeface="Kalam"/>
              <a:ea typeface="Kalam"/>
              <a:cs typeface="Kalam"/>
              <a:sym typeface="Kalam"/>
            </a:endParaRPr>
          </a:p>
          <a:p>
            <a:pPr indent="0" lvl="0" marL="0" rtl="0" algn="ctr">
              <a:spcBef>
                <a:spcPts val="1000"/>
              </a:spcBef>
              <a:spcAft>
                <a:spcPts val="0"/>
              </a:spcAft>
              <a:buNone/>
            </a:pPr>
            <a:r>
              <a:rPr lang="en-GB" sz="1900">
                <a:solidFill>
                  <a:schemeClr val="dk1"/>
                </a:solidFill>
                <a:latin typeface="Kalam"/>
                <a:ea typeface="Kalam"/>
                <a:cs typeface="Kalam"/>
                <a:sym typeface="Kalam"/>
              </a:rPr>
              <a:t>11.5 - 8.1225</a:t>
            </a:r>
            <a:r>
              <a:rPr baseline="30000" lang="en-GB" sz="1900">
                <a:solidFill>
                  <a:schemeClr val="dk1"/>
                </a:solidFill>
                <a:latin typeface="Kalam"/>
                <a:ea typeface="Kalam"/>
                <a:cs typeface="Kalam"/>
                <a:sym typeface="Kalam"/>
              </a:rPr>
              <a:t> </a:t>
            </a:r>
            <a:r>
              <a:rPr lang="en-GB" sz="1900">
                <a:solidFill>
                  <a:schemeClr val="dk1"/>
                </a:solidFill>
                <a:latin typeface="Kalam"/>
                <a:ea typeface="Kalam"/>
                <a:cs typeface="Kalam"/>
                <a:sym typeface="Kalam"/>
              </a:rPr>
              <a:t>&lt; </a:t>
            </a:r>
            <a:r>
              <a:rPr i="1" lang="en-GB" sz="1900">
                <a:solidFill>
                  <a:schemeClr val="dk1"/>
                </a:solidFill>
                <a:latin typeface="Kalam"/>
                <a:ea typeface="Kalam"/>
                <a:cs typeface="Kalam"/>
                <a:sym typeface="Kalam"/>
              </a:rPr>
              <a:t>s </a:t>
            </a:r>
            <a:r>
              <a:rPr lang="en-GB" sz="1900">
                <a:solidFill>
                  <a:schemeClr val="dk1"/>
                </a:solidFill>
                <a:latin typeface="Kalam"/>
                <a:ea typeface="Kalam"/>
                <a:cs typeface="Kalam"/>
                <a:sym typeface="Kalam"/>
              </a:rPr>
              <a:t>&lt; 12.5 </a:t>
            </a:r>
            <a:r>
              <a:rPr lang="en-GB" sz="1900">
                <a:solidFill>
                  <a:srgbClr val="202124"/>
                </a:solidFill>
                <a:latin typeface="Kalam"/>
                <a:ea typeface="Kalam"/>
                <a:cs typeface="Kalam"/>
                <a:sym typeface="Kalam"/>
              </a:rPr>
              <a:t>−</a:t>
            </a:r>
            <a:r>
              <a:rPr lang="en-GB" sz="1900">
                <a:solidFill>
                  <a:schemeClr val="dk1"/>
                </a:solidFill>
                <a:latin typeface="Kalam"/>
                <a:ea typeface="Kalam"/>
                <a:cs typeface="Kalam"/>
                <a:sym typeface="Kalam"/>
              </a:rPr>
              <a:t> 7.5625</a:t>
            </a:r>
            <a:endParaRPr baseline="30000" sz="1900">
              <a:solidFill>
                <a:schemeClr val="dk1"/>
              </a:solidFill>
              <a:latin typeface="Kalam"/>
              <a:ea typeface="Kalam"/>
              <a:cs typeface="Kalam"/>
              <a:sym typeface="Kalam"/>
            </a:endParaRPr>
          </a:p>
          <a:p>
            <a:pPr indent="0" lvl="0" marL="0" rtl="0" algn="ctr">
              <a:spcBef>
                <a:spcPts val="1000"/>
              </a:spcBef>
              <a:spcAft>
                <a:spcPts val="1000"/>
              </a:spcAft>
              <a:buNone/>
            </a:pPr>
            <a:r>
              <a:rPr lang="en-GB" sz="1900">
                <a:solidFill>
                  <a:schemeClr val="dk1"/>
                </a:solidFill>
                <a:latin typeface="Kalam"/>
                <a:ea typeface="Kalam"/>
                <a:cs typeface="Kalam"/>
                <a:sym typeface="Kalam"/>
              </a:rPr>
              <a:t> 3.3775 &lt; </a:t>
            </a:r>
            <a:r>
              <a:rPr i="1" lang="en-GB" sz="1900">
                <a:solidFill>
                  <a:schemeClr val="dk1"/>
                </a:solidFill>
                <a:latin typeface="Kalam"/>
                <a:ea typeface="Kalam"/>
                <a:cs typeface="Kalam"/>
                <a:sym typeface="Kalam"/>
              </a:rPr>
              <a:t>s </a:t>
            </a:r>
            <a:r>
              <a:rPr lang="en-GB" sz="1900">
                <a:solidFill>
                  <a:schemeClr val="dk1"/>
                </a:solidFill>
                <a:latin typeface="Kalam"/>
                <a:ea typeface="Kalam"/>
                <a:cs typeface="Kalam"/>
                <a:sym typeface="Kalam"/>
              </a:rPr>
              <a:t>&lt; 4.9375</a:t>
            </a:r>
            <a:endParaRPr sz="2200">
              <a:solidFill>
                <a:schemeClr val="dk1"/>
              </a:solidFill>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1">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1">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5" name="Shape 1355"/>
        <p:cNvGrpSpPr/>
        <p:nvPr/>
      </p:nvGrpSpPr>
      <p:grpSpPr>
        <a:xfrm>
          <a:off x="0" y="0"/>
          <a:ext cx="0" cy="0"/>
          <a:chOff x="0" y="0"/>
          <a:chExt cx="0" cy="0"/>
        </a:xfrm>
      </p:grpSpPr>
      <p:sp>
        <p:nvSpPr>
          <p:cNvPr id="1356" name="Google Shape;1356;p96"/>
          <p:cNvSpPr txBox="1"/>
          <p:nvPr>
            <p:ph idx="1" type="body"/>
          </p:nvPr>
        </p:nvSpPr>
        <p:spPr>
          <a:xfrm>
            <a:off x="324000" y="759300"/>
            <a:ext cx="8237700" cy="510600"/>
          </a:xfrm>
          <a:prstGeom prst="rect">
            <a:avLst/>
          </a:prstGeom>
        </p:spPr>
        <p:txBody>
          <a:bodyPr anchorCtr="0" anchor="t" bIns="0" lIns="0" spcFirstLastPara="1" rIns="0" wrap="square" tIns="0">
            <a:noAutofit/>
          </a:bodyPr>
          <a:lstStyle/>
          <a:p>
            <a:pPr indent="-355600" lvl="0" marL="457200" rtl="0" algn="l">
              <a:spcBef>
                <a:spcPts val="0"/>
              </a:spcBef>
              <a:spcAft>
                <a:spcPts val="0"/>
              </a:spcAft>
              <a:buSzPts val="2000"/>
              <a:buAutoNum type="arabicParenR"/>
            </a:pPr>
            <a:r>
              <a:rPr lang="en-GB" sz="2000"/>
              <a:t>A rectangle has a square removed from the centre.</a:t>
            </a:r>
            <a:endParaRPr sz="2000"/>
          </a:p>
          <a:p>
            <a:pPr indent="0" lvl="0" marL="0" rtl="0" algn="l">
              <a:spcBef>
                <a:spcPts val="1000"/>
              </a:spcBef>
              <a:spcAft>
                <a:spcPts val="0"/>
              </a:spcAft>
              <a:buNone/>
            </a:pPr>
            <a:r>
              <a:rPr lang="en-GB" sz="2000"/>
              <a:t>Work out the error interval for the shaded area.</a:t>
            </a:r>
            <a:endParaRPr sz="2000"/>
          </a:p>
          <a:p>
            <a:pPr indent="0" lvl="0" marL="0" rtl="0" algn="l">
              <a:spcBef>
                <a:spcPts val="1000"/>
              </a:spcBef>
              <a:spcAft>
                <a:spcPts val="1000"/>
              </a:spcAft>
              <a:buNone/>
            </a:pPr>
            <a:r>
              <a:t/>
            </a:r>
            <a:endParaRPr sz="1800"/>
          </a:p>
        </p:txBody>
      </p:sp>
      <p:sp>
        <p:nvSpPr>
          <p:cNvPr id="1357" name="Google Shape;1357;p96"/>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Problem solving with error intervals</a:t>
            </a:r>
            <a:endParaRPr/>
          </a:p>
        </p:txBody>
      </p:sp>
      <p:sp>
        <p:nvSpPr>
          <p:cNvPr id="1358" name="Google Shape;1358;p96"/>
          <p:cNvSpPr/>
          <p:nvPr/>
        </p:nvSpPr>
        <p:spPr>
          <a:xfrm>
            <a:off x="1694000" y="1910623"/>
            <a:ext cx="2937300" cy="1833300"/>
          </a:xfrm>
          <a:prstGeom prst="rect">
            <a:avLst/>
          </a:prstGeom>
          <a:solidFill>
            <a:schemeClr val="dk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359" name="Google Shape;1359;p96"/>
          <p:cNvCxnSpPr/>
          <p:nvPr/>
        </p:nvCxnSpPr>
        <p:spPr>
          <a:xfrm>
            <a:off x="1693977" y="3903153"/>
            <a:ext cx="2923500" cy="0"/>
          </a:xfrm>
          <a:prstGeom prst="straightConnector1">
            <a:avLst/>
          </a:prstGeom>
          <a:noFill/>
          <a:ln cap="flat" cmpd="sng" w="9525">
            <a:solidFill>
              <a:schemeClr val="dk1"/>
            </a:solidFill>
            <a:prstDash val="solid"/>
            <a:round/>
            <a:headEnd len="med" w="med" type="triangle"/>
            <a:tailEnd len="med" w="med" type="triangle"/>
          </a:ln>
        </p:spPr>
      </p:cxnSp>
      <p:cxnSp>
        <p:nvCxnSpPr>
          <p:cNvPr id="1360" name="Google Shape;1360;p96"/>
          <p:cNvCxnSpPr/>
          <p:nvPr/>
        </p:nvCxnSpPr>
        <p:spPr>
          <a:xfrm>
            <a:off x="1528400" y="1926075"/>
            <a:ext cx="0" cy="1788300"/>
          </a:xfrm>
          <a:prstGeom prst="straightConnector1">
            <a:avLst/>
          </a:prstGeom>
          <a:noFill/>
          <a:ln cap="flat" cmpd="sng" w="9525">
            <a:solidFill>
              <a:schemeClr val="dk1"/>
            </a:solidFill>
            <a:prstDash val="solid"/>
            <a:round/>
            <a:headEnd len="med" w="med" type="triangle"/>
            <a:tailEnd len="med" w="med" type="triangle"/>
          </a:ln>
        </p:spPr>
      </p:cxnSp>
      <p:sp>
        <p:nvSpPr>
          <p:cNvPr id="1361" name="Google Shape;1361;p96"/>
          <p:cNvSpPr txBox="1"/>
          <p:nvPr/>
        </p:nvSpPr>
        <p:spPr>
          <a:xfrm>
            <a:off x="347825" y="2472350"/>
            <a:ext cx="13077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900">
                <a:solidFill>
                  <a:schemeClr val="dk1"/>
                </a:solidFill>
                <a:latin typeface="Lexend"/>
                <a:ea typeface="Lexend"/>
                <a:cs typeface="Lexend"/>
                <a:sym typeface="Lexend"/>
              </a:rPr>
              <a:t>1.4 cm </a:t>
            </a:r>
            <a:endParaRPr sz="1900">
              <a:solidFill>
                <a:schemeClr val="dk1"/>
              </a:solidFill>
              <a:latin typeface="Lexend"/>
              <a:ea typeface="Lexend"/>
              <a:cs typeface="Lexend"/>
              <a:sym typeface="Lexend"/>
            </a:endParaRPr>
          </a:p>
          <a:p>
            <a:pPr indent="0" lvl="0" marL="0" rtl="0" algn="l">
              <a:spcBef>
                <a:spcPts val="0"/>
              </a:spcBef>
              <a:spcAft>
                <a:spcPts val="0"/>
              </a:spcAft>
              <a:buNone/>
            </a:pPr>
            <a:r>
              <a:rPr lang="en-GB" sz="1900">
                <a:solidFill>
                  <a:schemeClr val="dk1"/>
                </a:solidFill>
                <a:latin typeface="Lexend"/>
                <a:ea typeface="Lexend"/>
                <a:cs typeface="Lexend"/>
                <a:sym typeface="Lexend"/>
              </a:rPr>
              <a:t>(to 1 d.p.)</a:t>
            </a:r>
            <a:endParaRPr sz="1100"/>
          </a:p>
        </p:txBody>
      </p:sp>
      <p:sp>
        <p:nvSpPr>
          <p:cNvPr id="1362" name="Google Shape;1362;p96"/>
          <p:cNvSpPr/>
          <p:nvPr/>
        </p:nvSpPr>
        <p:spPr>
          <a:xfrm>
            <a:off x="2761075" y="2514375"/>
            <a:ext cx="746700" cy="677700"/>
          </a:xfrm>
          <a:prstGeom prst="rect">
            <a:avLst/>
          </a:prstGeom>
          <a:solidFill>
            <a:schemeClr val="lt1"/>
          </a:solidFill>
          <a:ln cap="flat" cmpd="sng" w="285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63" name="Google Shape;1363;p96"/>
          <p:cNvSpPr txBox="1"/>
          <p:nvPr/>
        </p:nvSpPr>
        <p:spPr>
          <a:xfrm>
            <a:off x="2338800" y="3844425"/>
            <a:ext cx="20112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900">
                <a:solidFill>
                  <a:schemeClr val="dk1"/>
                </a:solidFill>
                <a:latin typeface="Lexend"/>
                <a:ea typeface="Lexend"/>
                <a:cs typeface="Lexend"/>
                <a:sym typeface="Lexend"/>
              </a:rPr>
              <a:t>4 cm (to 1 s.f.)</a:t>
            </a:r>
            <a:endParaRPr sz="1100"/>
          </a:p>
        </p:txBody>
      </p:sp>
      <p:sp>
        <p:nvSpPr>
          <p:cNvPr id="1364" name="Google Shape;1364;p96"/>
          <p:cNvSpPr txBox="1"/>
          <p:nvPr/>
        </p:nvSpPr>
        <p:spPr>
          <a:xfrm>
            <a:off x="2474727" y="2010640"/>
            <a:ext cx="3000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lt1"/>
                </a:solidFill>
                <a:latin typeface="Lexend"/>
                <a:ea typeface="Lexend"/>
                <a:cs typeface="Lexend"/>
                <a:sym typeface="Lexend"/>
              </a:rPr>
              <a:t>0.8 cm (to 1 d.p.)</a:t>
            </a:r>
            <a:endParaRPr sz="1300">
              <a:solidFill>
                <a:schemeClr val="lt1"/>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8" name="Shape 1368"/>
        <p:cNvGrpSpPr/>
        <p:nvPr/>
      </p:nvGrpSpPr>
      <p:grpSpPr>
        <a:xfrm>
          <a:off x="0" y="0"/>
          <a:ext cx="0" cy="0"/>
          <a:chOff x="0" y="0"/>
          <a:chExt cx="0" cy="0"/>
        </a:xfrm>
      </p:grpSpPr>
      <p:sp>
        <p:nvSpPr>
          <p:cNvPr id="1369" name="Google Shape;1369;p97"/>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355600" lvl="0" marL="457200" rtl="0" algn="l">
              <a:spcBef>
                <a:spcPts val="0"/>
              </a:spcBef>
              <a:spcAft>
                <a:spcPts val="0"/>
              </a:spcAft>
              <a:buSzPts val="2000"/>
              <a:buAutoNum type="arabicParenR"/>
            </a:pPr>
            <a:r>
              <a:rPr lang="en-GB" sz="2000"/>
              <a:t> A rectangle has a square removed from the centre.</a:t>
            </a:r>
            <a:endParaRPr sz="2000"/>
          </a:p>
          <a:p>
            <a:pPr indent="0" lvl="0" marL="0" rtl="0" algn="l">
              <a:spcBef>
                <a:spcPts val="1000"/>
              </a:spcBef>
              <a:spcAft>
                <a:spcPts val="0"/>
              </a:spcAft>
              <a:buNone/>
            </a:pPr>
            <a:r>
              <a:rPr lang="en-GB" sz="2000"/>
              <a:t>Work out the error interval for the shaded area.</a:t>
            </a:r>
            <a:endParaRPr sz="2000"/>
          </a:p>
          <a:p>
            <a:pPr indent="0" lvl="0" marL="0" rtl="0" algn="l">
              <a:spcBef>
                <a:spcPts val="1000"/>
              </a:spcBef>
              <a:spcAft>
                <a:spcPts val="1000"/>
              </a:spcAft>
              <a:buNone/>
            </a:pPr>
            <a:r>
              <a:t/>
            </a:r>
            <a:endParaRPr sz="1800"/>
          </a:p>
        </p:txBody>
      </p:sp>
      <p:sp>
        <p:nvSpPr>
          <p:cNvPr id="1370" name="Google Shape;1370;p97"/>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Problem solving with error intervals</a:t>
            </a:r>
            <a:endParaRPr/>
          </a:p>
        </p:txBody>
      </p:sp>
      <p:sp>
        <p:nvSpPr>
          <p:cNvPr id="1371" name="Google Shape;1371;p97"/>
          <p:cNvSpPr/>
          <p:nvPr/>
        </p:nvSpPr>
        <p:spPr>
          <a:xfrm>
            <a:off x="1525400" y="1758225"/>
            <a:ext cx="2569500" cy="1603800"/>
          </a:xfrm>
          <a:prstGeom prst="rect">
            <a:avLst/>
          </a:prstGeom>
          <a:solidFill>
            <a:schemeClr val="dk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372" name="Google Shape;1372;p97"/>
          <p:cNvCxnSpPr/>
          <p:nvPr/>
        </p:nvCxnSpPr>
        <p:spPr>
          <a:xfrm>
            <a:off x="1525381" y="3501202"/>
            <a:ext cx="2557500" cy="0"/>
          </a:xfrm>
          <a:prstGeom prst="straightConnector1">
            <a:avLst/>
          </a:prstGeom>
          <a:noFill/>
          <a:ln cap="flat" cmpd="sng" w="9525">
            <a:solidFill>
              <a:schemeClr val="dk1"/>
            </a:solidFill>
            <a:prstDash val="solid"/>
            <a:round/>
            <a:headEnd len="med" w="med" type="triangle"/>
            <a:tailEnd len="med" w="med" type="triangle"/>
          </a:ln>
        </p:spPr>
      </p:cxnSp>
      <p:cxnSp>
        <p:nvCxnSpPr>
          <p:cNvPr id="1373" name="Google Shape;1373;p97"/>
          <p:cNvCxnSpPr/>
          <p:nvPr/>
        </p:nvCxnSpPr>
        <p:spPr>
          <a:xfrm>
            <a:off x="1380541" y="1771741"/>
            <a:ext cx="0" cy="1564200"/>
          </a:xfrm>
          <a:prstGeom prst="straightConnector1">
            <a:avLst/>
          </a:prstGeom>
          <a:noFill/>
          <a:ln cap="flat" cmpd="sng" w="9525">
            <a:solidFill>
              <a:schemeClr val="dk1"/>
            </a:solidFill>
            <a:prstDash val="solid"/>
            <a:round/>
            <a:headEnd len="med" w="med" type="triangle"/>
            <a:tailEnd len="med" w="med" type="triangle"/>
          </a:ln>
        </p:spPr>
      </p:cxnSp>
      <p:sp>
        <p:nvSpPr>
          <p:cNvPr id="1374" name="Google Shape;1374;p97"/>
          <p:cNvSpPr txBox="1"/>
          <p:nvPr/>
        </p:nvSpPr>
        <p:spPr>
          <a:xfrm>
            <a:off x="324000" y="2249600"/>
            <a:ext cx="1167600" cy="70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700">
                <a:solidFill>
                  <a:schemeClr val="dk1"/>
                </a:solidFill>
                <a:latin typeface="Lexend"/>
                <a:ea typeface="Lexend"/>
                <a:cs typeface="Lexend"/>
                <a:sym typeface="Lexend"/>
              </a:rPr>
              <a:t>1.4 cm </a:t>
            </a:r>
            <a:endParaRPr sz="1700">
              <a:solidFill>
                <a:schemeClr val="dk1"/>
              </a:solidFill>
              <a:latin typeface="Lexend"/>
              <a:ea typeface="Lexend"/>
              <a:cs typeface="Lexend"/>
              <a:sym typeface="Lexend"/>
            </a:endParaRPr>
          </a:p>
          <a:p>
            <a:pPr indent="0" lvl="0" marL="0" rtl="0" algn="l">
              <a:spcBef>
                <a:spcPts val="0"/>
              </a:spcBef>
              <a:spcAft>
                <a:spcPts val="0"/>
              </a:spcAft>
              <a:buNone/>
            </a:pPr>
            <a:r>
              <a:rPr lang="en-GB" sz="1700">
                <a:solidFill>
                  <a:schemeClr val="dk1"/>
                </a:solidFill>
                <a:latin typeface="Lexend"/>
                <a:ea typeface="Lexend"/>
                <a:cs typeface="Lexend"/>
                <a:sym typeface="Lexend"/>
              </a:rPr>
              <a:t>(to 1 d.p.)</a:t>
            </a:r>
            <a:endParaRPr sz="900"/>
          </a:p>
        </p:txBody>
      </p:sp>
      <p:sp>
        <p:nvSpPr>
          <p:cNvPr id="1375" name="Google Shape;1375;p97"/>
          <p:cNvSpPr/>
          <p:nvPr/>
        </p:nvSpPr>
        <p:spPr>
          <a:xfrm>
            <a:off x="2458831" y="2286349"/>
            <a:ext cx="690300" cy="592800"/>
          </a:xfrm>
          <a:prstGeom prst="rect">
            <a:avLst/>
          </a:prstGeom>
          <a:solidFill>
            <a:schemeClr val="lt1"/>
          </a:solidFill>
          <a:ln cap="flat" cmpd="sng" w="285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76" name="Google Shape;1376;p97"/>
          <p:cNvSpPr txBox="1"/>
          <p:nvPr/>
        </p:nvSpPr>
        <p:spPr>
          <a:xfrm>
            <a:off x="2089444" y="3449830"/>
            <a:ext cx="17592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700">
                <a:solidFill>
                  <a:schemeClr val="dk1"/>
                </a:solidFill>
                <a:latin typeface="Lexend"/>
                <a:ea typeface="Lexend"/>
                <a:cs typeface="Lexend"/>
                <a:sym typeface="Lexend"/>
              </a:rPr>
              <a:t>4 cm (to 1 s.f.)</a:t>
            </a:r>
            <a:endParaRPr sz="900"/>
          </a:p>
        </p:txBody>
      </p:sp>
      <p:sp>
        <p:nvSpPr>
          <p:cNvPr id="1377" name="Google Shape;1377;p97"/>
          <p:cNvSpPr txBox="1"/>
          <p:nvPr/>
        </p:nvSpPr>
        <p:spPr>
          <a:xfrm>
            <a:off x="2199730" y="1864500"/>
            <a:ext cx="2624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lt1"/>
                </a:solidFill>
                <a:latin typeface="Lexend"/>
                <a:ea typeface="Lexend"/>
                <a:cs typeface="Lexend"/>
                <a:sym typeface="Lexend"/>
              </a:rPr>
              <a:t>0.8 cm (to 1 d.p)</a:t>
            </a:r>
            <a:endParaRPr sz="1300">
              <a:solidFill>
                <a:schemeClr val="lt1"/>
              </a:solidFill>
            </a:endParaRPr>
          </a:p>
        </p:txBody>
      </p:sp>
      <p:sp>
        <p:nvSpPr>
          <p:cNvPr id="1378" name="Google Shape;1378;p97"/>
          <p:cNvSpPr txBox="1"/>
          <p:nvPr/>
        </p:nvSpPr>
        <p:spPr>
          <a:xfrm>
            <a:off x="4892700" y="1693850"/>
            <a:ext cx="4251300" cy="677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Kalam"/>
                <a:ea typeface="Kalam"/>
                <a:cs typeface="Kalam"/>
                <a:sym typeface="Kalam"/>
              </a:rPr>
              <a:t>Length of square : 0.75 </a:t>
            </a:r>
            <a:r>
              <a:rPr lang="en-GB" sz="2000">
                <a:solidFill>
                  <a:schemeClr val="dk1"/>
                </a:solidFill>
                <a:latin typeface="Kalam"/>
                <a:ea typeface="Kalam"/>
                <a:cs typeface="Kalam"/>
                <a:sym typeface="Kalam"/>
              </a:rPr>
              <a:t>≤</a:t>
            </a:r>
            <a:r>
              <a:rPr lang="en-GB" sz="2000">
                <a:solidFill>
                  <a:schemeClr val="dk1"/>
                </a:solidFill>
                <a:latin typeface="Lexend"/>
                <a:ea typeface="Lexend"/>
                <a:cs typeface="Lexend"/>
                <a:sym typeface="Lexend"/>
              </a:rPr>
              <a:t> </a:t>
            </a:r>
            <a:r>
              <a:rPr i="1" lang="en-GB" sz="2200">
                <a:solidFill>
                  <a:schemeClr val="dk1"/>
                </a:solidFill>
                <a:latin typeface="Times"/>
                <a:ea typeface="Times"/>
                <a:cs typeface="Times"/>
                <a:sym typeface="Times"/>
              </a:rPr>
              <a:t>l</a:t>
            </a:r>
            <a:r>
              <a:rPr baseline="-25000" i="1" lang="en-GB" sz="2200">
                <a:solidFill>
                  <a:schemeClr val="dk1"/>
                </a:solidFill>
                <a:latin typeface="Times"/>
                <a:ea typeface="Times"/>
                <a:cs typeface="Times"/>
                <a:sym typeface="Times"/>
              </a:rPr>
              <a:t>s</a:t>
            </a:r>
            <a:r>
              <a:rPr lang="en-GB" sz="2000">
                <a:solidFill>
                  <a:schemeClr val="dk1"/>
                </a:solidFill>
                <a:latin typeface="Lexend"/>
                <a:ea typeface="Lexend"/>
                <a:cs typeface="Lexend"/>
                <a:sym typeface="Lexend"/>
              </a:rPr>
              <a:t> </a:t>
            </a:r>
            <a:r>
              <a:rPr lang="en-GB" sz="2000">
                <a:solidFill>
                  <a:schemeClr val="dk1"/>
                </a:solidFill>
                <a:latin typeface="Kalam"/>
                <a:ea typeface="Kalam"/>
                <a:cs typeface="Kalam"/>
                <a:sym typeface="Kalam"/>
              </a:rPr>
              <a:t>&lt; </a:t>
            </a:r>
            <a:r>
              <a:rPr lang="en-GB" sz="1800">
                <a:solidFill>
                  <a:schemeClr val="dk1"/>
                </a:solidFill>
                <a:latin typeface="Kalam"/>
                <a:ea typeface="Kalam"/>
                <a:cs typeface="Kalam"/>
                <a:sym typeface="Kalam"/>
              </a:rPr>
              <a:t>0.85</a:t>
            </a:r>
            <a:endParaRPr sz="1800">
              <a:solidFill>
                <a:schemeClr val="dk1"/>
              </a:solidFill>
              <a:latin typeface="Kalam"/>
              <a:ea typeface="Kalam"/>
              <a:cs typeface="Kalam"/>
              <a:sym typeface="Kalam"/>
            </a:endParaRPr>
          </a:p>
          <a:p>
            <a:pPr indent="0" lvl="0" marL="0" rtl="0" algn="l">
              <a:spcBef>
                <a:spcPts val="0"/>
              </a:spcBef>
              <a:spcAft>
                <a:spcPts val="0"/>
              </a:spcAft>
              <a:buNone/>
            </a:pPr>
            <a:r>
              <a:rPr lang="en-GB" sz="1800">
                <a:solidFill>
                  <a:schemeClr val="dk1"/>
                </a:solidFill>
                <a:latin typeface="Kalam"/>
                <a:ea typeface="Kalam"/>
                <a:cs typeface="Kalam"/>
                <a:sym typeface="Kalam"/>
              </a:rPr>
              <a:t>Area of square: 0.5625 </a:t>
            </a:r>
            <a:r>
              <a:rPr lang="en-GB" sz="2000">
                <a:solidFill>
                  <a:schemeClr val="dk1"/>
                </a:solidFill>
                <a:latin typeface="Kalam"/>
                <a:ea typeface="Kalam"/>
                <a:cs typeface="Kalam"/>
                <a:sym typeface="Kalam"/>
              </a:rPr>
              <a:t>≤</a:t>
            </a:r>
            <a:r>
              <a:rPr lang="en-GB" sz="2000">
                <a:solidFill>
                  <a:schemeClr val="dk1"/>
                </a:solidFill>
                <a:latin typeface="Lexend"/>
                <a:ea typeface="Lexend"/>
                <a:cs typeface="Lexend"/>
                <a:sym typeface="Lexend"/>
              </a:rPr>
              <a:t> </a:t>
            </a:r>
            <a:r>
              <a:rPr i="1" lang="en-GB" sz="2200">
                <a:solidFill>
                  <a:schemeClr val="dk1"/>
                </a:solidFill>
                <a:latin typeface="Times"/>
                <a:ea typeface="Times"/>
                <a:cs typeface="Times"/>
                <a:sym typeface="Times"/>
              </a:rPr>
              <a:t>a</a:t>
            </a:r>
            <a:r>
              <a:rPr baseline="-25000" i="1" lang="en-GB" sz="2200">
                <a:solidFill>
                  <a:schemeClr val="dk1"/>
                </a:solidFill>
                <a:latin typeface="Times"/>
                <a:ea typeface="Times"/>
                <a:cs typeface="Times"/>
                <a:sym typeface="Times"/>
              </a:rPr>
              <a:t>s</a:t>
            </a:r>
            <a:r>
              <a:rPr lang="en-GB" sz="2000">
                <a:solidFill>
                  <a:schemeClr val="dk1"/>
                </a:solidFill>
                <a:latin typeface="Lexend"/>
                <a:ea typeface="Lexend"/>
                <a:cs typeface="Lexend"/>
                <a:sym typeface="Lexend"/>
              </a:rPr>
              <a:t> </a:t>
            </a:r>
            <a:r>
              <a:rPr lang="en-GB" sz="1800">
                <a:solidFill>
                  <a:schemeClr val="dk1"/>
                </a:solidFill>
                <a:latin typeface="Kalam"/>
                <a:ea typeface="Kalam"/>
                <a:cs typeface="Kalam"/>
                <a:sym typeface="Kalam"/>
              </a:rPr>
              <a:t>&lt; 0.7225</a:t>
            </a:r>
            <a:endParaRPr sz="1600">
              <a:solidFill>
                <a:schemeClr val="dk1"/>
              </a:solidFill>
              <a:latin typeface="Kalam"/>
              <a:ea typeface="Kalam"/>
              <a:cs typeface="Kalam"/>
              <a:sym typeface="Kalam"/>
            </a:endParaRPr>
          </a:p>
        </p:txBody>
      </p:sp>
      <p:sp>
        <p:nvSpPr>
          <p:cNvPr id="1379" name="Google Shape;1379;p97"/>
          <p:cNvSpPr txBox="1"/>
          <p:nvPr/>
        </p:nvSpPr>
        <p:spPr>
          <a:xfrm>
            <a:off x="5076900" y="2506125"/>
            <a:ext cx="3743100" cy="954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Kalam"/>
                <a:ea typeface="Kalam"/>
                <a:cs typeface="Kalam"/>
                <a:sym typeface="Kalam"/>
              </a:rPr>
              <a:t>Length of rectangle : 3.5 </a:t>
            </a:r>
            <a:r>
              <a:rPr lang="en-GB" sz="2000">
                <a:solidFill>
                  <a:schemeClr val="dk1"/>
                </a:solidFill>
                <a:latin typeface="Kalam"/>
                <a:ea typeface="Kalam"/>
                <a:cs typeface="Kalam"/>
                <a:sym typeface="Kalam"/>
              </a:rPr>
              <a:t>≤</a:t>
            </a:r>
            <a:r>
              <a:rPr lang="en-GB" sz="2000">
                <a:solidFill>
                  <a:schemeClr val="dk1"/>
                </a:solidFill>
                <a:latin typeface="Lexend"/>
                <a:ea typeface="Lexend"/>
                <a:cs typeface="Lexend"/>
                <a:sym typeface="Lexend"/>
              </a:rPr>
              <a:t> </a:t>
            </a:r>
            <a:r>
              <a:rPr i="1" lang="en-GB" sz="2200">
                <a:solidFill>
                  <a:schemeClr val="dk1"/>
                </a:solidFill>
                <a:latin typeface="Times"/>
                <a:ea typeface="Times"/>
                <a:cs typeface="Times"/>
                <a:sym typeface="Times"/>
              </a:rPr>
              <a:t>l</a:t>
            </a:r>
            <a:r>
              <a:rPr baseline="-25000" i="1" lang="en-GB" sz="2200">
                <a:solidFill>
                  <a:schemeClr val="dk1"/>
                </a:solidFill>
                <a:latin typeface="Times"/>
                <a:ea typeface="Times"/>
                <a:cs typeface="Times"/>
                <a:sym typeface="Times"/>
              </a:rPr>
              <a:t>r</a:t>
            </a:r>
            <a:r>
              <a:rPr lang="en-GB" sz="2000">
                <a:solidFill>
                  <a:schemeClr val="dk1"/>
                </a:solidFill>
                <a:latin typeface="Lexend"/>
                <a:ea typeface="Lexend"/>
                <a:cs typeface="Lexend"/>
                <a:sym typeface="Lexend"/>
              </a:rPr>
              <a:t> </a:t>
            </a:r>
            <a:r>
              <a:rPr lang="en-GB" sz="2000">
                <a:solidFill>
                  <a:schemeClr val="dk1"/>
                </a:solidFill>
                <a:latin typeface="Kalam"/>
                <a:ea typeface="Kalam"/>
                <a:cs typeface="Kalam"/>
                <a:sym typeface="Kalam"/>
              </a:rPr>
              <a:t>&lt; </a:t>
            </a:r>
            <a:r>
              <a:rPr lang="en-GB" sz="1800">
                <a:solidFill>
                  <a:schemeClr val="dk1"/>
                </a:solidFill>
                <a:latin typeface="Kalam"/>
                <a:ea typeface="Kalam"/>
                <a:cs typeface="Kalam"/>
                <a:sym typeface="Kalam"/>
              </a:rPr>
              <a:t>4.5</a:t>
            </a:r>
            <a:endParaRPr sz="1800">
              <a:solidFill>
                <a:schemeClr val="dk1"/>
              </a:solidFill>
              <a:latin typeface="Kalam"/>
              <a:ea typeface="Kalam"/>
              <a:cs typeface="Kalam"/>
              <a:sym typeface="Kalam"/>
            </a:endParaRPr>
          </a:p>
          <a:p>
            <a:pPr indent="0" lvl="0" marL="0" rtl="0" algn="l">
              <a:spcBef>
                <a:spcPts val="0"/>
              </a:spcBef>
              <a:spcAft>
                <a:spcPts val="0"/>
              </a:spcAft>
              <a:buNone/>
            </a:pPr>
            <a:r>
              <a:rPr lang="en-GB" sz="1800">
                <a:solidFill>
                  <a:schemeClr val="dk1"/>
                </a:solidFill>
                <a:latin typeface="Kalam"/>
                <a:ea typeface="Kalam"/>
                <a:cs typeface="Kalam"/>
                <a:sym typeface="Kalam"/>
              </a:rPr>
              <a:t>Width of rectangle : 1.35 </a:t>
            </a:r>
            <a:r>
              <a:rPr lang="en-GB" sz="2000">
                <a:solidFill>
                  <a:schemeClr val="dk1"/>
                </a:solidFill>
                <a:latin typeface="Kalam"/>
                <a:ea typeface="Kalam"/>
                <a:cs typeface="Kalam"/>
                <a:sym typeface="Kalam"/>
              </a:rPr>
              <a:t>≤</a:t>
            </a:r>
            <a:r>
              <a:rPr lang="en-GB" sz="2000">
                <a:solidFill>
                  <a:schemeClr val="dk1"/>
                </a:solidFill>
                <a:latin typeface="Lexend"/>
                <a:ea typeface="Lexend"/>
                <a:cs typeface="Lexend"/>
                <a:sym typeface="Lexend"/>
              </a:rPr>
              <a:t> </a:t>
            </a:r>
            <a:r>
              <a:rPr i="1" lang="en-GB" sz="2200">
                <a:solidFill>
                  <a:schemeClr val="dk1"/>
                </a:solidFill>
                <a:latin typeface="Times"/>
                <a:ea typeface="Times"/>
                <a:cs typeface="Times"/>
                <a:sym typeface="Times"/>
              </a:rPr>
              <a:t>w</a:t>
            </a:r>
            <a:r>
              <a:rPr lang="en-GB" sz="2000">
                <a:solidFill>
                  <a:schemeClr val="dk1"/>
                </a:solidFill>
                <a:latin typeface="Lexend"/>
                <a:ea typeface="Lexend"/>
                <a:cs typeface="Lexend"/>
                <a:sym typeface="Lexend"/>
              </a:rPr>
              <a:t> </a:t>
            </a:r>
            <a:r>
              <a:rPr lang="en-GB" sz="2000">
                <a:solidFill>
                  <a:schemeClr val="dk1"/>
                </a:solidFill>
                <a:latin typeface="Kalam"/>
                <a:ea typeface="Kalam"/>
                <a:cs typeface="Kalam"/>
                <a:sym typeface="Kalam"/>
              </a:rPr>
              <a:t>&lt; </a:t>
            </a:r>
            <a:r>
              <a:rPr lang="en-GB" sz="1800">
                <a:solidFill>
                  <a:schemeClr val="dk1"/>
                </a:solidFill>
                <a:latin typeface="Kalam"/>
                <a:ea typeface="Kalam"/>
                <a:cs typeface="Kalam"/>
                <a:sym typeface="Kalam"/>
              </a:rPr>
              <a:t>1.45</a:t>
            </a:r>
            <a:endParaRPr sz="1800">
              <a:solidFill>
                <a:schemeClr val="dk1"/>
              </a:solidFill>
              <a:latin typeface="Kalam"/>
              <a:ea typeface="Kalam"/>
              <a:cs typeface="Kalam"/>
              <a:sym typeface="Kalam"/>
            </a:endParaRPr>
          </a:p>
          <a:p>
            <a:pPr indent="0" lvl="0" marL="0" rtl="0" algn="l">
              <a:spcBef>
                <a:spcPts val="0"/>
              </a:spcBef>
              <a:spcAft>
                <a:spcPts val="0"/>
              </a:spcAft>
              <a:buClr>
                <a:schemeClr val="dk1"/>
              </a:buClr>
              <a:buSzPts val="1100"/>
              <a:buFont typeface="Arial"/>
              <a:buNone/>
            </a:pPr>
            <a:r>
              <a:t/>
            </a:r>
            <a:endParaRPr sz="1800">
              <a:solidFill>
                <a:schemeClr val="dk1"/>
              </a:solidFill>
              <a:latin typeface="Kalam"/>
              <a:ea typeface="Kalam"/>
              <a:cs typeface="Kalam"/>
              <a:sym typeface="Kalam"/>
            </a:endParaRPr>
          </a:p>
        </p:txBody>
      </p:sp>
      <p:sp>
        <p:nvSpPr>
          <p:cNvPr id="1380" name="Google Shape;1380;p97"/>
          <p:cNvSpPr txBox="1"/>
          <p:nvPr/>
        </p:nvSpPr>
        <p:spPr>
          <a:xfrm>
            <a:off x="324000" y="3844950"/>
            <a:ext cx="4999200" cy="1139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800">
                <a:solidFill>
                  <a:schemeClr val="dk1"/>
                </a:solidFill>
                <a:latin typeface="Kalam"/>
                <a:ea typeface="Kalam"/>
                <a:cs typeface="Kalam"/>
                <a:sym typeface="Kalam"/>
              </a:rPr>
              <a:t>Area of shaded: </a:t>
            </a:r>
            <a:endParaRPr sz="1800">
              <a:solidFill>
                <a:schemeClr val="dk1"/>
              </a:solidFill>
              <a:latin typeface="Kalam"/>
              <a:ea typeface="Kalam"/>
              <a:cs typeface="Kalam"/>
              <a:sym typeface="Kalam"/>
            </a:endParaRPr>
          </a:p>
          <a:p>
            <a:pPr indent="0" lvl="0" marL="0" rtl="0" algn="ctr">
              <a:spcBef>
                <a:spcPts val="0"/>
              </a:spcBef>
              <a:spcAft>
                <a:spcPts val="0"/>
              </a:spcAft>
              <a:buNone/>
            </a:pPr>
            <a:r>
              <a:rPr lang="en-GB" sz="1800">
                <a:solidFill>
                  <a:schemeClr val="dk1"/>
                </a:solidFill>
                <a:latin typeface="Kalam"/>
                <a:ea typeface="Kalam"/>
                <a:cs typeface="Kalam"/>
                <a:sym typeface="Kalam"/>
              </a:rPr>
              <a:t>4.725 </a:t>
            </a:r>
            <a:r>
              <a:rPr lang="en-GB" sz="1800">
                <a:solidFill>
                  <a:schemeClr val="dk1"/>
                </a:solidFill>
                <a:latin typeface="Kalam"/>
                <a:ea typeface="Kalam"/>
                <a:cs typeface="Kalam"/>
                <a:sym typeface="Kalam"/>
              </a:rPr>
              <a:t>− </a:t>
            </a:r>
            <a:r>
              <a:rPr lang="en-GB" sz="1800">
                <a:solidFill>
                  <a:schemeClr val="dk1"/>
                </a:solidFill>
                <a:latin typeface="Kalam"/>
                <a:ea typeface="Kalam"/>
                <a:cs typeface="Kalam"/>
                <a:sym typeface="Kalam"/>
              </a:rPr>
              <a:t>0.7225 </a:t>
            </a:r>
            <a:r>
              <a:rPr lang="en-GB" sz="2000">
                <a:solidFill>
                  <a:schemeClr val="dk1"/>
                </a:solidFill>
                <a:latin typeface="Kalam"/>
                <a:ea typeface="Kalam"/>
                <a:cs typeface="Kalam"/>
                <a:sym typeface="Kalam"/>
              </a:rPr>
              <a:t>&lt;</a:t>
            </a:r>
            <a:r>
              <a:rPr lang="en-GB" sz="2000">
                <a:solidFill>
                  <a:schemeClr val="dk1"/>
                </a:solidFill>
                <a:latin typeface="Lexend"/>
                <a:ea typeface="Lexend"/>
                <a:cs typeface="Lexend"/>
                <a:sym typeface="Lexend"/>
              </a:rPr>
              <a:t> </a:t>
            </a:r>
            <a:r>
              <a:rPr i="1" lang="en-GB" sz="2200">
                <a:solidFill>
                  <a:schemeClr val="dk1"/>
                </a:solidFill>
                <a:latin typeface="Times"/>
                <a:ea typeface="Times"/>
                <a:cs typeface="Times"/>
                <a:sym typeface="Times"/>
              </a:rPr>
              <a:t>shaded</a:t>
            </a:r>
            <a:r>
              <a:rPr lang="en-GB" sz="2000">
                <a:solidFill>
                  <a:schemeClr val="dk1"/>
                </a:solidFill>
                <a:latin typeface="Lexend"/>
                <a:ea typeface="Lexend"/>
                <a:cs typeface="Lexend"/>
                <a:sym typeface="Lexend"/>
              </a:rPr>
              <a:t> </a:t>
            </a:r>
            <a:r>
              <a:rPr lang="en-GB" sz="2000">
                <a:solidFill>
                  <a:schemeClr val="dk1"/>
                </a:solidFill>
                <a:latin typeface="Kalam"/>
                <a:ea typeface="Kalam"/>
                <a:cs typeface="Kalam"/>
                <a:sym typeface="Kalam"/>
              </a:rPr>
              <a:t>&lt; </a:t>
            </a:r>
            <a:r>
              <a:rPr lang="en-GB" sz="1800">
                <a:solidFill>
                  <a:schemeClr val="dk1"/>
                </a:solidFill>
                <a:latin typeface="Kalam"/>
                <a:ea typeface="Kalam"/>
                <a:cs typeface="Kalam"/>
                <a:sym typeface="Kalam"/>
              </a:rPr>
              <a:t>6.525 − 0.5625 </a:t>
            </a:r>
            <a:endParaRPr sz="1800">
              <a:solidFill>
                <a:schemeClr val="dk1"/>
              </a:solidFill>
              <a:latin typeface="Kalam"/>
              <a:ea typeface="Kalam"/>
              <a:cs typeface="Kalam"/>
              <a:sym typeface="Kalam"/>
            </a:endParaRPr>
          </a:p>
          <a:p>
            <a:pPr indent="0" lvl="0" marL="0" rtl="0" algn="ctr">
              <a:spcBef>
                <a:spcPts val="0"/>
              </a:spcBef>
              <a:spcAft>
                <a:spcPts val="0"/>
              </a:spcAft>
              <a:buNone/>
            </a:pPr>
            <a:r>
              <a:rPr lang="en-GB" sz="1800">
                <a:solidFill>
                  <a:schemeClr val="dk1"/>
                </a:solidFill>
                <a:latin typeface="Kalam"/>
                <a:ea typeface="Kalam"/>
                <a:cs typeface="Kalam"/>
                <a:sym typeface="Kalam"/>
              </a:rPr>
              <a:t>4.0025 </a:t>
            </a:r>
            <a:r>
              <a:rPr lang="en-GB" sz="2000">
                <a:solidFill>
                  <a:schemeClr val="dk1"/>
                </a:solidFill>
                <a:latin typeface="Kalam"/>
                <a:ea typeface="Kalam"/>
                <a:cs typeface="Kalam"/>
                <a:sym typeface="Kalam"/>
              </a:rPr>
              <a:t>&lt;</a:t>
            </a:r>
            <a:r>
              <a:rPr lang="en-GB" sz="2000">
                <a:solidFill>
                  <a:schemeClr val="dk1"/>
                </a:solidFill>
                <a:latin typeface="Lexend"/>
                <a:ea typeface="Lexend"/>
                <a:cs typeface="Lexend"/>
                <a:sym typeface="Lexend"/>
              </a:rPr>
              <a:t> </a:t>
            </a:r>
            <a:r>
              <a:rPr i="1" lang="en-GB" sz="2200">
                <a:solidFill>
                  <a:schemeClr val="dk1"/>
                </a:solidFill>
                <a:latin typeface="Times"/>
                <a:ea typeface="Times"/>
                <a:cs typeface="Times"/>
                <a:sym typeface="Times"/>
              </a:rPr>
              <a:t>shaded</a:t>
            </a:r>
            <a:r>
              <a:rPr baseline="-25000" i="1" lang="en-GB" sz="2200">
                <a:solidFill>
                  <a:schemeClr val="dk1"/>
                </a:solidFill>
                <a:latin typeface="Times"/>
                <a:ea typeface="Times"/>
                <a:cs typeface="Times"/>
                <a:sym typeface="Times"/>
              </a:rPr>
              <a:t> </a:t>
            </a:r>
            <a:r>
              <a:rPr lang="en-GB" sz="2000">
                <a:solidFill>
                  <a:schemeClr val="dk1"/>
                </a:solidFill>
                <a:latin typeface="Kalam"/>
                <a:ea typeface="Kalam"/>
                <a:cs typeface="Kalam"/>
                <a:sym typeface="Kalam"/>
              </a:rPr>
              <a:t>&lt; </a:t>
            </a:r>
            <a:r>
              <a:rPr lang="en-GB" sz="1800">
                <a:solidFill>
                  <a:schemeClr val="dk1"/>
                </a:solidFill>
                <a:latin typeface="Kalam"/>
                <a:ea typeface="Kalam"/>
                <a:cs typeface="Kalam"/>
                <a:sym typeface="Kalam"/>
              </a:rPr>
              <a:t>5.9625</a:t>
            </a:r>
            <a:endParaRPr/>
          </a:p>
        </p:txBody>
      </p:sp>
      <p:sp>
        <p:nvSpPr>
          <p:cNvPr id="1381" name="Google Shape;1381;p97"/>
          <p:cNvSpPr txBox="1"/>
          <p:nvPr/>
        </p:nvSpPr>
        <p:spPr>
          <a:xfrm>
            <a:off x="5448450" y="3401800"/>
            <a:ext cx="3000000" cy="1139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Kalam"/>
                <a:ea typeface="Kalam"/>
                <a:cs typeface="Kalam"/>
                <a:sym typeface="Kalam"/>
              </a:rPr>
              <a:t>Area of rectangle: </a:t>
            </a:r>
            <a:endParaRPr sz="1800">
              <a:solidFill>
                <a:schemeClr val="dk1"/>
              </a:solidFill>
              <a:latin typeface="Kalam"/>
              <a:ea typeface="Kalam"/>
              <a:cs typeface="Kalam"/>
              <a:sym typeface="Kalam"/>
            </a:endParaRPr>
          </a:p>
          <a:p>
            <a:pPr indent="0" lvl="0" marL="0" rtl="0" algn="l">
              <a:spcBef>
                <a:spcPts val="0"/>
              </a:spcBef>
              <a:spcAft>
                <a:spcPts val="0"/>
              </a:spcAft>
              <a:buNone/>
            </a:pPr>
            <a:r>
              <a:rPr lang="en-GB" sz="1800">
                <a:solidFill>
                  <a:schemeClr val="dk1"/>
                </a:solidFill>
                <a:latin typeface="Kalam"/>
                <a:ea typeface="Kalam"/>
                <a:cs typeface="Kalam"/>
                <a:sym typeface="Kalam"/>
              </a:rPr>
              <a:t>3.5 × 1.35 </a:t>
            </a:r>
            <a:r>
              <a:rPr lang="en-GB" sz="2000">
                <a:solidFill>
                  <a:schemeClr val="dk1"/>
                </a:solidFill>
                <a:latin typeface="Kalam"/>
                <a:ea typeface="Kalam"/>
                <a:cs typeface="Kalam"/>
                <a:sym typeface="Kalam"/>
              </a:rPr>
              <a:t>≤</a:t>
            </a:r>
            <a:r>
              <a:rPr lang="en-GB" sz="2000">
                <a:solidFill>
                  <a:schemeClr val="dk1"/>
                </a:solidFill>
                <a:latin typeface="Lexend"/>
                <a:ea typeface="Lexend"/>
                <a:cs typeface="Lexend"/>
                <a:sym typeface="Lexend"/>
              </a:rPr>
              <a:t> </a:t>
            </a:r>
            <a:r>
              <a:rPr i="1" lang="en-GB" sz="2200">
                <a:solidFill>
                  <a:schemeClr val="dk1"/>
                </a:solidFill>
                <a:latin typeface="Times"/>
                <a:ea typeface="Times"/>
                <a:cs typeface="Times"/>
                <a:sym typeface="Times"/>
              </a:rPr>
              <a:t>a</a:t>
            </a:r>
            <a:r>
              <a:rPr baseline="-25000" i="1" lang="en-GB" sz="2200">
                <a:solidFill>
                  <a:schemeClr val="dk1"/>
                </a:solidFill>
                <a:latin typeface="Times"/>
                <a:ea typeface="Times"/>
                <a:cs typeface="Times"/>
                <a:sym typeface="Times"/>
              </a:rPr>
              <a:t>r</a:t>
            </a:r>
            <a:r>
              <a:rPr lang="en-GB" sz="2000">
                <a:solidFill>
                  <a:schemeClr val="dk1"/>
                </a:solidFill>
                <a:latin typeface="Lexend"/>
                <a:ea typeface="Lexend"/>
                <a:cs typeface="Lexend"/>
                <a:sym typeface="Lexend"/>
              </a:rPr>
              <a:t> </a:t>
            </a:r>
            <a:r>
              <a:rPr lang="en-GB" sz="2000">
                <a:solidFill>
                  <a:schemeClr val="dk1"/>
                </a:solidFill>
                <a:latin typeface="Kalam"/>
                <a:ea typeface="Kalam"/>
                <a:cs typeface="Kalam"/>
                <a:sym typeface="Kalam"/>
              </a:rPr>
              <a:t>&lt; </a:t>
            </a:r>
            <a:r>
              <a:rPr lang="en-GB" sz="1800">
                <a:solidFill>
                  <a:schemeClr val="dk1"/>
                </a:solidFill>
                <a:latin typeface="Kalam"/>
                <a:ea typeface="Kalam"/>
                <a:cs typeface="Kalam"/>
                <a:sym typeface="Kalam"/>
              </a:rPr>
              <a:t>4.5 × 1.45</a:t>
            </a:r>
            <a:endParaRPr sz="1800">
              <a:solidFill>
                <a:schemeClr val="dk1"/>
              </a:solidFill>
              <a:latin typeface="Kalam"/>
              <a:ea typeface="Kalam"/>
              <a:cs typeface="Kalam"/>
              <a:sym typeface="Kalam"/>
            </a:endParaRPr>
          </a:p>
          <a:p>
            <a:pPr indent="0" lvl="0" marL="0" rtl="0" algn="l">
              <a:spcBef>
                <a:spcPts val="0"/>
              </a:spcBef>
              <a:spcAft>
                <a:spcPts val="0"/>
              </a:spcAft>
              <a:buNone/>
            </a:pPr>
            <a:r>
              <a:rPr lang="en-GB" sz="1800">
                <a:solidFill>
                  <a:schemeClr val="dk1"/>
                </a:solidFill>
                <a:latin typeface="Kalam"/>
                <a:ea typeface="Kalam"/>
                <a:cs typeface="Kalam"/>
                <a:sym typeface="Kalam"/>
              </a:rPr>
              <a:t>4.725 </a:t>
            </a:r>
            <a:r>
              <a:rPr lang="en-GB" sz="2000">
                <a:solidFill>
                  <a:schemeClr val="dk1"/>
                </a:solidFill>
                <a:latin typeface="Kalam"/>
                <a:ea typeface="Kalam"/>
                <a:cs typeface="Kalam"/>
                <a:sym typeface="Kalam"/>
              </a:rPr>
              <a:t>≤</a:t>
            </a:r>
            <a:r>
              <a:rPr lang="en-GB" sz="2000">
                <a:solidFill>
                  <a:schemeClr val="dk1"/>
                </a:solidFill>
                <a:latin typeface="Lexend"/>
                <a:ea typeface="Lexend"/>
                <a:cs typeface="Lexend"/>
                <a:sym typeface="Lexend"/>
              </a:rPr>
              <a:t> </a:t>
            </a:r>
            <a:r>
              <a:rPr i="1" lang="en-GB" sz="2200">
                <a:solidFill>
                  <a:schemeClr val="dk1"/>
                </a:solidFill>
                <a:latin typeface="Times"/>
                <a:ea typeface="Times"/>
                <a:cs typeface="Times"/>
                <a:sym typeface="Times"/>
              </a:rPr>
              <a:t>a</a:t>
            </a:r>
            <a:r>
              <a:rPr baseline="-25000" i="1" lang="en-GB" sz="2200">
                <a:solidFill>
                  <a:schemeClr val="dk1"/>
                </a:solidFill>
                <a:latin typeface="Times"/>
                <a:ea typeface="Times"/>
                <a:cs typeface="Times"/>
                <a:sym typeface="Times"/>
              </a:rPr>
              <a:t>r</a:t>
            </a:r>
            <a:r>
              <a:rPr lang="en-GB" sz="2000">
                <a:solidFill>
                  <a:schemeClr val="dk1"/>
                </a:solidFill>
                <a:latin typeface="Kalam"/>
                <a:ea typeface="Kalam"/>
                <a:cs typeface="Kalam"/>
                <a:sym typeface="Kalam"/>
              </a:rPr>
              <a:t>&lt; </a:t>
            </a:r>
            <a:r>
              <a:rPr lang="en-GB" sz="1800">
                <a:solidFill>
                  <a:schemeClr val="dk1"/>
                </a:solidFill>
                <a:latin typeface="Kalam"/>
                <a:ea typeface="Kalam"/>
                <a:cs typeface="Kalam"/>
                <a:sym typeface="Kalam"/>
              </a:rPr>
              <a:t>6.525</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9">
                                            <p:txEl>
                                              <p:pRg end="2" st="2"/>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8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0">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5" name="Shape 1385"/>
        <p:cNvGrpSpPr/>
        <p:nvPr/>
      </p:nvGrpSpPr>
      <p:grpSpPr>
        <a:xfrm>
          <a:off x="0" y="0"/>
          <a:ext cx="0" cy="0"/>
          <a:chOff x="0" y="0"/>
          <a:chExt cx="0" cy="0"/>
        </a:xfrm>
      </p:grpSpPr>
      <p:sp>
        <p:nvSpPr>
          <p:cNvPr id="1386" name="Google Shape;1386;p98"/>
          <p:cNvSpPr txBox="1"/>
          <p:nvPr>
            <p:ph type="title"/>
          </p:nvPr>
        </p:nvSpPr>
        <p:spPr>
          <a:xfrm>
            <a:off x="1225200" y="1779713"/>
            <a:ext cx="68508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Problem solving with estimation</a:t>
            </a:r>
            <a:endParaRPr/>
          </a:p>
        </p:txBody>
      </p:sp>
      <p:sp>
        <p:nvSpPr>
          <p:cNvPr id="1387" name="Google Shape;1387;p98"/>
          <p:cNvSpPr txBox="1"/>
          <p:nvPr>
            <p:ph idx="2" type="title"/>
          </p:nvPr>
        </p:nvSpPr>
        <p:spPr>
          <a:xfrm>
            <a:off x="1225200" y="2804800"/>
            <a:ext cx="68508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Problem solving with error intervals</a:t>
            </a:r>
            <a:endParaRPr/>
          </a:p>
        </p:txBody>
      </p:sp>
      <p:sp>
        <p:nvSpPr>
          <p:cNvPr id="1388" name="Google Shape;1388;p98"/>
          <p:cNvSpPr txBox="1"/>
          <p:nvPr>
            <p:ph idx="4" type="title"/>
          </p:nvPr>
        </p:nvSpPr>
        <p:spPr>
          <a:xfrm>
            <a:off x="324000" y="657600"/>
            <a:ext cx="57414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Problem solving with estimation and rounding</a:t>
            </a:r>
            <a:endParaRPr/>
          </a:p>
        </p:txBody>
      </p:sp>
      <p:sp>
        <p:nvSpPr>
          <p:cNvPr id="1389" name="Google Shape;1389;p98"/>
          <p:cNvSpPr txBox="1"/>
          <p:nvPr>
            <p:ph idx="3" type="title"/>
          </p:nvPr>
        </p:nvSpPr>
        <p:spPr>
          <a:xfrm>
            <a:off x="1225200" y="3739189"/>
            <a:ext cx="68508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Fermi estimation</a:t>
            </a:r>
            <a:endParaRPr/>
          </a:p>
        </p:txBody>
      </p:sp>
      <p:pic>
        <p:nvPicPr>
          <p:cNvPr id="1390" name="Google Shape;1390;p98"/>
          <p:cNvPicPr preferRelativeResize="0"/>
          <p:nvPr/>
        </p:nvPicPr>
        <p:blipFill>
          <a:blip r:embed="rId3">
            <a:alphaModFix/>
          </a:blip>
          <a:stretch>
            <a:fillRect/>
          </a:stretch>
        </p:blipFill>
        <p:spPr>
          <a:xfrm>
            <a:off x="433931" y="3700475"/>
            <a:ext cx="450575" cy="44675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4" name="Shape 1394"/>
        <p:cNvGrpSpPr/>
        <p:nvPr/>
      </p:nvGrpSpPr>
      <p:grpSpPr>
        <a:xfrm>
          <a:off x="0" y="0"/>
          <a:ext cx="0" cy="0"/>
          <a:chOff x="0" y="0"/>
          <a:chExt cx="0" cy="0"/>
        </a:xfrm>
      </p:grpSpPr>
      <p:sp>
        <p:nvSpPr>
          <p:cNvPr id="1395" name="Google Shape;1395;p99"/>
          <p:cNvSpPr txBox="1"/>
          <p:nvPr>
            <p:ph idx="1" type="body"/>
          </p:nvPr>
        </p:nvSpPr>
        <p:spPr>
          <a:xfrm>
            <a:off x="3672700" y="759300"/>
            <a:ext cx="4889100" cy="30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Have you ever been to a fair or event and there is a jar full of sweets and you win a prize if your guess is the closest to the actual number of sweets in the jar?</a:t>
            </a:r>
            <a:endParaRPr/>
          </a:p>
          <a:p>
            <a:pPr indent="0" lvl="0" marL="0" rtl="0" algn="l">
              <a:spcBef>
                <a:spcPts val="1000"/>
              </a:spcBef>
              <a:spcAft>
                <a:spcPts val="0"/>
              </a:spcAft>
              <a:buNone/>
            </a:pPr>
            <a:r>
              <a:t/>
            </a:r>
            <a:endParaRPr/>
          </a:p>
          <a:p>
            <a:pPr indent="0" lvl="0" marL="0" rtl="0" algn="l">
              <a:spcBef>
                <a:spcPts val="1000"/>
              </a:spcBef>
              <a:spcAft>
                <a:spcPts val="1000"/>
              </a:spcAft>
              <a:buNone/>
            </a:pPr>
            <a:r>
              <a:rPr lang="en-GB"/>
              <a:t>How did you make your guess? Was it random or did you have a strategy?</a:t>
            </a:r>
            <a:endParaRPr/>
          </a:p>
        </p:txBody>
      </p:sp>
      <p:sp>
        <p:nvSpPr>
          <p:cNvPr id="1396" name="Google Shape;1396;p9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Fermi estimation</a:t>
            </a:r>
            <a:endParaRPr/>
          </a:p>
        </p:txBody>
      </p:sp>
      <p:grpSp>
        <p:nvGrpSpPr>
          <p:cNvPr id="1397" name="Google Shape;1397;p99"/>
          <p:cNvGrpSpPr/>
          <p:nvPr/>
        </p:nvGrpSpPr>
        <p:grpSpPr>
          <a:xfrm>
            <a:off x="39375" y="877425"/>
            <a:ext cx="3942975" cy="3942975"/>
            <a:chOff x="3516213" y="877425"/>
            <a:chExt cx="3942975" cy="3942975"/>
          </a:xfrm>
        </p:grpSpPr>
        <p:pic>
          <p:nvPicPr>
            <p:cNvPr id="1398" name="Google Shape;1398;p99"/>
            <p:cNvPicPr preferRelativeResize="0"/>
            <p:nvPr/>
          </p:nvPicPr>
          <p:blipFill>
            <a:blip r:embed="rId3">
              <a:alphaModFix/>
            </a:blip>
            <a:stretch>
              <a:fillRect/>
            </a:stretch>
          </p:blipFill>
          <p:spPr>
            <a:xfrm>
              <a:off x="3516213" y="877425"/>
              <a:ext cx="3942975" cy="3942975"/>
            </a:xfrm>
            <a:prstGeom prst="rect">
              <a:avLst/>
            </a:prstGeom>
            <a:noFill/>
            <a:ln>
              <a:noFill/>
            </a:ln>
          </p:spPr>
        </p:pic>
        <p:pic>
          <p:nvPicPr>
            <p:cNvPr id="1399" name="Google Shape;1399;p99"/>
            <p:cNvPicPr preferRelativeResize="0"/>
            <p:nvPr/>
          </p:nvPicPr>
          <p:blipFill>
            <a:blip r:embed="rId4">
              <a:alphaModFix/>
            </a:blip>
            <a:stretch>
              <a:fillRect/>
            </a:stretch>
          </p:blipFill>
          <p:spPr>
            <a:xfrm>
              <a:off x="5381588" y="3973250"/>
              <a:ext cx="684925" cy="678275"/>
            </a:xfrm>
            <a:prstGeom prst="rect">
              <a:avLst/>
            </a:prstGeom>
            <a:noFill/>
            <a:ln>
              <a:noFill/>
            </a:ln>
          </p:spPr>
        </p:pic>
        <p:pic>
          <p:nvPicPr>
            <p:cNvPr id="1400" name="Google Shape;1400;p99"/>
            <p:cNvPicPr preferRelativeResize="0"/>
            <p:nvPr/>
          </p:nvPicPr>
          <p:blipFill>
            <a:blip r:embed="rId5">
              <a:alphaModFix/>
            </a:blip>
            <a:stretch>
              <a:fillRect/>
            </a:stretch>
          </p:blipFill>
          <p:spPr>
            <a:xfrm>
              <a:off x="5877713" y="3980887"/>
              <a:ext cx="684925" cy="678236"/>
            </a:xfrm>
            <a:prstGeom prst="rect">
              <a:avLst/>
            </a:prstGeom>
            <a:noFill/>
            <a:ln>
              <a:noFill/>
            </a:ln>
          </p:spPr>
        </p:pic>
        <p:pic>
          <p:nvPicPr>
            <p:cNvPr id="1401" name="Google Shape;1401;p99"/>
            <p:cNvPicPr preferRelativeResize="0"/>
            <p:nvPr/>
          </p:nvPicPr>
          <p:blipFill>
            <a:blip r:embed="rId6">
              <a:alphaModFix/>
            </a:blip>
            <a:stretch>
              <a:fillRect/>
            </a:stretch>
          </p:blipFill>
          <p:spPr>
            <a:xfrm>
              <a:off x="5914338" y="3583975"/>
              <a:ext cx="684925" cy="678265"/>
            </a:xfrm>
            <a:prstGeom prst="rect">
              <a:avLst/>
            </a:prstGeom>
            <a:noFill/>
            <a:ln>
              <a:noFill/>
            </a:ln>
          </p:spPr>
        </p:pic>
        <p:pic>
          <p:nvPicPr>
            <p:cNvPr id="1402" name="Google Shape;1402;p99"/>
            <p:cNvPicPr preferRelativeResize="0"/>
            <p:nvPr/>
          </p:nvPicPr>
          <p:blipFill>
            <a:blip r:embed="rId4">
              <a:alphaModFix/>
            </a:blip>
            <a:stretch>
              <a:fillRect/>
            </a:stretch>
          </p:blipFill>
          <p:spPr>
            <a:xfrm>
              <a:off x="4479850" y="3973250"/>
              <a:ext cx="684925" cy="678275"/>
            </a:xfrm>
            <a:prstGeom prst="rect">
              <a:avLst/>
            </a:prstGeom>
            <a:noFill/>
            <a:ln>
              <a:noFill/>
            </a:ln>
          </p:spPr>
        </p:pic>
        <p:pic>
          <p:nvPicPr>
            <p:cNvPr id="1403" name="Google Shape;1403;p99"/>
            <p:cNvPicPr preferRelativeResize="0"/>
            <p:nvPr/>
          </p:nvPicPr>
          <p:blipFill>
            <a:blip r:embed="rId5">
              <a:alphaModFix/>
            </a:blip>
            <a:stretch>
              <a:fillRect/>
            </a:stretch>
          </p:blipFill>
          <p:spPr>
            <a:xfrm>
              <a:off x="4319988" y="3641775"/>
              <a:ext cx="684925" cy="678236"/>
            </a:xfrm>
            <a:prstGeom prst="rect">
              <a:avLst/>
            </a:prstGeom>
            <a:noFill/>
            <a:ln>
              <a:noFill/>
            </a:ln>
          </p:spPr>
        </p:pic>
        <p:pic>
          <p:nvPicPr>
            <p:cNvPr id="1404" name="Google Shape;1404;p99"/>
            <p:cNvPicPr preferRelativeResize="0"/>
            <p:nvPr/>
          </p:nvPicPr>
          <p:blipFill>
            <a:blip r:embed="rId6">
              <a:alphaModFix/>
            </a:blip>
            <a:stretch>
              <a:fillRect/>
            </a:stretch>
          </p:blipFill>
          <p:spPr>
            <a:xfrm>
              <a:off x="4890863" y="3973250"/>
              <a:ext cx="684925" cy="678265"/>
            </a:xfrm>
            <a:prstGeom prst="rect">
              <a:avLst/>
            </a:prstGeom>
            <a:noFill/>
            <a:ln>
              <a:noFill/>
            </a:ln>
          </p:spPr>
        </p:pic>
        <p:pic>
          <p:nvPicPr>
            <p:cNvPr id="1405" name="Google Shape;1405;p99"/>
            <p:cNvPicPr preferRelativeResize="0"/>
            <p:nvPr/>
          </p:nvPicPr>
          <p:blipFill>
            <a:blip r:embed="rId4">
              <a:alphaModFix/>
            </a:blip>
            <a:stretch>
              <a:fillRect/>
            </a:stretch>
          </p:blipFill>
          <p:spPr>
            <a:xfrm>
              <a:off x="4319975" y="2760575"/>
              <a:ext cx="684925" cy="678275"/>
            </a:xfrm>
            <a:prstGeom prst="rect">
              <a:avLst/>
            </a:prstGeom>
            <a:noFill/>
            <a:ln>
              <a:noFill/>
            </a:ln>
          </p:spPr>
        </p:pic>
        <p:pic>
          <p:nvPicPr>
            <p:cNvPr id="1406" name="Google Shape;1406;p99"/>
            <p:cNvPicPr preferRelativeResize="0"/>
            <p:nvPr/>
          </p:nvPicPr>
          <p:blipFill>
            <a:blip r:embed="rId5">
              <a:alphaModFix/>
            </a:blip>
            <a:stretch>
              <a:fillRect/>
            </a:stretch>
          </p:blipFill>
          <p:spPr>
            <a:xfrm>
              <a:off x="5914338" y="3122175"/>
              <a:ext cx="684925" cy="678236"/>
            </a:xfrm>
            <a:prstGeom prst="rect">
              <a:avLst/>
            </a:prstGeom>
            <a:noFill/>
            <a:ln>
              <a:noFill/>
            </a:ln>
          </p:spPr>
        </p:pic>
        <p:pic>
          <p:nvPicPr>
            <p:cNvPr id="1407" name="Google Shape;1407;p99"/>
            <p:cNvPicPr preferRelativeResize="0"/>
            <p:nvPr/>
          </p:nvPicPr>
          <p:blipFill>
            <a:blip r:embed="rId6">
              <a:alphaModFix/>
            </a:blip>
            <a:stretch>
              <a:fillRect/>
            </a:stretch>
          </p:blipFill>
          <p:spPr>
            <a:xfrm>
              <a:off x="5303950" y="3641750"/>
              <a:ext cx="684925" cy="678265"/>
            </a:xfrm>
            <a:prstGeom prst="rect">
              <a:avLst/>
            </a:prstGeom>
            <a:noFill/>
            <a:ln>
              <a:noFill/>
            </a:ln>
          </p:spPr>
        </p:pic>
        <p:pic>
          <p:nvPicPr>
            <p:cNvPr id="1408" name="Google Shape;1408;p99"/>
            <p:cNvPicPr preferRelativeResize="0"/>
            <p:nvPr/>
          </p:nvPicPr>
          <p:blipFill>
            <a:blip r:embed="rId4">
              <a:alphaModFix/>
            </a:blip>
            <a:stretch>
              <a:fillRect/>
            </a:stretch>
          </p:blipFill>
          <p:spPr>
            <a:xfrm>
              <a:off x="4839488" y="2944300"/>
              <a:ext cx="684925" cy="678275"/>
            </a:xfrm>
            <a:prstGeom prst="rect">
              <a:avLst/>
            </a:prstGeom>
            <a:noFill/>
            <a:ln>
              <a:noFill/>
            </a:ln>
          </p:spPr>
        </p:pic>
        <p:pic>
          <p:nvPicPr>
            <p:cNvPr id="1409" name="Google Shape;1409;p99"/>
            <p:cNvPicPr preferRelativeResize="0"/>
            <p:nvPr/>
          </p:nvPicPr>
          <p:blipFill>
            <a:blip r:embed="rId5">
              <a:alphaModFix/>
            </a:blip>
            <a:stretch>
              <a:fillRect/>
            </a:stretch>
          </p:blipFill>
          <p:spPr>
            <a:xfrm>
              <a:off x="4434613" y="3122175"/>
              <a:ext cx="684925" cy="678236"/>
            </a:xfrm>
            <a:prstGeom prst="rect">
              <a:avLst/>
            </a:prstGeom>
            <a:noFill/>
            <a:ln>
              <a:noFill/>
            </a:ln>
          </p:spPr>
        </p:pic>
        <p:pic>
          <p:nvPicPr>
            <p:cNvPr id="1410" name="Google Shape;1410;p99"/>
            <p:cNvPicPr preferRelativeResize="0"/>
            <p:nvPr/>
          </p:nvPicPr>
          <p:blipFill>
            <a:blip r:embed="rId6">
              <a:alphaModFix/>
            </a:blip>
            <a:stretch>
              <a:fillRect/>
            </a:stretch>
          </p:blipFill>
          <p:spPr>
            <a:xfrm>
              <a:off x="4730850" y="3388150"/>
              <a:ext cx="684925" cy="678265"/>
            </a:xfrm>
            <a:prstGeom prst="rect">
              <a:avLst/>
            </a:prstGeom>
            <a:noFill/>
            <a:ln>
              <a:noFill/>
            </a:ln>
          </p:spPr>
        </p:pic>
        <p:pic>
          <p:nvPicPr>
            <p:cNvPr id="1411" name="Google Shape;1411;p99"/>
            <p:cNvPicPr preferRelativeResize="0"/>
            <p:nvPr/>
          </p:nvPicPr>
          <p:blipFill>
            <a:blip r:embed="rId4">
              <a:alphaModFix/>
            </a:blip>
            <a:stretch>
              <a:fillRect/>
            </a:stretch>
          </p:blipFill>
          <p:spPr>
            <a:xfrm>
              <a:off x="4991888" y="3096700"/>
              <a:ext cx="684925" cy="678275"/>
            </a:xfrm>
            <a:prstGeom prst="rect">
              <a:avLst/>
            </a:prstGeom>
            <a:noFill/>
            <a:ln>
              <a:noFill/>
            </a:ln>
          </p:spPr>
        </p:pic>
        <p:pic>
          <p:nvPicPr>
            <p:cNvPr id="1412" name="Google Shape;1412;p99"/>
            <p:cNvPicPr preferRelativeResize="0"/>
            <p:nvPr/>
          </p:nvPicPr>
          <p:blipFill>
            <a:blip r:embed="rId6">
              <a:alphaModFix/>
            </a:blip>
            <a:stretch>
              <a:fillRect/>
            </a:stretch>
          </p:blipFill>
          <p:spPr>
            <a:xfrm>
              <a:off x="5415775" y="3171550"/>
              <a:ext cx="684925" cy="678265"/>
            </a:xfrm>
            <a:prstGeom prst="rect">
              <a:avLst/>
            </a:prstGeom>
            <a:noFill/>
            <a:ln>
              <a:noFill/>
            </a:ln>
          </p:spPr>
        </p:pic>
        <p:pic>
          <p:nvPicPr>
            <p:cNvPr id="1413" name="Google Shape;1413;p99"/>
            <p:cNvPicPr preferRelativeResize="0"/>
            <p:nvPr/>
          </p:nvPicPr>
          <p:blipFill>
            <a:blip r:embed="rId6">
              <a:alphaModFix/>
            </a:blip>
            <a:stretch>
              <a:fillRect/>
            </a:stretch>
          </p:blipFill>
          <p:spPr>
            <a:xfrm>
              <a:off x="4839488" y="2571750"/>
              <a:ext cx="684925" cy="678265"/>
            </a:xfrm>
            <a:prstGeom prst="rect">
              <a:avLst/>
            </a:prstGeom>
            <a:noFill/>
            <a:ln>
              <a:noFill/>
            </a:ln>
          </p:spPr>
        </p:pic>
        <p:pic>
          <p:nvPicPr>
            <p:cNvPr id="1414" name="Google Shape;1414;p99"/>
            <p:cNvPicPr preferRelativeResize="0"/>
            <p:nvPr/>
          </p:nvPicPr>
          <p:blipFill>
            <a:blip r:embed="rId4">
              <a:alphaModFix/>
            </a:blip>
            <a:stretch>
              <a:fillRect/>
            </a:stretch>
          </p:blipFill>
          <p:spPr>
            <a:xfrm>
              <a:off x="5381588" y="2760575"/>
              <a:ext cx="684925" cy="678275"/>
            </a:xfrm>
            <a:prstGeom prst="rect">
              <a:avLst/>
            </a:prstGeom>
            <a:noFill/>
            <a:ln>
              <a:noFill/>
            </a:ln>
          </p:spPr>
        </p:pic>
        <p:pic>
          <p:nvPicPr>
            <p:cNvPr id="1415" name="Google Shape;1415;p99"/>
            <p:cNvPicPr preferRelativeResize="0"/>
            <p:nvPr/>
          </p:nvPicPr>
          <p:blipFill>
            <a:blip r:embed="rId4">
              <a:alphaModFix/>
            </a:blip>
            <a:stretch>
              <a:fillRect/>
            </a:stretch>
          </p:blipFill>
          <p:spPr>
            <a:xfrm>
              <a:off x="4519925" y="2438638"/>
              <a:ext cx="684925" cy="678274"/>
            </a:xfrm>
            <a:prstGeom prst="rect">
              <a:avLst/>
            </a:prstGeom>
            <a:noFill/>
            <a:ln>
              <a:noFill/>
            </a:ln>
          </p:spPr>
        </p:pic>
        <p:pic>
          <p:nvPicPr>
            <p:cNvPr id="1416" name="Google Shape;1416;p99"/>
            <p:cNvPicPr preferRelativeResize="0"/>
            <p:nvPr/>
          </p:nvPicPr>
          <p:blipFill>
            <a:blip r:embed="rId5">
              <a:alphaModFix/>
            </a:blip>
            <a:stretch>
              <a:fillRect/>
            </a:stretch>
          </p:blipFill>
          <p:spPr>
            <a:xfrm>
              <a:off x="4360063" y="2107162"/>
              <a:ext cx="684925" cy="678236"/>
            </a:xfrm>
            <a:prstGeom prst="rect">
              <a:avLst/>
            </a:prstGeom>
            <a:noFill/>
            <a:ln>
              <a:noFill/>
            </a:ln>
          </p:spPr>
        </p:pic>
        <p:pic>
          <p:nvPicPr>
            <p:cNvPr id="1417" name="Google Shape;1417;p99"/>
            <p:cNvPicPr preferRelativeResize="0"/>
            <p:nvPr/>
          </p:nvPicPr>
          <p:blipFill>
            <a:blip r:embed="rId6">
              <a:alphaModFix/>
            </a:blip>
            <a:stretch>
              <a:fillRect/>
            </a:stretch>
          </p:blipFill>
          <p:spPr>
            <a:xfrm>
              <a:off x="4930938" y="2438637"/>
              <a:ext cx="684925" cy="678265"/>
            </a:xfrm>
            <a:prstGeom prst="rect">
              <a:avLst/>
            </a:prstGeom>
            <a:noFill/>
            <a:ln>
              <a:noFill/>
            </a:ln>
          </p:spPr>
        </p:pic>
        <p:pic>
          <p:nvPicPr>
            <p:cNvPr id="1418" name="Google Shape;1418;p99"/>
            <p:cNvPicPr preferRelativeResize="0"/>
            <p:nvPr/>
          </p:nvPicPr>
          <p:blipFill>
            <a:blip r:embed="rId5">
              <a:alphaModFix/>
            </a:blip>
            <a:stretch>
              <a:fillRect/>
            </a:stretch>
          </p:blipFill>
          <p:spPr>
            <a:xfrm>
              <a:off x="5575788" y="2271087"/>
              <a:ext cx="684925" cy="678236"/>
            </a:xfrm>
            <a:prstGeom prst="rect">
              <a:avLst/>
            </a:prstGeom>
            <a:noFill/>
            <a:ln>
              <a:noFill/>
            </a:ln>
          </p:spPr>
        </p:pic>
        <p:pic>
          <p:nvPicPr>
            <p:cNvPr id="1419" name="Google Shape;1419;p99"/>
            <p:cNvPicPr preferRelativeResize="0"/>
            <p:nvPr/>
          </p:nvPicPr>
          <p:blipFill>
            <a:blip r:embed="rId4">
              <a:alphaModFix/>
            </a:blip>
            <a:stretch>
              <a:fillRect/>
            </a:stretch>
          </p:blipFill>
          <p:spPr>
            <a:xfrm>
              <a:off x="5196050" y="2021738"/>
              <a:ext cx="684925" cy="678274"/>
            </a:xfrm>
            <a:prstGeom prst="rect">
              <a:avLst/>
            </a:prstGeom>
            <a:noFill/>
            <a:ln>
              <a:noFill/>
            </a:ln>
          </p:spPr>
        </p:pic>
        <p:pic>
          <p:nvPicPr>
            <p:cNvPr id="1420" name="Google Shape;1420;p99"/>
            <p:cNvPicPr preferRelativeResize="0"/>
            <p:nvPr/>
          </p:nvPicPr>
          <p:blipFill>
            <a:blip r:embed="rId6">
              <a:alphaModFix/>
            </a:blip>
            <a:stretch>
              <a:fillRect/>
            </a:stretch>
          </p:blipFill>
          <p:spPr>
            <a:xfrm>
              <a:off x="4770038" y="1620012"/>
              <a:ext cx="684925" cy="678265"/>
            </a:xfrm>
            <a:prstGeom prst="rect">
              <a:avLst/>
            </a:prstGeom>
            <a:noFill/>
            <a:ln>
              <a:noFill/>
            </a:ln>
          </p:spPr>
        </p:pic>
        <p:pic>
          <p:nvPicPr>
            <p:cNvPr id="1421" name="Google Shape;1421;p99"/>
            <p:cNvPicPr preferRelativeResize="0"/>
            <p:nvPr/>
          </p:nvPicPr>
          <p:blipFill>
            <a:blip r:embed="rId4">
              <a:alphaModFix/>
            </a:blip>
            <a:stretch>
              <a:fillRect/>
            </a:stretch>
          </p:blipFill>
          <p:spPr>
            <a:xfrm>
              <a:off x="5988875" y="2657550"/>
              <a:ext cx="684925" cy="678275"/>
            </a:xfrm>
            <a:prstGeom prst="rect">
              <a:avLst/>
            </a:prstGeom>
            <a:noFill/>
            <a:ln>
              <a:noFill/>
            </a:ln>
          </p:spPr>
        </p:pic>
        <p:pic>
          <p:nvPicPr>
            <p:cNvPr id="1422" name="Google Shape;1422;p99"/>
            <p:cNvPicPr preferRelativeResize="0"/>
            <p:nvPr/>
          </p:nvPicPr>
          <p:blipFill>
            <a:blip r:embed="rId5">
              <a:alphaModFix/>
            </a:blip>
            <a:stretch>
              <a:fillRect/>
            </a:stretch>
          </p:blipFill>
          <p:spPr>
            <a:xfrm>
              <a:off x="4360063" y="1661712"/>
              <a:ext cx="684925" cy="678236"/>
            </a:xfrm>
            <a:prstGeom prst="rect">
              <a:avLst/>
            </a:prstGeom>
            <a:noFill/>
            <a:ln>
              <a:noFill/>
            </a:ln>
          </p:spPr>
        </p:pic>
        <p:pic>
          <p:nvPicPr>
            <p:cNvPr id="1423" name="Google Shape;1423;p99"/>
            <p:cNvPicPr preferRelativeResize="0"/>
            <p:nvPr/>
          </p:nvPicPr>
          <p:blipFill>
            <a:blip r:embed="rId6">
              <a:alphaModFix/>
            </a:blip>
            <a:stretch>
              <a:fillRect/>
            </a:stretch>
          </p:blipFill>
          <p:spPr>
            <a:xfrm>
              <a:off x="4922438" y="1772412"/>
              <a:ext cx="684925" cy="678265"/>
            </a:xfrm>
            <a:prstGeom prst="rect">
              <a:avLst/>
            </a:prstGeom>
            <a:noFill/>
            <a:ln>
              <a:noFill/>
            </a:ln>
          </p:spPr>
        </p:pic>
        <p:pic>
          <p:nvPicPr>
            <p:cNvPr id="1424" name="Google Shape;1424;p99"/>
            <p:cNvPicPr preferRelativeResize="0"/>
            <p:nvPr/>
          </p:nvPicPr>
          <p:blipFill>
            <a:blip r:embed="rId6">
              <a:alphaModFix/>
            </a:blip>
            <a:stretch>
              <a:fillRect/>
            </a:stretch>
          </p:blipFill>
          <p:spPr>
            <a:xfrm>
              <a:off x="6032038" y="2160012"/>
              <a:ext cx="684925" cy="678265"/>
            </a:xfrm>
            <a:prstGeom prst="rect">
              <a:avLst/>
            </a:prstGeom>
            <a:noFill/>
            <a:ln>
              <a:noFill/>
            </a:ln>
          </p:spPr>
        </p:pic>
        <p:pic>
          <p:nvPicPr>
            <p:cNvPr id="1425" name="Google Shape;1425;p99"/>
            <p:cNvPicPr preferRelativeResize="0"/>
            <p:nvPr/>
          </p:nvPicPr>
          <p:blipFill>
            <a:blip r:embed="rId4">
              <a:alphaModFix/>
            </a:blip>
            <a:stretch>
              <a:fillRect/>
            </a:stretch>
          </p:blipFill>
          <p:spPr>
            <a:xfrm>
              <a:off x="5381600" y="1439763"/>
              <a:ext cx="684925" cy="678274"/>
            </a:xfrm>
            <a:prstGeom prst="rect">
              <a:avLst/>
            </a:prstGeom>
            <a:noFill/>
            <a:ln>
              <a:noFill/>
            </a:ln>
          </p:spPr>
        </p:pic>
        <p:pic>
          <p:nvPicPr>
            <p:cNvPr id="1426" name="Google Shape;1426;p99"/>
            <p:cNvPicPr preferRelativeResize="0"/>
            <p:nvPr/>
          </p:nvPicPr>
          <p:blipFill>
            <a:blip r:embed="rId5">
              <a:alphaModFix/>
            </a:blip>
            <a:stretch>
              <a:fillRect/>
            </a:stretch>
          </p:blipFill>
          <p:spPr>
            <a:xfrm>
              <a:off x="5615863" y="1879450"/>
              <a:ext cx="684925" cy="678236"/>
            </a:xfrm>
            <a:prstGeom prst="rect">
              <a:avLst/>
            </a:prstGeom>
            <a:noFill/>
            <a:ln>
              <a:noFill/>
            </a:ln>
          </p:spPr>
        </p:pic>
        <p:pic>
          <p:nvPicPr>
            <p:cNvPr id="1427" name="Google Shape;1427;p99"/>
            <p:cNvPicPr preferRelativeResize="0"/>
            <p:nvPr/>
          </p:nvPicPr>
          <p:blipFill>
            <a:blip r:embed="rId5">
              <a:alphaModFix/>
            </a:blip>
            <a:stretch>
              <a:fillRect/>
            </a:stretch>
          </p:blipFill>
          <p:spPr>
            <a:xfrm>
              <a:off x="4770050" y="2107162"/>
              <a:ext cx="684925" cy="678236"/>
            </a:xfrm>
            <a:prstGeom prst="rect">
              <a:avLst/>
            </a:prstGeom>
            <a:noFill/>
            <a:ln>
              <a:noFill/>
            </a:ln>
          </p:spPr>
        </p:pic>
        <p:pic>
          <p:nvPicPr>
            <p:cNvPr id="1428" name="Google Shape;1428;p99"/>
            <p:cNvPicPr preferRelativeResize="0"/>
            <p:nvPr/>
          </p:nvPicPr>
          <p:blipFill>
            <a:blip r:embed="rId4">
              <a:alphaModFix/>
            </a:blip>
            <a:stretch>
              <a:fillRect/>
            </a:stretch>
          </p:blipFill>
          <p:spPr>
            <a:xfrm>
              <a:off x="5914350" y="1673363"/>
              <a:ext cx="684925" cy="678274"/>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5">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2" name="Shape 1432"/>
        <p:cNvGrpSpPr/>
        <p:nvPr/>
      </p:nvGrpSpPr>
      <p:grpSpPr>
        <a:xfrm>
          <a:off x="0" y="0"/>
          <a:ext cx="0" cy="0"/>
          <a:chOff x="0" y="0"/>
          <a:chExt cx="0" cy="0"/>
        </a:xfrm>
      </p:grpSpPr>
      <p:pic>
        <p:nvPicPr>
          <p:cNvPr id="1433" name="Google Shape;1433;p100"/>
          <p:cNvPicPr preferRelativeResize="0"/>
          <p:nvPr/>
        </p:nvPicPr>
        <p:blipFill>
          <a:blip r:embed="rId3">
            <a:alphaModFix/>
          </a:blip>
          <a:stretch>
            <a:fillRect/>
          </a:stretch>
        </p:blipFill>
        <p:spPr>
          <a:xfrm flipH="1">
            <a:off x="4109375" y="2189250"/>
            <a:ext cx="3442775" cy="2537899"/>
          </a:xfrm>
          <a:prstGeom prst="rect">
            <a:avLst/>
          </a:prstGeom>
          <a:noFill/>
          <a:ln>
            <a:noFill/>
          </a:ln>
        </p:spPr>
      </p:pic>
      <p:sp>
        <p:nvSpPr>
          <p:cNvPr id="1434" name="Google Shape;1434;p100"/>
          <p:cNvSpPr txBox="1"/>
          <p:nvPr>
            <p:ph idx="1" type="body"/>
          </p:nvPr>
        </p:nvSpPr>
        <p:spPr>
          <a:xfrm>
            <a:off x="4977019" y="819368"/>
            <a:ext cx="2985300" cy="86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I love these types of things! I just guess.</a:t>
            </a:r>
            <a:endParaRPr sz="2000"/>
          </a:p>
        </p:txBody>
      </p:sp>
      <p:pic>
        <p:nvPicPr>
          <p:cNvPr id="1435" name="Google Shape;1435;p100"/>
          <p:cNvPicPr preferRelativeResize="0"/>
          <p:nvPr/>
        </p:nvPicPr>
        <p:blipFill>
          <a:blip r:embed="rId4">
            <a:alphaModFix/>
          </a:blip>
          <a:stretch>
            <a:fillRect/>
          </a:stretch>
        </p:blipFill>
        <p:spPr>
          <a:xfrm>
            <a:off x="3844500" y="823963"/>
            <a:ext cx="538376" cy="1016576"/>
          </a:xfrm>
          <a:prstGeom prst="rect">
            <a:avLst/>
          </a:prstGeom>
          <a:noFill/>
          <a:ln>
            <a:noFill/>
          </a:ln>
        </p:spPr>
      </p:pic>
      <p:sp>
        <p:nvSpPr>
          <p:cNvPr id="1436" name="Google Shape;1436;p100"/>
          <p:cNvSpPr txBox="1"/>
          <p:nvPr/>
        </p:nvSpPr>
        <p:spPr>
          <a:xfrm>
            <a:off x="3744875" y="1763330"/>
            <a:ext cx="885300" cy="442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Aisha </a:t>
            </a:r>
            <a:endParaRPr sz="1800">
              <a:latin typeface="Lexend"/>
              <a:ea typeface="Lexend"/>
              <a:cs typeface="Lexend"/>
              <a:sym typeface="Lexend"/>
            </a:endParaRPr>
          </a:p>
        </p:txBody>
      </p:sp>
      <p:pic>
        <p:nvPicPr>
          <p:cNvPr id="1437" name="Google Shape;1437;p100"/>
          <p:cNvPicPr preferRelativeResize="0"/>
          <p:nvPr/>
        </p:nvPicPr>
        <p:blipFill rotWithShape="1">
          <a:blip r:embed="rId5">
            <a:alphaModFix/>
          </a:blip>
          <a:srcRect b="43690" l="0" r="57905" t="0"/>
          <a:stretch/>
        </p:blipFill>
        <p:spPr>
          <a:xfrm flipH="1">
            <a:off x="4693851" y="772350"/>
            <a:ext cx="2985324" cy="1141225"/>
          </a:xfrm>
          <a:prstGeom prst="rect">
            <a:avLst/>
          </a:prstGeom>
          <a:noFill/>
          <a:ln>
            <a:noFill/>
          </a:ln>
        </p:spPr>
      </p:pic>
      <p:pic>
        <p:nvPicPr>
          <p:cNvPr id="1438" name="Google Shape;1438;p100"/>
          <p:cNvPicPr preferRelativeResize="0"/>
          <p:nvPr/>
        </p:nvPicPr>
        <p:blipFill>
          <a:blip r:embed="rId6">
            <a:alphaModFix/>
          </a:blip>
          <a:stretch>
            <a:fillRect/>
          </a:stretch>
        </p:blipFill>
        <p:spPr>
          <a:xfrm flipH="1">
            <a:off x="7679182" y="3467575"/>
            <a:ext cx="705943" cy="1016575"/>
          </a:xfrm>
          <a:prstGeom prst="rect">
            <a:avLst/>
          </a:prstGeom>
          <a:noFill/>
          <a:ln>
            <a:noFill/>
          </a:ln>
        </p:spPr>
      </p:pic>
      <p:sp>
        <p:nvSpPr>
          <p:cNvPr id="1439" name="Google Shape;1439;p100"/>
          <p:cNvSpPr txBox="1"/>
          <p:nvPr/>
        </p:nvSpPr>
        <p:spPr>
          <a:xfrm>
            <a:off x="7542400" y="4468050"/>
            <a:ext cx="8853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Sam</a:t>
            </a:r>
            <a:endParaRPr sz="1800">
              <a:latin typeface="Lexend"/>
              <a:ea typeface="Lexend"/>
              <a:cs typeface="Lexend"/>
              <a:sym typeface="Lexend"/>
            </a:endParaRPr>
          </a:p>
        </p:txBody>
      </p:sp>
      <p:sp>
        <p:nvSpPr>
          <p:cNvPr id="1440" name="Google Shape;1440;p100"/>
          <p:cNvSpPr txBox="1"/>
          <p:nvPr>
            <p:ph idx="1" type="body"/>
          </p:nvPr>
        </p:nvSpPr>
        <p:spPr>
          <a:xfrm>
            <a:off x="4279900" y="2243400"/>
            <a:ext cx="3331800" cy="2076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I love them too! I look at the bottom layer of sweets, count how many there are then multiply it by approximately how many layers there are.</a:t>
            </a:r>
            <a:endParaRPr sz="2000"/>
          </a:p>
        </p:txBody>
      </p:sp>
      <p:grpSp>
        <p:nvGrpSpPr>
          <p:cNvPr id="1441" name="Google Shape;1441;p100"/>
          <p:cNvGrpSpPr/>
          <p:nvPr/>
        </p:nvGrpSpPr>
        <p:grpSpPr>
          <a:xfrm>
            <a:off x="39375" y="877425"/>
            <a:ext cx="3942975" cy="3942975"/>
            <a:chOff x="3516213" y="877425"/>
            <a:chExt cx="3942975" cy="3942975"/>
          </a:xfrm>
        </p:grpSpPr>
        <p:pic>
          <p:nvPicPr>
            <p:cNvPr id="1442" name="Google Shape;1442;p100"/>
            <p:cNvPicPr preferRelativeResize="0"/>
            <p:nvPr/>
          </p:nvPicPr>
          <p:blipFill>
            <a:blip r:embed="rId7">
              <a:alphaModFix/>
            </a:blip>
            <a:stretch>
              <a:fillRect/>
            </a:stretch>
          </p:blipFill>
          <p:spPr>
            <a:xfrm>
              <a:off x="3516213" y="877425"/>
              <a:ext cx="3942975" cy="3942975"/>
            </a:xfrm>
            <a:prstGeom prst="rect">
              <a:avLst/>
            </a:prstGeom>
            <a:noFill/>
            <a:ln>
              <a:noFill/>
            </a:ln>
          </p:spPr>
        </p:pic>
        <p:pic>
          <p:nvPicPr>
            <p:cNvPr id="1443" name="Google Shape;1443;p100"/>
            <p:cNvPicPr preferRelativeResize="0"/>
            <p:nvPr/>
          </p:nvPicPr>
          <p:blipFill>
            <a:blip r:embed="rId8">
              <a:alphaModFix/>
            </a:blip>
            <a:stretch>
              <a:fillRect/>
            </a:stretch>
          </p:blipFill>
          <p:spPr>
            <a:xfrm>
              <a:off x="5381588" y="3973250"/>
              <a:ext cx="684925" cy="678275"/>
            </a:xfrm>
            <a:prstGeom prst="rect">
              <a:avLst/>
            </a:prstGeom>
            <a:noFill/>
            <a:ln>
              <a:noFill/>
            </a:ln>
          </p:spPr>
        </p:pic>
        <p:pic>
          <p:nvPicPr>
            <p:cNvPr id="1444" name="Google Shape;1444;p100"/>
            <p:cNvPicPr preferRelativeResize="0"/>
            <p:nvPr/>
          </p:nvPicPr>
          <p:blipFill>
            <a:blip r:embed="rId9">
              <a:alphaModFix/>
            </a:blip>
            <a:stretch>
              <a:fillRect/>
            </a:stretch>
          </p:blipFill>
          <p:spPr>
            <a:xfrm>
              <a:off x="5877713" y="3980887"/>
              <a:ext cx="684925" cy="678236"/>
            </a:xfrm>
            <a:prstGeom prst="rect">
              <a:avLst/>
            </a:prstGeom>
            <a:noFill/>
            <a:ln>
              <a:noFill/>
            </a:ln>
          </p:spPr>
        </p:pic>
        <p:pic>
          <p:nvPicPr>
            <p:cNvPr id="1445" name="Google Shape;1445;p100"/>
            <p:cNvPicPr preferRelativeResize="0"/>
            <p:nvPr/>
          </p:nvPicPr>
          <p:blipFill>
            <a:blip r:embed="rId10">
              <a:alphaModFix/>
            </a:blip>
            <a:stretch>
              <a:fillRect/>
            </a:stretch>
          </p:blipFill>
          <p:spPr>
            <a:xfrm>
              <a:off x="5914338" y="3583975"/>
              <a:ext cx="684925" cy="678265"/>
            </a:xfrm>
            <a:prstGeom prst="rect">
              <a:avLst/>
            </a:prstGeom>
            <a:noFill/>
            <a:ln>
              <a:noFill/>
            </a:ln>
          </p:spPr>
        </p:pic>
        <p:pic>
          <p:nvPicPr>
            <p:cNvPr id="1446" name="Google Shape;1446;p100"/>
            <p:cNvPicPr preferRelativeResize="0"/>
            <p:nvPr/>
          </p:nvPicPr>
          <p:blipFill>
            <a:blip r:embed="rId8">
              <a:alphaModFix/>
            </a:blip>
            <a:stretch>
              <a:fillRect/>
            </a:stretch>
          </p:blipFill>
          <p:spPr>
            <a:xfrm>
              <a:off x="4479850" y="3973250"/>
              <a:ext cx="684925" cy="678275"/>
            </a:xfrm>
            <a:prstGeom prst="rect">
              <a:avLst/>
            </a:prstGeom>
            <a:noFill/>
            <a:ln>
              <a:noFill/>
            </a:ln>
          </p:spPr>
        </p:pic>
        <p:pic>
          <p:nvPicPr>
            <p:cNvPr id="1447" name="Google Shape;1447;p100"/>
            <p:cNvPicPr preferRelativeResize="0"/>
            <p:nvPr/>
          </p:nvPicPr>
          <p:blipFill>
            <a:blip r:embed="rId9">
              <a:alphaModFix/>
            </a:blip>
            <a:stretch>
              <a:fillRect/>
            </a:stretch>
          </p:blipFill>
          <p:spPr>
            <a:xfrm>
              <a:off x="4319988" y="3641775"/>
              <a:ext cx="684925" cy="678236"/>
            </a:xfrm>
            <a:prstGeom prst="rect">
              <a:avLst/>
            </a:prstGeom>
            <a:noFill/>
            <a:ln>
              <a:noFill/>
            </a:ln>
          </p:spPr>
        </p:pic>
        <p:pic>
          <p:nvPicPr>
            <p:cNvPr id="1448" name="Google Shape;1448;p100"/>
            <p:cNvPicPr preferRelativeResize="0"/>
            <p:nvPr/>
          </p:nvPicPr>
          <p:blipFill>
            <a:blip r:embed="rId10">
              <a:alphaModFix/>
            </a:blip>
            <a:stretch>
              <a:fillRect/>
            </a:stretch>
          </p:blipFill>
          <p:spPr>
            <a:xfrm>
              <a:off x="4890863" y="3973250"/>
              <a:ext cx="684925" cy="678265"/>
            </a:xfrm>
            <a:prstGeom prst="rect">
              <a:avLst/>
            </a:prstGeom>
            <a:noFill/>
            <a:ln>
              <a:noFill/>
            </a:ln>
          </p:spPr>
        </p:pic>
        <p:pic>
          <p:nvPicPr>
            <p:cNvPr id="1449" name="Google Shape;1449;p100"/>
            <p:cNvPicPr preferRelativeResize="0"/>
            <p:nvPr/>
          </p:nvPicPr>
          <p:blipFill>
            <a:blip r:embed="rId8">
              <a:alphaModFix/>
            </a:blip>
            <a:stretch>
              <a:fillRect/>
            </a:stretch>
          </p:blipFill>
          <p:spPr>
            <a:xfrm>
              <a:off x="4319975" y="2760575"/>
              <a:ext cx="684925" cy="678275"/>
            </a:xfrm>
            <a:prstGeom prst="rect">
              <a:avLst/>
            </a:prstGeom>
            <a:noFill/>
            <a:ln>
              <a:noFill/>
            </a:ln>
          </p:spPr>
        </p:pic>
        <p:pic>
          <p:nvPicPr>
            <p:cNvPr id="1450" name="Google Shape;1450;p100"/>
            <p:cNvPicPr preferRelativeResize="0"/>
            <p:nvPr/>
          </p:nvPicPr>
          <p:blipFill>
            <a:blip r:embed="rId9">
              <a:alphaModFix/>
            </a:blip>
            <a:stretch>
              <a:fillRect/>
            </a:stretch>
          </p:blipFill>
          <p:spPr>
            <a:xfrm>
              <a:off x="5914338" y="3122175"/>
              <a:ext cx="684925" cy="678236"/>
            </a:xfrm>
            <a:prstGeom prst="rect">
              <a:avLst/>
            </a:prstGeom>
            <a:noFill/>
            <a:ln>
              <a:noFill/>
            </a:ln>
          </p:spPr>
        </p:pic>
        <p:pic>
          <p:nvPicPr>
            <p:cNvPr id="1451" name="Google Shape;1451;p100"/>
            <p:cNvPicPr preferRelativeResize="0"/>
            <p:nvPr/>
          </p:nvPicPr>
          <p:blipFill>
            <a:blip r:embed="rId10">
              <a:alphaModFix/>
            </a:blip>
            <a:stretch>
              <a:fillRect/>
            </a:stretch>
          </p:blipFill>
          <p:spPr>
            <a:xfrm>
              <a:off x="5303950" y="3641750"/>
              <a:ext cx="684925" cy="678265"/>
            </a:xfrm>
            <a:prstGeom prst="rect">
              <a:avLst/>
            </a:prstGeom>
            <a:noFill/>
            <a:ln>
              <a:noFill/>
            </a:ln>
          </p:spPr>
        </p:pic>
        <p:pic>
          <p:nvPicPr>
            <p:cNvPr id="1452" name="Google Shape;1452;p100"/>
            <p:cNvPicPr preferRelativeResize="0"/>
            <p:nvPr/>
          </p:nvPicPr>
          <p:blipFill>
            <a:blip r:embed="rId8">
              <a:alphaModFix/>
            </a:blip>
            <a:stretch>
              <a:fillRect/>
            </a:stretch>
          </p:blipFill>
          <p:spPr>
            <a:xfrm>
              <a:off x="4839488" y="2944300"/>
              <a:ext cx="684925" cy="678275"/>
            </a:xfrm>
            <a:prstGeom prst="rect">
              <a:avLst/>
            </a:prstGeom>
            <a:noFill/>
            <a:ln>
              <a:noFill/>
            </a:ln>
          </p:spPr>
        </p:pic>
        <p:pic>
          <p:nvPicPr>
            <p:cNvPr id="1453" name="Google Shape;1453;p100"/>
            <p:cNvPicPr preferRelativeResize="0"/>
            <p:nvPr/>
          </p:nvPicPr>
          <p:blipFill>
            <a:blip r:embed="rId9">
              <a:alphaModFix/>
            </a:blip>
            <a:stretch>
              <a:fillRect/>
            </a:stretch>
          </p:blipFill>
          <p:spPr>
            <a:xfrm>
              <a:off x="4434613" y="3122175"/>
              <a:ext cx="684925" cy="678236"/>
            </a:xfrm>
            <a:prstGeom prst="rect">
              <a:avLst/>
            </a:prstGeom>
            <a:noFill/>
            <a:ln>
              <a:noFill/>
            </a:ln>
          </p:spPr>
        </p:pic>
        <p:pic>
          <p:nvPicPr>
            <p:cNvPr id="1454" name="Google Shape;1454;p100"/>
            <p:cNvPicPr preferRelativeResize="0"/>
            <p:nvPr/>
          </p:nvPicPr>
          <p:blipFill>
            <a:blip r:embed="rId10">
              <a:alphaModFix/>
            </a:blip>
            <a:stretch>
              <a:fillRect/>
            </a:stretch>
          </p:blipFill>
          <p:spPr>
            <a:xfrm>
              <a:off x="4730850" y="3388150"/>
              <a:ext cx="684925" cy="678265"/>
            </a:xfrm>
            <a:prstGeom prst="rect">
              <a:avLst/>
            </a:prstGeom>
            <a:noFill/>
            <a:ln>
              <a:noFill/>
            </a:ln>
          </p:spPr>
        </p:pic>
        <p:pic>
          <p:nvPicPr>
            <p:cNvPr id="1455" name="Google Shape;1455;p100"/>
            <p:cNvPicPr preferRelativeResize="0"/>
            <p:nvPr/>
          </p:nvPicPr>
          <p:blipFill>
            <a:blip r:embed="rId8">
              <a:alphaModFix/>
            </a:blip>
            <a:stretch>
              <a:fillRect/>
            </a:stretch>
          </p:blipFill>
          <p:spPr>
            <a:xfrm>
              <a:off x="4991888" y="3096700"/>
              <a:ext cx="684925" cy="678275"/>
            </a:xfrm>
            <a:prstGeom prst="rect">
              <a:avLst/>
            </a:prstGeom>
            <a:noFill/>
            <a:ln>
              <a:noFill/>
            </a:ln>
          </p:spPr>
        </p:pic>
        <p:pic>
          <p:nvPicPr>
            <p:cNvPr id="1456" name="Google Shape;1456;p100"/>
            <p:cNvPicPr preferRelativeResize="0"/>
            <p:nvPr/>
          </p:nvPicPr>
          <p:blipFill>
            <a:blip r:embed="rId10">
              <a:alphaModFix/>
            </a:blip>
            <a:stretch>
              <a:fillRect/>
            </a:stretch>
          </p:blipFill>
          <p:spPr>
            <a:xfrm>
              <a:off x="5415775" y="3171550"/>
              <a:ext cx="684925" cy="678265"/>
            </a:xfrm>
            <a:prstGeom prst="rect">
              <a:avLst/>
            </a:prstGeom>
            <a:noFill/>
            <a:ln>
              <a:noFill/>
            </a:ln>
          </p:spPr>
        </p:pic>
        <p:pic>
          <p:nvPicPr>
            <p:cNvPr id="1457" name="Google Shape;1457;p100"/>
            <p:cNvPicPr preferRelativeResize="0"/>
            <p:nvPr/>
          </p:nvPicPr>
          <p:blipFill>
            <a:blip r:embed="rId10">
              <a:alphaModFix/>
            </a:blip>
            <a:stretch>
              <a:fillRect/>
            </a:stretch>
          </p:blipFill>
          <p:spPr>
            <a:xfrm>
              <a:off x="4839488" y="2571750"/>
              <a:ext cx="684925" cy="678265"/>
            </a:xfrm>
            <a:prstGeom prst="rect">
              <a:avLst/>
            </a:prstGeom>
            <a:noFill/>
            <a:ln>
              <a:noFill/>
            </a:ln>
          </p:spPr>
        </p:pic>
        <p:pic>
          <p:nvPicPr>
            <p:cNvPr id="1458" name="Google Shape;1458;p100"/>
            <p:cNvPicPr preferRelativeResize="0"/>
            <p:nvPr/>
          </p:nvPicPr>
          <p:blipFill>
            <a:blip r:embed="rId8">
              <a:alphaModFix/>
            </a:blip>
            <a:stretch>
              <a:fillRect/>
            </a:stretch>
          </p:blipFill>
          <p:spPr>
            <a:xfrm>
              <a:off x="5381588" y="2760575"/>
              <a:ext cx="684925" cy="678275"/>
            </a:xfrm>
            <a:prstGeom prst="rect">
              <a:avLst/>
            </a:prstGeom>
            <a:noFill/>
            <a:ln>
              <a:noFill/>
            </a:ln>
          </p:spPr>
        </p:pic>
        <p:pic>
          <p:nvPicPr>
            <p:cNvPr id="1459" name="Google Shape;1459;p100"/>
            <p:cNvPicPr preferRelativeResize="0"/>
            <p:nvPr/>
          </p:nvPicPr>
          <p:blipFill>
            <a:blip r:embed="rId8">
              <a:alphaModFix/>
            </a:blip>
            <a:stretch>
              <a:fillRect/>
            </a:stretch>
          </p:blipFill>
          <p:spPr>
            <a:xfrm>
              <a:off x="4519925" y="2438638"/>
              <a:ext cx="684925" cy="678274"/>
            </a:xfrm>
            <a:prstGeom prst="rect">
              <a:avLst/>
            </a:prstGeom>
            <a:noFill/>
            <a:ln>
              <a:noFill/>
            </a:ln>
          </p:spPr>
        </p:pic>
        <p:pic>
          <p:nvPicPr>
            <p:cNvPr id="1460" name="Google Shape;1460;p100"/>
            <p:cNvPicPr preferRelativeResize="0"/>
            <p:nvPr/>
          </p:nvPicPr>
          <p:blipFill>
            <a:blip r:embed="rId9">
              <a:alphaModFix/>
            </a:blip>
            <a:stretch>
              <a:fillRect/>
            </a:stretch>
          </p:blipFill>
          <p:spPr>
            <a:xfrm>
              <a:off x="4360063" y="2107162"/>
              <a:ext cx="684925" cy="678236"/>
            </a:xfrm>
            <a:prstGeom prst="rect">
              <a:avLst/>
            </a:prstGeom>
            <a:noFill/>
            <a:ln>
              <a:noFill/>
            </a:ln>
          </p:spPr>
        </p:pic>
        <p:pic>
          <p:nvPicPr>
            <p:cNvPr id="1461" name="Google Shape;1461;p100"/>
            <p:cNvPicPr preferRelativeResize="0"/>
            <p:nvPr/>
          </p:nvPicPr>
          <p:blipFill>
            <a:blip r:embed="rId10">
              <a:alphaModFix/>
            </a:blip>
            <a:stretch>
              <a:fillRect/>
            </a:stretch>
          </p:blipFill>
          <p:spPr>
            <a:xfrm>
              <a:off x="4930938" y="2438637"/>
              <a:ext cx="684925" cy="678265"/>
            </a:xfrm>
            <a:prstGeom prst="rect">
              <a:avLst/>
            </a:prstGeom>
            <a:noFill/>
            <a:ln>
              <a:noFill/>
            </a:ln>
          </p:spPr>
        </p:pic>
        <p:pic>
          <p:nvPicPr>
            <p:cNvPr id="1462" name="Google Shape;1462;p100"/>
            <p:cNvPicPr preferRelativeResize="0"/>
            <p:nvPr/>
          </p:nvPicPr>
          <p:blipFill>
            <a:blip r:embed="rId9">
              <a:alphaModFix/>
            </a:blip>
            <a:stretch>
              <a:fillRect/>
            </a:stretch>
          </p:blipFill>
          <p:spPr>
            <a:xfrm>
              <a:off x="5575788" y="2271087"/>
              <a:ext cx="684925" cy="678236"/>
            </a:xfrm>
            <a:prstGeom prst="rect">
              <a:avLst/>
            </a:prstGeom>
            <a:noFill/>
            <a:ln>
              <a:noFill/>
            </a:ln>
          </p:spPr>
        </p:pic>
        <p:pic>
          <p:nvPicPr>
            <p:cNvPr id="1463" name="Google Shape;1463;p100"/>
            <p:cNvPicPr preferRelativeResize="0"/>
            <p:nvPr/>
          </p:nvPicPr>
          <p:blipFill>
            <a:blip r:embed="rId8">
              <a:alphaModFix/>
            </a:blip>
            <a:stretch>
              <a:fillRect/>
            </a:stretch>
          </p:blipFill>
          <p:spPr>
            <a:xfrm>
              <a:off x="5196050" y="2021738"/>
              <a:ext cx="684925" cy="678274"/>
            </a:xfrm>
            <a:prstGeom prst="rect">
              <a:avLst/>
            </a:prstGeom>
            <a:noFill/>
            <a:ln>
              <a:noFill/>
            </a:ln>
          </p:spPr>
        </p:pic>
        <p:pic>
          <p:nvPicPr>
            <p:cNvPr id="1464" name="Google Shape;1464;p100"/>
            <p:cNvPicPr preferRelativeResize="0"/>
            <p:nvPr/>
          </p:nvPicPr>
          <p:blipFill>
            <a:blip r:embed="rId10">
              <a:alphaModFix/>
            </a:blip>
            <a:stretch>
              <a:fillRect/>
            </a:stretch>
          </p:blipFill>
          <p:spPr>
            <a:xfrm>
              <a:off x="4770038" y="1620012"/>
              <a:ext cx="684925" cy="678265"/>
            </a:xfrm>
            <a:prstGeom prst="rect">
              <a:avLst/>
            </a:prstGeom>
            <a:noFill/>
            <a:ln>
              <a:noFill/>
            </a:ln>
          </p:spPr>
        </p:pic>
        <p:pic>
          <p:nvPicPr>
            <p:cNvPr id="1465" name="Google Shape;1465;p100"/>
            <p:cNvPicPr preferRelativeResize="0"/>
            <p:nvPr/>
          </p:nvPicPr>
          <p:blipFill>
            <a:blip r:embed="rId8">
              <a:alphaModFix/>
            </a:blip>
            <a:stretch>
              <a:fillRect/>
            </a:stretch>
          </p:blipFill>
          <p:spPr>
            <a:xfrm>
              <a:off x="5988875" y="2657550"/>
              <a:ext cx="684925" cy="678275"/>
            </a:xfrm>
            <a:prstGeom prst="rect">
              <a:avLst/>
            </a:prstGeom>
            <a:noFill/>
            <a:ln>
              <a:noFill/>
            </a:ln>
          </p:spPr>
        </p:pic>
        <p:pic>
          <p:nvPicPr>
            <p:cNvPr id="1466" name="Google Shape;1466;p100"/>
            <p:cNvPicPr preferRelativeResize="0"/>
            <p:nvPr/>
          </p:nvPicPr>
          <p:blipFill>
            <a:blip r:embed="rId9">
              <a:alphaModFix/>
            </a:blip>
            <a:stretch>
              <a:fillRect/>
            </a:stretch>
          </p:blipFill>
          <p:spPr>
            <a:xfrm>
              <a:off x="4360063" y="1661712"/>
              <a:ext cx="684925" cy="678236"/>
            </a:xfrm>
            <a:prstGeom prst="rect">
              <a:avLst/>
            </a:prstGeom>
            <a:noFill/>
            <a:ln>
              <a:noFill/>
            </a:ln>
          </p:spPr>
        </p:pic>
        <p:pic>
          <p:nvPicPr>
            <p:cNvPr id="1467" name="Google Shape;1467;p100"/>
            <p:cNvPicPr preferRelativeResize="0"/>
            <p:nvPr/>
          </p:nvPicPr>
          <p:blipFill>
            <a:blip r:embed="rId10">
              <a:alphaModFix/>
            </a:blip>
            <a:stretch>
              <a:fillRect/>
            </a:stretch>
          </p:blipFill>
          <p:spPr>
            <a:xfrm>
              <a:off x="4922438" y="1772412"/>
              <a:ext cx="684925" cy="678265"/>
            </a:xfrm>
            <a:prstGeom prst="rect">
              <a:avLst/>
            </a:prstGeom>
            <a:noFill/>
            <a:ln>
              <a:noFill/>
            </a:ln>
          </p:spPr>
        </p:pic>
        <p:pic>
          <p:nvPicPr>
            <p:cNvPr id="1468" name="Google Shape;1468;p100"/>
            <p:cNvPicPr preferRelativeResize="0"/>
            <p:nvPr/>
          </p:nvPicPr>
          <p:blipFill>
            <a:blip r:embed="rId10">
              <a:alphaModFix/>
            </a:blip>
            <a:stretch>
              <a:fillRect/>
            </a:stretch>
          </p:blipFill>
          <p:spPr>
            <a:xfrm>
              <a:off x="6032038" y="2160012"/>
              <a:ext cx="684925" cy="678265"/>
            </a:xfrm>
            <a:prstGeom prst="rect">
              <a:avLst/>
            </a:prstGeom>
            <a:noFill/>
            <a:ln>
              <a:noFill/>
            </a:ln>
          </p:spPr>
        </p:pic>
        <p:pic>
          <p:nvPicPr>
            <p:cNvPr id="1469" name="Google Shape;1469;p100"/>
            <p:cNvPicPr preferRelativeResize="0"/>
            <p:nvPr/>
          </p:nvPicPr>
          <p:blipFill>
            <a:blip r:embed="rId8">
              <a:alphaModFix/>
            </a:blip>
            <a:stretch>
              <a:fillRect/>
            </a:stretch>
          </p:blipFill>
          <p:spPr>
            <a:xfrm>
              <a:off x="5381600" y="1439763"/>
              <a:ext cx="684925" cy="678274"/>
            </a:xfrm>
            <a:prstGeom prst="rect">
              <a:avLst/>
            </a:prstGeom>
            <a:noFill/>
            <a:ln>
              <a:noFill/>
            </a:ln>
          </p:spPr>
        </p:pic>
        <p:pic>
          <p:nvPicPr>
            <p:cNvPr id="1470" name="Google Shape;1470;p100"/>
            <p:cNvPicPr preferRelativeResize="0"/>
            <p:nvPr/>
          </p:nvPicPr>
          <p:blipFill>
            <a:blip r:embed="rId9">
              <a:alphaModFix/>
            </a:blip>
            <a:stretch>
              <a:fillRect/>
            </a:stretch>
          </p:blipFill>
          <p:spPr>
            <a:xfrm>
              <a:off x="5615863" y="1879450"/>
              <a:ext cx="684925" cy="678236"/>
            </a:xfrm>
            <a:prstGeom prst="rect">
              <a:avLst/>
            </a:prstGeom>
            <a:noFill/>
            <a:ln>
              <a:noFill/>
            </a:ln>
          </p:spPr>
        </p:pic>
        <p:pic>
          <p:nvPicPr>
            <p:cNvPr id="1471" name="Google Shape;1471;p100"/>
            <p:cNvPicPr preferRelativeResize="0"/>
            <p:nvPr/>
          </p:nvPicPr>
          <p:blipFill>
            <a:blip r:embed="rId9">
              <a:alphaModFix/>
            </a:blip>
            <a:stretch>
              <a:fillRect/>
            </a:stretch>
          </p:blipFill>
          <p:spPr>
            <a:xfrm>
              <a:off x="4770050" y="2107162"/>
              <a:ext cx="684925" cy="678236"/>
            </a:xfrm>
            <a:prstGeom prst="rect">
              <a:avLst/>
            </a:prstGeom>
            <a:noFill/>
            <a:ln>
              <a:noFill/>
            </a:ln>
          </p:spPr>
        </p:pic>
        <p:pic>
          <p:nvPicPr>
            <p:cNvPr id="1472" name="Google Shape;1472;p100"/>
            <p:cNvPicPr preferRelativeResize="0"/>
            <p:nvPr/>
          </p:nvPicPr>
          <p:blipFill>
            <a:blip r:embed="rId8">
              <a:alphaModFix/>
            </a:blip>
            <a:stretch>
              <a:fillRect/>
            </a:stretch>
          </p:blipFill>
          <p:spPr>
            <a:xfrm>
              <a:off x="5914350" y="1673363"/>
              <a:ext cx="684925" cy="678274"/>
            </a:xfrm>
            <a:prstGeom prst="rect">
              <a:avLst/>
            </a:prstGeom>
            <a:noFill/>
            <a:ln>
              <a:noFill/>
            </a:ln>
          </p:spPr>
        </p:pic>
      </p:grpSp>
      <p:sp>
        <p:nvSpPr>
          <p:cNvPr id="1473" name="Google Shape;1473;p10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Fermi estimation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4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7" name="Shape 1477"/>
        <p:cNvGrpSpPr/>
        <p:nvPr/>
      </p:nvGrpSpPr>
      <p:grpSpPr>
        <a:xfrm>
          <a:off x="0" y="0"/>
          <a:ext cx="0" cy="0"/>
          <a:chOff x="0" y="0"/>
          <a:chExt cx="0" cy="0"/>
        </a:xfrm>
      </p:grpSpPr>
      <p:pic>
        <p:nvPicPr>
          <p:cNvPr id="1478" name="Google Shape;1478;p101"/>
          <p:cNvPicPr preferRelativeResize="0"/>
          <p:nvPr/>
        </p:nvPicPr>
        <p:blipFill>
          <a:blip r:embed="rId3">
            <a:alphaModFix/>
          </a:blip>
          <a:stretch>
            <a:fillRect/>
          </a:stretch>
        </p:blipFill>
        <p:spPr>
          <a:xfrm flipH="1">
            <a:off x="4109375" y="2189250"/>
            <a:ext cx="3442775" cy="2537899"/>
          </a:xfrm>
          <a:prstGeom prst="rect">
            <a:avLst/>
          </a:prstGeom>
          <a:noFill/>
          <a:ln>
            <a:noFill/>
          </a:ln>
        </p:spPr>
      </p:pic>
      <p:pic>
        <p:nvPicPr>
          <p:cNvPr id="1479" name="Google Shape;1479;p101"/>
          <p:cNvPicPr preferRelativeResize="0"/>
          <p:nvPr/>
        </p:nvPicPr>
        <p:blipFill>
          <a:blip r:embed="rId4">
            <a:alphaModFix/>
          </a:blip>
          <a:stretch>
            <a:fillRect/>
          </a:stretch>
        </p:blipFill>
        <p:spPr>
          <a:xfrm flipH="1">
            <a:off x="7679182" y="3467575"/>
            <a:ext cx="705943" cy="1016575"/>
          </a:xfrm>
          <a:prstGeom prst="rect">
            <a:avLst/>
          </a:prstGeom>
          <a:noFill/>
          <a:ln>
            <a:noFill/>
          </a:ln>
        </p:spPr>
      </p:pic>
      <p:sp>
        <p:nvSpPr>
          <p:cNvPr id="1480" name="Google Shape;1480;p101"/>
          <p:cNvSpPr txBox="1"/>
          <p:nvPr/>
        </p:nvSpPr>
        <p:spPr>
          <a:xfrm>
            <a:off x="7542400" y="4468050"/>
            <a:ext cx="8853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Sam</a:t>
            </a:r>
            <a:endParaRPr sz="1800">
              <a:latin typeface="Lexend"/>
              <a:ea typeface="Lexend"/>
              <a:cs typeface="Lexend"/>
              <a:sym typeface="Lexend"/>
            </a:endParaRPr>
          </a:p>
        </p:txBody>
      </p:sp>
      <p:sp>
        <p:nvSpPr>
          <p:cNvPr id="1481" name="Google Shape;1481;p101"/>
          <p:cNvSpPr txBox="1"/>
          <p:nvPr>
            <p:ph idx="1" type="body"/>
          </p:nvPr>
        </p:nvSpPr>
        <p:spPr>
          <a:xfrm>
            <a:off x="4203700" y="2243400"/>
            <a:ext cx="3331800" cy="2076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I count about 5 sweets in the </a:t>
            </a:r>
            <a:r>
              <a:rPr lang="en-GB" sz="2000"/>
              <a:t>bottom</a:t>
            </a:r>
            <a:r>
              <a:rPr lang="en-GB" sz="2000"/>
              <a:t> layer.</a:t>
            </a:r>
            <a:endParaRPr sz="2000"/>
          </a:p>
          <a:p>
            <a:pPr indent="0" lvl="0" marL="0" rtl="0" algn="l">
              <a:spcBef>
                <a:spcPts val="1000"/>
              </a:spcBef>
              <a:spcAft>
                <a:spcPts val="1000"/>
              </a:spcAft>
              <a:buNone/>
            </a:pPr>
            <a:r>
              <a:rPr lang="en-GB" sz="2000"/>
              <a:t>There are about 9 layers, so I think there are around 45 sweets.</a:t>
            </a:r>
            <a:endParaRPr sz="2000"/>
          </a:p>
        </p:txBody>
      </p:sp>
      <p:grpSp>
        <p:nvGrpSpPr>
          <p:cNvPr id="1482" name="Google Shape;1482;p101"/>
          <p:cNvGrpSpPr/>
          <p:nvPr/>
        </p:nvGrpSpPr>
        <p:grpSpPr>
          <a:xfrm>
            <a:off x="39375" y="877425"/>
            <a:ext cx="3942975" cy="3942975"/>
            <a:chOff x="3516213" y="877425"/>
            <a:chExt cx="3942975" cy="3942975"/>
          </a:xfrm>
        </p:grpSpPr>
        <p:pic>
          <p:nvPicPr>
            <p:cNvPr id="1483" name="Google Shape;1483;p101"/>
            <p:cNvPicPr preferRelativeResize="0"/>
            <p:nvPr/>
          </p:nvPicPr>
          <p:blipFill>
            <a:blip r:embed="rId5">
              <a:alphaModFix/>
            </a:blip>
            <a:stretch>
              <a:fillRect/>
            </a:stretch>
          </p:blipFill>
          <p:spPr>
            <a:xfrm>
              <a:off x="3516213" y="877425"/>
              <a:ext cx="3942975" cy="3942975"/>
            </a:xfrm>
            <a:prstGeom prst="rect">
              <a:avLst/>
            </a:prstGeom>
            <a:noFill/>
            <a:ln>
              <a:noFill/>
            </a:ln>
          </p:spPr>
        </p:pic>
        <p:pic>
          <p:nvPicPr>
            <p:cNvPr id="1484" name="Google Shape;1484;p101"/>
            <p:cNvPicPr preferRelativeResize="0"/>
            <p:nvPr/>
          </p:nvPicPr>
          <p:blipFill>
            <a:blip r:embed="rId6">
              <a:alphaModFix/>
            </a:blip>
            <a:stretch>
              <a:fillRect/>
            </a:stretch>
          </p:blipFill>
          <p:spPr>
            <a:xfrm>
              <a:off x="5381588" y="3973250"/>
              <a:ext cx="684925" cy="678275"/>
            </a:xfrm>
            <a:prstGeom prst="rect">
              <a:avLst/>
            </a:prstGeom>
            <a:noFill/>
            <a:ln>
              <a:noFill/>
            </a:ln>
          </p:spPr>
        </p:pic>
        <p:pic>
          <p:nvPicPr>
            <p:cNvPr id="1485" name="Google Shape;1485;p101"/>
            <p:cNvPicPr preferRelativeResize="0"/>
            <p:nvPr/>
          </p:nvPicPr>
          <p:blipFill>
            <a:blip r:embed="rId7">
              <a:alphaModFix/>
            </a:blip>
            <a:stretch>
              <a:fillRect/>
            </a:stretch>
          </p:blipFill>
          <p:spPr>
            <a:xfrm>
              <a:off x="5877713" y="3980887"/>
              <a:ext cx="684925" cy="678236"/>
            </a:xfrm>
            <a:prstGeom prst="rect">
              <a:avLst/>
            </a:prstGeom>
            <a:noFill/>
            <a:ln>
              <a:noFill/>
            </a:ln>
          </p:spPr>
        </p:pic>
        <p:pic>
          <p:nvPicPr>
            <p:cNvPr id="1486" name="Google Shape;1486;p101"/>
            <p:cNvPicPr preferRelativeResize="0"/>
            <p:nvPr/>
          </p:nvPicPr>
          <p:blipFill>
            <a:blip r:embed="rId8">
              <a:alphaModFix/>
            </a:blip>
            <a:stretch>
              <a:fillRect/>
            </a:stretch>
          </p:blipFill>
          <p:spPr>
            <a:xfrm>
              <a:off x="5914338" y="3583975"/>
              <a:ext cx="684925" cy="678265"/>
            </a:xfrm>
            <a:prstGeom prst="rect">
              <a:avLst/>
            </a:prstGeom>
            <a:noFill/>
            <a:ln>
              <a:noFill/>
            </a:ln>
          </p:spPr>
        </p:pic>
        <p:pic>
          <p:nvPicPr>
            <p:cNvPr id="1487" name="Google Shape;1487;p101"/>
            <p:cNvPicPr preferRelativeResize="0"/>
            <p:nvPr/>
          </p:nvPicPr>
          <p:blipFill>
            <a:blip r:embed="rId6">
              <a:alphaModFix/>
            </a:blip>
            <a:stretch>
              <a:fillRect/>
            </a:stretch>
          </p:blipFill>
          <p:spPr>
            <a:xfrm>
              <a:off x="4479850" y="3973250"/>
              <a:ext cx="684925" cy="678275"/>
            </a:xfrm>
            <a:prstGeom prst="rect">
              <a:avLst/>
            </a:prstGeom>
            <a:noFill/>
            <a:ln>
              <a:noFill/>
            </a:ln>
          </p:spPr>
        </p:pic>
        <p:pic>
          <p:nvPicPr>
            <p:cNvPr id="1488" name="Google Shape;1488;p101"/>
            <p:cNvPicPr preferRelativeResize="0"/>
            <p:nvPr/>
          </p:nvPicPr>
          <p:blipFill>
            <a:blip r:embed="rId7">
              <a:alphaModFix/>
            </a:blip>
            <a:stretch>
              <a:fillRect/>
            </a:stretch>
          </p:blipFill>
          <p:spPr>
            <a:xfrm>
              <a:off x="4319988" y="3641775"/>
              <a:ext cx="684925" cy="678236"/>
            </a:xfrm>
            <a:prstGeom prst="rect">
              <a:avLst/>
            </a:prstGeom>
            <a:noFill/>
            <a:ln>
              <a:noFill/>
            </a:ln>
          </p:spPr>
        </p:pic>
        <p:pic>
          <p:nvPicPr>
            <p:cNvPr id="1489" name="Google Shape;1489;p101"/>
            <p:cNvPicPr preferRelativeResize="0"/>
            <p:nvPr/>
          </p:nvPicPr>
          <p:blipFill>
            <a:blip r:embed="rId8">
              <a:alphaModFix/>
            </a:blip>
            <a:stretch>
              <a:fillRect/>
            </a:stretch>
          </p:blipFill>
          <p:spPr>
            <a:xfrm>
              <a:off x="4890863" y="3973250"/>
              <a:ext cx="684925" cy="678265"/>
            </a:xfrm>
            <a:prstGeom prst="rect">
              <a:avLst/>
            </a:prstGeom>
            <a:noFill/>
            <a:ln>
              <a:noFill/>
            </a:ln>
          </p:spPr>
        </p:pic>
        <p:pic>
          <p:nvPicPr>
            <p:cNvPr id="1490" name="Google Shape;1490;p101"/>
            <p:cNvPicPr preferRelativeResize="0"/>
            <p:nvPr/>
          </p:nvPicPr>
          <p:blipFill>
            <a:blip r:embed="rId6">
              <a:alphaModFix/>
            </a:blip>
            <a:stretch>
              <a:fillRect/>
            </a:stretch>
          </p:blipFill>
          <p:spPr>
            <a:xfrm>
              <a:off x="4319975" y="2760575"/>
              <a:ext cx="684925" cy="678275"/>
            </a:xfrm>
            <a:prstGeom prst="rect">
              <a:avLst/>
            </a:prstGeom>
            <a:noFill/>
            <a:ln>
              <a:noFill/>
            </a:ln>
          </p:spPr>
        </p:pic>
        <p:pic>
          <p:nvPicPr>
            <p:cNvPr id="1491" name="Google Shape;1491;p101"/>
            <p:cNvPicPr preferRelativeResize="0"/>
            <p:nvPr/>
          </p:nvPicPr>
          <p:blipFill>
            <a:blip r:embed="rId7">
              <a:alphaModFix/>
            </a:blip>
            <a:stretch>
              <a:fillRect/>
            </a:stretch>
          </p:blipFill>
          <p:spPr>
            <a:xfrm>
              <a:off x="5914338" y="3122175"/>
              <a:ext cx="684925" cy="678236"/>
            </a:xfrm>
            <a:prstGeom prst="rect">
              <a:avLst/>
            </a:prstGeom>
            <a:noFill/>
            <a:ln>
              <a:noFill/>
            </a:ln>
          </p:spPr>
        </p:pic>
        <p:pic>
          <p:nvPicPr>
            <p:cNvPr id="1492" name="Google Shape;1492;p101"/>
            <p:cNvPicPr preferRelativeResize="0"/>
            <p:nvPr/>
          </p:nvPicPr>
          <p:blipFill>
            <a:blip r:embed="rId8">
              <a:alphaModFix/>
            </a:blip>
            <a:stretch>
              <a:fillRect/>
            </a:stretch>
          </p:blipFill>
          <p:spPr>
            <a:xfrm>
              <a:off x="5303950" y="3641750"/>
              <a:ext cx="684925" cy="678265"/>
            </a:xfrm>
            <a:prstGeom prst="rect">
              <a:avLst/>
            </a:prstGeom>
            <a:noFill/>
            <a:ln>
              <a:noFill/>
            </a:ln>
          </p:spPr>
        </p:pic>
        <p:pic>
          <p:nvPicPr>
            <p:cNvPr id="1493" name="Google Shape;1493;p101"/>
            <p:cNvPicPr preferRelativeResize="0"/>
            <p:nvPr/>
          </p:nvPicPr>
          <p:blipFill>
            <a:blip r:embed="rId6">
              <a:alphaModFix/>
            </a:blip>
            <a:stretch>
              <a:fillRect/>
            </a:stretch>
          </p:blipFill>
          <p:spPr>
            <a:xfrm>
              <a:off x="4839488" y="2944300"/>
              <a:ext cx="684925" cy="678275"/>
            </a:xfrm>
            <a:prstGeom prst="rect">
              <a:avLst/>
            </a:prstGeom>
            <a:noFill/>
            <a:ln>
              <a:noFill/>
            </a:ln>
          </p:spPr>
        </p:pic>
        <p:pic>
          <p:nvPicPr>
            <p:cNvPr id="1494" name="Google Shape;1494;p101"/>
            <p:cNvPicPr preferRelativeResize="0"/>
            <p:nvPr/>
          </p:nvPicPr>
          <p:blipFill>
            <a:blip r:embed="rId7">
              <a:alphaModFix/>
            </a:blip>
            <a:stretch>
              <a:fillRect/>
            </a:stretch>
          </p:blipFill>
          <p:spPr>
            <a:xfrm>
              <a:off x="4434613" y="3122175"/>
              <a:ext cx="684925" cy="678236"/>
            </a:xfrm>
            <a:prstGeom prst="rect">
              <a:avLst/>
            </a:prstGeom>
            <a:noFill/>
            <a:ln>
              <a:noFill/>
            </a:ln>
          </p:spPr>
        </p:pic>
        <p:pic>
          <p:nvPicPr>
            <p:cNvPr id="1495" name="Google Shape;1495;p101"/>
            <p:cNvPicPr preferRelativeResize="0"/>
            <p:nvPr/>
          </p:nvPicPr>
          <p:blipFill>
            <a:blip r:embed="rId8">
              <a:alphaModFix/>
            </a:blip>
            <a:stretch>
              <a:fillRect/>
            </a:stretch>
          </p:blipFill>
          <p:spPr>
            <a:xfrm>
              <a:off x="4730850" y="3388150"/>
              <a:ext cx="684925" cy="678265"/>
            </a:xfrm>
            <a:prstGeom prst="rect">
              <a:avLst/>
            </a:prstGeom>
            <a:noFill/>
            <a:ln>
              <a:noFill/>
            </a:ln>
          </p:spPr>
        </p:pic>
        <p:pic>
          <p:nvPicPr>
            <p:cNvPr id="1496" name="Google Shape;1496;p101"/>
            <p:cNvPicPr preferRelativeResize="0"/>
            <p:nvPr/>
          </p:nvPicPr>
          <p:blipFill>
            <a:blip r:embed="rId6">
              <a:alphaModFix/>
            </a:blip>
            <a:stretch>
              <a:fillRect/>
            </a:stretch>
          </p:blipFill>
          <p:spPr>
            <a:xfrm>
              <a:off x="4991888" y="3096700"/>
              <a:ext cx="684925" cy="678275"/>
            </a:xfrm>
            <a:prstGeom prst="rect">
              <a:avLst/>
            </a:prstGeom>
            <a:noFill/>
            <a:ln>
              <a:noFill/>
            </a:ln>
          </p:spPr>
        </p:pic>
        <p:pic>
          <p:nvPicPr>
            <p:cNvPr id="1497" name="Google Shape;1497;p101"/>
            <p:cNvPicPr preferRelativeResize="0"/>
            <p:nvPr/>
          </p:nvPicPr>
          <p:blipFill>
            <a:blip r:embed="rId8">
              <a:alphaModFix/>
            </a:blip>
            <a:stretch>
              <a:fillRect/>
            </a:stretch>
          </p:blipFill>
          <p:spPr>
            <a:xfrm>
              <a:off x="5415775" y="3171550"/>
              <a:ext cx="684925" cy="678265"/>
            </a:xfrm>
            <a:prstGeom prst="rect">
              <a:avLst/>
            </a:prstGeom>
            <a:noFill/>
            <a:ln>
              <a:noFill/>
            </a:ln>
          </p:spPr>
        </p:pic>
        <p:pic>
          <p:nvPicPr>
            <p:cNvPr id="1498" name="Google Shape;1498;p101"/>
            <p:cNvPicPr preferRelativeResize="0"/>
            <p:nvPr/>
          </p:nvPicPr>
          <p:blipFill>
            <a:blip r:embed="rId8">
              <a:alphaModFix/>
            </a:blip>
            <a:stretch>
              <a:fillRect/>
            </a:stretch>
          </p:blipFill>
          <p:spPr>
            <a:xfrm>
              <a:off x="4839488" y="2571750"/>
              <a:ext cx="684925" cy="678265"/>
            </a:xfrm>
            <a:prstGeom prst="rect">
              <a:avLst/>
            </a:prstGeom>
            <a:noFill/>
            <a:ln>
              <a:noFill/>
            </a:ln>
          </p:spPr>
        </p:pic>
        <p:pic>
          <p:nvPicPr>
            <p:cNvPr id="1499" name="Google Shape;1499;p101"/>
            <p:cNvPicPr preferRelativeResize="0"/>
            <p:nvPr/>
          </p:nvPicPr>
          <p:blipFill>
            <a:blip r:embed="rId6">
              <a:alphaModFix/>
            </a:blip>
            <a:stretch>
              <a:fillRect/>
            </a:stretch>
          </p:blipFill>
          <p:spPr>
            <a:xfrm>
              <a:off x="5381588" y="2760575"/>
              <a:ext cx="684925" cy="678275"/>
            </a:xfrm>
            <a:prstGeom prst="rect">
              <a:avLst/>
            </a:prstGeom>
            <a:noFill/>
            <a:ln>
              <a:noFill/>
            </a:ln>
          </p:spPr>
        </p:pic>
        <p:pic>
          <p:nvPicPr>
            <p:cNvPr id="1500" name="Google Shape;1500;p101"/>
            <p:cNvPicPr preferRelativeResize="0"/>
            <p:nvPr/>
          </p:nvPicPr>
          <p:blipFill>
            <a:blip r:embed="rId6">
              <a:alphaModFix/>
            </a:blip>
            <a:stretch>
              <a:fillRect/>
            </a:stretch>
          </p:blipFill>
          <p:spPr>
            <a:xfrm>
              <a:off x="4519925" y="2438638"/>
              <a:ext cx="684925" cy="678274"/>
            </a:xfrm>
            <a:prstGeom prst="rect">
              <a:avLst/>
            </a:prstGeom>
            <a:noFill/>
            <a:ln>
              <a:noFill/>
            </a:ln>
          </p:spPr>
        </p:pic>
        <p:pic>
          <p:nvPicPr>
            <p:cNvPr id="1501" name="Google Shape;1501;p101"/>
            <p:cNvPicPr preferRelativeResize="0"/>
            <p:nvPr/>
          </p:nvPicPr>
          <p:blipFill>
            <a:blip r:embed="rId7">
              <a:alphaModFix/>
            </a:blip>
            <a:stretch>
              <a:fillRect/>
            </a:stretch>
          </p:blipFill>
          <p:spPr>
            <a:xfrm>
              <a:off x="4360063" y="2107162"/>
              <a:ext cx="684925" cy="678236"/>
            </a:xfrm>
            <a:prstGeom prst="rect">
              <a:avLst/>
            </a:prstGeom>
            <a:noFill/>
            <a:ln>
              <a:noFill/>
            </a:ln>
          </p:spPr>
        </p:pic>
        <p:pic>
          <p:nvPicPr>
            <p:cNvPr id="1502" name="Google Shape;1502;p101"/>
            <p:cNvPicPr preferRelativeResize="0"/>
            <p:nvPr/>
          </p:nvPicPr>
          <p:blipFill>
            <a:blip r:embed="rId8">
              <a:alphaModFix/>
            </a:blip>
            <a:stretch>
              <a:fillRect/>
            </a:stretch>
          </p:blipFill>
          <p:spPr>
            <a:xfrm>
              <a:off x="4930938" y="2438637"/>
              <a:ext cx="684925" cy="678265"/>
            </a:xfrm>
            <a:prstGeom prst="rect">
              <a:avLst/>
            </a:prstGeom>
            <a:noFill/>
            <a:ln>
              <a:noFill/>
            </a:ln>
          </p:spPr>
        </p:pic>
        <p:pic>
          <p:nvPicPr>
            <p:cNvPr id="1503" name="Google Shape;1503;p101"/>
            <p:cNvPicPr preferRelativeResize="0"/>
            <p:nvPr/>
          </p:nvPicPr>
          <p:blipFill>
            <a:blip r:embed="rId7">
              <a:alphaModFix/>
            </a:blip>
            <a:stretch>
              <a:fillRect/>
            </a:stretch>
          </p:blipFill>
          <p:spPr>
            <a:xfrm>
              <a:off x="5575788" y="2271087"/>
              <a:ext cx="684925" cy="678236"/>
            </a:xfrm>
            <a:prstGeom prst="rect">
              <a:avLst/>
            </a:prstGeom>
            <a:noFill/>
            <a:ln>
              <a:noFill/>
            </a:ln>
          </p:spPr>
        </p:pic>
        <p:pic>
          <p:nvPicPr>
            <p:cNvPr id="1504" name="Google Shape;1504;p101"/>
            <p:cNvPicPr preferRelativeResize="0"/>
            <p:nvPr/>
          </p:nvPicPr>
          <p:blipFill>
            <a:blip r:embed="rId6">
              <a:alphaModFix/>
            </a:blip>
            <a:stretch>
              <a:fillRect/>
            </a:stretch>
          </p:blipFill>
          <p:spPr>
            <a:xfrm>
              <a:off x="5196050" y="2021738"/>
              <a:ext cx="684925" cy="678274"/>
            </a:xfrm>
            <a:prstGeom prst="rect">
              <a:avLst/>
            </a:prstGeom>
            <a:noFill/>
            <a:ln>
              <a:noFill/>
            </a:ln>
          </p:spPr>
        </p:pic>
        <p:pic>
          <p:nvPicPr>
            <p:cNvPr id="1505" name="Google Shape;1505;p101"/>
            <p:cNvPicPr preferRelativeResize="0"/>
            <p:nvPr/>
          </p:nvPicPr>
          <p:blipFill>
            <a:blip r:embed="rId8">
              <a:alphaModFix/>
            </a:blip>
            <a:stretch>
              <a:fillRect/>
            </a:stretch>
          </p:blipFill>
          <p:spPr>
            <a:xfrm>
              <a:off x="4770038" y="1620012"/>
              <a:ext cx="684925" cy="678265"/>
            </a:xfrm>
            <a:prstGeom prst="rect">
              <a:avLst/>
            </a:prstGeom>
            <a:noFill/>
            <a:ln>
              <a:noFill/>
            </a:ln>
          </p:spPr>
        </p:pic>
        <p:pic>
          <p:nvPicPr>
            <p:cNvPr id="1506" name="Google Shape;1506;p101"/>
            <p:cNvPicPr preferRelativeResize="0"/>
            <p:nvPr/>
          </p:nvPicPr>
          <p:blipFill>
            <a:blip r:embed="rId6">
              <a:alphaModFix/>
            </a:blip>
            <a:stretch>
              <a:fillRect/>
            </a:stretch>
          </p:blipFill>
          <p:spPr>
            <a:xfrm>
              <a:off x="5988875" y="2657550"/>
              <a:ext cx="684925" cy="678275"/>
            </a:xfrm>
            <a:prstGeom prst="rect">
              <a:avLst/>
            </a:prstGeom>
            <a:noFill/>
            <a:ln>
              <a:noFill/>
            </a:ln>
          </p:spPr>
        </p:pic>
        <p:pic>
          <p:nvPicPr>
            <p:cNvPr id="1507" name="Google Shape;1507;p101"/>
            <p:cNvPicPr preferRelativeResize="0"/>
            <p:nvPr/>
          </p:nvPicPr>
          <p:blipFill>
            <a:blip r:embed="rId7">
              <a:alphaModFix/>
            </a:blip>
            <a:stretch>
              <a:fillRect/>
            </a:stretch>
          </p:blipFill>
          <p:spPr>
            <a:xfrm>
              <a:off x="4360063" y="1661712"/>
              <a:ext cx="684925" cy="678236"/>
            </a:xfrm>
            <a:prstGeom prst="rect">
              <a:avLst/>
            </a:prstGeom>
            <a:noFill/>
            <a:ln>
              <a:noFill/>
            </a:ln>
          </p:spPr>
        </p:pic>
        <p:pic>
          <p:nvPicPr>
            <p:cNvPr id="1508" name="Google Shape;1508;p101"/>
            <p:cNvPicPr preferRelativeResize="0"/>
            <p:nvPr/>
          </p:nvPicPr>
          <p:blipFill>
            <a:blip r:embed="rId8">
              <a:alphaModFix/>
            </a:blip>
            <a:stretch>
              <a:fillRect/>
            </a:stretch>
          </p:blipFill>
          <p:spPr>
            <a:xfrm>
              <a:off x="4922438" y="1772412"/>
              <a:ext cx="684925" cy="678265"/>
            </a:xfrm>
            <a:prstGeom prst="rect">
              <a:avLst/>
            </a:prstGeom>
            <a:noFill/>
            <a:ln>
              <a:noFill/>
            </a:ln>
          </p:spPr>
        </p:pic>
        <p:pic>
          <p:nvPicPr>
            <p:cNvPr id="1509" name="Google Shape;1509;p101"/>
            <p:cNvPicPr preferRelativeResize="0"/>
            <p:nvPr/>
          </p:nvPicPr>
          <p:blipFill>
            <a:blip r:embed="rId8">
              <a:alphaModFix/>
            </a:blip>
            <a:stretch>
              <a:fillRect/>
            </a:stretch>
          </p:blipFill>
          <p:spPr>
            <a:xfrm>
              <a:off x="6032038" y="2160012"/>
              <a:ext cx="684925" cy="678265"/>
            </a:xfrm>
            <a:prstGeom prst="rect">
              <a:avLst/>
            </a:prstGeom>
            <a:noFill/>
            <a:ln>
              <a:noFill/>
            </a:ln>
          </p:spPr>
        </p:pic>
        <p:pic>
          <p:nvPicPr>
            <p:cNvPr id="1510" name="Google Shape;1510;p101"/>
            <p:cNvPicPr preferRelativeResize="0"/>
            <p:nvPr/>
          </p:nvPicPr>
          <p:blipFill>
            <a:blip r:embed="rId6">
              <a:alphaModFix/>
            </a:blip>
            <a:stretch>
              <a:fillRect/>
            </a:stretch>
          </p:blipFill>
          <p:spPr>
            <a:xfrm>
              <a:off x="5381600" y="1439763"/>
              <a:ext cx="684925" cy="678274"/>
            </a:xfrm>
            <a:prstGeom prst="rect">
              <a:avLst/>
            </a:prstGeom>
            <a:noFill/>
            <a:ln>
              <a:noFill/>
            </a:ln>
          </p:spPr>
        </p:pic>
        <p:pic>
          <p:nvPicPr>
            <p:cNvPr id="1511" name="Google Shape;1511;p101"/>
            <p:cNvPicPr preferRelativeResize="0"/>
            <p:nvPr/>
          </p:nvPicPr>
          <p:blipFill>
            <a:blip r:embed="rId7">
              <a:alphaModFix/>
            </a:blip>
            <a:stretch>
              <a:fillRect/>
            </a:stretch>
          </p:blipFill>
          <p:spPr>
            <a:xfrm>
              <a:off x="5615863" y="1879450"/>
              <a:ext cx="684925" cy="678236"/>
            </a:xfrm>
            <a:prstGeom prst="rect">
              <a:avLst/>
            </a:prstGeom>
            <a:noFill/>
            <a:ln>
              <a:noFill/>
            </a:ln>
          </p:spPr>
        </p:pic>
        <p:pic>
          <p:nvPicPr>
            <p:cNvPr id="1512" name="Google Shape;1512;p101"/>
            <p:cNvPicPr preferRelativeResize="0"/>
            <p:nvPr/>
          </p:nvPicPr>
          <p:blipFill>
            <a:blip r:embed="rId7">
              <a:alphaModFix/>
            </a:blip>
            <a:stretch>
              <a:fillRect/>
            </a:stretch>
          </p:blipFill>
          <p:spPr>
            <a:xfrm>
              <a:off x="4770050" y="2107162"/>
              <a:ext cx="684925" cy="678236"/>
            </a:xfrm>
            <a:prstGeom prst="rect">
              <a:avLst/>
            </a:prstGeom>
            <a:noFill/>
            <a:ln>
              <a:noFill/>
            </a:ln>
          </p:spPr>
        </p:pic>
        <p:pic>
          <p:nvPicPr>
            <p:cNvPr id="1513" name="Google Shape;1513;p101"/>
            <p:cNvPicPr preferRelativeResize="0"/>
            <p:nvPr/>
          </p:nvPicPr>
          <p:blipFill>
            <a:blip r:embed="rId6">
              <a:alphaModFix/>
            </a:blip>
            <a:stretch>
              <a:fillRect/>
            </a:stretch>
          </p:blipFill>
          <p:spPr>
            <a:xfrm>
              <a:off x="5914350" y="1673363"/>
              <a:ext cx="684925" cy="678274"/>
            </a:xfrm>
            <a:prstGeom prst="rect">
              <a:avLst/>
            </a:prstGeom>
            <a:noFill/>
            <a:ln>
              <a:noFill/>
            </a:ln>
          </p:spPr>
        </p:pic>
      </p:grpSp>
      <p:sp>
        <p:nvSpPr>
          <p:cNvPr id="1514" name="Google Shape;1514;p10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Fermi estimation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8"/>
                                        </p:tgtEl>
                                        <p:attrNameLst>
                                          <p:attrName>style.visibility</p:attrName>
                                        </p:attrNameLst>
                                      </p:cBhvr>
                                      <p:to>
                                        <p:strVal val="visible"/>
                                      </p:to>
                                    </p:set>
                                  </p:childTnLst>
                                </p:cTn>
                              </p:par>
                            </p:childTnLst>
                          </p:cTn>
                        </p:par>
                        <p:par>
                          <p:cTn fill="hold">
                            <p:stCondLst>
                              <p:cond delay="0"/>
                            </p:stCondLst>
                            <p:childTnLst>
                              <p:par>
                                <p:cTn fill="hold" nodeType="afterEffect" presetClass="entr" presetID="1" presetSubtype="0">
                                  <p:stCondLst>
                                    <p:cond delay="0"/>
                                  </p:stCondLst>
                                  <p:childTnLst>
                                    <p:set>
                                      <p:cBhvr>
                                        <p:cTn dur="1" fill="hold">
                                          <p:stCondLst>
                                            <p:cond delay="0"/>
                                          </p:stCondLst>
                                        </p:cTn>
                                        <p:tgtEl>
                                          <p:spTgt spid="1481">
                                            <p:txEl>
                                              <p:pRg end="0" st="0"/>
                                            </p:txEl>
                                          </p:spTgt>
                                        </p:tgtEl>
                                        <p:attrNameLst>
                                          <p:attrName>style.visibility</p:attrName>
                                        </p:attrNameLst>
                                      </p:cBhvr>
                                      <p:to>
                                        <p:strVal val="visible"/>
                                      </p:to>
                                    </p:set>
                                  </p:childTnLst>
                                </p:cTn>
                              </p:par>
                            </p:childTnLst>
                          </p:cTn>
                        </p:par>
                        <p:par>
                          <p:cTn fill="hold">
                            <p:stCondLst>
                              <p:cond delay="0"/>
                            </p:stCondLst>
                            <p:childTnLst>
                              <p:par>
                                <p:cTn fill="hold" nodeType="afterEffect" presetClass="entr" presetID="1" presetSubtype="0">
                                  <p:stCondLst>
                                    <p:cond delay="0"/>
                                  </p:stCondLst>
                                  <p:childTnLst>
                                    <p:set>
                                      <p:cBhvr>
                                        <p:cTn dur="1" fill="hold">
                                          <p:stCondLst>
                                            <p:cond delay="0"/>
                                          </p:stCondLst>
                                        </p:cTn>
                                        <p:tgtEl>
                                          <p:spTgt spid="1481">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8" name="Shape 1518"/>
        <p:cNvGrpSpPr/>
        <p:nvPr/>
      </p:nvGrpSpPr>
      <p:grpSpPr>
        <a:xfrm>
          <a:off x="0" y="0"/>
          <a:ext cx="0" cy="0"/>
          <a:chOff x="0" y="0"/>
          <a:chExt cx="0" cy="0"/>
        </a:xfrm>
      </p:grpSpPr>
      <p:pic>
        <p:nvPicPr>
          <p:cNvPr id="1519" name="Google Shape;1519;p102"/>
          <p:cNvPicPr preferRelativeResize="0"/>
          <p:nvPr/>
        </p:nvPicPr>
        <p:blipFill>
          <a:blip r:embed="rId3">
            <a:alphaModFix/>
          </a:blip>
          <a:stretch>
            <a:fillRect/>
          </a:stretch>
        </p:blipFill>
        <p:spPr>
          <a:xfrm flipH="1">
            <a:off x="4109375" y="2189250"/>
            <a:ext cx="3442775" cy="2537899"/>
          </a:xfrm>
          <a:prstGeom prst="rect">
            <a:avLst/>
          </a:prstGeom>
          <a:noFill/>
          <a:ln>
            <a:noFill/>
          </a:ln>
        </p:spPr>
      </p:pic>
      <p:sp>
        <p:nvSpPr>
          <p:cNvPr id="1520" name="Google Shape;1520;p102"/>
          <p:cNvSpPr txBox="1"/>
          <p:nvPr>
            <p:ph idx="1" type="body"/>
          </p:nvPr>
        </p:nvSpPr>
        <p:spPr>
          <a:xfrm>
            <a:off x="3604050" y="759300"/>
            <a:ext cx="4957500" cy="3020700"/>
          </a:xfrm>
          <a:prstGeom prst="rect">
            <a:avLst/>
          </a:prstGeom>
        </p:spPr>
        <p:txBody>
          <a:bodyPr anchorCtr="0" anchor="t" bIns="0" lIns="0" spcFirstLastPara="1" rIns="0" wrap="square" tIns="0">
            <a:noAutofit/>
          </a:bodyPr>
          <a:lstStyle/>
          <a:p>
            <a:pPr indent="0" lvl="0" marL="0" rtl="0" algn="l">
              <a:spcBef>
                <a:spcPts val="0"/>
              </a:spcBef>
              <a:spcAft>
                <a:spcPts val="1000"/>
              </a:spcAft>
              <a:buClr>
                <a:schemeClr val="dk1"/>
              </a:buClr>
              <a:buSzPts val="1100"/>
              <a:buFont typeface="Arial"/>
              <a:buNone/>
            </a:pPr>
            <a:r>
              <a:rPr lang="en-GB" sz="2000"/>
              <a:t>The method Sam uses is an approach used with Fermi problems.</a:t>
            </a:r>
            <a:endParaRPr sz="2000"/>
          </a:p>
        </p:txBody>
      </p:sp>
      <p:grpSp>
        <p:nvGrpSpPr>
          <p:cNvPr id="1521" name="Google Shape;1521;p102"/>
          <p:cNvGrpSpPr/>
          <p:nvPr/>
        </p:nvGrpSpPr>
        <p:grpSpPr>
          <a:xfrm>
            <a:off x="39375" y="877425"/>
            <a:ext cx="3942975" cy="3942975"/>
            <a:chOff x="3516213" y="877425"/>
            <a:chExt cx="3942975" cy="3942975"/>
          </a:xfrm>
        </p:grpSpPr>
        <p:pic>
          <p:nvPicPr>
            <p:cNvPr id="1522" name="Google Shape;1522;p102"/>
            <p:cNvPicPr preferRelativeResize="0"/>
            <p:nvPr/>
          </p:nvPicPr>
          <p:blipFill>
            <a:blip r:embed="rId4">
              <a:alphaModFix/>
            </a:blip>
            <a:stretch>
              <a:fillRect/>
            </a:stretch>
          </p:blipFill>
          <p:spPr>
            <a:xfrm>
              <a:off x="3516213" y="877425"/>
              <a:ext cx="3942975" cy="3942975"/>
            </a:xfrm>
            <a:prstGeom prst="rect">
              <a:avLst/>
            </a:prstGeom>
            <a:noFill/>
            <a:ln>
              <a:noFill/>
            </a:ln>
          </p:spPr>
        </p:pic>
        <p:pic>
          <p:nvPicPr>
            <p:cNvPr id="1523" name="Google Shape;1523;p102"/>
            <p:cNvPicPr preferRelativeResize="0"/>
            <p:nvPr/>
          </p:nvPicPr>
          <p:blipFill>
            <a:blip r:embed="rId5">
              <a:alphaModFix/>
            </a:blip>
            <a:stretch>
              <a:fillRect/>
            </a:stretch>
          </p:blipFill>
          <p:spPr>
            <a:xfrm>
              <a:off x="5381588" y="3973250"/>
              <a:ext cx="684925" cy="678275"/>
            </a:xfrm>
            <a:prstGeom prst="rect">
              <a:avLst/>
            </a:prstGeom>
            <a:noFill/>
            <a:ln>
              <a:noFill/>
            </a:ln>
          </p:spPr>
        </p:pic>
        <p:pic>
          <p:nvPicPr>
            <p:cNvPr id="1524" name="Google Shape;1524;p102"/>
            <p:cNvPicPr preferRelativeResize="0"/>
            <p:nvPr/>
          </p:nvPicPr>
          <p:blipFill>
            <a:blip r:embed="rId6">
              <a:alphaModFix/>
            </a:blip>
            <a:stretch>
              <a:fillRect/>
            </a:stretch>
          </p:blipFill>
          <p:spPr>
            <a:xfrm>
              <a:off x="5877713" y="3980887"/>
              <a:ext cx="684925" cy="678236"/>
            </a:xfrm>
            <a:prstGeom prst="rect">
              <a:avLst/>
            </a:prstGeom>
            <a:noFill/>
            <a:ln>
              <a:noFill/>
            </a:ln>
          </p:spPr>
        </p:pic>
        <p:pic>
          <p:nvPicPr>
            <p:cNvPr id="1525" name="Google Shape;1525;p102"/>
            <p:cNvPicPr preferRelativeResize="0"/>
            <p:nvPr/>
          </p:nvPicPr>
          <p:blipFill>
            <a:blip r:embed="rId7">
              <a:alphaModFix/>
            </a:blip>
            <a:stretch>
              <a:fillRect/>
            </a:stretch>
          </p:blipFill>
          <p:spPr>
            <a:xfrm>
              <a:off x="5914338" y="3583975"/>
              <a:ext cx="684925" cy="678265"/>
            </a:xfrm>
            <a:prstGeom prst="rect">
              <a:avLst/>
            </a:prstGeom>
            <a:noFill/>
            <a:ln>
              <a:noFill/>
            </a:ln>
          </p:spPr>
        </p:pic>
        <p:pic>
          <p:nvPicPr>
            <p:cNvPr id="1526" name="Google Shape;1526;p102"/>
            <p:cNvPicPr preferRelativeResize="0"/>
            <p:nvPr/>
          </p:nvPicPr>
          <p:blipFill>
            <a:blip r:embed="rId5">
              <a:alphaModFix/>
            </a:blip>
            <a:stretch>
              <a:fillRect/>
            </a:stretch>
          </p:blipFill>
          <p:spPr>
            <a:xfrm>
              <a:off x="4479850" y="3973250"/>
              <a:ext cx="684925" cy="678275"/>
            </a:xfrm>
            <a:prstGeom prst="rect">
              <a:avLst/>
            </a:prstGeom>
            <a:noFill/>
            <a:ln>
              <a:noFill/>
            </a:ln>
          </p:spPr>
        </p:pic>
        <p:pic>
          <p:nvPicPr>
            <p:cNvPr id="1527" name="Google Shape;1527;p102"/>
            <p:cNvPicPr preferRelativeResize="0"/>
            <p:nvPr/>
          </p:nvPicPr>
          <p:blipFill>
            <a:blip r:embed="rId6">
              <a:alphaModFix/>
            </a:blip>
            <a:stretch>
              <a:fillRect/>
            </a:stretch>
          </p:blipFill>
          <p:spPr>
            <a:xfrm>
              <a:off x="4319988" y="3641775"/>
              <a:ext cx="684925" cy="678236"/>
            </a:xfrm>
            <a:prstGeom prst="rect">
              <a:avLst/>
            </a:prstGeom>
            <a:noFill/>
            <a:ln>
              <a:noFill/>
            </a:ln>
          </p:spPr>
        </p:pic>
        <p:pic>
          <p:nvPicPr>
            <p:cNvPr id="1528" name="Google Shape;1528;p102"/>
            <p:cNvPicPr preferRelativeResize="0"/>
            <p:nvPr/>
          </p:nvPicPr>
          <p:blipFill>
            <a:blip r:embed="rId7">
              <a:alphaModFix/>
            </a:blip>
            <a:stretch>
              <a:fillRect/>
            </a:stretch>
          </p:blipFill>
          <p:spPr>
            <a:xfrm>
              <a:off x="4890863" y="3973250"/>
              <a:ext cx="684925" cy="678265"/>
            </a:xfrm>
            <a:prstGeom prst="rect">
              <a:avLst/>
            </a:prstGeom>
            <a:noFill/>
            <a:ln>
              <a:noFill/>
            </a:ln>
          </p:spPr>
        </p:pic>
        <p:pic>
          <p:nvPicPr>
            <p:cNvPr id="1529" name="Google Shape;1529;p102"/>
            <p:cNvPicPr preferRelativeResize="0"/>
            <p:nvPr/>
          </p:nvPicPr>
          <p:blipFill>
            <a:blip r:embed="rId5">
              <a:alphaModFix/>
            </a:blip>
            <a:stretch>
              <a:fillRect/>
            </a:stretch>
          </p:blipFill>
          <p:spPr>
            <a:xfrm>
              <a:off x="4319975" y="2760575"/>
              <a:ext cx="684925" cy="678275"/>
            </a:xfrm>
            <a:prstGeom prst="rect">
              <a:avLst/>
            </a:prstGeom>
            <a:noFill/>
            <a:ln>
              <a:noFill/>
            </a:ln>
          </p:spPr>
        </p:pic>
        <p:pic>
          <p:nvPicPr>
            <p:cNvPr id="1530" name="Google Shape;1530;p102"/>
            <p:cNvPicPr preferRelativeResize="0"/>
            <p:nvPr/>
          </p:nvPicPr>
          <p:blipFill>
            <a:blip r:embed="rId6">
              <a:alphaModFix/>
            </a:blip>
            <a:stretch>
              <a:fillRect/>
            </a:stretch>
          </p:blipFill>
          <p:spPr>
            <a:xfrm>
              <a:off x="5914338" y="3122175"/>
              <a:ext cx="684925" cy="678236"/>
            </a:xfrm>
            <a:prstGeom prst="rect">
              <a:avLst/>
            </a:prstGeom>
            <a:noFill/>
            <a:ln>
              <a:noFill/>
            </a:ln>
          </p:spPr>
        </p:pic>
        <p:pic>
          <p:nvPicPr>
            <p:cNvPr id="1531" name="Google Shape;1531;p102"/>
            <p:cNvPicPr preferRelativeResize="0"/>
            <p:nvPr/>
          </p:nvPicPr>
          <p:blipFill>
            <a:blip r:embed="rId7">
              <a:alphaModFix/>
            </a:blip>
            <a:stretch>
              <a:fillRect/>
            </a:stretch>
          </p:blipFill>
          <p:spPr>
            <a:xfrm>
              <a:off x="5303950" y="3641750"/>
              <a:ext cx="684925" cy="678265"/>
            </a:xfrm>
            <a:prstGeom prst="rect">
              <a:avLst/>
            </a:prstGeom>
            <a:noFill/>
            <a:ln>
              <a:noFill/>
            </a:ln>
          </p:spPr>
        </p:pic>
        <p:pic>
          <p:nvPicPr>
            <p:cNvPr id="1532" name="Google Shape;1532;p102"/>
            <p:cNvPicPr preferRelativeResize="0"/>
            <p:nvPr/>
          </p:nvPicPr>
          <p:blipFill>
            <a:blip r:embed="rId5">
              <a:alphaModFix/>
            </a:blip>
            <a:stretch>
              <a:fillRect/>
            </a:stretch>
          </p:blipFill>
          <p:spPr>
            <a:xfrm>
              <a:off x="4839488" y="2944300"/>
              <a:ext cx="684925" cy="678275"/>
            </a:xfrm>
            <a:prstGeom prst="rect">
              <a:avLst/>
            </a:prstGeom>
            <a:noFill/>
            <a:ln>
              <a:noFill/>
            </a:ln>
          </p:spPr>
        </p:pic>
        <p:pic>
          <p:nvPicPr>
            <p:cNvPr id="1533" name="Google Shape;1533;p102"/>
            <p:cNvPicPr preferRelativeResize="0"/>
            <p:nvPr/>
          </p:nvPicPr>
          <p:blipFill>
            <a:blip r:embed="rId6">
              <a:alphaModFix/>
            </a:blip>
            <a:stretch>
              <a:fillRect/>
            </a:stretch>
          </p:blipFill>
          <p:spPr>
            <a:xfrm>
              <a:off x="4434613" y="3122175"/>
              <a:ext cx="684925" cy="678236"/>
            </a:xfrm>
            <a:prstGeom prst="rect">
              <a:avLst/>
            </a:prstGeom>
            <a:noFill/>
            <a:ln>
              <a:noFill/>
            </a:ln>
          </p:spPr>
        </p:pic>
        <p:pic>
          <p:nvPicPr>
            <p:cNvPr id="1534" name="Google Shape;1534;p102"/>
            <p:cNvPicPr preferRelativeResize="0"/>
            <p:nvPr/>
          </p:nvPicPr>
          <p:blipFill>
            <a:blip r:embed="rId7">
              <a:alphaModFix/>
            </a:blip>
            <a:stretch>
              <a:fillRect/>
            </a:stretch>
          </p:blipFill>
          <p:spPr>
            <a:xfrm>
              <a:off x="4730850" y="3388150"/>
              <a:ext cx="684925" cy="678265"/>
            </a:xfrm>
            <a:prstGeom prst="rect">
              <a:avLst/>
            </a:prstGeom>
            <a:noFill/>
            <a:ln>
              <a:noFill/>
            </a:ln>
          </p:spPr>
        </p:pic>
        <p:pic>
          <p:nvPicPr>
            <p:cNvPr id="1535" name="Google Shape;1535;p102"/>
            <p:cNvPicPr preferRelativeResize="0"/>
            <p:nvPr/>
          </p:nvPicPr>
          <p:blipFill>
            <a:blip r:embed="rId5">
              <a:alphaModFix/>
            </a:blip>
            <a:stretch>
              <a:fillRect/>
            </a:stretch>
          </p:blipFill>
          <p:spPr>
            <a:xfrm>
              <a:off x="4991888" y="3096700"/>
              <a:ext cx="684925" cy="678275"/>
            </a:xfrm>
            <a:prstGeom prst="rect">
              <a:avLst/>
            </a:prstGeom>
            <a:noFill/>
            <a:ln>
              <a:noFill/>
            </a:ln>
          </p:spPr>
        </p:pic>
        <p:pic>
          <p:nvPicPr>
            <p:cNvPr id="1536" name="Google Shape;1536;p102"/>
            <p:cNvPicPr preferRelativeResize="0"/>
            <p:nvPr/>
          </p:nvPicPr>
          <p:blipFill>
            <a:blip r:embed="rId7">
              <a:alphaModFix/>
            </a:blip>
            <a:stretch>
              <a:fillRect/>
            </a:stretch>
          </p:blipFill>
          <p:spPr>
            <a:xfrm>
              <a:off x="5415775" y="3171550"/>
              <a:ext cx="684925" cy="678265"/>
            </a:xfrm>
            <a:prstGeom prst="rect">
              <a:avLst/>
            </a:prstGeom>
            <a:noFill/>
            <a:ln>
              <a:noFill/>
            </a:ln>
          </p:spPr>
        </p:pic>
        <p:pic>
          <p:nvPicPr>
            <p:cNvPr id="1537" name="Google Shape;1537;p102"/>
            <p:cNvPicPr preferRelativeResize="0"/>
            <p:nvPr/>
          </p:nvPicPr>
          <p:blipFill>
            <a:blip r:embed="rId7">
              <a:alphaModFix/>
            </a:blip>
            <a:stretch>
              <a:fillRect/>
            </a:stretch>
          </p:blipFill>
          <p:spPr>
            <a:xfrm>
              <a:off x="4839488" y="2571750"/>
              <a:ext cx="684925" cy="678265"/>
            </a:xfrm>
            <a:prstGeom prst="rect">
              <a:avLst/>
            </a:prstGeom>
            <a:noFill/>
            <a:ln>
              <a:noFill/>
            </a:ln>
          </p:spPr>
        </p:pic>
        <p:pic>
          <p:nvPicPr>
            <p:cNvPr id="1538" name="Google Shape;1538;p102"/>
            <p:cNvPicPr preferRelativeResize="0"/>
            <p:nvPr/>
          </p:nvPicPr>
          <p:blipFill>
            <a:blip r:embed="rId5">
              <a:alphaModFix/>
            </a:blip>
            <a:stretch>
              <a:fillRect/>
            </a:stretch>
          </p:blipFill>
          <p:spPr>
            <a:xfrm>
              <a:off x="5381588" y="2760575"/>
              <a:ext cx="684925" cy="678275"/>
            </a:xfrm>
            <a:prstGeom prst="rect">
              <a:avLst/>
            </a:prstGeom>
            <a:noFill/>
            <a:ln>
              <a:noFill/>
            </a:ln>
          </p:spPr>
        </p:pic>
        <p:pic>
          <p:nvPicPr>
            <p:cNvPr id="1539" name="Google Shape;1539;p102"/>
            <p:cNvPicPr preferRelativeResize="0"/>
            <p:nvPr/>
          </p:nvPicPr>
          <p:blipFill>
            <a:blip r:embed="rId5">
              <a:alphaModFix/>
            </a:blip>
            <a:stretch>
              <a:fillRect/>
            </a:stretch>
          </p:blipFill>
          <p:spPr>
            <a:xfrm>
              <a:off x="4519925" y="2438638"/>
              <a:ext cx="684925" cy="678274"/>
            </a:xfrm>
            <a:prstGeom prst="rect">
              <a:avLst/>
            </a:prstGeom>
            <a:noFill/>
            <a:ln>
              <a:noFill/>
            </a:ln>
          </p:spPr>
        </p:pic>
        <p:pic>
          <p:nvPicPr>
            <p:cNvPr id="1540" name="Google Shape;1540;p102"/>
            <p:cNvPicPr preferRelativeResize="0"/>
            <p:nvPr/>
          </p:nvPicPr>
          <p:blipFill>
            <a:blip r:embed="rId6">
              <a:alphaModFix/>
            </a:blip>
            <a:stretch>
              <a:fillRect/>
            </a:stretch>
          </p:blipFill>
          <p:spPr>
            <a:xfrm>
              <a:off x="4360063" y="2107162"/>
              <a:ext cx="684925" cy="678236"/>
            </a:xfrm>
            <a:prstGeom prst="rect">
              <a:avLst/>
            </a:prstGeom>
            <a:noFill/>
            <a:ln>
              <a:noFill/>
            </a:ln>
          </p:spPr>
        </p:pic>
        <p:pic>
          <p:nvPicPr>
            <p:cNvPr id="1541" name="Google Shape;1541;p102"/>
            <p:cNvPicPr preferRelativeResize="0"/>
            <p:nvPr/>
          </p:nvPicPr>
          <p:blipFill>
            <a:blip r:embed="rId7">
              <a:alphaModFix/>
            </a:blip>
            <a:stretch>
              <a:fillRect/>
            </a:stretch>
          </p:blipFill>
          <p:spPr>
            <a:xfrm>
              <a:off x="4930938" y="2438637"/>
              <a:ext cx="684925" cy="678265"/>
            </a:xfrm>
            <a:prstGeom prst="rect">
              <a:avLst/>
            </a:prstGeom>
            <a:noFill/>
            <a:ln>
              <a:noFill/>
            </a:ln>
          </p:spPr>
        </p:pic>
        <p:pic>
          <p:nvPicPr>
            <p:cNvPr id="1542" name="Google Shape;1542;p102"/>
            <p:cNvPicPr preferRelativeResize="0"/>
            <p:nvPr/>
          </p:nvPicPr>
          <p:blipFill>
            <a:blip r:embed="rId6">
              <a:alphaModFix/>
            </a:blip>
            <a:stretch>
              <a:fillRect/>
            </a:stretch>
          </p:blipFill>
          <p:spPr>
            <a:xfrm>
              <a:off x="5575788" y="2271087"/>
              <a:ext cx="684925" cy="678236"/>
            </a:xfrm>
            <a:prstGeom prst="rect">
              <a:avLst/>
            </a:prstGeom>
            <a:noFill/>
            <a:ln>
              <a:noFill/>
            </a:ln>
          </p:spPr>
        </p:pic>
        <p:pic>
          <p:nvPicPr>
            <p:cNvPr id="1543" name="Google Shape;1543;p102"/>
            <p:cNvPicPr preferRelativeResize="0"/>
            <p:nvPr/>
          </p:nvPicPr>
          <p:blipFill>
            <a:blip r:embed="rId5">
              <a:alphaModFix/>
            </a:blip>
            <a:stretch>
              <a:fillRect/>
            </a:stretch>
          </p:blipFill>
          <p:spPr>
            <a:xfrm>
              <a:off x="5196050" y="2021738"/>
              <a:ext cx="684925" cy="678274"/>
            </a:xfrm>
            <a:prstGeom prst="rect">
              <a:avLst/>
            </a:prstGeom>
            <a:noFill/>
            <a:ln>
              <a:noFill/>
            </a:ln>
          </p:spPr>
        </p:pic>
        <p:pic>
          <p:nvPicPr>
            <p:cNvPr id="1544" name="Google Shape;1544;p102"/>
            <p:cNvPicPr preferRelativeResize="0"/>
            <p:nvPr/>
          </p:nvPicPr>
          <p:blipFill>
            <a:blip r:embed="rId7">
              <a:alphaModFix/>
            </a:blip>
            <a:stretch>
              <a:fillRect/>
            </a:stretch>
          </p:blipFill>
          <p:spPr>
            <a:xfrm>
              <a:off x="4770038" y="1620012"/>
              <a:ext cx="684925" cy="678265"/>
            </a:xfrm>
            <a:prstGeom prst="rect">
              <a:avLst/>
            </a:prstGeom>
            <a:noFill/>
            <a:ln>
              <a:noFill/>
            </a:ln>
          </p:spPr>
        </p:pic>
        <p:pic>
          <p:nvPicPr>
            <p:cNvPr id="1545" name="Google Shape;1545;p102"/>
            <p:cNvPicPr preferRelativeResize="0"/>
            <p:nvPr/>
          </p:nvPicPr>
          <p:blipFill>
            <a:blip r:embed="rId5">
              <a:alphaModFix/>
            </a:blip>
            <a:stretch>
              <a:fillRect/>
            </a:stretch>
          </p:blipFill>
          <p:spPr>
            <a:xfrm>
              <a:off x="5988875" y="2657550"/>
              <a:ext cx="684925" cy="678275"/>
            </a:xfrm>
            <a:prstGeom prst="rect">
              <a:avLst/>
            </a:prstGeom>
            <a:noFill/>
            <a:ln>
              <a:noFill/>
            </a:ln>
          </p:spPr>
        </p:pic>
        <p:pic>
          <p:nvPicPr>
            <p:cNvPr id="1546" name="Google Shape;1546;p102"/>
            <p:cNvPicPr preferRelativeResize="0"/>
            <p:nvPr/>
          </p:nvPicPr>
          <p:blipFill>
            <a:blip r:embed="rId6">
              <a:alphaModFix/>
            </a:blip>
            <a:stretch>
              <a:fillRect/>
            </a:stretch>
          </p:blipFill>
          <p:spPr>
            <a:xfrm>
              <a:off x="4360063" y="1661712"/>
              <a:ext cx="684925" cy="678236"/>
            </a:xfrm>
            <a:prstGeom prst="rect">
              <a:avLst/>
            </a:prstGeom>
            <a:noFill/>
            <a:ln>
              <a:noFill/>
            </a:ln>
          </p:spPr>
        </p:pic>
        <p:pic>
          <p:nvPicPr>
            <p:cNvPr id="1547" name="Google Shape;1547;p102"/>
            <p:cNvPicPr preferRelativeResize="0"/>
            <p:nvPr/>
          </p:nvPicPr>
          <p:blipFill>
            <a:blip r:embed="rId7">
              <a:alphaModFix/>
            </a:blip>
            <a:stretch>
              <a:fillRect/>
            </a:stretch>
          </p:blipFill>
          <p:spPr>
            <a:xfrm>
              <a:off x="4922438" y="1772412"/>
              <a:ext cx="684925" cy="678265"/>
            </a:xfrm>
            <a:prstGeom prst="rect">
              <a:avLst/>
            </a:prstGeom>
            <a:noFill/>
            <a:ln>
              <a:noFill/>
            </a:ln>
          </p:spPr>
        </p:pic>
        <p:pic>
          <p:nvPicPr>
            <p:cNvPr id="1548" name="Google Shape;1548;p102"/>
            <p:cNvPicPr preferRelativeResize="0"/>
            <p:nvPr/>
          </p:nvPicPr>
          <p:blipFill>
            <a:blip r:embed="rId7">
              <a:alphaModFix/>
            </a:blip>
            <a:stretch>
              <a:fillRect/>
            </a:stretch>
          </p:blipFill>
          <p:spPr>
            <a:xfrm>
              <a:off x="6032038" y="2160012"/>
              <a:ext cx="684925" cy="678265"/>
            </a:xfrm>
            <a:prstGeom prst="rect">
              <a:avLst/>
            </a:prstGeom>
            <a:noFill/>
            <a:ln>
              <a:noFill/>
            </a:ln>
          </p:spPr>
        </p:pic>
        <p:pic>
          <p:nvPicPr>
            <p:cNvPr id="1549" name="Google Shape;1549;p102"/>
            <p:cNvPicPr preferRelativeResize="0"/>
            <p:nvPr/>
          </p:nvPicPr>
          <p:blipFill>
            <a:blip r:embed="rId5">
              <a:alphaModFix/>
            </a:blip>
            <a:stretch>
              <a:fillRect/>
            </a:stretch>
          </p:blipFill>
          <p:spPr>
            <a:xfrm>
              <a:off x="5381600" y="1439763"/>
              <a:ext cx="684925" cy="678274"/>
            </a:xfrm>
            <a:prstGeom prst="rect">
              <a:avLst/>
            </a:prstGeom>
            <a:noFill/>
            <a:ln>
              <a:noFill/>
            </a:ln>
          </p:spPr>
        </p:pic>
        <p:pic>
          <p:nvPicPr>
            <p:cNvPr id="1550" name="Google Shape;1550;p102"/>
            <p:cNvPicPr preferRelativeResize="0"/>
            <p:nvPr/>
          </p:nvPicPr>
          <p:blipFill>
            <a:blip r:embed="rId6">
              <a:alphaModFix/>
            </a:blip>
            <a:stretch>
              <a:fillRect/>
            </a:stretch>
          </p:blipFill>
          <p:spPr>
            <a:xfrm>
              <a:off x="5615863" y="1879450"/>
              <a:ext cx="684925" cy="678236"/>
            </a:xfrm>
            <a:prstGeom prst="rect">
              <a:avLst/>
            </a:prstGeom>
            <a:noFill/>
            <a:ln>
              <a:noFill/>
            </a:ln>
          </p:spPr>
        </p:pic>
        <p:pic>
          <p:nvPicPr>
            <p:cNvPr id="1551" name="Google Shape;1551;p102"/>
            <p:cNvPicPr preferRelativeResize="0"/>
            <p:nvPr/>
          </p:nvPicPr>
          <p:blipFill>
            <a:blip r:embed="rId6">
              <a:alphaModFix/>
            </a:blip>
            <a:stretch>
              <a:fillRect/>
            </a:stretch>
          </p:blipFill>
          <p:spPr>
            <a:xfrm>
              <a:off x="4770050" y="2107162"/>
              <a:ext cx="684925" cy="678236"/>
            </a:xfrm>
            <a:prstGeom prst="rect">
              <a:avLst/>
            </a:prstGeom>
            <a:noFill/>
            <a:ln>
              <a:noFill/>
            </a:ln>
          </p:spPr>
        </p:pic>
        <p:pic>
          <p:nvPicPr>
            <p:cNvPr id="1552" name="Google Shape;1552;p102"/>
            <p:cNvPicPr preferRelativeResize="0"/>
            <p:nvPr/>
          </p:nvPicPr>
          <p:blipFill>
            <a:blip r:embed="rId5">
              <a:alphaModFix/>
            </a:blip>
            <a:stretch>
              <a:fillRect/>
            </a:stretch>
          </p:blipFill>
          <p:spPr>
            <a:xfrm>
              <a:off x="5914350" y="1673363"/>
              <a:ext cx="684925" cy="678274"/>
            </a:xfrm>
            <a:prstGeom prst="rect">
              <a:avLst/>
            </a:prstGeom>
            <a:noFill/>
            <a:ln>
              <a:noFill/>
            </a:ln>
          </p:spPr>
        </p:pic>
      </p:grpSp>
      <p:sp>
        <p:nvSpPr>
          <p:cNvPr id="1553" name="Google Shape;1553;p102"/>
          <p:cNvSpPr txBox="1"/>
          <p:nvPr>
            <p:ph idx="1" type="body"/>
          </p:nvPr>
        </p:nvSpPr>
        <p:spPr>
          <a:xfrm>
            <a:off x="4279900" y="2243400"/>
            <a:ext cx="3331800" cy="2076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I love them too! I look at the bottom layer of sweets, count how many there are then multiply it by approximately how many layers there are.</a:t>
            </a:r>
            <a:endParaRPr sz="2000"/>
          </a:p>
        </p:txBody>
      </p:sp>
      <p:pic>
        <p:nvPicPr>
          <p:cNvPr id="1554" name="Google Shape;1554;p102"/>
          <p:cNvPicPr preferRelativeResize="0"/>
          <p:nvPr/>
        </p:nvPicPr>
        <p:blipFill>
          <a:blip r:embed="rId8">
            <a:alphaModFix/>
          </a:blip>
          <a:stretch>
            <a:fillRect/>
          </a:stretch>
        </p:blipFill>
        <p:spPr>
          <a:xfrm flipH="1">
            <a:off x="7679182" y="3467575"/>
            <a:ext cx="705943" cy="1016575"/>
          </a:xfrm>
          <a:prstGeom prst="rect">
            <a:avLst/>
          </a:prstGeom>
          <a:noFill/>
          <a:ln>
            <a:noFill/>
          </a:ln>
        </p:spPr>
      </p:pic>
      <p:sp>
        <p:nvSpPr>
          <p:cNvPr id="1555" name="Google Shape;1555;p102"/>
          <p:cNvSpPr txBox="1"/>
          <p:nvPr/>
        </p:nvSpPr>
        <p:spPr>
          <a:xfrm>
            <a:off x="7542400" y="4468050"/>
            <a:ext cx="8853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Sam</a:t>
            </a:r>
            <a:endParaRPr sz="1800">
              <a:latin typeface="Lexend"/>
              <a:ea typeface="Lexend"/>
              <a:cs typeface="Lexend"/>
              <a:sym typeface="Lexend"/>
            </a:endParaRPr>
          </a:p>
        </p:txBody>
      </p:sp>
      <p:sp>
        <p:nvSpPr>
          <p:cNvPr id="1556" name="Google Shape;1556;p102"/>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Fermi estimation</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0" name="Shape 1560"/>
        <p:cNvGrpSpPr/>
        <p:nvPr/>
      </p:nvGrpSpPr>
      <p:grpSpPr>
        <a:xfrm>
          <a:off x="0" y="0"/>
          <a:ext cx="0" cy="0"/>
          <a:chOff x="0" y="0"/>
          <a:chExt cx="0" cy="0"/>
        </a:xfrm>
      </p:grpSpPr>
      <p:sp>
        <p:nvSpPr>
          <p:cNvPr id="1561" name="Google Shape;1561;p103"/>
          <p:cNvSpPr txBox="1"/>
          <p:nvPr>
            <p:ph idx="1" type="body"/>
          </p:nvPr>
        </p:nvSpPr>
        <p:spPr>
          <a:xfrm>
            <a:off x="3604050" y="759300"/>
            <a:ext cx="4957800" cy="30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The method Sam uses is an approach used with Fermi problems. Sam needed some initial data or information first, in this case the first layer, then applied the relevant operation or structured working out. Fermi problems embrace a variety of strategies to estimate an answer.</a:t>
            </a:r>
            <a:endParaRPr sz="2000"/>
          </a:p>
        </p:txBody>
      </p:sp>
      <p:grpSp>
        <p:nvGrpSpPr>
          <p:cNvPr id="1562" name="Google Shape;1562;p103"/>
          <p:cNvGrpSpPr/>
          <p:nvPr/>
        </p:nvGrpSpPr>
        <p:grpSpPr>
          <a:xfrm>
            <a:off x="39375" y="877425"/>
            <a:ext cx="3942975" cy="3942975"/>
            <a:chOff x="3516213" y="877425"/>
            <a:chExt cx="3942975" cy="3942975"/>
          </a:xfrm>
        </p:grpSpPr>
        <p:pic>
          <p:nvPicPr>
            <p:cNvPr id="1563" name="Google Shape;1563;p103"/>
            <p:cNvPicPr preferRelativeResize="0"/>
            <p:nvPr/>
          </p:nvPicPr>
          <p:blipFill>
            <a:blip r:embed="rId3">
              <a:alphaModFix/>
            </a:blip>
            <a:stretch>
              <a:fillRect/>
            </a:stretch>
          </p:blipFill>
          <p:spPr>
            <a:xfrm>
              <a:off x="3516213" y="877425"/>
              <a:ext cx="3942975" cy="3942975"/>
            </a:xfrm>
            <a:prstGeom prst="rect">
              <a:avLst/>
            </a:prstGeom>
            <a:noFill/>
            <a:ln>
              <a:noFill/>
            </a:ln>
          </p:spPr>
        </p:pic>
        <p:pic>
          <p:nvPicPr>
            <p:cNvPr id="1564" name="Google Shape;1564;p103"/>
            <p:cNvPicPr preferRelativeResize="0"/>
            <p:nvPr/>
          </p:nvPicPr>
          <p:blipFill>
            <a:blip r:embed="rId4">
              <a:alphaModFix/>
            </a:blip>
            <a:stretch>
              <a:fillRect/>
            </a:stretch>
          </p:blipFill>
          <p:spPr>
            <a:xfrm>
              <a:off x="5381588" y="3973250"/>
              <a:ext cx="684925" cy="678275"/>
            </a:xfrm>
            <a:prstGeom prst="rect">
              <a:avLst/>
            </a:prstGeom>
            <a:noFill/>
            <a:ln>
              <a:noFill/>
            </a:ln>
          </p:spPr>
        </p:pic>
        <p:pic>
          <p:nvPicPr>
            <p:cNvPr id="1565" name="Google Shape;1565;p103"/>
            <p:cNvPicPr preferRelativeResize="0"/>
            <p:nvPr/>
          </p:nvPicPr>
          <p:blipFill>
            <a:blip r:embed="rId5">
              <a:alphaModFix/>
            </a:blip>
            <a:stretch>
              <a:fillRect/>
            </a:stretch>
          </p:blipFill>
          <p:spPr>
            <a:xfrm>
              <a:off x="5877713" y="3980887"/>
              <a:ext cx="684925" cy="678236"/>
            </a:xfrm>
            <a:prstGeom prst="rect">
              <a:avLst/>
            </a:prstGeom>
            <a:noFill/>
            <a:ln>
              <a:noFill/>
            </a:ln>
          </p:spPr>
        </p:pic>
        <p:pic>
          <p:nvPicPr>
            <p:cNvPr id="1566" name="Google Shape;1566;p103"/>
            <p:cNvPicPr preferRelativeResize="0"/>
            <p:nvPr/>
          </p:nvPicPr>
          <p:blipFill>
            <a:blip r:embed="rId6">
              <a:alphaModFix/>
            </a:blip>
            <a:stretch>
              <a:fillRect/>
            </a:stretch>
          </p:blipFill>
          <p:spPr>
            <a:xfrm>
              <a:off x="5914338" y="3583975"/>
              <a:ext cx="684925" cy="678265"/>
            </a:xfrm>
            <a:prstGeom prst="rect">
              <a:avLst/>
            </a:prstGeom>
            <a:noFill/>
            <a:ln>
              <a:noFill/>
            </a:ln>
          </p:spPr>
        </p:pic>
        <p:pic>
          <p:nvPicPr>
            <p:cNvPr id="1567" name="Google Shape;1567;p103"/>
            <p:cNvPicPr preferRelativeResize="0"/>
            <p:nvPr/>
          </p:nvPicPr>
          <p:blipFill>
            <a:blip r:embed="rId4">
              <a:alphaModFix/>
            </a:blip>
            <a:stretch>
              <a:fillRect/>
            </a:stretch>
          </p:blipFill>
          <p:spPr>
            <a:xfrm>
              <a:off x="4479850" y="3973250"/>
              <a:ext cx="684925" cy="678275"/>
            </a:xfrm>
            <a:prstGeom prst="rect">
              <a:avLst/>
            </a:prstGeom>
            <a:noFill/>
            <a:ln>
              <a:noFill/>
            </a:ln>
          </p:spPr>
        </p:pic>
        <p:pic>
          <p:nvPicPr>
            <p:cNvPr id="1568" name="Google Shape;1568;p103"/>
            <p:cNvPicPr preferRelativeResize="0"/>
            <p:nvPr/>
          </p:nvPicPr>
          <p:blipFill>
            <a:blip r:embed="rId5">
              <a:alphaModFix/>
            </a:blip>
            <a:stretch>
              <a:fillRect/>
            </a:stretch>
          </p:blipFill>
          <p:spPr>
            <a:xfrm>
              <a:off x="4319988" y="3641775"/>
              <a:ext cx="684925" cy="678236"/>
            </a:xfrm>
            <a:prstGeom prst="rect">
              <a:avLst/>
            </a:prstGeom>
            <a:noFill/>
            <a:ln>
              <a:noFill/>
            </a:ln>
          </p:spPr>
        </p:pic>
        <p:pic>
          <p:nvPicPr>
            <p:cNvPr id="1569" name="Google Shape;1569;p103"/>
            <p:cNvPicPr preferRelativeResize="0"/>
            <p:nvPr/>
          </p:nvPicPr>
          <p:blipFill>
            <a:blip r:embed="rId6">
              <a:alphaModFix/>
            </a:blip>
            <a:stretch>
              <a:fillRect/>
            </a:stretch>
          </p:blipFill>
          <p:spPr>
            <a:xfrm>
              <a:off x="4890863" y="3973250"/>
              <a:ext cx="684925" cy="678265"/>
            </a:xfrm>
            <a:prstGeom prst="rect">
              <a:avLst/>
            </a:prstGeom>
            <a:noFill/>
            <a:ln>
              <a:noFill/>
            </a:ln>
          </p:spPr>
        </p:pic>
        <p:pic>
          <p:nvPicPr>
            <p:cNvPr id="1570" name="Google Shape;1570;p103"/>
            <p:cNvPicPr preferRelativeResize="0"/>
            <p:nvPr/>
          </p:nvPicPr>
          <p:blipFill>
            <a:blip r:embed="rId4">
              <a:alphaModFix/>
            </a:blip>
            <a:stretch>
              <a:fillRect/>
            </a:stretch>
          </p:blipFill>
          <p:spPr>
            <a:xfrm>
              <a:off x="4319975" y="2760575"/>
              <a:ext cx="684925" cy="678275"/>
            </a:xfrm>
            <a:prstGeom prst="rect">
              <a:avLst/>
            </a:prstGeom>
            <a:noFill/>
            <a:ln>
              <a:noFill/>
            </a:ln>
          </p:spPr>
        </p:pic>
        <p:pic>
          <p:nvPicPr>
            <p:cNvPr id="1571" name="Google Shape;1571;p103"/>
            <p:cNvPicPr preferRelativeResize="0"/>
            <p:nvPr/>
          </p:nvPicPr>
          <p:blipFill>
            <a:blip r:embed="rId5">
              <a:alphaModFix/>
            </a:blip>
            <a:stretch>
              <a:fillRect/>
            </a:stretch>
          </p:blipFill>
          <p:spPr>
            <a:xfrm>
              <a:off x="5914338" y="3122175"/>
              <a:ext cx="684925" cy="678236"/>
            </a:xfrm>
            <a:prstGeom prst="rect">
              <a:avLst/>
            </a:prstGeom>
            <a:noFill/>
            <a:ln>
              <a:noFill/>
            </a:ln>
          </p:spPr>
        </p:pic>
        <p:pic>
          <p:nvPicPr>
            <p:cNvPr id="1572" name="Google Shape;1572;p103"/>
            <p:cNvPicPr preferRelativeResize="0"/>
            <p:nvPr/>
          </p:nvPicPr>
          <p:blipFill>
            <a:blip r:embed="rId6">
              <a:alphaModFix/>
            </a:blip>
            <a:stretch>
              <a:fillRect/>
            </a:stretch>
          </p:blipFill>
          <p:spPr>
            <a:xfrm>
              <a:off x="5303950" y="3641750"/>
              <a:ext cx="684925" cy="678265"/>
            </a:xfrm>
            <a:prstGeom prst="rect">
              <a:avLst/>
            </a:prstGeom>
            <a:noFill/>
            <a:ln>
              <a:noFill/>
            </a:ln>
          </p:spPr>
        </p:pic>
        <p:pic>
          <p:nvPicPr>
            <p:cNvPr id="1573" name="Google Shape;1573;p103"/>
            <p:cNvPicPr preferRelativeResize="0"/>
            <p:nvPr/>
          </p:nvPicPr>
          <p:blipFill>
            <a:blip r:embed="rId4">
              <a:alphaModFix/>
            </a:blip>
            <a:stretch>
              <a:fillRect/>
            </a:stretch>
          </p:blipFill>
          <p:spPr>
            <a:xfrm>
              <a:off x="4839488" y="2944300"/>
              <a:ext cx="684925" cy="678275"/>
            </a:xfrm>
            <a:prstGeom prst="rect">
              <a:avLst/>
            </a:prstGeom>
            <a:noFill/>
            <a:ln>
              <a:noFill/>
            </a:ln>
          </p:spPr>
        </p:pic>
        <p:pic>
          <p:nvPicPr>
            <p:cNvPr id="1574" name="Google Shape;1574;p103"/>
            <p:cNvPicPr preferRelativeResize="0"/>
            <p:nvPr/>
          </p:nvPicPr>
          <p:blipFill>
            <a:blip r:embed="rId5">
              <a:alphaModFix/>
            </a:blip>
            <a:stretch>
              <a:fillRect/>
            </a:stretch>
          </p:blipFill>
          <p:spPr>
            <a:xfrm>
              <a:off x="4434613" y="3122175"/>
              <a:ext cx="684925" cy="678236"/>
            </a:xfrm>
            <a:prstGeom prst="rect">
              <a:avLst/>
            </a:prstGeom>
            <a:noFill/>
            <a:ln>
              <a:noFill/>
            </a:ln>
          </p:spPr>
        </p:pic>
        <p:pic>
          <p:nvPicPr>
            <p:cNvPr id="1575" name="Google Shape;1575;p103"/>
            <p:cNvPicPr preferRelativeResize="0"/>
            <p:nvPr/>
          </p:nvPicPr>
          <p:blipFill>
            <a:blip r:embed="rId6">
              <a:alphaModFix/>
            </a:blip>
            <a:stretch>
              <a:fillRect/>
            </a:stretch>
          </p:blipFill>
          <p:spPr>
            <a:xfrm>
              <a:off x="4730850" y="3388150"/>
              <a:ext cx="684925" cy="678265"/>
            </a:xfrm>
            <a:prstGeom prst="rect">
              <a:avLst/>
            </a:prstGeom>
            <a:noFill/>
            <a:ln>
              <a:noFill/>
            </a:ln>
          </p:spPr>
        </p:pic>
        <p:pic>
          <p:nvPicPr>
            <p:cNvPr id="1576" name="Google Shape;1576;p103"/>
            <p:cNvPicPr preferRelativeResize="0"/>
            <p:nvPr/>
          </p:nvPicPr>
          <p:blipFill>
            <a:blip r:embed="rId4">
              <a:alphaModFix/>
            </a:blip>
            <a:stretch>
              <a:fillRect/>
            </a:stretch>
          </p:blipFill>
          <p:spPr>
            <a:xfrm>
              <a:off x="4991888" y="3096700"/>
              <a:ext cx="684925" cy="678275"/>
            </a:xfrm>
            <a:prstGeom prst="rect">
              <a:avLst/>
            </a:prstGeom>
            <a:noFill/>
            <a:ln>
              <a:noFill/>
            </a:ln>
          </p:spPr>
        </p:pic>
        <p:pic>
          <p:nvPicPr>
            <p:cNvPr id="1577" name="Google Shape;1577;p103"/>
            <p:cNvPicPr preferRelativeResize="0"/>
            <p:nvPr/>
          </p:nvPicPr>
          <p:blipFill>
            <a:blip r:embed="rId6">
              <a:alphaModFix/>
            </a:blip>
            <a:stretch>
              <a:fillRect/>
            </a:stretch>
          </p:blipFill>
          <p:spPr>
            <a:xfrm>
              <a:off x="5415775" y="3171550"/>
              <a:ext cx="684925" cy="678265"/>
            </a:xfrm>
            <a:prstGeom prst="rect">
              <a:avLst/>
            </a:prstGeom>
            <a:noFill/>
            <a:ln>
              <a:noFill/>
            </a:ln>
          </p:spPr>
        </p:pic>
        <p:pic>
          <p:nvPicPr>
            <p:cNvPr id="1578" name="Google Shape;1578;p103"/>
            <p:cNvPicPr preferRelativeResize="0"/>
            <p:nvPr/>
          </p:nvPicPr>
          <p:blipFill>
            <a:blip r:embed="rId6">
              <a:alphaModFix/>
            </a:blip>
            <a:stretch>
              <a:fillRect/>
            </a:stretch>
          </p:blipFill>
          <p:spPr>
            <a:xfrm>
              <a:off x="4839488" y="2571750"/>
              <a:ext cx="684925" cy="678265"/>
            </a:xfrm>
            <a:prstGeom prst="rect">
              <a:avLst/>
            </a:prstGeom>
            <a:noFill/>
            <a:ln>
              <a:noFill/>
            </a:ln>
          </p:spPr>
        </p:pic>
        <p:pic>
          <p:nvPicPr>
            <p:cNvPr id="1579" name="Google Shape;1579;p103"/>
            <p:cNvPicPr preferRelativeResize="0"/>
            <p:nvPr/>
          </p:nvPicPr>
          <p:blipFill>
            <a:blip r:embed="rId4">
              <a:alphaModFix/>
            </a:blip>
            <a:stretch>
              <a:fillRect/>
            </a:stretch>
          </p:blipFill>
          <p:spPr>
            <a:xfrm>
              <a:off x="5381588" y="2760575"/>
              <a:ext cx="684925" cy="678275"/>
            </a:xfrm>
            <a:prstGeom prst="rect">
              <a:avLst/>
            </a:prstGeom>
            <a:noFill/>
            <a:ln>
              <a:noFill/>
            </a:ln>
          </p:spPr>
        </p:pic>
        <p:pic>
          <p:nvPicPr>
            <p:cNvPr id="1580" name="Google Shape;1580;p103"/>
            <p:cNvPicPr preferRelativeResize="0"/>
            <p:nvPr/>
          </p:nvPicPr>
          <p:blipFill>
            <a:blip r:embed="rId4">
              <a:alphaModFix/>
            </a:blip>
            <a:stretch>
              <a:fillRect/>
            </a:stretch>
          </p:blipFill>
          <p:spPr>
            <a:xfrm>
              <a:off x="4519925" y="2438638"/>
              <a:ext cx="684925" cy="678274"/>
            </a:xfrm>
            <a:prstGeom prst="rect">
              <a:avLst/>
            </a:prstGeom>
            <a:noFill/>
            <a:ln>
              <a:noFill/>
            </a:ln>
          </p:spPr>
        </p:pic>
        <p:pic>
          <p:nvPicPr>
            <p:cNvPr id="1581" name="Google Shape;1581;p103"/>
            <p:cNvPicPr preferRelativeResize="0"/>
            <p:nvPr/>
          </p:nvPicPr>
          <p:blipFill>
            <a:blip r:embed="rId5">
              <a:alphaModFix/>
            </a:blip>
            <a:stretch>
              <a:fillRect/>
            </a:stretch>
          </p:blipFill>
          <p:spPr>
            <a:xfrm>
              <a:off x="4360063" y="2107162"/>
              <a:ext cx="684925" cy="678236"/>
            </a:xfrm>
            <a:prstGeom prst="rect">
              <a:avLst/>
            </a:prstGeom>
            <a:noFill/>
            <a:ln>
              <a:noFill/>
            </a:ln>
          </p:spPr>
        </p:pic>
        <p:pic>
          <p:nvPicPr>
            <p:cNvPr id="1582" name="Google Shape;1582;p103"/>
            <p:cNvPicPr preferRelativeResize="0"/>
            <p:nvPr/>
          </p:nvPicPr>
          <p:blipFill>
            <a:blip r:embed="rId6">
              <a:alphaModFix/>
            </a:blip>
            <a:stretch>
              <a:fillRect/>
            </a:stretch>
          </p:blipFill>
          <p:spPr>
            <a:xfrm>
              <a:off x="4930938" y="2438637"/>
              <a:ext cx="684925" cy="678265"/>
            </a:xfrm>
            <a:prstGeom prst="rect">
              <a:avLst/>
            </a:prstGeom>
            <a:noFill/>
            <a:ln>
              <a:noFill/>
            </a:ln>
          </p:spPr>
        </p:pic>
        <p:pic>
          <p:nvPicPr>
            <p:cNvPr id="1583" name="Google Shape;1583;p103"/>
            <p:cNvPicPr preferRelativeResize="0"/>
            <p:nvPr/>
          </p:nvPicPr>
          <p:blipFill>
            <a:blip r:embed="rId5">
              <a:alphaModFix/>
            </a:blip>
            <a:stretch>
              <a:fillRect/>
            </a:stretch>
          </p:blipFill>
          <p:spPr>
            <a:xfrm>
              <a:off x="5575788" y="2271087"/>
              <a:ext cx="684925" cy="678236"/>
            </a:xfrm>
            <a:prstGeom prst="rect">
              <a:avLst/>
            </a:prstGeom>
            <a:noFill/>
            <a:ln>
              <a:noFill/>
            </a:ln>
          </p:spPr>
        </p:pic>
        <p:pic>
          <p:nvPicPr>
            <p:cNvPr id="1584" name="Google Shape;1584;p103"/>
            <p:cNvPicPr preferRelativeResize="0"/>
            <p:nvPr/>
          </p:nvPicPr>
          <p:blipFill>
            <a:blip r:embed="rId4">
              <a:alphaModFix/>
            </a:blip>
            <a:stretch>
              <a:fillRect/>
            </a:stretch>
          </p:blipFill>
          <p:spPr>
            <a:xfrm>
              <a:off x="5196050" y="2021738"/>
              <a:ext cx="684925" cy="678274"/>
            </a:xfrm>
            <a:prstGeom prst="rect">
              <a:avLst/>
            </a:prstGeom>
            <a:noFill/>
            <a:ln>
              <a:noFill/>
            </a:ln>
          </p:spPr>
        </p:pic>
        <p:pic>
          <p:nvPicPr>
            <p:cNvPr id="1585" name="Google Shape;1585;p103"/>
            <p:cNvPicPr preferRelativeResize="0"/>
            <p:nvPr/>
          </p:nvPicPr>
          <p:blipFill>
            <a:blip r:embed="rId6">
              <a:alphaModFix/>
            </a:blip>
            <a:stretch>
              <a:fillRect/>
            </a:stretch>
          </p:blipFill>
          <p:spPr>
            <a:xfrm>
              <a:off x="4770038" y="1620012"/>
              <a:ext cx="684925" cy="678265"/>
            </a:xfrm>
            <a:prstGeom prst="rect">
              <a:avLst/>
            </a:prstGeom>
            <a:noFill/>
            <a:ln>
              <a:noFill/>
            </a:ln>
          </p:spPr>
        </p:pic>
        <p:pic>
          <p:nvPicPr>
            <p:cNvPr id="1586" name="Google Shape;1586;p103"/>
            <p:cNvPicPr preferRelativeResize="0"/>
            <p:nvPr/>
          </p:nvPicPr>
          <p:blipFill>
            <a:blip r:embed="rId4">
              <a:alphaModFix/>
            </a:blip>
            <a:stretch>
              <a:fillRect/>
            </a:stretch>
          </p:blipFill>
          <p:spPr>
            <a:xfrm>
              <a:off x="5988875" y="2657550"/>
              <a:ext cx="684925" cy="678275"/>
            </a:xfrm>
            <a:prstGeom prst="rect">
              <a:avLst/>
            </a:prstGeom>
            <a:noFill/>
            <a:ln>
              <a:noFill/>
            </a:ln>
          </p:spPr>
        </p:pic>
        <p:pic>
          <p:nvPicPr>
            <p:cNvPr id="1587" name="Google Shape;1587;p103"/>
            <p:cNvPicPr preferRelativeResize="0"/>
            <p:nvPr/>
          </p:nvPicPr>
          <p:blipFill>
            <a:blip r:embed="rId5">
              <a:alphaModFix/>
            </a:blip>
            <a:stretch>
              <a:fillRect/>
            </a:stretch>
          </p:blipFill>
          <p:spPr>
            <a:xfrm>
              <a:off x="4360063" y="1661712"/>
              <a:ext cx="684925" cy="678236"/>
            </a:xfrm>
            <a:prstGeom prst="rect">
              <a:avLst/>
            </a:prstGeom>
            <a:noFill/>
            <a:ln>
              <a:noFill/>
            </a:ln>
          </p:spPr>
        </p:pic>
        <p:pic>
          <p:nvPicPr>
            <p:cNvPr id="1588" name="Google Shape;1588;p103"/>
            <p:cNvPicPr preferRelativeResize="0"/>
            <p:nvPr/>
          </p:nvPicPr>
          <p:blipFill>
            <a:blip r:embed="rId6">
              <a:alphaModFix/>
            </a:blip>
            <a:stretch>
              <a:fillRect/>
            </a:stretch>
          </p:blipFill>
          <p:spPr>
            <a:xfrm>
              <a:off x="4922438" y="1772412"/>
              <a:ext cx="684925" cy="678265"/>
            </a:xfrm>
            <a:prstGeom prst="rect">
              <a:avLst/>
            </a:prstGeom>
            <a:noFill/>
            <a:ln>
              <a:noFill/>
            </a:ln>
          </p:spPr>
        </p:pic>
        <p:pic>
          <p:nvPicPr>
            <p:cNvPr id="1589" name="Google Shape;1589;p103"/>
            <p:cNvPicPr preferRelativeResize="0"/>
            <p:nvPr/>
          </p:nvPicPr>
          <p:blipFill>
            <a:blip r:embed="rId6">
              <a:alphaModFix/>
            </a:blip>
            <a:stretch>
              <a:fillRect/>
            </a:stretch>
          </p:blipFill>
          <p:spPr>
            <a:xfrm>
              <a:off x="6032038" y="2160012"/>
              <a:ext cx="684925" cy="678265"/>
            </a:xfrm>
            <a:prstGeom prst="rect">
              <a:avLst/>
            </a:prstGeom>
            <a:noFill/>
            <a:ln>
              <a:noFill/>
            </a:ln>
          </p:spPr>
        </p:pic>
        <p:pic>
          <p:nvPicPr>
            <p:cNvPr id="1590" name="Google Shape;1590;p103"/>
            <p:cNvPicPr preferRelativeResize="0"/>
            <p:nvPr/>
          </p:nvPicPr>
          <p:blipFill>
            <a:blip r:embed="rId4">
              <a:alphaModFix/>
            </a:blip>
            <a:stretch>
              <a:fillRect/>
            </a:stretch>
          </p:blipFill>
          <p:spPr>
            <a:xfrm>
              <a:off x="5381600" y="1439763"/>
              <a:ext cx="684925" cy="678274"/>
            </a:xfrm>
            <a:prstGeom prst="rect">
              <a:avLst/>
            </a:prstGeom>
            <a:noFill/>
            <a:ln>
              <a:noFill/>
            </a:ln>
          </p:spPr>
        </p:pic>
        <p:pic>
          <p:nvPicPr>
            <p:cNvPr id="1591" name="Google Shape;1591;p103"/>
            <p:cNvPicPr preferRelativeResize="0"/>
            <p:nvPr/>
          </p:nvPicPr>
          <p:blipFill>
            <a:blip r:embed="rId5">
              <a:alphaModFix/>
            </a:blip>
            <a:stretch>
              <a:fillRect/>
            </a:stretch>
          </p:blipFill>
          <p:spPr>
            <a:xfrm>
              <a:off x="5615863" y="1879450"/>
              <a:ext cx="684925" cy="678236"/>
            </a:xfrm>
            <a:prstGeom prst="rect">
              <a:avLst/>
            </a:prstGeom>
            <a:noFill/>
            <a:ln>
              <a:noFill/>
            </a:ln>
          </p:spPr>
        </p:pic>
        <p:pic>
          <p:nvPicPr>
            <p:cNvPr id="1592" name="Google Shape;1592;p103"/>
            <p:cNvPicPr preferRelativeResize="0"/>
            <p:nvPr/>
          </p:nvPicPr>
          <p:blipFill>
            <a:blip r:embed="rId5">
              <a:alphaModFix/>
            </a:blip>
            <a:stretch>
              <a:fillRect/>
            </a:stretch>
          </p:blipFill>
          <p:spPr>
            <a:xfrm>
              <a:off x="4770050" y="2107162"/>
              <a:ext cx="684925" cy="678236"/>
            </a:xfrm>
            <a:prstGeom prst="rect">
              <a:avLst/>
            </a:prstGeom>
            <a:noFill/>
            <a:ln>
              <a:noFill/>
            </a:ln>
          </p:spPr>
        </p:pic>
        <p:pic>
          <p:nvPicPr>
            <p:cNvPr id="1593" name="Google Shape;1593;p103"/>
            <p:cNvPicPr preferRelativeResize="0"/>
            <p:nvPr/>
          </p:nvPicPr>
          <p:blipFill>
            <a:blip r:embed="rId4">
              <a:alphaModFix/>
            </a:blip>
            <a:stretch>
              <a:fillRect/>
            </a:stretch>
          </p:blipFill>
          <p:spPr>
            <a:xfrm>
              <a:off x="5914350" y="1673363"/>
              <a:ext cx="684925" cy="678274"/>
            </a:xfrm>
            <a:prstGeom prst="rect">
              <a:avLst/>
            </a:prstGeom>
            <a:noFill/>
            <a:ln>
              <a:noFill/>
            </a:ln>
          </p:spPr>
        </p:pic>
      </p:grpSp>
      <p:pic>
        <p:nvPicPr>
          <p:cNvPr id="1594" name="Google Shape;1594;p103"/>
          <p:cNvPicPr preferRelativeResize="0"/>
          <p:nvPr/>
        </p:nvPicPr>
        <p:blipFill>
          <a:blip r:embed="rId7">
            <a:alphaModFix/>
          </a:blip>
          <a:stretch>
            <a:fillRect/>
          </a:stretch>
        </p:blipFill>
        <p:spPr>
          <a:xfrm flipH="1">
            <a:off x="3887223" y="3510700"/>
            <a:ext cx="3664927" cy="1140251"/>
          </a:xfrm>
          <a:prstGeom prst="rect">
            <a:avLst/>
          </a:prstGeom>
          <a:noFill/>
          <a:ln>
            <a:noFill/>
          </a:ln>
        </p:spPr>
      </p:pic>
      <p:sp>
        <p:nvSpPr>
          <p:cNvPr id="1595" name="Google Shape;1595;p103"/>
          <p:cNvSpPr txBox="1"/>
          <p:nvPr>
            <p:ph idx="1" type="body"/>
          </p:nvPr>
        </p:nvSpPr>
        <p:spPr>
          <a:xfrm>
            <a:off x="4088663" y="3627600"/>
            <a:ext cx="3331800" cy="1080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Why are they called Fermi problems?</a:t>
            </a:r>
            <a:endParaRPr sz="2000"/>
          </a:p>
        </p:txBody>
      </p:sp>
      <p:pic>
        <p:nvPicPr>
          <p:cNvPr id="1596" name="Google Shape;1596;p103"/>
          <p:cNvPicPr preferRelativeResize="0"/>
          <p:nvPr/>
        </p:nvPicPr>
        <p:blipFill>
          <a:blip r:embed="rId8">
            <a:alphaModFix/>
          </a:blip>
          <a:stretch>
            <a:fillRect/>
          </a:stretch>
        </p:blipFill>
        <p:spPr>
          <a:xfrm flipH="1">
            <a:off x="7679182" y="3467575"/>
            <a:ext cx="705943" cy="1016575"/>
          </a:xfrm>
          <a:prstGeom prst="rect">
            <a:avLst/>
          </a:prstGeom>
          <a:noFill/>
          <a:ln>
            <a:noFill/>
          </a:ln>
        </p:spPr>
      </p:pic>
      <p:sp>
        <p:nvSpPr>
          <p:cNvPr id="1597" name="Google Shape;1597;p103"/>
          <p:cNvSpPr txBox="1"/>
          <p:nvPr/>
        </p:nvSpPr>
        <p:spPr>
          <a:xfrm>
            <a:off x="7542400" y="4468050"/>
            <a:ext cx="8853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Sam</a:t>
            </a:r>
            <a:endParaRPr sz="1800">
              <a:latin typeface="Lexend"/>
              <a:ea typeface="Lexend"/>
              <a:cs typeface="Lexend"/>
              <a:sym typeface="Lexend"/>
            </a:endParaRPr>
          </a:p>
        </p:txBody>
      </p:sp>
      <p:sp>
        <p:nvSpPr>
          <p:cNvPr id="1598" name="Google Shape;1598;p103"/>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Fermi estimation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9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2" name="Shape 1602"/>
        <p:cNvGrpSpPr/>
        <p:nvPr/>
      </p:nvGrpSpPr>
      <p:grpSpPr>
        <a:xfrm>
          <a:off x="0" y="0"/>
          <a:ext cx="0" cy="0"/>
          <a:chOff x="0" y="0"/>
          <a:chExt cx="0" cy="0"/>
        </a:xfrm>
      </p:grpSpPr>
      <p:sp>
        <p:nvSpPr>
          <p:cNvPr id="1603" name="Google Shape;1603;p104"/>
          <p:cNvSpPr txBox="1"/>
          <p:nvPr>
            <p:ph idx="1" type="body"/>
          </p:nvPr>
        </p:nvSpPr>
        <p:spPr>
          <a:xfrm>
            <a:off x="3369600" y="835500"/>
            <a:ext cx="5376900" cy="30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Enrico Fermi was an engineer and physicist born at the start of the 20th century. Born in Italy and later moved to America, he is renowned for being the creator of the world's first nuclear reactor. A Fermi estimation problem uses approximation to make </a:t>
            </a:r>
            <a:r>
              <a:rPr lang="en-GB" sz="2000"/>
              <a:t>calculations</a:t>
            </a:r>
            <a:r>
              <a:rPr lang="en-GB" sz="2000"/>
              <a:t> short and quick. These problems are named after Fermi as he was known for his ability to make good approximate calculations. </a:t>
            </a:r>
            <a:endParaRPr sz="2000"/>
          </a:p>
        </p:txBody>
      </p:sp>
      <p:sp>
        <p:nvSpPr>
          <p:cNvPr id="1604" name="Google Shape;1604;p104"/>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Fermi estimation</a:t>
            </a:r>
            <a:endParaRPr/>
          </a:p>
        </p:txBody>
      </p:sp>
      <p:pic>
        <p:nvPicPr>
          <p:cNvPr id="1605" name="Google Shape;1605;p104"/>
          <p:cNvPicPr preferRelativeResize="0"/>
          <p:nvPr/>
        </p:nvPicPr>
        <p:blipFill>
          <a:blip r:embed="rId3">
            <a:alphaModFix/>
          </a:blip>
          <a:stretch>
            <a:fillRect/>
          </a:stretch>
        </p:blipFill>
        <p:spPr>
          <a:xfrm>
            <a:off x="584975" y="765900"/>
            <a:ext cx="2302226" cy="3453324"/>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9" name="Shape 1609"/>
        <p:cNvGrpSpPr/>
        <p:nvPr/>
      </p:nvGrpSpPr>
      <p:grpSpPr>
        <a:xfrm>
          <a:off x="0" y="0"/>
          <a:ext cx="0" cy="0"/>
          <a:chOff x="0" y="0"/>
          <a:chExt cx="0" cy="0"/>
        </a:xfrm>
      </p:grpSpPr>
      <p:sp>
        <p:nvSpPr>
          <p:cNvPr id="1610" name="Google Shape;1610;p105"/>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Fermi estimation</a:t>
            </a:r>
            <a:endParaRPr/>
          </a:p>
        </p:txBody>
      </p:sp>
      <p:sp>
        <p:nvSpPr>
          <p:cNvPr id="1611" name="Google Shape;1611;p105"/>
          <p:cNvSpPr txBox="1"/>
          <p:nvPr/>
        </p:nvSpPr>
        <p:spPr>
          <a:xfrm>
            <a:off x="337825" y="2081700"/>
            <a:ext cx="7792200" cy="2303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Kalam"/>
                <a:ea typeface="Kalam"/>
                <a:cs typeface="Kalam"/>
                <a:sym typeface="Kalam"/>
              </a:rPr>
              <a:t>On average it is 60 beats per min.</a:t>
            </a:r>
            <a:endParaRPr sz="1800">
              <a:solidFill>
                <a:schemeClr val="dk1"/>
              </a:solidFill>
              <a:latin typeface="Kalam"/>
              <a:ea typeface="Kalam"/>
              <a:cs typeface="Kalam"/>
              <a:sym typeface="Kalam"/>
            </a:endParaRPr>
          </a:p>
          <a:p>
            <a:pPr indent="0" lvl="0" marL="0" rtl="0" algn="l">
              <a:spcBef>
                <a:spcPts val="1000"/>
              </a:spcBef>
              <a:spcAft>
                <a:spcPts val="0"/>
              </a:spcAft>
              <a:buNone/>
            </a:pPr>
            <a:r>
              <a:rPr lang="en-GB" sz="1800">
                <a:solidFill>
                  <a:schemeClr val="dk1"/>
                </a:solidFill>
                <a:latin typeface="Kalam"/>
                <a:ea typeface="Kalam"/>
                <a:cs typeface="Kalam"/>
                <a:sym typeface="Kalam"/>
              </a:rPr>
              <a:t>This is then 60 × 60 = 3600 beats per hour.</a:t>
            </a:r>
            <a:endParaRPr sz="1800">
              <a:solidFill>
                <a:schemeClr val="dk1"/>
              </a:solidFill>
              <a:latin typeface="Kalam"/>
              <a:ea typeface="Kalam"/>
              <a:cs typeface="Kalam"/>
              <a:sym typeface="Kalam"/>
            </a:endParaRPr>
          </a:p>
          <a:p>
            <a:pPr indent="0" lvl="0" marL="0" rtl="0" algn="l">
              <a:spcBef>
                <a:spcPts val="1000"/>
              </a:spcBef>
              <a:spcAft>
                <a:spcPts val="0"/>
              </a:spcAft>
              <a:buNone/>
            </a:pPr>
            <a:r>
              <a:rPr lang="en-GB" sz="1800">
                <a:solidFill>
                  <a:schemeClr val="dk1"/>
                </a:solidFill>
                <a:latin typeface="Kalam"/>
                <a:ea typeface="Kalam"/>
                <a:cs typeface="Kalam"/>
                <a:sym typeface="Kalam"/>
              </a:rPr>
              <a:t>Rounding 24 hours to 20, 3600 × 20 = 72 000 beats per day</a:t>
            </a:r>
            <a:endParaRPr sz="1800">
              <a:solidFill>
                <a:schemeClr val="dk1"/>
              </a:solidFill>
              <a:latin typeface="Kalam"/>
              <a:ea typeface="Kalam"/>
              <a:cs typeface="Kalam"/>
              <a:sym typeface="Kalam"/>
            </a:endParaRPr>
          </a:p>
          <a:p>
            <a:pPr indent="0" lvl="0" marL="0" rtl="0" algn="l">
              <a:spcBef>
                <a:spcPts val="1000"/>
              </a:spcBef>
              <a:spcAft>
                <a:spcPts val="0"/>
              </a:spcAft>
              <a:buNone/>
            </a:pPr>
            <a:r>
              <a:rPr lang="en-GB" sz="1800">
                <a:solidFill>
                  <a:schemeClr val="dk1"/>
                </a:solidFill>
                <a:latin typeface="Kalam"/>
                <a:ea typeface="Kalam"/>
                <a:cs typeface="Kalam"/>
                <a:sym typeface="Kalam"/>
              </a:rPr>
              <a:t>Rounding 365 to 400, 72 000 × 400 = 28 800 000 beats per year</a:t>
            </a:r>
            <a:endParaRPr sz="1800">
              <a:solidFill>
                <a:schemeClr val="dk1"/>
              </a:solidFill>
              <a:latin typeface="Kalam"/>
              <a:ea typeface="Kalam"/>
              <a:cs typeface="Kalam"/>
              <a:sym typeface="Kalam"/>
            </a:endParaRPr>
          </a:p>
          <a:p>
            <a:pPr indent="0" lvl="0" marL="0" rtl="0" algn="l">
              <a:spcBef>
                <a:spcPts val="1000"/>
              </a:spcBef>
              <a:spcAft>
                <a:spcPts val="0"/>
              </a:spcAft>
              <a:buNone/>
            </a:pPr>
            <a:r>
              <a:rPr lang="en-GB" sz="1800">
                <a:solidFill>
                  <a:schemeClr val="dk1"/>
                </a:solidFill>
                <a:latin typeface="Kalam"/>
                <a:ea typeface="Kalam"/>
                <a:cs typeface="Kalam"/>
                <a:sym typeface="Kalam"/>
              </a:rPr>
              <a:t>Average person lives 80 years</a:t>
            </a:r>
            <a:endParaRPr sz="1800">
              <a:solidFill>
                <a:schemeClr val="dk1"/>
              </a:solidFill>
              <a:latin typeface="Kalam"/>
              <a:ea typeface="Kalam"/>
              <a:cs typeface="Kalam"/>
              <a:sym typeface="Kalam"/>
            </a:endParaRPr>
          </a:p>
          <a:p>
            <a:pPr indent="0" lvl="0" marL="0" rtl="0" algn="l">
              <a:spcBef>
                <a:spcPts val="1000"/>
              </a:spcBef>
              <a:spcAft>
                <a:spcPts val="1000"/>
              </a:spcAft>
              <a:buNone/>
            </a:pPr>
            <a:r>
              <a:rPr lang="en-GB" sz="1800">
                <a:solidFill>
                  <a:schemeClr val="dk1"/>
                </a:solidFill>
                <a:latin typeface="Kalam"/>
                <a:ea typeface="Kalam"/>
                <a:cs typeface="Kalam"/>
                <a:sym typeface="Kalam"/>
              </a:rPr>
              <a:t>Approximately 30 000 000 × 80 = 2 400 000 000 beats per lifetime</a:t>
            </a:r>
            <a:endParaRPr sz="1800">
              <a:solidFill>
                <a:schemeClr val="dk1"/>
              </a:solidFill>
              <a:latin typeface="Kalam"/>
              <a:ea typeface="Kalam"/>
              <a:cs typeface="Kalam"/>
              <a:sym typeface="Kalam"/>
            </a:endParaRPr>
          </a:p>
        </p:txBody>
      </p:sp>
      <p:sp>
        <p:nvSpPr>
          <p:cNvPr id="1612" name="Google Shape;1612;p105"/>
          <p:cNvSpPr/>
          <p:nvPr/>
        </p:nvSpPr>
        <p:spPr>
          <a:xfrm>
            <a:off x="6680050" y="1230250"/>
            <a:ext cx="1871100" cy="9741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exend"/>
                <a:ea typeface="Lexend"/>
                <a:cs typeface="Lexend"/>
                <a:sym typeface="Lexend"/>
              </a:rPr>
              <a:t>Hint 1 - How can you find some data on heart beats minute?</a:t>
            </a:r>
            <a:endParaRPr>
              <a:latin typeface="Lexend"/>
              <a:ea typeface="Lexend"/>
              <a:cs typeface="Lexend"/>
              <a:sym typeface="Lexend"/>
            </a:endParaRPr>
          </a:p>
        </p:txBody>
      </p:sp>
      <p:sp>
        <p:nvSpPr>
          <p:cNvPr id="1613" name="Google Shape;1613;p105"/>
          <p:cNvSpPr txBox="1"/>
          <p:nvPr>
            <p:ph idx="1" type="body"/>
          </p:nvPr>
        </p:nvSpPr>
        <p:spPr>
          <a:xfrm>
            <a:off x="324000" y="759300"/>
            <a:ext cx="8237700" cy="86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How many times does the average person’s heart beat in a lifetime? (You cannot use a calculator.)</a:t>
            </a:r>
            <a:endParaRPr/>
          </a:p>
        </p:txBody>
      </p:sp>
      <p:sp>
        <p:nvSpPr>
          <p:cNvPr id="1614" name="Google Shape;1614;p105"/>
          <p:cNvSpPr txBox="1"/>
          <p:nvPr/>
        </p:nvSpPr>
        <p:spPr>
          <a:xfrm>
            <a:off x="337825" y="1696200"/>
            <a:ext cx="64665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1000"/>
              </a:spcAft>
              <a:buNone/>
            </a:pPr>
            <a:r>
              <a:rPr lang="en-GB" sz="1800">
                <a:solidFill>
                  <a:schemeClr val="dk1"/>
                </a:solidFill>
                <a:latin typeface="Kalam"/>
                <a:ea typeface="Kalam"/>
                <a:cs typeface="Kalam"/>
                <a:sym typeface="Kalam"/>
              </a:rPr>
              <a:t>If you don’t have this data to hand, why not count your own.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1">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8" name="Shape 1618"/>
        <p:cNvGrpSpPr/>
        <p:nvPr/>
      </p:nvGrpSpPr>
      <p:grpSpPr>
        <a:xfrm>
          <a:off x="0" y="0"/>
          <a:ext cx="0" cy="0"/>
          <a:chOff x="0" y="0"/>
          <a:chExt cx="0" cy="0"/>
        </a:xfrm>
      </p:grpSpPr>
      <p:sp>
        <p:nvSpPr>
          <p:cNvPr id="1619" name="Google Shape;1619;p106"/>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1) </a:t>
            </a:r>
            <a:r>
              <a:rPr lang="en-GB"/>
              <a:t>How much rubbish in tonnes does the UK produce every year? (without a calculator)</a:t>
            </a:r>
            <a:endParaRPr/>
          </a:p>
        </p:txBody>
      </p:sp>
      <p:sp>
        <p:nvSpPr>
          <p:cNvPr id="1620" name="Google Shape;1620;p106"/>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Using Fermi estimation</a:t>
            </a:r>
            <a:endParaRPr/>
          </a:p>
        </p:txBody>
      </p:sp>
      <p:sp>
        <p:nvSpPr>
          <p:cNvPr id="1621" name="Google Shape;1621;p106"/>
          <p:cNvSpPr/>
          <p:nvPr/>
        </p:nvSpPr>
        <p:spPr>
          <a:xfrm>
            <a:off x="5502350" y="1237050"/>
            <a:ext cx="3059400" cy="1334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Lexend"/>
                <a:ea typeface="Lexend"/>
                <a:cs typeface="Lexend"/>
                <a:sym typeface="Lexend"/>
              </a:rPr>
              <a:t>Hint - If you don’t have data to hand, think about how much </a:t>
            </a:r>
            <a:r>
              <a:rPr lang="en-GB" sz="1800">
                <a:latin typeface="Lexend"/>
                <a:ea typeface="Lexend"/>
                <a:cs typeface="Lexend"/>
                <a:sym typeface="Lexend"/>
              </a:rPr>
              <a:t>your household</a:t>
            </a:r>
            <a:r>
              <a:rPr lang="en-GB" sz="1800">
                <a:latin typeface="Lexend"/>
                <a:ea typeface="Lexend"/>
                <a:cs typeface="Lexend"/>
                <a:sym typeface="Lexend"/>
              </a:rPr>
              <a:t> throws away each week.</a:t>
            </a:r>
            <a:endParaRPr sz="1800">
              <a:latin typeface="Lexend"/>
              <a:ea typeface="Lexend"/>
              <a:cs typeface="Lexend"/>
              <a:sym typeface="Lexend"/>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5" name="Shape 1625"/>
        <p:cNvGrpSpPr/>
        <p:nvPr/>
      </p:nvGrpSpPr>
      <p:grpSpPr>
        <a:xfrm>
          <a:off x="0" y="0"/>
          <a:ext cx="0" cy="0"/>
          <a:chOff x="0" y="0"/>
          <a:chExt cx="0" cy="0"/>
        </a:xfrm>
      </p:grpSpPr>
      <p:sp>
        <p:nvSpPr>
          <p:cNvPr id="1626" name="Google Shape;1626;p107"/>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2) </a:t>
            </a:r>
            <a:r>
              <a:rPr lang="en-GB"/>
              <a:t>How many pennies would it take to make a stack the height of the Statue of Liberty? </a:t>
            </a:r>
            <a:r>
              <a:rPr lang="en-GB"/>
              <a:t>(without a calculator)</a:t>
            </a:r>
            <a:endParaRPr/>
          </a:p>
        </p:txBody>
      </p:sp>
      <p:sp>
        <p:nvSpPr>
          <p:cNvPr id="1627" name="Google Shape;1627;p107"/>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Using Fermi estimation</a:t>
            </a:r>
            <a:endParaRPr/>
          </a:p>
        </p:txBody>
      </p:sp>
      <p:sp>
        <p:nvSpPr>
          <p:cNvPr id="1628" name="Google Shape;1628;p107"/>
          <p:cNvSpPr/>
          <p:nvPr/>
        </p:nvSpPr>
        <p:spPr>
          <a:xfrm>
            <a:off x="5895375" y="1492650"/>
            <a:ext cx="2871300" cy="1121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Lexend"/>
                <a:ea typeface="Lexend"/>
                <a:cs typeface="Lexend"/>
                <a:sym typeface="Lexend"/>
              </a:rPr>
              <a:t>Hint - If you don’t know the thickness of a penny, measure one.</a:t>
            </a:r>
            <a:endParaRPr sz="1800">
              <a:latin typeface="Lexend"/>
              <a:ea typeface="Lexend"/>
              <a:cs typeface="Lexend"/>
              <a:sym typeface="Lexend"/>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2" name="Shape 1632"/>
        <p:cNvGrpSpPr/>
        <p:nvPr/>
      </p:nvGrpSpPr>
      <p:grpSpPr>
        <a:xfrm>
          <a:off x="0" y="0"/>
          <a:ext cx="0" cy="0"/>
          <a:chOff x="0" y="0"/>
          <a:chExt cx="0" cy="0"/>
        </a:xfrm>
      </p:grpSpPr>
      <p:sp>
        <p:nvSpPr>
          <p:cNvPr id="1633" name="Google Shape;1633;p108"/>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3) How many tennis balls can fit into your bedroom?</a:t>
            </a:r>
            <a:endParaRPr/>
          </a:p>
        </p:txBody>
      </p:sp>
      <p:sp>
        <p:nvSpPr>
          <p:cNvPr id="1634" name="Google Shape;1634;p108"/>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Using Fermi estimation</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8" name="Shape 1638"/>
        <p:cNvGrpSpPr/>
        <p:nvPr/>
      </p:nvGrpSpPr>
      <p:grpSpPr>
        <a:xfrm>
          <a:off x="0" y="0"/>
          <a:ext cx="0" cy="0"/>
          <a:chOff x="0" y="0"/>
          <a:chExt cx="0" cy="0"/>
        </a:xfrm>
      </p:grpSpPr>
      <p:sp>
        <p:nvSpPr>
          <p:cNvPr id="1639" name="Google Shape;1639;p109"/>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1) </a:t>
            </a:r>
            <a:r>
              <a:rPr lang="en-GB" sz="1800"/>
              <a:t>How much rubbish in tonnes does the UK produce every year?</a:t>
            </a:r>
            <a:endParaRPr sz="1800"/>
          </a:p>
          <a:p>
            <a:pPr indent="0" lvl="0" marL="0" rtl="0" algn="l">
              <a:lnSpc>
                <a:spcPct val="150000"/>
              </a:lnSpc>
              <a:spcBef>
                <a:spcPts val="1000"/>
              </a:spcBef>
              <a:spcAft>
                <a:spcPts val="0"/>
              </a:spcAft>
              <a:buClr>
                <a:schemeClr val="dk1"/>
              </a:buClr>
              <a:buSzPts val="1100"/>
              <a:buFont typeface="Arial"/>
              <a:buNone/>
            </a:pPr>
            <a:r>
              <a:rPr lang="en-GB" sz="1800">
                <a:latin typeface="Kalam"/>
                <a:ea typeface="Kalam"/>
                <a:cs typeface="Kalam"/>
                <a:sym typeface="Kalam"/>
              </a:rPr>
              <a:t>There are lots of ways to estimate this. </a:t>
            </a:r>
            <a:endParaRPr sz="1800">
              <a:latin typeface="Kalam"/>
              <a:ea typeface="Kalam"/>
              <a:cs typeface="Kalam"/>
              <a:sym typeface="Kalam"/>
            </a:endParaRPr>
          </a:p>
          <a:p>
            <a:pPr indent="0" lvl="0" marL="0" rtl="0" algn="l">
              <a:lnSpc>
                <a:spcPct val="150000"/>
              </a:lnSpc>
              <a:spcBef>
                <a:spcPts val="1000"/>
              </a:spcBef>
              <a:spcAft>
                <a:spcPts val="0"/>
              </a:spcAft>
              <a:buClr>
                <a:schemeClr val="dk1"/>
              </a:buClr>
              <a:buSzPts val="1100"/>
              <a:buFont typeface="Arial"/>
              <a:buNone/>
            </a:pPr>
            <a:r>
              <a:rPr lang="en-GB" sz="1800">
                <a:latin typeface="Kalam"/>
                <a:ea typeface="Kalam"/>
                <a:cs typeface="Kalam"/>
                <a:sym typeface="Kalam"/>
              </a:rPr>
              <a:t>The average household produces 20 kg of rubbish per week.</a:t>
            </a:r>
            <a:endParaRPr sz="1800">
              <a:latin typeface="Kalam"/>
              <a:ea typeface="Kalam"/>
              <a:cs typeface="Kalam"/>
              <a:sym typeface="Kalam"/>
            </a:endParaRPr>
          </a:p>
          <a:p>
            <a:pPr indent="0" lvl="0" marL="0" rtl="0" algn="l">
              <a:lnSpc>
                <a:spcPct val="150000"/>
              </a:lnSpc>
              <a:spcBef>
                <a:spcPts val="1000"/>
              </a:spcBef>
              <a:spcAft>
                <a:spcPts val="0"/>
              </a:spcAft>
              <a:buClr>
                <a:schemeClr val="dk1"/>
              </a:buClr>
              <a:buSzPts val="1100"/>
              <a:buFont typeface="Arial"/>
              <a:buNone/>
            </a:pPr>
            <a:r>
              <a:rPr lang="en-GB" sz="1800">
                <a:latin typeface="Kalam"/>
                <a:ea typeface="Kalam"/>
                <a:cs typeface="Kalam"/>
                <a:sym typeface="Kalam"/>
              </a:rPr>
              <a:t>Rounding 52 to 50, this is then 20 × 50 = 1000 kg of rubbish per year per household.</a:t>
            </a:r>
            <a:endParaRPr sz="1800">
              <a:latin typeface="Kalam"/>
              <a:ea typeface="Kalam"/>
              <a:cs typeface="Kalam"/>
              <a:sym typeface="Kalam"/>
            </a:endParaRPr>
          </a:p>
          <a:p>
            <a:pPr indent="0" lvl="0" marL="0" rtl="0" algn="l">
              <a:lnSpc>
                <a:spcPct val="150000"/>
              </a:lnSpc>
              <a:spcBef>
                <a:spcPts val="1000"/>
              </a:spcBef>
              <a:spcAft>
                <a:spcPts val="0"/>
              </a:spcAft>
              <a:buNone/>
            </a:pPr>
            <a:r>
              <a:rPr lang="en-GB" sz="1800">
                <a:latin typeface="Kalam"/>
                <a:ea typeface="Kalam"/>
                <a:cs typeface="Kalam"/>
                <a:sym typeface="Kalam"/>
              </a:rPr>
              <a:t>There are approximately 27 million households.</a:t>
            </a:r>
            <a:endParaRPr sz="1800">
              <a:latin typeface="Kalam"/>
              <a:ea typeface="Kalam"/>
              <a:cs typeface="Kalam"/>
              <a:sym typeface="Kalam"/>
            </a:endParaRPr>
          </a:p>
          <a:p>
            <a:pPr indent="0" lvl="0" marL="0" rtl="0" algn="l">
              <a:lnSpc>
                <a:spcPct val="150000"/>
              </a:lnSpc>
              <a:spcBef>
                <a:spcPts val="1000"/>
              </a:spcBef>
              <a:spcAft>
                <a:spcPts val="0"/>
              </a:spcAft>
              <a:buNone/>
            </a:pPr>
            <a:r>
              <a:rPr lang="en-GB" sz="1800">
                <a:latin typeface="Kalam"/>
                <a:ea typeface="Kalam"/>
                <a:cs typeface="Kalam"/>
                <a:sym typeface="Kalam"/>
              </a:rPr>
              <a:t>Rounding 27 to 30, this means 30 000 000 × 1000 = 30 000 000 000 kg</a:t>
            </a:r>
            <a:endParaRPr sz="1800">
              <a:latin typeface="Kalam"/>
              <a:ea typeface="Kalam"/>
              <a:cs typeface="Kalam"/>
              <a:sym typeface="Kalam"/>
            </a:endParaRPr>
          </a:p>
          <a:p>
            <a:pPr indent="0" lvl="0" marL="0" rtl="0" algn="l">
              <a:lnSpc>
                <a:spcPct val="150000"/>
              </a:lnSpc>
              <a:spcBef>
                <a:spcPts val="1000"/>
              </a:spcBef>
              <a:spcAft>
                <a:spcPts val="1000"/>
              </a:spcAft>
              <a:buNone/>
            </a:pPr>
            <a:r>
              <a:rPr lang="en-GB" sz="1800">
                <a:latin typeface="Kalam"/>
                <a:ea typeface="Kalam"/>
                <a:cs typeface="Kalam"/>
                <a:sym typeface="Kalam"/>
              </a:rPr>
              <a:t>Converting to tonnes 30 000 000 000 ÷ 1000 = 30 000 000 tonnes</a:t>
            </a:r>
            <a:endParaRPr sz="1800">
              <a:latin typeface="Kalam"/>
              <a:ea typeface="Kalam"/>
              <a:cs typeface="Kalam"/>
              <a:sym typeface="Kalam"/>
            </a:endParaRPr>
          </a:p>
        </p:txBody>
      </p:sp>
      <p:sp>
        <p:nvSpPr>
          <p:cNvPr id="1640" name="Google Shape;1640;p109"/>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Using Fermi estimation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3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3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3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3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3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3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39">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4" name="Shape 1644"/>
        <p:cNvGrpSpPr/>
        <p:nvPr/>
      </p:nvGrpSpPr>
      <p:grpSpPr>
        <a:xfrm>
          <a:off x="0" y="0"/>
          <a:ext cx="0" cy="0"/>
          <a:chOff x="0" y="0"/>
          <a:chExt cx="0" cy="0"/>
        </a:xfrm>
      </p:grpSpPr>
      <p:sp>
        <p:nvSpPr>
          <p:cNvPr id="1645" name="Google Shape;1645;p110"/>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2) </a:t>
            </a:r>
            <a:r>
              <a:rPr lang="en-GB"/>
              <a:t>How many pennies would it take to make a stack the height of the Statue of Liberty? (without a calculator)</a:t>
            </a:r>
            <a:endParaRPr/>
          </a:p>
          <a:p>
            <a:pPr indent="0" lvl="0" marL="0" rtl="0" algn="l">
              <a:lnSpc>
                <a:spcPct val="100000"/>
              </a:lnSpc>
              <a:spcBef>
                <a:spcPts val="1000"/>
              </a:spcBef>
              <a:spcAft>
                <a:spcPts val="0"/>
              </a:spcAft>
              <a:buClr>
                <a:schemeClr val="dk1"/>
              </a:buClr>
              <a:buSzPts val="1100"/>
              <a:buFont typeface="Arial"/>
              <a:buNone/>
            </a:pPr>
            <a:r>
              <a:rPr lang="en-GB" sz="1800">
                <a:latin typeface="Kalam"/>
                <a:ea typeface="Kalam"/>
                <a:cs typeface="Kalam"/>
                <a:sym typeface="Kalam"/>
              </a:rPr>
              <a:t>The thickness of a penny is 1.52 mm, so round this to 1.5 mm</a:t>
            </a:r>
            <a:endParaRPr sz="1800">
              <a:latin typeface="Kalam"/>
              <a:ea typeface="Kalam"/>
              <a:cs typeface="Kalam"/>
              <a:sym typeface="Kalam"/>
            </a:endParaRPr>
          </a:p>
          <a:p>
            <a:pPr indent="0" lvl="0" marL="0" rtl="0" algn="l">
              <a:lnSpc>
                <a:spcPct val="100000"/>
              </a:lnSpc>
              <a:spcBef>
                <a:spcPts val="1000"/>
              </a:spcBef>
              <a:spcAft>
                <a:spcPts val="0"/>
              </a:spcAft>
              <a:buClr>
                <a:schemeClr val="dk1"/>
              </a:buClr>
              <a:buSzPts val="1100"/>
              <a:buFont typeface="Arial"/>
              <a:buNone/>
            </a:pPr>
            <a:r>
              <a:rPr lang="en-GB" sz="1800">
                <a:latin typeface="Kalam"/>
                <a:ea typeface="Kalam"/>
                <a:cs typeface="Kalam"/>
                <a:sym typeface="Kalam"/>
              </a:rPr>
              <a:t>The Statue of Liberty is 93 m high, so round this to 90 m</a:t>
            </a:r>
            <a:endParaRPr sz="1800">
              <a:latin typeface="Kalam"/>
              <a:ea typeface="Kalam"/>
              <a:cs typeface="Kalam"/>
              <a:sym typeface="Kalam"/>
            </a:endParaRPr>
          </a:p>
          <a:p>
            <a:pPr indent="0" lvl="0" marL="0" rtl="0" algn="l">
              <a:lnSpc>
                <a:spcPct val="100000"/>
              </a:lnSpc>
              <a:spcBef>
                <a:spcPts val="1000"/>
              </a:spcBef>
              <a:spcAft>
                <a:spcPts val="0"/>
              </a:spcAft>
              <a:buNone/>
            </a:pPr>
            <a:r>
              <a:rPr lang="en-GB" sz="1800">
                <a:latin typeface="Kalam"/>
                <a:ea typeface="Kalam"/>
                <a:cs typeface="Kalam"/>
                <a:sym typeface="Kalam"/>
              </a:rPr>
              <a:t>The calculation is 90 m ÷ 1.5 mm</a:t>
            </a:r>
            <a:endParaRPr sz="1800">
              <a:latin typeface="Kalam"/>
              <a:ea typeface="Kalam"/>
              <a:cs typeface="Kalam"/>
              <a:sym typeface="Kalam"/>
            </a:endParaRPr>
          </a:p>
          <a:p>
            <a:pPr indent="0" lvl="0" marL="0" rtl="0" algn="l">
              <a:lnSpc>
                <a:spcPct val="100000"/>
              </a:lnSpc>
              <a:spcBef>
                <a:spcPts val="1000"/>
              </a:spcBef>
              <a:spcAft>
                <a:spcPts val="0"/>
              </a:spcAft>
              <a:buNone/>
            </a:pPr>
            <a:r>
              <a:rPr lang="en-GB" sz="1800">
                <a:latin typeface="Kalam"/>
                <a:ea typeface="Kalam"/>
                <a:cs typeface="Kalam"/>
                <a:sym typeface="Kalam"/>
              </a:rPr>
              <a:t>So converting 90 m to mm we have 90 000 mm</a:t>
            </a:r>
            <a:endParaRPr sz="1800">
              <a:latin typeface="Kalam"/>
              <a:ea typeface="Kalam"/>
              <a:cs typeface="Kalam"/>
              <a:sym typeface="Kalam"/>
            </a:endParaRPr>
          </a:p>
          <a:p>
            <a:pPr indent="0" lvl="0" marL="0" rtl="0" algn="l">
              <a:lnSpc>
                <a:spcPct val="100000"/>
              </a:lnSpc>
              <a:spcBef>
                <a:spcPts val="1000"/>
              </a:spcBef>
              <a:spcAft>
                <a:spcPts val="0"/>
              </a:spcAft>
              <a:buNone/>
            </a:pPr>
            <a:r>
              <a:rPr lang="en-GB" sz="1800">
                <a:latin typeface="Kalam"/>
                <a:ea typeface="Kalam"/>
                <a:cs typeface="Kalam"/>
                <a:sym typeface="Kalam"/>
              </a:rPr>
              <a:t>The calculation is 90 000 mm ÷ 1.5 mm = 60 000 pennies</a:t>
            </a:r>
            <a:endParaRPr sz="1800">
              <a:latin typeface="Kalam"/>
              <a:ea typeface="Kalam"/>
              <a:cs typeface="Kalam"/>
              <a:sym typeface="Kalam"/>
            </a:endParaRPr>
          </a:p>
          <a:p>
            <a:pPr indent="0" lvl="0" marL="0" rtl="0" algn="l">
              <a:lnSpc>
                <a:spcPct val="100000"/>
              </a:lnSpc>
              <a:spcBef>
                <a:spcPts val="1000"/>
              </a:spcBef>
              <a:spcAft>
                <a:spcPts val="1000"/>
              </a:spcAft>
              <a:buClr>
                <a:schemeClr val="dk1"/>
              </a:buClr>
              <a:buSzPts val="1100"/>
              <a:buFont typeface="Arial"/>
              <a:buNone/>
            </a:pPr>
            <a:r>
              <a:t/>
            </a:r>
            <a:endParaRPr sz="1800">
              <a:latin typeface="Kalam"/>
              <a:ea typeface="Kalam"/>
              <a:cs typeface="Kalam"/>
              <a:sym typeface="Kalam"/>
            </a:endParaRPr>
          </a:p>
        </p:txBody>
      </p:sp>
      <p:sp>
        <p:nvSpPr>
          <p:cNvPr id="1646" name="Google Shape;1646;p110"/>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Using Fermi estimation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4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4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4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4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4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4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45">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0" name="Shape 1650"/>
        <p:cNvGrpSpPr/>
        <p:nvPr/>
      </p:nvGrpSpPr>
      <p:grpSpPr>
        <a:xfrm>
          <a:off x="0" y="0"/>
          <a:ext cx="0" cy="0"/>
          <a:chOff x="0" y="0"/>
          <a:chExt cx="0" cy="0"/>
        </a:xfrm>
      </p:grpSpPr>
      <p:sp>
        <p:nvSpPr>
          <p:cNvPr id="1651" name="Google Shape;1651;p11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3) </a:t>
            </a:r>
            <a:r>
              <a:rPr lang="en-GB"/>
              <a:t>How many tennis balls can fit into your bedroom?</a:t>
            </a:r>
            <a:endParaRPr/>
          </a:p>
          <a:p>
            <a:pPr indent="0" lvl="0" marL="0" rtl="0" algn="l">
              <a:spcBef>
                <a:spcPts val="1000"/>
              </a:spcBef>
              <a:spcAft>
                <a:spcPts val="0"/>
              </a:spcAft>
              <a:buNone/>
            </a:pPr>
            <a:r>
              <a:rPr lang="en-GB">
                <a:latin typeface="Kalam"/>
                <a:ea typeface="Kalam"/>
                <a:cs typeface="Kalam"/>
                <a:sym typeface="Kalam"/>
              </a:rPr>
              <a:t>There are lots of different strategies to work this out and is pupil dependent.</a:t>
            </a:r>
            <a:endParaRPr>
              <a:latin typeface="Kalam"/>
              <a:ea typeface="Kalam"/>
              <a:cs typeface="Kalam"/>
              <a:sym typeface="Kalam"/>
            </a:endParaRPr>
          </a:p>
          <a:p>
            <a:pPr indent="0" lvl="0" marL="0" rtl="0" algn="l">
              <a:spcBef>
                <a:spcPts val="1000"/>
              </a:spcBef>
              <a:spcAft>
                <a:spcPts val="0"/>
              </a:spcAft>
              <a:buNone/>
            </a:pPr>
            <a:r>
              <a:rPr lang="en-GB">
                <a:latin typeface="Kalam"/>
                <a:ea typeface="Kalam"/>
                <a:cs typeface="Kalam"/>
                <a:sym typeface="Kalam"/>
              </a:rPr>
              <a:t>Measuring the dimensions of the bedroom and given a tennis ball has a standard diameter of 6.85 cm, a pupil can work out an approximation of how many tennis balls are needed to fill their bedroom.</a:t>
            </a:r>
            <a:endParaRPr>
              <a:latin typeface="Kalam"/>
              <a:ea typeface="Kalam"/>
              <a:cs typeface="Kalam"/>
              <a:sym typeface="Kalam"/>
            </a:endParaRPr>
          </a:p>
          <a:p>
            <a:pPr indent="0" lvl="0" marL="0" rtl="0" algn="l">
              <a:spcBef>
                <a:spcPts val="1000"/>
              </a:spcBef>
              <a:spcAft>
                <a:spcPts val="1000"/>
              </a:spcAft>
              <a:buNone/>
            </a:pPr>
            <a:r>
              <a:t/>
            </a:r>
            <a:endParaRPr/>
          </a:p>
        </p:txBody>
      </p:sp>
      <p:sp>
        <p:nvSpPr>
          <p:cNvPr id="1652" name="Google Shape;1652;p111"/>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Using Fermi estimation</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6" name="Shape 1656"/>
        <p:cNvGrpSpPr/>
        <p:nvPr/>
      </p:nvGrpSpPr>
      <p:grpSpPr>
        <a:xfrm>
          <a:off x="0" y="0"/>
          <a:ext cx="0" cy="0"/>
          <a:chOff x="0" y="0"/>
          <a:chExt cx="0" cy="0"/>
        </a:xfrm>
      </p:grpSpPr>
      <p:sp>
        <p:nvSpPr>
          <p:cNvPr id="1657" name="Google Shape;1657;p112"/>
          <p:cNvSpPr txBox="1"/>
          <p:nvPr>
            <p:ph idx="1" type="body"/>
          </p:nvPr>
        </p:nvSpPr>
        <p:spPr>
          <a:xfrm>
            <a:off x="324000" y="851400"/>
            <a:ext cx="8322600" cy="3740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With any type of problem solving question, understanding the context of the problem allows a strategy to be formed. This can be said with estimating and error intervals. </a:t>
            </a:r>
            <a:r>
              <a:rPr lang="en-GB"/>
              <a:t>Knowing</a:t>
            </a:r>
            <a:r>
              <a:rPr lang="en-GB"/>
              <a:t> how to find the error interval and apply those limits correctly to calculations allows maximum and </a:t>
            </a:r>
            <a:r>
              <a:rPr lang="en-GB"/>
              <a:t>minimum</a:t>
            </a:r>
            <a:r>
              <a:rPr lang="en-GB"/>
              <a:t> values to be determined.</a:t>
            </a:r>
            <a:endParaRPr/>
          </a:p>
          <a:p>
            <a:pPr indent="0" lvl="0" marL="0" rtl="0" algn="l">
              <a:spcBef>
                <a:spcPts val="1000"/>
              </a:spcBef>
              <a:spcAft>
                <a:spcPts val="1000"/>
              </a:spcAft>
              <a:buNone/>
            </a:pPr>
            <a:r>
              <a:rPr lang="en-GB"/>
              <a:t>Fermi’s problems are </a:t>
            </a:r>
            <a:r>
              <a:rPr lang="en-GB"/>
              <a:t>fantastic</a:t>
            </a:r>
            <a:r>
              <a:rPr lang="en-GB"/>
              <a:t> problems as they allow you to make reasonable</a:t>
            </a:r>
            <a:r>
              <a:rPr lang="en-GB"/>
              <a:t> estimates about a situation so to determine an approximate answer.</a:t>
            </a:r>
            <a:endParaRPr/>
          </a:p>
        </p:txBody>
      </p:sp>
      <p:sp>
        <p:nvSpPr>
          <p:cNvPr id="1658" name="Google Shape;1658;p112"/>
          <p:cNvSpPr txBox="1"/>
          <p:nvPr>
            <p:ph type="title"/>
          </p:nvPr>
        </p:nvSpPr>
        <p:spPr>
          <a:xfrm>
            <a:off x="1684800" y="43825"/>
            <a:ext cx="57414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Problem solving with estimation and rounding</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2" name="Shape 1662"/>
        <p:cNvGrpSpPr/>
        <p:nvPr/>
      </p:nvGrpSpPr>
      <p:grpSpPr>
        <a:xfrm>
          <a:off x="0" y="0"/>
          <a:ext cx="0" cy="0"/>
          <a:chOff x="0" y="0"/>
          <a:chExt cx="0" cy="0"/>
        </a:xfrm>
      </p:grpSpPr>
      <p:sp>
        <p:nvSpPr>
          <p:cNvPr id="1663" name="Google Shape;1663;p113"/>
          <p:cNvSpPr txBox="1"/>
          <p:nvPr>
            <p:ph idx="1" type="subTitle"/>
          </p:nvPr>
        </p:nvSpPr>
        <p:spPr>
          <a:xfrm>
            <a:off x="661775" y="1129425"/>
            <a:ext cx="7351200" cy="2358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 Oak National Academy 2024.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Produced in partnership with </a:t>
            </a:r>
            <a:r>
              <a:rPr lang="en-GB"/>
              <a:t>Mathematics in Education and Industry</a:t>
            </a:r>
            <a:r>
              <a:rPr lang="en-GB"/>
              <a:t>.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Licensed on the </a:t>
            </a:r>
            <a:r>
              <a:rPr lang="en-GB" u="sng">
                <a:solidFill>
                  <a:schemeClr val="hlink"/>
                </a:solidFill>
                <a:hlinkClick r:id="rId3"/>
              </a:rPr>
              <a:t>Open Government Licence v3.0</a:t>
            </a:r>
            <a:r>
              <a:rPr lang="en-GB"/>
              <a:t>, except where otherwise stated. See </a:t>
            </a:r>
            <a:r>
              <a:rPr lang="en-GB" u="sng">
                <a:solidFill>
                  <a:schemeClr val="accent2"/>
                </a:solidFill>
                <a:hlinkClick r:id="rId4">
                  <a:extLst>
                    <a:ext uri="{A12FA001-AC4F-418D-AE19-62706E023703}">
                      <ahyp:hlinkClr val="tx"/>
                    </a:ext>
                  </a:extLst>
                </a:hlinkClick>
              </a:rPr>
              <a:t>Oak terms and conditions</a:t>
            </a:r>
            <a:r>
              <a:rPr lang="en-GB"/>
              <a:t>.</a:t>
            </a:r>
            <a:endParaRPr/>
          </a:p>
        </p:txBody>
      </p:sp>
      <p:pic>
        <p:nvPicPr>
          <p:cNvPr id="1664" name="Google Shape;1664;p113"/>
          <p:cNvPicPr preferRelativeResize="0"/>
          <p:nvPr/>
        </p:nvPicPr>
        <p:blipFill>
          <a:blip r:embed="rId5">
            <a:alphaModFix/>
          </a:blip>
          <a:stretch>
            <a:fillRect/>
          </a:stretch>
        </p:blipFill>
        <p:spPr>
          <a:xfrm>
            <a:off x="7242100" y="3453600"/>
            <a:ext cx="652800" cy="3264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ak theme - September 2023">
  <a:themeElements>
    <a:clrScheme name="Simple Light">
      <a:dk1>
        <a:srgbClr val="000000"/>
      </a:dk1>
      <a:lt1>
        <a:srgbClr val="FFFFFF"/>
      </a:lt1>
      <a:dk2>
        <a:srgbClr val="808080"/>
      </a:dk2>
      <a:lt2>
        <a:srgbClr val="F0F0F0"/>
      </a:lt2>
      <a:accent1>
        <a:srgbClr val="BEF2BD"/>
      </a:accent1>
      <a:accent2>
        <a:srgbClr val="374CF1"/>
      </a:accent2>
      <a:accent3>
        <a:srgbClr val="D02AA7"/>
      </a:accent3>
      <a:accent4>
        <a:srgbClr val="845AD9"/>
      </a:accent4>
      <a:accent5>
        <a:srgbClr val="037B7D"/>
      </a:accent5>
      <a:accent6>
        <a:srgbClr val="C63D01"/>
      </a:accent6>
      <a:hlink>
        <a:srgbClr val="374CF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