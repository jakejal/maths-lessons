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33b8d65f9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b33b8d65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Problem solving with estimation and rounding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169" y="2311952"/>
            <a:ext cx="2407404" cy="187370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68000" y="1802050"/>
            <a:ext cx="66240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is a scaled drawing of a ground floor house. Given the dimensions, can you work out an estimate for the missing dimensions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192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Problem solving with estimation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 rot="10800000">
            <a:off x="1190725" y="2329165"/>
            <a:ext cx="0" cy="174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" name="Google Shape;166;p20"/>
          <p:cNvCxnSpPr/>
          <p:nvPr/>
        </p:nvCxnSpPr>
        <p:spPr>
          <a:xfrm rot="10800000">
            <a:off x="1345038" y="4279518"/>
            <a:ext cx="2387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" name="Google Shape;167;p20"/>
          <p:cNvSpPr txBox="1"/>
          <p:nvPr/>
        </p:nvSpPr>
        <p:spPr>
          <a:xfrm>
            <a:off x="572998" y="3007270"/>
            <a:ext cx="772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……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251969" y="2964717"/>
            <a:ext cx="907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………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447403" y="4213506"/>
            <a:ext cx="907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13.83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1430319" y="2986689"/>
            <a:ext cx="907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33.62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638484" y="2591983"/>
            <a:ext cx="907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34.68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2872444" y="3511025"/>
            <a:ext cx="9075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32.32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estimation and rounding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464002" y="1102800"/>
            <a:ext cx="6186600" cy="22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rectangle has a square removed from the centre.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error interval for the shaded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Problem solving with error intervals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1366278" y="1853013"/>
            <a:ext cx="1929600" cy="1204500"/>
          </a:xfrm>
          <a:prstGeom prst="rect">
            <a:avLst/>
          </a:prstGeom>
          <a:solidFill>
            <a:srgbClr val="80808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1"/>
          <p:cNvCxnSpPr/>
          <p:nvPr/>
        </p:nvCxnSpPr>
        <p:spPr>
          <a:xfrm>
            <a:off x="1366263" y="3162025"/>
            <a:ext cx="1920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21"/>
          <p:cNvCxnSpPr/>
          <p:nvPr/>
        </p:nvCxnSpPr>
        <p:spPr>
          <a:xfrm>
            <a:off x="1257485" y="1863164"/>
            <a:ext cx="0" cy="117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" name="Google Shape;183;p21"/>
          <p:cNvSpPr txBox="1"/>
          <p:nvPr/>
        </p:nvSpPr>
        <p:spPr>
          <a:xfrm>
            <a:off x="464000" y="2222050"/>
            <a:ext cx="87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1.4 cm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(to 1 d.p.)</a:t>
            </a:r>
            <a:endParaRPr sz="1200"/>
          </a:p>
        </p:txBody>
      </p:sp>
      <p:sp>
        <p:nvSpPr>
          <p:cNvPr id="184" name="Google Shape;184;p21"/>
          <p:cNvSpPr/>
          <p:nvPr/>
        </p:nvSpPr>
        <p:spPr>
          <a:xfrm>
            <a:off x="2067304" y="2249645"/>
            <a:ext cx="518400" cy="445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1789886" y="3123443"/>
            <a:ext cx="132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 (to 1 s.f.)</a:t>
            </a:r>
            <a:endParaRPr sz="1200"/>
          </a:p>
        </p:txBody>
      </p:sp>
      <p:sp>
        <p:nvSpPr>
          <p:cNvPr id="186" name="Google Shape;186;p21"/>
          <p:cNvSpPr txBox="1"/>
          <p:nvPr/>
        </p:nvSpPr>
        <p:spPr>
          <a:xfrm>
            <a:off x="1872713" y="1932828"/>
            <a:ext cx="19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0.8 cm (to 1 d.p.)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187" name="Google Shape;187;p21"/>
          <p:cNvCxnSpPr/>
          <p:nvPr/>
        </p:nvCxnSpPr>
        <p:spPr>
          <a:xfrm>
            <a:off x="480750" y="43209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1"/>
          <p:cNvSpPr txBox="1"/>
          <p:nvPr/>
        </p:nvSpPr>
        <p:spPr>
          <a:xfrm>
            <a:off x="464000" y="4865525"/>
            <a:ext cx="664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rubbish in tonnes does the UK produce every year? (without a calculator)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81900" y="44827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Using Fermi estimation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953601" y="5138075"/>
            <a:ext cx="2002800" cy="12045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Hint - If you don’t have data to hand, think about how much your household throws away each week.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" name="Google Shape;197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estimation and rounding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468000" y="759300"/>
            <a:ext cx="66240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How many pennies would it take to make a stack the height of the Statue of Liberty? (without a calculator)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4694100" y="1041625"/>
            <a:ext cx="2397900" cy="9366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Hint - If you don’t know the thickness of a penny, measure one.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468000" y="422905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tennis balls can fit into your bedroom?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