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20321d989_0_2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b20321d9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608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Unrounded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71099" y="254082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71100" y="228789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831836" y="254082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290 to the nearest ten.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831836" y="228789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853846" y="2410441"/>
            <a:ext cx="105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  282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292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Yes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4386200"/>
            <a:ext cx="662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71099" y="465063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871100" y="439770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831836" y="4650637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320 to the nearest ten.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831836" y="4397705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853846" y="4520251"/>
            <a:ext cx="105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  329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317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Yes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6529799"/>
            <a:ext cx="66240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871099" y="6812783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300 to the nearest hundred.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71100" y="6559850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831836" y="6812783"/>
            <a:ext cx="1658100" cy="13311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250 to the nearest ten.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831836" y="6559850"/>
            <a:ext cx="79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Clue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853846" y="6682397"/>
            <a:ext cx="105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   254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254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No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68000" y="1743600"/>
            <a:ext cx="6624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is thinking of some numbers. She uses rounding to give two clues. After each clue, guess her number and write it down. Does your guess change each time?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</a:t>
            </a:r>
            <a:r>
              <a:rPr lang="en-GB"/>
              <a:t>rounding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664507"/>
            <a:ext cx="66240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Jun’s homework has been damaged by his dog!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answers are still there but some of the numbers are missing from the questions.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could the missing numbers be?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331 to the nearest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hundred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300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478 to the nearest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thousand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785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the nearest hundred is 1800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4995 to the nearest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thousand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5000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to the nearest ten is 400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55100" y="3554126"/>
            <a:ext cx="63390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Are these statements always, sometimes or never true?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some examples to show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59929" y="3811814"/>
            <a:ext cx="2140500" cy="12927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number rounded to the nearest 10 will have two digits.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617568" y="4019170"/>
            <a:ext cx="2140500" cy="12927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number rounded to the nearest 10 will end in one zero.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836223" y="3877566"/>
            <a:ext cx="2140500" cy="1666500"/>
          </a:xfrm>
          <a:prstGeom prst="wedgeEllipseCallout">
            <a:avLst>
              <a:gd fmla="val -20833" name="adj1"/>
              <a:gd fmla="val 62500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number rounded to the nearest 10 will be less than 5 away from the original number.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55100" y="5425932"/>
            <a:ext cx="3844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All statements are sometimes true.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55100" y="6164690"/>
            <a:ext cx="1972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192 to the nearest 10 is 190 and has 3 digits.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624625" y="6164690"/>
            <a:ext cx="2024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1995 to the nearest 10 is 2000 and ends in 3 zeros.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35514" y="6164690"/>
            <a:ext cx="234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195 to the nearest 10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is 200 and is 5 away from the original number.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>
            <a:off x="480750" y="681822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/>
          <p:nvPr/>
        </p:nvSpPr>
        <p:spPr>
          <a:xfrm>
            <a:off x="480750" y="7728585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number of sweets in a bag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498986" y="8955195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ten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80750" y="8341890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population of the UK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498986" y="7728585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million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80750" y="8955195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number of people at a national sporting event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498986" y="9568500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thousand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80750" y="9568500"/>
            <a:ext cx="26802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of a holiday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498986" y="8341890"/>
            <a:ext cx="2357400" cy="46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hundred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80750" y="6910653"/>
            <a:ext cx="6598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Degrees of accuracy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80750" y="7210303"/>
            <a:ext cx="55254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statement to the most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 of accuracy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holiday could be nearest hundred or thousand.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7" name="Google Shape;217;p21"/>
          <p:cNvCxnSpPr>
            <a:endCxn id="208" idx="1"/>
          </p:cNvCxnSpPr>
          <p:nvPr/>
        </p:nvCxnSpPr>
        <p:spPr>
          <a:xfrm>
            <a:off x="3160886" y="7960395"/>
            <a:ext cx="338100" cy="12267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1"/>
          <p:cNvCxnSpPr>
            <a:endCxn id="210" idx="1"/>
          </p:cNvCxnSpPr>
          <p:nvPr/>
        </p:nvCxnSpPr>
        <p:spPr>
          <a:xfrm flipH="1" rot="10800000">
            <a:off x="3160886" y="7960485"/>
            <a:ext cx="338100" cy="6132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1"/>
          <p:cNvCxnSpPr>
            <a:stCxn id="211" idx="3"/>
            <a:endCxn id="212" idx="1"/>
          </p:cNvCxnSpPr>
          <p:nvPr/>
        </p:nvCxnSpPr>
        <p:spPr>
          <a:xfrm>
            <a:off x="3160950" y="9187095"/>
            <a:ext cx="338100" cy="6132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1"/>
          <p:cNvCxnSpPr>
            <a:stCxn id="213" idx="3"/>
          </p:cNvCxnSpPr>
          <p:nvPr/>
        </p:nvCxnSpPr>
        <p:spPr>
          <a:xfrm flipH="1" rot="10800000">
            <a:off x="3160950" y="8554800"/>
            <a:ext cx="338100" cy="12456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1"/>
          <p:cNvCxnSpPr>
            <a:stCxn id="213" idx="3"/>
            <a:endCxn id="212" idx="1"/>
          </p:cNvCxnSpPr>
          <p:nvPr/>
        </p:nvCxnSpPr>
        <p:spPr>
          <a:xfrm>
            <a:off x="3160950" y="9800400"/>
            <a:ext cx="338100" cy="0"/>
          </a:xfrm>
          <a:prstGeom prst="straightConnector1">
            <a:avLst/>
          </a:prstGeom>
          <a:noFill/>
          <a:ln cap="flat" cmpd="sng" w="28575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" name="Google Shape;228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rounding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468000" y="959325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Length of a pencil in centimetres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212983" y="959325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Nearest integer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68000" y="1708322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 length of a piece of ribbon in 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212983" y="1708322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decimal place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68000" y="2457318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Width of a doorway in metres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212983" y="2457318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decimal places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68000" y="3206315"/>
            <a:ext cx="32733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Capacity of a mug in millilitres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4212983" y="3206315"/>
            <a:ext cx="2879100" cy="56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decimal places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8000" y="720000"/>
            <a:ext cx="82377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Match each statement to the most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 of accuracy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2"/>
          <p:cNvCxnSpPr>
            <a:stCxn id="231" idx="3"/>
            <a:endCxn id="234" idx="1"/>
          </p:cNvCxnSpPr>
          <p:nvPr/>
        </p:nvCxnSpPr>
        <p:spPr>
          <a:xfrm>
            <a:off x="3741300" y="1242525"/>
            <a:ext cx="471600" cy="749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741174" y="1991530"/>
            <a:ext cx="471900" cy="749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2"/>
          <p:cNvCxnSpPr/>
          <p:nvPr/>
        </p:nvCxnSpPr>
        <p:spPr>
          <a:xfrm>
            <a:off x="3741174" y="2740527"/>
            <a:ext cx="471900" cy="7491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2"/>
          <p:cNvCxnSpPr>
            <a:endCxn id="232" idx="1"/>
          </p:cNvCxnSpPr>
          <p:nvPr/>
        </p:nvCxnSpPr>
        <p:spPr>
          <a:xfrm flipH="1" rot="10800000">
            <a:off x="3741083" y="1242525"/>
            <a:ext cx="471900" cy="2247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2"/>
          <p:cNvSpPr txBox="1"/>
          <p:nvPr/>
        </p:nvSpPr>
        <p:spPr>
          <a:xfrm>
            <a:off x="468000" y="4147750"/>
            <a:ext cx="6624000" cy="4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Answer the following, make sure that you carefully consider the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degree of accuracy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collects 100 eggs. Boxes hold 6 eggs. How many boxes does Izzy need for all her eggs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 ÷ 6 = 16.667, Izzy needs 17 boxes.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decides to share his bag of 200 sweets with Sofia and Sam. They each get the same number of sweets. How many do they each get? 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 ÷ 3 = 66.667, they each get 66 sweets.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 has baked 150 cookies for the school fete. She is putting them into boxes of 4. How many boxes can Aisha make?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150 ÷ 4 =37.5, Aisha can make 37 boxes of cookies.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group of 56 scouts are going on a camping trip. Each tent sleeps 6. How many tents are needed for the scouts?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 ÷ 6 = 9.333, they will need 10 tents.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