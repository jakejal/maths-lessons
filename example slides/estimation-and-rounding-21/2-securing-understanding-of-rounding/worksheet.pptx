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b1e8c2c76d_0_1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b1e8c2c76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Securing understanding of rounding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1" name="Google Shape;161;p20"/>
          <p:cNvCxnSpPr/>
          <p:nvPr/>
        </p:nvCxnSpPr>
        <p:spPr>
          <a:xfrm>
            <a:off x="480750" y="9637625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0"/>
          <p:cNvSpPr txBox="1"/>
          <p:nvPr/>
        </p:nvSpPr>
        <p:spPr>
          <a:xfrm>
            <a:off x="468000" y="13608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Unrounded numbers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743600"/>
            <a:ext cx="6624000" cy="13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 is thinking of some numbers. She uses rounding to give two clues. After each clue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guess her number and write it down. Does your guess change each time?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871099" y="2540827"/>
            <a:ext cx="1658100" cy="13311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It is 300 to the nearest hundred.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871100" y="2287895"/>
            <a:ext cx="79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Clue 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2831836" y="2540827"/>
            <a:ext cx="1658100" cy="13311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It is 290 to the nearest ten.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2831836" y="2287895"/>
            <a:ext cx="79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Clue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68000" y="4386200"/>
            <a:ext cx="6624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871099" y="4650637"/>
            <a:ext cx="1658100" cy="13311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It is 300 to the nearest hundred.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871100" y="4397705"/>
            <a:ext cx="79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Clue 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2831836" y="4650637"/>
            <a:ext cx="1658100" cy="13311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It is 320 to the nearest ten.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2831836" y="4397705"/>
            <a:ext cx="79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Clue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6529799"/>
            <a:ext cx="6624000" cy="17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871099" y="6812783"/>
            <a:ext cx="1658100" cy="13311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It is 300 to the nearest hundred.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871100" y="6559850"/>
            <a:ext cx="79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Clue 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2831836" y="6812783"/>
            <a:ext cx="1658100" cy="13311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It is 250 to the nearest ten.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2831836" y="6559850"/>
            <a:ext cx="79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Clue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rounding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468000" y="720000"/>
            <a:ext cx="6624000" cy="26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	Jun’s homework has been damaged by his dog!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His answers are still there but some of the numbers are missing from the questions.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could the missing numbers be?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331 to the nearest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300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478 to the nearest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the nearest hundred is 1800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4995 to the nearest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5000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Font typeface="Lexend"/>
              <a:buAutoNum type="alphaLcParenR"/>
            </a:pP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to the nearest ten is 400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455100" y="3547500"/>
            <a:ext cx="63390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a) Are these statements always, sometimes or never true?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 some examples to show why.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459929" y="3805188"/>
            <a:ext cx="2140500" cy="12927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number rounded to the nearest 10 will have two digits.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2617568" y="4012544"/>
            <a:ext cx="2140500" cy="12927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number rounded to the nearest 10 will end in one zero.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4836223" y="3870940"/>
            <a:ext cx="2140500" cy="16665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number rounded to the nearest 10 will be less than 5 away from the original number.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8" name="Google Shape;188;p21"/>
          <p:cNvCxnSpPr/>
          <p:nvPr/>
        </p:nvCxnSpPr>
        <p:spPr>
          <a:xfrm>
            <a:off x="480750" y="6665825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21"/>
          <p:cNvSpPr/>
          <p:nvPr/>
        </p:nvSpPr>
        <p:spPr>
          <a:xfrm>
            <a:off x="480750" y="7576185"/>
            <a:ext cx="2680200" cy="46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number of sweets in a bag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3498986" y="8802795"/>
            <a:ext cx="2357400" cy="46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Nearest ten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480750" y="8189490"/>
            <a:ext cx="2680200" cy="46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population of the UK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3498986" y="7576185"/>
            <a:ext cx="2357400" cy="46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Nearest million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480750" y="8802795"/>
            <a:ext cx="2680200" cy="46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number of people at a national sporting event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3498986" y="9416100"/>
            <a:ext cx="2357400" cy="46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Nearest thousand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480750" y="9416100"/>
            <a:ext cx="2680200" cy="46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Cost of a holiday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3498986" y="8189490"/>
            <a:ext cx="2357400" cy="46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Nearest hundred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480750" y="6758253"/>
            <a:ext cx="65985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Degrees of accuracy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80750" y="7057903"/>
            <a:ext cx="5525400" cy="5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each statement to the most appropriate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degree of accuracy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5" name="Google Shape;205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rounding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468000" y="959325"/>
            <a:ext cx="3273300" cy="566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Length of a pencil in centimetres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4212983" y="959325"/>
            <a:ext cx="2879100" cy="566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Nearest integer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468000" y="1708322"/>
            <a:ext cx="3273300" cy="566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 length of a piece of ribbon in metres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4212983" y="1708322"/>
            <a:ext cx="2879100" cy="566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decimal place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468000" y="2457318"/>
            <a:ext cx="3273300" cy="566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Width of a doorway in metres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4212983" y="2457318"/>
            <a:ext cx="2879100" cy="566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decimal places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468000" y="3206315"/>
            <a:ext cx="3273300" cy="566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Capacity of a mug in millilitres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4212983" y="3206315"/>
            <a:ext cx="2879100" cy="566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decimal places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468000" y="720000"/>
            <a:ext cx="82377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each statement to the most appropriate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degree of accuracy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468000" y="4147750"/>
            <a:ext cx="6624000" cy="49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Answer the following, mak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sure that you carefully consider the appropriate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degree of accuracy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 collects 100 eggs. Boxes hold 6 eggs. How many boxes does Izzy need for all her eggs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 decides to share his bag of 200 sweets with Sofia and Sam. They each get the same number of sweets. How many do they each get?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has baked 150 cookies for the school fete. She is putting them into boxes of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 How many boxes can Aisha make?  </a:t>
            </a: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group of 56 scouts are going on a camping trip. Each tent sleeps 6. How many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tents are needed for the scouts? 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