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EDE871-18DD-4285-A409-84C1ACBD0114}">
  <a:tblStyle styleId="{8FEDE871-18DD-4285-A409-84C1ACBD01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20df0c99f_0_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b20df0c99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any number of decimal places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915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Rounding to a given number of decimal places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743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following table: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468000" y="202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{8FEDE871-18DD-4285-A409-84C1ACBD0114}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 1 d.p.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 2 d.p.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 3 d.p.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14.25342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14.3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14.25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14.253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765.3246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765.3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765.32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765.325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2035.83716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2035.8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2035.84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2035.837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7.658192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7.7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7.66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7.658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82.82926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82.8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82.83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82.829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0.63492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0.63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0.635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0.09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0.087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0.2995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0.300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468000" y="5276950"/>
            <a:ext cx="6624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clues, find the numbers being described: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1 − I am between 2 and 3.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2 − I have 3 digits after the decimal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3 − When rounded to 2 decimal places I am 2.88.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4 − My hundredths digit is greater than my thousandths digit.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5 − The difference between my tenths and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thousandths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digits is 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2.876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     Clue 1 − I am between 1 and 2.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Clue 2 − I have 3 digits after the decimal point.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Clue 3 − When rounded to 1 decimal place I am 1.9.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Clue 4 − When rounded to 2 decimal places I am 1.90.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Clue 5 − The sum of my tenths and thousandths column is 13.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1.904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1.895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any number of decimal places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468000" y="720000"/>
            <a:ext cx="66240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Using the clues find the numbers being described: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      Clue 1 − I am between 0 and 1.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Clue 2 − I have 3 digits after the decimal point.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Clue 3 − When rounded to 1 decimal place I am 0.1.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Clue 4 − When rounded to 2 decimal places I am 0.08.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Clue 5 − My hundredths column is double my thousandths column.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0.084</a:t>
            </a:r>
            <a:endParaRPr sz="1200"/>
          </a:p>
        </p:txBody>
      </p:sp>
      <p:cxnSp>
        <p:nvCxnSpPr>
          <p:cNvPr id="183" name="Google Shape;183;p21"/>
          <p:cNvCxnSpPr/>
          <p:nvPr/>
        </p:nvCxnSpPr>
        <p:spPr>
          <a:xfrm>
            <a:off x="480750" y="30378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1"/>
          <p:cNvSpPr txBox="1"/>
          <p:nvPr/>
        </p:nvSpPr>
        <p:spPr>
          <a:xfrm>
            <a:off x="468000" y="32097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Rounding in a context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3516300"/>
            <a:ext cx="6624000" cy="6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friends go out for lunch and spend £25.  They decide that there are 3 different ways they can pay.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Write down the pros and cons of the different ways.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Round the cost to the nearest £10 and split the bill.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£25 ≈ £30 (to the nearest ten)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£30 ÷ 3 = £10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pay £10 each.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cover the cost of lunch but pay £5 more than they needed to.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ii) Split the bill between the 3 of them, round this to the nearest pound and each pay that amount.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£25 ÷ 3 = £8 (to the nearest pound)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£8 × 3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£24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is easy to work out but they are £1 short on the cost of lunch.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iii) Split the bill between the 3 of them, round to 2 decimal places and each pay that amount.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£25 ÷ 3 = £8.33 (to 2 d.p.)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£8 × 3.33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£24.99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each pay the same but they are 1 p short on the cost of lunch.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What should they do to pay for the lunch?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should divide the cost by 3 but round up to the nearest penny.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2" name="Google Shape;192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any number of decimal places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468000" y="720000"/>
            <a:ext cx="6480600" cy="23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cost of carpeting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2"/>
          <p:cNvSpPr/>
          <p:nvPr/>
        </p:nvSpPr>
        <p:spPr>
          <a:xfrm rot="-5400000">
            <a:off x="1231950" y="851509"/>
            <a:ext cx="1068600" cy="1832400"/>
          </a:xfrm>
          <a:prstGeom prst="rect">
            <a:avLst/>
          </a:prstGeom>
          <a:solidFill>
            <a:srgbClr val="F0F0F0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2732781" y="1634441"/>
            <a:ext cx="74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1513252" y="981859"/>
            <a:ext cx="47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952795" y="1381354"/>
            <a:ext cx="1626931" cy="708419"/>
          </a:xfrm>
          <a:prstGeom prst="flowChartPunchedTape">
            <a:avLst/>
          </a:prstGeom>
          <a:noFill/>
          <a:ln cap="flat" cmpd="sng" w="38100">
            <a:solidFill>
              <a:srgbClr val="037B7D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£6.25 per m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1022557" y="2773213"/>
            <a:ext cx="968700" cy="968700"/>
          </a:xfrm>
          <a:prstGeom prst="rect">
            <a:avLst/>
          </a:prstGeom>
          <a:solidFill>
            <a:srgbClr val="80808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1991399" y="3096436"/>
            <a:ext cx="612900" cy="645600"/>
          </a:xfrm>
          <a:prstGeom prst="rect">
            <a:avLst/>
          </a:prstGeom>
          <a:solidFill>
            <a:srgbClr val="80808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1244390" y="2540503"/>
            <a:ext cx="47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5.1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1523949" y="3739459"/>
            <a:ext cx="61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8.08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494743" y="3129890"/>
            <a:ext cx="47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2626831" y="3310148"/>
            <a:ext cx="61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2.84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1152222" y="3120439"/>
            <a:ext cx="1291927" cy="581128"/>
          </a:xfrm>
          <a:prstGeom prst="flowChartPunchedTape">
            <a:avLst/>
          </a:prstGeom>
          <a:noFill/>
          <a:ln cap="flat" cmpd="sng" w="38100">
            <a:solidFill>
              <a:srgbClr val="037B7D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£5.95 per m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4124818" y="1350200"/>
            <a:ext cx="2360100" cy="7101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7.2 × 6.8 = 49.0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49.0 × 6.25 = £306.25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3362489" y="2729000"/>
            <a:ext cx="3729600" cy="7101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8.08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4.2 − 2.98 × 1.36 = 29.88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29.88 × 5.95 = £177.79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468000" y="4115100"/>
            <a:ext cx="6624000" cy="3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Lucas, Aisha and Jacob take part in 800 m on sports day.  The teacher recorded their times to the nearest minute.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their times: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Lucas	                                              Aisha                                                      Jacob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minutes				3 minutes					3 minutes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Was rounding to the nearest minute a suitable degree of accuracy?	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No, because the times were all the same.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teacher then decides to record their times to the nearest hundredth of a second.  Is this an appropriate degree of accuracy?	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Yes, this should definitely separate the pupils.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468000" y="7228500"/>
            <a:ext cx="6443100" cy="23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their exact times	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Lucas                                           Aisha                                             Jacob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Was it necessary to record the times to the nearest 100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a second?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was not necessary, as you could tell from the tenths of a second.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	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" name="Google Shape;211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570125" y="7922860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519837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731720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570125" y="8267612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519837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731720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856153" y="7922860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805864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1017747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856153" y="8267612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805864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1017747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1223902" y="7922860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1173613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1385496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1223902" y="8267612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1173613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1385496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1509929" y="7922860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1671523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1509929" y="8091395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1509929" y="8267612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1671523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/>
          <p:nvPr/>
        </p:nvSpPr>
        <p:spPr>
          <a:xfrm>
            <a:off x="1107197" y="8016175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1107197" y="8179616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1767582" y="8275340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1885818" y="791901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1835529" y="791901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047412" y="811819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1885818" y="826376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1835529" y="811819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047412" y="791901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2172973" y="7922860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2122684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334567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2172973" y="8091395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2172973" y="8267612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2122684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334567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2894504" y="789335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2844215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056098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2894504" y="823810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2844215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056098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3180531" y="789335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3130242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342125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3180531" y="823810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3130242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342125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3548280" y="789335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3497991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709874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3548280" y="823810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3497991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709874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3834307" y="789335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995901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3834307" y="8061893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3834307" y="823810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995901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/>
          <p:nvPr/>
        </p:nvSpPr>
        <p:spPr>
          <a:xfrm>
            <a:off x="3431575" y="7986672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3431575" y="8150113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4091960" y="8245838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4210196" y="7889515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4210196" y="8234267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4159908" y="8088695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4371790" y="7889515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4497351" y="789335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4447062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4658945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4210529" y="8061893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4497351" y="823810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4447062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4658945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5248384" y="791282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5198095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5409978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5248384" y="825757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5198095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5409978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5534411" y="791282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5484123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5696005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5534411" y="825757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5484123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5696005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5902161" y="791282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5851872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6063755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5902161" y="825757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5851872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6063755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6188188" y="791282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6195638" y="8081363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6188188" y="825757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6349782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/>
          <p:nvPr/>
        </p:nvSpPr>
        <p:spPr>
          <a:xfrm>
            <a:off x="5785456" y="8006142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5785456" y="8169583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6445840" y="8265308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6564077" y="7908985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6513788" y="7908985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6725671" y="8108166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6564077" y="8253737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6851232" y="791282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6800943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7012826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6851232" y="8081363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6851232" y="825757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6800943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7012826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6149869" y="8091626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6564409" y="8081363"/>
            <a:ext cx="197348" cy="71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