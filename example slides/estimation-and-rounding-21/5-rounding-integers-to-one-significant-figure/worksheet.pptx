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5" r:id="rId4"/>
    <p:sldMasterId id="2147483666" r:id="rId5"/>
  </p:sldMasterIdLst>
  <p:notesMasterIdLst>
    <p:notesMasterId r:id="rId6"/>
  </p:notesMasterIdLst>
  <p:sldIdLst>
    <p:sldId id="256" r:id="rId7"/>
    <p:sldId id="257" r:id="rId8"/>
  </p:sldIdLst>
  <p:sldSz cy="10692000" cx="756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71E4D9B-E7EC-4B4C-B04E-1F620E3C49A5}">
  <a:tblStyle styleId="{371E4D9B-E7EC-4B4C-B04E-1F620E3C49A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7996905f60_0_125: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7996905f60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7996905f60_0_130: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7996905f60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hyperlink" Target="https://www.nationalarchives.gov.uk/doc/open-government-licence/version/3/" TargetMode="External"/><Relationship Id="rId6" Type="http://schemas.openxmlformats.org/officeDocument/2006/relationships/hyperlink" Target="https://www.thenational.academy/legal/terms-and-conditions" TargetMode="Externa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hyperlink" Target="https://www.nationalarchives.gov.uk/doc/open-government-licence/version/3/" TargetMode="External"/><Relationship Id="rId6" Type="http://schemas.openxmlformats.org/officeDocument/2006/relationships/hyperlink" Target="https://www.thenational.academy/legal/terms-and-conditions"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hyperlink" Target="https://www.nationalarchives.gov.uk/doc/open-government-licence/version/3/" TargetMode="External"/><Relationship Id="rId6" Type="http://schemas.openxmlformats.org/officeDocument/2006/relationships/hyperlink" Target="https://www.thenational.academy/legal/terms-and-conditions"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 FRONT COL 1">
  <p:cSld name="SECTION_HEADER_1_1_1_1_1_1_1_1_1">
    <p:spTree>
      <p:nvGrpSpPr>
        <p:cNvPr id="9" name="Shape 9"/>
        <p:cNvGrpSpPr/>
        <p:nvPr/>
      </p:nvGrpSpPr>
      <p:grpSpPr>
        <a:xfrm>
          <a:off x="0" y="0"/>
          <a:ext cx="0" cy="0"/>
          <a:chOff x="0" y="0"/>
          <a:chExt cx="0" cy="0"/>
        </a:xfrm>
      </p:grpSpPr>
      <p:sp>
        <p:nvSpPr>
          <p:cNvPr id="10" name="Google Shape;10;p2"/>
          <p:cNvSpPr txBox="1"/>
          <p:nvPr>
            <p:ph type="title"/>
          </p:nvPr>
        </p:nvSpPr>
        <p:spPr>
          <a:xfrm>
            <a:off x="468000" y="266700"/>
            <a:ext cx="6624000" cy="432000"/>
          </a:xfrm>
          <a:prstGeom prst="rect">
            <a:avLst/>
          </a:prstGeom>
        </p:spPr>
        <p:txBody>
          <a:bodyPr anchorCtr="0" anchor="t" bIns="91425" lIns="0" spcFirstLastPara="1" rIns="91425" wrap="square" tIns="91425">
            <a:normAutofit/>
          </a:bodyPr>
          <a:lstStyle>
            <a:lvl1pPr lvl="0" rtl="0">
              <a:spcBef>
                <a:spcPts val="0"/>
              </a:spcBef>
              <a:spcAft>
                <a:spcPts val="0"/>
              </a:spcAft>
              <a:buSzPts val="1800"/>
              <a:buFont typeface="Lexend"/>
              <a:buNone/>
              <a:defRPr b="1" sz="1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 name="Google Shape;11;p2"/>
          <p:cNvSpPr txBox="1"/>
          <p:nvPr>
            <p:ph idx="1" type="subTitle"/>
          </p:nvPr>
        </p:nvSpPr>
        <p:spPr>
          <a:xfrm>
            <a:off x="468000" y="9981175"/>
            <a:ext cx="5898900" cy="360000"/>
          </a:xfrm>
          <a:prstGeom prst="rect">
            <a:avLst/>
          </a:prstGeom>
        </p:spPr>
        <p:txBody>
          <a:bodyPr anchorCtr="0" anchor="ctr" bIns="0" lIns="0" spcFirstLastPara="1" rIns="0" wrap="square" tIns="0">
            <a:norm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2" name="Google Shape;12;p2"/>
          <p:cNvPicPr preferRelativeResize="0"/>
          <p:nvPr/>
        </p:nvPicPr>
        <p:blipFill>
          <a:blip r:embed="rId2">
            <a:alphaModFix/>
          </a:blip>
          <a:stretch>
            <a:fillRect/>
          </a:stretch>
        </p:blipFill>
        <p:spPr>
          <a:xfrm>
            <a:off x="6886512" y="10041210"/>
            <a:ext cx="181075" cy="246288"/>
          </a:xfrm>
          <a:prstGeom prst="rect">
            <a:avLst/>
          </a:prstGeom>
          <a:noFill/>
          <a:ln>
            <a:noFill/>
          </a:ln>
        </p:spPr>
      </p:pic>
      <p:pic>
        <p:nvPicPr>
          <p:cNvPr id="13" name="Google Shape;13;p2"/>
          <p:cNvPicPr preferRelativeResize="0"/>
          <p:nvPr/>
        </p:nvPicPr>
        <p:blipFill rotWithShape="1">
          <a:blip r:embed="rId3">
            <a:alphaModFix/>
          </a:blip>
          <a:srcRect b="0" l="4603" r="4603" t="0"/>
          <a:stretch/>
        </p:blipFill>
        <p:spPr>
          <a:xfrm>
            <a:off x="466825" y="698750"/>
            <a:ext cx="6623999" cy="75600"/>
          </a:xfrm>
          <a:prstGeom prst="rect">
            <a:avLst/>
          </a:prstGeom>
          <a:noFill/>
          <a:ln>
            <a:noFill/>
          </a:ln>
        </p:spPr>
      </p:pic>
      <p:grpSp>
        <p:nvGrpSpPr>
          <p:cNvPr id="14" name="Google Shape;14;p2"/>
          <p:cNvGrpSpPr/>
          <p:nvPr/>
        </p:nvGrpSpPr>
        <p:grpSpPr>
          <a:xfrm>
            <a:off x="466900" y="962525"/>
            <a:ext cx="2953057" cy="162000"/>
            <a:chOff x="466900" y="962525"/>
            <a:chExt cx="2953057" cy="162000"/>
          </a:xfrm>
        </p:grpSpPr>
        <p:sp>
          <p:nvSpPr>
            <p:cNvPr id="15" name="Google Shape;15;p2"/>
            <p:cNvSpPr txBox="1"/>
            <p:nvPr/>
          </p:nvSpPr>
          <p:spPr>
            <a:xfrm>
              <a:off x="466900" y="962525"/>
              <a:ext cx="2953057"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000">
                  <a:solidFill>
                    <a:schemeClr val="dk2"/>
                  </a:solidFill>
                  <a:latin typeface="Lexend"/>
                  <a:ea typeface="Lexend"/>
                  <a:cs typeface="Lexend"/>
                  <a:sym typeface="Lexend"/>
                </a:rPr>
                <a:t>Name</a:t>
              </a:r>
              <a:r>
                <a:rPr b="1" lang="en-GB" sz="1000">
                  <a:solidFill>
                    <a:schemeClr val="dk2"/>
                  </a:solidFill>
                  <a:latin typeface="Lexend"/>
                  <a:ea typeface="Lexend"/>
                  <a:cs typeface="Lexend"/>
                  <a:sym typeface="Lexend"/>
                </a:rPr>
                <a:t>: </a:t>
              </a:r>
              <a:endParaRPr b="1" sz="1000">
                <a:solidFill>
                  <a:schemeClr val="dk2"/>
                </a:solidFill>
                <a:latin typeface="Lexend"/>
                <a:ea typeface="Lexend"/>
                <a:cs typeface="Lexend"/>
                <a:sym typeface="Lexend"/>
              </a:endParaRPr>
            </a:p>
          </p:txBody>
        </p:sp>
        <p:cxnSp>
          <p:nvCxnSpPr>
            <p:cNvPr id="16" name="Google Shape;16;p2"/>
            <p:cNvCxnSpPr/>
            <p:nvPr/>
          </p:nvCxnSpPr>
          <p:spPr>
            <a:xfrm flipH="1" rot="10800000">
              <a:off x="943904" y="1116425"/>
              <a:ext cx="1998900" cy="8100"/>
            </a:xfrm>
            <a:prstGeom prst="straightConnector1">
              <a:avLst/>
            </a:prstGeom>
            <a:noFill/>
            <a:ln cap="flat" cmpd="sng" w="9525">
              <a:solidFill>
                <a:schemeClr val="dk2"/>
              </a:solidFill>
              <a:prstDash val="solid"/>
              <a:round/>
              <a:headEnd len="med" w="med" type="none"/>
              <a:tailEnd len="med" w="med" type="none"/>
            </a:ln>
          </p:spPr>
        </p:cxnSp>
      </p:grpSp>
    </p:spTree>
  </p:cSld>
  <p:clrMapOvr>
    <a:masterClrMapping/>
  </p:clrMapOvr>
  <p:extLst>
    <p:ext uri="{DCECCB84-F9BA-43D5-87BE-67443E8EF086}">
      <p15:sldGuideLst>
        <p15:guide id="1" orient="horz" pos="488">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pos="295">
          <p15:clr>
            <a:srgbClr val="FF0000"/>
          </p15:clr>
        </p15:guide>
        <p15:guide id="7" pos="4467">
          <p15:clr>
            <a:srgbClr val="FF0000"/>
          </p15:clr>
        </p15:guide>
        <p15:guide id="8" pos="1519">
          <p15:clr>
            <a:srgbClr val="D9D9D9"/>
          </p15:clr>
        </p15:guide>
        <p15:guide id="9" pos="1764">
          <p15:clr>
            <a:srgbClr val="D9D9D9"/>
          </p15:clr>
        </p15:guide>
        <p15:guide id="10" pos="3243">
          <p15:clr>
            <a:srgbClr val="D9D9D9"/>
          </p15:clr>
        </p15:guide>
        <p15:guide id="11" pos="2998">
          <p15:clr>
            <a:srgbClr val="D9D9D9"/>
          </p15:clr>
        </p15:guide>
        <p15:guide id="12" pos="3120">
          <p15:clr>
            <a:srgbClr val="D9D9D9"/>
          </p15:clr>
        </p15:guide>
        <p15:guide id="13" pos="1642">
          <p15:clr>
            <a:srgbClr val="D9D9D9"/>
          </p15:clr>
        </p15:guide>
        <p15:guide id="14" pos="2381">
          <p15:clr>
            <a:srgbClr val="D9D9D9"/>
          </p15:clr>
        </p15:guide>
        <p15:guide id="15" pos="2154">
          <p15:clr>
            <a:srgbClr val="FF0000"/>
          </p15:clr>
        </p15:guide>
        <p15:guide id="16" pos="2608">
          <p15:clr>
            <a:srgbClr val="FF0000"/>
          </p15:clr>
        </p15:guide>
        <p15:guide id="17"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 FRONT COL 1 1">
  <p:cSld name="SECTION_HEADER_1_1_1_1_1_1_1_1_1_3">
    <p:spTree>
      <p:nvGrpSpPr>
        <p:cNvPr id="17" name="Shape 17"/>
        <p:cNvGrpSpPr/>
        <p:nvPr/>
      </p:nvGrpSpPr>
      <p:grpSpPr>
        <a:xfrm>
          <a:off x="0" y="0"/>
          <a:ext cx="0" cy="0"/>
          <a:chOff x="0" y="0"/>
          <a:chExt cx="0" cy="0"/>
        </a:xfrm>
      </p:grpSpPr>
      <p:sp>
        <p:nvSpPr>
          <p:cNvPr id="18" name="Google Shape;18;p3"/>
          <p:cNvSpPr txBox="1"/>
          <p:nvPr>
            <p:ph type="title"/>
          </p:nvPr>
        </p:nvSpPr>
        <p:spPr>
          <a:xfrm>
            <a:off x="468000" y="266700"/>
            <a:ext cx="6624000" cy="432000"/>
          </a:xfrm>
          <a:prstGeom prst="rect">
            <a:avLst/>
          </a:prstGeom>
        </p:spPr>
        <p:txBody>
          <a:bodyPr anchorCtr="0" anchor="t" bIns="91425" lIns="0" spcFirstLastPara="1" rIns="91425" wrap="square" tIns="91425">
            <a:normAutofit/>
          </a:bodyPr>
          <a:lstStyle>
            <a:lvl1pPr lvl="0" rtl="0">
              <a:spcBef>
                <a:spcPts val="0"/>
              </a:spcBef>
              <a:spcAft>
                <a:spcPts val="0"/>
              </a:spcAft>
              <a:buSzPts val="1800"/>
              <a:buFont typeface="Lexend"/>
              <a:buNone/>
              <a:defRPr b="1" sz="1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 name="Google Shape;19;p3"/>
          <p:cNvSpPr txBox="1"/>
          <p:nvPr>
            <p:ph idx="1" type="subTitle"/>
          </p:nvPr>
        </p:nvSpPr>
        <p:spPr>
          <a:xfrm>
            <a:off x="466825" y="178015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0" name="Google Shape;20;p3"/>
          <p:cNvSpPr txBox="1"/>
          <p:nvPr>
            <p:ph idx="2" type="subTitle"/>
          </p:nvPr>
        </p:nvSpPr>
        <p:spPr>
          <a:xfrm>
            <a:off x="2807400"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p:nvPr>
            <p:ph idx="3" type="subTitle"/>
          </p:nvPr>
        </p:nvSpPr>
        <p:spPr>
          <a:xfrm>
            <a:off x="468000" y="9981175"/>
            <a:ext cx="5898900" cy="360000"/>
          </a:xfrm>
          <a:prstGeom prst="rect">
            <a:avLst/>
          </a:prstGeom>
        </p:spPr>
        <p:txBody>
          <a:bodyPr anchorCtr="0" anchor="ctr" bIns="0" lIns="0" spcFirstLastPara="1" rIns="0" wrap="square" tIns="0">
            <a:norm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2" name="Google Shape;22;p3"/>
          <p:cNvSpPr txBox="1"/>
          <p:nvPr>
            <p:ph idx="4" type="subTitle"/>
          </p:nvPr>
        </p:nvSpPr>
        <p:spPr>
          <a:xfrm>
            <a:off x="4127250" y="30420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3" name="Google Shape;23;p3"/>
          <p:cNvSpPr txBox="1"/>
          <p:nvPr>
            <p:ph idx="5" type="subTitle"/>
          </p:nvPr>
        </p:nvSpPr>
        <p:spPr>
          <a:xfrm>
            <a:off x="468000" y="5866375"/>
            <a:ext cx="6581700" cy="41058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4" name="Google Shape;24;p3"/>
          <p:cNvSpPr txBox="1"/>
          <p:nvPr>
            <p:ph idx="6" type="subTitle"/>
          </p:nvPr>
        </p:nvSpPr>
        <p:spPr>
          <a:xfrm>
            <a:off x="466825" y="30420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5" name="Google Shape;25;p3"/>
          <p:cNvSpPr txBox="1"/>
          <p:nvPr>
            <p:ph idx="7" type="subTitle"/>
          </p:nvPr>
        </p:nvSpPr>
        <p:spPr>
          <a:xfrm>
            <a:off x="466825"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6" name="Google Shape;26;p3"/>
          <p:cNvSpPr txBox="1"/>
          <p:nvPr>
            <p:ph idx="8" type="subTitle"/>
          </p:nvPr>
        </p:nvSpPr>
        <p:spPr>
          <a:xfrm>
            <a:off x="5147975"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27" name="Google Shape;27;p3"/>
          <p:cNvPicPr preferRelativeResize="0"/>
          <p:nvPr/>
        </p:nvPicPr>
        <p:blipFill>
          <a:blip r:embed="rId2">
            <a:alphaModFix/>
          </a:blip>
          <a:stretch>
            <a:fillRect/>
          </a:stretch>
        </p:blipFill>
        <p:spPr>
          <a:xfrm>
            <a:off x="6886512" y="10041210"/>
            <a:ext cx="181075" cy="246288"/>
          </a:xfrm>
          <a:prstGeom prst="rect">
            <a:avLst/>
          </a:prstGeom>
          <a:noFill/>
          <a:ln>
            <a:noFill/>
          </a:ln>
        </p:spPr>
      </p:pic>
      <p:pic>
        <p:nvPicPr>
          <p:cNvPr id="28" name="Google Shape;28;p3"/>
          <p:cNvPicPr preferRelativeResize="0"/>
          <p:nvPr/>
        </p:nvPicPr>
        <p:blipFill rotWithShape="1">
          <a:blip r:embed="rId3">
            <a:alphaModFix/>
          </a:blip>
          <a:srcRect b="0" l="4603" r="4603" t="0"/>
          <a:stretch/>
        </p:blipFill>
        <p:spPr>
          <a:xfrm>
            <a:off x="466825" y="698750"/>
            <a:ext cx="6623999" cy="75600"/>
          </a:xfrm>
          <a:prstGeom prst="rect">
            <a:avLst/>
          </a:prstGeom>
          <a:noFill/>
          <a:ln>
            <a:noFill/>
          </a:ln>
        </p:spPr>
      </p:pic>
      <p:grpSp>
        <p:nvGrpSpPr>
          <p:cNvPr id="29" name="Google Shape;29;p3"/>
          <p:cNvGrpSpPr/>
          <p:nvPr/>
        </p:nvGrpSpPr>
        <p:grpSpPr>
          <a:xfrm>
            <a:off x="466900" y="962525"/>
            <a:ext cx="2953200" cy="162000"/>
            <a:chOff x="466900" y="962525"/>
            <a:chExt cx="2953200" cy="162000"/>
          </a:xfrm>
        </p:grpSpPr>
        <p:sp>
          <p:nvSpPr>
            <p:cNvPr id="30" name="Google Shape;30;p3"/>
            <p:cNvSpPr txBox="1"/>
            <p:nvPr/>
          </p:nvSpPr>
          <p:spPr>
            <a:xfrm>
              <a:off x="466900" y="962525"/>
              <a:ext cx="29532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000">
                  <a:solidFill>
                    <a:schemeClr val="dk2"/>
                  </a:solidFill>
                  <a:latin typeface="Lexend"/>
                  <a:ea typeface="Lexend"/>
                  <a:cs typeface="Lexend"/>
                  <a:sym typeface="Lexend"/>
                </a:rPr>
                <a:t>Name</a:t>
              </a:r>
              <a:r>
                <a:rPr b="1" lang="en-GB" sz="1000">
                  <a:solidFill>
                    <a:schemeClr val="dk2"/>
                  </a:solidFill>
                  <a:latin typeface="Lexend"/>
                  <a:ea typeface="Lexend"/>
                  <a:cs typeface="Lexend"/>
                  <a:sym typeface="Lexend"/>
                </a:rPr>
                <a:t>: </a:t>
              </a:r>
              <a:endParaRPr b="1" sz="1000">
                <a:solidFill>
                  <a:schemeClr val="dk2"/>
                </a:solidFill>
                <a:latin typeface="Lexend"/>
                <a:ea typeface="Lexend"/>
                <a:cs typeface="Lexend"/>
                <a:sym typeface="Lexend"/>
              </a:endParaRPr>
            </a:p>
          </p:txBody>
        </p:sp>
        <p:cxnSp>
          <p:nvCxnSpPr>
            <p:cNvPr id="31" name="Google Shape;31;p3"/>
            <p:cNvCxnSpPr/>
            <p:nvPr/>
          </p:nvCxnSpPr>
          <p:spPr>
            <a:xfrm flipH="1" rot="10800000">
              <a:off x="943904" y="1116425"/>
              <a:ext cx="1998900" cy="8100"/>
            </a:xfrm>
            <a:prstGeom prst="straightConnector1">
              <a:avLst/>
            </a:prstGeom>
            <a:noFill/>
            <a:ln cap="flat" cmpd="sng" w="9525">
              <a:solidFill>
                <a:schemeClr val="dk2"/>
              </a:solidFill>
              <a:prstDash val="solid"/>
              <a:round/>
              <a:headEnd len="med" w="med" type="none"/>
              <a:tailEnd len="med" w="med" type="none"/>
            </a:ln>
          </p:spPr>
        </p:cxnSp>
      </p:grpSp>
      <p:sp>
        <p:nvSpPr>
          <p:cNvPr id="32" name="Google Shape;32;p3"/>
          <p:cNvSpPr txBox="1"/>
          <p:nvPr>
            <p:ph idx="9" type="subTitle"/>
          </p:nvPr>
        </p:nvSpPr>
        <p:spPr>
          <a:xfrm>
            <a:off x="466825" y="13698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88">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pos="295">
          <p15:clr>
            <a:srgbClr val="FF0000"/>
          </p15:clr>
        </p15:guide>
        <p15:guide id="7" pos="4467">
          <p15:clr>
            <a:srgbClr val="FF0000"/>
          </p15:clr>
        </p15:guide>
        <p15:guide id="8" pos="1519">
          <p15:clr>
            <a:srgbClr val="D9D9D9"/>
          </p15:clr>
        </p15:guide>
        <p15:guide id="9" pos="1764">
          <p15:clr>
            <a:srgbClr val="D9D9D9"/>
          </p15:clr>
        </p15:guide>
        <p15:guide id="10" pos="3243">
          <p15:clr>
            <a:srgbClr val="D9D9D9"/>
          </p15:clr>
        </p15:guide>
        <p15:guide id="11" pos="2998">
          <p15:clr>
            <a:srgbClr val="D9D9D9"/>
          </p15:clr>
        </p15:guide>
        <p15:guide id="12" pos="3120">
          <p15:clr>
            <a:srgbClr val="D9D9D9"/>
          </p15:clr>
        </p15:guide>
        <p15:guide id="13" pos="1642">
          <p15:clr>
            <a:srgbClr val="D9D9D9"/>
          </p15:clr>
        </p15:guide>
        <p15:guide id="14" pos="2381">
          <p15:clr>
            <a:srgbClr val="D9D9D9"/>
          </p15:clr>
        </p15:guide>
        <p15:guide id="15" pos="2154">
          <p15:clr>
            <a:srgbClr val="FF0000"/>
          </p15:clr>
        </p15:guide>
        <p15:guide id="16" pos="2608">
          <p15:clr>
            <a:srgbClr val="FF0000"/>
          </p15:clr>
        </p15:guide>
        <p15:guide id="17"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1">
  <p:cSld name="SECTION_HEADER_1_1_1_1_1_1_1_1_1_1">
    <p:spTree>
      <p:nvGrpSpPr>
        <p:cNvPr id="33" name="Shape 33"/>
        <p:cNvGrpSpPr/>
        <p:nvPr/>
      </p:nvGrpSpPr>
      <p:grpSpPr>
        <a:xfrm>
          <a:off x="0" y="0"/>
          <a:ext cx="0" cy="0"/>
          <a:chOff x="0" y="0"/>
          <a:chExt cx="0" cy="0"/>
        </a:xfrm>
      </p:grpSpPr>
      <p:sp>
        <p:nvSpPr>
          <p:cNvPr id="34" name="Google Shape;34;p4"/>
          <p:cNvSpPr txBox="1"/>
          <p:nvPr>
            <p:ph idx="1" type="subTitle"/>
          </p:nvPr>
        </p:nvSpPr>
        <p:spPr>
          <a:xfrm>
            <a:off x="466825" y="162775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5" name="Google Shape;35;p4"/>
          <p:cNvSpPr txBox="1"/>
          <p:nvPr>
            <p:ph idx="2" type="subTitle"/>
          </p:nvPr>
        </p:nvSpPr>
        <p:spPr>
          <a:xfrm>
            <a:off x="4127250" y="28896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6" name="Google Shape;36;p4"/>
          <p:cNvSpPr txBox="1"/>
          <p:nvPr>
            <p:ph idx="3" type="subTitle"/>
          </p:nvPr>
        </p:nvSpPr>
        <p:spPr>
          <a:xfrm>
            <a:off x="466825" y="28896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37" name="Google Shape;37;p4"/>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38" name="Google Shape;38;p4"/>
          <p:cNvSpPr txBox="1"/>
          <p:nvPr>
            <p:ph idx="4"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2">
  <p:cSld name="SECTION_HEADER_1_1_1_1_1_1_1_1_1_1_1">
    <p:spTree>
      <p:nvGrpSpPr>
        <p:cNvPr id="39" name="Shape 39"/>
        <p:cNvGrpSpPr/>
        <p:nvPr/>
      </p:nvGrpSpPr>
      <p:grpSpPr>
        <a:xfrm>
          <a:off x="0" y="0"/>
          <a:ext cx="0" cy="0"/>
          <a:chOff x="0" y="0"/>
          <a:chExt cx="0" cy="0"/>
        </a:xfrm>
      </p:grpSpPr>
      <p:sp>
        <p:nvSpPr>
          <p:cNvPr id="40" name="Google Shape;40;p5"/>
          <p:cNvSpPr txBox="1"/>
          <p:nvPr>
            <p:ph idx="1" type="subTitle"/>
          </p:nvPr>
        </p:nvSpPr>
        <p:spPr>
          <a:xfrm>
            <a:off x="2807400"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1" name="Google Shape;41;p5"/>
          <p:cNvSpPr txBox="1"/>
          <p:nvPr>
            <p:ph idx="2" type="subTitle"/>
          </p:nvPr>
        </p:nvSpPr>
        <p:spPr>
          <a:xfrm>
            <a:off x="467950" y="2493013"/>
            <a:ext cx="6624000" cy="41058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2" name="Google Shape;42;p5"/>
          <p:cNvSpPr txBox="1"/>
          <p:nvPr>
            <p:ph idx="3" type="subTitle"/>
          </p:nvPr>
        </p:nvSpPr>
        <p:spPr>
          <a:xfrm>
            <a:off x="466825"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3" name="Google Shape;43;p5"/>
          <p:cNvSpPr txBox="1"/>
          <p:nvPr>
            <p:ph idx="4" type="subTitle"/>
          </p:nvPr>
        </p:nvSpPr>
        <p:spPr>
          <a:xfrm>
            <a:off x="5147975"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44" name="Google Shape;44;p5"/>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45" name="Google Shape;45;p5"/>
          <p:cNvSpPr txBox="1"/>
          <p:nvPr>
            <p:ph idx="5"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3">
  <p:cSld name="SECTION_HEADER_1_1_1_1_1_1_1_1_1_1_1_2">
    <p:spTree>
      <p:nvGrpSpPr>
        <p:cNvPr id="46" name="Shape 46"/>
        <p:cNvGrpSpPr/>
        <p:nvPr/>
      </p:nvGrpSpPr>
      <p:grpSpPr>
        <a:xfrm>
          <a:off x="0" y="0"/>
          <a:ext cx="0" cy="0"/>
          <a:chOff x="0" y="0"/>
          <a:chExt cx="0" cy="0"/>
        </a:xfrm>
      </p:grpSpPr>
      <p:sp>
        <p:nvSpPr>
          <p:cNvPr id="47" name="Google Shape;47;p6"/>
          <p:cNvSpPr txBox="1"/>
          <p:nvPr>
            <p:ph idx="1" type="subTitle"/>
          </p:nvPr>
        </p:nvSpPr>
        <p:spPr>
          <a:xfrm>
            <a:off x="466825"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8" name="Google Shape;48;p6"/>
          <p:cNvSpPr txBox="1"/>
          <p:nvPr>
            <p:ph idx="2" type="subTitle"/>
          </p:nvPr>
        </p:nvSpPr>
        <p:spPr>
          <a:xfrm>
            <a:off x="2807400"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6"/>
          <p:cNvSpPr txBox="1"/>
          <p:nvPr>
            <p:ph idx="3" type="subTitle"/>
          </p:nvPr>
        </p:nvSpPr>
        <p:spPr>
          <a:xfrm>
            <a:off x="5147975"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0" name="Google Shape;50;p6"/>
          <p:cNvSpPr txBox="1"/>
          <p:nvPr>
            <p:ph idx="4" type="subTitle"/>
          </p:nvPr>
        </p:nvSpPr>
        <p:spPr>
          <a:xfrm>
            <a:off x="466825" y="170220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1" name="Google Shape;51;p6"/>
          <p:cNvSpPr txBox="1"/>
          <p:nvPr>
            <p:ph idx="5" type="subTitle"/>
          </p:nvPr>
        </p:nvSpPr>
        <p:spPr>
          <a:xfrm>
            <a:off x="466825" y="296405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2" name="Google Shape;52;p6"/>
          <p:cNvSpPr txBox="1"/>
          <p:nvPr>
            <p:ph idx="6" type="subTitle"/>
          </p:nvPr>
        </p:nvSpPr>
        <p:spPr>
          <a:xfrm>
            <a:off x="4127250" y="296405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3" name="Google Shape;53;p6"/>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54" name="Google Shape;54;p6"/>
          <p:cNvSpPr txBox="1"/>
          <p:nvPr>
            <p:ph idx="7"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4">
  <p:cSld name="SECTION_HEADER_1_1_1_1_1_1_1_1_1_1_1_2_1">
    <p:spTree>
      <p:nvGrpSpPr>
        <p:cNvPr id="55" name="Shape 55"/>
        <p:cNvGrpSpPr/>
        <p:nvPr/>
      </p:nvGrpSpPr>
      <p:grpSpPr>
        <a:xfrm>
          <a:off x="0" y="0"/>
          <a:ext cx="0" cy="0"/>
          <a:chOff x="0" y="0"/>
          <a:chExt cx="0" cy="0"/>
        </a:xfrm>
      </p:grpSpPr>
      <p:sp>
        <p:nvSpPr>
          <p:cNvPr id="56" name="Google Shape;56;p7"/>
          <p:cNvSpPr txBox="1"/>
          <p:nvPr>
            <p:ph idx="1" type="subTitle"/>
          </p:nvPr>
        </p:nvSpPr>
        <p:spPr>
          <a:xfrm>
            <a:off x="468000" y="1327649"/>
            <a:ext cx="6624000" cy="38436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7" name="Google Shape;57;p7"/>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58" name="Google Shape;58;p7"/>
          <p:cNvSpPr txBox="1"/>
          <p:nvPr>
            <p:ph idx="2"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lements to copy and paste">
  <p:cSld name="SECTION_HEADER_1_1_1_1_1_1_1_1_1_1_1_2_1_1">
    <p:spTree>
      <p:nvGrpSpPr>
        <p:cNvPr id="59" name="Shape 59"/>
        <p:cNvGrpSpPr/>
        <p:nvPr/>
      </p:nvGrpSpPr>
      <p:grpSpPr>
        <a:xfrm>
          <a:off x="0" y="0"/>
          <a:ext cx="0" cy="0"/>
          <a:chOff x="0" y="0"/>
          <a:chExt cx="0" cy="0"/>
        </a:xfrm>
      </p:grpSpPr>
      <p:sp>
        <p:nvSpPr>
          <p:cNvPr id="60" name="Google Shape;60;p8"/>
          <p:cNvSpPr txBox="1"/>
          <p:nvPr/>
        </p:nvSpPr>
        <p:spPr>
          <a:xfrm>
            <a:off x="493450" y="416654"/>
            <a:ext cx="6624000" cy="2154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None/>
            </a:pPr>
            <a:r>
              <a:rPr b="1" lang="en-GB">
                <a:latin typeface="Lexend"/>
                <a:ea typeface="Lexend"/>
                <a:cs typeface="Lexend"/>
                <a:sym typeface="Lexend"/>
              </a:rPr>
              <a:t>Elements to copy and paste</a:t>
            </a:r>
            <a:endParaRPr sz="1100">
              <a:latin typeface="Lexend"/>
              <a:ea typeface="Lexend"/>
              <a:cs typeface="Lexend"/>
              <a:sym typeface="Lexend"/>
            </a:endParaRPr>
          </a:p>
        </p:txBody>
      </p:sp>
      <p:pic>
        <p:nvPicPr>
          <p:cNvPr id="61" name="Google Shape;61;p8"/>
          <p:cNvPicPr preferRelativeResize="0"/>
          <p:nvPr/>
        </p:nvPicPr>
        <p:blipFill>
          <a:blip r:embed="rId2">
            <a:alphaModFix/>
          </a:blip>
          <a:stretch>
            <a:fillRect/>
          </a:stretch>
        </p:blipFill>
        <p:spPr>
          <a:xfrm>
            <a:off x="6886512" y="10041210"/>
            <a:ext cx="181075" cy="246288"/>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itle page">
  <p:cSld name="SECTION_HEADER_1_1_1_1_1_1_1_1_1_1_1_2_1_1_1_1_1">
    <p:bg>
      <p:bgPr>
        <a:solidFill>
          <a:schemeClr val="lt1"/>
        </a:solidFill>
      </p:bgPr>
    </p:bg>
    <p:spTree>
      <p:nvGrpSpPr>
        <p:cNvPr id="66" name="Shape 66"/>
        <p:cNvGrpSpPr/>
        <p:nvPr/>
      </p:nvGrpSpPr>
      <p:grpSpPr>
        <a:xfrm>
          <a:off x="0" y="0"/>
          <a:ext cx="0" cy="0"/>
          <a:chOff x="0" y="0"/>
          <a:chExt cx="0" cy="0"/>
        </a:xfrm>
      </p:grpSpPr>
      <p:pic>
        <p:nvPicPr>
          <p:cNvPr id="67" name="Google Shape;67;p10"/>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68" name="Google Shape;68;p10"/>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69" name="Google Shape;69;p10"/>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70" name="Google Shape;70;p10"/>
          <p:cNvSpPr txBox="1"/>
          <p:nvPr/>
        </p:nvSpPr>
        <p:spPr>
          <a:xfrm>
            <a:off x="466825" y="360000"/>
            <a:ext cx="2334000" cy="2154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b="1" lang="en-GB" sz="1200">
                <a:latin typeface="Lexend"/>
                <a:ea typeface="Lexend"/>
                <a:cs typeface="Lexend"/>
                <a:sym typeface="Lexend"/>
              </a:rPr>
              <a:t>Name</a:t>
            </a:r>
            <a:r>
              <a:rPr b="1" lang="en-GB">
                <a:latin typeface="Lexend"/>
                <a:ea typeface="Lexend"/>
                <a:cs typeface="Lexend"/>
                <a:sym typeface="Lexend"/>
              </a:rPr>
              <a:t>:</a:t>
            </a:r>
            <a:endParaRPr b="1">
              <a:latin typeface="Lexend"/>
              <a:ea typeface="Lexend"/>
              <a:cs typeface="Lexend"/>
              <a:sym typeface="Lexend"/>
            </a:endParaRPr>
          </a:p>
        </p:txBody>
      </p:sp>
      <p:cxnSp>
        <p:nvCxnSpPr>
          <p:cNvPr id="71" name="Google Shape;71;p10"/>
          <p:cNvCxnSpPr/>
          <p:nvPr/>
        </p:nvCxnSpPr>
        <p:spPr>
          <a:xfrm>
            <a:off x="987525" y="610425"/>
            <a:ext cx="1813200" cy="0"/>
          </a:xfrm>
          <a:prstGeom prst="straightConnector1">
            <a:avLst/>
          </a:prstGeom>
          <a:noFill/>
          <a:ln cap="flat" cmpd="sng" w="9525">
            <a:solidFill>
              <a:schemeClr val="dk2"/>
            </a:solidFill>
            <a:prstDash val="solid"/>
            <a:round/>
            <a:headEnd len="med" w="med" type="none"/>
            <a:tailEnd len="med" w="med" type="none"/>
          </a:ln>
        </p:spPr>
      </p:cxnSp>
      <p:pic>
        <p:nvPicPr>
          <p:cNvPr id="72" name="Google Shape;72;p10"/>
          <p:cNvPicPr preferRelativeResize="0"/>
          <p:nvPr/>
        </p:nvPicPr>
        <p:blipFill>
          <a:blip r:embed="rId3">
            <a:alphaModFix/>
          </a:blip>
          <a:stretch>
            <a:fillRect/>
          </a:stretch>
        </p:blipFill>
        <p:spPr>
          <a:xfrm>
            <a:off x="5722275" y="215699"/>
            <a:ext cx="504000" cy="504000"/>
          </a:xfrm>
          <a:prstGeom prst="rect">
            <a:avLst/>
          </a:prstGeom>
          <a:noFill/>
          <a:ln>
            <a:noFill/>
          </a:ln>
        </p:spPr>
      </p:pic>
      <p:pic>
        <p:nvPicPr>
          <p:cNvPr id="73" name="Google Shape;73;p10"/>
          <p:cNvPicPr preferRelativeResize="0"/>
          <p:nvPr/>
        </p:nvPicPr>
        <p:blipFill>
          <a:blip r:embed="rId4">
            <a:alphaModFix/>
          </a:blip>
          <a:stretch>
            <a:fillRect/>
          </a:stretch>
        </p:blipFill>
        <p:spPr>
          <a:xfrm>
            <a:off x="468000" y="1242003"/>
            <a:ext cx="6624000" cy="66240"/>
          </a:xfrm>
          <a:prstGeom prst="rect">
            <a:avLst/>
          </a:prstGeom>
          <a:noFill/>
          <a:ln>
            <a:noFill/>
          </a:ln>
        </p:spPr>
      </p:pic>
      <p:sp>
        <p:nvSpPr>
          <p:cNvPr id="74" name="Google Shape;74;p10"/>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Title page with long title">
  <p:cSld name="SECTION_HEADER_1_1_1_1_1_1_1_1_1_1_1_2_1_1_1_1_1_1_2">
    <p:bg>
      <p:bgPr>
        <a:solidFill>
          <a:schemeClr val="lt1"/>
        </a:solidFill>
      </p:bgPr>
    </p:bg>
    <p:spTree>
      <p:nvGrpSpPr>
        <p:cNvPr id="75" name="Shape 75"/>
        <p:cNvGrpSpPr/>
        <p:nvPr/>
      </p:nvGrpSpPr>
      <p:grpSpPr>
        <a:xfrm>
          <a:off x="0" y="0"/>
          <a:ext cx="0" cy="0"/>
          <a:chOff x="0" y="0"/>
          <a:chExt cx="0" cy="0"/>
        </a:xfrm>
      </p:grpSpPr>
      <p:pic>
        <p:nvPicPr>
          <p:cNvPr id="76" name="Google Shape;76;p11"/>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77" name="Google Shape;77;p11"/>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78" name="Google Shape;78;p11"/>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79" name="Google Shape;79;p11"/>
          <p:cNvPicPr preferRelativeResize="0"/>
          <p:nvPr/>
        </p:nvPicPr>
        <p:blipFill>
          <a:blip r:embed="rId3">
            <a:alphaModFix/>
          </a:blip>
          <a:stretch>
            <a:fillRect/>
          </a:stretch>
        </p:blipFill>
        <p:spPr>
          <a:xfrm>
            <a:off x="468000" y="1543153"/>
            <a:ext cx="6624000" cy="66240"/>
          </a:xfrm>
          <a:prstGeom prst="rect">
            <a:avLst/>
          </a:prstGeom>
          <a:noFill/>
          <a:ln>
            <a:noFill/>
          </a:ln>
        </p:spPr>
      </p:pic>
      <p:sp>
        <p:nvSpPr>
          <p:cNvPr id="80" name="Google Shape;80;p11"/>
          <p:cNvSpPr txBox="1"/>
          <p:nvPr/>
        </p:nvSpPr>
        <p:spPr>
          <a:xfrm>
            <a:off x="466825" y="360000"/>
            <a:ext cx="2334000" cy="2154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b="1" lang="en-GB" sz="1200">
                <a:latin typeface="Lexend"/>
                <a:ea typeface="Lexend"/>
                <a:cs typeface="Lexend"/>
                <a:sym typeface="Lexend"/>
              </a:rPr>
              <a:t>Name</a:t>
            </a:r>
            <a:r>
              <a:rPr b="1" lang="en-GB">
                <a:latin typeface="Lexend"/>
                <a:ea typeface="Lexend"/>
                <a:cs typeface="Lexend"/>
                <a:sym typeface="Lexend"/>
              </a:rPr>
              <a:t>:</a:t>
            </a:r>
            <a:endParaRPr b="1">
              <a:latin typeface="Lexend"/>
              <a:ea typeface="Lexend"/>
              <a:cs typeface="Lexend"/>
              <a:sym typeface="Lexend"/>
            </a:endParaRPr>
          </a:p>
        </p:txBody>
      </p:sp>
      <p:cxnSp>
        <p:nvCxnSpPr>
          <p:cNvPr id="81" name="Google Shape;81;p11"/>
          <p:cNvCxnSpPr/>
          <p:nvPr/>
        </p:nvCxnSpPr>
        <p:spPr>
          <a:xfrm>
            <a:off x="987525" y="610425"/>
            <a:ext cx="1813200" cy="0"/>
          </a:xfrm>
          <a:prstGeom prst="straightConnector1">
            <a:avLst/>
          </a:prstGeom>
          <a:noFill/>
          <a:ln cap="flat" cmpd="sng" w="9525">
            <a:solidFill>
              <a:schemeClr val="dk2"/>
            </a:solidFill>
            <a:prstDash val="solid"/>
            <a:round/>
            <a:headEnd len="med" w="med" type="none"/>
            <a:tailEnd len="med" w="med" type="none"/>
          </a:ln>
        </p:spPr>
      </p:cxnSp>
      <p:pic>
        <p:nvPicPr>
          <p:cNvPr id="82" name="Google Shape;82;p11"/>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83" name="Google Shape;83;p11"/>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Middle page">
  <p:cSld name="SECTION_HEADER_1_1_1_1_1_1_1_1_1_1_1_2_1_1_1_1_1_1_1_1_2">
    <p:bg>
      <p:bgPr>
        <a:solidFill>
          <a:schemeClr val="lt1"/>
        </a:solidFill>
      </p:bgPr>
    </p:bg>
    <p:spTree>
      <p:nvGrpSpPr>
        <p:cNvPr id="84" name="Shape 84"/>
        <p:cNvGrpSpPr/>
        <p:nvPr/>
      </p:nvGrpSpPr>
      <p:grpSpPr>
        <a:xfrm>
          <a:off x="0" y="0"/>
          <a:ext cx="0" cy="0"/>
          <a:chOff x="0" y="0"/>
          <a:chExt cx="0" cy="0"/>
        </a:xfrm>
      </p:grpSpPr>
      <p:pic>
        <p:nvPicPr>
          <p:cNvPr id="85" name="Google Shape;85;p12"/>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86" name="Google Shape;86;p1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87" name="Google Shape;87;p12"/>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88" name="Google Shape;88;p12"/>
          <p:cNvSpPr txBox="1"/>
          <p:nvPr>
            <p:ph idx="1" type="subTitle"/>
          </p:nvPr>
        </p:nvSpPr>
        <p:spPr>
          <a:xfrm>
            <a:off x="466825" y="360000"/>
            <a:ext cx="57792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Last page">
  <p:cSld name="SECTION_HEADER_1_1_1_1_1_1_1_1_1_1_1_2_1_1_1_1_1_1_1_1_1_3">
    <p:bg>
      <p:bgPr>
        <a:solidFill>
          <a:schemeClr val="lt1"/>
        </a:solidFill>
      </p:bgPr>
    </p:bg>
    <p:spTree>
      <p:nvGrpSpPr>
        <p:cNvPr id="89" name="Shape 89"/>
        <p:cNvGrpSpPr/>
        <p:nvPr/>
      </p:nvGrpSpPr>
      <p:grpSpPr>
        <a:xfrm>
          <a:off x="0" y="0"/>
          <a:ext cx="0" cy="0"/>
          <a:chOff x="0" y="0"/>
          <a:chExt cx="0" cy="0"/>
        </a:xfrm>
      </p:grpSpPr>
      <p:pic>
        <p:nvPicPr>
          <p:cNvPr id="90" name="Google Shape;90;p13"/>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91" name="Google Shape;91;p1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92" name="Google Shape;92;p13"/>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93" name="Google Shape;93;p13"/>
          <p:cNvSpPr txBox="1"/>
          <p:nvPr>
            <p:ph idx="1" type="subTitle"/>
          </p:nvPr>
        </p:nvSpPr>
        <p:spPr>
          <a:xfrm>
            <a:off x="466825" y="360000"/>
            <a:ext cx="57792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
        <p:nvSpPr>
          <p:cNvPr id="94" name="Google Shape;94;p13"/>
          <p:cNvSpPr txBox="1"/>
          <p:nvPr>
            <p:ph idx="2" type="subTitle"/>
          </p:nvPr>
        </p:nvSpPr>
        <p:spPr>
          <a:xfrm>
            <a:off x="3875675" y="9972000"/>
            <a:ext cx="2722800" cy="161100"/>
          </a:xfrm>
          <a:prstGeom prst="rect">
            <a:avLst/>
          </a:prstGeom>
        </p:spPr>
        <p:txBody>
          <a:bodyPr anchorCtr="0" anchor="b" bIns="0" lIns="0" spcFirstLastPara="1" rIns="0" wrap="square" tIns="0">
            <a:noAutofit/>
          </a:bodyPr>
          <a:lstStyle>
            <a:lvl1pPr lvl="0" rtl="0">
              <a:spcBef>
                <a:spcPts val="0"/>
              </a:spcBef>
              <a:spcAft>
                <a:spcPts val="0"/>
              </a:spcAft>
              <a:buClr>
                <a:srgbClr val="575756"/>
              </a:buClr>
              <a:buSzPts val="900"/>
              <a:buNone/>
              <a:defRPr sz="900">
                <a:solidFill>
                  <a:srgbClr val="575756"/>
                </a:solidFill>
              </a:defRPr>
            </a:lvl1pPr>
            <a:lvl2pPr lvl="1" rtl="0">
              <a:spcBef>
                <a:spcPts val="0"/>
              </a:spcBef>
              <a:spcAft>
                <a:spcPts val="0"/>
              </a:spcAft>
              <a:buSzPts val="900"/>
              <a:buFont typeface="Lexend Light"/>
              <a:buNone/>
              <a:defRPr sz="900">
                <a:latin typeface="Lexend Light"/>
                <a:ea typeface="Lexend Light"/>
                <a:cs typeface="Lexend Light"/>
                <a:sym typeface="Lexend Light"/>
              </a:defRPr>
            </a:lvl2pPr>
            <a:lvl3pPr lvl="2" rtl="0">
              <a:spcBef>
                <a:spcPts val="0"/>
              </a:spcBef>
              <a:spcAft>
                <a:spcPts val="0"/>
              </a:spcAft>
              <a:buSzPts val="900"/>
              <a:buFont typeface="Lexend Light"/>
              <a:buNone/>
              <a:defRPr sz="900">
                <a:latin typeface="Lexend Light"/>
                <a:ea typeface="Lexend Light"/>
                <a:cs typeface="Lexend Light"/>
                <a:sym typeface="Lexend Light"/>
              </a:defRPr>
            </a:lvl3pPr>
            <a:lvl4pPr lvl="3" rtl="0">
              <a:spcBef>
                <a:spcPts val="0"/>
              </a:spcBef>
              <a:spcAft>
                <a:spcPts val="0"/>
              </a:spcAft>
              <a:buSzPts val="900"/>
              <a:buFont typeface="Lexend Light"/>
              <a:buNone/>
              <a:defRPr sz="900">
                <a:latin typeface="Lexend Light"/>
                <a:ea typeface="Lexend Light"/>
                <a:cs typeface="Lexend Light"/>
                <a:sym typeface="Lexend Light"/>
              </a:defRPr>
            </a:lvl4pPr>
            <a:lvl5pPr lvl="4" rtl="0">
              <a:spcBef>
                <a:spcPts val="0"/>
              </a:spcBef>
              <a:spcAft>
                <a:spcPts val="0"/>
              </a:spcAft>
              <a:buSzPts val="900"/>
              <a:buFont typeface="Lexend Light"/>
              <a:buNone/>
              <a:defRPr sz="900">
                <a:latin typeface="Lexend Light"/>
                <a:ea typeface="Lexend Light"/>
                <a:cs typeface="Lexend Light"/>
                <a:sym typeface="Lexend Light"/>
              </a:defRPr>
            </a:lvl5pPr>
            <a:lvl6pPr lvl="5" rtl="0">
              <a:spcBef>
                <a:spcPts val="0"/>
              </a:spcBef>
              <a:spcAft>
                <a:spcPts val="0"/>
              </a:spcAft>
              <a:buSzPts val="900"/>
              <a:buFont typeface="Lexend Light"/>
              <a:buNone/>
              <a:defRPr sz="900">
                <a:latin typeface="Lexend Light"/>
                <a:ea typeface="Lexend Light"/>
                <a:cs typeface="Lexend Light"/>
                <a:sym typeface="Lexend Light"/>
              </a:defRPr>
            </a:lvl6pPr>
            <a:lvl7pPr lvl="6" rtl="0">
              <a:spcBef>
                <a:spcPts val="0"/>
              </a:spcBef>
              <a:spcAft>
                <a:spcPts val="0"/>
              </a:spcAft>
              <a:buSzPts val="900"/>
              <a:buFont typeface="Lexend Light"/>
              <a:buNone/>
              <a:defRPr sz="900">
                <a:latin typeface="Lexend Light"/>
                <a:ea typeface="Lexend Light"/>
                <a:cs typeface="Lexend Light"/>
                <a:sym typeface="Lexend Light"/>
              </a:defRPr>
            </a:lvl7pPr>
            <a:lvl8pPr lvl="7" rtl="0">
              <a:spcBef>
                <a:spcPts val="0"/>
              </a:spcBef>
              <a:spcAft>
                <a:spcPts val="0"/>
              </a:spcAft>
              <a:buSzPts val="900"/>
              <a:buFont typeface="Lexend Light"/>
              <a:buNone/>
              <a:defRPr sz="900">
                <a:latin typeface="Lexend Light"/>
                <a:ea typeface="Lexend Light"/>
                <a:cs typeface="Lexend Light"/>
                <a:sym typeface="Lexend Light"/>
              </a:defRPr>
            </a:lvl8pPr>
            <a:lvl9pPr lvl="8" rtl="0">
              <a:spcBef>
                <a:spcPts val="0"/>
              </a:spcBef>
              <a:spcAft>
                <a:spcPts val="0"/>
              </a:spcAft>
              <a:buSzPts val="900"/>
              <a:buFont typeface="Lexend Light"/>
              <a:buNone/>
              <a:defRPr sz="900">
                <a:latin typeface="Lexend Light"/>
                <a:ea typeface="Lexend Light"/>
                <a:cs typeface="Lexend Light"/>
                <a:sym typeface="Lexend Light"/>
              </a:defRPr>
            </a:lvl9pPr>
          </a:lstStyle>
          <a:p/>
        </p:txBody>
      </p:sp>
      <p:sp>
        <p:nvSpPr>
          <p:cNvPr id="95" name="Google Shape;95;p13"/>
          <p:cNvSpPr txBox="1"/>
          <p:nvPr/>
        </p:nvSpPr>
        <p:spPr>
          <a:xfrm>
            <a:off x="391800" y="10152000"/>
            <a:ext cx="6367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900">
                <a:solidFill>
                  <a:srgbClr val="575756"/>
                </a:solidFill>
                <a:latin typeface="Lexend"/>
                <a:ea typeface="Lexend"/>
                <a:cs typeface="Lexend"/>
                <a:sym typeface="Lexend"/>
              </a:rPr>
              <a:t>Licensed on the </a:t>
            </a:r>
            <a:r>
              <a:rPr lang="en-GB" sz="900" u="sng">
                <a:solidFill>
                  <a:srgbClr val="575756"/>
                </a:solidFill>
                <a:latin typeface="Lexend"/>
                <a:ea typeface="Lexend"/>
                <a:cs typeface="Lexend"/>
                <a:sym typeface="Lexend"/>
                <a:hlinkClick r:id="rId3">
                  <a:extLst>
                    <a:ext uri="{A12FA001-AC4F-418D-AE19-62706E023703}">
                      <ahyp:hlinkClr val="tx"/>
                    </a:ext>
                  </a:extLst>
                </a:hlinkClick>
              </a:rPr>
              <a:t>Open Government Licence v3.0</a:t>
            </a:r>
            <a:r>
              <a:rPr lang="en-GB" sz="900">
                <a:solidFill>
                  <a:srgbClr val="575756"/>
                </a:solidFill>
                <a:latin typeface="Lexend"/>
                <a:ea typeface="Lexend"/>
                <a:cs typeface="Lexend"/>
                <a:sym typeface="Lexend"/>
              </a:rPr>
              <a:t>, except where otherwise stated. See </a:t>
            </a:r>
            <a:r>
              <a:rPr lang="en-GB" sz="900" u="sng">
                <a:solidFill>
                  <a:srgbClr val="575756"/>
                </a:solidFill>
                <a:latin typeface="Lexend"/>
                <a:ea typeface="Lexend"/>
                <a:cs typeface="Lexend"/>
                <a:sym typeface="Lexend"/>
                <a:hlinkClick r:id="rId4">
                  <a:extLst>
                    <a:ext uri="{A12FA001-AC4F-418D-AE19-62706E023703}">
                      <ahyp:hlinkClr val="tx"/>
                    </a:ext>
                  </a:extLst>
                </a:hlinkClick>
              </a:rPr>
              <a:t>Oak terms &amp; conditions</a:t>
            </a:r>
            <a:r>
              <a:rPr lang="en-GB" sz="900">
                <a:solidFill>
                  <a:srgbClr val="575756"/>
                </a:solidFill>
                <a:latin typeface="Lexend"/>
                <a:ea typeface="Lexend"/>
                <a:cs typeface="Lexend"/>
                <a:sym typeface="Lexend"/>
              </a:rPr>
              <a:t>.</a:t>
            </a:r>
            <a:endParaRPr sz="900">
              <a:solidFill>
                <a:srgbClr val="575756"/>
              </a:solidFill>
              <a:latin typeface="Lexend"/>
              <a:ea typeface="Lexend"/>
              <a:cs typeface="Lexend"/>
              <a:sym typeface="Lexend"/>
            </a:endParaRPr>
          </a:p>
        </p:txBody>
      </p:sp>
      <p:sp>
        <p:nvSpPr>
          <p:cNvPr id="96" name="Google Shape;96;p13"/>
          <p:cNvSpPr txBox="1"/>
          <p:nvPr/>
        </p:nvSpPr>
        <p:spPr>
          <a:xfrm>
            <a:off x="394350" y="9972000"/>
            <a:ext cx="4069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GB" sz="900">
                <a:solidFill>
                  <a:srgbClr val="575756"/>
                </a:solidFill>
                <a:latin typeface="Lexend"/>
                <a:ea typeface="Lexend"/>
                <a:cs typeface="Lexend"/>
                <a:sym typeface="Lexend"/>
              </a:rPr>
              <a:t>© Oak National Academy 2024</a:t>
            </a:r>
            <a:r>
              <a:rPr lang="en-GB" sz="900">
                <a:solidFill>
                  <a:srgbClr val="575756"/>
                </a:solidFill>
                <a:latin typeface="Lexend"/>
                <a:ea typeface="Lexend"/>
                <a:cs typeface="Lexend"/>
                <a:sym typeface="Lexend"/>
              </a:rPr>
              <a:t>. Produced in partnership with</a:t>
            </a:r>
            <a:endParaRPr sz="900">
              <a:solidFill>
                <a:srgbClr val="575756"/>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ingle page worksheet">
  <p:cSld name="SECTION_HEADER_1_1_1_1_1_1_1_1_1_1_1_2_1_1_1_1_1_2">
    <p:bg>
      <p:bgPr>
        <a:solidFill>
          <a:schemeClr val="lt1"/>
        </a:solidFill>
      </p:bgPr>
    </p:bg>
    <p:spTree>
      <p:nvGrpSpPr>
        <p:cNvPr id="97" name="Shape 97"/>
        <p:cNvGrpSpPr/>
        <p:nvPr/>
      </p:nvGrpSpPr>
      <p:grpSpPr>
        <a:xfrm>
          <a:off x="0" y="0"/>
          <a:ext cx="0" cy="0"/>
          <a:chOff x="0" y="0"/>
          <a:chExt cx="0" cy="0"/>
        </a:xfrm>
      </p:grpSpPr>
      <p:pic>
        <p:nvPicPr>
          <p:cNvPr id="98" name="Google Shape;98;p14"/>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99" name="Google Shape;99;p1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00" name="Google Shape;100;p14"/>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01" name="Google Shape;101;p14"/>
          <p:cNvPicPr preferRelativeResize="0"/>
          <p:nvPr/>
        </p:nvPicPr>
        <p:blipFill>
          <a:blip r:embed="rId3">
            <a:alphaModFix/>
          </a:blip>
          <a:stretch>
            <a:fillRect/>
          </a:stretch>
        </p:blipFill>
        <p:spPr>
          <a:xfrm>
            <a:off x="468000" y="1242003"/>
            <a:ext cx="6624000" cy="66240"/>
          </a:xfrm>
          <a:prstGeom prst="rect">
            <a:avLst/>
          </a:prstGeom>
          <a:noFill/>
          <a:ln>
            <a:noFill/>
          </a:ln>
        </p:spPr>
      </p:pic>
      <p:sp>
        <p:nvSpPr>
          <p:cNvPr id="102" name="Google Shape;102;p14"/>
          <p:cNvSpPr txBox="1"/>
          <p:nvPr/>
        </p:nvSpPr>
        <p:spPr>
          <a:xfrm>
            <a:off x="466825" y="360000"/>
            <a:ext cx="2334000" cy="2154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b="1" lang="en-GB" sz="1200">
                <a:latin typeface="Lexend"/>
                <a:ea typeface="Lexend"/>
                <a:cs typeface="Lexend"/>
                <a:sym typeface="Lexend"/>
              </a:rPr>
              <a:t>Name</a:t>
            </a:r>
            <a:r>
              <a:rPr b="1" lang="en-GB">
                <a:latin typeface="Lexend"/>
                <a:ea typeface="Lexend"/>
                <a:cs typeface="Lexend"/>
                <a:sym typeface="Lexend"/>
              </a:rPr>
              <a:t>:</a:t>
            </a:r>
            <a:endParaRPr b="1">
              <a:latin typeface="Lexend"/>
              <a:ea typeface="Lexend"/>
              <a:cs typeface="Lexend"/>
              <a:sym typeface="Lexend"/>
            </a:endParaRPr>
          </a:p>
        </p:txBody>
      </p:sp>
      <p:cxnSp>
        <p:nvCxnSpPr>
          <p:cNvPr id="103" name="Google Shape;103;p14"/>
          <p:cNvCxnSpPr/>
          <p:nvPr/>
        </p:nvCxnSpPr>
        <p:spPr>
          <a:xfrm>
            <a:off x="987525" y="610425"/>
            <a:ext cx="1813200" cy="0"/>
          </a:xfrm>
          <a:prstGeom prst="straightConnector1">
            <a:avLst/>
          </a:prstGeom>
          <a:noFill/>
          <a:ln cap="flat" cmpd="sng" w="9525">
            <a:solidFill>
              <a:schemeClr val="dk2"/>
            </a:solidFill>
            <a:prstDash val="solid"/>
            <a:round/>
            <a:headEnd len="med" w="med" type="none"/>
            <a:tailEnd len="med" w="med" type="none"/>
          </a:ln>
        </p:spPr>
      </p:cxnSp>
      <p:pic>
        <p:nvPicPr>
          <p:cNvPr id="104" name="Google Shape;104;p14"/>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105" name="Google Shape;105;p14"/>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sp>
        <p:nvSpPr>
          <p:cNvPr id="106" name="Google Shape;106;p14"/>
          <p:cNvSpPr txBox="1"/>
          <p:nvPr>
            <p:ph idx="1" type="subTitle"/>
          </p:nvPr>
        </p:nvSpPr>
        <p:spPr>
          <a:xfrm>
            <a:off x="3875675" y="9972000"/>
            <a:ext cx="2722800" cy="161100"/>
          </a:xfrm>
          <a:prstGeom prst="rect">
            <a:avLst/>
          </a:prstGeom>
        </p:spPr>
        <p:txBody>
          <a:bodyPr anchorCtr="0" anchor="b" bIns="0" lIns="0" spcFirstLastPara="1" rIns="0" wrap="square" tIns="0">
            <a:noAutofit/>
          </a:bodyPr>
          <a:lstStyle>
            <a:lvl1pPr lvl="0" rtl="0">
              <a:spcBef>
                <a:spcPts val="0"/>
              </a:spcBef>
              <a:spcAft>
                <a:spcPts val="0"/>
              </a:spcAft>
              <a:buClr>
                <a:srgbClr val="575756"/>
              </a:buClr>
              <a:buSzPts val="900"/>
              <a:buNone/>
              <a:defRPr sz="900">
                <a:solidFill>
                  <a:srgbClr val="575756"/>
                </a:solidFill>
              </a:defRPr>
            </a:lvl1pPr>
            <a:lvl2pPr lvl="1" rtl="0">
              <a:spcBef>
                <a:spcPts val="0"/>
              </a:spcBef>
              <a:spcAft>
                <a:spcPts val="0"/>
              </a:spcAft>
              <a:buSzPts val="900"/>
              <a:buFont typeface="Lexend Light"/>
              <a:buNone/>
              <a:defRPr sz="900">
                <a:latin typeface="Lexend Light"/>
                <a:ea typeface="Lexend Light"/>
                <a:cs typeface="Lexend Light"/>
                <a:sym typeface="Lexend Light"/>
              </a:defRPr>
            </a:lvl2pPr>
            <a:lvl3pPr lvl="2" rtl="0">
              <a:spcBef>
                <a:spcPts val="0"/>
              </a:spcBef>
              <a:spcAft>
                <a:spcPts val="0"/>
              </a:spcAft>
              <a:buSzPts val="900"/>
              <a:buFont typeface="Lexend Light"/>
              <a:buNone/>
              <a:defRPr sz="900">
                <a:latin typeface="Lexend Light"/>
                <a:ea typeface="Lexend Light"/>
                <a:cs typeface="Lexend Light"/>
                <a:sym typeface="Lexend Light"/>
              </a:defRPr>
            </a:lvl3pPr>
            <a:lvl4pPr lvl="3" rtl="0">
              <a:spcBef>
                <a:spcPts val="0"/>
              </a:spcBef>
              <a:spcAft>
                <a:spcPts val="0"/>
              </a:spcAft>
              <a:buSzPts val="900"/>
              <a:buFont typeface="Lexend Light"/>
              <a:buNone/>
              <a:defRPr sz="900">
                <a:latin typeface="Lexend Light"/>
                <a:ea typeface="Lexend Light"/>
                <a:cs typeface="Lexend Light"/>
                <a:sym typeface="Lexend Light"/>
              </a:defRPr>
            </a:lvl4pPr>
            <a:lvl5pPr lvl="4" rtl="0">
              <a:spcBef>
                <a:spcPts val="0"/>
              </a:spcBef>
              <a:spcAft>
                <a:spcPts val="0"/>
              </a:spcAft>
              <a:buSzPts val="900"/>
              <a:buFont typeface="Lexend Light"/>
              <a:buNone/>
              <a:defRPr sz="900">
                <a:latin typeface="Lexend Light"/>
                <a:ea typeface="Lexend Light"/>
                <a:cs typeface="Lexend Light"/>
                <a:sym typeface="Lexend Light"/>
              </a:defRPr>
            </a:lvl5pPr>
            <a:lvl6pPr lvl="5" rtl="0">
              <a:spcBef>
                <a:spcPts val="0"/>
              </a:spcBef>
              <a:spcAft>
                <a:spcPts val="0"/>
              </a:spcAft>
              <a:buSzPts val="900"/>
              <a:buFont typeface="Lexend Light"/>
              <a:buNone/>
              <a:defRPr sz="900">
                <a:latin typeface="Lexend Light"/>
                <a:ea typeface="Lexend Light"/>
                <a:cs typeface="Lexend Light"/>
                <a:sym typeface="Lexend Light"/>
              </a:defRPr>
            </a:lvl6pPr>
            <a:lvl7pPr lvl="6" rtl="0">
              <a:spcBef>
                <a:spcPts val="0"/>
              </a:spcBef>
              <a:spcAft>
                <a:spcPts val="0"/>
              </a:spcAft>
              <a:buSzPts val="900"/>
              <a:buFont typeface="Lexend Light"/>
              <a:buNone/>
              <a:defRPr sz="900">
                <a:latin typeface="Lexend Light"/>
                <a:ea typeface="Lexend Light"/>
                <a:cs typeface="Lexend Light"/>
                <a:sym typeface="Lexend Light"/>
              </a:defRPr>
            </a:lvl7pPr>
            <a:lvl8pPr lvl="7" rtl="0">
              <a:spcBef>
                <a:spcPts val="0"/>
              </a:spcBef>
              <a:spcAft>
                <a:spcPts val="0"/>
              </a:spcAft>
              <a:buSzPts val="900"/>
              <a:buFont typeface="Lexend Light"/>
              <a:buNone/>
              <a:defRPr sz="900">
                <a:latin typeface="Lexend Light"/>
                <a:ea typeface="Lexend Light"/>
                <a:cs typeface="Lexend Light"/>
                <a:sym typeface="Lexend Light"/>
              </a:defRPr>
            </a:lvl8pPr>
            <a:lvl9pPr lvl="8" rtl="0">
              <a:spcBef>
                <a:spcPts val="0"/>
              </a:spcBef>
              <a:spcAft>
                <a:spcPts val="0"/>
              </a:spcAft>
              <a:buSzPts val="900"/>
              <a:buFont typeface="Lexend Light"/>
              <a:buNone/>
              <a:defRPr sz="900">
                <a:latin typeface="Lexend Light"/>
                <a:ea typeface="Lexend Light"/>
                <a:cs typeface="Lexend Light"/>
                <a:sym typeface="Lexend Light"/>
              </a:defRPr>
            </a:lvl9pPr>
          </a:lstStyle>
          <a:p/>
        </p:txBody>
      </p:sp>
      <p:sp>
        <p:nvSpPr>
          <p:cNvPr id="107" name="Google Shape;107;p14"/>
          <p:cNvSpPr txBox="1"/>
          <p:nvPr/>
        </p:nvSpPr>
        <p:spPr>
          <a:xfrm>
            <a:off x="391800" y="10152000"/>
            <a:ext cx="6367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900">
                <a:solidFill>
                  <a:srgbClr val="575756"/>
                </a:solidFill>
                <a:latin typeface="Lexend"/>
                <a:ea typeface="Lexend"/>
                <a:cs typeface="Lexend"/>
                <a:sym typeface="Lexend"/>
              </a:rPr>
              <a:t>Licensed on the </a:t>
            </a:r>
            <a:r>
              <a:rPr lang="en-GB" sz="900" u="sng">
                <a:solidFill>
                  <a:srgbClr val="575756"/>
                </a:solidFill>
                <a:latin typeface="Lexend"/>
                <a:ea typeface="Lexend"/>
                <a:cs typeface="Lexend"/>
                <a:sym typeface="Lexend"/>
                <a:hlinkClick r:id="rId5">
                  <a:extLst>
                    <a:ext uri="{A12FA001-AC4F-418D-AE19-62706E023703}">
                      <ahyp:hlinkClr val="tx"/>
                    </a:ext>
                  </a:extLst>
                </a:hlinkClick>
              </a:rPr>
              <a:t>Open Government Licence v3.0</a:t>
            </a:r>
            <a:r>
              <a:rPr lang="en-GB" sz="900">
                <a:solidFill>
                  <a:srgbClr val="575756"/>
                </a:solidFill>
                <a:latin typeface="Lexend"/>
                <a:ea typeface="Lexend"/>
                <a:cs typeface="Lexend"/>
                <a:sym typeface="Lexend"/>
              </a:rPr>
              <a:t>, except where otherwise stated. See </a:t>
            </a:r>
            <a:r>
              <a:rPr lang="en-GB" sz="900" u="sng">
                <a:solidFill>
                  <a:srgbClr val="575756"/>
                </a:solidFill>
                <a:latin typeface="Lexend"/>
                <a:ea typeface="Lexend"/>
                <a:cs typeface="Lexend"/>
                <a:sym typeface="Lexend"/>
                <a:hlinkClick r:id="rId6">
                  <a:extLst>
                    <a:ext uri="{A12FA001-AC4F-418D-AE19-62706E023703}">
                      <ahyp:hlinkClr val="tx"/>
                    </a:ext>
                  </a:extLst>
                </a:hlinkClick>
              </a:rPr>
              <a:t>Oak terms &amp; conditions</a:t>
            </a:r>
            <a:r>
              <a:rPr lang="en-GB" sz="900">
                <a:solidFill>
                  <a:srgbClr val="575756"/>
                </a:solidFill>
                <a:latin typeface="Lexend"/>
                <a:ea typeface="Lexend"/>
                <a:cs typeface="Lexend"/>
                <a:sym typeface="Lexend"/>
              </a:rPr>
              <a:t>.</a:t>
            </a:r>
            <a:endParaRPr sz="900">
              <a:solidFill>
                <a:srgbClr val="575756"/>
              </a:solidFill>
              <a:latin typeface="Lexend"/>
              <a:ea typeface="Lexend"/>
              <a:cs typeface="Lexend"/>
              <a:sym typeface="Lexend"/>
            </a:endParaRPr>
          </a:p>
        </p:txBody>
      </p:sp>
      <p:sp>
        <p:nvSpPr>
          <p:cNvPr id="108" name="Google Shape;108;p14"/>
          <p:cNvSpPr txBox="1"/>
          <p:nvPr/>
        </p:nvSpPr>
        <p:spPr>
          <a:xfrm>
            <a:off x="394350" y="9972000"/>
            <a:ext cx="4069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GB" sz="900">
                <a:solidFill>
                  <a:srgbClr val="575756"/>
                </a:solidFill>
                <a:latin typeface="Lexend"/>
                <a:ea typeface="Lexend"/>
                <a:cs typeface="Lexend"/>
                <a:sym typeface="Lexend"/>
              </a:rPr>
              <a:t>© Oak National Academy 2024</a:t>
            </a:r>
            <a:r>
              <a:rPr lang="en-GB" sz="900">
                <a:solidFill>
                  <a:srgbClr val="575756"/>
                </a:solidFill>
                <a:latin typeface="Lexend"/>
                <a:ea typeface="Lexend"/>
                <a:cs typeface="Lexend"/>
                <a:sym typeface="Lexend"/>
              </a:rPr>
              <a:t>. Produced in partnership with</a:t>
            </a:r>
            <a:endParaRPr sz="900">
              <a:solidFill>
                <a:srgbClr val="575756"/>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ingle page worksheet with long title">
  <p:cSld name="SECTION_HEADER_1_1_1_1_1_1_1_1_1_1_1_2_1_1_1_1_1_1_1">
    <p:bg>
      <p:bgPr>
        <a:solidFill>
          <a:schemeClr val="lt1"/>
        </a:solidFill>
      </p:bgPr>
    </p:bg>
    <p:spTree>
      <p:nvGrpSpPr>
        <p:cNvPr id="109" name="Shape 109"/>
        <p:cNvGrpSpPr/>
        <p:nvPr/>
      </p:nvGrpSpPr>
      <p:grpSpPr>
        <a:xfrm>
          <a:off x="0" y="0"/>
          <a:ext cx="0" cy="0"/>
          <a:chOff x="0" y="0"/>
          <a:chExt cx="0" cy="0"/>
        </a:xfrm>
      </p:grpSpPr>
      <p:pic>
        <p:nvPicPr>
          <p:cNvPr id="110" name="Google Shape;110;p15"/>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11" name="Google Shape;111;p15"/>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12" name="Google Shape;112;p15"/>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13" name="Google Shape;113;p15"/>
          <p:cNvPicPr preferRelativeResize="0"/>
          <p:nvPr/>
        </p:nvPicPr>
        <p:blipFill>
          <a:blip r:embed="rId3">
            <a:alphaModFix/>
          </a:blip>
          <a:stretch>
            <a:fillRect/>
          </a:stretch>
        </p:blipFill>
        <p:spPr>
          <a:xfrm>
            <a:off x="468000" y="1543153"/>
            <a:ext cx="6624000" cy="66240"/>
          </a:xfrm>
          <a:prstGeom prst="rect">
            <a:avLst/>
          </a:prstGeom>
          <a:noFill/>
          <a:ln>
            <a:noFill/>
          </a:ln>
        </p:spPr>
      </p:pic>
      <p:sp>
        <p:nvSpPr>
          <p:cNvPr id="114" name="Google Shape;114;p15"/>
          <p:cNvSpPr txBox="1"/>
          <p:nvPr/>
        </p:nvSpPr>
        <p:spPr>
          <a:xfrm>
            <a:off x="466825" y="360000"/>
            <a:ext cx="2334000" cy="2154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b="1" lang="en-GB" sz="1200">
                <a:latin typeface="Lexend"/>
                <a:ea typeface="Lexend"/>
                <a:cs typeface="Lexend"/>
                <a:sym typeface="Lexend"/>
              </a:rPr>
              <a:t>Name</a:t>
            </a:r>
            <a:r>
              <a:rPr b="1" lang="en-GB">
                <a:latin typeface="Lexend"/>
                <a:ea typeface="Lexend"/>
                <a:cs typeface="Lexend"/>
                <a:sym typeface="Lexend"/>
              </a:rPr>
              <a:t>:</a:t>
            </a:r>
            <a:endParaRPr b="1">
              <a:latin typeface="Lexend"/>
              <a:ea typeface="Lexend"/>
              <a:cs typeface="Lexend"/>
              <a:sym typeface="Lexend"/>
            </a:endParaRPr>
          </a:p>
        </p:txBody>
      </p:sp>
      <p:cxnSp>
        <p:nvCxnSpPr>
          <p:cNvPr id="115" name="Google Shape;115;p15"/>
          <p:cNvCxnSpPr/>
          <p:nvPr/>
        </p:nvCxnSpPr>
        <p:spPr>
          <a:xfrm>
            <a:off x="987525" y="610425"/>
            <a:ext cx="1813200" cy="0"/>
          </a:xfrm>
          <a:prstGeom prst="straightConnector1">
            <a:avLst/>
          </a:prstGeom>
          <a:noFill/>
          <a:ln cap="flat" cmpd="sng" w="9525">
            <a:solidFill>
              <a:schemeClr val="dk2"/>
            </a:solidFill>
            <a:prstDash val="solid"/>
            <a:round/>
            <a:headEnd len="med" w="med" type="none"/>
            <a:tailEnd len="med" w="med" type="none"/>
          </a:ln>
        </p:spPr>
      </p:cxnSp>
      <p:pic>
        <p:nvPicPr>
          <p:cNvPr id="116" name="Google Shape;116;p15"/>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117" name="Google Shape;117;p15"/>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sp>
        <p:nvSpPr>
          <p:cNvPr id="118" name="Google Shape;118;p15"/>
          <p:cNvSpPr txBox="1"/>
          <p:nvPr>
            <p:ph idx="1" type="subTitle"/>
          </p:nvPr>
        </p:nvSpPr>
        <p:spPr>
          <a:xfrm>
            <a:off x="3875675" y="9972000"/>
            <a:ext cx="2722800" cy="161100"/>
          </a:xfrm>
          <a:prstGeom prst="rect">
            <a:avLst/>
          </a:prstGeom>
        </p:spPr>
        <p:txBody>
          <a:bodyPr anchorCtr="0" anchor="b" bIns="0" lIns="0" spcFirstLastPara="1" rIns="0" wrap="square" tIns="0">
            <a:noAutofit/>
          </a:bodyPr>
          <a:lstStyle>
            <a:lvl1pPr lvl="0" rtl="0">
              <a:spcBef>
                <a:spcPts val="0"/>
              </a:spcBef>
              <a:spcAft>
                <a:spcPts val="0"/>
              </a:spcAft>
              <a:buClr>
                <a:srgbClr val="575756"/>
              </a:buClr>
              <a:buSzPts val="900"/>
              <a:buNone/>
              <a:defRPr sz="900">
                <a:solidFill>
                  <a:srgbClr val="575756"/>
                </a:solidFill>
              </a:defRPr>
            </a:lvl1pPr>
            <a:lvl2pPr lvl="1" rtl="0">
              <a:spcBef>
                <a:spcPts val="0"/>
              </a:spcBef>
              <a:spcAft>
                <a:spcPts val="0"/>
              </a:spcAft>
              <a:buSzPts val="900"/>
              <a:buFont typeface="Lexend Light"/>
              <a:buNone/>
              <a:defRPr sz="900">
                <a:latin typeface="Lexend Light"/>
                <a:ea typeface="Lexend Light"/>
                <a:cs typeface="Lexend Light"/>
                <a:sym typeface="Lexend Light"/>
              </a:defRPr>
            </a:lvl2pPr>
            <a:lvl3pPr lvl="2" rtl="0">
              <a:spcBef>
                <a:spcPts val="0"/>
              </a:spcBef>
              <a:spcAft>
                <a:spcPts val="0"/>
              </a:spcAft>
              <a:buSzPts val="900"/>
              <a:buFont typeface="Lexend Light"/>
              <a:buNone/>
              <a:defRPr sz="900">
                <a:latin typeface="Lexend Light"/>
                <a:ea typeface="Lexend Light"/>
                <a:cs typeface="Lexend Light"/>
                <a:sym typeface="Lexend Light"/>
              </a:defRPr>
            </a:lvl3pPr>
            <a:lvl4pPr lvl="3" rtl="0">
              <a:spcBef>
                <a:spcPts val="0"/>
              </a:spcBef>
              <a:spcAft>
                <a:spcPts val="0"/>
              </a:spcAft>
              <a:buSzPts val="900"/>
              <a:buFont typeface="Lexend Light"/>
              <a:buNone/>
              <a:defRPr sz="900">
                <a:latin typeface="Lexend Light"/>
                <a:ea typeface="Lexend Light"/>
                <a:cs typeface="Lexend Light"/>
                <a:sym typeface="Lexend Light"/>
              </a:defRPr>
            </a:lvl4pPr>
            <a:lvl5pPr lvl="4" rtl="0">
              <a:spcBef>
                <a:spcPts val="0"/>
              </a:spcBef>
              <a:spcAft>
                <a:spcPts val="0"/>
              </a:spcAft>
              <a:buSzPts val="900"/>
              <a:buFont typeface="Lexend Light"/>
              <a:buNone/>
              <a:defRPr sz="900">
                <a:latin typeface="Lexend Light"/>
                <a:ea typeface="Lexend Light"/>
                <a:cs typeface="Lexend Light"/>
                <a:sym typeface="Lexend Light"/>
              </a:defRPr>
            </a:lvl5pPr>
            <a:lvl6pPr lvl="5" rtl="0">
              <a:spcBef>
                <a:spcPts val="0"/>
              </a:spcBef>
              <a:spcAft>
                <a:spcPts val="0"/>
              </a:spcAft>
              <a:buSzPts val="900"/>
              <a:buFont typeface="Lexend Light"/>
              <a:buNone/>
              <a:defRPr sz="900">
                <a:latin typeface="Lexend Light"/>
                <a:ea typeface="Lexend Light"/>
                <a:cs typeface="Lexend Light"/>
                <a:sym typeface="Lexend Light"/>
              </a:defRPr>
            </a:lvl6pPr>
            <a:lvl7pPr lvl="6" rtl="0">
              <a:spcBef>
                <a:spcPts val="0"/>
              </a:spcBef>
              <a:spcAft>
                <a:spcPts val="0"/>
              </a:spcAft>
              <a:buSzPts val="900"/>
              <a:buFont typeface="Lexend Light"/>
              <a:buNone/>
              <a:defRPr sz="900">
                <a:latin typeface="Lexend Light"/>
                <a:ea typeface="Lexend Light"/>
                <a:cs typeface="Lexend Light"/>
                <a:sym typeface="Lexend Light"/>
              </a:defRPr>
            </a:lvl7pPr>
            <a:lvl8pPr lvl="7" rtl="0">
              <a:spcBef>
                <a:spcPts val="0"/>
              </a:spcBef>
              <a:spcAft>
                <a:spcPts val="0"/>
              </a:spcAft>
              <a:buSzPts val="900"/>
              <a:buFont typeface="Lexend Light"/>
              <a:buNone/>
              <a:defRPr sz="900">
                <a:latin typeface="Lexend Light"/>
                <a:ea typeface="Lexend Light"/>
                <a:cs typeface="Lexend Light"/>
                <a:sym typeface="Lexend Light"/>
              </a:defRPr>
            </a:lvl8pPr>
            <a:lvl9pPr lvl="8" rtl="0">
              <a:spcBef>
                <a:spcPts val="0"/>
              </a:spcBef>
              <a:spcAft>
                <a:spcPts val="0"/>
              </a:spcAft>
              <a:buSzPts val="900"/>
              <a:buFont typeface="Lexend Light"/>
              <a:buNone/>
              <a:defRPr sz="900">
                <a:latin typeface="Lexend Light"/>
                <a:ea typeface="Lexend Light"/>
                <a:cs typeface="Lexend Light"/>
                <a:sym typeface="Lexend Light"/>
              </a:defRPr>
            </a:lvl9pPr>
          </a:lstStyle>
          <a:p/>
        </p:txBody>
      </p:sp>
      <p:sp>
        <p:nvSpPr>
          <p:cNvPr id="119" name="Google Shape;119;p15"/>
          <p:cNvSpPr txBox="1"/>
          <p:nvPr/>
        </p:nvSpPr>
        <p:spPr>
          <a:xfrm>
            <a:off x="391800" y="10152000"/>
            <a:ext cx="6367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900">
                <a:solidFill>
                  <a:srgbClr val="575756"/>
                </a:solidFill>
                <a:latin typeface="Lexend"/>
                <a:ea typeface="Lexend"/>
                <a:cs typeface="Lexend"/>
                <a:sym typeface="Lexend"/>
              </a:rPr>
              <a:t>Licensed on the </a:t>
            </a:r>
            <a:r>
              <a:rPr lang="en-GB" sz="900" u="sng">
                <a:solidFill>
                  <a:srgbClr val="575756"/>
                </a:solidFill>
                <a:latin typeface="Lexend"/>
                <a:ea typeface="Lexend"/>
                <a:cs typeface="Lexend"/>
                <a:sym typeface="Lexend"/>
                <a:hlinkClick r:id="rId5">
                  <a:extLst>
                    <a:ext uri="{A12FA001-AC4F-418D-AE19-62706E023703}">
                      <ahyp:hlinkClr val="tx"/>
                    </a:ext>
                  </a:extLst>
                </a:hlinkClick>
              </a:rPr>
              <a:t>Open Government Licence v3.0</a:t>
            </a:r>
            <a:r>
              <a:rPr lang="en-GB" sz="900">
                <a:solidFill>
                  <a:srgbClr val="575756"/>
                </a:solidFill>
                <a:latin typeface="Lexend"/>
                <a:ea typeface="Lexend"/>
                <a:cs typeface="Lexend"/>
                <a:sym typeface="Lexend"/>
              </a:rPr>
              <a:t>, except where otherwise stated. See </a:t>
            </a:r>
            <a:r>
              <a:rPr lang="en-GB" sz="900" u="sng">
                <a:solidFill>
                  <a:srgbClr val="575756"/>
                </a:solidFill>
                <a:latin typeface="Lexend"/>
                <a:ea typeface="Lexend"/>
                <a:cs typeface="Lexend"/>
                <a:sym typeface="Lexend"/>
                <a:hlinkClick r:id="rId6">
                  <a:extLst>
                    <a:ext uri="{A12FA001-AC4F-418D-AE19-62706E023703}">
                      <ahyp:hlinkClr val="tx"/>
                    </a:ext>
                  </a:extLst>
                </a:hlinkClick>
              </a:rPr>
              <a:t>Oak terms &amp; conditions</a:t>
            </a:r>
            <a:r>
              <a:rPr lang="en-GB" sz="900">
                <a:solidFill>
                  <a:srgbClr val="575756"/>
                </a:solidFill>
                <a:latin typeface="Lexend"/>
                <a:ea typeface="Lexend"/>
                <a:cs typeface="Lexend"/>
                <a:sym typeface="Lexend"/>
              </a:rPr>
              <a:t>.</a:t>
            </a:r>
            <a:endParaRPr sz="900">
              <a:solidFill>
                <a:srgbClr val="575756"/>
              </a:solidFill>
              <a:latin typeface="Lexend"/>
              <a:ea typeface="Lexend"/>
              <a:cs typeface="Lexend"/>
              <a:sym typeface="Lexend"/>
            </a:endParaRPr>
          </a:p>
        </p:txBody>
      </p:sp>
      <p:sp>
        <p:nvSpPr>
          <p:cNvPr id="120" name="Google Shape;120;p15"/>
          <p:cNvSpPr txBox="1"/>
          <p:nvPr/>
        </p:nvSpPr>
        <p:spPr>
          <a:xfrm>
            <a:off x="394350" y="9972000"/>
            <a:ext cx="4069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GB" sz="900">
                <a:solidFill>
                  <a:srgbClr val="575756"/>
                </a:solidFill>
                <a:latin typeface="Lexend"/>
                <a:ea typeface="Lexend"/>
                <a:cs typeface="Lexend"/>
                <a:sym typeface="Lexend"/>
              </a:rPr>
              <a:t>© Oak National Academy 2024</a:t>
            </a:r>
            <a:r>
              <a:rPr lang="en-GB" sz="900">
                <a:solidFill>
                  <a:srgbClr val="575756"/>
                </a:solidFill>
                <a:latin typeface="Lexend"/>
                <a:ea typeface="Lexend"/>
                <a:cs typeface="Lexend"/>
                <a:sym typeface="Lexend"/>
              </a:rPr>
              <a:t>. Produced in partnership with</a:t>
            </a:r>
            <a:endParaRPr sz="900">
              <a:solidFill>
                <a:srgbClr val="575756"/>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Landscape title page">
  <p:cSld name="SECTION_HEADER_1_1_1_1_1_1_1_1_1_1_1_2_1_1_1_1_1_1_1_1_1_1">
    <p:bg>
      <p:bgPr>
        <a:solidFill>
          <a:schemeClr val="lt1"/>
        </a:solidFill>
      </p:bgPr>
    </p:bg>
    <p:spTree>
      <p:nvGrpSpPr>
        <p:cNvPr id="121" name="Shape 121"/>
        <p:cNvGrpSpPr/>
        <p:nvPr/>
      </p:nvGrpSpPr>
      <p:grpSpPr>
        <a:xfrm>
          <a:off x="0" y="0"/>
          <a:ext cx="0" cy="0"/>
          <a:chOff x="0" y="0"/>
          <a:chExt cx="0" cy="0"/>
        </a:xfrm>
      </p:grpSpPr>
      <p:pic>
        <p:nvPicPr>
          <p:cNvPr id="122" name="Google Shape;122;p16"/>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23" name="Google Shape;123;p16"/>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24" name="Google Shape;124;p16"/>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25" name="Google Shape;125;p16"/>
          <p:cNvPicPr preferRelativeResize="0"/>
          <p:nvPr/>
        </p:nvPicPr>
        <p:blipFill>
          <a:blip r:embed="rId3">
            <a:alphaModFix/>
          </a:blip>
          <a:stretch>
            <a:fillRect/>
          </a:stretch>
        </p:blipFill>
        <p:spPr>
          <a:xfrm rot="-5400000">
            <a:off x="-3612750" y="5310727"/>
            <a:ext cx="9987174" cy="66225"/>
          </a:xfrm>
          <a:prstGeom prst="rect">
            <a:avLst/>
          </a:prstGeom>
          <a:noFill/>
          <a:ln>
            <a:noFill/>
          </a:ln>
        </p:spPr>
      </p:pic>
      <p:sp>
        <p:nvSpPr>
          <p:cNvPr id="126" name="Google Shape;126;p16"/>
          <p:cNvSpPr txBox="1"/>
          <p:nvPr/>
        </p:nvSpPr>
        <p:spPr>
          <a:xfrm rot="-5400000">
            <a:off x="-595236" y="9057311"/>
            <a:ext cx="2334000" cy="2154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b="1" lang="en-GB" sz="1200">
                <a:latin typeface="Lexend"/>
                <a:ea typeface="Lexend"/>
                <a:cs typeface="Lexend"/>
                <a:sym typeface="Lexend"/>
              </a:rPr>
              <a:t>Name</a:t>
            </a:r>
            <a:r>
              <a:rPr b="1" lang="en-GB">
                <a:latin typeface="Lexend"/>
                <a:ea typeface="Lexend"/>
                <a:cs typeface="Lexend"/>
                <a:sym typeface="Lexend"/>
              </a:rPr>
              <a:t>:</a:t>
            </a:r>
            <a:endParaRPr b="1">
              <a:latin typeface="Lexend"/>
              <a:ea typeface="Lexend"/>
              <a:cs typeface="Lexend"/>
              <a:sym typeface="Lexend"/>
            </a:endParaRPr>
          </a:p>
        </p:txBody>
      </p:sp>
      <p:cxnSp>
        <p:nvCxnSpPr>
          <p:cNvPr id="127" name="Google Shape;127;p16"/>
          <p:cNvCxnSpPr/>
          <p:nvPr/>
        </p:nvCxnSpPr>
        <p:spPr>
          <a:xfrm rot="-5400000">
            <a:off x="-192111" y="8904711"/>
            <a:ext cx="1813200" cy="0"/>
          </a:xfrm>
          <a:prstGeom prst="straightConnector1">
            <a:avLst/>
          </a:prstGeom>
          <a:noFill/>
          <a:ln cap="flat" cmpd="sng" w="9525">
            <a:solidFill>
              <a:schemeClr val="dk2"/>
            </a:solidFill>
            <a:prstDash val="solid"/>
            <a:round/>
            <a:headEnd len="med" w="med" type="none"/>
            <a:tailEnd len="med" w="med" type="none"/>
          </a:ln>
        </p:spPr>
      </p:cxnSp>
      <p:pic>
        <p:nvPicPr>
          <p:cNvPr id="128" name="Google Shape;128;p16"/>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129" name="Google Shape;129;p16"/>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Landscape middle page">
  <p:cSld name="SECTION_HEADER_1_1_1_1_1_1_1_1_1_1_1_2_1_1_1_1_1_1_1_1_1_1_1">
    <p:bg>
      <p:bgPr>
        <a:solidFill>
          <a:schemeClr val="lt1"/>
        </a:solidFill>
      </p:bgPr>
    </p:bg>
    <p:spTree>
      <p:nvGrpSpPr>
        <p:cNvPr id="130" name="Shape 130"/>
        <p:cNvGrpSpPr/>
        <p:nvPr/>
      </p:nvGrpSpPr>
      <p:grpSpPr>
        <a:xfrm>
          <a:off x="0" y="0"/>
          <a:ext cx="0" cy="0"/>
          <a:chOff x="0" y="0"/>
          <a:chExt cx="0" cy="0"/>
        </a:xfrm>
      </p:grpSpPr>
      <p:pic>
        <p:nvPicPr>
          <p:cNvPr id="131" name="Google Shape;131;p17"/>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32" name="Google Shape;132;p17"/>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33" name="Google Shape;133;p17"/>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134" name="Google Shape;134;p17"/>
          <p:cNvSpPr txBox="1"/>
          <p:nvPr>
            <p:ph idx="1" type="subTitle"/>
          </p:nvPr>
        </p:nvSpPr>
        <p:spPr>
          <a:xfrm rot="-5400000">
            <a:off x="-3976225" y="5682150"/>
            <a:ext cx="9096900" cy="202800"/>
          </a:xfrm>
          <a:prstGeom prst="rect">
            <a:avLst/>
          </a:prstGeom>
          <a:ln>
            <a:noFill/>
          </a:ln>
        </p:spPr>
        <p:txBody>
          <a:bodyPr anchorCtr="0" anchor="t"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Landscape last page">
  <p:cSld name="SECTION_HEADER_1_1_1_1_1_1_1_1_1_1_1_2_1_1_1_1_1_1_1_1_1_1_1_1">
    <p:bg>
      <p:bgPr>
        <a:solidFill>
          <a:schemeClr val="lt1"/>
        </a:solidFill>
      </p:bgPr>
    </p:bg>
    <p:spTree>
      <p:nvGrpSpPr>
        <p:cNvPr id="135" name="Shape 135"/>
        <p:cNvGrpSpPr/>
        <p:nvPr/>
      </p:nvGrpSpPr>
      <p:grpSpPr>
        <a:xfrm>
          <a:off x="0" y="0"/>
          <a:ext cx="0" cy="0"/>
          <a:chOff x="0" y="0"/>
          <a:chExt cx="0" cy="0"/>
        </a:xfrm>
      </p:grpSpPr>
      <p:pic>
        <p:nvPicPr>
          <p:cNvPr id="136" name="Google Shape;136;p18"/>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37" name="Google Shape;137;p18"/>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38" name="Google Shape;138;p18"/>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139" name="Google Shape;139;p18"/>
          <p:cNvSpPr txBox="1"/>
          <p:nvPr>
            <p:ph idx="1" type="subTitle"/>
          </p:nvPr>
        </p:nvSpPr>
        <p:spPr>
          <a:xfrm rot="-5400000">
            <a:off x="-3976225" y="5682150"/>
            <a:ext cx="9096900" cy="202800"/>
          </a:xfrm>
          <a:prstGeom prst="rect">
            <a:avLst/>
          </a:prstGeom>
          <a:ln>
            <a:noFill/>
          </a:ln>
        </p:spPr>
        <p:txBody>
          <a:bodyPr anchorCtr="0" anchor="t"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
        <p:nvSpPr>
          <p:cNvPr id="140" name="Google Shape;140;p18"/>
          <p:cNvSpPr txBox="1"/>
          <p:nvPr>
            <p:ph idx="2" type="subTitle"/>
          </p:nvPr>
        </p:nvSpPr>
        <p:spPr>
          <a:xfrm rot="-5400000">
            <a:off x="5488475" y="5406175"/>
            <a:ext cx="2722800" cy="161100"/>
          </a:xfrm>
          <a:prstGeom prst="rect">
            <a:avLst/>
          </a:prstGeom>
        </p:spPr>
        <p:txBody>
          <a:bodyPr anchorCtr="0" anchor="b" bIns="0" lIns="0" spcFirstLastPara="1" rIns="0" wrap="square" tIns="0">
            <a:noAutofit/>
          </a:bodyPr>
          <a:lstStyle>
            <a:lvl1pPr lvl="0" rtl="0">
              <a:spcBef>
                <a:spcPts val="0"/>
              </a:spcBef>
              <a:spcAft>
                <a:spcPts val="0"/>
              </a:spcAft>
              <a:buClr>
                <a:srgbClr val="575756"/>
              </a:buClr>
              <a:buSzPts val="900"/>
              <a:buNone/>
              <a:defRPr sz="900">
                <a:solidFill>
                  <a:srgbClr val="575756"/>
                </a:solidFill>
              </a:defRPr>
            </a:lvl1pPr>
            <a:lvl2pPr lvl="1" rtl="0">
              <a:spcBef>
                <a:spcPts val="0"/>
              </a:spcBef>
              <a:spcAft>
                <a:spcPts val="0"/>
              </a:spcAft>
              <a:buSzPts val="900"/>
              <a:buFont typeface="Lexend Light"/>
              <a:buNone/>
              <a:defRPr sz="900">
                <a:latin typeface="Lexend Light"/>
                <a:ea typeface="Lexend Light"/>
                <a:cs typeface="Lexend Light"/>
                <a:sym typeface="Lexend Light"/>
              </a:defRPr>
            </a:lvl2pPr>
            <a:lvl3pPr lvl="2" rtl="0">
              <a:spcBef>
                <a:spcPts val="0"/>
              </a:spcBef>
              <a:spcAft>
                <a:spcPts val="0"/>
              </a:spcAft>
              <a:buSzPts val="900"/>
              <a:buFont typeface="Lexend Light"/>
              <a:buNone/>
              <a:defRPr sz="900">
                <a:latin typeface="Lexend Light"/>
                <a:ea typeface="Lexend Light"/>
                <a:cs typeface="Lexend Light"/>
                <a:sym typeface="Lexend Light"/>
              </a:defRPr>
            </a:lvl3pPr>
            <a:lvl4pPr lvl="3" rtl="0">
              <a:spcBef>
                <a:spcPts val="0"/>
              </a:spcBef>
              <a:spcAft>
                <a:spcPts val="0"/>
              </a:spcAft>
              <a:buSzPts val="900"/>
              <a:buFont typeface="Lexend Light"/>
              <a:buNone/>
              <a:defRPr sz="900">
                <a:latin typeface="Lexend Light"/>
                <a:ea typeface="Lexend Light"/>
                <a:cs typeface="Lexend Light"/>
                <a:sym typeface="Lexend Light"/>
              </a:defRPr>
            </a:lvl4pPr>
            <a:lvl5pPr lvl="4" rtl="0">
              <a:spcBef>
                <a:spcPts val="0"/>
              </a:spcBef>
              <a:spcAft>
                <a:spcPts val="0"/>
              </a:spcAft>
              <a:buSzPts val="900"/>
              <a:buFont typeface="Lexend Light"/>
              <a:buNone/>
              <a:defRPr sz="900">
                <a:latin typeface="Lexend Light"/>
                <a:ea typeface="Lexend Light"/>
                <a:cs typeface="Lexend Light"/>
                <a:sym typeface="Lexend Light"/>
              </a:defRPr>
            </a:lvl5pPr>
            <a:lvl6pPr lvl="5" rtl="0">
              <a:spcBef>
                <a:spcPts val="0"/>
              </a:spcBef>
              <a:spcAft>
                <a:spcPts val="0"/>
              </a:spcAft>
              <a:buSzPts val="900"/>
              <a:buFont typeface="Lexend Light"/>
              <a:buNone/>
              <a:defRPr sz="900">
                <a:latin typeface="Lexend Light"/>
                <a:ea typeface="Lexend Light"/>
                <a:cs typeface="Lexend Light"/>
                <a:sym typeface="Lexend Light"/>
              </a:defRPr>
            </a:lvl6pPr>
            <a:lvl7pPr lvl="6" rtl="0">
              <a:spcBef>
                <a:spcPts val="0"/>
              </a:spcBef>
              <a:spcAft>
                <a:spcPts val="0"/>
              </a:spcAft>
              <a:buSzPts val="900"/>
              <a:buFont typeface="Lexend Light"/>
              <a:buNone/>
              <a:defRPr sz="900">
                <a:latin typeface="Lexend Light"/>
                <a:ea typeface="Lexend Light"/>
                <a:cs typeface="Lexend Light"/>
                <a:sym typeface="Lexend Light"/>
              </a:defRPr>
            </a:lvl7pPr>
            <a:lvl8pPr lvl="7" rtl="0">
              <a:spcBef>
                <a:spcPts val="0"/>
              </a:spcBef>
              <a:spcAft>
                <a:spcPts val="0"/>
              </a:spcAft>
              <a:buSzPts val="900"/>
              <a:buFont typeface="Lexend Light"/>
              <a:buNone/>
              <a:defRPr sz="900">
                <a:latin typeface="Lexend Light"/>
                <a:ea typeface="Lexend Light"/>
                <a:cs typeface="Lexend Light"/>
                <a:sym typeface="Lexend Light"/>
              </a:defRPr>
            </a:lvl8pPr>
            <a:lvl9pPr lvl="8" rtl="0">
              <a:spcBef>
                <a:spcPts val="0"/>
              </a:spcBef>
              <a:spcAft>
                <a:spcPts val="0"/>
              </a:spcAft>
              <a:buSzPts val="900"/>
              <a:buFont typeface="Lexend Light"/>
              <a:buNone/>
              <a:defRPr sz="900">
                <a:latin typeface="Lexend Light"/>
                <a:ea typeface="Lexend Light"/>
                <a:cs typeface="Lexend Light"/>
                <a:sym typeface="Lexend Light"/>
              </a:defRPr>
            </a:lvl9pPr>
          </a:lstStyle>
          <a:p/>
        </p:txBody>
      </p:sp>
      <p:sp>
        <p:nvSpPr>
          <p:cNvPr id="141" name="Google Shape;141;p18"/>
          <p:cNvSpPr txBox="1"/>
          <p:nvPr/>
        </p:nvSpPr>
        <p:spPr>
          <a:xfrm rot="-5400000">
            <a:off x="3494675" y="6716250"/>
            <a:ext cx="70704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900">
                <a:solidFill>
                  <a:srgbClr val="575756"/>
                </a:solidFill>
                <a:latin typeface="Lexend"/>
                <a:ea typeface="Lexend"/>
                <a:cs typeface="Lexend"/>
                <a:sym typeface="Lexend"/>
              </a:rPr>
              <a:t>Licensed on the </a:t>
            </a:r>
            <a:r>
              <a:rPr lang="en-GB" sz="900" u="sng">
                <a:solidFill>
                  <a:srgbClr val="575756"/>
                </a:solidFill>
                <a:latin typeface="Lexend"/>
                <a:ea typeface="Lexend"/>
                <a:cs typeface="Lexend"/>
                <a:sym typeface="Lexend"/>
                <a:hlinkClick r:id="rId3">
                  <a:extLst>
                    <a:ext uri="{A12FA001-AC4F-418D-AE19-62706E023703}">
                      <ahyp:hlinkClr val="tx"/>
                    </a:ext>
                  </a:extLst>
                </a:hlinkClick>
              </a:rPr>
              <a:t>Open Government Licence v3.0</a:t>
            </a:r>
            <a:r>
              <a:rPr lang="en-GB" sz="900">
                <a:solidFill>
                  <a:srgbClr val="575756"/>
                </a:solidFill>
                <a:latin typeface="Lexend"/>
                <a:ea typeface="Lexend"/>
                <a:cs typeface="Lexend"/>
                <a:sym typeface="Lexend"/>
              </a:rPr>
              <a:t>, except where otherwise stated. See </a:t>
            </a:r>
            <a:r>
              <a:rPr lang="en-GB" sz="900" u="sng">
                <a:solidFill>
                  <a:srgbClr val="575756"/>
                </a:solidFill>
                <a:latin typeface="Lexend"/>
                <a:ea typeface="Lexend"/>
                <a:cs typeface="Lexend"/>
                <a:sym typeface="Lexend"/>
                <a:hlinkClick r:id="rId4">
                  <a:extLst>
                    <a:ext uri="{A12FA001-AC4F-418D-AE19-62706E023703}">
                      <ahyp:hlinkClr val="tx"/>
                    </a:ext>
                  </a:extLst>
                </a:hlinkClick>
              </a:rPr>
              <a:t>Oak terms &amp; conditions</a:t>
            </a:r>
            <a:r>
              <a:rPr lang="en-GB" sz="900">
                <a:solidFill>
                  <a:srgbClr val="575756"/>
                </a:solidFill>
                <a:latin typeface="Lexend"/>
                <a:ea typeface="Lexend"/>
                <a:cs typeface="Lexend"/>
                <a:sym typeface="Lexend"/>
              </a:rPr>
              <a:t>.</a:t>
            </a:r>
            <a:endParaRPr sz="900">
              <a:solidFill>
                <a:srgbClr val="575756"/>
              </a:solidFill>
              <a:latin typeface="Lexend"/>
              <a:ea typeface="Lexend"/>
              <a:cs typeface="Lexend"/>
              <a:sym typeface="Lexend"/>
            </a:endParaRPr>
          </a:p>
        </p:txBody>
      </p:sp>
      <p:sp>
        <p:nvSpPr>
          <p:cNvPr id="142" name="Google Shape;142;p18"/>
          <p:cNvSpPr txBox="1"/>
          <p:nvPr/>
        </p:nvSpPr>
        <p:spPr>
          <a:xfrm rot="-5400000">
            <a:off x="4814975" y="8214000"/>
            <a:ext cx="4069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GB" sz="900">
                <a:solidFill>
                  <a:srgbClr val="575756"/>
                </a:solidFill>
                <a:latin typeface="Lexend"/>
                <a:ea typeface="Lexend"/>
                <a:cs typeface="Lexend"/>
                <a:sym typeface="Lexend"/>
              </a:rPr>
              <a:t>© Oak National Academy 2024</a:t>
            </a:r>
            <a:r>
              <a:rPr lang="en-GB" sz="900">
                <a:solidFill>
                  <a:srgbClr val="575756"/>
                </a:solidFill>
                <a:latin typeface="Lexend"/>
                <a:ea typeface="Lexend"/>
                <a:cs typeface="Lexend"/>
                <a:sym typeface="Lexend"/>
              </a:rPr>
              <a:t>. Produced in partnership with</a:t>
            </a:r>
            <a:endParaRPr sz="900">
              <a:solidFill>
                <a:srgbClr val="575756"/>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Landscape single page worksheet">
  <p:cSld name="SECTION_HEADER_1_1_1_1_1_1_1_1_1_1_1_2_1_1_1_1_1_1_1_1_1_1_2">
    <p:bg>
      <p:bgPr>
        <a:solidFill>
          <a:schemeClr val="lt1"/>
        </a:solidFill>
      </p:bgPr>
    </p:bg>
    <p:spTree>
      <p:nvGrpSpPr>
        <p:cNvPr id="143" name="Shape 143"/>
        <p:cNvGrpSpPr/>
        <p:nvPr/>
      </p:nvGrpSpPr>
      <p:grpSpPr>
        <a:xfrm>
          <a:off x="0" y="0"/>
          <a:ext cx="0" cy="0"/>
          <a:chOff x="0" y="0"/>
          <a:chExt cx="0" cy="0"/>
        </a:xfrm>
      </p:grpSpPr>
      <p:pic>
        <p:nvPicPr>
          <p:cNvPr id="144" name="Google Shape;144;p19"/>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45" name="Google Shape;145;p19"/>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46" name="Google Shape;146;p19"/>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47" name="Google Shape;147;p19"/>
          <p:cNvPicPr preferRelativeResize="0"/>
          <p:nvPr/>
        </p:nvPicPr>
        <p:blipFill>
          <a:blip r:embed="rId3">
            <a:alphaModFix/>
          </a:blip>
          <a:stretch>
            <a:fillRect/>
          </a:stretch>
        </p:blipFill>
        <p:spPr>
          <a:xfrm rot="-5400000">
            <a:off x="-3612750" y="5310727"/>
            <a:ext cx="9987174" cy="66225"/>
          </a:xfrm>
          <a:prstGeom prst="rect">
            <a:avLst/>
          </a:prstGeom>
          <a:noFill/>
          <a:ln>
            <a:noFill/>
          </a:ln>
        </p:spPr>
      </p:pic>
      <p:sp>
        <p:nvSpPr>
          <p:cNvPr id="148" name="Google Shape;148;p19"/>
          <p:cNvSpPr txBox="1"/>
          <p:nvPr/>
        </p:nvSpPr>
        <p:spPr>
          <a:xfrm rot="-5400000">
            <a:off x="-595236" y="9057311"/>
            <a:ext cx="2334000" cy="2154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b="1" lang="en-GB" sz="1200">
                <a:latin typeface="Lexend"/>
                <a:ea typeface="Lexend"/>
                <a:cs typeface="Lexend"/>
                <a:sym typeface="Lexend"/>
              </a:rPr>
              <a:t>Name</a:t>
            </a:r>
            <a:r>
              <a:rPr b="1" lang="en-GB">
                <a:latin typeface="Lexend"/>
                <a:ea typeface="Lexend"/>
                <a:cs typeface="Lexend"/>
                <a:sym typeface="Lexend"/>
              </a:rPr>
              <a:t>:</a:t>
            </a:r>
            <a:endParaRPr b="1">
              <a:latin typeface="Lexend"/>
              <a:ea typeface="Lexend"/>
              <a:cs typeface="Lexend"/>
              <a:sym typeface="Lexend"/>
            </a:endParaRPr>
          </a:p>
        </p:txBody>
      </p:sp>
      <p:cxnSp>
        <p:nvCxnSpPr>
          <p:cNvPr id="149" name="Google Shape;149;p19"/>
          <p:cNvCxnSpPr/>
          <p:nvPr/>
        </p:nvCxnSpPr>
        <p:spPr>
          <a:xfrm rot="-5400000">
            <a:off x="-192111" y="8904711"/>
            <a:ext cx="1813200" cy="0"/>
          </a:xfrm>
          <a:prstGeom prst="straightConnector1">
            <a:avLst/>
          </a:prstGeom>
          <a:noFill/>
          <a:ln cap="flat" cmpd="sng" w="9525">
            <a:solidFill>
              <a:schemeClr val="dk2"/>
            </a:solidFill>
            <a:prstDash val="solid"/>
            <a:round/>
            <a:headEnd len="med" w="med" type="none"/>
            <a:tailEnd len="med" w="med" type="none"/>
          </a:ln>
        </p:spPr>
      </p:cxnSp>
      <p:pic>
        <p:nvPicPr>
          <p:cNvPr id="150" name="Google Shape;150;p19"/>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151" name="Google Shape;151;p19"/>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sp>
        <p:nvSpPr>
          <p:cNvPr id="152" name="Google Shape;152;p19"/>
          <p:cNvSpPr txBox="1"/>
          <p:nvPr>
            <p:ph idx="1" type="subTitle"/>
          </p:nvPr>
        </p:nvSpPr>
        <p:spPr>
          <a:xfrm rot="-5400000">
            <a:off x="5488475" y="5406175"/>
            <a:ext cx="2722800" cy="161100"/>
          </a:xfrm>
          <a:prstGeom prst="rect">
            <a:avLst/>
          </a:prstGeom>
        </p:spPr>
        <p:txBody>
          <a:bodyPr anchorCtr="0" anchor="b" bIns="0" lIns="0" spcFirstLastPara="1" rIns="0" wrap="square" tIns="0">
            <a:noAutofit/>
          </a:bodyPr>
          <a:lstStyle>
            <a:lvl1pPr lvl="0" rtl="0">
              <a:spcBef>
                <a:spcPts val="0"/>
              </a:spcBef>
              <a:spcAft>
                <a:spcPts val="0"/>
              </a:spcAft>
              <a:buClr>
                <a:srgbClr val="575756"/>
              </a:buClr>
              <a:buSzPts val="900"/>
              <a:buNone/>
              <a:defRPr sz="900">
                <a:solidFill>
                  <a:srgbClr val="575756"/>
                </a:solidFill>
              </a:defRPr>
            </a:lvl1pPr>
            <a:lvl2pPr lvl="1" rtl="0">
              <a:spcBef>
                <a:spcPts val="0"/>
              </a:spcBef>
              <a:spcAft>
                <a:spcPts val="0"/>
              </a:spcAft>
              <a:buSzPts val="900"/>
              <a:buFont typeface="Lexend Light"/>
              <a:buNone/>
              <a:defRPr sz="900">
                <a:latin typeface="Lexend Light"/>
                <a:ea typeface="Lexend Light"/>
                <a:cs typeface="Lexend Light"/>
                <a:sym typeface="Lexend Light"/>
              </a:defRPr>
            </a:lvl2pPr>
            <a:lvl3pPr lvl="2" rtl="0">
              <a:spcBef>
                <a:spcPts val="0"/>
              </a:spcBef>
              <a:spcAft>
                <a:spcPts val="0"/>
              </a:spcAft>
              <a:buSzPts val="900"/>
              <a:buFont typeface="Lexend Light"/>
              <a:buNone/>
              <a:defRPr sz="900">
                <a:latin typeface="Lexend Light"/>
                <a:ea typeface="Lexend Light"/>
                <a:cs typeface="Lexend Light"/>
                <a:sym typeface="Lexend Light"/>
              </a:defRPr>
            </a:lvl3pPr>
            <a:lvl4pPr lvl="3" rtl="0">
              <a:spcBef>
                <a:spcPts val="0"/>
              </a:spcBef>
              <a:spcAft>
                <a:spcPts val="0"/>
              </a:spcAft>
              <a:buSzPts val="900"/>
              <a:buFont typeface="Lexend Light"/>
              <a:buNone/>
              <a:defRPr sz="900">
                <a:latin typeface="Lexend Light"/>
                <a:ea typeface="Lexend Light"/>
                <a:cs typeface="Lexend Light"/>
                <a:sym typeface="Lexend Light"/>
              </a:defRPr>
            </a:lvl4pPr>
            <a:lvl5pPr lvl="4" rtl="0">
              <a:spcBef>
                <a:spcPts val="0"/>
              </a:spcBef>
              <a:spcAft>
                <a:spcPts val="0"/>
              </a:spcAft>
              <a:buSzPts val="900"/>
              <a:buFont typeface="Lexend Light"/>
              <a:buNone/>
              <a:defRPr sz="900">
                <a:latin typeface="Lexend Light"/>
                <a:ea typeface="Lexend Light"/>
                <a:cs typeface="Lexend Light"/>
                <a:sym typeface="Lexend Light"/>
              </a:defRPr>
            </a:lvl5pPr>
            <a:lvl6pPr lvl="5" rtl="0">
              <a:spcBef>
                <a:spcPts val="0"/>
              </a:spcBef>
              <a:spcAft>
                <a:spcPts val="0"/>
              </a:spcAft>
              <a:buSzPts val="900"/>
              <a:buFont typeface="Lexend Light"/>
              <a:buNone/>
              <a:defRPr sz="900">
                <a:latin typeface="Lexend Light"/>
                <a:ea typeface="Lexend Light"/>
                <a:cs typeface="Lexend Light"/>
                <a:sym typeface="Lexend Light"/>
              </a:defRPr>
            </a:lvl6pPr>
            <a:lvl7pPr lvl="6" rtl="0">
              <a:spcBef>
                <a:spcPts val="0"/>
              </a:spcBef>
              <a:spcAft>
                <a:spcPts val="0"/>
              </a:spcAft>
              <a:buSzPts val="900"/>
              <a:buFont typeface="Lexend Light"/>
              <a:buNone/>
              <a:defRPr sz="900">
                <a:latin typeface="Lexend Light"/>
                <a:ea typeface="Lexend Light"/>
                <a:cs typeface="Lexend Light"/>
                <a:sym typeface="Lexend Light"/>
              </a:defRPr>
            </a:lvl7pPr>
            <a:lvl8pPr lvl="7" rtl="0">
              <a:spcBef>
                <a:spcPts val="0"/>
              </a:spcBef>
              <a:spcAft>
                <a:spcPts val="0"/>
              </a:spcAft>
              <a:buSzPts val="900"/>
              <a:buFont typeface="Lexend Light"/>
              <a:buNone/>
              <a:defRPr sz="900">
                <a:latin typeface="Lexend Light"/>
                <a:ea typeface="Lexend Light"/>
                <a:cs typeface="Lexend Light"/>
                <a:sym typeface="Lexend Light"/>
              </a:defRPr>
            </a:lvl8pPr>
            <a:lvl9pPr lvl="8" rtl="0">
              <a:spcBef>
                <a:spcPts val="0"/>
              </a:spcBef>
              <a:spcAft>
                <a:spcPts val="0"/>
              </a:spcAft>
              <a:buSzPts val="900"/>
              <a:buFont typeface="Lexend Light"/>
              <a:buNone/>
              <a:defRPr sz="900">
                <a:latin typeface="Lexend Light"/>
                <a:ea typeface="Lexend Light"/>
                <a:cs typeface="Lexend Light"/>
                <a:sym typeface="Lexend Light"/>
              </a:defRPr>
            </a:lvl9pPr>
          </a:lstStyle>
          <a:p/>
        </p:txBody>
      </p:sp>
      <p:sp>
        <p:nvSpPr>
          <p:cNvPr id="153" name="Google Shape;153;p19"/>
          <p:cNvSpPr txBox="1"/>
          <p:nvPr/>
        </p:nvSpPr>
        <p:spPr>
          <a:xfrm rot="-5400000">
            <a:off x="3494675" y="6716250"/>
            <a:ext cx="70704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900">
                <a:solidFill>
                  <a:srgbClr val="575756"/>
                </a:solidFill>
                <a:latin typeface="Lexend"/>
                <a:ea typeface="Lexend"/>
                <a:cs typeface="Lexend"/>
                <a:sym typeface="Lexend"/>
              </a:rPr>
              <a:t>Licensed on the </a:t>
            </a:r>
            <a:r>
              <a:rPr lang="en-GB" sz="900" u="sng">
                <a:solidFill>
                  <a:srgbClr val="575756"/>
                </a:solidFill>
                <a:latin typeface="Lexend"/>
                <a:ea typeface="Lexend"/>
                <a:cs typeface="Lexend"/>
                <a:sym typeface="Lexend"/>
                <a:hlinkClick r:id="rId5">
                  <a:extLst>
                    <a:ext uri="{A12FA001-AC4F-418D-AE19-62706E023703}">
                      <ahyp:hlinkClr val="tx"/>
                    </a:ext>
                  </a:extLst>
                </a:hlinkClick>
              </a:rPr>
              <a:t>Open Government Licence v3.0</a:t>
            </a:r>
            <a:r>
              <a:rPr lang="en-GB" sz="900">
                <a:solidFill>
                  <a:srgbClr val="575756"/>
                </a:solidFill>
                <a:latin typeface="Lexend"/>
                <a:ea typeface="Lexend"/>
                <a:cs typeface="Lexend"/>
                <a:sym typeface="Lexend"/>
              </a:rPr>
              <a:t>, except where otherwise stated. See </a:t>
            </a:r>
            <a:r>
              <a:rPr lang="en-GB" sz="900" u="sng">
                <a:solidFill>
                  <a:srgbClr val="575756"/>
                </a:solidFill>
                <a:latin typeface="Lexend"/>
                <a:ea typeface="Lexend"/>
                <a:cs typeface="Lexend"/>
                <a:sym typeface="Lexend"/>
                <a:hlinkClick r:id="rId6">
                  <a:extLst>
                    <a:ext uri="{A12FA001-AC4F-418D-AE19-62706E023703}">
                      <ahyp:hlinkClr val="tx"/>
                    </a:ext>
                  </a:extLst>
                </a:hlinkClick>
              </a:rPr>
              <a:t>Oak terms &amp; conditions</a:t>
            </a:r>
            <a:r>
              <a:rPr lang="en-GB" sz="900">
                <a:solidFill>
                  <a:srgbClr val="575756"/>
                </a:solidFill>
                <a:latin typeface="Lexend"/>
                <a:ea typeface="Lexend"/>
                <a:cs typeface="Lexend"/>
                <a:sym typeface="Lexend"/>
              </a:rPr>
              <a:t>.</a:t>
            </a:r>
            <a:endParaRPr sz="900">
              <a:solidFill>
                <a:srgbClr val="575756"/>
              </a:solidFill>
              <a:latin typeface="Lexend"/>
              <a:ea typeface="Lexend"/>
              <a:cs typeface="Lexend"/>
              <a:sym typeface="Lexend"/>
            </a:endParaRPr>
          </a:p>
        </p:txBody>
      </p:sp>
      <p:sp>
        <p:nvSpPr>
          <p:cNvPr id="154" name="Google Shape;154;p19"/>
          <p:cNvSpPr txBox="1"/>
          <p:nvPr/>
        </p:nvSpPr>
        <p:spPr>
          <a:xfrm rot="-5400000">
            <a:off x="4814975" y="8214000"/>
            <a:ext cx="4069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GB" sz="900">
                <a:solidFill>
                  <a:srgbClr val="575756"/>
                </a:solidFill>
                <a:latin typeface="Lexend"/>
                <a:ea typeface="Lexend"/>
                <a:cs typeface="Lexend"/>
                <a:sym typeface="Lexend"/>
              </a:rPr>
              <a:t>© Oak National Academy 2024</a:t>
            </a:r>
            <a:r>
              <a:rPr lang="en-GB" sz="900">
                <a:solidFill>
                  <a:srgbClr val="575756"/>
                </a:solidFill>
                <a:latin typeface="Lexend"/>
                <a:ea typeface="Lexend"/>
                <a:cs typeface="Lexend"/>
                <a:sym typeface="Lexend"/>
              </a:rPr>
              <a:t>. Produced in partnership with</a:t>
            </a:r>
            <a:endParaRPr sz="900">
              <a:solidFill>
                <a:srgbClr val="575756"/>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11" Type="http://schemas.openxmlformats.org/officeDocument/2006/relationships/theme" Target="../theme/theme3.xml"/><Relationship Id="rId10" Type="http://schemas.openxmlformats.org/officeDocument/2006/relationships/slideLayout" Target="../slideLayouts/slideLayout17.xml"/><Relationship Id="rId9" Type="http://schemas.openxmlformats.org/officeDocument/2006/relationships/slideLayout" Target="../slideLayouts/slideLayout16.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7" name="Google Shape;7;p1"/>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2"/>
              </a:buClr>
              <a:buSzPts val="1800"/>
              <a:buFont typeface="Lexend"/>
              <a:buChar char="●"/>
              <a:defRPr i="0" sz="1800" u="none" cap="none" strike="noStrike">
                <a:solidFill>
                  <a:schemeClr val="dk2"/>
                </a:solidFill>
                <a:latin typeface="Lexend"/>
                <a:ea typeface="Lexend"/>
                <a:cs typeface="Lexend"/>
                <a:sym typeface="Lexend"/>
              </a:defRPr>
            </a:lvl1pPr>
            <a:lvl2pPr indent="-317500" lvl="1" marL="914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2pPr>
            <a:lvl3pPr indent="-317500" lvl="2" marL="1371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3pPr>
            <a:lvl4pPr indent="-317500" lvl="3" marL="18288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4pPr>
            <a:lvl5pPr indent="-317500" lvl="4" marL="22860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5pPr>
            <a:lvl6pPr indent="-317500" lvl="5" marL="27432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6pPr>
            <a:lvl7pPr indent="-317500" lvl="6" marL="3200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7pPr>
            <a:lvl8pPr indent="-317500" lvl="7" marL="3657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8pPr>
            <a:lvl9pPr indent="-317500" lvl="8" marL="4114800" marR="0" rtl="0" algn="l">
              <a:lnSpc>
                <a:spcPct val="115000"/>
              </a:lnSpc>
              <a:spcBef>
                <a:spcPts val="0"/>
              </a:spcBef>
              <a:spcAft>
                <a:spcPts val="0"/>
              </a:spcAft>
              <a:buClr>
                <a:schemeClr val="dk2"/>
              </a:buClr>
              <a:buSzPts val="1400"/>
              <a:buFont typeface="Kalam"/>
              <a:buChar char="■"/>
              <a:defRPr i="0" sz="1400" u="none" cap="none" strike="noStrike">
                <a:solidFill>
                  <a:schemeClr val="dk2"/>
                </a:solidFill>
                <a:latin typeface="Kalam"/>
                <a:ea typeface="Kalam"/>
                <a:cs typeface="Kalam"/>
                <a:sym typeface="Kalam"/>
              </a:defRPr>
            </a:lvl9pPr>
          </a:lstStyle>
          <a:p/>
        </p:txBody>
      </p:sp>
      <p:sp>
        <p:nvSpPr>
          <p:cNvPr id="8" name="Google Shape;8;p1"/>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2" name="Shape 62"/>
        <p:cNvGrpSpPr/>
        <p:nvPr/>
      </p:nvGrpSpPr>
      <p:grpSpPr>
        <a:xfrm>
          <a:off x="0" y="0"/>
          <a:ext cx="0" cy="0"/>
          <a:chOff x="0" y="0"/>
          <a:chExt cx="0" cy="0"/>
        </a:xfrm>
      </p:grpSpPr>
      <p:sp>
        <p:nvSpPr>
          <p:cNvPr id="63" name="Google Shape;63;p9"/>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64" name="Google Shape;64;p9"/>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2"/>
              </a:buClr>
              <a:buSzPts val="1800"/>
              <a:buFont typeface="Lexend"/>
              <a:buChar char="●"/>
              <a:defRPr i="0" sz="1800" u="none" cap="none" strike="noStrike">
                <a:solidFill>
                  <a:schemeClr val="dk2"/>
                </a:solidFill>
                <a:latin typeface="Lexend"/>
                <a:ea typeface="Lexend"/>
                <a:cs typeface="Lexend"/>
                <a:sym typeface="Lexend"/>
              </a:defRPr>
            </a:lvl1pPr>
            <a:lvl2pPr indent="-317500" lvl="1" marL="914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2pPr>
            <a:lvl3pPr indent="-317500" lvl="2" marL="1371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3pPr>
            <a:lvl4pPr indent="-317500" lvl="3" marL="18288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4pPr>
            <a:lvl5pPr indent="-317500" lvl="4" marL="22860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5pPr>
            <a:lvl6pPr indent="-317500" lvl="5" marL="27432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6pPr>
            <a:lvl7pPr indent="-317500" lvl="6" marL="3200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7pPr>
            <a:lvl8pPr indent="-317500" lvl="7" marL="3657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8pPr>
            <a:lvl9pPr indent="-317500" lvl="8" marL="4114800" marR="0" rtl="0" algn="l">
              <a:lnSpc>
                <a:spcPct val="115000"/>
              </a:lnSpc>
              <a:spcBef>
                <a:spcPts val="0"/>
              </a:spcBef>
              <a:spcAft>
                <a:spcPts val="0"/>
              </a:spcAft>
              <a:buClr>
                <a:schemeClr val="dk2"/>
              </a:buClr>
              <a:buSzPts val="1400"/>
              <a:buFont typeface="Kalam"/>
              <a:buChar char="■"/>
              <a:defRPr i="0" sz="1400" u="none" cap="none" strike="noStrike">
                <a:solidFill>
                  <a:schemeClr val="dk2"/>
                </a:solidFill>
                <a:latin typeface="Kalam"/>
                <a:ea typeface="Kalam"/>
                <a:cs typeface="Kalam"/>
                <a:sym typeface="Kalam"/>
              </a:defRPr>
            </a:lvl9pPr>
          </a:lstStyle>
          <a:p/>
        </p:txBody>
      </p:sp>
      <p:sp>
        <p:nvSpPr>
          <p:cNvPr id="65" name="Google Shape;65;p9"/>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0"/>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60" name="Google Shape;160;p20"/>
          <p:cNvSpPr txBox="1"/>
          <p:nvPr/>
        </p:nvSpPr>
        <p:spPr>
          <a:xfrm>
            <a:off x="468000" y="864000"/>
            <a:ext cx="6624000" cy="2772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b="1" lang="en-GB" sz="1800">
                <a:solidFill>
                  <a:srgbClr val="000000"/>
                </a:solidFill>
                <a:latin typeface="Lexend"/>
                <a:ea typeface="Lexend"/>
                <a:cs typeface="Lexend"/>
                <a:sym typeface="Lexend"/>
              </a:rPr>
              <a:t>Rounding integers to one significant figure</a:t>
            </a:r>
            <a:endParaRPr b="1" sz="1800">
              <a:solidFill>
                <a:srgbClr val="000000"/>
              </a:solidFill>
              <a:latin typeface="Lexend"/>
              <a:ea typeface="Lexend"/>
              <a:cs typeface="Lexend"/>
              <a:sym typeface="Lexend"/>
            </a:endParaRPr>
          </a:p>
        </p:txBody>
      </p:sp>
      <p:cxnSp>
        <p:nvCxnSpPr>
          <p:cNvPr id="161" name="Google Shape;161;p20"/>
          <p:cNvCxnSpPr/>
          <p:nvPr/>
        </p:nvCxnSpPr>
        <p:spPr>
          <a:xfrm>
            <a:off x="480750" y="4224378"/>
            <a:ext cx="6598500" cy="0"/>
          </a:xfrm>
          <a:prstGeom prst="straightConnector1">
            <a:avLst/>
          </a:prstGeom>
          <a:noFill/>
          <a:ln cap="flat" cmpd="sng" w="38100">
            <a:solidFill>
              <a:srgbClr val="000000"/>
            </a:solidFill>
            <a:prstDash val="solid"/>
            <a:round/>
            <a:headEnd len="med" w="med" type="none"/>
            <a:tailEnd len="med" w="med" type="none"/>
          </a:ln>
        </p:spPr>
      </p:cxnSp>
      <p:sp>
        <p:nvSpPr>
          <p:cNvPr id="162" name="Google Shape;162;p20"/>
          <p:cNvSpPr txBox="1"/>
          <p:nvPr/>
        </p:nvSpPr>
        <p:spPr>
          <a:xfrm>
            <a:off x="468000" y="1376125"/>
            <a:ext cx="6624000" cy="38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a:solidFill>
                  <a:srgbClr val="000000"/>
                </a:solidFill>
                <a:latin typeface="Lexend"/>
                <a:ea typeface="Lexend"/>
                <a:cs typeface="Lexend"/>
                <a:sym typeface="Lexend"/>
              </a:rPr>
              <a:t>Task A: Identifying significant figures</a:t>
            </a:r>
            <a:endParaRPr b="1">
              <a:solidFill>
                <a:srgbClr val="000000"/>
              </a:solidFill>
              <a:latin typeface="Lexend"/>
              <a:ea typeface="Lexend"/>
              <a:cs typeface="Lexend"/>
              <a:sym typeface="Lexend"/>
            </a:endParaRPr>
          </a:p>
        </p:txBody>
      </p:sp>
      <p:sp>
        <p:nvSpPr>
          <p:cNvPr id="163" name="Google Shape;163;p20"/>
          <p:cNvSpPr txBox="1"/>
          <p:nvPr/>
        </p:nvSpPr>
        <p:spPr>
          <a:xfrm>
            <a:off x="468000" y="1758924"/>
            <a:ext cx="6624000" cy="2451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Circle the first </a:t>
            </a:r>
            <a:r>
              <a:rPr b="1" lang="en-GB" sz="1200">
                <a:solidFill>
                  <a:srgbClr val="000000"/>
                </a:solidFill>
                <a:latin typeface="Lexend"/>
                <a:ea typeface="Lexend"/>
                <a:cs typeface="Lexend"/>
                <a:sym typeface="Lexend"/>
              </a:rPr>
              <a:t>significant figure</a:t>
            </a:r>
            <a:r>
              <a:rPr lang="en-GB" sz="1200">
                <a:solidFill>
                  <a:srgbClr val="000000"/>
                </a:solidFill>
                <a:latin typeface="Lexend"/>
                <a:ea typeface="Lexend"/>
                <a:cs typeface="Lexend"/>
                <a:sym typeface="Lexend"/>
              </a:rPr>
              <a:t> in each of the following:</a:t>
            </a:r>
            <a:endParaRPr sz="1200">
              <a:solidFill>
                <a:srgbClr val="000000"/>
              </a:solidFill>
              <a:latin typeface="Lexend"/>
              <a:ea typeface="Lexend"/>
              <a:cs typeface="Lexend"/>
              <a:sym typeface="Lexend"/>
            </a:endParaRPr>
          </a:p>
          <a:p>
            <a:pPr indent="-304800" lvl="0" marL="457200" rtl="0" algn="l">
              <a:lnSpc>
                <a:spcPct val="200000"/>
              </a:lnSpc>
              <a:spcBef>
                <a:spcPts val="100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150 267</a:t>
            </a:r>
            <a:endParaRPr sz="1200">
              <a:solidFill>
                <a:srgbClr val="000000"/>
              </a:solidFill>
              <a:latin typeface="Lexend"/>
              <a:ea typeface="Lexend"/>
              <a:cs typeface="Lexend"/>
              <a:sym typeface="Lexend"/>
            </a:endParaRPr>
          </a:p>
          <a:p>
            <a:pPr indent="-304800" lvl="0" marL="457200" rtl="0" algn="l">
              <a:lnSpc>
                <a:spcPct val="200000"/>
              </a:lnSpc>
              <a:spcBef>
                <a:spcPts val="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3560</a:t>
            </a:r>
            <a:endParaRPr sz="1200">
              <a:solidFill>
                <a:srgbClr val="000000"/>
              </a:solidFill>
              <a:latin typeface="Lexend"/>
              <a:ea typeface="Lexend"/>
              <a:cs typeface="Lexend"/>
              <a:sym typeface="Lexend"/>
            </a:endParaRPr>
          </a:p>
          <a:p>
            <a:pPr indent="-304800" lvl="0" marL="457200" rtl="0" algn="l">
              <a:lnSpc>
                <a:spcPct val="200000"/>
              </a:lnSpc>
              <a:spcBef>
                <a:spcPts val="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60 253 461</a:t>
            </a:r>
            <a:endParaRPr sz="1200">
              <a:solidFill>
                <a:srgbClr val="000000"/>
              </a:solidFill>
              <a:latin typeface="Lexend"/>
              <a:ea typeface="Lexend"/>
              <a:cs typeface="Lexend"/>
              <a:sym typeface="Lexend"/>
            </a:endParaRPr>
          </a:p>
          <a:p>
            <a:pPr indent="-304800" lvl="0" marL="457200" rtl="0" algn="l">
              <a:lnSpc>
                <a:spcPct val="200000"/>
              </a:lnSpc>
              <a:spcBef>
                <a:spcPts val="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187</a:t>
            </a:r>
            <a:endParaRPr sz="1200">
              <a:solidFill>
                <a:srgbClr val="000000"/>
              </a:solidFill>
              <a:latin typeface="Lexend"/>
              <a:ea typeface="Lexend"/>
              <a:cs typeface="Lexend"/>
              <a:sym typeface="Lexend"/>
            </a:endParaRPr>
          </a:p>
          <a:p>
            <a:pPr indent="-304800" lvl="0" marL="457200" rtl="0" algn="l">
              <a:lnSpc>
                <a:spcPct val="200000"/>
              </a:lnSpc>
              <a:spcBef>
                <a:spcPts val="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98 200</a:t>
            </a:r>
            <a:endParaRPr sz="1200">
              <a:solidFill>
                <a:srgbClr val="000000"/>
              </a:solidFill>
              <a:latin typeface="Lexend"/>
              <a:ea typeface="Lexend"/>
              <a:cs typeface="Lexend"/>
              <a:sym typeface="Lexend"/>
            </a:endParaRPr>
          </a:p>
          <a:p>
            <a:pPr indent="-304800" lvl="0" marL="457200" rtl="0" algn="l">
              <a:lnSpc>
                <a:spcPct val="200000"/>
              </a:lnSpc>
              <a:spcBef>
                <a:spcPts val="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4 987 932</a:t>
            </a:r>
            <a:endParaRPr sz="1200">
              <a:solidFill>
                <a:srgbClr val="000000"/>
              </a:solidFill>
              <a:latin typeface="Lexend"/>
              <a:ea typeface="Lexend"/>
              <a:cs typeface="Lexend"/>
              <a:sym typeface="Lexend"/>
            </a:endParaRPr>
          </a:p>
        </p:txBody>
      </p:sp>
      <p:sp>
        <p:nvSpPr>
          <p:cNvPr id="164" name="Google Shape;164;p20"/>
          <p:cNvSpPr txBox="1"/>
          <p:nvPr/>
        </p:nvSpPr>
        <p:spPr>
          <a:xfrm>
            <a:off x="468000" y="4305741"/>
            <a:ext cx="6624000" cy="38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a:solidFill>
                  <a:srgbClr val="000000"/>
                </a:solidFill>
                <a:latin typeface="Lexend"/>
                <a:ea typeface="Lexend"/>
                <a:cs typeface="Lexend"/>
                <a:sym typeface="Lexend"/>
              </a:rPr>
              <a:t>Task B: Using a number line for significant figures</a:t>
            </a:r>
            <a:endParaRPr b="1">
              <a:solidFill>
                <a:srgbClr val="000000"/>
              </a:solidFill>
              <a:latin typeface="Lexend"/>
              <a:ea typeface="Lexend"/>
              <a:cs typeface="Lexend"/>
              <a:sym typeface="Lexend"/>
            </a:endParaRPr>
          </a:p>
        </p:txBody>
      </p:sp>
      <p:sp>
        <p:nvSpPr>
          <p:cNvPr id="165" name="Google Shape;165;p20"/>
          <p:cNvSpPr txBox="1"/>
          <p:nvPr/>
        </p:nvSpPr>
        <p:spPr>
          <a:xfrm>
            <a:off x="468000" y="4601590"/>
            <a:ext cx="6624000" cy="6036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rgbClr val="000000"/>
              </a:buClr>
              <a:buSzPts val="1200"/>
              <a:buFont typeface="Lexend"/>
              <a:buAutoNum type="arabicParenR"/>
            </a:pPr>
            <a:r>
              <a:rPr lang="en-GB" sz="1200">
                <a:solidFill>
                  <a:srgbClr val="000000"/>
                </a:solidFill>
                <a:latin typeface="Lexend"/>
                <a:ea typeface="Lexend"/>
                <a:cs typeface="Lexend"/>
                <a:sym typeface="Lexend"/>
              </a:rPr>
              <a:t>Match the following to the correct rounded to one significant figure number:</a:t>
            </a:r>
            <a:endParaRPr sz="1200">
              <a:solidFill>
                <a:srgbClr val="000000"/>
              </a:solidFill>
              <a:latin typeface="Lexend"/>
              <a:ea typeface="Lexend"/>
              <a:cs typeface="Lexend"/>
              <a:sym typeface="Lexend"/>
            </a:endParaRPr>
          </a:p>
        </p:txBody>
      </p:sp>
      <p:sp>
        <p:nvSpPr>
          <p:cNvPr id="166" name="Google Shape;166;p20"/>
          <p:cNvSpPr/>
          <p:nvPr/>
        </p:nvSpPr>
        <p:spPr>
          <a:xfrm>
            <a:off x="1367698" y="4967789"/>
            <a:ext cx="2088900" cy="346200"/>
          </a:xfrm>
          <a:prstGeom prst="roundRect">
            <a:avLst>
              <a:gd fmla="val 16667" name="adj"/>
            </a:avLst>
          </a:prstGeom>
          <a:no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latin typeface="Lexend"/>
                <a:ea typeface="Lexend"/>
                <a:cs typeface="Lexend"/>
                <a:sym typeface="Lexend"/>
              </a:rPr>
              <a:t>3 487 925</a:t>
            </a:r>
            <a:endParaRPr sz="1200">
              <a:latin typeface="Lexend"/>
              <a:ea typeface="Lexend"/>
              <a:cs typeface="Lexend"/>
              <a:sym typeface="Lexend"/>
            </a:endParaRPr>
          </a:p>
        </p:txBody>
      </p:sp>
      <p:sp>
        <p:nvSpPr>
          <p:cNvPr id="167" name="Google Shape;167;p20"/>
          <p:cNvSpPr/>
          <p:nvPr/>
        </p:nvSpPr>
        <p:spPr>
          <a:xfrm>
            <a:off x="1367698" y="5579820"/>
            <a:ext cx="2088900" cy="346200"/>
          </a:xfrm>
          <a:prstGeom prst="roundRect">
            <a:avLst>
              <a:gd fmla="val 16667" name="adj"/>
            </a:avLst>
          </a:prstGeom>
          <a:no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latin typeface="Lexend"/>
                <a:ea typeface="Lexend"/>
                <a:cs typeface="Lexend"/>
                <a:sym typeface="Lexend"/>
              </a:rPr>
              <a:t>28 021</a:t>
            </a:r>
            <a:endParaRPr sz="1200">
              <a:latin typeface="Lexend"/>
              <a:ea typeface="Lexend"/>
              <a:cs typeface="Lexend"/>
              <a:sym typeface="Lexend"/>
            </a:endParaRPr>
          </a:p>
        </p:txBody>
      </p:sp>
      <p:sp>
        <p:nvSpPr>
          <p:cNvPr id="168" name="Google Shape;168;p20"/>
          <p:cNvSpPr/>
          <p:nvPr/>
        </p:nvSpPr>
        <p:spPr>
          <a:xfrm>
            <a:off x="1367698" y="6191851"/>
            <a:ext cx="2088900" cy="346200"/>
          </a:xfrm>
          <a:prstGeom prst="roundRect">
            <a:avLst>
              <a:gd fmla="val 16667" name="adj"/>
            </a:avLst>
          </a:prstGeom>
          <a:no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latin typeface="Lexend"/>
                <a:ea typeface="Lexend"/>
                <a:cs typeface="Lexend"/>
                <a:sym typeface="Lexend"/>
              </a:rPr>
              <a:t>28</a:t>
            </a:r>
            <a:endParaRPr sz="1200">
              <a:latin typeface="Lexend"/>
              <a:ea typeface="Lexend"/>
              <a:cs typeface="Lexend"/>
              <a:sym typeface="Lexend"/>
            </a:endParaRPr>
          </a:p>
        </p:txBody>
      </p:sp>
      <p:sp>
        <p:nvSpPr>
          <p:cNvPr id="169" name="Google Shape;169;p20"/>
          <p:cNvSpPr/>
          <p:nvPr/>
        </p:nvSpPr>
        <p:spPr>
          <a:xfrm>
            <a:off x="1367698" y="6803881"/>
            <a:ext cx="2088900" cy="346200"/>
          </a:xfrm>
          <a:prstGeom prst="roundRect">
            <a:avLst>
              <a:gd fmla="val 16667" name="adj"/>
            </a:avLst>
          </a:prstGeom>
          <a:no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latin typeface="Lexend"/>
                <a:ea typeface="Lexend"/>
                <a:cs typeface="Lexend"/>
                <a:sym typeface="Lexend"/>
              </a:rPr>
              <a:t>348.7925</a:t>
            </a:r>
            <a:endParaRPr sz="1200">
              <a:latin typeface="Lexend"/>
              <a:ea typeface="Lexend"/>
              <a:cs typeface="Lexend"/>
              <a:sym typeface="Lexend"/>
            </a:endParaRPr>
          </a:p>
        </p:txBody>
      </p:sp>
      <p:sp>
        <p:nvSpPr>
          <p:cNvPr id="170" name="Google Shape;170;p20"/>
          <p:cNvSpPr/>
          <p:nvPr/>
        </p:nvSpPr>
        <p:spPr>
          <a:xfrm>
            <a:off x="4103404" y="4967789"/>
            <a:ext cx="2088900" cy="346200"/>
          </a:xfrm>
          <a:prstGeom prst="roundRect">
            <a:avLst>
              <a:gd fmla="val 16667" name="adj"/>
            </a:avLst>
          </a:prstGeom>
          <a:no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latin typeface="Lexend"/>
                <a:ea typeface="Lexend"/>
                <a:cs typeface="Lexend"/>
                <a:sym typeface="Lexend"/>
              </a:rPr>
              <a:t>thirty</a:t>
            </a:r>
            <a:endParaRPr sz="1200">
              <a:latin typeface="Lexend"/>
              <a:ea typeface="Lexend"/>
              <a:cs typeface="Lexend"/>
              <a:sym typeface="Lexend"/>
            </a:endParaRPr>
          </a:p>
        </p:txBody>
      </p:sp>
      <p:sp>
        <p:nvSpPr>
          <p:cNvPr id="171" name="Google Shape;171;p20"/>
          <p:cNvSpPr/>
          <p:nvPr/>
        </p:nvSpPr>
        <p:spPr>
          <a:xfrm>
            <a:off x="4103404" y="5579820"/>
            <a:ext cx="2088900" cy="346200"/>
          </a:xfrm>
          <a:prstGeom prst="roundRect">
            <a:avLst>
              <a:gd fmla="val 16667" name="adj"/>
            </a:avLst>
          </a:prstGeom>
          <a:no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latin typeface="Lexend"/>
                <a:ea typeface="Lexend"/>
                <a:cs typeface="Lexend"/>
                <a:sym typeface="Lexend"/>
              </a:rPr>
              <a:t>three hundred</a:t>
            </a:r>
            <a:endParaRPr sz="1200">
              <a:latin typeface="Lexend"/>
              <a:ea typeface="Lexend"/>
              <a:cs typeface="Lexend"/>
              <a:sym typeface="Lexend"/>
            </a:endParaRPr>
          </a:p>
        </p:txBody>
      </p:sp>
      <p:sp>
        <p:nvSpPr>
          <p:cNvPr id="172" name="Google Shape;172;p20"/>
          <p:cNvSpPr/>
          <p:nvPr/>
        </p:nvSpPr>
        <p:spPr>
          <a:xfrm>
            <a:off x="4103404" y="6191851"/>
            <a:ext cx="2088900" cy="346200"/>
          </a:xfrm>
          <a:prstGeom prst="roundRect">
            <a:avLst>
              <a:gd fmla="val 16667" name="adj"/>
            </a:avLst>
          </a:prstGeom>
          <a:no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latin typeface="Lexend"/>
                <a:ea typeface="Lexend"/>
                <a:cs typeface="Lexend"/>
                <a:sym typeface="Lexend"/>
              </a:rPr>
              <a:t>thirty thousand</a:t>
            </a:r>
            <a:endParaRPr sz="1200">
              <a:latin typeface="Lexend"/>
              <a:ea typeface="Lexend"/>
              <a:cs typeface="Lexend"/>
              <a:sym typeface="Lexend"/>
            </a:endParaRPr>
          </a:p>
        </p:txBody>
      </p:sp>
      <p:sp>
        <p:nvSpPr>
          <p:cNvPr id="173" name="Google Shape;173;p20"/>
          <p:cNvSpPr/>
          <p:nvPr/>
        </p:nvSpPr>
        <p:spPr>
          <a:xfrm>
            <a:off x="4103404" y="6803881"/>
            <a:ext cx="2088900" cy="346200"/>
          </a:xfrm>
          <a:prstGeom prst="roundRect">
            <a:avLst>
              <a:gd fmla="val 16667" name="adj"/>
            </a:avLst>
          </a:prstGeom>
          <a:no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latin typeface="Lexend"/>
                <a:ea typeface="Lexend"/>
                <a:cs typeface="Lexend"/>
                <a:sym typeface="Lexend"/>
              </a:rPr>
              <a:t>three million</a:t>
            </a:r>
            <a:endParaRPr sz="1200">
              <a:latin typeface="Lexend"/>
              <a:ea typeface="Lexend"/>
              <a:cs typeface="Lexend"/>
              <a:sym typeface="Lexend"/>
            </a:endParaRPr>
          </a:p>
        </p:txBody>
      </p:sp>
      <p:sp>
        <p:nvSpPr>
          <p:cNvPr id="174" name="Google Shape;174;p20"/>
          <p:cNvSpPr txBox="1"/>
          <p:nvPr/>
        </p:nvSpPr>
        <p:spPr>
          <a:xfrm>
            <a:off x="544200" y="7266141"/>
            <a:ext cx="6624000" cy="364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2)     Complete the following:</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graphicFrame>
        <p:nvGraphicFramePr>
          <p:cNvPr id="175" name="Google Shape;175;p20"/>
          <p:cNvGraphicFramePr/>
          <p:nvPr/>
        </p:nvGraphicFramePr>
        <p:xfrm>
          <a:off x="468000" y="7630791"/>
          <a:ext cx="3000000" cy="3000000"/>
        </p:xfrm>
        <a:graphic>
          <a:graphicData uri="http://schemas.openxmlformats.org/drawingml/2006/table">
            <a:tbl>
              <a:tblPr>
                <a:noFill/>
                <a:tableStyleId>{371E4D9B-E7EC-4B4C-B04E-1F620E3C49A5}</a:tableStyleId>
              </a:tblPr>
              <a:tblGrid>
                <a:gridCol w="780900"/>
                <a:gridCol w="1492000"/>
                <a:gridCol w="708825"/>
                <a:gridCol w="2133575"/>
                <a:gridCol w="1075675"/>
              </a:tblGrid>
              <a:tr h="718925">
                <a:tc>
                  <a:txBody>
                    <a:bodyPr/>
                    <a:lstStyle/>
                    <a:p>
                      <a:pPr indent="0" lvl="0" marL="0" rtl="0" algn="l">
                        <a:spcBef>
                          <a:spcPts val="0"/>
                        </a:spcBef>
                        <a:spcAft>
                          <a:spcPts val="0"/>
                        </a:spcAft>
                        <a:buNone/>
                      </a:pPr>
                      <a:r>
                        <a:rPr lang="en-GB" sz="1200">
                          <a:latin typeface="Lexend"/>
                          <a:ea typeface="Lexend"/>
                          <a:cs typeface="Lexend"/>
                          <a:sym typeface="Lexend"/>
                        </a:rPr>
                        <a:t>Number</a:t>
                      </a:r>
                      <a:endParaRPr sz="1200">
                        <a:latin typeface="Lexend"/>
                        <a:ea typeface="Lexend"/>
                        <a:cs typeface="Lexend"/>
                        <a:sym typeface="Lexend"/>
                      </a:endParaRPr>
                    </a:p>
                  </a:txBody>
                  <a:tcPr marT="18000" marB="18000" marR="18000" marL="18000">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200">
                          <a:latin typeface="Lexend"/>
                          <a:ea typeface="Lexend"/>
                          <a:cs typeface="Lexend"/>
                          <a:sym typeface="Lexend"/>
                        </a:rPr>
                        <a:t>The 1st significant figure is in the </a:t>
                      </a:r>
                      <a:r>
                        <a:rPr lang="en-GB" sz="1200" u="sng">
                          <a:latin typeface="Lexend"/>
                          <a:ea typeface="Lexend"/>
                          <a:cs typeface="Lexend"/>
                          <a:sym typeface="Lexend"/>
                        </a:rPr>
                        <a:t>_____</a:t>
                      </a:r>
                      <a:r>
                        <a:rPr lang="en-GB" sz="1200">
                          <a:latin typeface="Lexend"/>
                          <a:ea typeface="Lexend"/>
                          <a:cs typeface="Lexend"/>
                          <a:sym typeface="Lexend"/>
                        </a:rPr>
                        <a:t> column.</a:t>
                      </a:r>
                      <a:endParaRPr sz="1200">
                        <a:latin typeface="Lexend"/>
                        <a:ea typeface="Lexend"/>
                        <a:cs typeface="Lexend"/>
                        <a:sym typeface="Lexend"/>
                      </a:endParaRPr>
                    </a:p>
                  </a:txBody>
                  <a:tcPr marT="18000" marB="18000" marR="18000" marL="18000"/>
                </a:tc>
                <a:tc>
                  <a:txBody>
                    <a:bodyPr/>
                    <a:lstStyle/>
                    <a:p>
                      <a:pPr indent="0" lvl="0" marL="0" rtl="0" algn="l">
                        <a:spcBef>
                          <a:spcPts val="0"/>
                        </a:spcBef>
                        <a:spcAft>
                          <a:spcPts val="0"/>
                        </a:spcAft>
                        <a:buNone/>
                      </a:pPr>
                      <a:r>
                        <a:rPr lang="en-GB" sz="1200">
                          <a:latin typeface="Lexend"/>
                          <a:ea typeface="Lexend"/>
                          <a:cs typeface="Lexend"/>
                          <a:sym typeface="Lexend"/>
                        </a:rPr>
                        <a:t>Round to the nearest </a:t>
                      </a:r>
                      <a:r>
                        <a:rPr lang="en-GB" sz="1200" u="sng">
                          <a:solidFill>
                            <a:srgbClr val="000000"/>
                          </a:solidFill>
                          <a:latin typeface="Lexend"/>
                          <a:ea typeface="Lexend"/>
                          <a:cs typeface="Lexend"/>
                          <a:sym typeface="Lexend"/>
                        </a:rPr>
                        <a:t>_____ </a:t>
                      </a:r>
                      <a:r>
                        <a:rPr lang="en-GB" sz="1200">
                          <a:solidFill>
                            <a:srgbClr val="000000"/>
                          </a:solidFill>
                          <a:latin typeface="Lexend"/>
                          <a:ea typeface="Lexend"/>
                          <a:cs typeface="Lexend"/>
                          <a:sym typeface="Lexend"/>
                        </a:rPr>
                        <a:t>.</a:t>
                      </a:r>
                      <a:endParaRPr sz="1200">
                        <a:latin typeface="Lexend"/>
                        <a:ea typeface="Lexend"/>
                        <a:cs typeface="Lexend"/>
                        <a:sym typeface="Lexend"/>
                      </a:endParaRPr>
                    </a:p>
                  </a:txBody>
                  <a:tcPr marT="18000" marB="18000" marR="18000" marL="18000"/>
                </a:tc>
                <a:tc>
                  <a:txBody>
                    <a:bodyPr/>
                    <a:lstStyle/>
                    <a:p>
                      <a:pPr indent="0" lvl="0" marL="0" rtl="0" algn="l">
                        <a:spcBef>
                          <a:spcPts val="0"/>
                        </a:spcBef>
                        <a:spcAft>
                          <a:spcPts val="0"/>
                        </a:spcAft>
                        <a:buNone/>
                      </a:pPr>
                      <a:r>
                        <a:rPr lang="en-GB" sz="1200">
                          <a:latin typeface="Lexend"/>
                          <a:ea typeface="Lexend"/>
                          <a:cs typeface="Lexend"/>
                          <a:sym typeface="Lexend"/>
                        </a:rPr>
                        <a:t>Number line</a:t>
                      </a:r>
                      <a:endParaRPr sz="1200">
                        <a:latin typeface="Lexend"/>
                        <a:ea typeface="Lexend"/>
                        <a:cs typeface="Lexend"/>
                        <a:sym typeface="Lexend"/>
                      </a:endParaRPr>
                    </a:p>
                  </a:txBody>
                  <a:tcPr marT="18000" marB="18000" marR="18000" marL="18000"/>
                </a:tc>
                <a:tc>
                  <a:txBody>
                    <a:bodyPr/>
                    <a:lstStyle/>
                    <a:p>
                      <a:pPr indent="0" lvl="0" marL="0" rtl="0" algn="l">
                        <a:spcBef>
                          <a:spcPts val="0"/>
                        </a:spcBef>
                        <a:spcAft>
                          <a:spcPts val="0"/>
                        </a:spcAft>
                        <a:buNone/>
                      </a:pPr>
                      <a:r>
                        <a:rPr lang="en-GB" sz="1200">
                          <a:latin typeface="Lexend"/>
                          <a:ea typeface="Lexend"/>
                          <a:cs typeface="Lexend"/>
                          <a:sym typeface="Lexend"/>
                        </a:rPr>
                        <a:t>To 1 s.f.</a:t>
                      </a:r>
                      <a:endParaRPr sz="1200">
                        <a:latin typeface="Lexend"/>
                        <a:ea typeface="Lexend"/>
                        <a:cs typeface="Lexend"/>
                        <a:sym typeface="Lexend"/>
                      </a:endParaRPr>
                    </a:p>
                  </a:txBody>
                  <a:tcPr marT="18000" marB="18000" marR="18000" marL="18000"/>
                </a:tc>
              </a:tr>
              <a:tr h="272475">
                <a:tc>
                  <a:txBody>
                    <a:bodyPr/>
                    <a:lstStyle/>
                    <a:p>
                      <a:pPr indent="0" lvl="0" marL="0" rtl="0" algn="l">
                        <a:spcBef>
                          <a:spcPts val="0"/>
                        </a:spcBef>
                        <a:spcAft>
                          <a:spcPts val="0"/>
                        </a:spcAft>
                        <a:buNone/>
                      </a:pPr>
                      <a:r>
                        <a:rPr lang="en-GB" sz="1200">
                          <a:latin typeface="Lexend"/>
                          <a:ea typeface="Lexend"/>
                          <a:cs typeface="Lexend"/>
                          <a:sym typeface="Lexend"/>
                        </a:rPr>
                        <a:t>36</a:t>
                      </a:r>
                      <a:endParaRPr sz="1200">
                        <a:latin typeface="Lexend"/>
                        <a:ea typeface="Lexend"/>
                        <a:cs typeface="Lexend"/>
                        <a:sym typeface="Lexend"/>
                      </a:endParaRPr>
                    </a:p>
                  </a:txBody>
                  <a:tcPr marT="18000" marB="18000" marR="18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18000" marL="18000" anchor="ctr">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18000" marB="18000" marR="18000" marL="18000" anchor="ctr"/>
                </a:tc>
                <a:tc>
                  <a:txBody>
                    <a:bodyPr/>
                    <a:lstStyle/>
                    <a:p>
                      <a:pPr indent="0" lvl="0" marL="0" rtl="0" algn="l">
                        <a:spcBef>
                          <a:spcPts val="0"/>
                        </a:spcBef>
                        <a:spcAft>
                          <a:spcPts val="0"/>
                        </a:spcAft>
                        <a:buNone/>
                      </a:pPr>
                      <a:r>
                        <a:t/>
                      </a:r>
                      <a:endParaRPr/>
                    </a:p>
                  </a:txBody>
                  <a:tcPr marT="18000" marB="90000" marR="18000" marL="18000" anchor="ctr"/>
                </a:tc>
                <a:tc>
                  <a:txBody>
                    <a:bodyPr/>
                    <a:lstStyle/>
                    <a:p>
                      <a:pPr indent="0" lvl="0" marL="0" rtl="0" algn="l">
                        <a:spcBef>
                          <a:spcPts val="0"/>
                        </a:spcBef>
                        <a:spcAft>
                          <a:spcPts val="0"/>
                        </a:spcAft>
                        <a:buNone/>
                      </a:pPr>
                      <a:r>
                        <a:t/>
                      </a:r>
                      <a:endParaRPr/>
                    </a:p>
                  </a:txBody>
                  <a:tcPr marT="18000" marB="18000" marR="18000" marL="18000" anchor="ctr"/>
                </a:tc>
              </a:tr>
              <a:tr h="272475">
                <a:tc>
                  <a:txBody>
                    <a:bodyPr/>
                    <a:lstStyle/>
                    <a:p>
                      <a:pPr indent="0" lvl="0" marL="0" rtl="0" algn="l">
                        <a:spcBef>
                          <a:spcPts val="0"/>
                        </a:spcBef>
                        <a:spcAft>
                          <a:spcPts val="0"/>
                        </a:spcAft>
                        <a:buNone/>
                      </a:pPr>
                      <a:r>
                        <a:rPr lang="en-GB" sz="1200">
                          <a:latin typeface="Lexend"/>
                          <a:ea typeface="Lexend"/>
                          <a:cs typeface="Lexend"/>
                          <a:sym typeface="Lexend"/>
                        </a:rPr>
                        <a:t>832</a:t>
                      </a:r>
                      <a:endParaRPr sz="1200">
                        <a:latin typeface="Lexend"/>
                        <a:ea typeface="Lexend"/>
                        <a:cs typeface="Lexend"/>
                        <a:sym typeface="Lexend"/>
                      </a:endParaRPr>
                    </a:p>
                  </a:txBody>
                  <a:tcPr marT="18000" marB="18000" marR="18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18000" marL="18000" anchor="ctr">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18000" marB="18000" marR="18000" marL="18000" anchor="ctr"/>
                </a:tc>
                <a:tc>
                  <a:txBody>
                    <a:bodyPr/>
                    <a:lstStyle/>
                    <a:p>
                      <a:pPr indent="0" lvl="0" marL="0" rtl="0" algn="l">
                        <a:spcBef>
                          <a:spcPts val="0"/>
                        </a:spcBef>
                        <a:spcAft>
                          <a:spcPts val="0"/>
                        </a:spcAft>
                        <a:buNone/>
                      </a:pPr>
                      <a:r>
                        <a:t/>
                      </a:r>
                      <a:endParaRPr/>
                    </a:p>
                  </a:txBody>
                  <a:tcPr marT="18000" marB="90000" marR="18000" marL="18000" anchor="ctr"/>
                </a:tc>
                <a:tc>
                  <a:txBody>
                    <a:bodyPr/>
                    <a:lstStyle/>
                    <a:p>
                      <a:pPr indent="0" lvl="0" marL="0" rtl="0" algn="l">
                        <a:spcBef>
                          <a:spcPts val="0"/>
                        </a:spcBef>
                        <a:spcAft>
                          <a:spcPts val="0"/>
                        </a:spcAft>
                        <a:buNone/>
                      </a:pPr>
                      <a:r>
                        <a:t/>
                      </a:r>
                      <a:endParaRPr/>
                    </a:p>
                  </a:txBody>
                  <a:tcPr marT="18000" marB="18000" marR="18000" marL="18000" anchor="ctr"/>
                </a:tc>
              </a:tr>
              <a:tr h="272475">
                <a:tc>
                  <a:txBody>
                    <a:bodyPr/>
                    <a:lstStyle/>
                    <a:p>
                      <a:pPr indent="0" lvl="0" marL="0" rtl="0" algn="l">
                        <a:spcBef>
                          <a:spcPts val="0"/>
                        </a:spcBef>
                        <a:spcAft>
                          <a:spcPts val="0"/>
                        </a:spcAft>
                        <a:buNone/>
                      </a:pPr>
                      <a:r>
                        <a:rPr lang="en-GB" sz="1200">
                          <a:latin typeface="Lexend"/>
                          <a:ea typeface="Lexend"/>
                          <a:cs typeface="Lexend"/>
                          <a:sym typeface="Lexend"/>
                        </a:rPr>
                        <a:t>3519</a:t>
                      </a:r>
                      <a:endParaRPr sz="1200">
                        <a:latin typeface="Lexend"/>
                        <a:ea typeface="Lexend"/>
                        <a:cs typeface="Lexend"/>
                        <a:sym typeface="Lexend"/>
                      </a:endParaRPr>
                    </a:p>
                  </a:txBody>
                  <a:tcPr marT="18000" marB="18000" marR="18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18000" marL="18000" anchor="ctr">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18000" marB="18000" marR="18000" marL="18000" anchor="ctr"/>
                </a:tc>
                <a:tc>
                  <a:txBody>
                    <a:bodyPr/>
                    <a:lstStyle/>
                    <a:p>
                      <a:pPr indent="0" lvl="0" marL="0" rtl="0" algn="l">
                        <a:spcBef>
                          <a:spcPts val="0"/>
                        </a:spcBef>
                        <a:spcAft>
                          <a:spcPts val="0"/>
                        </a:spcAft>
                        <a:buNone/>
                      </a:pPr>
                      <a:r>
                        <a:t/>
                      </a:r>
                      <a:endParaRPr/>
                    </a:p>
                  </a:txBody>
                  <a:tcPr marT="18000" marB="90000" marR="18000" marL="18000" anchor="ctr"/>
                </a:tc>
                <a:tc>
                  <a:txBody>
                    <a:bodyPr/>
                    <a:lstStyle/>
                    <a:p>
                      <a:pPr indent="0" lvl="0" marL="0" rtl="0" algn="l">
                        <a:spcBef>
                          <a:spcPts val="0"/>
                        </a:spcBef>
                        <a:spcAft>
                          <a:spcPts val="0"/>
                        </a:spcAft>
                        <a:buNone/>
                      </a:pPr>
                      <a:r>
                        <a:t/>
                      </a:r>
                      <a:endParaRPr/>
                    </a:p>
                  </a:txBody>
                  <a:tcPr marT="18000" marB="18000" marR="18000" marL="18000" anchor="ctr"/>
                </a:tc>
              </a:tr>
              <a:tr h="272475">
                <a:tc>
                  <a:txBody>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43 867.09</a:t>
                      </a:r>
                      <a:endParaRPr sz="1200">
                        <a:latin typeface="Lexend"/>
                        <a:ea typeface="Lexend"/>
                        <a:cs typeface="Lexend"/>
                        <a:sym typeface="Lexend"/>
                      </a:endParaRPr>
                    </a:p>
                  </a:txBody>
                  <a:tcPr marT="18000" marB="18000" marR="18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18000" marL="18000" anchor="ctr">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18000" marB="18000" marR="18000" marL="18000" anchor="ctr"/>
                </a:tc>
                <a:tc>
                  <a:txBody>
                    <a:bodyPr/>
                    <a:lstStyle/>
                    <a:p>
                      <a:pPr indent="0" lvl="0" marL="0" rtl="0" algn="l">
                        <a:spcBef>
                          <a:spcPts val="0"/>
                        </a:spcBef>
                        <a:spcAft>
                          <a:spcPts val="0"/>
                        </a:spcAft>
                        <a:buNone/>
                      </a:pPr>
                      <a:r>
                        <a:t/>
                      </a:r>
                      <a:endParaRPr/>
                    </a:p>
                  </a:txBody>
                  <a:tcPr marT="18000" marB="90000" marR="18000" marL="18000" anchor="ctr"/>
                </a:tc>
                <a:tc>
                  <a:txBody>
                    <a:bodyPr/>
                    <a:lstStyle/>
                    <a:p>
                      <a:pPr indent="0" lvl="0" marL="0" rtl="0" algn="l">
                        <a:spcBef>
                          <a:spcPts val="0"/>
                        </a:spcBef>
                        <a:spcAft>
                          <a:spcPts val="0"/>
                        </a:spcAft>
                        <a:buNone/>
                      </a:pPr>
                      <a:r>
                        <a:t/>
                      </a:r>
                      <a:endParaRPr/>
                    </a:p>
                  </a:txBody>
                  <a:tcPr marT="18000" marB="18000" marR="18000" marL="18000" anchor="ctr"/>
                </a:tc>
              </a:tr>
              <a:tr h="272475">
                <a:tc>
                  <a:txBody>
                    <a:bodyPr/>
                    <a:lstStyle/>
                    <a:p>
                      <a:pPr indent="0" lvl="0" marL="0" rtl="0" algn="l">
                        <a:spcBef>
                          <a:spcPts val="0"/>
                        </a:spcBef>
                        <a:spcAft>
                          <a:spcPts val="0"/>
                        </a:spcAft>
                        <a:buNone/>
                      </a:pPr>
                      <a:r>
                        <a:rPr lang="en-GB" sz="1200">
                          <a:latin typeface="Lexend"/>
                          <a:ea typeface="Lexend"/>
                          <a:cs typeface="Lexend"/>
                          <a:sym typeface="Lexend"/>
                        </a:rPr>
                        <a:t>992 782</a:t>
                      </a:r>
                      <a:endParaRPr sz="1200">
                        <a:latin typeface="Lexend"/>
                        <a:ea typeface="Lexend"/>
                        <a:cs typeface="Lexend"/>
                        <a:sym typeface="Lexend"/>
                      </a:endParaRPr>
                    </a:p>
                  </a:txBody>
                  <a:tcPr marT="18000" marB="18000" marR="18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18000" marL="18000" anchor="ctr">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18000" marB="18000" marR="18000" marL="18000" anchor="ctr"/>
                </a:tc>
                <a:tc>
                  <a:txBody>
                    <a:bodyPr/>
                    <a:lstStyle/>
                    <a:p>
                      <a:pPr indent="0" lvl="0" marL="0" rtl="0" algn="l">
                        <a:spcBef>
                          <a:spcPts val="0"/>
                        </a:spcBef>
                        <a:spcAft>
                          <a:spcPts val="0"/>
                        </a:spcAft>
                        <a:buNone/>
                      </a:pPr>
                      <a:r>
                        <a:t/>
                      </a:r>
                      <a:endParaRPr/>
                    </a:p>
                  </a:txBody>
                  <a:tcPr marT="18000" marB="90000" marR="18000" marL="18000" anchor="ctr"/>
                </a:tc>
                <a:tc>
                  <a:txBody>
                    <a:bodyPr/>
                    <a:lstStyle/>
                    <a:p>
                      <a:pPr indent="0" lvl="0" marL="0" rtl="0" algn="l">
                        <a:spcBef>
                          <a:spcPts val="0"/>
                        </a:spcBef>
                        <a:spcAft>
                          <a:spcPts val="0"/>
                        </a:spcAft>
                        <a:buNone/>
                      </a:pPr>
                      <a:r>
                        <a:t/>
                      </a:r>
                      <a:endParaRPr/>
                    </a:p>
                  </a:txBody>
                  <a:tcPr marT="18000" marB="18000" marR="18000" marL="18000" anchor="ctr"/>
                </a:tc>
              </a:tr>
            </a:tbl>
          </a:graphicData>
        </a:graphic>
      </p:graphicFrame>
      <p:graphicFrame>
        <p:nvGraphicFramePr>
          <p:cNvPr id="176" name="Google Shape;176;p20"/>
          <p:cNvGraphicFramePr/>
          <p:nvPr/>
        </p:nvGraphicFramePr>
        <p:xfrm>
          <a:off x="3620880" y="8531852"/>
          <a:ext cx="3000000" cy="3000000"/>
        </p:xfrm>
        <a:graphic>
          <a:graphicData uri="http://schemas.openxmlformats.org/drawingml/2006/table">
            <a:tbl>
              <a:tblPr>
                <a:noFill/>
                <a:tableStyleId>{371E4D9B-E7EC-4B4C-B04E-1F620E3C49A5}</a:tableStyleId>
              </a:tblPr>
              <a:tblGrid>
                <a:gridCol w="666375"/>
                <a:gridCol w="666375"/>
              </a:tblGrid>
              <a:tr h="123750">
                <a:tc>
                  <a:txBody>
                    <a:bodyPr/>
                    <a:lstStyle/>
                    <a:p>
                      <a:pPr indent="0" lvl="0" marL="0" rtl="0" algn="l">
                        <a:spcBef>
                          <a:spcPts val="0"/>
                        </a:spcBef>
                        <a:spcAft>
                          <a:spcPts val="0"/>
                        </a:spcAft>
                        <a:buNone/>
                      </a:pPr>
                      <a:r>
                        <a:t/>
                      </a:r>
                      <a:endParaRPr sz="1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graphicFrame>
        <p:nvGraphicFramePr>
          <p:cNvPr id="177" name="Google Shape;177;p20"/>
          <p:cNvGraphicFramePr/>
          <p:nvPr/>
        </p:nvGraphicFramePr>
        <p:xfrm>
          <a:off x="3696480" y="8840975"/>
          <a:ext cx="3000000" cy="3000000"/>
        </p:xfrm>
        <a:graphic>
          <a:graphicData uri="http://schemas.openxmlformats.org/drawingml/2006/table">
            <a:tbl>
              <a:tblPr>
                <a:noFill/>
                <a:tableStyleId>{371E4D9B-E7EC-4B4C-B04E-1F620E3C49A5}</a:tableStyleId>
              </a:tblPr>
              <a:tblGrid>
                <a:gridCol w="666375"/>
                <a:gridCol w="666375"/>
              </a:tblGrid>
              <a:tr h="123750">
                <a:tc>
                  <a:txBody>
                    <a:bodyPr/>
                    <a:lstStyle/>
                    <a:p>
                      <a:pPr indent="0" lvl="0" marL="0" rtl="0" algn="l">
                        <a:spcBef>
                          <a:spcPts val="0"/>
                        </a:spcBef>
                        <a:spcAft>
                          <a:spcPts val="0"/>
                        </a:spcAft>
                        <a:buNone/>
                      </a:pPr>
                      <a:r>
                        <a:t/>
                      </a:r>
                      <a:endParaRPr sz="1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graphicFrame>
        <p:nvGraphicFramePr>
          <p:cNvPr id="178" name="Google Shape;178;p20"/>
          <p:cNvGraphicFramePr/>
          <p:nvPr/>
        </p:nvGraphicFramePr>
        <p:xfrm>
          <a:off x="3681718" y="9172176"/>
          <a:ext cx="3000000" cy="3000000"/>
        </p:xfrm>
        <a:graphic>
          <a:graphicData uri="http://schemas.openxmlformats.org/drawingml/2006/table">
            <a:tbl>
              <a:tblPr>
                <a:noFill/>
                <a:tableStyleId>{371E4D9B-E7EC-4B4C-B04E-1F620E3C49A5}</a:tableStyleId>
              </a:tblPr>
              <a:tblGrid>
                <a:gridCol w="666375"/>
                <a:gridCol w="666375"/>
              </a:tblGrid>
              <a:tr h="123750">
                <a:tc>
                  <a:txBody>
                    <a:bodyPr/>
                    <a:lstStyle/>
                    <a:p>
                      <a:pPr indent="0" lvl="0" marL="0" rtl="0" algn="l">
                        <a:spcBef>
                          <a:spcPts val="0"/>
                        </a:spcBef>
                        <a:spcAft>
                          <a:spcPts val="0"/>
                        </a:spcAft>
                        <a:buNone/>
                      </a:pPr>
                      <a:r>
                        <a:t/>
                      </a:r>
                      <a:endParaRPr sz="1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graphicFrame>
        <p:nvGraphicFramePr>
          <p:cNvPr id="179" name="Google Shape;179;p20"/>
          <p:cNvGraphicFramePr/>
          <p:nvPr/>
        </p:nvGraphicFramePr>
        <p:xfrm>
          <a:off x="3773280" y="9492338"/>
          <a:ext cx="3000000" cy="3000000"/>
        </p:xfrm>
        <a:graphic>
          <a:graphicData uri="http://schemas.openxmlformats.org/drawingml/2006/table">
            <a:tbl>
              <a:tblPr>
                <a:noFill/>
                <a:tableStyleId>{371E4D9B-E7EC-4B4C-B04E-1F620E3C49A5}</a:tableStyleId>
              </a:tblPr>
              <a:tblGrid>
                <a:gridCol w="666375"/>
                <a:gridCol w="666375"/>
              </a:tblGrid>
              <a:tr h="123750">
                <a:tc>
                  <a:txBody>
                    <a:bodyPr/>
                    <a:lstStyle/>
                    <a:p>
                      <a:pPr indent="0" lvl="0" marL="0" rtl="0" algn="l">
                        <a:spcBef>
                          <a:spcPts val="0"/>
                        </a:spcBef>
                        <a:spcAft>
                          <a:spcPts val="0"/>
                        </a:spcAft>
                        <a:buNone/>
                      </a:pPr>
                      <a:r>
                        <a:t/>
                      </a:r>
                      <a:endParaRPr sz="1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graphicFrame>
        <p:nvGraphicFramePr>
          <p:cNvPr id="180" name="Google Shape;180;p20"/>
          <p:cNvGraphicFramePr/>
          <p:nvPr/>
        </p:nvGraphicFramePr>
        <p:xfrm>
          <a:off x="3773280" y="9782387"/>
          <a:ext cx="3000000" cy="3000000"/>
        </p:xfrm>
        <a:graphic>
          <a:graphicData uri="http://schemas.openxmlformats.org/drawingml/2006/table">
            <a:tbl>
              <a:tblPr>
                <a:noFill/>
                <a:tableStyleId>{371E4D9B-E7EC-4B4C-B04E-1F620E3C49A5}</a:tableStyleId>
              </a:tblPr>
              <a:tblGrid>
                <a:gridCol w="666375"/>
                <a:gridCol w="666375"/>
              </a:tblGrid>
              <a:tr h="123750">
                <a:tc>
                  <a:txBody>
                    <a:bodyPr/>
                    <a:lstStyle/>
                    <a:p>
                      <a:pPr indent="0" lvl="0" marL="0" rtl="0" algn="l">
                        <a:spcBef>
                          <a:spcPts val="0"/>
                        </a:spcBef>
                        <a:spcAft>
                          <a:spcPts val="0"/>
                        </a:spcAft>
                        <a:buNone/>
                      </a:pPr>
                      <a:r>
                        <a:t/>
                      </a:r>
                      <a:endParaRPr sz="1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cxnSp>
        <p:nvCxnSpPr>
          <p:cNvPr id="181" name="Google Shape;181;p20"/>
          <p:cNvCxnSpPr/>
          <p:nvPr/>
        </p:nvCxnSpPr>
        <p:spPr>
          <a:xfrm>
            <a:off x="480750" y="9972000"/>
            <a:ext cx="6598500" cy="0"/>
          </a:xfrm>
          <a:prstGeom prst="straightConnector1">
            <a:avLst/>
          </a:prstGeom>
          <a:noFill/>
          <a:ln cap="flat" cmpd="sng" w="38100">
            <a:solidFill>
              <a:srgbClr val="000000"/>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1"/>
          <p:cNvSpPr txBox="1"/>
          <p:nvPr/>
        </p:nvSpPr>
        <p:spPr>
          <a:xfrm>
            <a:off x="4987875" y="3122050"/>
            <a:ext cx="21039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14)   75 001 ≈</a:t>
            </a:r>
            <a:r>
              <a:rPr lang="en-GB" sz="1200">
                <a:solidFill>
                  <a:srgbClr val="000000"/>
                </a:solidFill>
                <a:latin typeface="Kalam"/>
                <a:ea typeface="Kalam"/>
                <a:cs typeface="Kalam"/>
                <a:sym typeface="Kalam"/>
              </a:rPr>
              <a:t> </a:t>
            </a:r>
            <a:endParaRPr sz="1200">
              <a:solidFill>
                <a:srgbClr val="000000"/>
              </a:solidFill>
              <a:latin typeface="Kalam"/>
              <a:ea typeface="Kalam"/>
              <a:cs typeface="Kalam"/>
              <a:sym typeface="Kalam"/>
            </a:endParaRPr>
          </a:p>
          <a:p>
            <a:pPr indent="0" lvl="0" marL="0" rtl="0" algn="l">
              <a:spcBef>
                <a:spcPts val="0"/>
              </a:spcBef>
              <a:spcAft>
                <a:spcPts val="0"/>
              </a:spcAft>
              <a:buNone/>
            </a:pPr>
            <a:r>
              <a:rPr lang="en-GB" sz="1200">
                <a:solidFill>
                  <a:srgbClr val="000000"/>
                </a:solidFill>
                <a:latin typeface="Lexend"/>
                <a:ea typeface="Lexend"/>
                <a:cs typeface="Lexend"/>
                <a:sym typeface="Lexend"/>
              </a:rPr>
              <a:t>15)   94 ≈</a:t>
            </a:r>
            <a:r>
              <a:rPr lang="en-GB" sz="1200">
                <a:solidFill>
                  <a:srgbClr val="000000"/>
                </a:solidFill>
                <a:latin typeface="Kalam"/>
                <a:ea typeface="Kalam"/>
                <a:cs typeface="Kalam"/>
                <a:sym typeface="Kalam"/>
              </a:rPr>
              <a:t> </a:t>
            </a:r>
            <a:endParaRPr sz="1200">
              <a:solidFill>
                <a:srgbClr val="000000"/>
              </a:solidFill>
              <a:latin typeface="Lexend"/>
              <a:ea typeface="Lexend"/>
              <a:cs typeface="Lexend"/>
              <a:sym typeface="Lexend"/>
            </a:endParaRPr>
          </a:p>
          <a:p>
            <a:pPr indent="0" lvl="0" marL="0" rtl="0" algn="l">
              <a:spcBef>
                <a:spcPts val="0"/>
              </a:spcBef>
              <a:spcAft>
                <a:spcPts val="0"/>
              </a:spcAft>
              <a:buNone/>
            </a:pPr>
            <a:r>
              <a:rPr lang="en-GB" sz="1200">
                <a:solidFill>
                  <a:srgbClr val="000000"/>
                </a:solidFill>
                <a:latin typeface="Lexend"/>
                <a:ea typeface="Lexend"/>
                <a:cs typeface="Lexend"/>
                <a:sym typeface="Lexend"/>
              </a:rPr>
              <a:t>16)   9810 ≈</a:t>
            </a:r>
            <a:r>
              <a:rPr lang="en-GB" sz="1200">
                <a:solidFill>
                  <a:srgbClr val="000000"/>
                </a:solidFill>
                <a:latin typeface="Kalam"/>
                <a:ea typeface="Kalam"/>
                <a:cs typeface="Kalam"/>
                <a:sym typeface="Kalam"/>
              </a:rPr>
              <a:t> </a:t>
            </a:r>
            <a:endParaRPr sz="1200">
              <a:solidFill>
                <a:srgbClr val="000000"/>
              </a:solidFill>
              <a:latin typeface="Kalam"/>
              <a:ea typeface="Kalam"/>
              <a:cs typeface="Kalam"/>
              <a:sym typeface="Kalam"/>
            </a:endParaRPr>
          </a:p>
          <a:p>
            <a:pPr indent="0" lvl="0" marL="0" rtl="0" algn="l">
              <a:spcBef>
                <a:spcPts val="0"/>
              </a:spcBef>
              <a:spcAft>
                <a:spcPts val="0"/>
              </a:spcAft>
              <a:buClr>
                <a:srgbClr val="000000"/>
              </a:buClr>
              <a:buSzPts val="1100"/>
              <a:buFont typeface="Arial"/>
              <a:buNone/>
            </a:pPr>
            <a:r>
              <a:rPr lang="en-GB" sz="1200">
                <a:solidFill>
                  <a:srgbClr val="000000"/>
                </a:solidFill>
                <a:latin typeface="Lexend"/>
                <a:ea typeface="Lexend"/>
                <a:cs typeface="Lexend"/>
                <a:sym typeface="Lexend"/>
              </a:rPr>
              <a:t>17)   13 ≈</a:t>
            </a:r>
            <a:r>
              <a:rPr lang="en-GB" sz="1200">
                <a:solidFill>
                  <a:srgbClr val="000000"/>
                </a:solidFill>
                <a:latin typeface="Kalam"/>
                <a:ea typeface="Kalam"/>
                <a:cs typeface="Kalam"/>
                <a:sym typeface="Kalam"/>
              </a:rPr>
              <a:t> </a:t>
            </a:r>
            <a:endParaRPr sz="1200">
              <a:solidFill>
                <a:srgbClr val="000000"/>
              </a:solidFill>
              <a:latin typeface="Lexend"/>
              <a:ea typeface="Lexend"/>
              <a:cs typeface="Lexend"/>
              <a:sym typeface="Lexend"/>
            </a:endParaRPr>
          </a:p>
          <a:p>
            <a:pPr indent="0" lvl="0" marL="0" rtl="0" algn="l">
              <a:spcBef>
                <a:spcPts val="0"/>
              </a:spcBef>
              <a:spcAft>
                <a:spcPts val="0"/>
              </a:spcAft>
              <a:buNone/>
            </a:pPr>
            <a:r>
              <a:rPr lang="en-GB" sz="1200">
                <a:solidFill>
                  <a:srgbClr val="000000"/>
                </a:solidFill>
                <a:latin typeface="Lexend"/>
                <a:ea typeface="Lexend"/>
                <a:cs typeface="Lexend"/>
                <a:sym typeface="Lexend"/>
              </a:rPr>
              <a:t>18)   7459 ≈</a:t>
            </a:r>
            <a:r>
              <a:rPr lang="en-GB" sz="1200">
                <a:solidFill>
                  <a:srgbClr val="000000"/>
                </a:solidFill>
                <a:latin typeface="Kalam"/>
                <a:ea typeface="Kalam"/>
                <a:cs typeface="Kalam"/>
                <a:sym typeface="Kalam"/>
              </a:rPr>
              <a:t> </a:t>
            </a:r>
            <a:endParaRPr sz="1200">
              <a:solidFill>
                <a:srgbClr val="000000"/>
              </a:solidFill>
              <a:latin typeface="Kalam"/>
              <a:ea typeface="Kalam"/>
              <a:cs typeface="Kalam"/>
              <a:sym typeface="Kalam"/>
            </a:endParaRPr>
          </a:p>
          <a:p>
            <a:pPr indent="0" lvl="0" marL="0" rtl="0" algn="l">
              <a:spcBef>
                <a:spcPts val="0"/>
              </a:spcBef>
              <a:spcAft>
                <a:spcPts val="0"/>
              </a:spcAft>
              <a:buClr>
                <a:srgbClr val="000000"/>
              </a:buClr>
              <a:buSzPts val="1100"/>
              <a:buFont typeface="Arial"/>
              <a:buNone/>
            </a:pPr>
            <a:r>
              <a:rPr lang="en-GB" sz="1200">
                <a:solidFill>
                  <a:srgbClr val="000000"/>
                </a:solidFill>
                <a:latin typeface="Lexend"/>
                <a:ea typeface="Lexend"/>
                <a:cs typeface="Lexend"/>
                <a:sym typeface="Lexend"/>
              </a:rPr>
              <a:t>19)   762 ≈</a:t>
            </a:r>
            <a:r>
              <a:rPr lang="en-GB" sz="1200">
                <a:solidFill>
                  <a:srgbClr val="000000"/>
                </a:solidFill>
                <a:latin typeface="Kalam"/>
                <a:ea typeface="Kalam"/>
                <a:cs typeface="Kalam"/>
                <a:sym typeface="Kalam"/>
              </a:rPr>
              <a:t> </a:t>
            </a:r>
            <a:endParaRPr sz="1200">
              <a:solidFill>
                <a:srgbClr val="000000"/>
              </a:solidFill>
              <a:latin typeface="Kalam"/>
              <a:ea typeface="Kalam"/>
              <a:cs typeface="Kalam"/>
              <a:sym typeface="Kalam"/>
            </a:endParaRPr>
          </a:p>
        </p:txBody>
      </p:sp>
      <p:sp>
        <p:nvSpPr>
          <p:cNvPr id="187" name="Google Shape;187;p21"/>
          <p:cNvSpPr/>
          <p:nvPr/>
        </p:nvSpPr>
        <p:spPr>
          <a:xfrm>
            <a:off x="482227" y="4122392"/>
            <a:ext cx="1743600" cy="210300"/>
          </a:xfrm>
          <a:prstGeom prst="roundRect">
            <a:avLst>
              <a:gd fmla="val 16667" name="adj"/>
            </a:avLst>
          </a:prstGeom>
          <a:noFill/>
          <a:ln cap="flat" cmpd="sng" w="2857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188" name="Google Shape;188;p21"/>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89" name="Google Shape;189;p21"/>
          <p:cNvSpPr txBox="1"/>
          <p:nvPr>
            <p:ph idx="1" type="subTitle"/>
          </p:nvPr>
        </p:nvSpPr>
        <p:spPr>
          <a:xfrm>
            <a:off x="466825" y="360000"/>
            <a:ext cx="57792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Rounding integers to one significant figure</a:t>
            </a:r>
            <a:endParaRPr/>
          </a:p>
        </p:txBody>
      </p:sp>
      <p:sp>
        <p:nvSpPr>
          <p:cNvPr id="190" name="Google Shape;190;p21"/>
          <p:cNvSpPr txBox="1"/>
          <p:nvPr/>
        </p:nvSpPr>
        <p:spPr>
          <a:xfrm>
            <a:off x="6744600" y="10447800"/>
            <a:ext cx="815400" cy="244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1000">
                <a:solidFill>
                  <a:srgbClr val="FFFFFF"/>
                </a:solidFill>
                <a:latin typeface="Lexend"/>
                <a:ea typeface="Lexend"/>
                <a:cs typeface="Lexend"/>
                <a:sym typeface="Lexend"/>
              </a:rPr>
              <a:t>v2.3</a:t>
            </a:r>
            <a:endParaRPr sz="1000">
              <a:solidFill>
                <a:srgbClr val="FFFFFF"/>
              </a:solidFill>
              <a:latin typeface="Lexend"/>
              <a:ea typeface="Lexend"/>
              <a:cs typeface="Lexend"/>
              <a:sym typeface="Lexend"/>
            </a:endParaRPr>
          </a:p>
        </p:txBody>
      </p:sp>
      <p:sp>
        <p:nvSpPr>
          <p:cNvPr id="191" name="Google Shape;191;p21"/>
          <p:cNvSpPr txBox="1"/>
          <p:nvPr>
            <p:ph idx="2" type="subTitle"/>
          </p:nvPr>
        </p:nvSpPr>
        <p:spPr>
          <a:xfrm>
            <a:off x="3875675" y="9972000"/>
            <a:ext cx="2722800" cy="1611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latin typeface="Lexend Light"/>
                <a:ea typeface="Lexend Light"/>
                <a:cs typeface="Lexend Light"/>
                <a:sym typeface="Lexend Light"/>
              </a:rPr>
              <a:t>Mathematics in Education and Industry</a:t>
            </a:r>
            <a:endParaRPr/>
          </a:p>
        </p:txBody>
      </p:sp>
      <p:sp>
        <p:nvSpPr>
          <p:cNvPr id="192" name="Google Shape;192;p21"/>
          <p:cNvSpPr/>
          <p:nvPr/>
        </p:nvSpPr>
        <p:spPr>
          <a:xfrm>
            <a:off x="4911975" y="3100375"/>
            <a:ext cx="2160600" cy="755400"/>
          </a:xfrm>
          <a:prstGeom prst="roundRect">
            <a:avLst>
              <a:gd fmla="val 16667" name="adj"/>
            </a:avLst>
          </a:prstGeom>
          <a:noFill/>
          <a:ln cap="flat" cmpd="sng" w="2857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193" name="Google Shape;193;p21"/>
          <p:cNvSpPr/>
          <p:nvPr/>
        </p:nvSpPr>
        <p:spPr>
          <a:xfrm>
            <a:off x="4911975" y="3851225"/>
            <a:ext cx="2179800" cy="434700"/>
          </a:xfrm>
          <a:prstGeom prst="roundRect">
            <a:avLst>
              <a:gd fmla="val 16667" name="adj"/>
            </a:avLst>
          </a:prstGeom>
          <a:noFill/>
          <a:ln cap="flat" cmpd="sng" w="2857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194" name="Google Shape;194;p21"/>
          <p:cNvSpPr/>
          <p:nvPr/>
        </p:nvSpPr>
        <p:spPr>
          <a:xfrm>
            <a:off x="482227" y="3131104"/>
            <a:ext cx="1743600" cy="210300"/>
          </a:xfrm>
          <a:prstGeom prst="roundRect">
            <a:avLst>
              <a:gd fmla="val 16667" name="adj"/>
            </a:avLst>
          </a:prstGeom>
          <a:noFill/>
          <a:ln cap="flat" cmpd="sng" w="2857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195" name="Google Shape;195;p21"/>
          <p:cNvSpPr/>
          <p:nvPr/>
        </p:nvSpPr>
        <p:spPr>
          <a:xfrm>
            <a:off x="2454525" y="3100375"/>
            <a:ext cx="2244900" cy="1323600"/>
          </a:xfrm>
          <a:prstGeom prst="roundRect">
            <a:avLst>
              <a:gd fmla="val 16667" name="adj"/>
            </a:avLst>
          </a:prstGeom>
          <a:noFill/>
          <a:ln cap="flat" cmpd="sng" w="2857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196" name="Google Shape;196;p21"/>
          <p:cNvSpPr/>
          <p:nvPr/>
        </p:nvSpPr>
        <p:spPr>
          <a:xfrm>
            <a:off x="482225" y="3341350"/>
            <a:ext cx="1743600" cy="778500"/>
          </a:xfrm>
          <a:prstGeom prst="roundRect">
            <a:avLst>
              <a:gd fmla="val 16667" name="adj"/>
            </a:avLst>
          </a:prstGeom>
          <a:noFill/>
          <a:ln cap="flat" cmpd="sng" w="2857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197" name="Google Shape;197;p21"/>
          <p:cNvSpPr txBox="1"/>
          <p:nvPr/>
        </p:nvSpPr>
        <p:spPr>
          <a:xfrm>
            <a:off x="468075" y="1102800"/>
            <a:ext cx="6621300" cy="9975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None/>
            </a:pPr>
            <a:r>
              <a:rPr lang="en-GB" sz="1200">
                <a:solidFill>
                  <a:srgbClr val="000000"/>
                </a:solidFill>
                <a:latin typeface="Lexend"/>
                <a:ea typeface="Lexend"/>
                <a:cs typeface="Lexend"/>
                <a:sym typeface="Lexend"/>
              </a:rPr>
              <a:t>1</a:t>
            </a:r>
            <a:r>
              <a:rPr lang="en-GB" sz="1200">
                <a:latin typeface="Lexend"/>
                <a:ea typeface="Lexend"/>
                <a:cs typeface="Lexend"/>
                <a:sym typeface="Lexend"/>
              </a:rPr>
              <a:t>)     </a:t>
            </a:r>
            <a:r>
              <a:rPr lang="en-GB" sz="1200">
                <a:solidFill>
                  <a:srgbClr val="000000"/>
                </a:solidFill>
                <a:latin typeface="Lexend"/>
                <a:ea typeface="Lexend"/>
                <a:cs typeface="Lexend"/>
                <a:sym typeface="Lexend"/>
              </a:rPr>
              <a:t>Write each of the numbers below to one significant figure, find the answer in the grid to complete this joke:</a:t>
            </a:r>
            <a:endParaRPr sz="1200">
              <a:solidFill>
                <a:srgbClr val="000000"/>
              </a:solidFill>
              <a:latin typeface="Lexend"/>
              <a:ea typeface="Lexend"/>
              <a:cs typeface="Lexend"/>
              <a:sym typeface="Lexend"/>
            </a:endParaRPr>
          </a:p>
          <a:p>
            <a:pPr indent="0" lvl="0" marL="0" rtl="0" algn="l">
              <a:lnSpc>
                <a:spcPct val="80000"/>
              </a:lnSpc>
              <a:spcBef>
                <a:spcPts val="1000"/>
              </a:spcBef>
              <a:spcAft>
                <a:spcPts val="0"/>
              </a:spcAft>
              <a:buNone/>
            </a:pPr>
            <a:r>
              <a:rPr lang="en-GB" sz="1200">
                <a:solidFill>
                  <a:srgbClr val="000000"/>
                </a:solidFill>
                <a:latin typeface="Lexend"/>
                <a:ea typeface="Lexend"/>
                <a:cs typeface="Lexend"/>
                <a:sym typeface="Lexend"/>
              </a:rPr>
              <a:t>A sheepdog goes out to get the farmer’s sheep in.  He comes back and says to the farmer, ‘that’s all 100 sheep in the barn’  The farmer says, ‘that’s odd we only had 97 this morning’.  The sheepdog replies …</a:t>
            </a:r>
            <a:endParaRPr sz="1200">
              <a:solidFill>
                <a:srgbClr val="000000"/>
              </a:solidFill>
              <a:latin typeface="Lexend"/>
              <a:ea typeface="Lexend"/>
              <a:cs typeface="Lexend"/>
              <a:sym typeface="Lexend"/>
            </a:endParaRPr>
          </a:p>
          <a:p>
            <a:pPr indent="0" lvl="0" marL="0" rtl="0" algn="l">
              <a:lnSpc>
                <a:spcPct val="80000"/>
              </a:lnSpc>
              <a:spcBef>
                <a:spcPts val="1000"/>
              </a:spcBef>
              <a:spcAft>
                <a:spcPts val="1000"/>
              </a:spcAft>
              <a:buNone/>
            </a:pPr>
            <a:r>
              <a:t/>
            </a:r>
            <a:endParaRPr sz="1200">
              <a:solidFill>
                <a:srgbClr val="000000"/>
              </a:solidFill>
              <a:latin typeface="Lexend"/>
              <a:ea typeface="Lexend"/>
              <a:cs typeface="Lexend"/>
              <a:sym typeface="Lexend"/>
            </a:endParaRPr>
          </a:p>
        </p:txBody>
      </p:sp>
      <p:sp>
        <p:nvSpPr>
          <p:cNvPr id="198" name="Google Shape;198;p21"/>
          <p:cNvSpPr txBox="1"/>
          <p:nvPr/>
        </p:nvSpPr>
        <p:spPr>
          <a:xfrm>
            <a:off x="470600" y="720000"/>
            <a:ext cx="6621300" cy="38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a:solidFill>
                  <a:srgbClr val="000000"/>
                </a:solidFill>
                <a:latin typeface="Lexend"/>
                <a:ea typeface="Lexend"/>
                <a:cs typeface="Lexend"/>
                <a:sym typeface="Lexend"/>
              </a:rPr>
              <a:t>Task C: Rounding to one significant figure</a:t>
            </a:r>
            <a:endParaRPr b="1">
              <a:solidFill>
                <a:srgbClr val="000000"/>
              </a:solidFill>
              <a:latin typeface="Lexend"/>
              <a:ea typeface="Lexend"/>
              <a:cs typeface="Lexend"/>
              <a:sym typeface="Lexend"/>
            </a:endParaRPr>
          </a:p>
        </p:txBody>
      </p:sp>
      <p:graphicFrame>
        <p:nvGraphicFramePr>
          <p:cNvPr id="199" name="Google Shape;199;p21"/>
          <p:cNvGraphicFramePr/>
          <p:nvPr/>
        </p:nvGraphicFramePr>
        <p:xfrm>
          <a:off x="468000" y="2103213"/>
          <a:ext cx="3000000" cy="3000000"/>
        </p:xfrm>
        <a:graphic>
          <a:graphicData uri="http://schemas.openxmlformats.org/drawingml/2006/table">
            <a:tbl>
              <a:tblPr>
                <a:noFill/>
                <a:tableStyleId>{371E4D9B-E7EC-4B4C-B04E-1F620E3C49A5}</a:tableStyleId>
              </a:tblPr>
              <a:tblGrid>
                <a:gridCol w="509325"/>
                <a:gridCol w="509325"/>
                <a:gridCol w="509325"/>
                <a:gridCol w="509325"/>
                <a:gridCol w="509325"/>
                <a:gridCol w="509325"/>
                <a:gridCol w="509325"/>
                <a:gridCol w="509325"/>
                <a:gridCol w="509325"/>
                <a:gridCol w="509325"/>
                <a:gridCol w="509325"/>
                <a:gridCol w="509325"/>
                <a:gridCol w="509325"/>
              </a:tblGrid>
              <a:tr h="194325">
                <a:tc>
                  <a:txBody>
                    <a:bodyPr/>
                    <a:lstStyle/>
                    <a:p>
                      <a:pPr indent="0" lvl="0" marL="0" rtl="0" algn="ctr">
                        <a:spcBef>
                          <a:spcPts val="0"/>
                        </a:spcBef>
                        <a:spcAft>
                          <a:spcPts val="0"/>
                        </a:spcAft>
                        <a:buNone/>
                      </a:pPr>
                      <a:r>
                        <a:rPr lang="en-GB" sz="1200">
                          <a:latin typeface="Lexend"/>
                          <a:ea typeface="Lexend"/>
                          <a:cs typeface="Lexend"/>
                          <a:sym typeface="Lexend"/>
                        </a:rPr>
                        <a:t>A</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B</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C</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D</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E</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F</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G</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H</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I</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J</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K</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L</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M</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194325">
                <a:tc>
                  <a:txBody>
                    <a:bodyPr/>
                    <a:lstStyle/>
                    <a:p>
                      <a:pPr indent="0" lvl="0" marL="0" rtl="0" algn="ctr">
                        <a:spcBef>
                          <a:spcPts val="0"/>
                        </a:spcBef>
                        <a:spcAft>
                          <a:spcPts val="0"/>
                        </a:spcAft>
                        <a:buNone/>
                      </a:pPr>
                      <a:r>
                        <a:rPr lang="en-GB" sz="1200">
                          <a:latin typeface="Lexend"/>
                          <a:ea typeface="Lexend"/>
                          <a:cs typeface="Lexend"/>
                          <a:sym typeface="Lexend"/>
                        </a:rPr>
                        <a:t>200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60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400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100">
                          <a:latin typeface="Lexend"/>
                          <a:ea typeface="Lexend"/>
                          <a:cs typeface="Lexend"/>
                          <a:sym typeface="Lexend"/>
                        </a:rPr>
                        <a:t>30 000</a:t>
                      </a:r>
                      <a:endParaRPr sz="11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10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100">
                          <a:latin typeface="Lexend"/>
                          <a:ea typeface="Lexend"/>
                          <a:cs typeface="Lexend"/>
                          <a:sym typeface="Lexend"/>
                        </a:rPr>
                        <a:t>20 000</a:t>
                      </a:r>
                      <a:endParaRPr sz="11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700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90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5000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20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100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9000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100">
                          <a:latin typeface="Lexend"/>
                          <a:ea typeface="Lexend"/>
                          <a:cs typeface="Lexend"/>
                          <a:sym typeface="Lexend"/>
                        </a:rPr>
                        <a:t>80 000</a:t>
                      </a:r>
                      <a:endParaRPr sz="11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194325">
                <a:tc>
                  <a:txBody>
                    <a:bodyPr/>
                    <a:lstStyle/>
                    <a:p>
                      <a:pPr indent="0" lvl="0" marL="0" rtl="0" algn="ctr">
                        <a:spcBef>
                          <a:spcPts val="0"/>
                        </a:spcBef>
                        <a:spcAft>
                          <a:spcPts val="0"/>
                        </a:spcAft>
                        <a:buNone/>
                      </a:pPr>
                      <a:r>
                        <a:rPr lang="en-GB" sz="1200">
                          <a:latin typeface="Lexend"/>
                          <a:ea typeface="Lexend"/>
                          <a:cs typeface="Lexend"/>
                          <a:sym typeface="Lexend"/>
                        </a:rPr>
                        <a:t>N</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O</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P</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Q</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R</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S</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T</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U</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V</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W</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X</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Y</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Z</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194325">
                <a:tc>
                  <a:txBody>
                    <a:bodyPr/>
                    <a:lstStyle/>
                    <a:p>
                      <a:pPr indent="0" lvl="0" marL="0" rtl="0" algn="ctr">
                        <a:spcBef>
                          <a:spcPts val="0"/>
                        </a:spcBef>
                        <a:spcAft>
                          <a:spcPts val="0"/>
                        </a:spcAft>
                        <a:buNone/>
                      </a:pPr>
                      <a:r>
                        <a:rPr lang="en-GB" sz="1200">
                          <a:latin typeface="Lexend"/>
                          <a:ea typeface="Lexend"/>
                          <a:cs typeface="Lexend"/>
                          <a:sym typeface="Lexend"/>
                        </a:rPr>
                        <a:t>70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2000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7000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40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8000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300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100">
                          <a:latin typeface="Lexend"/>
                          <a:ea typeface="Lexend"/>
                          <a:cs typeface="Lexend"/>
                          <a:sym typeface="Lexend"/>
                        </a:rPr>
                        <a:t>10 000</a:t>
                      </a:r>
                      <a:endParaRPr sz="11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800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900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1000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100">
                          <a:latin typeface="Lexend"/>
                          <a:ea typeface="Lexend"/>
                          <a:cs typeface="Lexend"/>
                          <a:sym typeface="Lexend"/>
                        </a:rPr>
                        <a:t>50 000</a:t>
                      </a:r>
                      <a:endParaRPr sz="11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40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600</a:t>
                      </a:r>
                      <a:endParaRPr sz="1200">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
        <p:nvSpPr>
          <p:cNvPr id="200" name="Google Shape;200;p21"/>
          <p:cNvSpPr txBox="1"/>
          <p:nvPr/>
        </p:nvSpPr>
        <p:spPr>
          <a:xfrm>
            <a:off x="470600" y="3131298"/>
            <a:ext cx="1779900" cy="161100"/>
          </a:xfrm>
          <a:prstGeom prst="rect">
            <a:avLst/>
          </a:prstGeom>
          <a:noFill/>
          <a:ln>
            <a:noFill/>
          </a:ln>
        </p:spPr>
        <p:txBody>
          <a:bodyPr anchorCtr="0" anchor="t" bIns="0" lIns="0" spcFirstLastPara="1" rIns="0" wrap="square" tIns="0">
            <a:noAutofit/>
          </a:bodyPr>
          <a:lstStyle/>
          <a:p>
            <a:pPr indent="-304800" lvl="0" marL="457200" rtl="0" algn="just">
              <a:spcBef>
                <a:spcPts val="0"/>
              </a:spcBef>
              <a:spcAft>
                <a:spcPts val="0"/>
              </a:spcAft>
              <a:buClr>
                <a:srgbClr val="000000"/>
              </a:buClr>
              <a:buSzPts val="1200"/>
              <a:buFont typeface="Lexend"/>
              <a:buAutoNum type="arabicParenR"/>
            </a:pPr>
            <a:r>
              <a:rPr lang="en-GB" sz="1200">
                <a:latin typeface="Lexend"/>
                <a:ea typeface="Lexend"/>
                <a:cs typeface="Lexend"/>
                <a:sym typeface="Lexend"/>
              </a:rPr>
              <a:t>4682 ≈</a:t>
            </a:r>
            <a:endParaRPr sz="1200">
              <a:solidFill>
                <a:srgbClr val="000000"/>
              </a:solidFill>
              <a:latin typeface="Kalam"/>
              <a:ea typeface="Kalam"/>
              <a:cs typeface="Kalam"/>
              <a:sym typeface="Kalam"/>
            </a:endParaRPr>
          </a:p>
        </p:txBody>
      </p:sp>
      <p:sp>
        <p:nvSpPr>
          <p:cNvPr id="201" name="Google Shape;201;p21"/>
          <p:cNvSpPr txBox="1"/>
          <p:nvPr/>
        </p:nvSpPr>
        <p:spPr>
          <a:xfrm>
            <a:off x="2595468" y="3122050"/>
            <a:ext cx="2103900" cy="1293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200">
                <a:solidFill>
                  <a:srgbClr val="000000"/>
                </a:solidFill>
                <a:latin typeface="Lexend"/>
                <a:ea typeface="Lexend"/>
                <a:cs typeface="Lexend"/>
                <a:sym typeface="Lexend"/>
              </a:rPr>
              <a:t>7)    65 ≈</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8)    </a:t>
            </a:r>
            <a:r>
              <a:rPr lang="en-GB" sz="1200">
                <a:solidFill>
                  <a:srgbClr val="000000"/>
                </a:solidFill>
                <a:latin typeface="Lexend"/>
                <a:ea typeface="Lexend"/>
                <a:cs typeface="Lexend"/>
                <a:sym typeface="Lexend"/>
              </a:rPr>
              <a:t>13 ≈</a:t>
            </a:r>
            <a:r>
              <a:rPr lang="en-GB" sz="1200">
                <a:solidFill>
                  <a:srgbClr val="000000"/>
                </a:solidFill>
                <a:latin typeface="Kalam"/>
                <a:ea typeface="Kalam"/>
                <a:cs typeface="Kalam"/>
                <a:sym typeface="Kalam"/>
              </a:rPr>
              <a:t> </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9)    840 </a:t>
            </a:r>
            <a:r>
              <a:rPr lang="en-GB" sz="1200">
                <a:solidFill>
                  <a:srgbClr val="000000"/>
                </a:solidFill>
                <a:latin typeface="Lexend"/>
                <a:ea typeface="Lexend"/>
                <a:cs typeface="Lexend"/>
                <a:sym typeface="Lexend"/>
              </a:rPr>
              <a:t>≈</a:t>
            </a:r>
            <a:r>
              <a:rPr lang="en-GB" sz="1200">
                <a:solidFill>
                  <a:srgbClr val="000000"/>
                </a:solidFill>
                <a:latin typeface="Kalam"/>
                <a:ea typeface="Kalam"/>
                <a:cs typeface="Kalam"/>
                <a:sym typeface="Kalam"/>
              </a:rPr>
              <a:t> </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10)  </a:t>
            </a:r>
            <a:r>
              <a:rPr lang="en-GB" sz="1200">
                <a:solidFill>
                  <a:srgbClr val="000000"/>
                </a:solidFill>
                <a:latin typeface="Lexend"/>
                <a:ea typeface="Lexend"/>
                <a:cs typeface="Lexend"/>
                <a:sym typeface="Lexend"/>
              </a:rPr>
              <a:t>8287 ≈</a:t>
            </a:r>
            <a:r>
              <a:rPr lang="en-GB" sz="1200">
                <a:solidFill>
                  <a:srgbClr val="000000"/>
                </a:solidFill>
                <a:latin typeface="Kalam"/>
                <a:ea typeface="Kalam"/>
                <a:cs typeface="Kalam"/>
                <a:sym typeface="Kalam"/>
              </a:rPr>
              <a:t> </a:t>
            </a:r>
            <a:endParaRPr sz="1200">
              <a:solidFill>
                <a:srgbClr val="000000"/>
              </a:solidFill>
              <a:latin typeface="Kalam"/>
              <a:ea typeface="Kalam"/>
              <a:cs typeface="Kalam"/>
              <a:sym typeface="Kalam"/>
            </a:endParaRPr>
          </a:p>
          <a:p>
            <a:pPr indent="0" lvl="0" marL="0" rtl="0" algn="l">
              <a:spcBef>
                <a:spcPts val="0"/>
              </a:spcBef>
              <a:spcAft>
                <a:spcPts val="0"/>
              </a:spcAft>
              <a:buClr>
                <a:srgbClr val="000000"/>
              </a:buClr>
              <a:buSzPts val="1100"/>
              <a:buFont typeface="Arial"/>
              <a:buNone/>
            </a:pPr>
            <a:r>
              <a:rPr lang="en-GB" sz="1200">
                <a:solidFill>
                  <a:srgbClr val="000000"/>
                </a:solidFill>
                <a:latin typeface="Lexend"/>
                <a:ea typeface="Lexend"/>
                <a:cs typeface="Lexend"/>
                <a:sym typeface="Lexend"/>
              </a:rPr>
              <a:t>11)   34 999 ≈</a:t>
            </a:r>
            <a:endParaRPr sz="1200">
              <a:solidFill>
                <a:srgbClr val="000000"/>
              </a:solidFill>
              <a:latin typeface="Lexend"/>
              <a:ea typeface="Lexend"/>
              <a:cs typeface="Lexend"/>
              <a:sym typeface="Lexend"/>
            </a:endParaRPr>
          </a:p>
          <a:p>
            <a:pPr indent="0" lvl="0" marL="0" rtl="0" algn="l">
              <a:spcBef>
                <a:spcPts val="0"/>
              </a:spcBef>
              <a:spcAft>
                <a:spcPts val="0"/>
              </a:spcAft>
              <a:buNone/>
            </a:pPr>
            <a:r>
              <a:rPr lang="en-GB" sz="1200">
                <a:solidFill>
                  <a:srgbClr val="000000"/>
                </a:solidFill>
                <a:latin typeface="Lexend"/>
                <a:ea typeface="Lexend"/>
                <a:cs typeface="Lexend"/>
                <a:sym typeface="Lexend"/>
              </a:rPr>
              <a:t>12)  1560 ≈</a:t>
            </a:r>
            <a:r>
              <a:rPr lang="en-GB" sz="1200">
                <a:solidFill>
                  <a:srgbClr val="000000"/>
                </a:solidFill>
                <a:latin typeface="Kalam"/>
                <a:ea typeface="Kalam"/>
                <a:cs typeface="Kalam"/>
                <a:sym typeface="Kalam"/>
              </a:rPr>
              <a:t> </a:t>
            </a:r>
            <a:r>
              <a:rPr lang="en-GB" sz="1200">
                <a:solidFill>
                  <a:srgbClr val="000000"/>
                </a:solidFill>
                <a:latin typeface="Lexend"/>
                <a:ea typeface="Lexend"/>
                <a:cs typeface="Lexend"/>
                <a:sym typeface="Lexend"/>
              </a:rPr>
              <a:t>  </a:t>
            </a:r>
            <a:endParaRPr sz="1200">
              <a:solidFill>
                <a:srgbClr val="000000"/>
              </a:solidFill>
              <a:latin typeface="Kalam"/>
              <a:ea typeface="Kalam"/>
              <a:cs typeface="Kalam"/>
              <a:sym typeface="Kalam"/>
            </a:endParaRPr>
          </a:p>
          <a:p>
            <a:pPr indent="0" lvl="0" marL="0" rtl="0" algn="l">
              <a:spcBef>
                <a:spcPts val="0"/>
              </a:spcBef>
              <a:spcAft>
                <a:spcPts val="0"/>
              </a:spcAft>
              <a:buClr>
                <a:srgbClr val="000000"/>
              </a:buClr>
              <a:buSzPts val="1100"/>
              <a:buFont typeface="Arial"/>
              <a:buNone/>
            </a:pPr>
            <a:r>
              <a:rPr lang="en-GB" sz="1200">
                <a:solidFill>
                  <a:srgbClr val="000000"/>
                </a:solidFill>
                <a:latin typeface="Lexend"/>
                <a:ea typeface="Lexend"/>
                <a:cs typeface="Lexend"/>
                <a:sym typeface="Lexend"/>
              </a:rPr>
              <a:t>13)   25 873 ≈</a:t>
            </a:r>
            <a:endParaRPr sz="1200">
              <a:solidFill>
                <a:srgbClr val="000000"/>
              </a:solidFill>
              <a:latin typeface="Kalam"/>
              <a:ea typeface="Kalam"/>
              <a:cs typeface="Kalam"/>
              <a:sym typeface="Kalam"/>
            </a:endParaRPr>
          </a:p>
        </p:txBody>
      </p:sp>
      <p:sp>
        <p:nvSpPr>
          <p:cNvPr id="202" name="Google Shape;202;p21"/>
          <p:cNvSpPr txBox="1"/>
          <p:nvPr/>
        </p:nvSpPr>
        <p:spPr>
          <a:xfrm>
            <a:off x="544200" y="4991300"/>
            <a:ext cx="6621300" cy="29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2)</a:t>
            </a:r>
            <a:r>
              <a:rPr lang="en-GB" sz="1200">
                <a:latin typeface="Lexend"/>
                <a:ea typeface="Lexend"/>
                <a:cs typeface="Lexend"/>
                <a:sym typeface="Lexend"/>
              </a:rPr>
              <a:t>     </a:t>
            </a:r>
            <a:r>
              <a:rPr lang="en-GB" sz="1200">
                <a:solidFill>
                  <a:srgbClr val="000000"/>
                </a:solidFill>
                <a:latin typeface="Lexend"/>
                <a:ea typeface="Lexend"/>
                <a:cs typeface="Lexend"/>
                <a:sym typeface="Lexend"/>
              </a:rPr>
              <a:t>What values can the missing digit take?</a:t>
            </a:r>
            <a:endParaRPr sz="1200">
              <a:solidFill>
                <a:srgbClr val="000000"/>
              </a:solidFill>
              <a:latin typeface="Lexend"/>
              <a:ea typeface="Lexend"/>
              <a:cs typeface="Lexend"/>
              <a:sym typeface="Lexend"/>
            </a:endParaRPr>
          </a:p>
          <a:p>
            <a:pPr indent="-304800" lvl="0" marL="457200" rtl="0" algn="l">
              <a:spcBef>
                <a:spcPts val="100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4?90 = 4000 (1 s.f.)</a:t>
            </a:r>
            <a:endParaRPr sz="1200">
              <a:solidFill>
                <a:srgbClr val="000000"/>
              </a:solidFill>
              <a:latin typeface="Lexend"/>
              <a:ea typeface="Lexend"/>
              <a:cs typeface="Lexend"/>
              <a:sym typeface="Lexend"/>
            </a:endParaRPr>
          </a:p>
          <a:p>
            <a:pPr indent="0" lvl="0" marL="457200" rtl="0" algn="l">
              <a:spcBef>
                <a:spcPts val="1000"/>
              </a:spcBef>
              <a:spcAft>
                <a:spcPts val="0"/>
              </a:spcAft>
              <a:buNone/>
            </a:pPr>
            <a:r>
              <a:rPr lang="en-GB" sz="1200">
                <a:solidFill>
                  <a:schemeClr val="dk1"/>
                </a:solidFill>
                <a:latin typeface="Lexend"/>
                <a:ea typeface="Lexend"/>
                <a:cs typeface="Lexend"/>
                <a:sym typeface="Lexend"/>
              </a:rPr>
              <a:t>? = </a:t>
            </a:r>
            <a:endParaRPr sz="1200">
              <a:solidFill>
                <a:srgbClr val="000000"/>
              </a:solidFill>
              <a:latin typeface="Kalam"/>
              <a:ea typeface="Kalam"/>
              <a:cs typeface="Kalam"/>
              <a:sym typeface="Kalam"/>
            </a:endParaRPr>
          </a:p>
          <a:p>
            <a:pPr indent="-304800" lvl="0" marL="457200" rtl="0" algn="l">
              <a:spcBef>
                <a:spcPts val="100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9?12 = 10 000  (1 s.f.)</a:t>
            </a:r>
            <a:endParaRPr sz="1200">
              <a:solidFill>
                <a:srgbClr val="000000"/>
              </a:solidFill>
              <a:latin typeface="Lexend"/>
              <a:ea typeface="Lexend"/>
              <a:cs typeface="Lexend"/>
              <a:sym typeface="Lexend"/>
            </a:endParaRPr>
          </a:p>
          <a:p>
            <a:pPr indent="0" lvl="0" marL="0" rtl="0" algn="l">
              <a:spcBef>
                <a:spcPts val="1000"/>
              </a:spcBef>
              <a:spcAft>
                <a:spcPts val="0"/>
              </a:spcAft>
              <a:buNone/>
            </a:pPr>
            <a:r>
              <a:rPr lang="en-GB" sz="1200">
                <a:solidFill>
                  <a:srgbClr val="000000"/>
                </a:solidFill>
                <a:latin typeface="Lexend"/>
                <a:ea typeface="Lexend"/>
                <a:cs typeface="Lexend"/>
                <a:sym typeface="Lexend"/>
              </a:rPr>
              <a:t>	</a:t>
            </a:r>
            <a:r>
              <a:rPr lang="en-GB" sz="1200">
                <a:solidFill>
                  <a:schemeClr val="dk1"/>
                </a:solidFill>
                <a:latin typeface="Lexend"/>
                <a:ea typeface="Lexend"/>
                <a:cs typeface="Lexend"/>
                <a:sym typeface="Lexend"/>
              </a:rPr>
              <a:t>? = </a:t>
            </a:r>
            <a:endParaRPr sz="1200">
              <a:solidFill>
                <a:srgbClr val="000000"/>
              </a:solidFill>
              <a:latin typeface="Kalam"/>
              <a:ea typeface="Kalam"/>
              <a:cs typeface="Kalam"/>
              <a:sym typeface="Kalam"/>
            </a:endParaRPr>
          </a:p>
          <a:p>
            <a:pPr indent="-304800" lvl="0" marL="457200" rtl="0" algn="l">
              <a:spcBef>
                <a:spcPts val="100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34 ?90 = 30 000 (1 s.f.)</a:t>
            </a:r>
            <a:endParaRPr sz="1200">
              <a:solidFill>
                <a:srgbClr val="000000"/>
              </a:solidFill>
              <a:latin typeface="Lexend"/>
              <a:ea typeface="Lexend"/>
              <a:cs typeface="Lexend"/>
              <a:sym typeface="Lexend"/>
            </a:endParaRPr>
          </a:p>
          <a:p>
            <a:pPr indent="0" lvl="0" marL="457200" rtl="0" algn="l">
              <a:spcBef>
                <a:spcPts val="1000"/>
              </a:spcBef>
              <a:spcAft>
                <a:spcPts val="0"/>
              </a:spcAft>
              <a:buNone/>
            </a:pPr>
            <a:r>
              <a:rPr lang="en-GB" sz="1200">
                <a:solidFill>
                  <a:schemeClr val="dk1"/>
                </a:solidFill>
                <a:latin typeface="Lexend"/>
                <a:ea typeface="Lexend"/>
                <a:cs typeface="Lexend"/>
                <a:sym typeface="Lexend"/>
              </a:rPr>
              <a:t>? = </a:t>
            </a:r>
            <a:endParaRPr sz="1200">
              <a:solidFill>
                <a:srgbClr val="000000"/>
              </a:solidFill>
              <a:latin typeface="Kalam"/>
              <a:ea typeface="Kalam"/>
              <a:cs typeface="Kalam"/>
              <a:sym typeface="Kalam"/>
            </a:endParaRPr>
          </a:p>
          <a:p>
            <a:pPr indent="-304800" lvl="0" marL="457200" rtl="0" algn="l">
              <a:spcBef>
                <a:spcPts val="100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678? = 7000 (1 s.f.)</a:t>
            </a:r>
            <a:endParaRPr sz="1200">
              <a:solidFill>
                <a:srgbClr val="000000"/>
              </a:solidFill>
              <a:latin typeface="Lexend"/>
              <a:ea typeface="Lexend"/>
              <a:cs typeface="Lexend"/>
              <a:sym typeface="Lexend"/>
            </a:endParaRPr>
          </a:p>
          <a:p>
            <a:pPr indent="0" lvl="0" marL="457200" rtl="0" algn="l">
              <a:spcBef>
                <a:spcPts val="1000"/>
              </a:spcBef>
              <a:spcAft>
                <a:spcPts val="1000"/>
              </a:spcAft>
              <a:buNone/>
            </a:pPr>
            <a:r>
              <a:rPr lang="en-GB" sz="1200">
                <a:latin typeface="Lexend"/>
                <a:ea typeface="Lexend"/>
                <a:cs typeface="Lexend"/>
                <a:sym typeface="Lexend"/>
              </a:rPr>
              <a:t>? = </a:t>
            </a:r>
            <a:endParaRPr sz="1200">
              <a:solidFill>
                <a:srgbClr val="000000"/>
              </a:solidFill>
              <a:latin typeface="Lexend"/>
              <a:ea typeface="Lexend"/>
              <a:cs typeface="Lexend"/>
              <a:sym typeface="Lexend"/>
            </a:endParaRPr>
          </a:p>
        </p:txBody>
      </p:sp>
      <p:sp>
        <p:nvSpPr>
          <p:cNvPr id="203" name="Google Shape;203;p21"/>
          <p:cNvSpPr txBox="1"/>
          <p:nvPr/>
        </p:nvSpPr>
        <p:spPr>
          <a:xfrm>
            <a:off x="469375" y="3350252"/>
            <a:ext cx="1779900" cy="718800"/>
          </a:xfrm>
          <a:prstGeom prst="rect">
            <a:avLst/>
          </a:prstGeom>
          <a:noFill/>
          <a:ln>
            <a:noFill/>
          </a:ln>
        </p:spPr>
        <p:txBody>
          <a:bodyPr anchorCtr="0" anchor="t" bIns="0" lIns="0" spcFirstLastPara="1" rIns="0" wrap="square" tIns="0">
            <a:noAutofit/>
          </a:bodyPr>
          <a:lstStyle/>
          <a:p>
            <a:pPr indent="-304800" lvl="0" marL="457200" rtl="0" algn="just">
              <a:spcBef>
                <a:spcPts val="0"/>
              </a:spcBef>
              <a:spcAft>
                <a:spcPts val="0"/>
              </a:spcAft>
              <a:buSzPts val="1200"/>
              <a:buFont typeface="Lexend"/>
              <a:buAutoNum type="arabicParenR" startAt="2"/>
            </a:pPr>
            <a:r>
              <a:rPr lang="en-GB" sz="1200">
                <a:solidFill>
                  <a:srgbClr val="000000"/>
                </a:solidFill>
                <a:latin typeface="Lexend"/>
                <a:ea typeface="Lexend"/>
                <a:cs typeface="Lexend"/>
                <a:sym typeface="Lexend"/>
              </a:rPr>
              <a:t>1800 ≈</a:t>
            </a:r>
            <a:r>
              <a:rPr lang="en-GB" sz="1200">
                <a:solidFill>
                  <a:srgbClr val="000000"/>
                </a:solidFill>
                <a:latin typeface="Kalam"/>
                <a:ea typeface="Kalam"/>
                <a:cs typeface="Kalam"/>
                <a:sym typeface="Kalam"/>
              </a:rPr>
              <a:t> </a:t>
            </a:r>
            <a:r>
              <a:rPr lang="en-GB" sz="1200">
                <a:latin typeface="Kalam"/>
                <a:ea typeface="Kalam"/>
                <a:cs typeface="Kalam"/>
                <a:sym typeface="Kalam"/>
              </a:rPr>
              <a:t>  </a:t>
            </a:r>
            <a:endParaRPr sz="1200">
              <a:latin typeface="Kalam"/>
              <a:ea typeface="Kalam"/>
              <a:cs typeface="Kalam"/>
              <a:sym typeface="Kalam"/>
            </a:endParaRPr>
          </a:p>
          <a:p>
            <a:pPr indent="-304800" lvl="0" marL="457200" rtl="0" algn="just">
              <a:spcBef>
                <a:spcPts val="0"/>
              </a:spcBef>
              <a:spcAft>
                <a:spcPts val="0"/>
              </a:spcAft>
              <a:buSzPts val="1200"/>
              <a:buFont typeface="Lexend"/>
              <a:buAutoNum type="arabicParenR" startAt="2"/>
            </a:pPr>
            <a:r>
              <a:rPr lang="en-GB" sz="1200">
                <a:solidFill>
                  <a:srgbClr val="000000"/>
                </a:solidFill>
                <a:latin typeface="Lexend"/>
                <a:ea typeface="Lexend"/>
                <a:cs typeface="Lexend"/>
                <a:sym typeface="Lexend"/>
              </a:rPr>
              <a:t>1499 ≈</a:t>
            </a:r>
            <a:r>
              <a:rPr lang="en-GB" sz="1200">
                <a:solidFill>
                  <a:srgbClr val="000000"/>
                </a:solidFill>
                <a:latin typeface="Kalam"/>
                <a:ea typeface="Kalam"/>
                <a:cs typeface="Kalam"/>
                <a:sym typeface="Kalam"/>
              </a:rPr>
              <a:t> </a:t>
            </a:r>
            <a:endParaRPr sz="1200">
              <a:latin typeface="Lexend"/>
              <a:ea typeface="Lexend"/>
              <a:cs typeface="Lexend"/>
              <a:sym typeface="Lexend"/>
            </a:endParaRPr>
          </a:p>
          <a:p>
            <a:pPr indent="-304800" lvl="0" marL="457200" rtl="0" algn="just">
              <a:spcBef>
                <a:spcPts val="0"/>
              </a:spcBef>
              <a:spcAft>
                <a:spcPts val="0"/>
              </a:spcAft>
              <a:buSzPts val="1200"/>
              <a:buFont typeface="Lexend"/>
              <a:buAutoNum type="arabicParenR" startAt="2"/>
            </a:pPr>
            <a:r>
              <a:rPr lang="en-GB" sz="1200">
                <a:latin typeface="Lexend"/>
                <a:ea typeface="Lexend"/>
                <a:cs typeface="Lexend"/>
                <a:sym typeface="Lexend"/>
              </a:rPr>
              <a:t>71 </a:t>
            </a:r>
            <a:r>
              <a:rPr lang="en-GB" sz="1200">
                <a:solidFill>
                  <a:srgbClr val="000000"/>
                </a:solidFill>
                <a:latin typeface="Lexend"/>
                <a:ea typeface="Lexend"/>
                <a:cs typeface="Lexend"/>
                <a:sym typeface="Lexend"/>
              </a:rPr>
              <a:t>≈</a:t>
            </a:r>
            <a:r>
              <a:rPr lang="en-GB" sz="1200">
                <a:solidFill>
                  <a:srgbClr val="000000"/>
                </a:solidFill>
                <a:latin typeface="Kalam"/>
                <a:ea typeface="Kalam"/>
                <a:cs typeface="Kalam"/>
                <a:sym typeface="Kalam"/>
              </a:rPr>
              <a:t> </a:t>
            </a:r>
            <a:endParaRPr sz="1200">
              <a:latin typeface="Lexend"/>
              <a:ea typeface="Lexend"/>
              <a:cs typeface="Lexend"/>
              <a:sym typeface="Lexend"/>
            </a:endParaRPr>
          </a:p>
          <a:p>
            <a:pPr indent="-304800" lvl="0" marL="457200" rtl="0" algn="just">
              <a:spcBef>
                <a:spcPts val="0"/>
              </a:spcBef>
              <a:spcAft>
                <a:spcPts val="0"/>
              </a:spcAft>
              <a:buSzPts val="1200"/>
              <a:buFont typeface="Lexend"/>
              <a:buAutoNum type="arabicParenR" startAt="2"/>
            </a:pPr>
            <a:r>
              <a:rPr lang="en-GB" sz="1200">
                <a:solidFill>
                  <a:srgbClr val="000000"/>
                </a:solidFill>
                <a:latin typeface="Lexend"/>
                <a:ea typeface="Lexend"/>
                <a:cs typeface="Lexend"/>
                <a:sym typeface="Lexend"/>
              </a:rPr>
              <a:t>104 ≈</a:t>
            </a:r>
            <a:r>
              <a:rPr lang="en-GB" sz="1200">
                <a:solidFill>
                  <a:srgbClr val="000000"/>
                </a:solidFill>
                <a:latin typeface="Kalam"/>
                <a:ea typeface="Kalam"/>
                <a:cs typeface="Kalam"/>
                <a:sym typeface="Kalam"/>
              </a:rPr>
              <a:t> </a:t>
            </a:r>
            <a:endParaRPr sz="1200">
              <a:solidFill>
                <a:srgbClr val="000000"/>
              </a:solidFill>
              <a:latin typeface="Kalam"/>
              <a:ea typeface="Kalam"/>
              <a:cs typeface="Kalam"/>
              <a:sym typeface="Kalam"/>
            </a:endParaRPr>
          </a:p>
        </p:txBody>
      </p:sp>
      <p:sp>
        <p:nvSpPr>
          <p:cNvPr id="204" name="Google Shape;204;p21"/>
          <p:cNvSpPr txBox="1"/>
          <p:nvPr/>
        </p:nvSpPr>
        <p:spPr>
          <a:xfrm>
            <a:off x="556048" y="4129098"/>
            <a:ext cx="1779900" cy="210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6)    5498 ≈</a:t>
            </a:r>
            <a:r>
              <a:rPr lang="en-GB" sz="1200">
                <a:solidFill>
                  <a:srgbClr val="000000"/>
                </a:solidFill>
                <a:latin typeface="Kalam"/>
                <a:ea typeface="Kalam"/>
                <a:cs typeface="Kalam"/>
                <a:sym typeface="Kalam"/>
              </a:rPr>
              <a:t> </a:t>
            </a:r>
            <a:endParaRPr sz="1200">
              <a:solidFill>
                <a:srgbClr val="000000"/>
              </a:solidFill>
              <a:latin typeface="Kalam"/>
              <a:ea typeface="Kalam"/>
              <a:cs typeface="Kalam"/>
              <a:sym typeface="Kalam"/>
            </a:endParaRPr>
          </a:p>
          <a:p>
            <a:pPr indent="0" lvl="0" marL="0" rtl="0" algn="l">
              <a:spcBef>
                <a:spcPts val="0"/>
              </a:spcBef>
              <a:spcAft>
                <a:spcPts val="0"/>
              </a:spcAft>
              <a:buClr>
                <a:srgbClr val="000000"/>
              </a:buClr>
              <a:buSzPts val="1100"/>
              <a:buFont typeface="Arial"/>
              <a:buNone/>
            </a:pPr>
            <a:r>
              <a:t/>
            </a:r>
            <a:endParaRPr sz="1200">
              <a:solidFill>
                <a:srgbClr val="000000"/>
              </a:solidFill>
              <a:latin typeface="Kalam"/>
              <a:ea typeface="Kalam"/>
              <a:cs typeface="Kalam"/>
              <a:sym typeface="Kalam"/>
            </a:endParaRPr>
          </a:p>
        </p:txBody>
      </p:sp>
    </p:spTree>
  </p:cSld>
  <p:clrMapOvr>
    <a:masterClrMapping/>
  </p:clrMapOvr>
</p:sld>
</file>

<file path=ppt/theme/theme1.xml><?xml version="1.0" encoding="utf-8"?>
<a:theme xmlns:a="http://schemas.openxmlformats.org/drawingml/2006/main" xmlns:r="http://schemas.openxmlformats.org/officeDocument/2006/relationships" name="OLD THEME">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Worksheet September 2023">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