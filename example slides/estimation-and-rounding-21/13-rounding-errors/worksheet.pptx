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Rounding errors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4268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Number lines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23100"/>
            <a:ext cx="6624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largest and smallest unrounded integers. You can use a number line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rounded to the nearest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rounded to the nearest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rounded to the nearest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792762" y="2181807"/>
            <a:ext cx="65985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640 rounded to the nearest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3000 rounded to the nearest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50 rounded to the nearest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4465563"/>
            <a:ext cx="5667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unknown number. Draw number lines to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720 rounded to the nearest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rounded to the nearest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 rounded to the nearest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061832" y="5095264"/>
            <a:ext cx="23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715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061832" y="5776844"/>
            <a:ext cx="23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130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149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114261" y="6510853"/>
            <a:ext cx="23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875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924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831422" y="4798088"/>
            <a:ext cx="342300" cy="232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998076" y="5520778"/>
            <a:ext cx="342300" cy="232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998076" y="6228573"/>
            <a:ext cx="342300" cy="232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51420" y="6248698"/>
            <a:ext cx="342300" cy="232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7023825"/>
            <a:ext cx="66240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a school, the headteacher says there are 480 pupils rounded to the nearest 10. What is the largest number of pupils in the school?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 advert says 56 000 people use their product rounded to the nearest 1000. What is the least amount of people who use their product?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11253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plot of land. Explain if and where students have lost accuracy and resulted in an incorrect answer when finding the area of the rectangle to 2 d.p.?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720000"/>
            <a:ext cx="6624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The impact of rounding errors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811673" y="1600888"/>
            <a:ext cx="1096500" cy="492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1"/>
          <p:cNvCxnSpPr/>
          <p:nvPr/>
        </p:nvCxnSpPr>
        <p:spPr>
          <a:xfrm rot="10800000">
            <a:off x="5712721" y="1608766"/>
            <a:ext cx="0" cy="49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21"/>
          <p:cNvCxnSpPr/>
          <p:nvPr/>
        </p:nvCxnSpPr>
        <p:spPr>
          <a:xfrm>
            <a:off x="5817123" y="2194427"/>
            <a:ext cx="1092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" name="Google Shape;187;p21"/>
          <p:cNvSpPr txBox="1"/>
          <p:nvPr/>
        </p:nvSpPr>
        <p:spPr>
          <a:xfrm>
            <a:off x="4953600" y="1707657"/>
            <a:ext cx="963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1.628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988771" y="2152415"/>
            <a:ext cx="1037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2.685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02050" y="1764075"/>
            <a:ext cx="2556900" cy="686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1.628 × 2.685 = 4.38 km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02050" y="2597621"/>
            <a:ext cx="2556900" cy="686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1.628 × 2.685 = 4.37 km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02050" y="3451525"/>
            <a:ext cx="2556900" cy="707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1.63 × 2.69 = 4.38 km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68000" y="4364664"/>
            <a:ext cx="2556900" cy="8607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16.28 × 26.85 = 437.118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437.12 km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5376250"/>
            <a:ext cx="6624000" cy="12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circular sheet of metal has an area of 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 It gets two square patches with lengths 2.6574 m cut from it using a laser cutter.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pupil has correctly worked out the unpatched area to 2 d.p.?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the errors from the other pupils.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68000" y="6496900"/>
            <a:ext cx="1844700" cy="1600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14.1 ( 1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25 - 14.1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10.90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844649" y="6496900"/>
            <a:ext cx="1844700" cy="1600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14.12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25 - 14.12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225812" y="6496900"/>
            <a:ext cx="1844700" cy="1600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14.123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25 - 14.123 …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