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9DFFA86-3AE6-44F1-87E3-117A115A76CE}">
  <a:tblStyle styleId="{19DFFA86-3AE6-44F1-87E3-117A115A76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g2b1ffe6ce4d_0_52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1ffe6ce4d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1" name="Shape 231"/>
        <p:cNvGrpSpPr/>
        <p:nvPr/>
      </p:nvGrpSpPr>
      <p:grpSpPr>
        <a:xfrm>
          <a:off x="0" y="0"/>
          <a:ext cx="0" cy="0"/>
        </a:xfrm>
      </p:grpSpPr>
      <p:sp>
        <p:nvSpPr>
          <p:cNvPr id="232" name="Google Shape;23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rounding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80750" y="5228725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468000" y="2272445"/>
          <a:ext cx="6624025" cy="2507100"/>
        </p:xfrm>
        <a:graphic>
          <a:graphicData uri="http://schemas.openxmlformats.org/drawingml/2006/table">
            <a:tbl>
              <a:tblPr>
                <a:noFill/>
                <a:tableStyleId>{19DFFA86-3AE6-44F1-87E3-117A115A76CE}</a:tableStyleId>
              </a:tblPr>
              <a:tblGrid>
                <a:gridCol w="900750"/>
                <a:gridCol w="1745075"/>
                <a:gridCol w="2032700"/>
                <a:gridCol w="1945500"/>
              </a:tblGrid>
              <a:tr h="427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Rounded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nearest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 ≈ 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7459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2084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3980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17 856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18 000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24 068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24 000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97 254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98 000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793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1576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1580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8924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8900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3906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3910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29 856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29 900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58 501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59 000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70 398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70 400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783 010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783 000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1 809 421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1 809 000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470 498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471 000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/>
          <p:nvPr/>
        </p:nvSpPr>
        <p:spPr>
          <a:xfrm>
            <a:off x="3128961" y="3880278"/>
            <a:ext cx="2015100" cy="28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418100"/>
            <a:ext cx="6624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Rounding to 10, 100 &amp; 1000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939636" y="3021187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939636" y="4507764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939636" y="3615818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939636" y="2723871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939636" y="4210449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939636" y="3913133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39636" y="3318502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969592" y="3021187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969592" y="4507764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969592" y="3615818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969592" y="2723871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969592" y="4210449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969592" y="3913133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969592" y="3318502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917152" y="3021187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917152" y="4507764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917152" y="3615818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917152" y="2723871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917152" y="4210449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917152" y="3913133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917152" y="3318502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128961" y="2692961"/>
            <a:ext cx="2015100" cy="28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373927" y="2987297"/>
            <a:ext cx="1743900" cy="28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148883" y="3284613"/>
            <a:ext cx="1944000" cy="28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373927" y="3580956"/>
            <a:ext cx="1743900" cy="28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128961" y="4177107"/>
            <a:ext cx="2015100" cy="28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94499" y="4932523"/>
            <a:ext cx="3092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hidden word is </a:t>
            </a:r>
            <a:r>
              <a:rPr lang="en-GB" sz="12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roughly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68000" y="1719600"/>
            <a:ext cx="66240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incorrect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statement in each row.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Record the letter. When you have all 7, rearrange them into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740500" y="2719278"/>
            <a:ext cx="8310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5148883" y="4473881"/>
            <a:ext cx="1944000" cy="28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68000" y="53997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Rounding to the nearest whole number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68000" y="5738375"/>
            <a:ext cx="66240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task you need 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all numbers to the nearest whole number. The first one has been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9" name="Google Shape;209;p20"/>
          <p:cNvGraphicFramePr>
            <a:graphicFrameLocks noGrp="1"/>
          </p:cNvGraphicFramePr>
          <p:nvPr/>
        </p:nvGraphicFramePr>
        <p:xfrm>
          <a:off x="3467275" y="6352513"/>
          <a:ext cx="3152250" cy="3108780"/>
        </p:xfrm>
        <a:graphic>
          <a:graphicData uri="http://schemas.openxmlformats.org/drawingml/2006/table">
            <a:tbl>
              <a:tblPr>
                <a:noFill/>
                <a:tableStyleId>{19DFFA86-3AE6-44F1-87E3-117A115A76CE}</a:tableStyleId>
              </a:tblPr>
              <a:tblGrid>
                <a:gridCol w="525375"/>
                <a:gridCol w="525375"/>
                <a:gridCol w="525375"/>
                <a:gridCol w="525375"/>
                <a:gridCol w="525375"/>
                <a:gridCol w="525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  <p:sp>
        <p:nvSpPr>
          <p:cNvPr id="210" name="Google Shape;210;p20"/>
          <p:cNvSpPr txBox="1"/>
          <p:nvPr/>
        </p:nvSpPr>
        <p:spPr>
          <a:xfrm>
            <a:off x="3467275" y="63490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534075" y="63490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600875" y="63490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534075" y="6867682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467275" y="73887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992650" y="73887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043400" y="7906888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094150" y="7906888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3467275" y="84284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043400" y="8943138"/>
            <a:ext cx="23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68000" y="6369725"/>
            <a:ext cx="1064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Across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318.29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4907.66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61.9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 265.49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9) 96.35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10) 391.5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2122378" y="6369725"/>
            <a:ext cx="1064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Down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305.51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83.7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1005.74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2860.49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 213.4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8) 551.503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sp>
        <p:nvSpPr>
          <p:cNvPr id="227" name="Google Shape;22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Rounding to one or two decimal places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8000" y="1013900"/>
            <a:ext cx="6624000" cy="26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of the following to one decimal place (1 d.p.)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3.23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	3.38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13.75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13.72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13.7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	134.51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134.5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	134.98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135.0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	2345.03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2345.0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8000" y="4258350"/>
            <a:ext cx="6624000" cy="26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of the following to two decimal places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4.358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4.36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	4.352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4.35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24.7531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24.75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24.75251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24.75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	224.90753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224.91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	224.09753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224.10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	5224.09931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5224.10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4" name="Shape 234"/>
        <p:cNvGrpSpPr/>
        <p:nvPr/>
      </p:nvGrpSpPr>
      <p:grpSpPr>
        <a:xfrm>
          <a:off x="0" y="0"/>
          <a:ext cx="0" cy="0"/>
        </a:xfrm>
      </p:grpSpPr>
      <p:sp>
        <p:nvSpPr>
          <p:cNvPr id="235" name="Google Shape;23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36" name="Google Shape;236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&amp; Industry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68000" y="1369619"/>
            <a:ext cx="6624000" cy="10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Using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five digits each time, rearrange the cards in the place value grid to create (and if it’s not possible, explain why):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4 000 to the nearest thousand.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300 to the nearest hundred.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0" name="Google Shape;240;p22"/>
          <p:cNvGraphicFramePr>
            <a:graphicFrameLocks noGrp="1"/>
          </p:cNvGraphicFramePr>
          <p:nvPr/>
        </p:nvGraphicFramePr>
        <p:xfrm>
          <a:off x="932826" y="21256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{19DFFA86-3AE6-44F1-87E3-117A115A76CE}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2"/>
          <p:cNvSpPr txBox="1"/>
          <p:nvPr/>
        </p:nvSpPr>
        <p:spPr>
          <a:xfrm>
            <a:off x="3261340" y="210211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" name="Google Shape;242;p22"/>
          <p:cNvGrpSpPr/>
          <p:nvPr/>
        </p:nvGrpSpPr>
        <p:grpSpPr>
          <a:xfrm>
            <a:off x="3590851" y="2106226"/>
            <a:ext cx="871971" cy="228900"/>
            <a:chOff x="6897025" y="1655350"/>
            <a:chExt cx="871971" cy="228900"/>
          </a:xfrm>
        </p:grpSpPr>
        <p:sp>
          <p:nvSpPr>
            <p:cNvPr id="243" name="Google Shape;243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44" name="Google Shape;244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45" name="Google Shape;245;p22"/>
          <p:cNvSpPr txBox="1"/>
          <p:nvPr/>
        </p:nvSpPr>
        <p:spPr>
          <a:xfrm>
            <a:off x="3261340" y="255931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6" name="Google Shape;246;p22"/>
          <p:cNvGraphicFramePr>
            <a:graphicFrameLocks noGrp="1"/>
          </p:cNvGraphicFramePr>
          <p:nvPr/>
        </p:nvGraphicFramePr>
        <p:xfrm>
          <a:off x="932826" y="3566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{19DFFA86-3AE6-44F1-87E3-117A115A76CE}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22"/>
          <p:cNvSpPr txBox="1"/>
          <p:nvPr/>
        </p:nvSpPr>
        <p:spPr>
          <a:xfrm>
            <a:off x="3261340" y="354315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8" name="Google Shape;248;p22"/>
          <p:cNvGrpSpPr/>
          <p:nvPr/>
        </p:nvGrpSpPr>
        <p:grpSpPr>
          <a:xfrm>
            <a:off x="3590851" y="3547265"/>
            <a:ext cx="871971" cy="228900"/>
            <a:chOff x="6897025" y="1655350"/>
            <a:chExt cx="871971" cy="228900"/>
          </a:xfrm>
        </p:grpSpPr>
        <p:sp>
          <p:nvSpPr>
            <p:cNvPr id="249" name="Google Shape;249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50" name="Google Shape;250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51" name="Google Shape;251;p22"/>
          <p:cNvSpPr txBox="1"/>
          <p:nvPr/>
        </p:nvSpPr>
        <p:spPr>
          <a:xfrm>
            <a:off x="3261340" y="400035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468000" y="4762250"/>
            <a:ext cx="82377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10 to the nearest ten.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10 to the nearest whole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3" name="Google Shape;253;p22"/>
          <p:cNvGraphicFramePr>
            <a:graphicFrameLocks noGrp="1"/>
          </p:cNvGraphicFramePr>
          <p:nvPr/>
        </p:nvGraphicFramePr>
        <p:xfrm>
          <a:off x="932826" y="5058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{19DFFA86-3AE6-44F1-87E3-117A115A76CE}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22"/>
          <p:cNvSpPr txBox="1"/>
          <p:nvPr/>
        </p:nvSpPr>
        <p:spPr>
          <a:xfrm>
            <a:off x="3279144" y="5035278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5" name="Google Shape;255;p22"/>
          <p:cNvGrpSpPr/>
          <p:nvPr/>
        </p:nvGrpSpPr>
        <p:grpSpPr>
          <a:xfrm>
            <a:off x="3590851" y="5039389"/>
            <a:ext cx="871971" cy="228900"/>
            <a:chOff x="6897025" y="1655350"/>
            <a:chExt cx="871971" cy="228900"/>
          </a:xfrm>
        </p:grpSpPr>
        <p:sp>
          <p:nvSpPr>
            <p:cNvPr id="256" name="Google Shape;256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57" name="Google Shape;257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58" name="Google Shape;258;p22"/>
          <p:cNvSpPr txBox="1"/>
          <p:nvPr/>
        </p:nvSpPr>
        <p:spPr>
          <a:xfrm>
            <a:off x="3279144" y="5492478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9" name="Google Shape;259;p22"/>
          <p:cNvGraphicFramePr>
            <a:graphicFrameLocks noGrp="1"/>
          </p:cNvGraphicFramePr>
          <p:nvPr/>
        </p:nvGraphicFramePr>
        <p:xfrm>
          <a:off x="918151" y="6427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{19DFFA86-3AE6-44F1-87E3-117A115A76CE}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22"/>
          <p:cNvSpPr txBox="1"/>
          <p:nvPr/>
        </p:nvSpPr>
        <p:spPr>
          <a:xfrm>
            <a:off x="3246665" y="6404142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1" name="Google Shape;261;p22"/>
          <p:cNvGrpSpPr/>
          <p:nvPr/>
        </p:nvGrpSpPr>
        <p:grpSpPr>
          <a:xfrm>
            <a:off x="3576176" y="6408253"/>
            <a:ext cx="871971" cy="228900"/>
            <a:chOff x="6897025" y="1655350"/>
            <a:chExt cx="871971" cy="228900"/>
          </a:xfrm>
        </p:grpSpPr>
        <p:sp>
          <p:nvSpPr>
            <p:cNvPr id="262" name="Google Shape;262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63" name="Google Shape;263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64" name="Google Shape;264;p22"/>
          <p:cNvSpPr txBox="1"/>
          <p:nvPr/>
        </p:nvSpPr>
        <p:spPr>
          <a:xfrm>
            <a:off x="3246665" y="6861342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4466556" y="5580088"/>
            <a:ext cx="672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	7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4259575" y="6671775"/>
            <a:ext cx="283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Impossible as there is not a 9, 1,or 0 card.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68000" y="7531525"/>
            <a:ext cx="6624000" cy="2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	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3.8 to the nearest tenth.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	Which part has the most possible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Part c has the most possible answers as there are 3 different starting points.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	Which part has the fewest possible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Part d has the least as it is impossible.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8" name="Google Shape;268;p22"/>
          <p:cNvGraphicFramePr>
            <a:graphicFrameLocks noGrp="1"/>
          </p:cNvGraphicFramePr>
          <p:nvPr/>
        </p:nvGraphicFramePr>
        <p:xfrm>
          <a:off x="932826" y="77819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{19DFFA86-3AE6-44F1-87E3-117A115A76CE}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9" name="Google Shape;269;p22"/>
          <p:cNvSpPr txBox="1"/>
          <p:nvPr/>
        </p:nvSpPr>
        <p:spPr>
          <a:xfrm>
            <a:off x="3261340" y="783463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0" name="Google Shape;270;p22"/>
          <p:cNvGrpSpPr/>
          <p:nvPr/>
        </p:nvGrpSpPr>
        <p:grpSpPr>
          <a:xfrm>
            <a:off x="3590851" y="7762546"/>
            <a:ext cx="871971" cy="228900"/>
            <a:chOff x="6897025" y="1655350"/>
            <a:chExt cx="871971" cy="228900"/>
          </a:xfrm>
        </p:grpSpPr>
        <p:sp>
          <p:nvSpPr>
            <p:cNvPr id="271" name="Google Shape;271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72" name="Google Shape;272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73" name="Google Shape;273;p22"/>
          <p:cNvSpPr txBox="1"/>
          <p:nvPr/>
        </p:nvSpPr>
        <p:spPr>
          <a:xfrm>
            <a:off x="3261340" y="829183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466556" y="8303245"/>
            <a:ext cx="672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	4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1808870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2727965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3647061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566156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6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5485252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7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rounding
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2024-02-06T09:18:04.347</cp:lastPrinted>
  <dcterms:created xsi:type="dcterms:W3CDTF">2024-02-06T09:18:04Z</dcterms:created>
  <dcterms:modified xsi:type="dcterms:W3CDTF">2024-02-06T09:18:13Z</dcterms:modified>
</cp:coreProperties>
</file>