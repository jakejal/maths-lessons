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B5F0BB0-9F83-47BB-844D-D2E03A8CB086}">
  <a:tblStyle styleId="{DB5F0BB0-9F83-47BB-844D-D2E03A8CB0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5" name="Shape 175"/>
        <p:cNvGrpSpPr/>
        <p:nvPr/>
      </p:nvGrpSpPr>
      <p:grpSpPr>
        <a:xfrm>
          <a:off x="0" y="0"/>
          <a:ext cx="0" cy="0"/>
        </a:xfrm>
      </p:grpSpPr>
      <p:sp>
        <p:nvSpPr>
          <p:cNvPr id="176" name="Google Shape;176;g2b208b4cbdc_0_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b208b4cbdc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sp>
        <p:nvSpPr>
          <p:cNvPr id="184" name="Google Shape;18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Rounding to three decimal places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" name="Google Shape;161;p20"/>
          <p:cNvCxnSpPr/>
          <p:nvPr/>
        </p:nvCxnSpPr>
        <p:spPr>
          <a:xfrm>
            <a:off x="486900" y="99720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8000" y="13915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Representing decimals on a number line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30175"/>
            <a:ext cx="8237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each number in the table to 3 decimal places.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486900" y="2221225"/>
          <a:ext cx="6598500" cy="2934125"/>
        </p:xfrm>
        <a:graphic>
          <a:graphicData uri="http://schemas.openxmlformats.org/drawingml/2006/table">
            <a:tbl>
              <a:tblPr>
                <a:noFill/>
                <a:tableStyleId>{DB5F0BB0-9F83-47BB-844D-D2E03A8CB086}</a:tableStyleId>
              </a:tblPr>
              <a:tblGrid>
                <a:gridCol w="1801950"/>
                <a:gridCol w="3240400"/>
                <a:gridCol w="1556150"/>
              </a:tblGrid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line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0.00648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0.06408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0.0648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2606405" y="3141424"/>
          <a:ext cx="2415300" cy="182880"/>
        </p:xfrm>
        <a:graphic>
          <a:graphicData uri="http://schemas.openxmlformats.org/drawingml/2006/table">
            <a:tbl>
              <a:tblPr>
                <a:noFill/>
                <a:tableStyleId>{DB5F0BB0-9F83-47BB-844D-D2E03A8CB086}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2613505" y="3737074"/>
          <a:ext cx="2415300" cy="182880"/>
        </p:xfrm>
        <a:graphic>
          <a:graphicData uri="http://schemas.openxmlformats.org/drawingml/2006/table">
            <a:tbl>
              <a:tblPr>
                <a:noFill/>
                <a:tableStyleId>{DB5F0BB0-9F83-47BB-844D-D2E03A8CB086}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7" name="Google Shape;167;p20"/>
          <p:cNvGraphicFramePr>
            <a:graphicFrameLocks noGrp="1"/>
          </p:cNvGraphicFramePr>
          <p:nvPr/>
        </p:nvGraphicFramePr>
        <p:xfrm>
          <a:off x="2613505" y="4315737"/>
          <a:ext cx="2415300" cy="182880"/>
        </p:xfrm>
        <a:graphic>
          <a:graphicData uri="http://schemas.openxmlformats.org/drawingml/2006/table">
            <a:tbl>
              <a:tblPr>
                <a:noFill/>
                <a:tableStyleId>{DB5F0BB0-9F83-47BB-844D-D2E03A8CB086}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8" name="Google Shape;168;p20"/>
          <p:cNvGraphicFramePr>
            <a:graphicFrameLocks noGrp="1"/>
          </p:cNvGraphicFramePr>
          <p:nvPr/>
        </p:nvGraphicFramePr>
        <p:xfrm>
          <a:off x="2613505" y="4925649"/>
          <a:ext cx="2415300" cy="182880"/>
        </p:xfrm>
        <a:graphic>
          <a:graphicData uri="http://schemas.openxmlformats.org/drawingml/2006/table">
            <a:tbl>
              <a:tblPr>
                <a:noFill/>
                <a:tableStyleId>{DB5F0BB0-9F83-47BB-844D-D2E03A8CB086}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9" name="Google Shape;169;p20"/>
          <p:cNvSpPr txBox="1"/>
          <p:nvPr/>
        </p:nvSpPr>
        <p:spPr>
          <a:xfrm>
            <a:off x="468000" y="5341838"/>
            <a:ext cx="8237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each number in the table to 3 decimal places.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0" name="Google Shape;170;p20"/>
          <p:cNvGraphicFramePr>
            <a:graphicFrameLocks noGrp="1"/>
          </p:cNvGraphicFramePr>
          <p:nvPr/>
        </p:nvGraphicFramePr>
        <p:xfrm>
          <a:off x="486900" y="5832888"/>
          <a:ext cx="6598500" cy="2934125"/>
        </p:xfrm>
        <a:graphic>
          <a:graphicData uri="http://schemas.openxmlformats.org/drawingml/2006/table">
            <a:tbl>
              <a:tblPr>
                <a:noFill/>
                <a:tableStyleId>{DB5F0BB0-9F83-47BB-844D-D2E03A8CB086}</a:tableStyleId>
              </a:tblPr>
              <a:tblGrid>
                <a:gridCol w="1801950"/>
                <a:gridCol w="3240400"/>
                <a:gridCol w="1556150"/>
              </a:tblGrid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line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0.64848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0.64884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6.0648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825"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6.08684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35999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p20"/>
          <p:cNvGraphicFramePr>
            <a:graphicFrameLocks noGrp="1"/>
          </p:cNvGraphicFramePr>
          <p:nvPr/>
        </p:nvGraphicFramePr>
        <p:xfrm>
          <a:off x="2601843" y="6731412"/>
          <a:ext cx="2415300" cy="182880"/>
        </p:xfrm>
        <a:graphic>
          <a:graphicData uri="http://schemas.openxmlformats.org/drawingml/2006/table">
            <a:tbl>
              <a:tblPr>
                <a:noFill/>
                <a:tableStyleId>{DB5F0BB0-9F83-47BB-844D-D2E03A8CB086}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2" name="Google Shape;172;p20"/>
          <p:cNvGraphicFramePr>
            <a:graphicFrameLocks noGrp="1"/>
          </p:cNvGraphicFramePr>
          <p:nvPr/>
        </p:nvGraphicFramePr>
        <p:xfrm>
          <a:off x="2601843" y="7340600"/>
          <a:ext cx="2415300" cy="182880"/>
        </p:xfrm>
        <a:graphic>
          <a:graphicData uri="http://schemas.openxmlformats.org/drawingml/2006/table">
            <a:tbl>
              <a:tblPr>
                <a:noFill/>
                <a:tableStyleId>{DB5F0BB0-9F83-47BB-844D-D2E03A8CB086}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3" name="Google Shape;173;p20"/>
          <p:cNvGraphicFramePr>
            <a:graphicFrameLocks noGrp="1"/>
          </p:cNvGraphicFramePr>
          <p:nvPr/>
        </p:nvGraphicFramePr>
        <p:xfrm>
          <a:off x="2601843" y="7903901"/>
          <a:ext cx="2415300" cy="182880"/>
        </p:xfrm>
        <a:graphic>
          <a:graphicData uri="http://schemas.openxmlformats.org/drawingml/2006/table">
            <a:tbl>
              <a:tblPr>
                <a:noFill/>
                <a:tableStyleId>{DB5F0BB0-9F83-47BB-844D-D2E03A8CB086}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4" name="Google Shape;174;p20"/>
          <p:cNvGraphicFramePr>
            <a:graphicFrameLocks noGrp="1"/>
          </p:cNvGraphicFramePr>
          <p:nvPr/>
        </p:nvGraphicFramePr>
        <p:xfrm>
          <a:off x="2601843" y="8498451"/>
          <a:ext cx="2415300" cy="182880"/>
        </p:xfrm>
        <a:graphic>
          <a:graphicData uri="http://schemas.openxmlformats.org/drawingml/2006/table">
            <a:tbl>
              <a:tblPr>
                <a:noFill/>
                <a:tableStyleId>{DB5F0BB0-9F83-47BB-844D-D2E03A8CB086}</a:tableStyleId>
              </a:tblPr>
              <a:tblGrid>
                <a:gridCol w="1207650"/>
                <a:gridCol w="1207650"/>
              </a:tblGrid>
              <a:tr h="10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8" name="Shape 178"/>
        <p:cNvGrpSpPr/>
        <p:nvPr/>
      </p:nvGrpSpPr>
      <p:grpSpPr>
        <a:xfrm>
          <a:off x="0" y="0"/>
          <a:ext cx="0" cy="0"/>
        </a:xfrm>
      </p:grpSpPr>
      <p:sp>
        <p:nvSpPr>
          <p:cNvPr id="179" name="Google Shape;17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468000" y="708238"/>
            <a:ext cx="68553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Rounding to three decimal places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68000" y="1040050"/>
            <a:ext cx="6624000" cy="30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each of the following to 3 decimal places and find them in the number search.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0.4583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4.59289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4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1.5737	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5.9371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4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3.0378	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3.98972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4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6.8796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3.3841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4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2.0305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0.00692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4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27.2389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7.3498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4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0.05682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3.00149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2" name="Google Shape;182;p21"/>
          <p:cNvGraphicFramePr>
            <a:graphicFrameLocks noGrp="1"/>
          </p:cNvGraphicFramePr>
          <p:nvPr/>
        </p:nvGraphicFramePr>
        <p:xfrm>
          <a:off x="1665443" y="462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{DB5F0BB0-9F83-47BB-844D-D2E03A8CB086}</a:tableStyleId>
              </a:tblPr>
              <a:tblGrid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</a:tblGrid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.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  <a:tr h="287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/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sp>
        <p:nvSpPr>
          <p:cNvPr id="187" name="Google Shape;187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188" name="Google Shape;188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468000" y="728375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clues find the numbers being described: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1 − I have 4 digits.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2 − I am between      and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2 − If you round me to 2 decimal places I round up.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3 − My tenths and thousandths digits are the same.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4 − My hundredths digit is a quarter of my tenths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digit.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2" descr="&lt;math xmlns=&quot;http://www.w3.org/1998/Math/MathML&quot; display=&quot;block&quot; data-is-equatio=&quot;1&quot; data-latex=&quot;\frac{3}{4}&quot;&gt;&lt;mfrac&gt;&lt;mn&gt;3&lt;/mn&gt;&lt;mn&gt;4&lt;/mn&gt;&lt;/mfrac&gt;&lt;/math&gt;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1849" y="1287849"/>
            <a:ext cx="114450" cy="36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468000" y="3269625"/>
            <a:ext cx="6624000" cy="22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1 − When rounded to 1 decimal place I am 6.8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2 − When rounded to 2 decimal places I round up.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3 − The sum of my 5 digits is 29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4 − My first digit is the same as my last digit.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5 − The digits in the tenths &amp; hundredths columns are multiples of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468000" y="5346000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1 − I am between       and    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2 − When rounding to 3 decimal places my thousandths digit stays the same.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3 − When rounded to 2 decimal places I am 0.32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4 − The sum of my 5 digits is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5 − I only have 1 odd digit.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6 − My largest digit is in the ten thousandths column.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2" descr="&lt;math xmlns=&quot;http://www.w3.org/1998/Math/MathML&quot; display=&quot;block&quot; data-is-equatio=&quot;1&quot; data-latex=&quot;\frac{3}{10}\ \frac{2}{5}&quot;&gt;&lt;mfrac&gt;&lt;mn&gt;3&lt;/mn&gt;&lt;mn&gt;10&lt;/mn&gt;&lt;/mfrac&gt;&lt;mtext&gt;&lt;/mtext&gt;&lt;mfrac&gt;&lt;mn&gt;2&lt;/mn&gt;&lt;mn&gt;5&lt;/mn&gt;&lt;/mfrac&gt;&lt;/math&gt;" title="three tenths two fifths"/>
          <p:cNvPicPr preferRelativeResize="0"/>
          <p:nvPr/>
        </p:nvPicPr>
        <p:blipFill>
          <a:blip r:embed="rId4">
            <a:alphaModFix/>
          </a:blip>
          <a:srcRect l="62218"/>
          <a:stretch>
            <a:fillRect/>
          </a:stretch>
        </p:blipFill>
        <p:spPr>
          <a:xfrm>
            <a:off x="3196453" y="5573324"/>
            <a:ext cx="114450" cy="280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&lt;math xmlns=&quot;http://www.w3.org/1998/Math/MathML&quot; display=&quot;block&quot; data-is-equatio=&quot;1&quot; data-latex=&quot;\frac{3}{10}\ \frac{2}{5}&quot;&gt;&lt;mfrac&gt;&lt;mn&gt;3&lt;/mn&gt;&lt;mn&gt;10&lt;/mn&gt;&lt;/mfrac&gt;&lt;mtext&gt;&lt;/mtext&gt;&lt;mfrac&gt;&lt;mn&gt;2&lt;/mn&gt;&lt;mn&gt;5&lt;/mn&gt;&lt;/mfrac&gt;&lt;/math&gt;" title="three tenths two fifths"/>
          <p:cNvPicPr preferRelativeResize="0"/>
          <p:nvPr/>
        </p:nvPicPr>
        <p:blipFill>
          <a:blip r:embed="rId4">
            <a:alphaModFix/>
          </a:blip>
          <a:srcRect r="35387"/>
          <a:stretch>
            <a:fillRect/>
          </a:stretch>
        </p:blipFill>
        <p:spPr>
          <a:xfrm>
            <a:off x="2650172" y="5573325"/>
            <a:ext cx="195744" cy="28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40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2024-02-06T09:23:45.442</cp:lastPrinted>
  <dcterms:created xsi:type="dcterms:W3CDTF">2024-02-06T09:23:45Z</dcterms:created>
  <dcterms:modified xsi:type="dcterms:W3CDTF">2024-02-06T09:20:43Z</dcterms:modified>
</cp:coreProperties>
</file>