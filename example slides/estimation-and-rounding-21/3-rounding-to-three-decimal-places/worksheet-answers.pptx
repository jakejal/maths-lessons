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FCD381E-8061-4342-AFA8-4542B36275B5}">
  <a:tblStyle styleId="{4FCD381E-8061-4342-AFA8-4542B36275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sp>
        <p:nvSpPr>
          <p:cNvPr id="220" name="Google Shape;220;g2b209aeccaf_0_7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b209aeccaf_0_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2" name="Shape 242"/>
        <p:cNvGrpSpPr/>
        <p:nvPr/>
      </p:nvGrpSpPr>
      <p:grpSpPr>
        <a:xfrm>
          <a:off x="0" y="0"/>
          <a:ext cx="0" cy="0"/>
        </a:xfrm>
      </p:grpSpPr>
      <p:sp>
        <p:nvSpPr>
          <p:cNvPr id="243" name="Google Shape;24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8690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3915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Representing decimals on a number line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730175"/>
            <a:ext cx="8237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number in the table to 3 decimal places.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486900" y="2221225"/>
          <a:ext cx="6598500" cy="2934125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801950"/>
                <a:gridCol w="3240400"/>
                <a:gridCol w="1556150"/>
              </a:tblGrid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line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0.00648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0.06408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0.064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0.0648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0.065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2606405" y="3141424"/>
          <a:ext cx="2415300" cy="182880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0"/>
          <p:cNvSpPr/>
          <p:nvPr/>
        </p:nvSpPr>
        <p:spPr>
          <a:xfrm>
            <a:off x="4627954" y="2904675"/>
            <a:ext cx="91500" cy="249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464574" y="2964369"/>
            <a:ext cx="52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0.006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830012" y="2964369"/>
            <a:ext cx="52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0.007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559219" y="2964369"/>
            <a:ext cx="66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0.0065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2613505" y="3737074"/>
          <a:ext cx="2415300" cy="182880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0"/>
          <p:cNvSpPr/>
          <p:nvPr/>
        </p:nvSpPr>
        <p:spPr>
          <a:xfrm>
            <a:off x="3432587" y="3508612"/>
            <a:ext cx="91500" cy="249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464574" y="3568306"/>
            <a:ext cx="52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0.006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830012" y="3568306"/>
            <a:ext cx="52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0.007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559219" y="3568306"/>
            <a:ext cx="66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0.0065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2613505" y="4315737"/>
          <a:ext cx="2415300" cy="182880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0"/>
          <p:cNvSpPr/>
          <p:nvPr/>
        </p:nvSpPr>
        <p:spPr>
          <a:xfrm>
            <a:off x="2992188" y="4087346"/>
            <a:ext cx="91500" cy="249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464574" y="4147040"/>
            <a:ext cx="52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830012" y="4147040"/>
            <a:ext cx="52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559219" y="4147040"/>
            <a:ext cx="66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0.0645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2" name="Google Shape;192;p20"/>
          <p:cNvGraphicFramePr>
            <a:graphicFrameLocks noGrp="1"/>
          </p:cNvGraphicFramePr>
          <p:nvPr/>
        </p:nvGraphicFramePr>
        <p:xfrm>
          <a:off x="2613505" y="4925649"/>
          <a:ext cx="2415300" cy="182880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0"/>
          <p:cNvSpPr/>
          <p:nvPr/>
        </p:nvSpPr>
        <p:spPr>
          <a:xfrm>
            <a:off x="4627954" y="4691376"/>
            <a:ext cx="91500" cy="249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464574" y="4751070"/>
            <a:ext cx="52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830012" y="4751070"/>
            <a:ext cx="52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559219" y="4751070"/>
            <a:ext cx="66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0.0645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8000" y="5341838"/>
            <a:ext cx="8237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Round each number in the table to 3 decimal places.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8" name="Google Shape;198;p20"/>
          <p:cNvGraphicFramePr>
            <a:graphicFrameLocks noGrp="1"/>
          </p:cNvGraphicFramePr>
          <p:nvPr/>
        </p:nvGraphicFramePr>
        <p:xfrm>
          <a:off x="486900" y="5832888"/>
          <a:ext cx="6598500" cy="2934125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801950"/>
                <a:gridCol w="3240400"/>
                <a:gridCol w="1556150"/>
              </a:tblGrid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line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0.64848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0.648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0.64884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0.649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6.0648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6.065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6.08684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6.087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9" name="Google Shape;199;p20"/>
          <p:cNvGraphicFramePr>
            <a:graphicFrameLocks noGrp="1"/>
          </p:cNvGraphicFramePr>
          <p:nvPr/>
        </p:nvGraphicFramePr>
        <p:xfrm>
          <a:off x="2601843" y="6731412"/>
          <a:ext cx="2415300" cy="182880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0"/>
          <p:cNvSpPr/>
          <p:nvPr/>
        </p:nvSpPr>
        <p:spPr>
          <a:xfrm>
            <a:off x="3354088" y="6478077"/>
            <a:ext cx="90900" cy="248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392073" y="6537402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742853" y="6537402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0.649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479935" y="6537402"/>
            <a:ext cx="657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0.6485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04" name="Google Shape;204;p20"/>
          <p:cNvGraphicFramePr>
            <a:graphicFrameLocks noGrp="1"/>
          </p:cNvGraphicFramePr>
          <p:nvPr/>
        </p:nvGraphicFramePr>
        <p:xfrm>
          <a:off x="2601843" y="7340600"/>
          <a:ext cx="2415300" cy="182880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0"/>
          <p:cNvSpPr/>
          <p:nvPr/>
        </p:nvSpPr>
        <p:spPr>
          <a:xfrm>
            <a:off x="4604571" y="7078277"/>
            <a:ext cx="90900" cy="248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392073" y="7137602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42853" y="7137602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0.649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479935" y="7137602"/>
            <a:ext cx="657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0.6485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09" name="Google Shape;209;p20"/>
          <p:cNvGraphicFramePr>
            <a:graphicFrameLocks noGrp="1"/>
          </p:cNvGraphicFramePr>
          <p:nvPr/>
        </p:nvGraphicFramePr>
        <p:xfrm>
          <a:off x="2601843" y="7903901"/>
          <a:ext cx="2415300" cy="182880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0"/>
          <p:cNvSpPr/>
          <p:nvPr/>
        </p:nvSpPr>
        <p:spPr>
          <a:xfrm>
            <a:off x="4604571" y="7653431"/>
            <a:ext cx="90900" cy="248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392073" y="7712756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6.064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742853" y="7712756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6.065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479935" y="7712756"/>
            <a:ext cx="657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6.0645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14" name="Google Shape;214;p20"/>
          <p:cNvGraphicFramePr>
            <a:graphicFrameLocks noGrp="1"/>
          </p:cNvGraphicFramePr>
          <p:nvPr/>
        </p:nvGraphicFramePr>
        <p:xfrm>
          <a:off x="2601843" y="8498451"/>
          <a:ext cx="2415300" cy="182880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20"/>
          <p:cNvSpPr/>
          <p:nvPr/>
        </p:nvSpPr>
        <p:spPr>
          <a:xfrm>
            <a:off x="4604571" y="8253723"/>
            <a:ext cx="90900" cy="248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392073" y="8313048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6.086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742853" y="8313048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6.087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3479935" y="8313048"/>
            <a:ext cx="657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6.0865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sp>
        <p:nvSpPr>
          <p:cNvPr id="223" name="Google Shape;223;p21"/>
          <p:cNvSpPr txBox="1"/>
          <p:nvPr/>
        </p:nvSpPr>
        <p:spPr>
          <a:xfrm>
            <a:off x="468000" y="1040050"/>
            <a:ext cx="6624000" cy="30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of the following to 3 decimal places and find them in the number search.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0.4583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4.59289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1.5737	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5.9371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3.0378	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3.98972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6.8796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3.3841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2.0305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0.00692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27.2389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7.3498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0.05682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3.00149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8000" y="708238"/>
            <a:ext cx="68553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Rounding to three decimal places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547500" y="1573450"/>
            <a:ext cx="6624000" cy="30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0.458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4.593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1.57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5.937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3.038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3.990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6.880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3.384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2.031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0.007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27.239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7.350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0.057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3.001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1"/>
          <p:cNvGraphicFramePr>
            <a:graphicFrameLocks noGrp="1"/>
          </p:cNvGraphicFramePr>
          <p:nvPr/>
        </p:nvGraphicFramePr>
        <p:xfrm>
          <a:off x="1665443" y="462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{4FCD381E-8061-4342-AFA8-4542B36275B5}</a:tableStyleId>
              </a:tblPr>
              <a:tblGrid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</a:tblGrid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.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</a:tbl>
          </a:graphicData>
        </a:graphic>
      </p:graphicFrame>
      <p:sp>
        <p:nvSpPr>
          <p:cNvPr id="228" name="Google Shape;228;p21"/>
          <p:cNvSpPr/>
          <p:nvPr/>
        </p:nvSpPr>
        <p:spPr>
          <a:xfrm>
            <a:off x="2760268" y="5863950"/>
            <a:ext cx="17901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 rot="5400000">
            <a:off x="3253943" y="5859600"/>
            <a:ext cx="15522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 rot="5400000">
            <a:off x="2173784" y="5859600"/>
            <a:ext cx="15522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 rot="5400000">
            <a:off x="4699943" y="5239775"/>
            <a:ext cx="15522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665443" y="5239775"/>
            <a:ext cx="17901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472943" y="6801675"/>
            <a:ext cx="21690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 rot="-2412808">
            <a:off x="1392657" y="7405918"/>
            <a:ext cx="2293083" cy="33165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 rot="5400000">
            <a:off x="4318943" y="6154175"/>
            <a:ext cx="15522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 rot="5400000">
            <a:off x="3606424" y="7095294"/>
            <a:ext cx="15522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459428" y="7119271"/>
            <a:ext cx="17901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 rot="-8552631">
            <a:off x="1768228" y="5244857"/>
            <a:ext cx="2292840" cy="331696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2746909" y="7728871"/>
            <a:ext cx="17901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 rot="5400000">
            <a:off x="5054224" y="6813256"/>
            <a:ext cx="1552200" cy="33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 rot="-8290296">
            <a:off x="1392771" y="7405968"/>
            <a:ext cx="2292841" cy="331652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47" name="Google Shape;247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8000" y="72837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clues find the numbers being described: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I have 4 digits.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I am between      and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If you round me to 2 decimal places I round up.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My tenths and thousandths digits are the same.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My hundredths digit is a quarter of my tenths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0.828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" name="Google Shape;251;p22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1843" y="1303063"/>
            <a:ext cx="133603" cy="42565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468000" y="3269625"/>
            <a:ext cx="6624000" cy="22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When rounded to 1 decimal place I am 6.8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When rounded to 2 decimal places I round up.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The sum of my 5 digits is 29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My first digit is the same as my last digit.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5 − The digits in the tenths &amp; hundredths columns are multiples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6.8456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468000" y="5346000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I am between       and    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When rounding to 3 decimal places my thousandths digit stays the same.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When rounded to 2 decimal places I am 0.32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The sum of my 5 digits is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5 − I only have 1 odd digit.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6 − My largest digit is in the ten thousandths column.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0.3204</a:t>
            </a:r>
            <a:endParaRPr sz="12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" name="Google Shape;254;p22" descr="&lt;math xmlns=&quot;http://www.w3.org/1998/Math/MathML&quot; display=&quot;block&quot; data-is-equatio=&quot;1&quot; data-latex=&quot;\frac{3}{10}\ \frac{2}{5}&quot;&gt;&lt;mfrac&gt;&lt;mn&gt;3&lt;/mn&gt;&lt;mn&gt;10&lt;/mn&gt;&lt;/mfrac&gt;&lt;mtext&gt;&lt;/mtext&gt;&lt;mfrac&gt;&lt;mn&gt;2&lt;/mn&gt;&lt;mn&gt;5&lt;/mn&gt;&lt;/mfrac&gt;&lt;/math&gt;" title="three tenths two fifths"/>
          <p:cNvPicPr preferRelativeResize="0"/>
          <p:nvPr/>
        </p:nvPicPr>
        <p:blipFill>
          <a:blip r:embed="rId4">
            <a:alphaModFix/>
          </a:blip>
          <a:srcRect l="62218"/>
          <a:stretch>
            <a:fillRect/>
          </a:stretch>
        </p:blipFill>
        <p:spPr>
          <a:xfrm>
            <a:off x="3143023" y="5573319"/>
            <a:ext cx="167889" cy="41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&lt;math xmlns=&quot;http://www.w3.org/1998/Math/MathML&quot; display=&quot;block&quot; data-is-equatio=&quot;1&quot; data-latex=&quot;\frac{3}{10}\ \frac{2}{5}&quot;&gt;&lt;mfrac&gt;&lt;mn&gt;3&lt;/mn&gt;&lt;mn&gt;10&lt;/mn&gt;&lt;/mfrac&gt;&lt;mtext&gt;&lt;/mtext&gt;&lt;mfrac&gt;&lt;mn&gt;2&lt;/mn&gt;&lt;mn&gt;5&lt;/mn&gt;&lt;/mfrac&gt;&lt;/math&gt;" title="three tenths two fifths"/>
          <p:cNvPicPr preferRelativeResize="0"/>
          <p:nvPr/>
        </p:nvPicPr>
        <p:blipFill>
          <a:blip r:embed="rId4">
            <a:alphaModFix/>
          </a:blip>
          <a:srcRect r="35387"/>
          <a:stretch>
            <a:fillRect/>
          </a:stretch>
        </p:blipFill>
        <p:spPr>
          <a:xfrm>
            <a:off x="2598696" y="5573319"/>
            <a:ext cx="287120" cy="410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Rounding to three decimal places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2024-02-06T09:23:47.393</cp:lastPrinted>
  <dcterms:created xsi:type="dcterms:W3CDTF">2024-02-06T09:23:47Z</dcterms:created>
  <dcterms:modified xsi:type="dcterms:W3CDTF">2024-02-06T09:20:45Z</dcterms:modified>
</cp:coreProperties>
</file>