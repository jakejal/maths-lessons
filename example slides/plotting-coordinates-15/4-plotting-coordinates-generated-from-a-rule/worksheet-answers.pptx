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E04538-B518-4DEB-8B7A-DB4DC79D211B}">
  <a:tblStyle styleId="{DCE04538-B518-4DEB-8B7A-DB4DC79D21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8df351683f_0_6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8df351683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1" Type="http://schemas.openxmlformats.org/officeDocument/2006/relationships/image" Target="../media/image14.png"/><Relationship Id="rId10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6.png"/><Relationship Id="rId13" Type="http://schemas.openxmlformats.org/officeDocument/2006/relationships/image" Target="../media/image29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15" Type="http://schemas.openxmlformats.org/officeDocument/2006/relationships/image" Target="../media/image34.png"/><Relationship Id="rId14" Type="http://schemas.openxmlformats.org/officeDocument/2006/relationships/image" Target="../media/image31.png"/><Relationship Id="rId17" Type="http://schemas.openxmlformats.org/officeDocument/2006/relationships/image" Target="../media/image37.png"/><Relationship Id="rId16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18" Type="http://schemas.openxmlformats.org/officeDocument/2006/relationships/image" Target="../media/image35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5063634" y="2592646"/>
            <a:ext cx="1467600" cy="36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063625" y="3300083"/>
            <a:ext cx="1467600" cy="36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068465" y="4007519"/>
            <a:ext cx="1467600" cy="36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068465" y="4714956"/>
            <a:ext cx="1467600" cy="36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782775"/>
            <a:ext cx="6624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14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coordinates, fill in the gaps to describe the relationship in words and  using algebra: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2435625"/>
            <a:ext cx="41130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6600" lvl="0" marL="38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(0,1)   (2,3)  (9,10)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equal to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plus 1.</a:t>
            </a:r>
            <a:endParaRPr sz="13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6600" lvl="0" marL="38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(2,6)   (-4,0)   (4,8)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equal to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plus 4.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6600" lvl="0" marL="38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(10,5)   (4,-1)  (0,-5)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equal to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minus 5.</a:t>
            </a:r>
            <a:r>
              <a:rPr lang="en-GB" sz="13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6600" lvl="0" marL="38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(-7,-2)   (-3,2)  (2.2,7.2)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equal to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coordinate plus 5.</a:t>
            </a:r>
            <a:r>
              <a:rPr lang="en-GB" sz="13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3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x+1&quot;&gt;&lt;mi&gt;y&lt;/mi&gt;&lt;mo&gt;=&lt;/mo&gt;&lt;mi&gt;x&lt;/mi&gt;&lt;mo&gt;+&lt;/mo&gt;&lt;mn&gt;1&lt;/mn&gt;&lt;/math&gt;" id="179" name="Google Shape;179;p20" title="y equals x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948" y="2699225"/>
            <a:ext cx="920196" cy="226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4&quot;&gt;&lt;mi&gt;y&lt;/mi&gt;&lt;mo&gt;=&lt;/mo&gt;&lt;mi&gt;x&lt;/mi&gt;&lt;mo&gt;+&lt;/mo&gt;&lt;mn&gt;4&lt;/mn&gt;&lt;/math&gt;" id="180" name="Google Shape;180;p20" title="y equals x pl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8073" y="3369366"/>
            <a:ext cx="1007953" cy="229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5&quot;&gt;&lt;mi&gt;y&lt;/mi&gt;&lt;mo&gt;=&lt;/mo&gt;&lt;mi&gt;x&lt;/mi&gt;&lt;mo&gt;−&lt;/mo&gt;&lt;mn&gt;5&lt;/mn&gt;&lt;/math&gt;" id="181" name="Google Shape;181;p20" title="y equals x min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5998" y="4042484"/>
            <a:ext cx="1025504" cy="237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5&quot;&gt;&lt;mi&gt;y&lt;/mi&gt;&lt;mo&gt;=&lt;/mo&gt;&lt;mi&gt;x&lt;/mi&gt;&lt;mo&gt;+&lt;/mo&gt;&lt;mn&gt;5&lt;/mn&gt;&lt;/math&gt;" id="182" name="Google Shape;182;p20" title="y equals x plu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6787" y="4762295"/>
            <a:ext cx="1030519" cy="2423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/>
          <p:nvPr/>
        </p:nvCxnSpPr>
        <p:spPr>
          <a:xfrm>
            <a:off x="474750" y="997199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 txBox="1"/>
          <p:nvPr/>
        </p:nvSpPr>
        <p:spPr>
          <a:xfrm>
            <a:off x="474750" y="1386193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a rule from a set of coordinates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077094" y="5422392"/>
            <a:ext cx="1462800" cy="36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072650" y="6128629"/>
            <a:ext cx="1462800" cy="36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077474" y="6834866"/>
            <a:ext cx="1462800" cy="36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5206150"/>
            <a:ext cx="4049700" cy="21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6600" lvl="0" marL="38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(2,4)   (3,6)  (8,16)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double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coordinate.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6600" lvl="0" marL="38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(2,20)   (-4,-40)  (3,30)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ten times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coordinate.</a:t>
            </a:r>
            <a:r>
              <a:rPr lang="en-GB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6600" lvl="0" marL="38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 (1,5)   (-1,-5)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coordinate multiplied by 5.</a:t>
            </a:r>
            <a:r>
              <a:rPr lang="en-GB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F0F0F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F0F0F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189" name="Google Shape;189;p20" title="y equals 2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9508" y="5460975"/>
            <a:ext cx="731598" cy="234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10x&quot;&gt;&lt;mi&gt;y&lt;/mi&gt;&lt;mo&gt;=&lt;/mo&gt;&lt;mn&gt;10&lt;/mn&gt;&lt;mi&gt;x&lt;/mi&gt;&lt;/math&gt;" id="190" name="Google Shape;190;p20" title="y equals 10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9499" y="6168862"/>
            <a:ext cx="869631" cy="234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5x&quot;&gt;&lt;mi&gt;y&lt;/mi&gt;&lt;mo&gt;=&lt;/mo&gt;&lt;mn&gt;5&lt;/mn&gt;&lt;mi&gt;x&lt;/mi&gt;&lt;/math&gt;" id="191" name="Google Shape;191;p20" title="y equals 5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87954" y="6907776"/>
            <a:ext cx="694703" cy="23467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6113900" y="7478450"/>
            <a:ext cx="978000" cy="589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8000" y="7375175"/>
            <a:ext cx="40014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6600" lvl="0" marL="38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8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(10,1)   (6,0.6)   (30,3)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coordinate divided by 10.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F0F0F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701375" y="7489325"/>
            <a:ext cx="978000" cy="57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10}x&quot;&gt;&lt;mi&gt;y&lt;/mi&gt;&lt;mo&gt;=&lt;/mo&gt;&lt;mfrac&gt;&lt;mn&gt;1&lt;/mn&gt;&lt;mn&gt;10&lt;/mn&gt;&lt;/mfrac&gt;&lt;mi&gt;x&lt;/mi&gt;&lt;/math&gt;" id="195" name="Google Shape;195;p20" title="y equals one tenth x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46604" y="7514789"/>
            <a:ext cx="894906" cy="516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x}{10}&quot;&gt;&lt;mi&gt;y&lt;/mi&gt;&lt;mo&gt;=&lt;/mo&gt;&lt;mfrac&gt;&lt;mi&gt;x&lt;/mi&gt;&lt;mn&gt;10&lt;/mn&gt;&lt;/mfrac&gt;&lt;/math&gt;" id="196" name="Google Shape;196;p20" title="y equals x over 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77359" y="7538802"/>
            <a:ext cx="729014" cy="45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23720" y="7567213"/>
            <a:ext cx="352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13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Generating coordinates from a rule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7998" y="1050900"/>
            <a:ext cx="6624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Generate 3 coordinates that follow each rule. Some have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already filled in.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1868850"/>
            <a:ext cx="3181800" cy="25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3  ,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)   (      ,      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0  ,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)   (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,  9  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0  ,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)   (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,300)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0  ,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)   (      ,      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y=x+20\end{array}&quot;&gt;&lt;mtable columnalign=&quot;left&quot; columnspacing=&quot;1em&quot; rowspacing=&quot;4pt&quot;&gt;&lt;mtr&gt;&lt;mtd&gt;&lt;mi&gt;y&lt;/mi&gt;&lt;mo&gt;=&lt;/mo&gt;&lt;mi&gt;x&lt;/mi&gt;&lt;mo&gt;+&lt;/mo&gt;&lt;mn&gt;20&lt;/mn&gt;&lt;/mtd&gt;&lt;/mtr&gt;&lt;/mtable&gt;&lt;/math&gt;" id="209" name="Google Shape;209;p21" title="1 lines Line 1: y equals x plus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384" y="2192050"/>
            <a:ext cx="1000049" cy="200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100x\end{array}&quot;&gt;&lt;mtable columnalign=&quot;left&quot; columnspacing=&quot;1em&quot; rowspacing=&quot;4pt&quot;&gt;&lt;mtr&gt;&lt;mtd&gt;&lt;mi&gt;y&lt;/mi&gt;&lt;mo&gt;=&lt;/mo&gt;&lt;mn&gt;100&lt;/mn&gt;&lt;mi&gt;x&lt;/mi&gt;&lt;/mtd&gt;&lt;/mtr&gt;&lt;/mtable&gt;&lt;/math&gt;" id="210" name="Google Shape;210;p21" title="1 lines Line 1: y equals 100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375" y="3536070"/>
            <a:ext cx="853779" cy="199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-9\end{array}&quot;&gt;&lt;mtable columnalign=&quot;left&quot; columnspacing=&quot;1em&quot; rowspacing=&quot;4pt&quot;&gt;&lt;mtr&gt;&lt;mtd&gt;&lt;mi&gt;y&lt;/mi&gt;&lt;mo&gt;=&lt;/mo&gt;&lt;mi&gt;x&lt;/mi&gt;&lt;mo&gt;−&lt;/mo&gt;&lt;mn&gt;9&lt;/mn&gt;&lt;/mtd&gt;&lt;/mtr&gt;&lt;/mtable&gt;&lt;/math&gt;" id="211" name="Google Shape;211;p21" title="1 lines Line 1: y equals x minus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4934" y="2885712"/>
            <a:ext cx="880686" cy="199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4x\end{array}&quot;&gt;&lt;mtable columnalign=&quot;left&quot; columnspacing=&quot;1em&quot; rowspacing=&quot;4pt&quot;&gt;&lt;mtr&gt;&lt;mtd&gt;&lt;mi&gt;y&lt;/mi&gt;&lt;mo&gt;=&lt;/mo&gt;&lt;mn&gt;4&lt;/mn&gt;&lt;mi&gt;x&lt;/mi&gt;&lt;/mtd&gt;&lt;/mtr&gt;&lt;/mtable&gt;&lt;/math&gt;" id="212" name="Google Shape;212;p21" title="1 lines Line 1: y equals 4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4925" y="4174937"/>
            <a:ext cx="623033" cy="199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4140000" y="1392275"/>
            <a:ext cx="2952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many possible answers for the blank coordinates. Examples: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139988" y="1791225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(0,20) (1,21) (10,30) (-20,0)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139988" y="2416665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(1,-8) (10,1) (-2,-11) (100,91)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139988" y="3086233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(1,100) (0.1,10) (10,1000) (-3,-300)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139988" y="3780553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(1,4) (2,8) (25,100) (-3,-12)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4602325"/>
            <a:ext cx="6624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 with a different coordinate for the equation that satisfies each condition. The first one has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00" y="5123488"/>
            <a:ext cx="5993929" cy="25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968425" y="5982225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(-4, 6)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466258" y="5982225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(-20, -10)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964092" y="5982225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(0.2, 10.2)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968425" y="6322342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(2, 10)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466258" y="6322342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(-10, -50)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964092" y="6322342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(0.1, 0.5)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968425" y="6640420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(-3, 9)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466258" y="6640411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(2, -6)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964092" y="6640411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(0.5, -1.5)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1968425" y="6965869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(6,5.98)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466258" y="6965869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(-5, -5.02)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964092" y="6965869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(0.52, 0.5)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968425" y="7291318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(9, 3)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466258" y="7298588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(-12, -4)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964092" y="7298588"/>
            <a:ext cx="1497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(3.9, 1.3)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5" name="Google Shape;235;p21"/>
          <p:cNvCxnSpPr/>
          <p:nvPr/>
        </p:nvCxnSpPr>
        <p:spPr>
          <a:xfrm>
            <a:off x="474750" y="997199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1" name="Google Shape;241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69950" y="1049550"/>
            <a:ext cx="6620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all the integer points that satisfy each rule.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469950" y="675900"/>
            <a:ext cx="6620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Plotting coordinates that follow a rule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82650" y="1407675"/>
            <a:ext cx="2244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 is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2918650" y="1378725"/>
            <a:ext cx="1889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 is one less than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5217575" y="1354325"/>
            <a:ext cx="1889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 is double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461250" y="4074525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2889150" y="4074525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5217575" y="4074525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65035" y="4346550"/>
            <a:ext cx="2663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vertical line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2889160" y="4346550"/>
            <a:ext cx="2663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5217585" y="4346550"/>
            <a:ext cx="2663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5" name="Google Shape;255;p22"/>
          <p:cNvGrpSpPr/>
          <p:nvPr/>
        </p:nvGrpSpPr>
        <p:grpSpPr>
          <a:xfrm>
            <a:off x="486434" y="2027405"/>
            <a:ext cx="1826763" cy="1911503"/>
            <a:chOff x="491550" y="1858875"/>
            <a:chExt cx="2289750" cy="2395968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56" name="Google Shape;256;p22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ata-is-equatio=&quot;1&quot; data-equatio-url=&quot;https://equatio-api.texthelp.com/desmos/get/09-10-2023/c3513e4d-0a3e-4d1c-8fad-4b94948a8ecb&quot; data-equatio-type=&quot;desmos&quot;&gt;&lt;mglyph src=&quot;https://equatio-api.texthelp.com/desmos/get/09-10-2023/c3513e4d-0a3e-4d1c-8fad-4b94948a8ecb&quot; alt=&quot;Equatio Desmos Graph&quot;/&gt;&lt;/math&gt;" id="257" name="Google Shape;257;p22" title="Equatio Desmos Graph"/>
            <p:cNvPicPr preferRelativeResize="0"/>
            <p:nvPr/>
          </p:nvPicPr>
          <p:blipFill rotWithShape="1">
            <a:blip r:embed="rId4">
              <a:alphaModFix/>
            </a:blip>
            <a:srcRect b="19266" l="26891" r="28630" t="18821"/>
            <a:stretch/>
          </p:blipFill>
          <p:spPr>
            <a:xfrm>
              <a:off x="491650" y="1864425"/>
              <a:ext cx="2289650" cy="2390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2"/>
            <p:cNvSpPr/>
            <p:nvPr/>
          </p:nvSpPr>
          <p:spPr>
            <a:xfrm>
              <a:off x="491550" y="1858875"/>
              <a:ext cx="2289600" cy="23904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2"/>
          <p:cNvGrpSpPr/>
          <p:nvPr/>
        </p:nvGrpSpPr>
        <p:grpSpPr>
          <a:xfrm>
            <a:off x="2889145" y="2027403"/>
            <a:ext cx="1989873" cy="1916690"/>
            <a:chOff x="3338250" y="1784950"/>
            <a:chExt cx="2494200" cy="240247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ca82cdd3-d5e6-45df-9ef4-a1dfd79adc03&quot; data-equatio-type=&quot;desmos&quot;&gt;&lt;mglyph src=&quot;https://equatio-api.texthelp.com/desmos/get/09-10-2023/ca82cdd3-d5e6-45df-9ef4-a1dfd79adc03&quot; alt=&quot;Equatio Desmos Graph&quot;/&gt;&lt;/math&gt;" id="260" name="Google Shape;260;p22" title="Equatio Desmos Graph"/>
            <p:cNvPicPr preferRelativeResize="0"/>
            <p:nvPr/>
          </p:nvPicPr>
          <p:blipFill rotWithShape="1">
            <a:blip r:embed="rId5">
              <a:alphaModFix/>
            </a:blip>
            <a:srcRect b="21630" l="25433" r="27666" t="17627"/>
            <a:stretch/>
          </p:blipFill>
          <p:spPr>
            <a:xfrm>
              <a:off x="3354218" y="1796994"/>
              <a:ext cx="2460976" cy="2390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2"/>
            <p:cNvSpPr/>
            <p:nvPr/>
          </p:nvSpPr>
          <p:spPr>
            <a:xfrm>
              <a:off x="3338250" y="1784950"/>
              <a:ext cx="2494200" cy="240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" name="Google Shape;262;p22"/>
          <p:cNvGrpSpPr/>
          <p:nvPr/>
        </p:nvGrpSpPr>
        <p:grpSpPr>
          <a:xfrm>
            <a:off x="5217564" y="2027405"/>
            <a:ext cx="1889111" cy="1891783"/>
            <a:chOff x="6256800" y="1883599"/>
            <a:chExt cx="2367900" cy="237125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63" name="Google Shape;263;p22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625680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ata-is-equatio=&quot;1&quot; data-equatio-url=&quot;https://equatio-api.texthelp.com/desmos/get/09-10-2023/b27971c3-53cb-4b2f-87a0-8686ca3065a9&quot; data-equatio-type=&quot;desmos&quot;&gt;&lt;mglyph src=&quot;https://equatio-api.texthelp.com/desmos/get/09-10-2023/b27971c3-53cb-4b2f-87a0-8686ca3065a9&quot; alt=&quot;Equatio Desmos Graph&quot;/&gt;&lt;/math&gt;" id="264" name="Google Shape;264;p22" title="Equatio Desmos Graph"/>
            <p:cNvPicPr preferRelativeResize="0"/>
            <p:nvPr/>
          </p:nvPicPr>
          <p:blipFill rotWithShape="1">
            <a:blip r:embed="rId6">
              <a:alphaModFix/>
            </a:blip>
            <a:srcRect b="21773" l="25434" r="28631" t="16891"/>
            <a:stretch/>
          </p:blipFill>
          <p:spPr>
            <a:xfrm>
              <a:off x="6256800" y="1883600"/>
              <a:ext cx="2367834" cy="2371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22"/>
            <p:cNvSpPr/>
            <p:nvPr/>
          </p:nvSpPr>
          <p:spPr>
            <a:xfrm>
              <a:off x="6256800" y="1883625"/>
              <a:ext cx="2367900" cy="23712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6" name="Google Shape;266;p22"/>
          <p:cNvSpPr txBox="1"/>
          <p:nvPr/>
        </p:nvSpPr>
        <p:spPr>
          <a:xfrm>
            <a:off x="469950" y="4791228"/>
            <a:ext cx="2244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2975612" y="4791228"/>
            <a:ext cx="2825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5210689" y="4791228"/>
            <a:ext cx="2563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69950" y="7092920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2993649" y="7092920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5214102" y="7092920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69950" y="7389900"/>
            <a:ext cx="3363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horizontal line- the   axis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2993649" y="7392920"/>
            <a:ext cx="2663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74" name="Google Shape;274;p22"/>
          <p:cNvGrpSpPr/>
          <p:nvPr/>
        </p:nvGrpSpPr>
        <p:grpSpPr>
          <a:xfrm>
            <a:off x="2975610" y="5137839"/>
            <a:ext cx="1866892" cy="1860224"/>
            <a:chOff x="642875" y="1990013"/>
            <a:chExt cx="2365850" cy="23574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92522f57-2b33-48e4-8c17-f3be8d56083d&quot; data-equatio-type=&quot;desmos&quot;&gt;&lt;mglyph src=&quot;https://equatio-api.texthelp.com/desmos/get/09-10-2023/92522f57-2b33-48e4-8c17-f3be8d56083d&quot; alt=&quot;Equatio Desmos Graph&quot;/&gt;&lt;/math&gt;" id="275" name="Google Shape;275;p22" title="Equatio Desmos Graph"/>
            <p:cNvPicPr preferRelativeResize="0"/>
            <p:nvPr/>
          </p:nvPicPr>
          <p:blipFill rotWithShape="1">
            <a:blip r:embed="rId7">
              <a:alphaModFix/>
            </a:blip>
            <a:srcRect b="20578" l="26350" r="26661" t="17344"/>
            <a:stretch/>
          </p:blipFill>
          <p:spPr>
            <a:xfrm>
              <a:off x="642875" y="1996650"/>
              <a:ext cx="2365850" cy="2344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22"/>
            <p:cNvSpPr/>
            <p:nvPr/>
          </p:nvSpPr>
          <p:spPr>
            <a:xfrm>
              <a:off x="650100" y="1990013"/>
              <a:ext cx="2351400" cy="23574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" name="Google Shape;277;p22"/>
          <p:cNvGrpSpPr/>
          <p:nvPr/>
        </p:nvGrpSpPr>
        <p:grpSpPr>
          <a:xfrm>
            <a:off x="5210698" y="5137839"/>
            <a:ext cx="1870650" cy="1863993"/>
            <a:chOff x="3366150" y="1762125"/>
            <a:chExt cx="2370613" cy="2362175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cc707beb-2016-4422-a614-282ed6a76cff&quot; data-equatio-type=&quot;desmos&quot;&gt;&lt;mglyph src=&quot;https://equatio-api.texthelp.com/desmos/get/09-10-2023/cc707beb-2016-4422-a614-282ed6a76cff&quot; alt=&quot;Equatio Desmos Graph&quot;/&gt;&lt;/math&gt;" id="278" name="Google Shape;278;p22" title="Equatio Desmos Graph"/>
            <p:cNvPicPr preferRelativeResize="0"/>
            <p:nvPr/>
          </p:nvPicPr>
          <p:blipFill rotWithShape="1">
            <a:blip r:embed="rId8">
              <a:alphaModFix/>
            </a:blip>
            <a:srcRect b="15605" l="25430" r="29446" t="24442"/>
            <a:stretch/>
          </p:blipFill>
          <p:spPr>
            <a:xfrm>
              <a:off x="3370913" y="1766875"/>
              <a:ext cx="2365850" cy="2357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22"/>
            <p:cNvSpPr/>
            <p:nvPr/>
          </p:nvSpPr>
          <p:spPr>
            <a:xfrm>
              <a:off x="3366150" y="1762125"/>
              <a:ext cx="2370600" cy="23574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" name="Google Shape;280;p22"/>
          <p:cNvSpPr txBox="1"/>
          <p:nvPr/>
        </p:nvSpPr>
        <p:spPr>
          <a:xfrm>
            <a:off x="5221046" y="7389892"/>
            <a:ext cx="2663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+y=5&quot;&gt;&lt;mi&gt;x&lt;/mi&gt;&lt;mo&gt;+&lt;/mo&gt;&lt;mi&gt;y&lt;/mi&gt;&lt;mo&gt;=&lt;/mo&gt;&lt;mn&gt;5&lt;/mn&gt;&lt;/math&gt;" id="281" name="Google Shape;281;p22" title="x plus y equals 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75959" y="4811575"/>
            <a:ext cx="1032898" cy="235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4&quot;&gt;&lt;mi&gt;y&lt;/mi&gt;&lt;mo&gt;=&lt;/mo&gt;&lt;mi&gt;x&lt;/mi&gt;&lt;mo&gt;−&lt;/mo&gt;&lt;mn&gt;4&lt;/mn&gt;&lt;/math&gt;" id="282" name="Google Shape;282;p22" title="y equals x minus 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87783" y="4811879"/>
            <a:ext cx="1032898" cy="234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0&quot;&gt;&lt;mi&gt;y&lt;/mi&gt;&lt;mo&gt;=&lt;/mo&gt;&lt;mn&gt;0&lt;/mn&gt;&lt;/math&gt;" id="283" name="Google Shape;283;p22" title="y equals 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6906" y="4775160"/>
            <a:ext cx="594900" cy="235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1250" y="5120647"/>
            <a:ext cx="1823444" cy="186022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85" name="Google Shape;285;p22" title="x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894870" y="7449737"/>
            <a:ext cx="112525" cy="10363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461250" y="7765150"/>
            <a:ext cx="6620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grid shows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seven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points labelled A, B, C, D, E, F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omplete the table to show which points have coordinates that match the rules below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first column has been completed for you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7" name="Google Shape;287;p22"/>
          <p:cNvGraphicFramePr/>
          <p:nvPr/>
        </p:nvGraphicFramePr>
        <p:xfrm>
          <a:off x="469950" y="839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{DCE04538-B518-4DEB-8B7A-DB4DC79D211B}</a:tableStyleId>
              </a:tblPr>
              <a:tblGrid>
                <a:gridCol w="1006800"/>
                <a:gridCol w="482250"/>
                <a:gridCol w="487950"/>
                <a:gridCol w="482500"/>
                <a:gridCol w="499600"/>
                <a:gridCol w="487150"/>
                <a:gridCol w="487150"/>
                <a:gridCol w="487150"/>
              </a:tblGrid>
              <a:tr h="36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Rule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288" name="Google Shape;288;p22" title="x equals 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3201" y="8820000"/>
            <a:ext cx="550800" cy="175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&quot;&gt;&lt;mi&gt;y&lt;/mi&gt;&lt;mo&gt;=&lt;/mo&gt;&lt;mo&gt;−&lt;/mo&gt;&lt;mn&gt;2&lt;/mn&gt;&lt;/math&gt;" id="289" name="Google Shape;289;p22" title="y equals negative 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6000" y="9108000"/>
            <a:ext cx="709200" cy="215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y&quot;&gt;&lt;mi&gt;x&lt;/mi&gt;&lt;mo&gt;=&lt;/mo&gt;&lt;mi&gt;y&lt;/mi&gt;&lt;/math&gt;" id="290" name="Google Shape;290;p22" title="x equals y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9974" y="9484513"/>
            <a:ext cx="597600" cy="169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0adc0b2d-db08-4aa6-bbff-2a8965dfe4b3&quot; data-equatio-type=&quot;desmos&quot;&gt;&lt;mglyph src=&quot;https://equatio-api.texthelp.com/desmos/get/09-10-2023/0adc0b2d-db08-4aa6-bbff-2a8965dfe4b3&quot; alt=&quot;Equatio Desmos Graph&quot;/&gt;&lt;/math&gt;" id="291" name="Google Shape;291;p22" title="Equatio Desmos Graph"/>
          <p:cNvPicPr preferRelativeResize="0"/>
          <p:nvPr/>
        </p:nvPicPr>
        <p:blipFill rotWithShape="1">
          <a:blip r:embed="rId17">
            <a:alphaModFix/>
          </a:blip>
          <a:srcRect b="26019" l="24152" r="35959" t="24683"/>
          <a:stretch/>
        </p:blipFill>
        <p:spPr>
          <a:xfrm>
            <a:off x="5042032" y="8413142"/>
            <a:ext cx="1684086" cy="156108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/>
          <p:nvPr/>
        </p:nvSpPr>
        <p:spPr>
          <a:xfrm>
            <a:off x="5035700" y="8391402"/>
            <a:ext cx="1684200" cy="158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293" name="Google Shape;293;p22" title="y equals negative x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81833" y="9802006"/>
            <a:ext cx="745200" cy="164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