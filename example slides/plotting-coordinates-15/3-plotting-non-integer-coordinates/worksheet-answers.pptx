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9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3" Type="http://schemas.openxmlformats.org/officeDocument/2006/relationships/image" Target="../media/image26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5" Type="http://schemas.openxmlformats.org/officeDocument/2006/relationships/image" Target="../media/image25.png"/><Relationship Id="rId14" Type="http://schemas.openxmlformats.org/officeDocument/2006/relationships/image" Target="../media/image2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1b081117-600c-48cf-88eb-b974c38ffa4d&quot; data-equatio-type=&quot;desmos&quot;&gt;&lt;mglyph src=&quot;https://equatio-api.texthelp.com/desmos/get/10-10-2023/1b081117-600c-48cf-88eb-b974c38ffa4d&quot; alt=&quot;Equatio Desmos Graph&quot;/&gt;&lt;/math&gt;" id="171" name="Google Shape;171;p2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1900" y="1766201"/>
            <a:ext cx="2830846" cy="249415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non-integer coordinates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Coordinates with non-integer values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75" name="Google Shape;175;p20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7342" y="3076499"/>
            <a:ext cx="104584" cy="94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76" name="Google Shape;176;p2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2800" y="1690823"/>
            <a:ext cx="104584" cy="13871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770295" y="3547434"/>
            <a:ext cx="183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12027" y="3584856"/>
            <a:ext cx="183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169151" y="2028729"/>
            <a:ext cx="183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003397" y="1964565"/>
            <a:ext cx="183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575493" y="3814760"/>
            <a:ext cx="183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714495" y="3750597"/>
            <a:ext cx="183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460466" y="2742238"/>
            <a:ext cx="183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294712" y="2678075"/>
            <a:ext cx="1830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6e82b3a6-22c1-4435-896b-a16ccf8c53f4&quot; data-equatio-type=&quot;desmos&quot;&gt;&lt;mglyph src=&quot;https://equatio-api.texthelp.com/desmos/get/10-10-2023/6e82b3a6-22c1-4435-896b-a16ccf8c53f4&quot; alt=&quot;Equatio Desmos Graph&quot;/&gt;&lt;/math&gt;" id="185" name="Google Shape;185;p20" title="Equatio Desmos Grap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000" y="4571666"/>
            <a:ext cx="2755858" cy="2428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86" name="Google Shape;186;p20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5212" y="5856762"/>
            <a:ext cx="101813" cy="91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87" name="Google Shape;187;p2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1852" y="4507790"/>
            <a:ext cx="101813" cy="13504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2477612" y="4901076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316248" y="4838612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2611379" y="5098864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746699" y="5036400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937459" y="5126449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776096" y="5063985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135248" y="5126449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277856" y="5063985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413590" y="6258011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548910" y="6195547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423825" y="4519100"/>
            <a:ext cx="36690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coordinates to the points on the graph: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423825" y="5131575"/>
            <a:ext cx="835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(1.8,2.2)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(2.1,1.7)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(-2.1,1.6)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(-1.6,1.6)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 (1.6,-1.6)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>
            <a:off x="474750" y="9943425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0"/>
          <p:cNvSpPr txBox="1"/>
          <p:nvPr/>
        </p:nvSpPr>
        <p:spPr>
          <a:xfrm>
            <a:off x="476400" y="7165225"/>
            <a:ext cx="158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 says this.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4200" y="7465467"/>
            <a:ext cx="731100" cy="91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/>
          <p:cNvPicPr preferRelativeResize="0"/>
          <p:nvPr/>
        </p:nvPicPr>
        <p:blipFill rotWithShape="1">
          <a:blip r:embed="rId8">
            <a:alphaModFix/>
          </a:blip>
          <a:srcRect b="0" l="0" r="69082" t="56280"/>
          <a:stretch/>
        </p:blipFill>
        <p:spPr>
          <a:xfrm flipH="1">
            <a:off x="1555525" y="7272350"/>
            <a:ext cx="2310200" cy="63662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1771172" y="7363325"/>
            <a:ext cx="19971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point is just pas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 -3 so this is probably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-3.1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66875" y="8725400"/>
            <a:ext cx="3313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Your sentence might have included: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From the direction of the origin the coordinate is still approaching -3 so it is more likely to approximate as (-2.9,4).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d82ecee0-9871-4110-a710-50df93325a7d&quot; data-equatio-type=&quot;desmos&quot;&gt;&lt;mglyph src=&quot;https://equatio-api.texthelp.com/desmos/get/10-10-2023/d82ecee0-9871-4110-a710-50df93325a7d&quot; alt=&quot;Equatio Desmos Graph&quot;/&gt;&lt;/math&gt;" id="206" name="Google Shape;206;p20" title="Equatio Desmos Grap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24600" y="7248977"/>
            <a:ext cx="2766484" cy="2442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07" name="Google Shape;207;p20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3085" y="8519749"/>
            <a:ext cx="102365" cy="920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08" name="Google Shape;208;p2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1515" y="7163450"/>
            <a:ext cx="102365" cy="13577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476400" y="8420600"/>
            <a:ext cx="349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justifying why Jun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80600" y="1704955"/>
            <a:ext cx="37377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Plot the following coordinates: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11" name="Google Shape;211;p20" title="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92100" y="2708802"/>
            <a:ext cx="104575" cy="3332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-3}{2},\frac{-7}{4}\right)&quot;&gt;&lt;mrow data-mjx-texclass=&quot;INNER&quot;&gt;&lt;mo data-mjx-texclass=&quot;OPEN&quot;&gt;(&lt;/mo&gt;&lt;mfrac&gt;&lt;mrow&gt;&lt;mo&gt;−&lt;/mo&gt;&lt;mn&gt;3&lt;/mn&gt;&lt;/mrow&gt;&lt;mn&gt;2&lt;/mn&gt;&lt;/mfrac&gt;&lt;mo&gt;,&lt;/mo&gt;&lt;mfrac&gt;&lt;mrow&gt;&lt;mo&gt;−&lt;/mo&gt;&lt;mn&gt;7&lt;/mn&gt;&lt;/mrow&gt;&lt;mn&gt;4&lt;/mn&gt;&lt;/mfrac&gt;&lt;mo data-mjx-texclass=&quot;CLOSE&quot;&gt;)&lt;/mo&gt;&lt;/mrow&gt;&lt;/math&gt;" id="212" name="Google Shape;212;p20" title="open paren negative 3 over 2 comma negative 7 over 4 close paren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1850" y="3150774"/>
            <a:ext cx="731100" cy="389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481493" y="2042675"/>
            <a:ext cx="19938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(0.5,-2.5)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80600" y="2410797"/>
            <a:ext cx="19938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(-0.5,2.5)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80600" y="2772500"/>
            <a:ext cx="314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80600" y="3210350"/>
            <a:ext cx="348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828775" y="2772500"/>
            <a:ext cx="627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(-2.25,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1545300" y="2772500"/>
            <a:ext cx="92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/>
        </p:nvSpPr>
        <p:spPr>
          <a:xfrm>
            <a:off x="3756975" y="4370321"/>
            <a:ext cx="31158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missing    coordinate values in these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sosceles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riangles.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5" name="Google Shape;22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non-integer coordinates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68000" y="8598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Shapes with non-integer value coordinates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5739c7c6-5c3d-45d5-81f7-f448b41d75b5&quot; data-equatio-type=&quot;desmos&quot;&gt;&lt;mglyph src=&quot;https://equatio-api.texthelp.com/desmos/get/11-10-2023/5739c7c6-5c3d-45d5-81f7-f448b41d75b5&quot; alt=&quot;Equatio Desmos Graph&quot;/&gt;&lt;/math&gt;" id="229" name="Google Shape;229;p2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815" y="1475371"/>
            <a:ext cx="2935800" cy="267752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/>
          <p:nvPr/>
        </p:nvSpPr>
        <p:spPr>
          <a:xfrm>
            <a:off x="4816487" y="2396329"/>
            <a:ext cx="1438200" cy="832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4025b02a-5fce-4ddf-b157-785957b57526&quot; data-equatio-type=&quot;desmos&quot;&gt;&lt;mglyph src=&quot;https://equatio-api.texthelp.com/desmos/get/11-10-2023/4025b02a-5fce-4ddf-b157-785957b57526&quot; alt=&quot;Equatio Desmos Graph&quot;/&gt;&lt;/math&gt;" id="231" name="Google Shape;231;p21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771" y="1452611"/>
            <a:ext cx="3061422" cy="267752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/>
          <p:nvPr/>
        </p:nvSpPr>
        <p:spPr>
          <a:xfrm>
            <a:off x="1481784" y="2397202"/>
            <a:ext cx="780600" cy="1539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76400" y="1135175"/>
            <a:ext cx="3993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coordinates of these rectangles.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234" name="Google Shape;234;p2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9410" y="2863117"/>
            <a:ext cx="112563" cy="101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35" name="Google Shape;235;p2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6259" y="1484832"/>
            <a:ext cx="112563" cy="149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1399644" y="2274975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1389273" y="3816414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2180747" y="3824619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2196917" y="2283179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99712" y="2029222"/>
            <a:ext cx="10272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(-1.1,0.9)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2308893" y="2037427"/>
            <a:ext cx="10272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(0.4,0.9)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94610" y="3549078"/>
            <a:ext cx="1110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(-1.1,-2.3)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243" name="Google Shape;243;p2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7837" y="2863117"/>
            <a:ext cx="112563" cy="101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44" name="Google Shape;244;p2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1280" y="1484832"/>
            <a:ext cx="112563" cy="14930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4735928" y="2268022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721545" y="3118544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6179742" y="3118544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6179742" y="2268022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2308893" y="3552570"/>
            <a:ext cx="10272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(0.4,-2.3)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frac{-20}{3},\frac{-9}{4}\right)&quot;&gt;&lt;mrow data-mjx-texclass=&quot;INNER&quot;&gt;&lt;mo data-mjx-texclass=&quot;OPEN&quot;&gt;(&lt;/mo&gt;&lt;mfrac&gt;&lt;mrow&gt;&lt;mo&gt;−&lt;/mo&gt;&lt;mn&gt;20&lt;/mn&gt;&lt;/mrow&gt;&lt;mn&gt;3&lt;/mn&gt;&lt;/mfrac&gt;&lt;mo&gt;,&lt;/mo&gt;&lt;mfrac&gt;&lt;mrow&gt;&lt;mo&gt;−&lt;/mo&gt;&lt;mn&gt;9&lt;/mn&gt;&lt;/mrow&gt;&lt;mn&gt;4&lt;/mn&gt;&lt;/mfrac&gt;&lt;mo data-mjx-texclass=&quot;CLOSE&quot;&gt;)&lt;/mo&gt;&lt;/mrow&gt;&lt;/math&gt;" id="250" name="Google Shape;250;p21" title="open paren negative 20 over 3 comma negative 9 over 4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78153" y="3358256"/>
            <a:ext cx="1034870" cy="49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-20}{3},\frac{11}{5}\right)&quot;&gt;&lt;mrow data-mjx-texclass=&quot;INNER&quot;&gt;&lt;mo data-mjx-texclass=&quot;OPEN&quot;&gt;(&lt;/mo&gt;&lt;mfrac&gt;&lt;mrow&gt;&lt;mo&gt;−&lt;/mo&gt;&lt;mn&gt;20&lt;/mn&gt;&lt;/mrow&gt;&lt;mn&gt;3&lt;/mn&gt;&lt;/mfrac&gt;&lt;mo&gt;,&lt;/mo&gt;&lt;mfrac&gt;&lt;mn&gt;11&lt;/mn&gt;&lt;mn&gt;5&lt;/mn&gt;&lt;/mfrac&gt;&lt;mo data-mjx-texclass=&quot;CLOSE&quot;&gt;)&lt;/mo&gt;&lt;/mrow&gt;&lt;/math&gt;" id="251" name="Google Shape;251;p21" title="open paren negative 20 over 3 comma eleven fifths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02726" y="1840964"/>
            <a:ext cx="998354" cy="4923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7}{3},\frac{11}{5}\right)&quot;&gt;&lt;mrow data-mjx-texclass=&quot;INNER&quot;&gt;&lt;mo data-mjx-texclass=&quot;OPEN&quot;&gt;(&lt;/mo&gt;&lt;mfrac&gt;&lt;mn&gt;7&lt;/mn&gt;&lt;mn&gt;3&lt;/mn&gt;&lt;/mfrac&gt;&lt;mo&gt;,&lt;/mo&gt;&lt;mfrac&gt;&lt;mn&gt;11&lt;/mn&gt;&lt;mn&gt;5&lt;/mn&gt;&lt;/mfrac&gt;&lt;mo data-mjx-texclass=&quot;CLOSE&quot;&gt;)&lt;/mo&gt;&lt;/mrow&gt;&lt;/math&gt;" id="252" name="Google Shape;252;p21" title="open paren seven thirds comma eleven fifths close pare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17419" y="1815801"/>
            <a:ext cx="792545" cy="512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7}{3},\frac{-9}{4}\right)&quot;&gt;&lt;mrow data-mjx-texclass=&quot;INNER&quot;&gt;&lt;mo data-mjx-texclass=&quot;OPEN&quot;&gt;(&lt;/mo&gt;&lt;mfrac&gt;&lt;mn&gt;7&lt;/mn&gt;&lt;mn&gt;3&lt;/mn&gt;&lt;/mfrac&gt;&lt;mo&gt;,&lt;/mo&gt;&lt;mfrac&gt;&lt;mrow&gt;&lt;mo&gt;−&lt;/mo&gt;&lt;mn&gt;9&lt;/mn&gt;&lt;/mrow&gt;&lt;mn&gt;4&lt;/mn&gt;&lt;/mfrac&gt;&lt;mo data-mjx-texclass=&quot;CLOSE&quot;&gt;)&lt;/mo&gt;&lt;/mrow&gt;&lt;/math&gt;" id="253" name="Google Shape;253;p21" title="open paren seven thirds comma negative 9 over 4 close paren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12227" y="3363499"/>
            <a:ext cx="830587" cy="512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1-10-2023/42cff5d5-5faf-4243-8333-10c59a580564&quot; data-equatio-type=&quot;desmos&quot;&gt;&lt;mglyph src=&quot;https://equatio-api.texthelp.com/desmos/get/11-10-2023/42cff5d5-5faf-4243-8333-10c59a580564&quot; alt=&quot;Equatio Desmos Graph&quot;/&gt;&lt;/math&gt;" id="254" name="Google Shape;254;p21" title="Equatio Desmos Grap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7525" y="4418375"/>
            <a:ext cx="3061426" cy="25452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55" name="Google Shape;255;p2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6337" y="5744719"/>
            <a:ext cx="86779" cy="86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56" name="Google Shape;256;p2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0547" y="4434107"/>
            <a:ext cx="96307" cy="1277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p21"/>
          <p:cNvGrpSpPr/>
          <p:nvPr/>
        </p:nvGrpSpPr>
        <p:grpSpPr>
          <a:xfrm>
            <a:off x="1710348" y="4696318"/>
            <a:ext cx="1030795" cy="995988"/>
            <a:chOff x="1252325" y="1965900"/>
            <a:chExt cx="2408400" cy="2632800"/>
          </a:xfrm>
        </p:grpSpPr>
        <p:cxnSp>
          <p:nvCxnSpPr>
            <p:cNvPr id="258" name="Google Shape;258;p21"/>
            <p:cNvCxnSpPr/>
            <p:nvPr/>
          </p:nvCxnSpPr>
          <p:spPr>
            <a:xfrm flipH="1" rot="10800000">
              <a:off x="12523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21"/>
            <p:cNvCxnSpPr/>
            <p:nvPr/>
          </p:nvCxnSpPr>
          <p:spPr>
            <a:xfrm rot="10800000">
              <a:off x="24715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" name="Google Shape;260;p21"/>
            <p:cNvCxnSpPr/>
            <p:nvPr/>
          </p:nvCxnSpPr>
          <p:spPr>
            <a:xfrm flipH="1">
              <a:off x="1252325" y="4588500"/>
              <a:ext cx="2408400" cy="10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" name="Google Shape;261;p21"/>
            <p:cNvCxnSpPr/>
            <p:nvPr/>
          </p:nvCxnSpPr>
          <p:spPr>
            <a:xfrm flipH="1">
              <a:off x="2918485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" name="Google Shape;262;p21"/>
            <p:cNvCxnSpPr/>
            <p:nvPr/>
          </p:nvCxnSpPr>
          <p:spPr>
            <a:xfrm>
              <a:off x="1668790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3" name="Google Shape;263;p21"/>
          <p:cNvGrpSpPr/>
          <p:nvPr/>
        </p:nvGrpSpPr>
        <p:grpSpPr>
          <a:xfrm flipH="1" rot="10800000">
            <a:off x="1198393" y="5681420"/>
            <a:ext cx="1542580" cy="995988"/>
            <a:chOff x="1252325" y="1965900"/>
            <a:chExt cx="2408400" cy="2632800"/>
          </a:xfrm>
        </p:grpSpPr>
        <p:cxnSp>
          <p:nvCxnSpPr>
            <p:cNvPr id="264" name="Google Shape;264;p21"/>
            <p:cNvCxnSpPr/>
            <p:nvPr/>
          </p:nvCxnSpPr>
          <p:spPr>
            <a:xfrm flipH="1" rot="10800000">
              <a:off x="12523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" name="Google Shape;265;p21"/>
            <p:cNvCxnSpPr/>
            <p:nvPr/>
          </p:nvCxnSpPr>
          <p:spPr>
            <a:xfrm rot="10800000">
              <a:off x="24715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6" name="Google Shape;266;p21"/>
            <p:cNvCxnSpPr/>
            <p:nvPr/>
          </p:nvCxnSpPr>
          <p:spPr>
            <a:xfrm flipH="1">
              <a:off x="1252325" y="4588500"/>
              <a:ext cx="2408400" cy="1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21"/>
            <p:cNvCxnSpPr/>
            <p:nvPr/>
          </p:nvCxnSpPr>
          <p:spPr>
            <a:xfrm flipH="1">
              <a:off x="2918485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21"/>
            <p:cNvCxnSpPr/>
            <p:nvPr/>
          </p:nvCxnSpPr>
          <p:spPr>
            <a:xfrm>
              <a:off x="1668790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x&quot;&gt;&lt;mi&gt;x&lt;/mi&gt;&lt;/math&gt;" id="269" name="Google Shape;269;p2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9150" y="4433482"/>
            <a:ext cx="99450" cy="992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+8}{2}=\frac{11}{2}=5.5&quot;&gt;&lt;mfrac&gt;&lt;mrow&gt;&lt;mn&gt;3&lt;/mn&gt;&lt;mo&gt;+&lt;/mo&gt;&lt;mn&gt;8&lt;/mn&gt;&lt;/mrow&gt;&lt;mn&gt;2&lt;/mn&gt;&lt;/mfrac&gt;&lt;mo&gt;=&lt;/mo&gt;&lt;mfrac&gt;&lt;mn&gt;11&lt;/mn&gt;&lt;mn&gt;2&lt;/mn&gt;&lt;/mfrac&gt;&lt;mo&gt;=&lt;/mo&gt;&lt;mn&gt;5.5&lt;/mn&gt;&lt;/math&gt;" id="270" name="Google Shape;270;p21" title="the fraction with numerator 3 plus 8 and denominator 2 equals eleven halves equals 5.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132899" y="5025426"/>
            <a:ext cx="1652373" cy="447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5+8}{2}=4.25&quot;&gt;&lt;mfrac&gt;&lt;mrow&gt;&lt;mn&gt;0.5&lt;/mn&gt;&lt;mo&gt;+&lt;/mo&gt;&lt;mn&gt;8&lt;/mn&gt;&lt;/mrow&gt;&lt;mn&gt;2&lt;/mn&gt;&lt;/mfrac&gt;&lt;mo&gt;=&lt;/mo&gt;&lt;mn&gt;4.25&lt;/mn&gt;&lt;/math&gt;" id="271" name="Google Shape;271;p21" title="the fraction with numerator 0.5 plus 8 and denominator 2 equals 4.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147985" y="6242342"/>
            <a:ext cx="1377295" cy="4578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1-10-2023/f33fa0cc-10e8-4773-aaa6-2ba4d99771e2&quot; data-equatio-type=&quot;desmos&quot;&gt;&lt;mglyph src=&quot;https://equatio-api.texthelp.com/desmos/get/11-10-2023/f33fa0cc-10e8-4773-aaa6-2ba4d99771e2&quot; alt=&quot;Equatio Desmos Graph&quot;/&gt;&lt;/math&gt;" id="272" name="Google Shape;272;p21" title="Equatio Desmos Graph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779850" y="7323886"/>
            <a:ext cx="2814840" cy="2476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73" name="Google Shape;273;p2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2849" y="9579238"/>
            <a:ext cx="112801" cy="10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74" name="Google Shape;274;p2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3618" y="7199783"/>
            <a:ext cx="112801" cy="14961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1"/>
          <p:cNvSpPr txBox="1"/>
          <p:nvPr/>
        </p:nvSpPr>
        <p:spPr>
          <a:xfrm>
            <a:off x="5943208" y="7962256"/>
            <a:ext cx="7170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4485999" y="8757499"/>
            <a:ext cx="471000" cy="413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4018017" y="9170960"/>
            <a:ext cx="471000" cy="413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5432816" y="7942086"/>
            <a:ext cx="471000" cy="413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4964833" y="8355547"/>
            <a:ext cx="471000" cy="413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5512143" y="8366595"/>
            <a:ext cx="182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144751" y="8502996"/>
            <a:ext cx="182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548277" y="9175265"/>
            <a:ext cx="10122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(0.25,0.25)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5804879" y="7826615"/>
            <a:ext cx="182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5350000" y="8244434"/>
            <a:ext cx="182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406530" y="8648770"/>
            <a:ext cx="182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413272" y="9063193"/>
            <a:ext cx="182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257763" y="8503763"/>
            <a:ext cx="7170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(0.25,0.5)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5634125" y="8360900"/>
            <a:ext cx="8307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5,0.75)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71724" y="7398350"/>
            <a:ext cx="32853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These four equally sized squares sit between the origin and coordinate (1,1)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coordinates A and B.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div4=0.25&quot;&gt;&lt;mn&gt;1&lt;/mn&gt;&lt;mo&gt;÷&lt;/mo&gt;&lt;mn&gt;4&lt;/mn&gt;&lt;mo&gt;=&lt;/mo&gt;&lt;mn&gt;0.25&lt;/mn&gt;&lt;/math&gt;" id="290" name="Google Shape;290;p21" title="1 divided by 4 equals 0.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80306" y="8431175"/>
            <a:ext cx="937169" cy="1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 txBox="1"/>
          <p:nvPr/>
        </p:nvSpPr>
        <p:spPr>
          <a:xfrm>
            <a:off x="967025" y="8709825"/>
            <a:ext cx="2190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A (0.25,0.5)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967027" y="9014623"/>
            <a:ext cx="21903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Coordinate B (0.75,0.75)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2021200" y="6476361"/>
            <a:ext cx="815400" cy="472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2249800" y="4485875"/>
            <a:ext cx="674400" cy="355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449575" y="3485750"/>
            <a:ext cx="780600" cy="337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544825" y="1961750"/>
            <a:ext cx="780600" cy="337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2221225" y="1961750"/>
            <a:ext cx="780600" cy="3372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3926200" y="1666475"/>
            <a:ext cx="1148400" cy="832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3926200" y="3190475"/>
            <a:ext cx="1148400" cy="832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5791117" y="3291575"/>
            <a:ext cx="1070700" cy="6651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