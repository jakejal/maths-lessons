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5.png" /><Relationship Id="rId5" Type="http://schemas.openxmlformats.org/officeDocument/2006/relationships/image" Target="../media/image6.png" /><Relationship Id="rId6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plotting coordinates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Plotting coordinates in the first quadrant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826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coordinate (0,0) where the    and    axes cross is called the               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465" y="1890618"/>
            <a:ext cx="97685" cy="13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638" y="1887901"/>
            <a:ext cx="97685" cy="8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76400" y="2283300"/>
            <a:ext cx="3601800" cy="17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coordinates and label them: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6400" y="5517400"/>
            <a:ext cx="2943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Izzy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coordinate (3,0).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5225" y="5737200"/>
            <a:ext cx="861926" cy="83412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76400" y="5898400"/>
            <a:ext cx="1935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her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474750" y="8829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20"/>
          <p:cNvCxnSpPr/>
          <p:nvPr/>
        </p:nvCxnSpPr>
        <p:spPr>
          <a:xfrm>
            <a:off x="5276863" y="2001200"/>
            <a:ext cx="719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20" descr="&lt;math xmlns=&quot;http://www.w3.org/1998/Math/MathML&quot; data-is-equatio=&quot;1&quot; data-equatio-url=&quot;https://equatio-api.texthelp.com/desmos/get/09-10-2023/ef1a423c-05ee-4db2-baef-e9b1f346998f&quot; data-equatio-type=&quot;desmos&quot;&gt;&lt;mglyph src=&quot;https://equatio-api.texthelp.com/desmos/get/09-10-2023/ef1a423c-05ee-4db2-baef-e9b1f346998f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6200" y="2510678"/>
            <a:ext cx="2670232" cy="2358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546" y="2413900"/>
            <a:ext cx="109151" cy="146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1166" y="4747109"/>
            <a:ext cx="109151" cy="9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ata-is-equatio=&quot;1&quot; data-equatio-url=&quot;https://equatio-api.texthelp.com/desmos/get/10-10-2023/02f0d6b7-b3e5-4f52-986b-14b95c52fe8d&quot; data-equatio-type=&quot;desmos&quot;&gt;&lt;mglyph src=&quot;https://equatio-api.texthelp.com/desmos/get/10-10-2023/02f0d6b7-b3e5-4f52-986b-14b95c52fe8d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6201" y="5827239"/>
            <a:ext cx="2671036" cy="2351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899" y="5752546"/>
            <a:ext cx="102279" cy="144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7277" y="8073737"/>
            <a:ext cx="89824" cy="82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understanding of plotting coordinates</a:t>
            </a:r>
            <a:endParaRPr/>
          </a:p>
        </p:txBody>
      </p:sp>
      <p:sp>
        <p:nvSpPr>
          <p:cNvPr id="185" name="Google Shape;18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72400" y="1240599"/>
            <a:ext cx="42480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first two coordinates are (3,2) and (5,2)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other coordinate pairs would form a square?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1" descr="&lt;math xmlns=&quot;http://www.w3.org/1998/Math/MathML&quot; data-is-equatio=&quot;1&quot; data-equatio-url=&quot;https://equatio-api.texthelp.com/desmos/get/09-10-2023/3f801fe3-428e-4359-aff7-5eba5b9420a6&quot; data-equatio-type=&quot;desmos&quot;&gt;&lt;mglyph src=&quot;https://equatio-api.texthelp.com/desmos/get/09-10-2023/3f801fe3-428e-4359-aff7-5eba5b9420a6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33" y="1994286"/>
            <a:ext cx="3057524" cy="26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50" y="1990048"/>
            <a:ext cx="98281" cy="15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7940" y="4554342"/>
            <a:ext cx="104410" cy="9296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468000" y="869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coordinates to plot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56800" y="6308000"/>
            <a:ext cx="9504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(1,5)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(1,1)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(2,1)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D(2,5)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5898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Why will the below not create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rectangle ABCD?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555800" y="6308000"/>
            <a:ext cx="4017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(5,5)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>
            <a:off x="1079956" y="6413300"/>
            <a:ext cx="40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1"/>
          <p:cNvCxnSpPr/>
          <p:nvPr/>
        </p:nvCxnSpPr>
        <p:spPr>
          <a:xfrm>
            <a:off x="1079949" y="6585350"/>
            <a:ext cx="40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1"/>
          <p:cNvCxnSpPr/>
          <p:nvPr/>
        </p:nvCxnSpPr>
        <p:spPr>
          <a:xfrm>
            <a:off x="1079956" y="6766925"/>
            <a:ext cx="40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1079956" y="6958025"/>
            <a:ext cx="40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9" name="Google Shape;199;p21" descr="&lt;math xmlns=&quot;http://www.w3.org/1998/Math/MathML&quot; data-is-equatio=&quot;1&quot; data-equatio-url=&quot;https://equatio-api.texthelp.com/desmos/get/10-10-2023/f99c50fd-2d64-4b0d-ba18-7a118b229afc&quot; data-equatio-type=&quot;desmos&quot;&gt;&lt;mglyph src=&quot;https://equatio-api.texthelp.com/desmos/get/10-10-2023/f99c50fd-2d64-4b0d-ba18-7a118b229afc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9850" y="6451717"/>
            <a:ext cx="3238590" cy="28465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2887970" y="6700420"/>
            <a:ext cx="541500" cy="1880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 descr="&lt;math xmlns=&quot;http://www.w3.org/1998/Math/MathML&quot; display=&quot;block&quot; data-is-equatio=&quot;1&quot; data-latex=&quot;y&quot;&gt;&lt;mi&gt;y&lt;/mi&gt;&lt;/math&gt;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6118" y="6318875"/>
            <a:ext cx="132384" cy="17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&lt;math xmlns=&quot;http://www.w3.org/1998/Math/MathML&quot; display=&quot;block&quot; data-is-equatio=&quot;1&quot; data-latex=&quot;x&quot;&gt;&lt;mi&gt;x&lt;/mi&gt;&lt;/math&gt;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3916" y="9148676"/>
            <a:ext cx="132384" cy="120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1"/>
          <p:cNvCxnSpPr/>
          <p:nvPr/>
        </p:nvCxnSpPr>
        <p:spPr>
          <a:xfrm>
            <a:off x="474750" y="54762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1"/>
          <p:cNvSpPr txBox="1"/>
          <p:nvPr/>
        </p:nvSpPr>
        <p:spPr>
          <a:xfrm>
            <a:off x="468000" y="5575213"/>
            <a:ext cx="66240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Translating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plotting coordinates
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2024-02-05T13:19:39.522</cp:lastPrinted>
  <dcterms:created xsi:type="dcterms:W3CDTF">2024-02-05T13:19:39Z</dcterms:created>
  <dcterms:modified xsi:type="dcterms:W3CDTF">2024-02-05T13:16:35Z</dcterms:modified>
</cp:coreProperties>
</file>