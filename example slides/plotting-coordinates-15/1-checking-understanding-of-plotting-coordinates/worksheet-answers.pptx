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7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Relationship Id="rId8" Type="http://schemas.openxmlformats.org/officeDocument/2006/relationships/image" Target="../media/image15.png" /><Relationship Id="rId9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plotting coordinates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Plotting coordinates in the first quadrant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26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coordinate (0,0) where the    and    axes cross is called the         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308238" y="1805775"/>
            <a:ext cx="56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origin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6" name="Google Shape;176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465" y="1890618"/>
            <a:ext cx="97685" cy="13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638" y="1887901"/>
            <a:ext cx="97685" cy="8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76400" y="2283300"/>
            <a:ext cx="3601800" cy="17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these coordinates and label them: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 descr="&lt;math xmlns=&quot;http://www.w3.org/1998/Math/MathML&quot; data-is-equatio=&quot;1&quot; data-equatio-url=&quot;https://equatio-api.texthelp.com/desmos/get/09-10-2023/5eebd2b9-528b-4d5a-87cf-bf8d213f03bf&quot; data-equatio-type=&quot;desmos&quot;&gt;&lt;mglyph src=&quot;https://equatio-api.texthelp.com/desmos/get/09-10-2023/5eebd2b9-528b-4d5a-87cf-bf8d213f03bf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5600" y="2415084"/>
            <a:ext cx="2218206" cy="171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980" y="2345050"/>
            <a:ext cx="73385" cy="10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2363" y="4044335"/>
            <a:ext cx="73385" cy="69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ata-is-equatio=&quot;1&quot; data-equatio-url=&quot;https://equatio-api.texthelp.com/desmos/get/10-10-2023/399ce620-1bbb-4cc5-aa8b-3c7ad45ca861&quot; data-equatio-type=&quot;desmos&quot;&gt;&lt;mglyph src=&quot;https://equatio-api.texthelp.com/desmos/get/10-10-2023/399ce620-1bbb-4cc5-aa8b-3c7ad45ca861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4825" y="4578213"/>
            <a:ext cx="2187334" cy="1925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878" y="4516260"/>
            <a:ext cx="83757" cy="118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2192" y="6417094"/>
            <a:ext cx="73558" cy="6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76400" y="4450600"/>
            <a:ext cx="2943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Izzy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coordinate (3,0).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5225" y="4670400"/>
            <a:ext cx="861926" cy="83412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476400" y="4831600"/>
            <a:ext cx="1935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her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474750" y="70764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20"/>
          <p:cNvSpPr txBox="1"/>
          <p:nvPr/>
        </p:nvSpPr>
        <p:spPr>
          <a:xfrm>
            <a:off x="476400" y="5692250"/>
            <a:ext cx="31260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Your sentence might have read, ‘(3,0) is three in the positive   direction, then zero in the   direction from the origin. Izzy did it the other way round’.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0" name="Google Shape;190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065" y="6272118"/>
            <a:ext cx="97685" cy="13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7813" y="6021751"/>
            <a:ext cx="97685" cy="8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7" name="Google Shape;19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plotting coordinates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72400" y="1240599"/>
            <a:ext cx="42480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first two coordinates are (3,2) and (5,2)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other coordinate pairs would form a square?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44" y="1993060"/>
            <a:ext cx="2168430" cy="19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50" y="1990055"/>
            <a:ext cx="69702" cy="113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8801" y="3808684"/>
            <a:ext cx="74049" cy="6593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468000" y="869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coordinates to plot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587" y="985696"/>
            <a:ext cx="1963070" cy="172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&lt;math xmlns=&quot;http://www.w3.org/1998/Math/MathML&quot; data-is-equatio=&quot;1&quot; data-equatio-url=&quot;https://equatio-api.texthelp.com/desmos/get/09-10-2023/a7db3e47-d162-4fd7-9973-16f44ec3d9b2&quot; data-equatio-type=&quot;desmos&quot;&gt;&lt;mglyph src=&quot;https://equatio-api.texthelp.com/desmos/get/09-10-2023/a7db3e47-d162-4fd7-9973-16f44ec3d9b2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0723" y="985696"/>
            <a:ext cx="1963070" cy="172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975" y="982975"/>
            <a:ext cx="63101" cy="10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4064" y="2629358"/>
            <a:ext cx="67036" cy="5968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5610769" y="1991473"/>
            <a:ext cx="648900" cy="573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975" y="2950160"/>
            <a:ext cx="1992378" cy="174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&lt;math xmlns=&quot;http://www.w3.org/1998/Math/MathML&quot; data-is-equatio=&quot;1&quot; data-equatio-url=&quot;https://equatio-api.texthelp.com/desmos/get/09-10-2023/b7e26dc8-2afc-49bc-977f-9cdaab6ad2dc&quot; data-equatio-type=&quot;desmos&quot;&gt;&lt;mglyph src=&quot;https://equatio-api.texthelp.com/desmos/get/09-10-2023/b7e26dc8-2afc-49bc-977f-9cdaab6ad2dc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6158" y="2952477"/>
            <a:ext cx="1992378" cy="174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4287" y="2889600"/>
            <a:ext cx="65111" cy="105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8363" y="4618380"/>
            <a:ext cx="68037" cy="6057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5623374" y="3390790"/>
            <a:ext cx="658200" cy="58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1"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248" y="4931482"/>
            <a:ext cx="1989254" cy="1744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&lt;math xmlns=&quot;http://www.w3.org/1998/Math/MathML&quot; data-is-equatio=&quot;1&quot; data-equatio-url=&quot;https://equatio-api.texthelp.com/desmos/get/09-10-2023/5f3f4d91-4368-4426-a932-90d905dafa7b&quot; data-equatio-type=&quot;desmos&quot;&gt;&lt;mglyph src=&quot;https://equatio-api.texthelp.com/desmos/get/09-10-2023/5f3f4d91-4368-4426-a932-90d905dafa7b&quot; alt=&quot;Equatio Desmos Graph&quot;/&gt;&lt;/math&gt;" title="Equatio Desmos Grap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56821" y="4931482"/>
            <a:ext cx="1985188" cy="1744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6575" y="4928725"/>
            <a:ext cx="63942" cy="104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3556" y="6597071"/>
            <a:ext cx="67930" cy="604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1"/>
          <p:cNvGrpSpPr/>
          <p:nvPr/>
        </p:nvGrpSpPr>
        <p:grpSpPr>
          <a:xfrm>
            <a:off x="5626407" y="5646897"/>
            <a:ext cx="636535" cy="603479"/>
            <a:chOff x="661179" y="1396650"/>
            <a:chExt cx="2727227" cy="2485500"/>
          </a:xfrm>
        </p:grpSpPr>
        <p:cxnSp>
          <p:nvCxnSpPr>
            <p:cNvPr id="220" name="Google Shape;220;p21"/>
            <p:cNvCxnSpPr/>
            <p:nvPr/>
          </p:nvCxnSpPr>
          <p:spPr>
            <a:xfrm flipH="1">
              <a:off x="2024606" y="2626650"/>
              <a:ext cx="1363800" cy="1255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1"/>
            <p:cNvCxnSpPr/>
            <p:nvPr/>
          </p:nvCxnSpPr>
          <p:spPr>
            <a:xfrm rot="10800000">
              <a:off x="2034206" y="1396650"/>
              <a:ext cx="1354200" cy="1230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21"/>
            <p:cNvCxnSpPr/>
            <p:nvPr/>
          </p:nvCxnSpPr>
          <p:spPr>
            <a:xfrm flipH="1">
              <a:off x="666333" y="1397285"/>
              <a:ext cx="1363800" cy="1255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1"/>
            <p:cNvCxnSpPr/>
            <p:nvPr/>
          </p:nvCxnSpPr>
          <p:spPr>
            <a:xfrm rot="10800000">
              <a:off x="661179" y="2641225"/>
              <a:ext cx="1354200" cy="1230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4" name="Google Shape;224;p21"/>
          <p:cNvSpPr txBox="1"/>
          <p:nvPr/>
        </p:nvSpPr>
        <p:spPr>
          <a:xfrm>
            <a:off x="3067200" y="2153150"/>
            <a:ext cx="1603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(3,0) and (5,0) make a square.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067200" y="4134350"/>
            <a:ext cx="1603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(3,4) and (5,4) make a square.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067200" y="6125075"/>
            <a:ext cx="1603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(4,1) and (4,3) make a square.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56800" y="7679600"/>
            <a:ext cx="9504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(1,5)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(1,1)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(2,1)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D(2,5)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727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Why will the below not create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rectangle ABCD?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1555800" y="7679600"/>
            <a:ext cx="4017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(4,5)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(3,1)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(5,1)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(5,5)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>
            <a:off x="1079956" y="7784900"/>
            <a:ext cx="401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31;p21"/>
          <p:cNvCxnSpPr/>
          <p:nvPr/>
        </p:nvCxnSpPr>
        <p:spPr>
          <a:xfrm>
            <a:off x="1079949" y="7956950"/>
            <a:ext cx="401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p21"/>
          <p:cNvCxnSpPr/>
          <p:nvPr/>
        </p:nvCxnSpPr>
        <p:spPr>
          <a:xfrm>
            <a:off x="1079956" y="8138525"/>
            <a:ext cx="401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233;p21"/>
          <p:cNvCxnSpPr/>
          <p:nvPr/>
        </p:nvCxnSpPr>
        <p:spPr>
          <a:xfrm>
            <a:off x="1079956" y="8329625"/>
            <a:ext cx="401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34" name="Google Shape;234;p21" descr="&lt;math xmlns=&quot;http://www.w3.org/1998/Math/MathML&quot; data-is-equatio=&quot;1&quot; data-equatio-url=&quot;https://equatio-api.texthelp.com/desmos/get/10-10-2023/f99c50fd-2d64-4b0d-ba18-7a118b229afc&quot; data-equatio-type=&quot;desmos&quot;&gt;&lt;mglyph src=&quot;https://equatio-api.texthelp.com/desmos/get/10-10-2023/f99c50fd-2d64-4b0d-ba18-7a118b229afc&quot; alt=&quot;Equatio Desmos Graph&quot;/&gt;&lt;/math&gt;" title="Equatio Desmos Grap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79850" y="7779968"/>
            <a:ext cx="2181762" cy="191768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/>
          <p:nvPr/>
        </p:nvSpPr>
        <p:spPr>
          <a:xfrm>
            <a:off x="2624261" y="7947514"/>
            <a:ext cx="364800" cy="1266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7756" y="7690475"/>
            <a:ext cx="89184" cy="120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5091" y="9596852"/>
            <a:ext cx="89184" cy="814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21"/>
          <p:cNvCxnSpPr/>
          <p:nvPr/>
        </p:nvCxnSpPr>
        <p:spPr>
          <a:xfrm>
            <a:off x="474750" y="68478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9" name="Google Shape;239;p21" descr="&lt;math xmlns=&quot;http://www.w3.org/1998/Math/MathML&quot; data-is-equatio=&quot;1&quot; data-equatio-url=&quot;https://equatio-api.texthelp.com/desmos/get/11-10-2023/42767578-37ab-4836-89cb-4d27ee2ac406&quot; data-equatio-type=&quot;desmos&quot;&gt;&lt;mglyph src=&quot;https://equatio-api.texthelp.com/desmos/get/11-10-2023/42767578-37ab-4836-89cb-4d27ee2ac406&quot; alt=&quot;Equatio Desmos Graph&quot;/&gt;&lt;/math&gt;" title="Equatio Desmos Grap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94450" y="7770002"/>
            <a:ext cx="2203930" cy="1937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739" y="7679600"/>
            <a:ext cx="90090" cy="12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1690" y="9605351"/>
            <a:ext cx="90090" cy="8225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/>
          <p:nvPr/>
        </p:nvSpPr>
        <p:spPr>
          <a:xfrm>
            <a:off x="5144391" y="7939251"/>
            <a:ext cx="368700" cy="1279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" name="Google Shape;243;p21"/>
          <p:cNvGrpSpPr/>
          <p:nvPr/>
        </p:nvGrpSpPr>
        <p:grpSpPr>
          <a:xfrm>
            <a:off x="5879959" y="7928299"/>
            <a:ext cx="732739" cy="1296778"/>
            <a:chOff x="2809925" y="1385800"/>
            <a:chExt cx="1415100" cy="2504400"/>
          </a:xfrm>
        </p:grpSpPr>
        <p:cxnSp>
          <p:nvCxnSpPr>
            <p:cNvPr id="244" name="Google Shape;244;p21"/>
            <p:cNvCxnSpPr/>
            <p:nvPr/>
          </p:nvCxnSpPr>
          <p:spPr>
            <a:xfrm>
              <a:off x="3506125" y="1385825"/>
              <a:ext cx="718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21"/>
            <p:cNvCxnSpPr/>
            <p:nvPr/>
          </p:nvCxnSpPr>
          <p:spPr>
            <a:xfrm rot="10800000" flipH="1">
              <a:off x="4213625" y="1385800"/>
              <a:ext cx="11400" cy="2504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21"/>
            <p:cNvCxnSpPr/>
            <p:nvPr/>
          </p:nvCxnSpPr>
          <p:spPr>
            <a:xfrm rot="10800000">
              <a:off x="2809925" y="3889000"/>
              <a:ext cx="1403700" cy="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21"/>
            <p:cNvCxnSpPr/>
            <p:nvPr/>
          </p:nvCxnSpPr>
          <p:spPr>
            <a:xfrm flipH="1">
              <a:off x="2810075" y="1385825"/>
              <a:ext cx="718500" cy="2503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8" name="Google Shape;248;p21"/>
          <p:cNvSpPr txBox="1"/>
          <p:nvPr/>
        </p:nvSpPr>
        <p:spPr>
          <a:xfrm>
            <a:off x="480600" y="8565400"/>
            <a:ext cx="16035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four points did not all follow the same rule.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49" name="Google Shape;249;p21"/>
          <p:cNvGrpSpPr/>
          <p:nvPr/>
        </p:nvGrpSpPr>
        <p:grpSpPr>
          <a:xfrm>
            <a:off x="708201" y="7876617"/>
            <a:ext cx="1028851" cy="161114"/>
            <a:chOff x="5060730" y="2589891"/>
            <a:chExt cx="2316710" cy="337200"/>
          </a:xfrm>
        </p:grpSpPr>
        <p:sp>
          <p:nvSpPr>
            <p:cNvPr id="250" name="Google Shape;250;p21"/>
            <p:cNvSpPr/>
            <p:nvPr/>
          </p:nvSpPr>
          <p:spPr>
            <a:xfrm>
              <a:off x="5060730" y="2589891"/>
              <a:ext cx="385200" cy="337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6992240" y="2589891"/>
              <a:ext cx="385200" cy="337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2" name="Google Shape;252;p21"/>
          <p:cNvSpPr txBox="1"/>
          <p:nvPr/>
        </p:nvSpPr>
        <p:spPr>
          <a:xfrm>
            <a:off x="468000" y="6946813"/>
            <a:ext cx="66240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Translating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plotting coordinates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2024-02-05T13:16:26.722</cp:lastPrinted>
  <dcterms:created xsi:type="dcterms:W3CDTF">2024-02-05T13:16:26Z</dcterms:created>
  <dcterms:modified xsi:type="dcterms:W3CDTF">2024-02-05T13:19:48Z</dcterms:modified>
</cp:coreProperties>
</file>