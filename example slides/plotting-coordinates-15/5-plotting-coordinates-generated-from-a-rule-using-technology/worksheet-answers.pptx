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000" y="1660950"/>
            <a:ext cx="6624000" cy="3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your graphing software press the       button if visible.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Change the step on your </a:t>
            </a:r>
            <a:r>
              <a:rPr i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axis to 3. Change the step on your    axis to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integer values do your axes range from and to?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Move your axis until you can see 28 on the    axis. What is the next value visible below 28?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Press the      button. Describe what this does to your axes.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rabi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coordinates (2,4) and (2,6). Plot a third coordinate so it is in the middle of these coordinates. What coordinate did you plot?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923825" y="2306050"/>
            <a:ext cx="5954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For most display screens the </a:t>
            </a:r>
            <a:r>
              <a:rPr i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axis will range from -9 to 9 and the </a:t>
            </a:r>
            <a:r>
              <a:rPr i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axis from -4 to 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20"/>
          <p:cNvSpPr txBox="1"/>
          <p:nvPr>
            <p:ph type="title"/>
          </p:nvPr>
        </p:nvSpPr>
        <p:spPr>
          <a:xfrm>
            <a:off x="468000" y="864000"/>
            <a:ext cx="6624000" cy="24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Plotting coordinates generated from a rule using technology</a:t>
            </a:r>
            <a:endParaRPr sz="1600"/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3974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Plotting coordinates in Desmos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13770"/>
          <a:stretch/>
        </p:blipFill>
        <p:spPr>
          <a:xfrm>
            <a:off x="3711183" y="1676094"/>
            <a:ext cx="148600" cy="13169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77" name="Google Shape;177;p2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0355" y="1924781"/>
            <a:ext cx="117697" cy="160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13770"/>
          <a:stretch/>
        </p:blipFill>
        <p:spPr>
          <a:xfrm>
            <a:off x="1640959" y="3354886"/>
            <a:ext cx="148600" cy="13170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79" name="Google Shape;179;p2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6079" y="2765371"/>
            <a:ext cx="127841" cy="17209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1813198" y="2937471"/>
            <a:ext cx="598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923825" y="3568900"/>
            <a:ext cx="6168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It centres the screen around the origin. It also changes the axis so they have the same scale (although the steps are still different)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54194" y="4170057"/>
            <a:ext cx="598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(2,5)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474750" y="45072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0"/>
          <p:cNvSpPr txBox="1"/>
          <p:nvPr/>
        </p:nvSpPr>
        <p:spPr>
          <a:xfrm>
            <a:off x="474750" y="494586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each set of coordinates in turn. Identify the coordinate which is the odd one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(0,-4)  (4,8)  (1,-1)  (2,6)  (-2,-10)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(0,7)  (4,4)  (10,-2)  (-1,9)  (2,6)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(8,-1.4)  (5,-1.85)  (-4, 3.2)  (12,-0.8)  (-9,-3.95)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(11,2.9)  (1,       )  (-9,-1.1)  (2,         )  (-5,       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4750" y="4594222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Identifying coordinates that do not follow a rule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257800" y="5118047"/>
            <a:ext cx="428400" cy="26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frac{1}{10}&quot;&gt;&lt;mn&gt;1&lt;/mn&gt;&lt;mfrac&gt;&lt;mn&gt;1&lt;/mn&gt;&lt;mn&gt;10&lt;/mn&gt;&lt;/mfrac&gt;&lt;/math&gt;" id="187" name="Google Shape;187;p20" title="1 and 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8572" y="7076111"/>
            <a:ext cx="266847" cy="337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3}{10}&quot;&gt;&lt;mo&gt;−&lt;/mo&gt;&lt;mfrac&gt;&lt;mn&gt;3&lt;/mn&gt;&lt;mn&gt;10&lt;/mn&gt;&lt;/mfrac&gt;&lt;/math&gt;" id="188" name="Google Shape;188;p20" title="negative three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8365" y="7091256"/>
            <a:ext cx="303246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89" name="Google Shape;189;p20" title="three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74886" y="7076116"/>
            <a:ext cx="181941" cy="337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1485906" y="7003550"/>
            <a:ext cx="598800" cy="45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123419" y="6457458"/>
            <a:ext cx="692400" cy="26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852250" y="5796172"/>
            <a:ext cx="428400" cy="26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68003" y="7570772"/>
            <a:ext cx="6624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has plotted the coordinates below.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one do you think she has plotted incorrectly? How do you know?</a:t>
            </a:r>
            <a:endParaRPr sz="1200"/>
          </a:p>
        </p:txBody>
      </p:sp>
      <p:sp>
        <p:nvSpPr>
          <p:cNvPr id="194" name="Google Shape;194;p20"/>
          <p:cNvSpPr txBox="1"/>
          <p:nvPr/>
        </p:nvSpPr>
        <p:spPr>
          <a:xfrm>
            <a:off x="1028850" y="8081372"/>
            <a:ext cx="6069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(7,2.6) because it doesn’t sit on a straight line with the other 4 points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420000" y="9542839"/>
            <a:ext cx="3665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(7,3) or (2,1) There are other possibilities not visible on this graph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4000" y="8294797"/>
            <a:ext cx="2564576" cy="156240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7" name="Google Shape;197;p20"/>
          <p:cNvSpPr txBox="1"/>
          <p:nvPr/>
        </p:nvSpPr>
        <p:spPr>
          <a:xfrm>
            <a:off x="3420000" y="8293236"/>
            <a:ext cx="3665100" cy="1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Recreate Izzy’s graph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make the incorrect coordinate draggable.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Drag the coordinate so it is in line with the rest and on a coordinate where both values are integers.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coordinate have you now plotted?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420000" y="8294797"/>
            <a:ext cx="409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5" name="Google Shape;205;p21"/>
          <p:cNvSpPr txBox="1"/>
          <p:nvPr>
            <p:ph idx="1" type="subTitle"/>
          </p:nvPr>
        </p:nvSpPr>
        <p:spPr>
          <a:xfrm>
            <a:off x="1463400" y="360000"/>
            <a:ext cx="4782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Plotting coordinates generated from a rule using technology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</a:t>
            </a:r>
            <a:r>
              <a:rPr lang="en-GB"/>
              <a:t>and</a:t>
            </a:r>
            <a:r>
              <a:rPr lang="en-GB"/>
              <a:t> Industry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135065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set of coordinates, find the fourth coordinate to make a 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(0,0)  (8,-2)  (10,6)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(0,0)  (4,5)  (-1,9)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(0,0)  (7,-3)  (3,7)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(2,3)  (-1,-4)  (4,-2)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(-10,0.5)  (-8,1.5)  (-9,-1.5)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726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Creating shapes in desmos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399750" y="3697853"/>
            <a:ext cx="7707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(-3,1)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399750" y="4357442"/>
            <a:ext cx="995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(-7,-0.5)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399750" y="3028128"/>
            <a:ext cx="8961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(10,4)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399750" y="2358397"/>
            <a:ext cx="7707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(-5,4)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399750" y="1668991"/>
            <a:ext cx="7707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(2,8)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4867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Plot each set of coordinates to determine the type of quadrilateral they make.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903368" y="7301068"/>
            <a:ext cx="2989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(-2,3)  (3,3) (2,5)  (-1,1)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68000" y="5233750"/>
            <a:ext cx="3312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(-12.5,-3) (-12.5, 1.5) (0,-3) (0,1.5)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7322754"/>
            <a:ext cx="46155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(-8.2,-20) (1.4,-16.3) (-1.2,-16.3) (-5.6,-20)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3903368" y="5229900"/>
            <a:ext cx="3720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(0,9)  (3,9)  (0,6)  (4,5)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1"/>
          <p:cNvPicPr preferRelativeResize="0"/>
          <p:nvPr/>
        </p:nvPicPr>
        <p:blipFill rotWithShape="1">
          <a:blip r:embed="rId3">
            <a:alphaModFix/>
          </a:blip>
          <a:srcRect b="17774" l="0" r="0" t="4404"/>
          <a:stretch/>
        </p:blipFill>
        <p:spPr>
          <a:xfrm>
            <a:off x="3903375" y="7678300"/>
            <a:ext cx="1971275" cy="12731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1" name="Google Shape;221;p21"/>
          <p:cNvPicPr preferRelativeResize="0"/>
          <p:nvPr/>
        </p:nvPicPr>
        <p:blipFill rotWithShape="1">
          <a:blip r:embed="rId4">
            <a:alphaModFix/>
          </a:blip>
          <a:srcRect b="10063" l="0" r="6173" t="0"/>
          <a:stretch/>
        </p:blipFill>
        <p:spPr>
          <a:xfrm>
            <a:off x="3903375" y="5753975"/>
            <a:ext cx="1971276" cy="1322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2" name="Google Shape;222;p21"/>
          <p:cNvPicPr preferRelativeResize="0"/>
          <p:nvPr/>
        </p:nvPicPr>
        <p:blipFill rotWithShape="1">
          <a:blip r:embed="rId5">
            <a:alphaModFix/>
          </a:blip>
          <a:srcRect b="0" l="6452" r="5643" t="21426"/>
          <a:stretch/>
        </p:blipFill>
        <p:spPr>
          <a:xfrm>
            <a:off x="476164" y="7664011"/>
            <a:ext cx="2336849" cy="13221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3" name="Google Shape;22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164" y="5594612"/>
            <a:ext cx="2432066" cy="13451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" name="Google Shape;224;p21"/>
          <p:cNvSpPr txBox="1"/>
          <p:nvPr/>
        </p:nvSpPr>
        <p:spPr>
          <a:xfrm>
            <a:off x="3031200" y="6675112"/>
            <a:ext cx="1206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Rectangle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2955900" y="8636237"/>
            <a:ext cx="1648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Parallelogram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045621" y="6822928"/>
            <a:ext cx="1206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Kite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045621" y="8614542"/>
            <a:ext cx="1206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Rectangle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