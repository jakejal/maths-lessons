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Plotting coordinates generated from a rule using technology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97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coordinates in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660950"/>
            <a:ext cx="66240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your graphing software press the       button if visible.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Change the step on your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axis to 3. Change the step on your    axis to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integer values do your axes range from and to?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your axis until you can see 28 on the </a:t>
            </a:r>
            <a:r>
              <a:rPr i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axis. What is the next value visible below 28?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Press the      button. Describe what this does to your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(2,4) and (2,6). Plot a third coordinate so it is in the middle of these coordinates. What coordinate did you plot?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3711183" y="1676094"/>
            <a:ext cx="148600" cy="13169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1650209" y="3478936"/>
            <a:ext cx="148600" cy="1317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7" name="Google Shape;167;p20"/>
          <p:cNvCxnSpPr/>
          <p:nvPr/>
        </p:nvCxnSpPr>
        <p:spPr>
          <a:xfrm>
            <a:off x="474750" y="45072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y&quot;&gt;&lt;mi&gt;y&lt;/mi&gt;&lt;/math&gt;" id="168" name="Google Shape;168;p2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355" y="1924781"/>
            <a:ext cx="117697" cy="16085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474750" y="494586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each set of coordinates in turn. Identify the coordinate which is the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(0,-4)  (4,8)  (1,-1)  (2,6)  (-2,-10)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(0,7)  (4,4)  (10,-2)  (-1,9)  (2,6)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(8,-1.4)  (5,-1.85)  (-4, 3.2)  (12,-0.8)  (-9,-3.95)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(11,2.9)  (1,       )  (-9,-1.1)  (2,         )  (-5,     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4750" y="459422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Identifying coordinates that do not follow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frac{1}{10}&quot;&gt;&lt;mn&gt;1&lt;/mn&gt;&lt;mfrac&gt;&lt;mn&gt;1&lt;/mn&gt;&lt;mn&gt;10&lt;/mn&gt;&lt;/mfrac&gt;&lt;/math&gt;" id="171" name="Google Shape;171;p20" title="1 and 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8572" y="7076111"/>
            <a:ext cx="266847" cy="3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72" name="Google Shape;172;p20" title="three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4886" y="7076116"/>
            <a:ext cx="181941" cy="337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68003" y="7570772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has plotted the coordinates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one do you think she has plotted incorrectly? How do you know?</a:t>
            </a:r>
            <a:endParaRPr sz="1200"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000" y="8294797"/>
            <a:ext cx="2564576" cy="156240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0"/>
          <p:cNvSpPr txBox="1"/>
          <p:nvPr/>
        </p:nvSpPr>
        <p:spPr>
          <a:xfrm>
            <a:off x="3420000" y="8475925"/>
            <a:ext cx="36789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Recreate Izzy’s graph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the incorrect coordinate draggable.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Drag the coordinate so it is in line with the rest and on a coordinate where both values are integers.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coordinate have you now plotted?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420000" y="8294797"/>
            <a:ext cx="409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-\frac{3}{10}&quot;&gt;&lt;mo&gt;−&lt;/mo&gt;&lt;mfrac&gt;&lt;mn&gt;3&lt;/mn&gt;&lt;mn&gt;10&lt;/mn&gt;&lt;/mfrac&gt;&lt;/math&gt;" id="178" name="Google Shape;178;p20" title="negative thre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8365" y="7091256"/>
            <a:ext cx="303246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Plotting coordinates generated from a rule using technology</a:t>
            </a:r>
            <a:endParaRPr/>
          </a:p>
        </p:txBody>
      </p:sp>
      <p:sp>
        <p:nvSpPr>
          <p:cNvPr id="185" name="Google Shape;18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135065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coordinates, find the fourth coordinate to make a 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(8,-2)  (10,6)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(4,5)  (-1,9)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(7,-3)  (3,7)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(2,3)  (-1,-4)  (4,-2)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(-10,0.5)  (-8,1.5)  (-9,-1.5)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726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Creating shapes in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4867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each set of coordinates to determine the type of quadrilateral they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3903368" y="7301068"/>
            <a:ext cx="298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(-2,3)  (3,3) (2,5)  (-1,1)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5233750"/>
            <a:ext cx="331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(-12.5,-3) (-12.5, 1.5) (0,-3) (0,1.5)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7322754"/>
            <a:ext cx="46155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(-8.2,-20) (1.4,-16.3) (-1.2,-16.3) (-5.6,-20)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903368" y="5229900"/>
            <a:ext cx="372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(0,9)  (3,9)  (0,6)  (4,5)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