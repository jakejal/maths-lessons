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90E777E-25FC-4809-BA2F-E294D7902F43}">
  <a:tblStyle styleId="{C90E777E-25FC-4809-BA2F-E294D7902F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18" Type="http://schemas.openxmlformats.org/officeDocument/2006/relationships/image" Target="../media/image22.png" /><Relationship Id="rId19" Type="http://schemas.openxmlformats.org/officeDocument/2006/relationships/image" Target="../media/image23.png" /><Relationship Id="rId2" Type="http://schemas.openxmlformats.org/officeDocument/2006/relationships/notesSlide" Target="../notesSlides/notesSlide1.xml" /><Relationship Id="rId20" Type="http://schemas.openxmlformats.org/officeDocument/2006/relationships/image" Target="../media/image24.pn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32.png" /><Relationship Id="rId11" Type="http://schemas.openxmlformats.org/officeDocument/2006/relationships/image" Target="../media/image18.png" /><Relationship Id="rId12" Type="http://schemas.openxmlformats.org/officeDocument/2006/relationships/image" Target="../media/image33.png" /><Relationship Id="rId13" Type="http://schemas.openxmlformats.org/officeDocument/2006/relationships/image" Target="../media/image34.png" /><Relationship Id="rId14" Type="http://schemas.openxmlformats.org/officeDocument/2006/relationships/image" Target="../media/image3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8.png" /><Relationship Id="rId7" Type="http://schemas.openxmlformats.org/officeDocument/2006/relationships/image" Target="../media/image29.png" /><Relationship Id="rId8" Type="http://schemas.openxmlformats.org/officeDocument/2006/relationships/image" Target="../media/image30.png" /><Relationship Id="rId9" Type="http://schemas.openxmlformats.org/officeDocument/2006/relationships/image" Target="../media/image3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29825"/>
            <a:ext cx="41979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Plotting lines from coordinates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673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rule, fill in the coordinates. Use them to draw the line for that rule.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 descr="&lt;math xmlns=&quot;http://www.w3.org/1998/Math/MathML&quot; display=&quot;block&quot; data-is-equatio=&quot;1&quot; data-latex=&quot;y=4&quot;&gt;&lt;mi&gt;y&lt;/mi&gt;&lt;mo&gt;=&lt;/mo&gt;&lt;mn&gt;4&lt;/mn&gt;&lt;/math&gt;" title="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175" y="1964147"/>
            <a:ext cx="413750" cy="164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x=-2&quot;&gt;&lt;mi&gt;x&lt;/mi&gt;&lt;mo&gt;=&lt;/mo&gt;&lt;mo&gt;−&lt;/mo&gt;&lt;mn&gt;2&lt;/mn&gt;&lt;/math&gt;" title="x equals negative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591" y="1964147"/>
            <a:ext cx="534559" cy="129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76400" y="2179725"/>
            <a:ext cx="26106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(-3,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600475" y="2179725"/>
            <a:ext cx="24747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,-1)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 descr="&lt;math xmlns=&quot;http://www.w3.org/1998/Math/MathML&quot; display=&quot;block&quot; data-is-equatio=&quot;1&quot; data-latex=&quot;y=-1&quot;&gt;&lt;mi&gt;y&lt;/mi&gt;&lt;mo&gt;=&lt;/mo&gt;&lt;mo&gt;−&lt;/mo&gt;&lt;mn&gt;1&lt;/mn&gt;&lt;/math&gt;" title="y equals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1837" y="1964147"/>
            <a:ext cx="528107" cy="16423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728729" y="2179725"/>
            <a:ext cx="27327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,-3)  (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,1)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601627" y="1927448"/>
            <a:ext cx="29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26867" y="1927448"/>
            <a:ext cx="29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388" y="1927448"/>
            <a:ext cx="295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542935" y="1989225"/>
            <a:ext cx="7284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(3,4)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519085" y="1989225"/>
            <a:ext cx="7284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(4,-1)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882302" y="1989225"/>
            <a:ext cx="8934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(-2,4)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875" y="2510088"/>
            <a:ext cx="1886766" cy="185303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52488" y="2492425"/>
            <a:ext cx="1829489" cy="18530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08873" y="2492425"/>
            <a:ext cx="1834975" cy="18530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0"/>
          <p:cNvSpPr txBox="1"/>
          <p:nvPr/>
        </p:nvSpPr>
        <p:spPr>
          <a:xfrm>
            <a:off x="466882" y="4784405"/>
            <a:ext cx="14265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(-2,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,5)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745486" y="4784405"/>
            <a:ext cx="13875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(-3,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,2)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397" y="4469937"/>
            <a:ext cx="23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742246" y="4469937"/>
            <a:ext cx="23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983922" y="4465916"/>
            <a:ext cx="23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589392" y="4602606"/>
            <a:ext cx="570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(1,1)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910937" y="4586150"/>
            <a:ext cx="570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(3,5)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970471" y="4697372"/>
            <a:ext cx="21300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E.g.(-1,-3) (0,-2) (1,-1) (2,0) (3,1) (4,2) (5,3)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6407" y="5192396"/>
            <a:ext cx="1861641" cy="183780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68647" y="5159496"/>
            <a:ext cx="1861642" cy="187070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1">
            <a:alphaModFix/>
          </a:blip>
          <a:srcRect l="3452" t="3679" r="2984"/>
          <a:stretch>
            <a:fillRect/>
          </a:stretch>
        </p:blipFill>
        <p:spPr>
          <a:xfrm>
            <a:off x="4994646" y="5160646"/>
            <a:ext cx="1861641" cy="186838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1" name="Google Shape;201;p20"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title="y equals x plus 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40809" y="4517937"/>
            <a:ext cx="727765" cy="1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title="y equals x minus 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201195" y="4517937"/>
            <a:ext cx="727671" cy="16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&lt;math xmlns=&quot;http://www.w3.org/1998/Math/MathML&quot; display=&quot;block&quot; data-is-equatio=&quot;1&quot; data-latex=&quot;y=x&quot;&gt;&lt;mi&gt;y&lt;/mi&gt;&lt;mo&gt;=&lt;/mo&gt;&lt;mi&gt;x&lt;/mi&gt;&lt;/math&gt;" title="y equals x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9538" y="4555247"/>
            <a:ext cx="423979" cy="12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&lt;math xmlns=&quot;http://www.w3.org/1998/Math/MathML&quot; display=&quot;block&quot; data-is-equatio=&quot;1&quot; data-latex=&quot;y=-x&quot;&gt;&lt;mi&gt;y&lt;/mi&gt;&lt;mo&gt;=&lt;/mo&gt;&lt;mo&gt;−&lt;/mo&gt;&lt;mi&gt;x&lt;/mi&gt;&lt;/math&gt;" title="y equals negative x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39551" y="7332096"/>
            <a:ext cx="615094" cy="135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&lt;math xmlns=&quot;http://www.w3.org/1998/Math/MathML&quot; display=&quot;block&quot; data-is-equatio=&quot;1&quot; data-latex=&quot;y=3x&quot;&gt;&lt;mi&gt;y&lt;/mi&gt;&lt;mo&gt;=&lt;/mo&gt;&lt;mn&gt;3&lt;/mn&gt;&lt;mi&gt;x&lt;/mi&gt;&lt;/math&gt;" title="y equals 3 x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006205" y="7254791"/>
            <a:ext cx="565955" cy="1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y=\frac{1}{2}x&quot;&gt;&lt;mi&gt;y&lt;/mi&gt;&lt;mo&gt;=&lt;/mo&gt;&lt;mfrac&gt;&lt;mn&gt;1&lt;/mn&gt;&lt;mn&gt;2&lt;/mn&gt;&lt;/mfrac&gt;&lt;mi&gt;x&lt;/mi&gt;&lt;/math&gt;" title="y equals one half x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270619" y="7139824"/>
            <a:ext cx="660850" cy="4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476410" y="7580269"/>
            <a:ext cx="20697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(2,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,0)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756137" y="7580269"/>
            <a:ext cx="22221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051514" y="7580269"/>
            <a:ext cx="13824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(</a:t>
            </a:r>
            <a:r>
              <a:rPr lang="en-GB" sz="12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,-1)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6400" y="7257727"/>
            <a:ext cx="234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771897" y="7257727"/>
            <a:ext cx="234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067394" y="7253654"/>
            <a:ext cx="2343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553895" y="7392625"/>
            <a:ext cx="5775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(-3,3)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798573" y="7392625"/>
            <a:ext cx="12591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(-1,-3) (1,3)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181240" y="7392625"/>
            <a:ext cx="5775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(4,2)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6410" y="7979001"/>
            <a:ext cx="1861999" cy="187346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784828" y="7978998"/>
            <a:ext cx="1819622" cy="187347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20">
            <a:alphaModFix/>
          </a:blip>
          <a:srcRect l="2375" r="2222"/>
          <a:stretch>
            <a:fillRect/>
          </a:stretch>
        </p:blipFill>
        <p:spPr>
          <a:xfrm>
            <a:off x="5067404" y="7968018"/>
            <a:ext cx="1819626" cy="189543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19" name="Google Shape;219;p20"/>
          <p:cNvCxnSpPr/>
          <p:nvPr/>
        </p:nvCxnSpPr>
        <p:spPr>
          <a:xfrm>
            <a:off x="463074" y="9954450"/>
            <a:ext cx="6650100" cy="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5" name="Google Shape;22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 relationship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68000" y="1175331"/>
            <a:ext cx="66240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equation, does the coordinate lie on the given line?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Give a reason for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(4,18)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(6,-12)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(0,0)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(25,22.5)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(11,37)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(10, 50)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406280" y="1662112"/>
            <a:ext cx="13059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4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≠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406280" y="2103120"/>
            <a:ext cx="15912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 6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-2 = -12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425330" y="2534603"/>
            <a:ext cx="15912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 0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3.5 = 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425330" y="2937511"/>
            <a:ext cx="19521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25 - 5.5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≠ 22.5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425330" y="3349944"/>
            <a:ext cx="18309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 11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3 + 4 = 37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425330" y="3743327"/>
            <a:ext cx="19086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10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5 - 8 ≠ 50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5" name="Google Shape;235;p21" descr="&lt;math xmlns=&quot;http://www.w3.org/1998/Math/MathML&quot; display=&quot;block&quot; data-is-equatio=&quot;1&quot; data-latex=&quot;y=5x&quot;&gt;&lt;mi&gt;y&lt;/mi&gt;&lt;mo&gt;=&lt;/mo&gt;&lt;mn&gt;5&lt;/mn&gt;&lt;mi&gt;x&lt;/mi&gt;&lt;/math&gt;" title="y equals 5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125" y="1709725"/>
            <a:ext cx="519034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y=-2x&quot;&gt;&lt;mi&gt;y&lt;/mi&gt;&lt;mo&gt;=&lt;/mo&gt;&lt;mo&gt;−&lt;/mo&gt;&lt;mn&gt;2&lt;/mn&gt;&lt;mi&gt;x&lt;/mi&gt;&lt;/math&gt;" title="y equals negative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125" y="2132387"/>
            <a:ext cx="649615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y=3.5x&quot;&gt;&lt;mi&gt;y&lt;/mi&gt;&lt;mo&gt;=&lt;/mo&gt;&lt;mn&gt;3.5&lt;/mn&gt;&lt;mi&gt;x&lt;/mi&gt;&lt;/math&gt;" title="y equals 3.5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1125" y="2524230"/>
            <a:ext cx="662672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y=x-5.5&quot;&gt;&lt;mi&gt;y&lt;/mi&gt;&lt;mo&gt;=&lt;/mo&gt;&lt;mi&gt;x&lt;/mi&gt;&lt;mo&gt;−&lt;/mo&gt;&lt;mn&gt;5.5&lt;/mn&gt;&lt;/math&gt;" title="y equals x minus 5.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1125" y="2953182"/>
            <a:ext cx="874858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y=3x+4&quot;&gt;&lt;mi&gt;y&lt;/mi&gt;&lt;mo&gt;=&lt;/mo&gt;&lt;mn&gt;3&lt;/mn&gt;&lt;mi&gt;x&lt;/mi&gt;&lt;mo&gt;+&lt;/mo&gt;&lt;mn&gt;4&lt;/mn&gt;&lt;/math&gt;" title="y equals 3 x plus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41125" y="3347580"/>
            <a:ext cx="829219" cy="166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y=5x-8&quot;&gt;&lt;mi&gt;y&lt;/mi&gt;&lt;mo&gt;=&lt;/mo&gt;&lt;mn&gt;5&lt;/mn&gt;&lt;mi&gt;x&lt;/mi&gt;&lt;mo&gt;−&lt;/mo&gt;&lt;mn&gt;8&lt;/mn&gt;&lt;/math&gt;" title="y equals 5 x minus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1125" y="3750822"/>
            <a:ext cx="829156" cy="16672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68000" y="703025"/>
            <a:ext cx="58185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Identifying whether points are on a line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4538825"/>
            <a:ext cx="66240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Alex has started to plot some lines.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has plotted one point from each line but cannot remember which point goes with which line.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points with the equation for the line Alex has tried to plot.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000" y="5791925"/>
            <a:ext cx="2832828" cy="22296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y=20&quot;&gt;&lt;mi&gt;y&lt;/mi&gt;&lt;mo&gt;=&lt;/mo&gt;&lt;mn&gt;20&lt;/mn&gt;&lt;/math&gt;" title="y equals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4050" y="6052125"/>
            <a:ext cx="627853" cy="2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&lt;math xmlns=&quot;http://www.w3.org/1998/Math/MathML&quot; display=&quot;block&quot; data-is-equatio=&quot;1&quot; data-latex=&quot;y=x&quot;&gt;&lt;mi&gt;y&lt;/mi&gt;&lt;mo&gt;=&lt;/mo&gt;&lt;mi&gt;x&lt;/mi&gt;&lt;/math&gt;" title="y equals x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54050" y="6463147"/>
            <a:ext cx="587862" cy="17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y=2x&quot;&gt;&lt;mi&gt;y&lt;/mi&gt;&lt;mo&gt;=&lt;/mo&gt;&lt;mn&gt;2&lt;/mn&gt;&lt;mi&gt;x&lt;/mi&gt;&lt;/math&gt;" title="y equals 2 x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54050" y="6818250"/>
            <a:ext cx="635851" cy="2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y=x+10&quot;&gt;&lt;mi&gt;y&lt;/mi&gt;&lt;mo&gt;=&lt;/mo&gt;&lt;mi&gt;x&lt;/mi&gt;&lt;mo&gt;+&lt;/mo&gt;&lt;mn&gt;10&lt;/mn&gt;&lt;/math&gt;" title="y equals x plus 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54050" y="7549126"/>
            <a:ext cx="1023760" cy="2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&lt;math xmlns=&quot;http://www.w3.org/1998/Math/MathML&quot; display=&quot;block&quot; data-is-equatio=&quot;1&quot; data-latex=&quot;y=x-10&quot;&gt;&lt;mi&gt;y&lt;/mi&gt;&lt;mo&gt;=&lt;/mo&gt;&lt;mi&gt;x&lt;/mi&gt;&lt;mo&gt;−&lt;/mo&gt;&lt;mn&gt;10&lt;/mn&gt;&lt;/math&gt;" title="y equals x minus 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754050" y="7176471"/>
            <a:ext cx="1023760" cy="2039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p21"/>
          <p:cNvGraphicFramePr>
            <a:graphicFrameLocks noGrp="1"/>
          </p:cNvGraphicFramePr>
          <p:nvPr/>
        </p:nvGraphicFramePr>
        <p:xfrm>
          <a:off x="3349125" y="59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{C90E777E-25FC-4809-BA2F-E294D7902F43}</a:tableStyleId>
              </a:tblPr>
              <a:tblGrid>
                <a:gridCol w="450500"/>
              </a:tblGrid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8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1"/>
          <p:cNvSpPr txBox="1"/>
          <p:nvPr/>
        </p:nvSpPr>
        <p:spPr>
          <a:xfrm>
            <a:off x="5168929" y="6412704"/>
            <a:ext cx="19875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(30,30)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168929" y="7542948"/>
            <a:ext cx="19875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(-20,-10)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168929" y="7161479"/>
            <a:ext cx="19875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(5,-5)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168929" y="6792309"/>
            <a:ext cx="19875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 (15,30)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5168929" y="6057258"/>
            <a:ext cx="19875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 (-15,20)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Plotting a relationship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2024-02-05T13:23:57.813</cp:lastPrinted>
  <dcterms:created xsi:type="dcterms:W3CDTF">2024-02-05T13:23:57Z</dcterms:created>
  <dcterms:modified xsi:type="dcterms:W3CDTF">2024-02-05T13:24:07Z</dcterms:modified>
</cp:coreProperties>
</file>