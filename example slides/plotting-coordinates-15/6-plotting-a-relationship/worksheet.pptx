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4E04995-CABB-4A0C-9273-37C2EA5D72E1}">
  <a:tblStyle styleId="{E4E04995-CABB-4A0C-9273-37C2EA5D72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1" name="Shape 221"/>
        <p:cNvGrpSpPr/>
        <p:nvPr/>
      </p:nvGrpSpPr>
      <p:grpSpPr>
        <a:xfrm>
          <a:off x="0" y="0"/>
          <a:ext cx="0" cy="0"/>
        </a:xfrm>
      </p:grpSpPr>
      <p:sp>
        <p:nvSpPr>
          <p:cNvPr id="222" name="Google Shape;22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11" Type="http://schemas.openxmlformats.org/officeDocument/2006/relationships/image" Target="../media/image13.png" /><Relationship Id="rId12" Type="http://schemas.openxmlformats.org/officeDocument/2006/relationships/image" Target="../media/image14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2.png" /><Relationship Id="rId11" Type="http://schemas.openxmlformats.org/officeDocument/2006/relationships/image" Target="../media/image10.png" /><Relationship Id="rId12" Type="http://schemas.openxmlformats.org/officeDocument/2006/relationships/image" Target="../media/image23.png" /><Relationship Id="rId13" Type="http://schemas.openxmlformats.org/officeDocument/2006/relationships/image" Target="../media/image24.png" /><Relationship Id="rId14" Type="http://schemas.openxmlformats.org/officeDocument/2006/relationships/image" Target="../media/image25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5.png" /><Relationship Id="rId4" Type="http://schemas.openxmlformats.org/officeDocument/2006/relationships/image" Target="../media/image16.png" /><Relationship Id="rId5" Type="http://schemas.openxmlformats.org/officeDocument/2006/relationships/image" Target="../media/image17.png" /><Relationship Id="rId6" Type="http://schemas.openxmlformats.org/officeDocument/2006/relationships/image" Target="../media/image18.png" /><Relationship Id="rId7" Type="http://schemas.openxmlformats.org/officeDocument/2006/relationships/image" Target="../media/image19.png" /><Relationship Id="rId8" Type="http://schemas.openxmlformats.org/officeDocument/2006/relationships/image" Target="../media/image20.png" /><Relationship Id="rId9" Type="http://schemas.openxmlformats.org/officeDocument/2006/relationships/image" Target="../media/image2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 relationship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329825"/>
            <a:ext cx="41979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Plotting lines from coordinates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16737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rule, fill in the coordinates. Use them to draw the line for that rule.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" name="Google Shape;166;p20" descr="&lt;math xmlns=&quot;http://www.w3.org/1998/Math/MathML&quot; display=&quot;block&quot; data-is-equatio=&quot;1&quot; data-latex=&quot;y=4&quot;&gt;&lt;mi&gt;y&lt;/mi&gt;&lt;mo&gt;=&lt;/mo&gt;&lt;mn&gt;4&lt;/mn&gt;&lt;/math&gt;" title="y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175" y="1964147"/>
            <a:ext cx="413750" cy="164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 descr="&lt;math xmlns=&quot;http://www.w3.org/1998/Math/MathML&quot; display=&quot;block&quot; data-is-equatio=&quot;1&quot; data-latex=&quot;x=-2&quot;&gt;&lt;mi&gt;x&lt;/mi&gt;&lt;mo&gt;=&lt;/mo&gt;&lt;mo&gt;−&lt;/mo&gt;&lt;mn&gt;2&lt;/mn&gt;&lt;/math&gt;" title="x equals negative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591" y="1964147"/>
            <a:ext cx="534559" cy="12968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476400" y="2179725"/>
            <a:ext cx="16953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(-3,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2600475" y="2179725"/>
            <a:ext cx="18285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,-1)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" name="Google Shape;170;p20" descr="&lt;math xmlns=&quot;http://www.w3.org/1998/Math/MathML&quot; display=&quot;block&quot; data-is-equatio=&quot;1&quot; data-latex=&quot;y=-1&quot;&gt;&lt;mi&gt;y&lt;/mi&gt;&lt;mo&gt;=&lt;/mo&gt;&lt;mo&gt;−&lt;/mo&gt;&lt;mn&gt;1&lt;/mn&gt;&lt;/math&gt;" title="y equals negative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1837" y="1964147"/>
            <a:ext cx="528107" cy="16423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4728729" y="2179725"/>
            <a:ext cx="27327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,-3)  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,1)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2601627" y="1927448"/>
            <a:ext cx="295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726867" y="1927448"/>
            <a:ext cx="295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388" y="1927448"/>
            <a:ext cx="295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6873" y="4784400"/>
            <a:ext cx="18285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(-2,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,5)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2745472" y="4784400"/>
            <a:ext cx="16953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(-3,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,2)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6397" y="4469937"/>
            <a:ext cx="23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2742246" y="4469937"/>
            <a:ext cx="23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983922" y="4465916"/>
            <a:ext cx="23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 descr="&lt;math xmlns=&quot;http://www.w3.org/1998/Math/MathML&quot; display=&quot;block&quot; data-is-equatio=&quot;1&quot; data-latex=&quot;y=x+2&quot;&gt;&lt;mi&gt;y&lt;/mi&gt;&lt;mo&gt;=&lt;/mo&gt;&lt;mi&gt;x&lt;/mi&gt;&lt;mo&gt;+&lt;/mo&gt;&lt;mn&gt;2&lt;/mn&gt;&lt;/math&gt;" title="y equals x plus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0809" y="4517937"/>
            <a:ext cx="727765" cy="16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&lt;math xmlns=&quot;http://www.w3.org/1998/Math/MathML&quot; display=&quot;block&quot; data-is-equatio=&quot;1&quot; data-latex=&quot;y=x-2&quot;&gt;&lt;mi&gt;y&lt;/mi&gt;&lt;mo&gt;=&lt;/mo&gt;&lt;mi&gt;x&lt;/mi&gt;&lt;mo&gt;−&lt;/mo&gt;&lt;mn&gt;2&lt;/mn&gt;&lt;/math&gt;" title="y equals x minus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01195" y="4517937"/>
            <a:ext cx="727671" cy="164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&lt;math xmlns=&quot;http://www.w3.org/1998/Math/MathML&quot; display=&quot;block&quot; data-is-equatio=&quot;1&quot; data-latex=&quot;y=x&quot;&gt;&lt;mi&gt;y&lt;/mi&gt;&lt;mo&gt;=&lt;/mo&gt;&lt;mi&gt;x&lt;/mi&gt;&lt;/math&gt;" title="y equals x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9538" y="4555247"/>
            <a:ext cx="423979" cy="124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&lt;math xmlns=&quot;http://www.w3.org/1998/Math/MathML&quot; display=&quot;block&quot; data-is-equatio=&quot;1&quot; data-latex=&quot;y=-x&quot;&gt;&lt;mi&gt;y&lt;/mi&gt;&lt;mo&gt;=&lt;/mo&gt;&lt;mo&gt;−&lt;/mo&gt;&lt;mi&gt;x&lt;/mi&gt;&lt;/math&gt;" title="y equals negative x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9551" y="7332096"/>
            <a:ext cx="615094" cy="135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&lt;math xmlns=&quot;http://www.w3.org/1998/Math/MathML&quot; display=&quot;block&quot; data-is-equatio=&quot;1&quot; data-latex=&quot;y=3x&quot;&gt;&lt;mi&gt;y&lt;/mi&gt;&lt;mo&gt;=&lt;/mo&gt;&lt;mn&gt;3&lt;/mn&gt;&lt;mi&gt;x&lt;/mi&gt;&lt;/math&gt;" title="y equals 3 x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06205" y="7254791"/>
            <a:ext cx="565955" cy="1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&lt;math xmlns=&quot;http://www.w3.org/1998/Math/MathML&quot; display=&quot;block&quot; data-is-equatio=&quot;1&quot; data-latex=&quot;y=\frac{1}{2}x&quot;&gt;&lt;mi&gt;y&lt;/mi&gt;&lt;mo&gt;=&lt;/mo&gt;&lt;mfrac&gt;&lt;mn&gt;1&lt;/mn&gt;&lt;mn&gt;2&lt;/mn&gt;&lt;/mfrac&gt;&lt;mi&gt;x&lt;/mi&gt;&lt;/math&gt;" title="y equals one half x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70619" y="7139824"/>
            <a:ext cx="660850" cy="43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476410" y="7580269"/>
            <a:ext cx="20697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,0)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756137" y="7580269"/>
            <a:ext cx="22221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 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051529" y="7580275"/>
            <a:ext cx="19302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,-1)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76400" y="7257727"/>
            <a:ext cx="2343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2771897" y="7257727"/>
            <a:ext cx="2343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067394" y="7253654"/>
            <a:ext cx="2343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0"/>
          <p:cNvCxnSpPr/>
          <p:nvPr/>
        </p:nvCxnSpPr>
        <p:spPr>
          <a:xfrm>
            <a:off x="463074" y="9954450"/>
            <a:ext cx="6650100" cy="3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" name="Google Shape;193;p20"/>
          <p:cNvSpPr txBox="1"/>
          <p:nvPr/>
        </p:nvSpPr>
        <p:spPr>
          <a:xfrm>
            <a:off x="5022675" y="4830075"/>
            <a:ext cx="2222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 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 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grpSp>
        <p:nvGrpSpPr>
          <p:cNvPr id="194" name="Google Shape;194;p20"/>
          <p:cNvGrpSpPr/>
          <p:nvPr/>
        </p:nvGrpSpPr>
        <p:grpSpPr>
          <a:xfrm>
            <a:off x="482357" y="2521436"/>
            <a:ext cx="1822570" cy="1796759"/>
            <a:chOff x="384575" y="2401015"/>
            <a:chExt cx="2351400" cy="2318100"/>
          </a:xfrm>
        </p:grpSpPr>
        <p:pic>
          <p:nvPicPr>
            <p:cNvPr id="195" name="Google Shape;195;p20"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title="Equatio Desmos Graph"/>
            <p:cNvPicPr preferRelativeResize="0"/>
            <p:nvPr/>
          </p:nvPicPr>
          <p:blipFill>
            <a:blip r:embed="rId12">
              <a:alphaModFix/>
            </a:blip>
            <a:srcRect l="31633" t="16299" r="24443" b="25675"/>
            <a:stretch>
              <a:fillRect/>
            </a:stretch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" name="Google Shape;197;p20"/>
          <p:cNvGrpSpPr/>
          <p:nvPr/>
        </p:nvGrpSpPr>
        <p:grpSpPr>
          <a:xfrm>
            <a:off x="2616044" y="2521436"/>
            <a:ext cx="1822570" cy="1796759"/>
            <a:chOff x="384575" y="2401015"/>
            <a:chExt cx="2351400" cy="2318100"/>
          </a:xfrm>
        </p:grpSpPr>
        <p:pic>
          <p:nvPicPr>
            <p:cNvPr id="198" name="Google Shape;198;p20"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title="Equatio Desmos Graph"/>
            <p:cNvPicPr preferRelativeResize="0"/>
            <p:nvPr/>
          </p:nvPicPr>
          <p:blipFill>
            <a:blip r:embed="rId12">
              <a:alphaModFix/>
            </a:blip>
            <a:srcRect l="31633" t="16299" r="24443" b="25675"/>
            <a:stretch>
              <a:fillRect/>
            </a:stretch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20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" name="Google Shape;200;p20"/>
          <p:cNvGrpSpPr/>
          <p:nvPr/>
        </p:nvGrpSpPr>
        <p:grpSpPr>
          <a:xfrm>
            <a:off x="4778306" y="2521436"/>
            <a:ext cx="1822570" cy="1796759"/>
            <a:chOff x="384575" y="2401015"/>
            <a:chExt cx="2351400" cy="2318100"/>
          </a:xfrm>
        </p:grpSpPr>
        <p:pic>
          <p:nvPicPr>
            <p:cNvPr id="201" name="Google Shape;201;p20"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title="Equatio Desmos Graph"/>
            <p:cNvPicPr preferRelativeResize="0"/>
            <p:nvPr/>
          </p:nvPicPr>
          <p:blipFill>
            <a:blip r:embed="rId12">
              <a:alphaModFix/>
            </a:blip>
            <a:srcRect l="31633" t="16299" r="24443" b="25675"/>
            <a:stretch>
              <a:fillRect/>
            </a:stretch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20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3" name="Google Shape;203;p20"/>
          <p:cNvGrpSpPr/>
          <p:nvPr/>
        </p:nvGrpSpPr>
        <p:grpSpPr>
          <a:xfrm>
            <a:off x="482357" y="5188436"/>
            <a:ext cx="1822570" cy="1796759"/>
            <a:chOff x="384575" y="2401015"/>
            <a:chExt cx="2351400" cy="2318100"/>
          </a:xfrm>
        </p:grpSpPr>
        <p:pic>
          <p:nvPicPr>
            <p:cNvPr id="204" name="Google Shape;204;p20"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title="Equatio Desmos Graph"/>
            <p:cNvPicPr preferRelativeResize="0"/>
            <p:nvPr/>
          </p:nvPicPr>
          <p:blipFill>
            <a:blip r:embed="rId12">
              <a:alphaModFix/>
            </a:blip>
            <a:srcRect l="31633" t="16299" r="24443" b="25675"/>
            <a:stretch>
              <a:fillRect/>
            </a:stretch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20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6" name="Google Shape;206;p20"/>
          <p:cNvGrpSpPr/>
          <p:nvPr/>
        </p:nvGrpSpPr>
        <p:grpSpPr>
          <a:xfrm>
            <a:off x="2616044" y="5188436"/>
            <a:ext cx="1822570" cy="1796759"/>
            <a:chOff x="384575" y="2401015"/>
            <a:chExt cx="2351400" cy="2318100"/>
          </a:xfrm>
        </p:grpSpPr>
        <p:pic>
          <p:nvPicPr>
            <p:cNvPr id="207" name="Google Shape;207;p20"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title="Equatio Desmos Graph"/>
            <p:cNvPicPr preferRelativeResize="0"/>
            <p:nvPr/>
          </p:nvPicPr>
          <p:blipFill>
            <a:blip r:embed="rId12">
              <a:alphaModFix/>
            </a:blip>
            <a:srcRect l="31633" t="16299" r="24443" b="25675"/>
            <a:stretch>
              <a:fillRect/>
            </a:stretch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20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" name="Google Shape;209;p20"/>
          <p:cNvGrpSpPr/>
          <p:nvPr/>
        </p:nvGrpSpPr>
        <p:grpSpPr>
          <a:xfrm>
            <a:off x="4778306" y="5188436"/>
            <a:ext cx="1822570" cy="1796759"/>
            <a:chOff x="384575" y="2401015"/>
            <a:chExt cx="2351400" cy="2318100"/>
          </a:xfrm>
        </p:grpSpPr>
        <p:pic>
          <p:nvPicPr>
            <p:cNvPr id="210" name="Google Shape;210;p20"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title="Equatio Desmos Graph"/>
            <p:cNvPicPr preferRelativeResize="0"/>
            <p:nvPr/>
          </p:nvPicPr>
          <p:blipFill>
            <a:blip r:embed="rId12">
              <a:alphaModFix/>
            </a:blip>
            <a:srcRect l="31633" t="16299" r="24443" b="25675"/>
            <a:stretch>
              <a:fillRect/>
            </a:stretch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20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" name="Google Shape;212;p20"/>
          <p:cNvGrpSpPr/>
          <p:nvPr/>
        </p:nvGrpSpPr>
        <p:grpSpPr>
          <a:xfrm>
            <a:off x="482357" y="7931636"/>
            <a:ext cx="1822570" cy="1796759"/>
            <a:chOff x="384575" y="2401015"/>
            <a:chExt cx="2351400" cy="2318100"/>
          </a:xfrm>
        </p:grpSpPr>
        <p:pic>
          <p:nvPicPr>
            <p:cNvPr id="213" name="Google Shape;213;p20"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title="Equatio Desmos Graph"/>
            <p:cNvPicPr preferRelativeResize="0"/>
            <p:nvPr/>
          </p:nvPicPr>
          <p:blipFill>
            <a:blip r:embed="rId12">
              <a:alphaModFix/>
            </a:blip>
            <a:srcRect l="31633" t="16299" r="24443" b="25675"/>
            <a:stretch>
              <a:fillRect/>
            </a:stretch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20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5" name="Google Shape;215;p20"/>
          <p:cNvGrpSpPr/>
          <p:nvPr/>
        </p:nvGrpSpPr>
        <p:grpSpPr>
          <a:xfrm>
            <a:off x="2616044" y="7931636"/>
            <a:ext cx="1822570" cy="1796759"/>
            <a:chOff x="384575" y="2401015"/>
            <a:chExt cx="2351400" cy="2318100"/>
          </a:xfrm>
        </p:grpSpPr>
        <p:pic>
          <p:nvPicPr>
            <p:cNvPr id="216" name="Google Shape;216;p20"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title="Equatio Desmos Graph"/>
            <p:cNvPicPr preferRelativeResize="0"/>
            <p:nvPr/>
          </p:nvPicPr>
          <p:blipFill>
            <a:blip r:embed="rId12">
              <a:alphaModFix/>
            </a:blip>
            <a:srcRect l="31633" t="16299" r="24443" b="25675"/>
            <a:stretch>
              <a:fillRect/>
            </a:stretch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20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8" name="Google Shape;218;p20"/>
          <p:cNvGrpSpPr/>
          <p:nvPr/>
        </p:nvGrpSpPr>
        <p:grpSpPr>
          <a:xfrm>
            <a:off x="4778306" y="7931636"/>
            <a:ext cx="1822570" cy="1796759"/>
            <a:chOff x="384575" y="2401015"/>
            <a:chExt cx="2351400" cy="2318100"/>
          </a:xfrm>
        </p:grpSpPr>
        <p:pic>
          <p:nvPicPr>
            <p:cNvPr id="219" name="Google Shape;219;p20"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title="Equatio Desmos Graph"/>
            <p:cNvPicPr preferRelativeResize="0"/>
            <p:nvPr/>
          </p:nvPicPr>
          <p:blipFill>
            <a:blip r:embed="rId12">
              <a:alphaModFix/>
            </a:blip>
            <a:srcRect l="31633" t="16299" r="24443" b="25675"/>
            <a:stretch>
              <a:fillRect/>
            </a:stretch>
          </p:blipFill>
          <p:spPr>
            <a:xfrm>
              <a:off x="415450" y="2425752"/>
              <a:ext cx="2289650" cy="2268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p20"/>
            <p:cNvSpPr/>
            <p:nvPr/>
          </p:nvSpPr>
          <p:spPr>
            <a:xfrm>
              <a:off x="384575" y="2401015"/>
              <a:ext cx="2351400" cy="2318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4" name="Shape 224"/>
        <p:cNvGrpSpPr/>
        <p:nvPr/>
      </p:nvGrpSpPr>
      <p:grpSpPr>
        <a:xfrm>
          <a:off x="0" y="0"/>
          <a:ext cx="0" cy="0"/>
        </a:xfrm>
      </p:grpSpPr>
      <p:sp>
        <p:nvSpPr>
          <p:cNvPr id="225" name="Google Shape;22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6" name="Google Shape;226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 relationship</a:t>
            </a:r>
            <a:endParaRPr/>
          </a:p>
        </p:txBody>
      </p:sp>
      <p:sp>
        <p:nvSpPr>
          <p:cNvPr id="227" name="Google Shape;22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68000" y="1251531"/>
            <a:ext cx="66240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equation, does the coordinate lie on the given line?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Give a reason for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(4,18)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(6,-12)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(0,0)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(25,22.5) 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(11,37)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(10, 50)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" name="Google Shape;230;p21" descr="&lt;math xmlns=&quot;http://www.w3.org/1998/Math/MathML&quot; display=&quot;block&quot; data-is-equatio=&quot;1&quot; data-latex=&quot;y=5x&quot;&gt;&lt;mi&gt;y&lt;/mi&gt;&lt;mo&gt;=&lt;/mo&gt;&lt;mn&gt;5&lt;/mn&gt;&lt;mi&gt;x&lt;/mi&gt;&lt;/math&gt;" title="y equals 5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1125" y="1785925"/>
            <a:ext cx="519034" cy="16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&lt;math xmlns=&quot;http://www.w3.org/1998/Math/MathML&quot; display=&quot;block&quot; data-is-equatio=&quot;1&quot; data-latex=&quot;y=-2x&quot;&gt;&lt;mi&gt;y&lt;/mi&gt;&lt;mo&gt;=&lt;/mo&gt;&lt;mo&gt;−&lt;/mo&gt;&lt;mn&gt;2&lt;/mn&gt;&lt;mi&gt;x&lt;/mi&gt;&lt;/math&gt;" title="y equals negative 2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1125" y="2208587"/>
            <a:ext cx="649615" cy="16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&lt;math xmlns=&quot;http://www.w3.org/1998/Math/MathML&quot; display=&quot;block&quot; data-is-equatio=&quot;1&quot; data-latex=&quot;y=3.5x&quot;&gt;&lt;mi&gt;y&lt;/mi&gt;&lt;mo&gt;=&lt;/mo&gt;&lt;mn&gt;3.5&lt;/mn&gt;&lt;mi&gt;x&lt;/mi&gt;&lt;/math&gt;" title="y equals 3.5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1125" y="2600430"/>
            <a:ext cx="662672" cy="16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&lt;math xmlns=&quot;http://www.w3.org/1998/Math/MathML&quot; display=&quot;block&quot; data-is-equatio=&quot;1&quot; data-latex=&quot;y=x-5.5&quot;&gt;&lt;mi&gt;y&lt;/mi&gt;&lt;mo&gt;=&lt;/mo&gt;&lt;mi&gt;x&lt;/mi&gt;&lt;mo&gt;−&lt;/mo&gt;&lt;mn&gt;5.5&lt;/mn&gt;&lt;/math&gt;" title="y equals x minus 5.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41125" y="3029382"/>
            <a:ext cx="874858" cy="16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&lt;math xmlns=&quot;http://www.w3.org/1998/Math/MathML&quot; display=&quot;block&quot; data-is-equatio=&quot;1&quot; data-latex=&quot;y=3x+4&quot;&gt;&lt;mi&gt;y&lt;/mi&gt;&lt;mo&gt;=&lt;/mo&gt;&lt;mn&gt;3&lt;/mn&gt;&lt;mi&gt;x&lt;/mi&gt;&lt;mo&gt;+&lt;/mo&gt;&lt;mn&gt;4&lt;/mn&gt;&lt;/math&gt;" title="y equals 3 x plus 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41125" y="3423780"/>
            <a:ext cx="829219" cy="16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&lt;math xmlns=&quot;http://www.w3.org/1998/Math/MathML&quot; display=&quot;block&quot; data-is-equatio=&quot;1&quot; data-latex=&quot;y=5x-8&quot;&gt;&lt;mi&gt;y&lt;/mi&gt;&lt;mo&gt;=&lt;/mo&gt;&lt;mn&gt;5&lt;/mn&gt;&lt;mi&gt;x&lt;/mi&gt;&lt;mo&gt;−&lt;/mo&gt;&lt;mn&gt;8&lt;/mn&gt;&lt;/math&gt;" title="y equals 5 x minus 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41125" y="3827022"/>
            <a:ext cx="829156" cy="16672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468000" y="703025"/>
            <a:ext cx="58185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Identifying whether points are on a line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68000" y="4615025"/>
            <a:ext cx="66240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Alex has started to plot some lines.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has plotted one point from each line but cannot remember which point goes with which line.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points with the equation for the line Alex has tried to plot.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" name="Google Shape;23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8000" y="5868125"/>
            <a:ext cx="2832828" cy="22296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9" name="Google Shape;239;p21" descr="&lt;math xmlns=&quot;http://www.w3.org/1998/Math/MathML&quot; display=&quot;block&quot; data-is-equatio=&quot;1&quot; data-latex=&quot;y=20&quot;&gt;&lt;mi&gt;y&lt;/mi&gt;&lt;mo&gt;=&lt;/mo&gt;&lt;mn&gt;20&lt;/mn&gt;&lt;/math&gt;" title="y equals 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54050" y="6128325"/>
            <a:ext cx="627853" cy="20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&lt;math xmlns=&quot;http://www.w3.org/1998/Math/MathML&quot; display=&quot;block&quot; data-is-equatio=&quot;1&quot; data-latex=&quot;y=x&quot;&gt;&lt;mi&gt;y&lt;/mi&gt;&lt;mo&gt;=&lt;/mo&gt;&lt;mi&gt;x&lt;/mi&gt;&lt;/math&gt;" title="y equals x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754050" y="6539347"/>
            <a:ext cx="587862" cy="171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&lt;math xmlns=&quot;http://www.w3.org/1998/Math/MathML&quot; display=&quot;block&quot; data-is-equatio=&quot;1&quot; data-latex=&quot;y=2x&quot;&gt;&lt;mi&gt;y&lt;/mi&gt;&lt;mo&gt;=&lt;/mo&gt;&lt;mn&gt;2&lt;/mn&gt;&lt;mi&gt;x&lt;/mi&gt;&lt;/math&gt;" title="y equals 2 x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754050" y="6894450"/>
            <a:ext cx="635851" cy="20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&lt;math xmlns=&quot;http://www.w3.org/1998/Math/MathML&quot; display=&quot;block&quot; data-is-equatio=&quot;1&quot; data-latex=&quot;y=x+10&quot;&gt;&lt;mi&gt;y&lt;/mi&gt;&lt;mo&gt;=&lt;/mo&gt;&lt;mi&gt;x&lt;/mi&gt;&lt;mo&gt;+&lt;/mo&gt;&lt;mn&gt;10&lt;/mn&gt;&lt;/math&gt;" title="y equals x plus 1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754050" y="7625326"/>
            <a:ext cx="1023760" cy="20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&lt;math xmlns=&quot;http://www.w3.org/1998/Math/MathML&quot; display=&quot;block&quot; data-is-equatio=&quot;1&quot; data-latex=&quot;y=x-10&quot;&gt;&lt;mi&gt;y&lt;/mi&gt;&lt;mo&gt;=&lt;/mo&gt;&lt;mi&gt;x&lt;/mi&gt;&lt;mo&gt;−&lt;/mo&gt;&lt;mn&gt;10&lt;/mn&gt;&lt;/math&gt;" title="y equals x minus 1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754050" y="7252671"/>
            <a:ext cx="1023760" cy="2039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4" name="Google Shape;244;p21"/>
          <p:cNvGraphicFramePr>
            <a:graphicFrameLocks noGrp="1"/>
          </p:cNvGraphicFramePr>
          <p:nvPr/>
        </p:nvGraphicFramePr>
        <p:xfrm>
          <a:off x="3349125" y="602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{E4E04995-CABB-4A0C-9273-37C2EA5D72E1}</a:tableStyleId>
              </a:tblPr>
              <a:tblGrid>
                <a:gridCol w="450500"/>
              </a:tblGrid>
              <a:tr h="378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8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8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8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8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Plotting a relationship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2024-02-05T13:20:44.274</cp:lastPrinted>
  <dcterms:created xsi:type="dcterms:W3CDTF">2024-02-05T13:20:44Z</dcterms:created>
  <dcterms:modified xsi:type="dcterms:W3CDTF">2024-02-05T13:20:53Z</dcterms:modified>
</cp:coreProperties>
</file>