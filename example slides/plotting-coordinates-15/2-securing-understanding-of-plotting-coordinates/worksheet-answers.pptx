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10" Type="http://schemas.openxmlformats.org/officeDocument/2006/relationships/image" Target="../media/image12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1" Type="http://schemas.openxmlformats.org/officeDocument/2006/relationships/image" Target="../media/image22.png"/><Relationship Id="rId10" Type="http://schemas.openxmlformats.org/officeDocument/2006/relationships/image" Target="../media/image20.png"/><Relationship Id="rId12" Type="http://schemas.openxmlformats.org/officeDocument/2006/relationships/image" Target="../media/image19.png"/><Relationship Id="rId9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210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</a:t>
            </a:r>
            <a:r>
              <a:rPr lang="en-GB"/>
              <a:t>understanding</a:t>
            </a:r>
            <a:r>
              <a:rPr lang="en-GB"/>
              <a:t> of plotting coordinates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0" y="616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14217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Plotting coordinates in all four quadrants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6222375"/>
            <a:ext cx="3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Drawing axes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2675" y="1704975"/>
            <a:ext cx="290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the below coordinates: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85650" y="1993700"/>
            <a:ext cx="14277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(-1,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(-4,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(-4, -1)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(4, -1)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(0, -4)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4a5c6a1c-51e5-42a2-b279-be76050cfca1&quot; data-equatio-type=&quot;desmos&quot;&gt;&lt;mglyph src=&quot;https://equatio-api.texthelp.com/desmos/get/10-10-2023/4a5c6a1c-51e5-42a2-b279-be76050cfca1&quot; alt=&quot;Equatio Desmos Graph&quot;/&gt;&lt;/math&gt;" id="178" name="Google Shape;178;p2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450" y="1919790"/>
            <a:ext cx="2091144" cy="1951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b96dd6cc-6c3e-4534-ba32-e82c07a6c006&quot; data-equatio-type=&quot;desmos&quot;&gt;&lt;mglyph src=&quot;https://equatio-api.texthelp.com/desmos/get/10-10-2023/b96dd6cc-6c3e-4534-ba32-e82c07a6c006&quot; alt=&quot;Equatio Desmos Graph&quot;/&gt;&lt;/math&gt;" id="179" name="Google Shape;179;p20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7394" y="1914726"/>
            <a:ext cx="2091144" cy="1962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80" name="Google Shape;180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7062" y="1794500"/>
            <a:ext cx="90956" cy="124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81" name="Google Shape;181;p20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0234" y="2930349"/>
            <a:ext cx="88101" cy="8043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72675" y="4067175"/>
            <a:ext cx="3586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Laura’s book you see that she has plotted the coordinates (2, -1) and (-3, 4) like this.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2675" y="5210175"/>
            <a:ext cx="33072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Your feedback might have included, “follow the axes in the correct direction depending on the value of the coordinates”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535725" y="4331700"/>
            <a:ext cx="604275" cy="791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58b9179b-81cb-4b0c-b976-0ef89823f038&quot; data-equatio-type=&quot;desmos&quot;&gt;&lt;mglyph src=&quot;https://equatio-api.texthelp.com/desmos/get/10-10-2023/58b9179b-81cb-4b0c-b976-0ef89823f038&quot; alt=&quot;Equatio Desmos Graph&quot;/&gt;&lt;/math&gt;" id="185" name="Google Shape;185;p20" title="Equatio Desmos Grap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54824" y="4129031"/>
            <a:ext cx="2000264" cy="1871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86" name="Google Shape;186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9949" y="4014275"/>
            <a:ext cx="87003" cy="119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87" name="Google Shape;187;p20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1702" y="5100768"/>
            <a:ext cx="84272" cy="769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d3a722c8-feae-4646-8939-9860cac514dd&quot; data-equatio-type=&quot;desmos&quot;&gt;&lt;mglyph src=&quot;https://equatio-api.texthelp.com/desmos/get/10-10-2023/d3a722c8-feae-4646-8939-9860cac514dd&quot; alt=&quot;Equatio Desmos Graph&quot;/&gt;&lt;/math&gt;" id="188" name="Google Shape;188;p20" title="Equatio Desmos Grap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59813" y="4133356"/>
            <a:ext cx="2000264" cy="18682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0"/>
          <p:cNvCxnSpPr/>
          <p:nvPr/>
        </p:nvCxnSpPr>
        <p:spPr>
          <a:xfrm>
            <a:off x="5363493" y="5236489"/>
            <a:ext cx="3471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0"/>
          <p:cNvCxnSpPr/>
          <p:nvPr/>
        </p:nvCxnSpPr>
        <p:spPr>
          <a:xfrm flipH="1" rot="10800000">
            <a:off x="4816800" y="4410200"/>
            <a:ext cx="1500" cy="65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0"/>
          <p:cNvSpPr txBox="1"/>
          <p:nvPr/>
        </p:nvSpPr>
        <p:spPr>
          <a:xfrm>
            <a:off x="466875" y="6521925"/>
            <a:ext cx="41832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to label this coordinate grid, keeping the scale in ones.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66875" y="6979125"/>
            <a:ext cx="41832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Don’t forget to start with the origin and work outwards.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0ab2b10d-450f-49ba-95fd-93c04c539bf4&quot; data-equatio-type=&quot;desmos&quot;&gt;&lt;mglyph src=&quot;https://equatio-api.texthelp.com/desmos/get/10-10-2023/0ab2b10d-450f-49ba-95fd-93c04c539bf4&quot; alt=&quot;Equatio Desmos Graph&quot;/&gt;&lt;/math&gt;" id="193" name="Google Shape;193;p2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975" y="6370125"/>
            <a:ext cx="2214078" cy="1949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94" name="Google Shape;194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0038" y="6269851"/>
            <a:ext cx="96548" cy="123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95" name="Google Shape;195;p20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3458" y="7386437"/>
            <a:ext cx="93517" cy="799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17cf9994-0a62-49e0-9394-565df023902e&quot; data-equatio-type=&quot;desmos&quot;&gt;&lt;mglyph src=&quot;https://equatio-api.texthelp.com/desmos/get/10-10-2023/17cf9994-0a62-49e0-9394-565df023902e&quot; alt=&quot;Equatio Desmos Graph&quot;/&gt;&lt;/math&gt;" id="196" name="Google Shape;196;p20" title="Equatio Desmos Grap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2075" y="7862131"/>
            <a:ext cx="2190718" cy="206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97" name="Google Shape;197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7942" y="7756110"/>
            <a:ext cx="95531" cy="130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98" name="Google Shape;198;p20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8268" y="8936743"/>
            <a:ext cx="92532" cy="8448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2914800" y="8557550"/>
            <a:ext cx="39336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 to label this coordinate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 sure to keep the scale along each axis consistent.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5" name="Google Shape;20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plotting coordinates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3250575"/>
            <a:ext cx="662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Plotting shapes in all four quadrants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1"/>
          <p:cNvCxnSpPr/>
          <p:nvPr/>
        </p:nvCxnSpPr>
        <p:spPr>
          <a:xfrm>
            <a:off x="474750" y="31711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1"/>
          <p:cNvSpPr txBox="1"/>
          <p:nvPr/>
        </p:nvSpPr>
        <p:spPr>
          <a:xfrm>
            <a:off x="3012475" y="1963146"/>
            <a:ext cx="3302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Make sure your   axis lines up with the lines in your book.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012472" y="1648183"/>
            <a:ext cx="37728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Label your   and   axis.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6875" y="873600"/>
            <a:ext cx="41832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You see this in Jacob’s book.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advice would you give him to improve his work?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13" name="Google Shape;213;p21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841" y="1728677"/>
            <a:ext cx="97336" cy="152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14" name="Google Shape;214;p21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5027" y="1724040"/>
            <a:ext cx="94280" cy="98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8850" y="910600"/>
            <a:ext cx="621626" cy="7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2812725" y="1372300"/>
            <a:ext cx="262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Your advice might have included: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17" name="Google Shape;217;p21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592" y="2043459"/>
            <a:ext cx="97336" cy="15220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3012475" y="2527047"/>
            <a:ext cx="3302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When labelling, start with the origin and work outwards.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650" y="1403975"/>
            <a:ext cx="1784701" cy="1582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20" name="Google Shape;220;p21" title="Equatio Desmos Graph"/>
          <p:cNvSpPr txBox="1"/>
          <p:nvPr/>
        </p:nvSpPr>
        <p:spPr>
          <a:xfrm>
            <a:off x="472675" y="3522547"/>
            <a:ext cx="3799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these coordinates.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shape do they form?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85650" y="3985075"/>
            <a:ext cx="5640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-3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(3, -3)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22" name="Google Shape;222;p21" title="Equatio Desmos Graph"/>
          <p:cNvSpPr txBox="1"/>
          <p:nvPr/>
        </p:nvSpPr>
        <p:spPr>
          <a:xfrm>
            <a:off x="1387075" y="3946050"/>
            <a:ext cx="1005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rectangle.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4a5c6a1c-51e5-42a2-b279-be76050cfca1&quot; data-equatio-type=&quot;desmos&quot;&gt;&lt;mglyph src=&quot;https://equatio-api.texthelp.com/desmos/get/10-10-2023/4a5c6a1c-51e5-42a2-b279-be76050cfca1&quot; alt=&quot;Equatio Desmos Graph&quot;/&gt;&lt;/math&gt;" id="223" name="Google Shape;223;p21" title="Equatio Desmos Grap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7275" y="3606685"/>
            <a:ext cx="1890968" cy="1797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24" name="Google Shape;224;p21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719" y="3491275"/>
            <a:ext cx="82249" cy="114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25" name="Google Shape;225;p21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0633" y="4537560"/>
            <a:ext cx="79667" cy="74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05fde022-7ece-4491-bfac-0b409175eb2d&quot; data-equatio-type=&quot;desmos&quot;&gt;&lt;mglyph src=&quot;https://equatio-api.texthelp.com/desmos/get/10-10-2023/05fde022-7ece-4491-bfac-0b409175eb2d&quot; alt=&quot;Equatio Desmos Graph&quot;/&gt;&lt;/math&gt;" id="226" name="Google Shape;226;p21" title="Equatio Desmos Grap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7993" y="3607663"/>
            <a:ext cx="1890968" cy="1797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/>
          <p:nvPr/>
        </p:nvSpPr>
        <p:spPr>
          <a:xfrm>
            <a:off x="5193902" y="4345548"/>
            <a:ext cx="832500" cy="652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28" name="Google Shape;228;p21" title="Equatio Desmos Graph"/>
          <p:cNvSpPr txBox="1"/>
          <p:nvPr/>
        </p:nvSpPr>
        <p:spPr>
          <a:xfrm>
            <a:off x="467300" y="5550048"/>
            <a:ext cx="6525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 coordinates of these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c77fe7b7-4903-4098-8ea1-806ec9c28852&quot; data-equatio-type=&quot;desmos&quot;&gt;&lt;mglyph src=&quot;https://equatio-api.texthelp.com/desmos/get/10-10-2023/c77fe7b7-4903-4098-8ea1-806ec9c28852&quot; alt=&quot;Equatio Desmos Graph&quot;/&gt;&lt;/math&gt;" id="229" name="Google Shape;229;p21" title="Equatio Desmos Grap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8683" y="5907036"/>
            <a:ext cx="2298438" cy="1873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30" name="Google Shape;230;p21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0678" y="6889608"/>
            <a:ext cx="87227" cy="796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31" name="Google Shape;231;p21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175" y="5815186"/>
            <a:ext cx="90054" cy="123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32" name="Google Shape;232;p21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6023" y="7110076"/>
            <a:ext cx="87227" cy="79642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33" name="Google Shape;233;p21" title="Equatio Desmos Graph"/>
          <p:cNvSpPr txBox="1"/>
          <p:nvPr/>
        </p:nvSpPr>
        <p:spPr>
          <a:xfrm>
            <a:off x="619700" y="5757026"/>
            <a:ext cx="754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34" name="Google Shape;234;p21" title="Equatio Desmos Graph"/>
          <p:cNvSpPr txBox="1"/>
          <p:nvPr/>
        </p:nvSpPr>
        <p:spPr>
          <a:xfrm>
            <a:off x="3848256" y="5757025"/>
            <a:ext cx="282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b977260a-1afa-4022-8f23-a5466aca100a&quot; data-equatio-type=&quot;desmos&quot;&gt;&lt;mglyph src=&quot;https://equatio-api.texthelp.com/desmos/get/10-10-2023/b977260a-1afa-4022-8f23-a5466aca100a&quot; alt=&quot;Equatio Desmos Graph&quot;/&gt;&lt;/math&gt;" id="235" name="Google Shape;235;p21" title="Equatio Desmos Grap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30319" y="5896509"/>
            <a:ext cx="2298432" cy="1873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36" name="Google Shape;236;p21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1695" y="5821882"/>
            <a:ext cx="90054" cy="123262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37" name="Google Shape;237;p21" title="Equatio Desmos Graph"/>
          <p:cNvSpPr txBox="1"/>
          <p:nvPr/>
        </p:nvSpPr>
        <p:spPr>
          <a:xfrm>
            <a:off x="615886" y="7784309"/>
            <a:ext cx="686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38" name="Google Shape;238;p21" title="Equatio Desmos Graph"/>
          <p:cNvSpPr txBox="1"/>
          <p:nvPr/>
        </p:nvSpPr>
        <p:spPr>
          <a:xfrm>
            <a:off x="3871156" y="7784300"/>
            <a:ext cx="282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d0153d1b-a2a2-4ce8-a681-a381b62314d7&quot; data-equatio-type=&quot;desmos&quot;&gt;&lt;mglyph src=&quot;https://equatio-api.texthelp.com/desmos/get/10-10-2023/d0153d1b-a2a2-4ce8-a681-a381b62314d7&quot; alt=&quot;Equatio Desmos Graph&quot;/&gt;&lt;/math&gt;" id="239" name="Google Shape;239;p21" title="Equatio Desmos Grap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9600" y="7996415"/>
            <a:ext cx="2405526" cy="1955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40" name="Google Shape;240;p21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0542" y="9303636"/>
            <a:ext cx="91053" cy="83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41" name="Google Shape;241;p21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895" y="7897550"/>
            <a:ext cx="94004" cy="1286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b56bdb34-4e7f-4954-b69c-9b92b521e1e1&quot; data-equatio-type=&quot;desmos&quot;&gt;&lt;mglyph src=&quot;https://equatio-api.texthelp.com/desmos/get/10-10-2023/b56bdb34-4e7f-4954-b69c-9b92b521e1e1&quot; alt=&quot;Equatio Desmos Graph&quot;/&gt;&lt;/math&gt;" id="242" name="Google Shape;242;p21" title="Equatio Desmos Grap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40545" y="7988013"/>
            <a:ext cx="2399238" cy="1955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43" name="Google Shape;243;p21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2197" y="9087480"/>
            <a:ext cx="91053" cy="83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44" name="Google Shape;244;p21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5787" y="7885073"/>
            <a:ext cx="94004" cy="12866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4282229" y="8377697"/>
            <a:ext cx="402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515277" y="8519973"/>
            <a:ext cx="201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515277" y="9458348"/>
            <a:ext cx="201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709053" y="9458348"/>
            <a:ext cx="201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709053" y="8519973"/>
            <a:ext cx="201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657552" y="8377697"/>
            <a:ext cx="402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282229" y="9553198"/>
            <a:ext cx="402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657552" y="9553198"/>
            <a:ext cx="402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1925950" y="9443925"/>
            <a:ext cx="686100" cy="3936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935350" y="8262825"/>
            <a:ext cx="686100" cy="3936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590800" y="8316000"/>
            <a:ext cx="523800" cy="286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202425" y="9504000"/>
            <a:ext cx="523800" cy="286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2602225" y="7151025"/>
            <a:ext cx="564000" cy="3336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108900" y="7284375"/>
            <a:ext cx="686100" cy="3336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