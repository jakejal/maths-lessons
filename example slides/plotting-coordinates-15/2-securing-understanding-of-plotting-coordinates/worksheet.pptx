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1" Type="http://schemas.openxmlformats.org/officeDocument/2006/relationships/image" Target="../media/image17.png"/><Relationship Id="rId10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plotting coordinates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3" name="Google Shape;163;p20"/>
          <p:cNvCxnSpPr/>
          <p:nvPr/>
        </p:nvCxnSpPr>
        <p:spPr>
          <a:xfrm>
            <a:off x="474750" y="616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0"/>
          <p:cNvSpPr txBox="1"/>
          <p:nvPr/>
        </p:nvSpPr>
        <p:spPr>
          <a:xfrm>
            <a:off x="468000" y="14217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Plotting coordinates in all four quadrants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6222375"/>
            <a:ext cx="3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Drawing axes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2675" y="1704975"/>
            <a:ext cx="290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below coordinates: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85650" y="1993700"/>
            <a:ext cx="14277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-1)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(4, -1)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(0, -4)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168" name="Google Shape;168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450" y="1919790"/>
            <a:ext cx="2091144" cy="1951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69" name="Google Shape;169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7062" y="1794500"/>
            <a:ext cx="90956" cy="124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70" name="Google Shape;170;p2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0234" y="2930349"/>
            <a:ext cx="88101" cy="8043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72675" y="4067175"/>
            <a:ext cx="3586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Laura’s book, you see that she has plotted the coordinates (2 ,-1) and (-3, 4) like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535725" y="4331700"/>
            <a:ext cx="604275" cy="79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58b9179b-81cb-4b0c-b976-0ef89823f038&quot; data-equatio-type=&quot;desmos&quot;&gt;&lt;mglyph src=&quot;https://equatio-api.texthelp.com/desmos/get/10-10-2023/58b9179b-81cb-4b0c-b976-0ef89823f038&quot; alt=&quot;Equatio Desmos Graph&quot;/&gt;&lt;/math&gt;" id="173" name="Google Shape;173;p20" title="Equatio Desmos Grap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4824" y="4129031"/>
            <a:ext cx="2000264" cy="1871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74" name="Google Shape;174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949" y="4014275"/>
            <a:ext cx="87003" cy="119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75" name="Google Shape;175;p2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1702" y="5100768"/>
            <a:ext cx="84272" cy="7694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66875" y="6521925"/>
            <a:ext cx="41832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to label this coordinate grid, keeping the scale in ones.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6875" y="6979125"/>
            <a:ext cx="41832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Don’t forget to start with the origin and work outwards.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0ab2b10d-450f-49ba-95fd-93c04c539bf4&quot; data-equatio-type=&quot;desmos&quot;&gt;&lt;mglyph src=&quot;https://equatio-api.texthelp.com/desmos/get/10-10-2023/0ab2b10d-450f-49ba-95fd-93c04c539bf4&quot; alt=&quot;Equatio Desmos Graph&quot;/&gt;&lt;/math&gt;" id="178" name="Google Shape;178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975" y="6370125"/>
            <a:ext cx="2214078" cy="1949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79" name="Google Shape;179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038" y="6269851"/>
            <a:ext cx="96548" cy="123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80" name="Google Shape;180;p2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458" y="7386437"/>
            <a:ext cx="93517" cy="799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17cf9994-0a62-49e0-9394-565df023902e&quot; data-equatio-type=&quot;desmos&quot;&gt;&lt;mglyph src=&quot;https://equatio-api.texthelp.com/desmos/get/10-10-2023/17cf9994-0a62-49e0-9394-565df023902e&quot; alt=&quot;Equatio Desmos Graph&quot;/&gt;&lt;/math&gt;" id="181" name="Google Shape;181;p20" title="Equatio Desmos Grap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2075" y="7862131"/>
            <a:ext cx="2190718" cy="206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82" name="Google Shape;182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7942" y="7756110"/>
            <a:ext cx="95531" cy="130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83" name="Google Shape;183;p2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8268" y="8936743"/>
            <a:ext cx="92532" cy="8448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2914800" y="8557550"/>
            <a:ext cx="39336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to label this coordinate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 sure to keep the scale along each axis consistent.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94822" y="7255621"/>
            <a:ext cx="127500" cy="18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013900" y="7367997"/>
            <a:ext cx="966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213925" y="7367997"/>
            <a:ext cx="966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394900" y="7367997"/>
            <a:ext cx="966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594925" y="7367997"/>
            <a:ext cx="966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809237" y="7367997"/>
            <a:ext cx="966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794700" y="7368000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001941" y="7368000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198516" y="7368000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405756" y="7368000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609090" y="7368000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07727" y="7453725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37678" y="7091775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37678" y="6910800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42440" y="6734588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742440" y="6553613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37678" y="6396450"/>
            <a:ext cx="1023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07727" y="7629938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707727" y="7810913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707727" y="7987125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707727" y="8153813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731040" y="8915813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131090" y="8915813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531140" y="8915813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1531015" y="8825325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122999" y="8915825"/>
            <a:ext cx="1689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335752" y="8915813"/>
            <a:ext cx="127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708662" y="8915825"/>
            <a:ext cx="1689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18162" y="8915825"/>
            <a:ext cx="1689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445300" y="9001551"/>
            <a:ext cx="1275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1445300" y="9194241"/>
            <a:ext cx="1275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445300" y="9392138"/>
            <a:ext cx="1275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445300" y="9584827"/>
            <a:ext cx="1275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1408663" y="9767100"/>
            <a:ext cx="1689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445300" y="8060766"/>
            <a:ext cx="1275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1445300" y="8258663"/>
            <a:ext cx="1275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1445300" y="8451352"/>
            <a:ext cx="127500" cy="15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226" name="Google Shape;226;p2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840" y="3575050"/>
            <a:ext cx="2068586" cy="191785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8" name="Google Shape;22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Securing understanding of plotting coordinates</a:t>
            </a:r>
            <a:endParaRPr/>
          </a:p>
        </p:txBody>
      </p:sp>
      <p:sp>
        <p:nvSpPr>
          <p:cNvPr id="229" name="Google Shape;22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3250575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Plotting shapes in all four quadrants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474750" y="31711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1"/>
          <p:cNvSpPr txBox="1"/>
          <p:nvPr/>
        </p:nvSpPr>
        <p:spPr>
          <a:xfrm>
            <a:off x="466875" y="873600"/>
            <a:ext cx="41832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You see this in Jacob’s book.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advice would you give him to improve his work?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850" y="910600"/>
            <a:ext cx="621626" cy="76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650" y="1403975"/>
            <a:ext cx="1784701" cy="15826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36" name="Google Shape;236;p21" title="Equatio Desmos Graph"/>
          <p:cNvSpPr txBox="1"/>
          <p:nvPr/>
        </p:nvSpPr>
        <p:spPr>
          <a:xfrm>
            <a:off x="472675" y="3522547"/>
            <a:ext cx="3799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these coordinates.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shape do they form?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85650" y="3985075"/>
            <a:ext cx="5640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(3, -3)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238" name="Google Shape;238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4994" y="3462700"/>
            <a:ext cx="82249" cy="114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39" name="Google Shape;239;p21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0158" y="4585185"/>
            <a:ext cx="79667" cy="74096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40" name="Google Shape;240;p21" title="Equatio Desmos Graph"/>
          <p:cNvSpPr txBox="1"/>
          <p:nvPr/>
        </p:nvSpPr>
        <p:spPr>
          <a:xfrm>
            <a:off x="467300" y="5550048"/>
            <a:ext cx="6525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 coordinates of these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c77fe7b7-4903-4098-8ea1-806ec9c28852&quot; data-equatio-type=&quot;desmos&quot;&gt;&lt;mglyph src=&quot;https://equatio-api.texthelp.com/desmos/get/10-10-2023/c77fe7b7-4903-4098-8ea1-806ec9c28852&quot; alt=&quot;Equatio Desmos Graph&quot;/&gt;&lt;/math&gt;" id="241" name="Google Shape;241;p21" title="Equatio Desmos Grap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8683" y="5907036"/>
            <a:ext cx="2298438" cy="1873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42" name="Google Shape;242;p21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0678" y="6889608"/>
            <a:ext cx="87227" cy="79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43" name="Google Shape;243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6175" y="5815186"/>
            <a:ext cx="90054" cy="123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44" name="Google Shape;244;p21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36023" y="7110076"/>
            <a:ext cx="87227" cy="79642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45" name="Google Shape;245;p21" title="Equatio Desmos Graph"/>
          <p:cNvSpPr txBox="1"/>
          <p:nvPr/>
        </p:nvSpPr>
        <p:spPr>
          <a:xfrm>
            <a:off x="619700" y="5757026"/>
            <a:ext cx="754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46" name="Google Shape;246;p21" title="Equatio Desmos Graph"/>
          <p:cNvSpPr txBox="1"/>
          <p:nvPr/>
        </p:nvSpPr>
        <p:spPr>
          <a:xfrm>
            <a:off x="3848256" y="5757025"/>
            <a:ext cx="282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b977260a-1afa-4022-8f23-a5466aca100a&quot; data-equatio-type=&quot;desmos&quot;&gt;&lt;mglyph src=&quot;https://equatio-api.texthelp.com/desmos/get/10-10-2023/b977260a-1afa-4022-8f23-a5466aca100a&quot; alt=&quot;Equatio Desmos Graph&quot;/&gt;&lt;/math&gt;" id="247" name="Google Shape;247;p21" title="Equatio Desmos Grap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30319" y="5896509"/>
            <a:ext cx="2298432" cy="1873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48" name="Google Shape;248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1695" y="5821882"/>
            <a:ext cx="90054" cy="1232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49" name="Google Shape;249;p21" title="Equatio Desmos Graph"/>
          <p:cNvSpPr txBox="1"/>
          <p:nvPr/>
        </p:nvSpPr>
        <p:spPr>
          <a:xfrm>
            <a:off x="615886" y="7784309"/>
            <a:ext cx="686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250" name="Google Shape;250;p21" title="Equatio Desmos Graph"/>
          <p:cNvSpPr txBox="1"/>
          <p:nvPr/>
        </p:nvSpPr>
        <p:spPr>
          <a:xfrm>
            <a:off x="3871156" y="7784300"/>
            <a:ext cx="282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d0153d1b-a2a2-4ce8-a681-a381b62314d7&quot; data-equatio-type=&quot;desmos&quot;&gt;&lt;mglyph src=&quot;https://equatio-api.texthelp.com/desmos/get/10-10-2023/d0153d1b-a2a2-4ce8-a681-a381b62314d7&quot; alt=&quot;Equatio Desmos Graph&quot;/&gt;&lt;/math&gt;" id="251" name="Google Shape;251;p21" title="Equatio Desmos Grap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9600" y="7996415"/>
            <a:ext cx="2405526" cy="1955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52" name="Google Shape;252;p21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0542" y="9303636"/>
            <a:ext cx="91053" cy="83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53" name="Google Shape;253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1895" y="7897550"/>
            <a:ext cx="94004" cy="1286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b56bdb34-4e7f-4954-b69c-9b92b521e1e1&quot; data-equatio-type=&quot;desmos&quot;&gt;&lt;mglyph src=&quot;https://equatio-api.texthelp.com/desmos/get/10-10-2023/b56bdb34-4e7f-4954-b69c-9b92b521e1e1&quot; alt=&quot;Equatio Desmos Graph&quot;/&gt;&lt;/math&gt;" id="254" name="Google Shape;254;p21" title="Equatio Desmos Grap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40545" y="7988013"/>
            <a:ext cx="2399238" cy="1955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55" name="Google Shape;255;p21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32197" y="9087480"/>
            <a:ext cx="91053" cy="83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56" name="Google Shape;256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5787" y="7885073"/>
            <a:ext cx="94004" cy="12866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4282229" y="8377697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515277" y="8519973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515277" y="9458348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709053" y="9458348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709053" y="8519973"/>
            <a:ext cx="201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✖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657552" y="8377697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282229" y="9553198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657552" y="9553198"/>
            <a:ext cx="402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5" name="Google Shape;265;p21"/>
          <p:cNvGrpSpPr/>
          <p:nvPr/>
        </p:nvGrpSpPr>
        <p:grpSpPr>
          <a:xfrm>
            <a:off x="2635180" y="7213057"/>
            <a:ext cx="563997" cy="244200"/>
            <a:chOff x="2644726" y="7232101"/>
            <a:chExt cx="442559" cy="244200"/>
          </a:xfrm>
        </p:grpSpPr>
        <p:sp>
          <p:nvSpPr>
            <p:cNvPr id="266" name="Google Shape;266;p21"/>
            <p:cNvSpPr/>
            <p:nvPr/>
          </p:nvSpPr>
          <p:spPr>
            <a:xfrm>
              <a:off x="2644726" y="7232101"/>
              <a:ext cx="442559" cy="244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7" name="Google Shape;267;p21"/>
            <p:cNvCxnSpPr/>
            <p:nvPr/>
          </p:nvCxnSpPr>
          <p:spPr>
            <a:xfrm>
              <a:off x="2684016" y="7434810"/>
              <a:ext cx="3543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8" name="Google Shape;268;p21"/>
          <p:cNvGrpSpPr/>
          <p:nvPr/>
        </p:nvGrpSpPr>
        <p:grpSpPr>
          <a:xfrm>
            <a:off x="4159262" y="7355925"/>
            <a:ext cx="564011" cy="244200"/>
            <a:chOff x="2644726" y="7232101"/>
            <a:chExt cx="442500" cy="244200"/>
          </a:xfrm>
        </p:grpSpPr>
        <p:sp>
          <p:nvSpPr>
            <p:cNvPr id="269" name="Google Shape;269;p21"/>
            <p:cNvSpPr/>
            <p:nvPr/>
          </p:nvSpPr>
          <p:spPr>
            <a:xfrm>
              <a:off x="2644726" y="7232101"/>
              <a:ext cx="442500" cy="244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0" name="Google Shape;270;p21"/>
            <p:cNvCxnSpPr/>
            <p:nvPr/>
          </p:nvCxnSpPr>
          <p:spPr>
            <a:xfrm>
              <a:off x="2684016" y="7434810"/>
              <a:ext cx="354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1" name="Google Shape;271;p21"/>
          <p:cNvGrpSpPr/>
          <p:nvPr/>
        </p:nvGrpSpPr>
        <p:grpSpPr>
          <a:xfrm>
            <a:off x="996880" y="8356057"/>
            <a:ext cx="563922" cy="244200"/>
            <a:chOff x="2644726" y="7232101"/>
            <a:chExt cx="442500" cy="244200"/>
          </a:xfrm>
        </p:grpSpPr>
        <p:sp>
          <p:nvSpPr>
            <p:cNvPr id="272" name="Google Shape;272;p21"/>
            <p:cNvSpPr/>
            <p:nvPr/>
          </p:nvSpPr>
          <p:spPr>
            <a:xfrm>
              <a:off x="2644726" y="7232101"/>
              <a:ext cx="442500" cy="244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3" name="Google Shape;273;p21"/>
            <p:cNvCxnSpPr/>
            <p:nvPr/>
          </p:nvCxnSpPr>
          <p:spPr>
            <a:xfrm>
              <a:off x="2684016" y="7434810"/>
              <a:ext cx="354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4" name="Google Shape;274;p21"/>
          <p:cNvGrpSpPr/>
          <p:nvPr/>
        </p:nvGrpSpPr>
        <p:grpSpPr>
          <a:xfrm>
            <a:off x="1987480" y="9537157"/>
            <a:ext cx="563922" cy="244200"/>
            <a:chOff x="2644726" y="7232101"/>
            <a:chExt cx="442500" cy="244200"/>
          </a:xfrm>
        </p:grpSpPr>
        <p:sp>
          <p:nvSpPr>
            <p:cNvPr id="275" name="Google Shape;275;p21"/>
            <p:cNvSpPr/>
            <p:nvPr/>
          </p:nvSpPr>
          <p:spPr>
            <a:xfrm>
              <a:off x="2644726" y="7232101"/>
              <a:ext cx="442500" cy="244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6" name="Google Shape;276;p21"/>
            <p:cNvCxnSpPr/>
            <p:nvPr/>
          </p:nvCxnSpPr>
          <p:spPr>
            <a:xfrm>
              <a:off x="2684016" y="7434810"/>
              <a:ext cx="354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7" name="Google Shape;277;p21"/>
          <p:cNvGrpSpPr/>
          <p:nvPr/>
        </p:nvGrpSpPr>
        <p:grpSpPr>
          <a:xfrm>
            <a:off x="4121080" y="9537157"/>
            <a:ext cx="563922" cy="244200"/>
            <a:chOff x="2644726" y="7232101"/>
            <a:chExt cx="442500" cy="244200"/>
          </a:xfrm>
        </p:grpSpPr>
        <p:sp>
          <p:nvSpPr>
            <p:cNvPr id="278" name="Google Shape;278;p21"/>
            <p:cNvSpPr/>
            <p:nvPr/>
          </p:nvSpPr>
          <p:spPr>
            <a:xfrm>
              <a:off x="2644726" y="7232101"/>
              <a:ext cx="442500" cy="244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9" name="Google Shape;279;p21"/>
            <p:cNvCxnSpPr/>
            <p:nvPr/>
          </p:nvCxnSpPr>
          <p:spPr>
            <a:xfrm>
              <a:off x="2684016" y="7434810"/>
              <a:ext cx="354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0" name="Google Shape;280;p21"/>
          <p:cNvGrpSpPr/>
          <p:nvPr/>
        </p:nvGrpSpPr>
        <p:grpSpPr>
          <a:xfrm>
            <a:off x="5654605" y="8384632"/>
            <a:ext cx="563922" cy="244200"/>
            <a:chOff x="2644726" y="7232101"/>
            <a:chExt cx="442500" cy="244200"/>
          </a:xfrm>
        </p:grpSpPr>
        <p:sp>
          <p:nvSpPr>
            <p:cNvPr id="281" name="Google Shape;281;p21"/>
            <p:cNvSpPr/>
            <p:nvPr/>
          </p:nvSpPr>
          <p:spPr>
            <a:xfrm>
              <a:off x="2644726" y="7232101"/>
              <a:ext cx="442500" cy="244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2" name="Google Shape;282;p21"/>
            <p:cNvCxnSpPr/>
            <p:nvPr/>
          </p:nvCxnSpPr>
          <p:spPr>
            <a:xfrm>
              <a:off x="2684016" y="7434810"/>
              <a:ext cx="354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