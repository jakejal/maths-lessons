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6E7551-1275-4CA1-83F8-46E58DE003F1}">
  <a:tblStyle styleId="{5B6E7551-1275-4CA1-83F8-46E58DE003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187da988a_0_6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187da988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204769" y="8800719"/>
            <a:ext cx="34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24562" y="17499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missing coordinates to make each shape a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412" y="2205245"/>
            <a:ext cx="1927793" cy="216876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13755" t="0"/>
          <a:stretch/>
        </p:blipFill>
        <p:spPr>
          <a:xfrm>
            <a:off x="4205471" y="2205245"/>
            <a:ext cx="1927795" cy="216876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" name="Google Shape;167;p20"/>
          <p:cNvSpPr txBox="1"/>
          <p:nvPr/>
        </p:nvSpPr>
        <p:spPr>
          <a:xfrm>
            <a:off x="653416" y="1978618"/>
            <a:ext cx="282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183716" y="1978618"/>
            <a:ext cx="282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962" y="5005537"/>
            <a:ext cx="2562513" cy="203976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6">
            <a:alphaModFix/>
          </a:blip>
          <a:srcRect b="0" l="0" r="11956" t="0"/>
          <a:stretch/>
        </p:blipFill>
        <p:spPr>
          <a:xfrm>
            <a:off x="4205707" y="5036538"/>
            <a:ext cx="2854211" cy="158753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" name="Google Shape;171;p20"/>
          <p:cNvSpPr txBox="1"/>
          <p:nvPr/>
        </p:nvSpPr>
        <p:spPr>
          <a:xfrm>
            <a:off x="524876" y="4498800"/>
            <a:ext cx="30882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These two rectangles are the same size. Work out the missing coordinate 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220464" y="4486650"/>
            <a:ext cx="30882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These two rectangles are the same size. Work out the missing coordinate 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6762" y="7809775"/>
            <a:ext cx="2460559" cy="2103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4862" y="7841487"/>
            <a:ext cx="2748633" cy="196216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20"/>
          <p:cNvSpPr txBox="1"/>
          <p:nvPr/>
        </p:nvSpPr>
        <p:spPr>
          <a:xfrm>
            <a:off x="4081882" y="7138160"/>
            <a:ext cx="2854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2d) Below are two identical triangles. Work out the missing coordinate 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24562" y="7170375"/>
            <a:ext cx="33036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2c) These two rectangles are the same size. The length is double the width. Work out the missing coordinate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491112" y="9963975"/>
            <a:ext cx="6650100" cy="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0"/>
          <p:cNvSpPr txBox="1"/>
          <p:nvPr/>
        </p:nvSpPr>
        <p:spPr>
          <a:xfrm>
            <a:off x="516162" y="1329825"/>
            <a:ext cx="5885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Calculating horizontal and vertical distance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865555" y="2248338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865555" y="3610688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370438" y="2562363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433055" y="3731838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530205" y="5519650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380368" y="6291201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322221" y="9503317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433055" y="9577550"/>
            <a:ext cx="1400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90354" y="1525863"/>
            <a:ext cx="66114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 coordinate that follows both rules. You may wish to use the axes to help.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90354" y="1952104"/>
            <a:ext cx="299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728634" y="1988467"/>
            <a:ext cx="299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952335" y="1988467"/>
            <a:ext cx="299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-3\ ,\ y=4&quot;&gt;&lt;mi&gt;x&lt;/mi&gt;&lt;mo&gt;=&lt;/mo&gt;&lt;mo&gt;−&lt;/mo&gt;&lt;mn&gt;3&lt;/mn&gt;&lt;mtext&gt;&lt;/mtext&gt;&lt;mo&gt;,&lt;/mo&gt;&lt;mtext&gt;&lt;/mtext&gt;&lt;mi&gt;y&lt;/mi&gt;&lt;mo&gt;=&lt;/mo&gt;&lt;mn&gt;4&lt;/mn&gt;&lt;/math&gt;" id="198" name="Google Shape;198;p21" title="x equals negative 3 comma 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679" y="1969950"/>
            <a:ext cx="1209025" cy="20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2\ ,\ y=-1&quot;&gt;&lt;mi&gt;x&lt;/mi&gt;&lt;mo&gt;=&lt;/mo&gt;&lt;mn&gt;2&lt;/mn&gt;&lt;mtext&gt;&lt;/mtext&gt;&lt;mo&gt;,&lt;/mo&gt;&lt;mtext&gt;&lt;/mtext&gt;&lt;mi&gt;y&lt;/mi&gt;&lt;mo&gt;=&lt;/mo&gt;&lt;mo&gt;−&lt;/mo&gt;&lt;mn&gt;1&lt;/mn&gt;&lt;/math&gt;" id="199" name="Google Shape;199;p21" title="x equals 2 comma y equals negative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8876" y="1969950"/>
            <a:ext cx="1226700" cy="20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3\ ,\ y=0&quot;&gt;&lt;mi&gt;x&lt;/mi&gt;&lt;mo&gt;=&lt;/mo&gt;&lt;mo&gt;−&lt;/mo&gt;&lt;mn&gt;3&lt;/mn&gt;&lt;mtext&gt;&lt;/mtext&gt;&lt;mo&gt;,&lt;/mo&gt;&lt;mtext&gt;&lt;/mtext&gt;&lt;mi&gt;y&lt;/mi&gt;&lt;mo&gt;=&lt;/mo&gt;&lt;mn&gt;0&lt;/mn&gt;&lt;/math&gt;" id="200" name="Google Shape;200;p21" title="x equals negative 3 comma y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9877" y="1989000"/>
            <a:ext cx="1243588" cy="2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77450" y="864000"/>
            <a:ext cx="5885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Finding the coordinates where two lines intersect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84054" y="5346938"/>
            <a:ext cx="66147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 coordinate that follows both rules. You may wish to use the axes to help.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84054" y="5784456"/>
            <a:ext cx="299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711684" y="5784456"/>
            <a:ext cx="299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983250" y="5784456"/>
            <a:ext cx="299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2,\ y=2x&quot;&gt;&lt;mi&gt;x&lt;/mi&gt;&lt;mo&gt;=&lt;/mo&gt;&lt;mn&gt;2&lt;/mn&gt;&lt;mo&gt;,&lt;/mo&gt;&lt;mtext&gt;&lt;/mtext&gt;&lt;mi&gt;y&lt;/mi&gt;&lt;mo&gt;=&lt;/mo&gt;&lt;mn&gt;2&lt;/mn&gt;&lt;mi&gt;x&lt;/mi&gt;&lt;/math&gt;" id="206" name="Google Shape;206;p21" title="x equals 2 comma y equals 2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183" y="5784460"/>
            <a:ext cx="1306012" cy="200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,\ y=x+2&quot;&gt;&lt;mi&gt;y&lt;/mi&gt;&lt;mo&gt;=&lt;/mo&gt;&lt;mn&gt;3&lt;/mn&gt;&lt;mi&gt;x&lt;/mi&gt;&lt;mo&gt;,&lt;/mo&gt;&lt;mtext&gt;&lt;/mtext&gt;&lt;mi&gt;y&lt;/mi&gt;&lt;mo&gt;=&lt;/mo&gt;&lt;mi&gt;x&lt;/mi&gt;&lt;mo&gt;+&lt;/mo&gt;&lt;mn&gt;2&lt;/mn&gt;&lt;/math&gt;" id="207" name="Google Shape;207;p21" title="y equals 3 x comma y equals x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6044" y="5784460"/>
            <a:ext cx="1756051" cy="20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,\ \ y=4&quot;&gt;&lt;mi&gt;y&lt;/mi&gt;&lt;mo&gt;=&lt;/mo&gt;&lt;mi&gt;x&lt;/mi&gt;&lt;mo&gt;,&lt;/mo&gt;&lt;mtext&gt;&lt;/mtext&gt;&lt;mtext&gt;&lt;/mtext&gt;&lt;mi&gt;y&lt;/mi&gt;&lt;mo&gt;=&lt;/mo&gt;&lt;mn&gt;4&lt;/mn&gt;&lt;/math&gt;" id="208" name="Google Shape;208;p21" title="y equals x comma y equals 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8579" y="5784460"/>
            <a:ext cx="1234706" cy="200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225" y="2774550"/>
            <a:ext cx="2041570" cy="19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30640" y="2774550"/>
            <a:ext cx="2041570" cy="19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81055" y="2774550"/>
            <a:ext cx="2041570" cy="19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225" y="6660750"/>
            <a:ext cx="2041570" cy="19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30640" y="6660750"/>
            <a:ext cx="2041570" cy="19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81055" y="6660750"/>
            <a:ext cx="2041570" cy="19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sp>
        <p:nvSpPr>
          <p:cNvPr id="221" name="Google Shape;221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468000" y="864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Where do each pair of lines intersect?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(list some coordinates that fit the rules to help you)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" name="Google Shape;224;p22"/>
          <p:cNvGraphicFramePr/>
          <p:nvPr/>
        </p:nvGraphicFramePr>
        <p:xfrm>
          <a:off x="468000" y="147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{5B6E7551-1275-4CA1-83F8-46E58DE003F1}</a:tableStyleId>
              </a:tblPr>
              <a:tblGrid>
                <a:gridCol w="670600"/>
              </a:tblGrid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2x,\ \ y=x-1&quot;&gt;&lt;mi&gt;y&lt;/mi&gt;&lt;mo&gt;=&lt;/mo&gt;&lt;mn&gt;2&lt;/mn&gt;&lt;mi&gt;x&lt;/mi&gt;&lt;mo&gt;,&lt;/mo&gt;&lt;mtext&gt;&lt;/mtext&gt;&lt;mtext&gt;&lt;/mtext&gt;&lt;mi&gt;y&lt;/mi&gt;&lt;mo&gt;=&lt;/mo&gt;&lt;mi&gt;x&lt;/mi&gt;&lt;mo&gt;−&lt;/mo&gt;&lt;mn&gt;1&lt;/mn&gt;&lt;/math&gt;" id="225" name="Google Shape;225;p22" title="y equals 2 x comma y equals x min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745" y="3284226"/>
            <a:ext cx="1879177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5,\ \ x=4&quot;&gt;&lt;mi&gt;y&lt;/mi&gt;&lt;mo&gt;=&lt;/mo&gt;&lt;mi&gt;x&lt;/mi&gt;&lt;mo&gt;+&lt;/mo&gt;&lt;mn&gt;5&lt;/mn&gt;&lt;mo&gt;,&lt;/mo&gt;&lt;mtext&gt;&lt;/mtext&gt;&lt;mtext&gt;&lt;/mtext&gt;&lt;mi&gt;x&lt;/mi&gt;&lt;mo&gt;=&lt;/mo&gt;&lt;mn&gt;4&lt;/mn&gt;&lt;/math&gt;" id="226" name="Google Shape;226;p22" title="y equals x plus 5 comma x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793" y="1554772"/>
            <a:ext cx="1739415" cy="218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5&quot;&gt;&lt;mi&gt;y&lt;/mi&gt;&lt;mo&gt;=&lt;/mo&gt;&lt;mn&gt;2&lt;/mn&gt;&lt;mi&gt;x&lt;/mi&gt;&lt;mo&gt;,&lt;/mo&gt;&lt;mtext&gt;&lt;/mtext&gt;&lt;mtext&gt;&lt;/mtext&gt;&lt;mi&gt;y&lt;/mi&gt;&lt;mo&gt;=&lt;/mo&gt;&lt;mi&gt;x&lt;/mi&gt;&lt;mo&gt;+&lt;/mo&gt;&lt;mn&gt;5&lt;/mn&gt;&lt;/math&gt;" id="227" name="Google Shape;227;p22" title="y equals 2 x comma y equals x pl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873" y="2878545"/>
            <a:ext cx="1887777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1&quot;&gt;&lt;mi&gt;y&lt;/mi&gt;&lt;mo&gt;=&lt;/mo&gt;&lt;mn&gt;2&lt;/mn&gt;&lt;mi&gt;x&lt;/mi&gt;&lt;mo&gt;,&lt;/mo&gt;&lt;mtext&gt;&lt;/mtext&gt;&lt;mtext&gt;&lt;/mtext&gt;&lt;mi&gt;y&lt;/mi&gt;&lt;mo&gt;=&lt;/mo&gt;&lt;mi&gt;x&lt;/mi&gt;&lt;mo&gt;+&lt;/mo&gt;&lt;mn&gt;1&lt;/mn&gt;&lt;/math&gt;" id="228" name="Google Shape;228;p22" title="y equals 2 x comma y equals x plu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7794" y="2001370"/>
            <a:ext cx="1879079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3&quot;&gt;&lt;mi&gt;y&lt;/mi&gt;&lt;mo&gt;=&lt;/mo&gt;&lt;mn&gt;2&lt;/mn&gt;&lt;mi&gt;x&lt;/mi&gt;&lt;mo&gt;,&lt;/mo&gt;&lt;mtext&gt;&lt;/mtext&gt;&lt;mtext&gt;&lt;/mtext&gt;&lt;mi&gt;y&lt;/mi&gt;&lt;mo&gt;=&lt;/mo&gt;&lt;mi&gt;x&lt;/mi&gt;&lt;mo&gt;+&lt;/mo&gt;&lt;mn&gt;3&lt;/mn&gt;&lt;/math&gt;" id="229" name="Google Shape;229;p22" title="y equals 2 x comma y equals x pl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3500" y="2472863"/>
            <a:ext cx="1887659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&quot;&gt;&lt;mi&gt;y&lt;/mi&gt;&lt;mo&gt;=&lt;/mo&gt;&lt;mn&gt;2&lt;/mn&gt;&lt;mi&gt;x&lt;/mi&gt;&lt;mo&gt;,&lt;/mo&gt;&lt;mtext&gt;&lt;/mtext&gt;&lt;mtext&gt;&lt;/mtext&gt;&lt;mi&gt;y&lt;/mi&gt;&lt;mo&gt;=&lt;/mo&gt;&lt;mi&gt;x&lt;/mi&gt;&lt;/math&gt;" id="230" name="Google Shape;230;p22" title="y equals 2 x comma y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7793" y="3755726"/>
            <a:ext cx="1488658" cy="218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22"/>
          <p:cNvGraphicFramePr/>
          <p:nvPr/>
        </p:nvGraphicFramePr>
        <p:xfrm>
          <a:off x="467988" y="41666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{5B6E7551-1275-4CA1-83F8-46E58DE003F1}</a:tableStyleId>
              </a:tblPr>
              <a:tblGrid>
                <a:gridCol w="670600"/>
              </a:tblGrid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-x,\ \ y=x-4&quot;&gt;&lt;mi&gt;y&lt;/mi&gt;&lt;mo&gt;=&lt;/mo&gt;&lt;mo&gt;−&lt;/mo&gt;&lt;mi&gt;x&lt;/mi&gt;&lt;mo&gt;,&lt;/mo&gt;&lt;mtext&gt;&lt;/mtext&gt;&lt;mtext&gt;&lt;/mtext&gt;&lt;mi&gt;y&lt;/mi&gt;&lt;mo&gt;=&lt;/mo&gt;&lt;mi&gt;x&lt;/mi&gt;&lt;mo&gt;−&lt;/mo&gt;&lt;mn&gt;4&lt;/mn&gt;&lt;/math&gt;" id="232" name="Google Shape;232;p22" title="y equals negative x comma y equals x minus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813" y="4763375"/>
            <a:ext cx="1967300" cy="222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x,\ \ y=x+4&quot;&gt;&lt;mi&gt;y&lt;/mi&gt;&lt;mo&gt;=&lt;/mo&gt;&lt;mo&gt;−&lt;/mo&gt;&lt;mi&gt;x&lt;/mi&gt;&lt;mo&gt;,&lt;/mo&gt;&lt;mtext&gt;&lt;/mtext&gt;&lt;mtext&gt;&lt;/mtext&gt;&lt;mi&gt;y&lt;/mi&gt;&lt;mo&gt;=&lt;/mo&gt;&lt;mi&gt;x&lt;/mi&gt;&lt;mo&gt;+&lt;/mo&gt;&lt;mn&gt;4&lt;/mn&gt;&lt;/math&gt;" id="233" name="Google Shape;233;p22" title="y equals negative x comma y equals x plus 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6813" y="5280282"/>
            <a:ext cx="1885188" cy="213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4x,\ \ y=x+6&quot;&gt;&lt;mi&gt;y&lt;/mi&gt;&lt;mo&gt;=&lt;/mo&gt;&lt;mn&gt;4&lt;/mn&gt;&lt;mi&gt;x&lt;/mi&gt;&lt;mo&gt;,&lt;/mo&gt;&lt;mtext&gt;&lt;/mtext&gt;&lt;mtext&gt;&lt;/mtext&gt;&lt;mi&gt;y&lt;/mi&gt;&lt;mo&gt;=&lt;/mo&gt;&lt;mi&gt;x&lt;/mi&gt;&lt;mo&gt;+&lt;/mo&gt;&lt;mn&gt;6&lt;/mn&gt;&lt;/math&gt;" id="234" name="Google Shape;234;p22" title="y equals 4 x comma y equals x plus 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6813" y="5816478"/>
            <a:ext cx="1920229" cy="222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y=6,\ \ y=x&quot;&gt;&lt;mi&gt;x&lt;/mi&gt;&lt;mo&gt;+&lt;/mo&gt;&lt;mi&gt;y&lt;/mi&gt;&lt;mo&gt;=&lt;/mo&gt;&lt;mn&gt;6&lt;/mn&gt;&lt;mo&gt;,&lt;/mo&gt;&lt;mtext&gt;&lt;/mtext&gt;&lt;mtext&gt;&lt;/mtext&gt;&lt;mi&gt;y&lt;/mi&gt;&lt;mo&gt;=&lt;/mo&gt;&lt;mi&gt;x&lt;/mi&gt;&lt;/math&gt;" id="235" name="Google Shape;235;p22" title="x plus y equals 6 comma y equals x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6813" y="4246892"/>
            <a:ext cx="1721682" cy="213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x,\ \ y=x+3&quot;&gt;&lt;mi&gt;y&lt;/mi&gt;&lt;mo&gt;=&lt;/mo&gt;&lt;mfrac&gt;&lt;mn&gt;1&lt;/mn&gt;&lt;mn&gt;2&lt;/mn&gt;&lt;/mfrac&gt;&lt;mi&gt;x&lt;/mi&gt;&lt;mo&gt;,&lt;/mo&gt;&lt;mtext&gt;&lt;/mtext&gt;&lt;mtext&gt;&lt;/mtext&gt;&lt;mi&gt;y&lt;/mi&gt;&lt;mo&gt;=&lt;/mo&gt;&lt;mi&gt;x&lt;/mi&gt;&lt;mo&gt;+&lt;/mo&gt;&lt;mn&gt;3&lt;/mn&gt;&lt;/math&gt;" id="236" name="Google Shape;236;p22" title="y equals one half x comma y equals x plus 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6813" y="6232170"/>
            <a:ext cx="1885183" cy="49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