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919E24-CE20-47F7-9B5B-7612AAFC54D7}">
  <a:tblStyle styleId="{CE919E24-CE20-47F7-9B5B-7612AAFC54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928b34601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928b34601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e928b3460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e928b346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1e928b3460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1e928b3460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e928b3460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e928b3460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1e928b3460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1e928b3460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e928b3460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e928b3460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1e928b34601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1e928b34601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1e928b3460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1e928b3460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e928b3460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e928b3460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928b3460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928b3460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1e928b3460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1e928b3460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e928b3460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e928b3460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e928b34601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e928b3460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1e928b34601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1e928b34601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1e928b34601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1e928b3460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1e928b34601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1e928b34601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1e928b34601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1e928b34601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928b34601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928b34601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1e928b34601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e928b34601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1e928b34601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1e928b34601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1e928b34601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1e928b34601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1e928b34601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1e928b34601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1e928b34601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1e928b34601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e928b34601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1e928b34601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1e928b34601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1e928b34601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e928b34601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e928b34601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1e928b34601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1e928b34601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e928b34601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e928b34601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e928b34601_0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e928b34601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1e928b34601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1e928b34601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103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Relationship Id="rId7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03.png"/><Relationship Id="rId4" Type="http://schemas.openxmlformats.org/officeDocument/2006/relationships/image" Target="../media/image24.png"/><Relationship Id="rId9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03.png"/><Relationship Id="rId4" Type="http://schemas.openxmlformats.org/officeDocument/2006/relationships/image" Target="../media/image28.png"/><Relationship Id="rId11" Type="http://schemas.openxmlformats.org/officeDocument/2006/relationships/image" Target="../media/image15.png"/><Relationship Id="rId10" Type="http://schemas.openxmlformats.org/officeDocument/2006/relationships/image" Target="../media/image40.png"/><Relationship Id="rId9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Relationship Id="rId4" Type="http://schemas.openxmlformats.org/officeDocument/2006/relationships/image" Target="../media/image5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2.png"/><Relationship Id="rId4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2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62.png"/><Relationship Id="rId7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71.png"/><Relationship Id="rId6" Type="http://schemas.openxmlformats.org/officeDocument/2006/relationships/image" Target="../media/image70.png"/><Relationship Id="rId7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7.png"/><Relationship Id="rId7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71.png"/><Relationship Id="rId6" Type="http://schemas.openxmlformats.org/officeDocument/2006/relationships/image" Target="../media/image81.png"/><Relationship Id="rId7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Relationship Id="rId4" Type="http://schemas.openxmlformats.org/officeDocument/2006/relationships/image" Target="../media/image80.png"/><Relationship Id="rId5" Type="http://schemas.openxmlformats.org/officeDocument/2006/relationships/image" Target="../media/image79.png"/><Relationship Id="rId6" Type="http://schemas.openxmlformats.org/officeDocument/2006/relationships/image" Target="../media/image8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8.png"/><Relationship Id="rId4" Type="http://schemas.openxmlformats.org/officeDocument/2006/relationships/image" Target="../media/image82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8.png"/><Relationship Id="rId4" Type="http://schemas.openxmlformats.org/officeDocument/2006/relationships/image" Target="../media/image92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4.png"/><Relationship Id="rId8" Type="http://schemas.openxmlformats.org/officeDocument/2006/relationships/image" Target="../media/image9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5" Type="http://schemas.openxmlformats.org/officeDocument/2006/relationships/image" Target="../media/image98.png"/><Relationship Id="rId6" Type="http://schemas.openxmlformats.org/officeDocument/2006/relationships/image" Target="../media/image94.png"/><Relationship Id="rId7" Type="http://schemas.openxmlformats.org/officeDocument/2006/relationships/image" Target="../media/image9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0.png"/><Relationship Id="rId4" Type="http://schemas.openxmlformats.org/officeDocument/2006/relationships/image" Target="../media/image79.png"/><Relationship Id="rId5" Type="http://schemas.openxmlformats.org/officeDocument/2006/relationships/image" Target="../media/image83.png"/><Relationship Id="rId6" Type="http://schemas.openxmlformats.org/officeDocument/2006/relationships/image" Target="../media/image95.png"/><Relationship Id="rId7" Type="http://schemas.openxmlformats.org/officeDocument/2006/relationships/image" Target="../media/image99.png"/><Relationship Id="rId8" Type="http://schemas.openxmlformats.org/officeDocument/2006/relationships/image" Target="../media/image9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2.png"/><Relationship Id="rId4" Type="http://schemas.openxmlformats.org/officeDocument/2006/relationships/image" Target="../media/image87.png"/><Relationship Id="rId5" Type="http://schemas.openxmlformats.org/officeDocument/2006/relationships/image" Target="../media/image8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8.png"/><Relationship Id="rId4" Type="http://schemas.openxmlformats.org/officeDocument/2006/relationships/image" Target="../media/image92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4.png"/><Relationship Id="rId8" Type="http://schemas.openxmlformats.org/officeDocument/2006/relationships/image" Target="../media/image9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1.png"/><Relationship Id="rId4" Type="http://schemas.openxmlformats.org/officeDocument/2006/relationships/image" Target="../media/image93.png"/><Relationship Id="rId5" Type="http://schemas.openxmlformats.org/officeDocument/2006/relationships/image" Target="../media/image98.png"/><Relationship Id="rId6" Type="http://schemas.openxmlformats.org/officeDocument/2006/relationships/image" Target="../media/image94.png"/><Relationship Id="rId7" Type="http://schemas.openxmlformats.org/officeDocument/2006/relationships/image" Target="../media/image9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plotting coordinates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on a graph or map is known as plotting.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2377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our knowledge of properties of shape to solve shape problems with coordinates. </a:t>
            </a:r>
            <a:endParaRPr/>
          </a:p>
        </p:txBody>
      </p:sp>
      <p:sp>
        <p:nvSpPr>
          <p:cNvPr id="781" name="Google Shape;781;p69"/>
          <p:cNvSpPr txBox="1"/>
          <p:nvPr>
            <p:ph idx="1" type="body"/>
          </p:nvPr>
        </p:nvSpPr>
        <p:spPr>
          <a:xfrm>
            <a:off x="324000" y="1776675"/>
            <a:ext cx="8237700" cy="9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shape have I drawn below?</a:t>
            </a:r>
            <a:r>
              <a:rPr lang="en-GB"/>
              <a:t> 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98850" y="3418875"/>
            <a:ext cx="8237700" cy="4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do you know? </a:t>
            </a:r>
            <a:r>
              <a:rPr lang="en-GB"/>
              <a:t> </a:t>
            </a:r>
            <a:endParaRPr/>
          </a:p>
        </p:txBody>
      </p:sp>
      <p:sp>
        <p:nvSpPr>
          <p:cNvPr id="783" name="Google Shape;783;p69"/>
          <p:cNvSpPr/>
          <p:nvPr/>
        </p:nvSpPr>
        <p:spPr>
          <a:xfrm>
            <a:off x="398850" y="2277000"/>
            <a:ext cx="2571900" cy="963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98850" y="3880350"/>
            <a:ext cx="8237700" cy="4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Opposite sides are the same length.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785" name="Google Shape;785;p69"/>
          <p:cNvGrpSpPr/>
          <p:nvPr/>
        </p:nvGrpSpPr>
        <p:grpSpPr>
          <a:xfrm>
            <a:off x="409325" y="2278281"/>
            <a:ext cx="2564100" cy="963302"/>
            <a:chOff x="409325" y="2278281"/>
            <a:chExt cx="2564100" cy="963302"/>
          </a:xfrm>
        </p:grpSpPr>
        <p:cxnSp>
          <p:nvCxnSpPr>
            <p:cNvPr id="786" name="Google Shape;786;p69"/>
            <p:cNvCxnSpPr/>
            <p:nvPr/>
          </p:nvCxnSpPr>
          <p:spPr>
            <a:xfrm>
              <a:off x="409325" y="2278281"/>
              <a:ext cx="25641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69"/>
            <p:cNvCxnSpPr/>
            <p:nvPr/>
          </p:nvCxnSpPr>
          <p:spPr>
            <a:xfrm>
              <a:off x="409325" y="3241583"/>
              <a:ext cx="25641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88" name="Google Shape;788;p69"/>
          <p:cNvGrpSpPr/>
          <p:nvPr/>
        </p:nvGrpSpPr>
        <p:grpSpPr>
          <a:xfrm>
            <a:off x="394321" y="2270452"/>
            <a:ext cx="2576429" cy="978858"/>
            <a:chOff x="394321" y="2270452"/>
            <a:chExt cx="2576429" cy="978858"/>
          </a:xfrm>
        </p:grpSpPr>
        <p:cxnSp>
          <p:nvCxnSpPr>
            <p:cNvPr id="789" name="Google Shape;789;p69"/>
            <p:cNvCxnSpPr/>
            <p:nvPr/>
          </p:nvCxnSpPr>
          <p:spPr>
            <a:xfrm rot="10800000">
              <a:off x="394321" y="2270452"/>
              <a:ext cx="0" cy="973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69"/>
            <p:cNvCxnSpPr/>
            <p:nvPr/>
          </p:nvCxnSpPr>
          <p:spPr>
            <a:xfrm rot="10800000">
              <a:off x="2970750" y="2276110"/>
              <a:ext cx="0" cy="9732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150975" y="2560575"/>
            <a:ext cx="4379100" cy="4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Rectangle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98850" y="4361850"/>
            <a:ext cx="8237700" cy="4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has 4 right angles. 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3" name="Google Shape;793;p69"/>
          <p:cNvSpPr/>
          <p:nvPr/>
        </p:nvSpPr>
        <p:spPr>
          <a:xfrm>
            <a:off x="402048" y="2278275"/>
            <a:ext cx="216000" cy="216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9"/>
          <p:cNvSpPr/>
          <p:nvPr/>
        </p:nvSpPr>
        <p:spPr>
          <a:xfrm>
            <a:off x="401602" y="3016277"/>
            <a:ext cx="216000" cy="216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9"/>
          <p:cNvSpPr/>
          <p:nvPr/>
        </p:nvSpPr>
        <p:spPr>
          <a:xfrm>
            <a:off x="2754750" y="2278275"/>
            <a:ext cx="216000" cy="216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/>
          <p:nvPr/>
        </p:nvSpPr>
        <p:spPr>
          <a:xfrm>
            <a:off x="2754750" y="3024000"/>
            <a:ext cx="216000" cy="2160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802" name="Google Shape;802;p70"/>
          <p:cNvSpPr txBox="1"/>
          <p:nvPr>
            <p:ph idx="1" type="body"/>
          </p:nvPr>
        </p:nvSpPr>
        <p:spPr>
          <a:xfrm>
            <a:off x="324000" y="739425"/>
            <a:ext cx="8237700" cy="10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calculate the horizontal and vertical distance </a:t>
            </a:r>
            <a:r>
              <a:rPr lang="en-GB" sz="2000"/>
              <a:t>between</a:t>
            </a:r>
            <a:r>
              <a:rPr lang="en-GB" sz="2000"/>
              <a:t> 2 coordinates to help us solve shape problems.</a:t>
            </a:r>
            <a:endParaRPr sz="2000"/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24" y="1928550"/>
            <a:ext cx="3577800" cy="234626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345132" y="1547175"/>
            <a:ext cx="8237700" cy="10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distance between these coordinates?</a:t>
            </a:r>
            <a:endParaRPr sz="2000"/>
          </a:p>
        </p:txBody>
      </p:sp>
      <p:cxnSp>
        <p:nvCxnSpPr>
          <p:cNvPr id="805" name="Google Shape;805;p70"/>
          <p:cNvCxnSpPr/>
          <p:nvPr/>
        </p:nvCxnSpPr>
        <p:spPr>
          <a:xfrm>
            <a:off x="1544600" y="2757104"/>
            <a:ext cx="17916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06" name="Google Shape;806;p70"/>
          <p:cNvSpPr txBox="1"/>
          <p:nvPr>
            <p:ph idx="1" type="body"/>
          </p:nvPr>
        </p:nvSpPr>
        <p:spPr>
          <a:xfrm>
            <a:off x="4268100" y="2168400"/>
            <a:ext cx="4582800" cy="10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both have the same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values.</a:t>
            </a:r>
            <a:endParaRPr sz="2000"/>
          </a:p>
        </p:txBody>
      </p:sp>
      <p:sp>
        <p:nvSpPr>
          <p:cNvPr id="807" name="Google Shape;807;p70"/>
          <p:cNvSpPr txBox="1"/>
          <p:nvPr>
            <p:ph idx="1" type="body"/>
          </p:nvPr>
        </p:nvSpPr>
        <p:spPr>
          <a:xfrm>
            <a:off x="4320000" y="2946350"/>
            <a:ext cx="4582800" cy="10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values have a difference of 4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(6 - 2 = 4)</a:t>
            </a:r>
            <a:endParaRPr sz="2000"/>
          </a:p>
        </p:txBody>
      </p:sp>
      <p:sp>
        <p:nvSpPr>
          <p:cNvPr id="808" name="Google Shape;808;p70"/>
          <p:cNvSpPr/>
          <p:nvPr/>
        </p:nvSpPr>
        <p:spPr>
          <a:xfrm>
            <a:off x="1351521" y="2818879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0"/>
          <p:cNvSpPr/>
          <p:nvPr/>
        </p:nvSpPr>
        <p:spPr>
          <a:xfrm>
            <a:off x="3127696" y="2818879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4395175" y="4009550"/>
            <a:ext cx="4582800" cy="4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horizontal distance is 4 </a:t>
            </a:r>
            <a:endParaRPr sz="2000"/>
          </a:p>
        </p:txBody>
      </p:sp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2353694" y="2349300"/>
            <a:ext cx="2394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 sz="2000"/>
          </a:p>
        </p:txBody>
      </p:sp>
      <p:cxnSp>
        <p:nvCxnSpPr>
          <p:cNvPr id="812" name="Google Shape;812;p70"/>
          <p:cNvCxnSpPr/>
          <p:nvPr/>
        </p:nvCxnSpPr>
        <p:spPr>
          <a:xfrm>
            <a:off x="1560025" y="2639825"/>
            <a:ext cx="174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42" y="1573656"/>
            <a:ext cx="3779101" cy="276768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8" name="Google Shape;81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819" name="Google Shape;819;p71"/>
          <p:cNvSpPr txBox="1"/>
          <p:nvPr>
            <p:ph idx="1" type="body"/>
          </p:nvPr>
        </p:nvSpPr>
        <p:spPr>
          <a:xfrm>
            <a:off x="324000" y="739425"/>
            <a:ext cx="8237700" cy="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are the side lengths of this rectangle?</a:t>
            </a:r>
            <a:endParaRPr sz="2000"/>
          </a:p>
        </p:txBody>
      </p:sp>
      <p:cxnSp>
        <p:nvCxnSpPr>
          <p:cNvPr id="820" name="Google Shape;820;p71"/>
          <p:cNvCxnSpPr/>
          <p:nvPr/>
        </p:nvCxnSpPr>
        <p:spPr>
          <a:xfrm>
            <a:off x="1065775" y="2193325"/>
            <a:ext cx="24327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4824000" y="1486500"/>
            <a:ext cx="3779100" cy="13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vertical distance is the difference between 1 and 4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4 - 1 = 3</a:t>
            </a:r>
            <a:endParaRPr sz="2000"/>
          </a:p>
        </p:txBody>
      </p:sp>
      <p:cxnSp>
        <p:nvCxnSpPr>
          <p:cNvPr id="822" name="Google Shape;822;p71"/>
          <p:cNvCxnSpPr/>
          <p:nvPr/>
        </p:nvCxnSpPr>
        <p:spPr>
          <a:xfrm rot="10800000">
            <a:off x="3498475" y="2193475"/>
            <a:ext cx="0" cy="1459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71"/>
          <p:cNvSpPr/>
          <p:nvPr/>
        </p:nvSpPr>
        <p:spPr>
          <a:xfrm>
            <a:off x="3498471" y="1868973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/>
          <p:nvPr/>
        </p:nvSpPr>
        <p:spPr>
          <a:xfrm>
            <a:off x="3498471" y="3735854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4824000" y="2964600"/>
            <a:ext cx="3779100" cy="13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horizontal distance is the difference between -2 and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3- (-2) = 5</a:t>
            </a:r>
            <a:endParaRPr sz="2000"/>
          </a:p>
        </p:txBody>
      </p:sp>
      <p:sp>
        <p:nvSpPr>
          <p:cNvPr id="826" name="Google Shape;826;p71"/>
          <p:cNvSpPr txBox="1"/>
          <p:nvPr>
            <p:ph idx="1" type="body"/>
          </p:nvPr>
        </p:nvSpPr>
        <p:spPr>
          <a:xfrm>
            <a:off x="3586250" y="2776200"/>
            <a:ext cx="30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endParaRPr sz="2000"/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2177875" y="1813475"/>
            <a:ext cx="306000" cy="35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</a:t>
            </a:r>
            <a:endParaRPr sz="2000"/>
          </a:p>
        </p:txBody>
      </p:sp>
      <p:sp>
        <p:nvSpPr>
          <p:cNvPr id="828" name="Google Shape;828;p71"/>
          <p:cNvSpPr/>
          <p:nvPr/>
        </p:nvSpPr>
        <p:spPr>
          <a:xfrm>
            <a:off x="857277" y="1868975"/>
            <a:ext cx="3060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/>
          <p:nvPr/>
        </p:nvSpPr>
        <p:spPr>
          <a:xfrm>
            <a:off x="3289976" y="1868975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0" name="Google Shape;830;p71"/>
          <p:cNvCxnSpPr>
            <a:endCxn id="829" idx="2"/>
          </p:cNvCxnSpPr>
          <p:nvPr/>
        </p:nvCxnSpPr>
        <p:spPr>
          <a:xfrm>
            <a:off x="1104326" y="2108675"/>
            <a:ext cx="228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31" name="Google Shape;831;p71"/>
          <p:cNvCxnSpPr/>
          <p:nvPr/>
        </p:nvCxnSpPr>
        <p:spPr>
          <a:xfrm rot="10800000">
            <a:off x="3554350" y="2257150"/>
            <a:ext cx="0" cy="133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837" name="Google Shape;837;p72"/>
          <p:cNvSpPr txBox="1"/>
          <p:nvPr>
            <p:ph idx="1" type="body"/>
          </p:nvPr>
        </p:nvSpPr>
        <p:spPr>
          <a:xfrm>
            <a:off x="324000" y="739425"/>
            <a:ext cx="8237700" cy="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This time the plotted shape is a square.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properties does a square have?</a:t>
            </a:r>
            <a:endParaRPr sz="2000"/>
          </a:p>
        </p:txBody>
      </p:sp>
      <p:sp>
        <p:nvSpPr>
          <p:cNvPr id="838" name="Google Shape;838;p72"/>
          <p:cNvSpPr txBox="1"/>
          <p:nvPr>
            <p:ph idx="1" type="body"/>
          </p:nvPr>
        </p:nvSpPr>
        <p:spPr>
          <a:xfrm>
            <a:off x="3869200" y="1620000"/>
            <a:ext cx="4950900" cy="92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All sides are the same length.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All angles are right angles.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39" name="Google Shape;839;p72"/>
          <p:cNvSpPr txBox="1"/>
          <p:nvPr>
            <p:ph idx="1" type="body"/>
          </p:nvPr>
        </p:nvSpPr>
        <p:spPr>
          <a:xfrm>
            <a:off x="3869200" y="2571750"/>
            <a:ext cx="4950900" cy="13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length of the side joining the two marked coordinates?</a:t>
            </a:r>
            <a:endParaRPr sz="2000"/>
          </a:p>
        </p:txBody>
      </p:sp>
      <p:sp>
        <p:nvSpPr>
          <p:cNvPr id="840" name="Google Shape;840;p72"/>
          <p:cNvSpPr txBox="1"/>
          <p:nvPr>
            <p:ph idx="1" type="body"/>
          </p:nvPr>
        </p:nvSpPr>
        <p:spPr>
          <a:xfrm>
            <a:off x="3781350" y="4375100"/>
            <a:ext cx="49509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-2 - (-5)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1" name="Google Shape;841;p72"/>
          <p:cNvSpPr txBox="1"/>
          <p:nvPr>
            <p:ph idx="1" type="body"/>
          </p:nvPr>
        </p:nvSpPr>
        <p:spPr>
          <a:xfrm>
            <a:off x="3702900" y="3398475"/>
            <a:ext cx="51387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coordinates are the same.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42" name="Google Shape;842;p72"/>
          <p:cNvPicPr preferRelativeResize="0"/>
          <p:nvPr/>
        </p:nvPicPr>
        <p:blipFill rotWithShape="1">
          <a:blip r:embed="rId3">
            <a:alphaModFix/>
          </a:blip>
          <a:srcRect b="10063" l="0" r="20178" t="0"/>
          <a:stretch/>
        </p:blipFill>
        <p:spPr>
          <a:xfrm>
            <a:off x="331710" y="1758123"/>
            <a:ext cx="3112725" cy="27096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3" name="Google Shape;843;p72"/>
          <p:cNvSpPr txBox="1"/>
          <p:nvPr>
            <p:ph idx="1" type="body"/>
          </p:nvPr>
        </p:nvSpPr>
        <p:spPr>
          <a:xfrm>
            <a:off x="1643675" y="3691575"/>
            <a:ext cx="210000" cy="2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cxnSp>
        <p:nvCxnSpPr>
          <p:cNvPr id="844" name="Google Shape;844;p72"/>
          <p:cNvCxnSpPr/>
          <p:nvPr/>
        </p:nvCxnSpPr>
        <p:spPr>
          <a:xfrm>
            <a:off x="1258850" y="3691575"/>
            <a:ext cx="91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5" name="Google Shape;845;p72"/>
          <p:cNvSpPr/>
          <p:nvPr/>
        </p:nvSpPr>
        <p:spPr>
          <a:xfrm>
            <a:off x="2170029" y="3689856"/>
            <a:ext cx="3060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2"/>
          <p:cNvSpPr/>
          <p:nvPr/>
        </p:nvSpPr>
        <p:spPr>
          <a:xfrm>
            <a:off x="1251129" y="3689856"/>
            <a:ext cx="3060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2"/>
          <p:cNvSpPr txBox="1"/>
          <p:nvPr/>
        </p:nvSpPr>
        <p:spPr>
          <a:xfrm>
            <a:off x="3702900" y="3863998"/>
            <a:ext cx="5117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difference between the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coordinates is 3</a:t>
            </a:r>
            <a:endParaRPr/>
          </a:p>
        </p:txBody>
      </p:sp>
      <p:sp>
        <p:nvSpPr>
          <p:cNvPr id="848" name="Google Shape;848;p72"/>
          <p:cNvSpPr/>
          <p:nvPr/>
        </p:nvSpPr>
        <p:spPr>
          <a:xfrm>
            <a:off x="1005883" y="3689856"/>
            <a:ext cx="3060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2"/>
          <p:cNvSpPr/>
          <p:nvPr/>
        </p:nvSpPr>
        <p:spPr>
          <a:xfrm>
            <a:off x="1910373" y="3689856"/>
            <a:ext cx="3060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4" name="Google Shape;854;p73"/>
          <p:cNvPicPr preferRelativeResize="0"/>
          <p:nvPr/>
        </p:nvPicPr>
        <p:blipFill rotWithShape="1">
          <a:blip r:embed="rId3">
            <a:alphaModFix/>
          </a:blip>
          <a:srcRect b="10063" l="0" r="20178" t="0"/>
          <a:stretch/>
        </p:blipFill>
        <p:spPr>
          <a:xfrm>
            <a:off x="323988" y="1921200"/>
            <a:ext cx="3112725" cy="27096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5" name="Google Shape;855;p73"/>
          <p:cNvSpPr txBox="1"/>
          <p:nvPr>
            <p:ph idx="1" type="body"/>
          </p:nvPr>
        </p:nvSpPr>
        <p:spPr>
          <a:xfrm>
            <a:off x="878281" y="2382885"/>
            <a:ext cx="17007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(-5,   )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56" name="Google Shape;85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857" name="Google Shape;857;p73"/>
          <p:cNvSpPr txBox="1"/>
          <p:nvPr>
            <p:ph idx="1" type="body"/>
          </p:nvPr>
        </p:nvSpPr>
        <p:spPr>
          <a:xfrm>
            <a:off x="324000" y="1216350"/>
            <a:ext cx="84960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can use this to find the other 2 coordinates of the square.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858" name="Google Shape;858;p73"/>
          <p:cNvSpPr txBox="1"/>
          <p:nvPr>
            <p:ph idx="1" type="body"/>
          </p:nvPr>
        </p:nvSpPr>
        <p:spPr>
          <a:xfrm>
            <a:off x="3815150" y="2156975"/>
            <a:ext cx="4950900" cy="3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is -5 </a:t>
            </a:r>
            <a:endParaRPr sz="2000"/>
          </a:p>
        </p:txBody>
      </p:sp>
      <p:sp>
        <p:nvSpPr>
          <p:cNvPr id="859" name="Google Shape;859;p73"/>
          <p:cNvSpPr txBox="1"/>
          <p:nvPr>
            <p:ph idx="1" type="body"/>
          </p:nvPr>
        </p:nvSpPr>
        <p:spPr>
          <a:xfrm>
            <a:off x="3823900" y="3244825"/>
            <a:ext cx="49509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the top right coordinate:</a:t>
            </a:r>
            <a:endParaRPr sz="2000"/>
          </a:p>
        </p:txBody>
      </p:sp>
      <p:sp>
        <p:nvSpPr>
          <p:cNvPr id="860" name="Google Shape;860;p73"/>
          <p:cNvSpPr txBox="1"/>
          <p:nvPr>
            <p:ph idx="1" type="body"/>
          </p:nvPr>
        </p:nvSpPr>
        <p:spPr>
          <a:xfrm>
            <a:off x="1648885" y="3810892"/>
            <a:ext cx="158400" cy="3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861" name="Google Shape;861;p73"/>
          <p:cNvSpPr txBox="1"/>
          <p:nvPr>
            <p:ph idx="1" type="body"/>
          </p:nvPr>
        </p:nvSpPr>
        <p:spPr>
          <a:xfrm>
            <a:off x="324000" y="767950"/>
            <a:ext cx="49509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All sides of the square have length 3</a:t>
            </a:r>
            <a:endParaRPr sz="2000"/>
          </a:p>
        </p:txBody>
      </p:sp>
      <p:sp>
        <p:nvSpPr>
          <p:cNvPr id="862" name="Google Shape;862;p73"/>
          <p:cNvSpPr txBox="1"/>
          <p:nvPr>
            <p:ph idx="1" type="body"/>
          </p:nvPr>
        </p:nvSpPr>
        <p:spPr>
          <a:xfrm>
            <a:off x="3815150" y="2670275"/>
            <a:ext cx="49509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value is -2 + 3 = 1 </a:t>
            </a:r>
            <a:endParaRPr sz="2000"/>
          </a:p>
        </p:txBody>
      </p:sp>
      <p:sp>
        <p:nvSpPr>
          <p:cNvPr id="863" name="Google Shape;863;p73"/>
          <p:cNvSpPr/>
          <p:nvPr/>
        </p:nvSpPr>
        <p:spPr>
          <a:xfrm>
            <a:off x="1172542" y="2738010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3"/>
          <p:cNvSpPr/>
          <p:nvPr/>
        </p:nvSpPr>
        <p:spPr>
          <a:xfrm>
            <a:off x="1316617" y="3849760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3"/>
          <p:cNvSpPr txBox="1"/>
          <p:nvPr>
            <p:ph idx="1" type="body"/>
          </p:nvPr>
        </p:nvSpPr>
        <p:spPr>
          <a:xfrm>
            <a:off x="3815150" y="1775975"/>
            <a:ext cx="49509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the top left coordinate: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66" name="Google Shape;866;p73"/>
          <p:cNvSpPr txBox="1"/>
          <p:nvPr>
            <p:ph idx="1" type="body"/>
          </p:nvPr>
        </p:nvSpPr>
        <p:spPr>
          <a:xfrm>
            <a:off x="3823900" y="3667200"/>
            <a:ext cx="4950900" cy="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value is -2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value is 1</a:t>
            </a:r>
            <a:endParaRPr sz="2000"/>
          </a:p>
        </p:txBody>
      </p:sp>
      <p:sp>
        <p:nvSpPr>
          <p:cNvPr id="867" name="Google Shape;867;p73"/>
          <p:cNvSpPr txBox="1"/>
          <p:nvPr>
            <p:ph idx="1" type="body"/>
          </p:nvPr>
        </p:nvSpPr>
        <p:spPr>
          <a:xfrm>
            <a:off x="2081006" y="2382885"/>
            <a:ext cx="1700700" cy="5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(-2, 1)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68" name="Google Shape;868;p73"/>
          <p:cNvSpPr/>
          <p:nvPr/>
        </p:nvSpPr>
        <p:spPr>
          <a:xfrm>
            <a:off x="1278450" y="2359607"/>
            <a:ext cx="243600" cy="33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9" name="Google Shape;869;p73"/>
          <p:cNvCxnSpPr/>
          <p:nvPr/>
        </p:nvCxnSpPr>
        <p:spPr>
          <a:xfrm>
            <a:off x="1349544" y="2801377"/>
            <a:ext cx="73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0" name="Google Shape;870;p73"/>
          <p:cNvSpPr txBox="1"/>
          <p:nvPr>
            <p:ph idx="1" type="body"/>
          </p:nvPr>
        </p:nvSpPr>
        <p:spPr>
          <a:xfrm>
            <a:off x="1014147" y="3146569"/>
            <a:ext cx="158400" cy="3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871" name="Google Shape;871;p73"/>
          <p:cNvSpPr txBox="1"/>
          <p:nvPr>
            <p:ph idx="1" type="body"/>
          </p:nvPr>
        </p:nvSpPr>
        <p:spPr>
          <a:xfrm>
            <a:off x="1651825" y="2544599"/>
            <a:ext cx="158400" cy="2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872" name="Google Shape;872;p73"/>
          <p:cNvSpPr txBox="1"/>
          <p:nvPr>
            <p:ph idx="1" type="body"/>
          </p:nvPr>
        </p:nvSpPr>
        <p:spPr>
          <a:xfrm>
            <a:off x="2280122" y="3146569"/>
            <a:ext cx="158400" cy="37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873" name="Google Shape;873;p73"/>
          <p:cNvSpPr/>
          <p:nvPr/>
        </p:nvSpPr>
        <p:spPr>
          <a:xfrm>
            <a:off x="2080992" y="2738010"/>
            <a:ext cx="208500" cy="239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4" name="Google Shape;874;p73"/>
          <p:cNvCxnSpPr/>
          <p:nvPr/>
        </p:nvCxnSpPr>
        <p:spPr>
          <a:xfrm>
            <a:off x="1349544" y="3816348"/>
            <a:ext cx="73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5" name="Google Shape;875;p73"/>
          <p:cNvCxnSpPr/>
          <p:nvPr/>
        </p:nvCxnSpPr>
        <p:spPr>
          <a:xfrm rot="5400000">
            <a:off x="1872644" y="3313000"/>
            <a:ext cx="73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6" name="Google Shape;876;p73"/>
          <p:cNvCxnSpPr/>
          <p:nvPr/>
        </p:nvCxnSpPr>
        <p:spPr>
          <a:xfrm rot="5400000">
            <a:off x="851144" y="3313000"/>
            <a:ext cx="732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7" name="Google Shape;877;p73"/>
          <p:cNvSpPr txBox="1"/>
          <p:nvPr>
            <p:ph idx="1" type="body"/>
          </p:nvPr>
        </p:nvSpPr>
        <p:spPr>
          <a:xfrm>
            <a:off x="1321059" y="2382775"/>
            <a:ext cx="158400" cy="2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1</a:t>
            </a:r>
            <a:endParaRPr sz="2000">
              <a:solidFill>
                <a:schemeClr val="accent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are the side lengths of this rectangle?</a:t>
            </a:r>
            <a:endParaRPr/>
          </a:p>
        </p:txBody>
      </p:sp>
      <p:sp>
        <p:nvSpPr>
          <p:cNvPr id="883" name="Google Shape;88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884" name="Google Shape;88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326" y="1276300"/>
            <a:ext cx="3498876" cy="22497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4320000" y="1475475"/>
            <a:ext cx="4500000" cy="12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10 - 4 = 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Horizontal sides have length 6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74"/>
          <p:cNvSpPr txBox="1"/>
          <p:nvPr>
            <p:ph idx="1" type="body"/>
          </p:nvPr>
        </p:nvSpPr>
        <p:spPr>
          <a:xfrm>
            <a:off x="4322400" y="2962200"/>
            <a:ext cx="3868800" cy="103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3 - (-1) = 4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Vertical sides have length 4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87" name="Google Shape;887;p74"/>
          <p:cNvCxnSpPr/>
          <p:nvPr/>
        </p:nvCxnSpPr>
        <p:spPr>
          <a:xfrm>
            <a:off x="1578102" y="1942898"/>
            <a:ext cx="123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8" name="Google Shape;888;p74"/>
          <p:cNvSpPr txBox="1"/>
          <p:nvPr>
            <p:ph idx="1" type="body"/>
          </p:nvPr>
        </p:nvSpPr>
        <p:spPr>
          <a:xfrm>
            <a:off x="2115400" y="1679497"/>
            <a:ext cx="158400" cy="2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89" name="Google Shape;889;p74"/>
          <p:cNvCxnSpPr/>
          <p:nvPr/>
        </p:nvCxnSpPr>
        <p:spPr>
          <a:xfrm rot="10800000">
            <a:off x="2925804" y="2039252"/>
            <a:ext cx="0" cy="86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74"/>
          <p:cNvSpPr txBox="1"/>
          <p:nvPr>
            <p:ph idx="1" type="body"/>
          </p:nvPr>
        </p:nvSpPr>
        <p:spPr>
          <a:xfrm>
            <a:off x="2978300" y="2269472"/>
            <a:ext cx="158400" cy="2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5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 the missing coordinates to make each shape a square.</a:t>
            </a:r>
            <a:endParaRPr sz="2000"/>
          </a:p>
        </p:txBody>
      </p:sp>
      <p:sp>
        <p:nvSpPr>
          <p:cNvPr id="896" name="Google Shape;896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897" name="Google Shape;89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00" y="1781275"/>
            <a:ext cx="2593275" cy="29174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8" name="Google Shape;898;p75"/>
          <p:cNvSpPr txBox="1"/>
          <p:nvPr>
            <p:ph idx="1" type="body"/>
          </p:nvPr>
        </p:nvSpPr>
        <p:spPr>
          <a:xfrm>
            <a:off x="2098225" y="183930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sp>
        <p:nvSpPr>
          <p:cNvPr id="899" name="Google Shape;899;p75"/>
          <p:cNvSpPr txBox="1"/>
          <p:nvPr>
            <p:ph idx="1" type="body"/>
          </p:nvPr>
        </p:nvSpPr>
        <p:spPr>
          <a:xfrm>
            <a:off x="2098225" y="358265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pic>
        <p:nvPicPr>
          <p:cNvPr id="900" name="Google Shape;900;p75"/>
          <p:cNvPicPr preferRelativeResize="0"/>
          <p:nvPr/>
        </p:nvPicPr>
        <p:blipFill rotWithShape="1">
          <a:blip r:embed="rId4">
            <a:alphaModFix/>
          </a:blip>
          <a:srcRect b="0" l="0" r="13755" t="0"/>
          <a:stretch/>
        </p:blipFill>
        <p:spPr>
          <a:xfrm>
            <a:off x="5000275" y="1781275"/>
            <a:ext cx="2593276" cy="29174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1" name="Google Shape;901;p75"/>
          <p:cNvSpPr txBox="1"/>
          <p:nvPr>
            <p:ph idx="1" type="body"/>
          </p:nvPr>
        </p:nvSpPr>
        <p:spPr>
          <a:xfrm>
            <a:off x="6561600" y="2229525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sp>
        <p:nvSpPr>
          <p:cNvPr id="902" name="Google Shape;902;p75"/>
          <p:cNvSpPr txBox="1"/>
          <p:nvPr>
            <p:ph idx="1" type="body"/>
          </p:nvPr>
        </p:nvSpPr>
        <p:spPr>
          <a:xfrm>
            <a:off x="6656325" y="378000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cxnSp>
        <p:nvCxnSpPr>
          <p:cNvPr id="903" name="Google Shape;903;p75"/>
          <p:cNvCxnSpPr/>
          <p:nvPr/>
        </p:nvCxnSpPr>
        <p:spPr>
          <a:xfrm>
            <a:off x="4291925" y="1119825"/>
            <a:ext cx="0" cy="362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4" name="Google Shape;904;p75"/>
          <p:cNvSpPr txBox="1"/>
          <p:nvPr>
            <p:ph idx="1" type="body"/>
          </p:nvPr>
        </p:nvSpPr>
        <p:spPr>
          <a:xfrm>
            <a:off x="453225" y="1266950"/>
            <a:ext cx="29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905" name="Google Shape;905;p75"/>
          <p:cNvSpPr txBox="1"/>
          <p:nvPr>
            <p:ph idx="1" type="body"/>
          </p:nvPr>
        </p:nvSpPr>
        <p:spPr>
          <a:xfrm>
            <a:off x="5002050" y="1280335"/>
            <a:ext cx="29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6"/>
          <p:cNvSpPr txBox="1"/>
          <p:nvPr>
            <p:ph idx="1" type="body"/>
          </p:nvPr>
        </p:nvSpPr>
        <p:spPr>
          <a:xfrm>
            <a:off x="324000" y="759300"/>
            <a:ext cx="3903000" cy="9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2a) </a:t>
            </a:r>
            <a:r>
              <a:rPr lang="en-GB" sz="2000"/>
              <a:t>These two rectangles are the same size. Work out the missing coordinate 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11" name="Google Shape;91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912" name="Google Shape;91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97400"/>
            <a:ext cx="3480969" cy="2770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3" name="Google Shape;913;p76"/>
          <p:cNvSpPr txBox="1"/>
          <p:nvPr>
            <p:ph idx="1" type="body"/>
          </p:nvPr>
        </p:nvSpPr>
        <p:spPr>
          <a:xfrm>
            <a:off x="2887200" y="2618075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sp>
        <p:nvSpPr>
          <p:cNvPr id="914" name="Google Shape;914;p76"/>
          <p:cNvSpPr txBox="1"/>
          <p:nvPr>
            <p:ph idx="1" type="body"/>
          </p:nvPr>
        </p:nvSpPr>
        <p:spPr>
          <a:xfrm>
            <a:off x="4572000" y="759300"/>
            <a:ext cx="4217100" cy="9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2b) </a:t>
            </a:r>
            <a:r>
              <a:rPr lang="en-GB" sz="2000"/>
              <a:t>These two rectangles are the same size. Work out the missing coordinate E.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15" name="Google Shape;915;p76"/>
          <p:cNvPicPr preferRelativeResize="0"/>
          <p:nvPr/>
        </p:nvPicPr>
        <p:blipFill rotWithShape="1">
          <a:blip r:embed="rId4">
            <a:alphaModFix/>
          </a:blip>
          <a:srcRect b="0" l="0" r="11956" t="0"/>
          <a:stretch/>
        </p:blipFill>
        <p:spPr>
          <a:xfrm>
            <a:off x="4646350" y="1897400"/>
            <a:ext cx="3902974" cy="21708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6" name="Google Shape;916;p76"/>
          <p:cNvSpPr txBox="1"/>
          <p:nvPr>
            <p:ph idx="1" type="body"/>
          </p:nvPr>
        </p:nvSpPr>
        <p:spPr>
          <a:xfrm>
            <a:off x="7620850" y="371820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cxnSp>
        <p:nvCxnSpPr>
          <p:cNvPr id="917" name="Google Shape;917;p76"/>
          <p:cNvCxnSpPr/>
          <p:nvPr/>
        </p:nvCxnSpPr>
        <p:spPr>
          <a:xfrm>
            <a:off x="4291925" y="741400"/>
            <a:ext cx="0" cy="4000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7"/>
          <p:cNvSpPr txBox="1"/>
          <p:nvPr>
            <p:ph idx="1" type="body"/>
          </p:nvPr>
        </p:nvSpPr>
        <p:spPr>
          <a:xfrm>
            <a:off x="4515000" y="769563"/>
            <a:ext cx="4386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2d) </a:t>
            </a:r>
            <a:r>
              <a:rPr lang="en-GB" sz="2000"/>
              <a:t>Below are two identical triangles. Work out the missing coordinate A.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23" name="Google Shape;923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924" name="Google Shape;92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00" y="1882175"/>
            <a:ext cx="3437101" cy="29382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5" name="Google Shape;925;p77"/>
          <p:cNvSpPr txBox="1"/>
          <p:nvPr>
            <p:ph idx="1" type="body"/>
          </p:nvPr>
        </p:nvSpPr>
        <p:spPr>
          <a:xfrm>
            <a:off x="6565400" y="4467275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sp>
        <p:nvSpPr>
          <p:cNvPr id="926" name="Google Shape;926;p77"/>
          <p:cNvSpPr txBox="1"/>
          <p:nvPr>
            <p:ph idx="1" type="body"/>
          </p:nvPr>
        </p:nvSpPr>
        <p:spPr>
          <a:xfrm>
            <a:off x="324000" y="769563"/>
            <a:ext cx="42171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2c) </a:t>
            </a:r>
            <a:r>
              <a:rPr lang="en-GB" sz="2000"/>
              <a:t>These two rectangles are the same size. The length is double the width. Work out the missing coordinate B.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927" name="Google Shape;92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317150"/>
            <a:ext cx="3506601" cy="2503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8" name="Google Shape;928;p77"/>
          <p:cNvSpPr txBox="1"/>
          <p:nvPr>
            <p:ph idx="1" type="body"/>
          </p:nvPr>
        </p:nvSpPr>
        <p:spPr>
          <a:xfrm>
            <a:off x="1330775" y="442865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</a:t>
            </a:r>
            <a:r>
              <a:rPr lang="en-GB" u="sng"/>
              <a:t>    </a:t>
            </a:r>
            <a:r>
              <a:rPr lang="en-GB"/>
              <a:t>,</a:t>
            </a:r>
            <a:r>
              <a:rPr lang="en-GB" u="sng"/>
              <a:t>    </a:t>
            </a:r>
            <a:r>
              <a:rPr lang="en-GB"/>
              <a:t>)</a:t>
            </a:r>
            <a:endParaRPr/>
          </a:p>
        </p:txBody>
      </p:sp>
      <p:cxnSp>
        <p:nvCxnSpPr>
          <p:cNvPr id="929" name="Google Shape;929;p77"/>
          <p:cNvCxnSpPr/>
          <p:nvPr/>
        </p:nvCxnSpPr>
        <p:spPr>
          <a:xfrm>
            <a:off x="4368125" y="764575"/>
            <a:ext cx="0" cy="3977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8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Work out</a:t>
            </a:r>
            <a:r>
              <a:rPr lang="en-GB" sz="2000"/>
              <a:t> the missing coordinates to make each shape a square.</a:t>
            </a:r>
            <a:endParaRPr sz="2000"/>
          </a:p>
        </p:txBody>
      </p:sp>
      <p:sp>
        <p:nvSpPr>
          <p:cNvPr id="935" name="Google Shape;93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936" name="Google Shape;93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00" y="1781275"/>
            <a:ext cx="2593275" cy="29174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7" name="Google Shape;937;p78"/>
          <p:cNvSpPr txBox="1"/>
          <p:nvPr>
            <p:ph idx="1" type="body"/>
          </p:nvPr>
        </p:nvSpPr>
        <p:spPr>
          <a:xfrm>
            <a:off x="2343298" y="3633591"/>
            <a:ext cx="7284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(7,4)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8"/>
          <p:cNvSpPr txBox="1"/>
          <p:nvPr>
            <p:ph idx="1" type="body"/>
          </p:nvPr>
        </p:nvSpPr>
        <p:spPr>
          <a:xfrm>
            <a:off x="2343298" y="1795679"/>
            <a:ext cx="7284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(7,9)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39" name="Google Shape;939;p78"/>
          <p:cNvPicPr preferRelativeResize="0"/>
          <p:nvPr/>
        </p:nvPicPr>
        <p:blipFill rotWithShape="1">
          <a:blip r:embed="rId4">
            <a:alphaModFix/>
          </a:blip>
          <a:srcRect b="0" l="0" r="13755" t="0"/>
          <a:stretch/>
        </p:blipFill>
        <p:spPr>
          <a:xfrm>
            <a:off x="5000275" y="1781275"/>
            <a:ext cx="2593276" cy="29174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0" name="Google Shape;940;p78"/>
          <p:cNvSpPr txBox="1"/>
          <p:nvPr>
            <p:ph idx="1" type="body"/>
          </p:nvPr>
        </p:nvSpPr>
        <p:spPr>
          <a:xfrm>
            <a:off x="6759000" y="2260275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(4,2)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78"/>
          <p:cNvSpPr txBox="1"/>
          <p:nvPr>
            <p:ph idx="1" type="body"/>
          </p:nvPr>
        </p:nvSpPr>
        <p:spPr>
          <a:xfrm>
            <a:off x="6759000" y="3856200"/>
            <a:ext cx="1400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(4,-5)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42" name="Google Shape;942;p78"/>
          <p:cNvCxnSpPr/>
          <p:nvPr/>
        </p:nvCxnSpPr>
        <p:spPr>
          <a:xfrm>
            <a:off x="4291925" y="1119825"/>
            <a:ext cx="0" cy="3622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78"/>
          <p:cNvCxnSpPr/>
          <p:nvPr/>
        </p:nvCxnSpPr>
        <p:spPr>
          <a:xfrm rot="10800000">
            <a:off x="1012425" y="2249525"/>
            <a:ext cx="0" cy="131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4" name="Google Shape;944;p78"/>
          <p:cNvSpPr txBox="1"/>
          <p:nvPr>
            <p:ph idx="1" type="body"/>
          </p:nvPr>
        </p:nvSpPr>
        <p:spPr>
          <a:xfrm>
            <a:off x="837825" y="2749725"/>
            <a:ext cx="174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8"/>
          <p:cNvSpPr txBox="1"/>
          <p:nvPr>
            <p:ph idx="1" type="body"/>
          </p:nvPr>
        </p:nvSpPr>
        <p:spPr>
          <a:xfrm>
            <a:off x="1757675" y="1887125"/>
            <a:ext cx="174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46" name="Google Shape;946;p78"/>
          <p:cNvCxnSpPr/>
          <p:nvPr/>
        </p:nvCxnSpPr>
        <p:spPr>
          <a:xfrm>
            <a:off x="1195638" y="2160000"/>
            <a:ext cx="120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47" name="Google Shape;947;p78"/>
          <p:cNvCxnSpPr/>
          <p:nvPr/>
        </p:nvCxnSpPr>
        <p:spPr>
          <a:xfrm rot="10800000">
            <a:off x="5774400" y="2762700"/>
            <a:ext cx="0" cy="95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48" name="Google Shape;948;p78"/>
          <p:cNvSpPr txBox="1"/>
          <p:nvPr>
            <p:ph idx="1" type="body"/>
          </p:nvPr>
        </p:nvSpPr>
        <p:spPr>
          <a:xfrm>
            <a:off x="5599788" y="3112125"/>
            <a:ext cx="174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78"/>
          <p:cNvSpPr txBox="1"/>
          <p:nvPr>
            <p:ph idx="1" type="body"/>
          </p:nvPr>
        </p:nvSpPr>
        <p:spPr>
          <a:xfrm>
            <a:off x="6326650" y="2390550"/>
            <a:ext cx="1746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50" name="Google Shape;950;p78"/>
          <p:cNvCxnSpPr/>
          <p:nvPr/>
        </p:nvCxnSpPr>
        <p:spPr>
          <a:xfrm>
            <a:off x="5892631" y="2654785"/>
            <a:ext cx="965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1" name="Google Shape;951;p78"/>
          <p:cNvSpPr txBox="1"/>
          <p:nvPr>
            <p:ph idx="1" type="body"/>
          </p:nvPr>
        </p:nvSpPr>
        <p:spPr>
          <a:xfrm>
            <a:off x="453225" y="1266950"/>
            <a:ext cx="29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id="952" name="Google Shape;952;p78"/>
          <p:cNvSpPr txBox="1"/>
          <p:nvPr>
            <p:ph idx="1" type="body"/>
          </p:nvPr>
        </p:nvSpPr>
        <p:spPr>
          <a:xfrm>
            <a:off x="5002050" y="1280335"/>
            <a:ext cx="29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958" name="Google Shape;95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97400"/>
            <a:ext cx="3480969" cy="2770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046774" y="2661239"/>
            <a:ext cx="830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(40,7)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60" name="Google Shape;960;p79"/>
          <p:cNvPicPr preferRelativeResize="0"/>
          <p:nvPr/>
        </p:nvPicPr>
        <p:blipFill rotWithShape="1">
          <a:blip r:embed="rId4">
            <a:alphaModFix/>
          </a:blip>
          <a:srcRect b="0" l="0" r="11956" t="0"/>
          <a:stretch/>
        </p:blipFill>
        <p:spPr>
          <a:xfrm>
            <a:off x="4646350" y="1897400"/>
            <a:ext cx="3902974" cy="21708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61" name="Google Shape;961;p79"/>
          <p:cNvSpPr txBox="1"/>
          <p:nvPr>
            <p:ph idx="1" type="body"/>
          </p:nvPr>
        </p:nvSpPr>
        <p:spPr>
          <a:xfrm>
            <a:off x="7761525" y="3693350"/>
            <a:ext cx="787800" cy="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(5,-5)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79"/>
          <p:cNvSpPr txBox="1"/>
          <p:nvPr>
            <p:ph idx="1" type="body"/>
          </p:nvPr>
        </p:nvSpPr>
        <p:spPr>
          <a:xfrm>
            <a:off x="1302002" y="236380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3" name="Google Shape;963;p79"/>
          <p:cNvCxnSpPr/>
          <p:nvPr/>
        </p:nvCxnSpPr>
        <p:spPr>
          <a:xfrm>
            <a:off x="848113" y="2625800"/>
            <a:ext cx="124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64" name="Google Shape;964;p79"/>
          <p:cNvCxnSpPr/>
          <p:nvPr/>
        </p:nvCxnSpPr>
        <p:spPr>
          <a:xfrm>
            <a:off x="5145700" y="2473200"/>
            <a:ext cx="0" cy="45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5" name="Google Shape;965;p79"/>
          <p:cNvSpPr txBox="1"/>
          <p:nvPr>
            <p:ph idx="1" type="body"/>
          </p:nvPr>
        </p:nvSpPr>
        <p:spPr>
          <a:xfrm>
            <a:off x="2665577" y="295070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6" name="Google Shape;966;p79"/>
          <p:cNvCxnSpPr/>
          <p:nvPr/>
        </p:nvCxnSpPr>
        <p:spPr>
          <a:xfrm>
            <a:off x="2143517" y="3227677"/>
            <a:ext cx="1223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7" name="Google Shape;967;p79"/>
          <p:cNvSpPr txBox="1"/>
          <p:nvPr>
            <p:ph idx="1" type="body"/>
          </p:nvPr>
        </p:nvSpPr>
        <p:spPr>
          <a:xfrm>
            <a:off x="5877792" y="2134788"/>
            <a:ext cx="524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68" name="Google Shape;968;p79"/>
          <p:cNvCxnSpPr/>
          <p:nvPr/>
        </p:nvCxnSpPr>
        <p:spPr>
          <a:xfrm>
            <a:off x="5297950" y="2397200"/>
            <a:ext cx="138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9" name="Google Shape;969;p79"/>
          <p:cNvSpPr txBox="1"/>
          <p:nvPr>
            <p:ph idx="1" type="body"/>
          </p:nvPr>
        </p:nvSpPr>
        <p:spPr>
          <a:xfrm>
            <a:off x="4943082" y="2565138"/>
            <a:ext cx="175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79"/>
          <p:cNvSpPr txBox="1"/>
          <p:nvPr>
            <p:ph idx="1" type="body"/>
          </p:nvPr>
        </p:nvSpPr>
        <p:spPr>
          <a:xfrm>
            <a:off x="7366617" y="2618088"/>
            <a:ext cx="5247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79"/>
          <p:cNvSpPr txBox="1"/>
          <p:nvPr>
            <p:ph idx="1" type="body"/>
          </p:nvPr>
        </p:nvSpPr>
        <p:spPr>
          <a:xfrm>
            <a:off x="7968550" y="2538450"/>
            <a:ext cx="1400400" cy="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(5,2)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2" name="Google Shape;972;p79"/>
          <p:cNvCxnSpPr/>
          <p:nvPr/>
        </p:nvCxnSpPr>
        <p:spPr>
          <a:xfrm>
            <a:off x="8325525" y="2950175"/>
            <a:ext cx="0" cy="4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3" name="Google Shape;973;p79"/>
          <p:cNvSpPr txBox="1"/>
          <p:nvPr>
            <p:ph idx="1" type="body"/>
          </p:nvPr>
        </p:nvSpPr>
        <p:spPr>
          <a:xfrm>
            <a:off x="8374132" y="3025350"/>
            <a:ext cx="1752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4" name="Google Shape;974;p79"/>
          <p:cNvCxnSpPr/>
          <p:nvPr/>
        </p:nvCxnSpPr>
        <p:spPr>
          <a:xfrm>
            <a:off x="4291925" y="741400"/>
            <a:ext cx="0" cy="4000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79"/>
          <p:cNvCxnSpPr/>
          <p:nvPr/>
        </p:nvCxnSpPr>
        <p:spPr>
          <a:xfrm>
            <a:off x="6809575" y="2881700"/>
            <a:ext cx="138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76" name="Google Shape;976;p79"/>
          <p:cNvSpPr txBox="1"/>
          <p:nvPr>
            <p:ph idx="1" type="body"/>
          </p:nvPr>
        </p:nvSpPr>
        <p:spPr>
          <a:xfrm>
            <a:off x="324000" y="759300"/>
            <a:ext cx="3903000" cy="9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2a) </a:t>
            </a:r>
            <a:r>
              <a:rPr lang="en-GB" sz="2000"/>
              <a:t>These two rectangles are the same size. Work out the missing coordinate 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77" name="Google Shape;977;p79"/>
          <p:cNvSpPr txBox="1"/>
          <p:nvPr>
            <p:ph idx="1" type="body"/>
          </p:nvPr>
        </p:nvSpPr>
        <p:spPr>
          <a:xfrm>
            <a:off x="4572000" y="759300"/>
            <a:ext cx="4217100" cy="9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2b) </a:t>
            </a:r>
            <a:r>
              <a:rPr lang="en-GB" sz="2000"/>
              <a:t>These two rectangles are the same size. Work out the missing coordinate 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pic>
        <p:nvPicPr>
          <p:cNvPr id="983" name="Google Shape;98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00" y="1882175"/>
            <a:ext cx="3437101" cy="29382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4" name="Google Shape;984;p80"/>
          <p:cNvSpPr txBox="1"/>
          <p:nvPr>
            <p:ph idx="1" type="body"/>
          </p:nvPr>
        </p:nvSpPr>
        <p:spPr>
          <a:xfrm>
            <a:off x="6762750" y="4423875"/>
            <a:ext cx="956700" cy="2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(7,-12)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5" name="Google Shape;985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317150"/>
            <a:ext cx="3506601" cy="25032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6" name="Google Shape;986;p80"/>
          <p:cNvSpPr txBox="1"/>
          <p:nvPr>
            <p:ph idx="1" type="body"/>
          </p:nvPr>
        </p:nvSpPr>
        <p:spPr>
          <a:xfrm>
            <a:off x="1330775" y="4467275"/>
            <a:ext cx="14004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(-2,-16)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0"/>
          <p:cNvSpPr txBox="1"/>
          <p:nvPr>
            <p:ph idx="1" type="body"/>
          </p:nvPr>
        </p:nvSpPr>
        <p:spPr>
          <a:xfrm>
            <a:off x="1330777" y="3012532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8" name="Google Shape;988;p80"/>
          <p:cNvCxnSpPr/>
          <p:nvPr/>
        </p:nvCxnSpPr>
        <p:spPr>
          <a:xfrm>
            <a:off x="801788" y="3274525"/>
            <a:ext cx="1244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89" name="Google Shape;989;p80"/>
          <p:cNvSpPr txBox="1"/>
          <p:nvPr>
            <p:ph idx="1" type="body"/>
          </p:nvPr>
        </p:nvSpPr>
        <p:spPr>
          <a:xfrm>
            <a:off x="2218652" y="341760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0" name="Google Shape;990;p80"/>
          <p:cNvCxnSpPr/>
          <p:nvPr/>
        </p:nvCxnSpPr>
        <p:spPr>
          <a:xfrm rot="10800000">
            <a:off x="2165898" y="3355329"/>
            <a:ext cx="0" cy="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1" name="Google Shape;991;p80"/>
          <p:cNvSpPr txBox="1"/>
          <p:nvPr>
            <p:ph idx="1" type="body"/>
          </p:nvPr>
        </p:nvSpPr>
        <p:spPr>
          <a:xfrm>
            <a:off x="1812716" y="3848025"/>
            <a:ext cx="2724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2" name="Google Shape;992;p80"/>
          <p:cNvCxnSpPr/>
          <p:nvPr/>
        </p:nvCxnSpPr>
        <p:spPr>
          <a:xfrm rot="10800000">
            <a:off x="2044321" y="3795446"/>
            <a:ext cx="0" cy="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3" name="Google Shape;993;p80"/>
          <p:cNvCxnSpPr/>
          <p:nvPr/>
        </p:nvCxnSpPr>
        <p:spPr>
          <a:xfrm>
            <a:off x="5614600" y="2785925"/>
            <a:ext cx="139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994" name="Google Shape;994;p80"/>
          <p:cNvCxnSpPr/>
          <p:nvPr/>
        </p:nvCxnSpPr>
        <p:spPr>
          <a:xfrm rot="10800000">
            <a:off x="5469250" y="2843950"/>
            <a:ext cx="0" cy="5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5" name="Google Shape;995;p80"/>
          <p:cNvSpPr txBox="1"/>
          <p:nvPr>
            <p:ph idx="1" type="body"/>
          </p:nvPr>
        </p:nvSpPr>
        <p:spPr>
          <a:xfrm>
            <a:off x="6090252" y="251880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6" name="Google Shape;996;p80"/>
          <p:cNvSpPr txBox="1"/>
          <p:nvPr>
            <p:ph idx="1" type="body"/>
          </p:nvPr>
        </p:nvSpPr>
        <p:spPr>
          <a:xfrm>
            <a:off x="5255352" y="292825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7" name="Google Shape;997;p80"/>
          <p:cNvCxnSpPr/>
          <p:nvPr/>
        </p:nvCxnSpPr>
        <p:spPr>
          <a:xfrm>
            <a:off x="7115063" y="2785925"/>
            <a:ext cx="49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8" name="Google Shape;998;p80"/>
          <p:cNvSpPr txBox="1"/>
          <p:nvPr>
            <p:ph idx="1" type="body"/>
          </p:nvPr>
        </p:nvSpPr>
        <p:spPr>
          <a:xfrm>
            <a:off x="7291652" y="2518807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9" name="Google Shape;999;p80"/>
          <p:cNvCxnSpPr/>
          <p:nvPr/>
        </p:nvCxnSpPr>
        <p:spPr>
          <a:xfrm>
            <a:off x="7673100" y="2942450"/>
            <a:ext cx="0" cy="135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00" name="Google Shape;1000;p80"/>
          <p:cNvSpPr txBox="1"/>
          <p:nvPr>
            <p:ph idx="1" type="body"/>
          </p:nvPr>
        </p:nvSpPr>
        <p:spPr>
          <a:xfrm>
            <a:off x="7663200" y="2518800"/>
            <a:ext cx="593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(7,0)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0"/>
          <p:cNvSpPr txBox="1"/>
          <p:nvPr>
            <p:ph idx="1" type="body"/>
          </p:nvPr>
        </p:nvSpPr>
        <p:spPr>
          <a:xfrm>
            <a:off x="7746152" y="3372132"/>
            <a:ext cx="4278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0"/>
          <p:cNvSpPr txBox="1"/>
          <p:nvPr>
            <p:ph idx="1" type="body"/>
          </p:nvPr>
        </p:nvSpPr>
        <p:spPr>
          <a:xfrm>
            <a:off x="4515000" y="769563"/>
            <a:ext cx="4386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2d) </a:t>
            </a:r>
            <a:r>
              <a:rPr lang="en-GB" sz="2000"/>
              <a:t>Below are two identical triangles. Work out the missing coordinate A.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03" name="Google Shape;1003;p80"/>
          <p:cNvSpPr txBox="1"/>
          <p:nvPr>
            <p:ph idx="1" type="body"/>
          </p:nvPr>
        </p:nvSpPr>
        <p:spPr>
          <a:xfrm>
            <a:off x="324000" y="769563"/>
            <a:ext cx="4217100" cy="143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2c) </a:t>
            </a:r>
            <a:r>
              <a:rPr lang="en-GB" sz="2000"/>
              <a:t>These two rectangles are the same size. The length is double the width. Work out the missing coordinate B.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cxnSp>
        <p:nvCxnSpPr>
          <p:cNvPr id="1004" name="Google Shape;1004;p80"/>
          <p:cNvCxnSpPr/>
          <p:nvPr/>
        </p:nvCxnSpPr>
        <p:spPr>
          <a:xfrm>
            <a:off x="4406740" y="764575"/>
            <a:ext cx="0" cy="3977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horizontal and vertical distance</a:t>
            </a:r>
            <a:endParaRPr/>
          </a:p>
        </p:txBody>
      </p:sp>
      <p:sp>
        <p:nvSpPr>
          <p:cNvPr id="1010" name="Google Shape;1010;p8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11" name="Google Shape;1011;p8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  <p:pic>
        <p:nvPicPr>
          <p:cNvPr id="1012" name="Google Shape;101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18" name="Google Shape;1018;p82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find where 2 lines </a:t>
            </a:r>
            <a:r>
              <a:rPr lang="en-GB"/>
              <a:t>intersect</a:t>
            </a:r>
            <a:r>
              <a:rPr lang="en-GB"/>
              <a:t> by finding a coordinate that follows the rules of both lines.</a:t>
            </a:r>
            <a:endParaRPr/>
          </a:p>
        </p:txBody>
      </p:sp>
      <p:sp>
        <p:nvSpPr>
          <p:cNvPr id="1019" name="Google Shape;1019;p82"/>
          <p:cNvSpPr txBox="1"/>
          <p:nvPr>
            <p:ph idx="1" type="body"/>
          </p:nvPr>
        </p:nvSpPr>
        <p:spPr>
          <a:xfrm>
            <a:off x="324000" y="1529025"/>
            <a:ext cx="82377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are some coordinates that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020" name="Google Shape;1020;p82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2600" y="1968388"/>
            <a:ext cx="7618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2"/>
          <p:cNvSpPr txBox="1"/>
          <p:nvPr>
            <p:ph idx="1" type="body"/>
          </p:nvPr>
        </p:nvSpPr>
        <p:spPr>
          <a:xfrm>
            <a:off x="324000" y="2935200"/>
            <a:ext cx="82377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these coordinates will sit on a line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022" name="Google Shape;1022;p82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000" y="3335388"/>
            <a:ext cx="761837" cy="24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2"/>
          <p:cNvSpPr txBox="1"/>
          <p:nvPr>
            <p:ph idx="1" type="body"/>
          </p:nvPr>
        </p:nvSpPr>
        <p:spPr>
          <a:xfrm>
            <a:off x="324000" y="38032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coordinates also follows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3&quot;&gt;&lt;mi&gt;y&lt;/mi&gt;&lt;mo&gt;=&lt;/mo&gt;&lt;mn&gt;3&lt;/mn&gt;&lt;/math&gt;" id="1024" name="Google Shape;1024;p82" title="y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300" y="4153907"/>
            <a:ext cx="761825" cy="308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2"/>
          <p:cNvSpPr txBox="1"/>
          <p:nvPr>
            <p:ph idx="1" type="body"/>
          </p:nvPr>
        </p:nvSpPr>
        <p:spPr>
          <a:xfrm>
            <a:off x="3181800" y="4261600"/>
            <a:ext cx="696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(2,3)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2"/>
          <p:cNvSpPr txBox="1"/>
          <p:nvPr>
            <p:ph idx="1" type="body"/>
          </p:nvPr>
        </p:nvSpPr>
        <p:spPr>
          <a:xfrm>
            <a:off x="324000" y="1910025"/>
            <a:ext cx="9162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follow</a:t>
            </a:r>
            <a:endParaRPr/>
          </a:p>
        </p:txBody>
      </p:sp>
      <p:sp>
        <p:nvSpPr>
          <p:cNvPr id="1027" name="Google Shape;1027;p82"/>
          <p:cNvSpPr txBox="1"/>
          <p:nvPr>
            <p:ph idx="1" type="body"/>
          </p:nvPr>
        </p:nvSpPr>
        <p:spPr>
          <a:xfrm>
            <a:off x="324000" y="2378050"/>
            <a:ext cx="8237700" cy="24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(2,-5)  (2,-1)  (2,0)  (2,3)  (2,6) </a:t>
            </a:r>
            <a:endParaRPr/>
          </a:p>
        </p:txBody>
      </p:sp>
      <p:sp>
        <p:nvSpPr>
          <p:cNvPr id="1028" name="Google Shape;1028;p82"/>
          <p:cNvSpPr txBox="1"/>
          <p:nvPr>
            <p:ph idx="1" type="body"/>
          </p:nvPr>
        </p:nvSpPr>
        <p:spPr>
          <a:xfrm>
            <a:off x="1216325" y="1910025"/>
            <a:ext cx="1288800" cy="3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rule</a:t>
            </a:r>
            <a:endParaRPr/>
          </a:p>
        </p:txBody>
      </p:sp>
      <p:sp>
        <p:nvSpPr>
          <p:cNvPr id="1029" name="Google Shape;1029;p82"/>
          <p:cNvSpPr txBox="1"/>
          <p:nvPr>
            <p:ph idx="1" type="body"/>
          </p:nvPr>
        </p:nvSpPr>
        <p:spPr>
          <a:xfrm>
            <a:off x="324000" y="3284500"/>
            <a:ext cx="16692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that we call </a:t>
            </a:r>
            <a:endParaRPr/>
          </a:p>
        </p:txBody>
      </p:sp>
      <p:sp>
        <p:nvSpPr>
          <p:cNvPr id="1030" name="Google Shape;1030;p82"/>
          <p:cNvSpPr txBox="1"/>
          <p:nvPr>
            <p:ph idx="1" type="body"/>
          </p:nvPr>
        </p:nvSpPr>
        <p:spPr>
          <a:xfrm>
            <a:off x="324000" y="4108000"/>
            <a:ext cx="11703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rule</a:t>
            </a:r>
            <a:endParaRPr/>
          </a:p>
        </p:txBody>
      </p:sp>
      <p:sp>
        <p:nvSpPr>
          <p:cNvPr id="1031" name="Google Shape;1031;p82"/>
          <p:cNvSpPr txBox="1"/>
          <p:nvPr>
            <p:ph idx="1" type="body"/>
          </p:nvPr>
        </p:nvSpPr>
        <p:spPr>
          <a:xfrm>
            <a:off x="2447075" y="4108000"/>
            <a:ext cx="388500" cy="4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37" name="Google Shape;1037;p83"/>
          <p:cNvSpPr txBox="1"/>
          <p:nvPr>
            <p:ph idx="1" type="body"/>
          </p:nvPr>
        </p:nvSpPr>
        <p:spPr>
          <a:xfrm>
            <a:off x="324000" y="759300"/>
            <a:ext cx="47814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coordinate (2,3) will be on the</a:t>
            </a:r>
            <a:endParaRPr/>
          </a:p>
        </p:txBody>
      </p:sp>
      <p:sp>
        <p:nvSpPr>
          <p:cNvPr id="1038" name="Google Shape;1038;p83"/>
          <p:cNvSpPr txBox="1"/>
          <p:nvPr>
            <p:ph idx="1" type="body"/>
          </p:nvPr>
        </p:nvSpPr>
        <p:spPr>
          <a:xfrm>
            <a:off x="324000" y="15726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That means the 2 lines will intersect (cross over) at this coordinate.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039" name="Google Shape;1039;p83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594" y="1201500"/>
            <a:ext cx="761837" cy="24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&quot;&gt;&lt;mi&gt;y&lt;/mi&gt;&lt;mo&gt;=&lt;/mo&gt;&lt;mn&gt;3&lt;/mn&gt;&lt;/math&gt;" id="1040" name="Google Shape;1040;p83" title="y equals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8125" y="1167432"/>
            <a:ext cx="761825" cy="30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389527"/>
            <a:ext cx="2563199" cy="243087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2" name="Google Shape;1042;p83"/>
          <p:cNvSpPr txBox="1"/>
          <p:nvPr>
            <p:ph idx="1" type="body"/>
          </p:nvPr>
        </p:nvSpPr>
        <p:spPr>
          <a:xfrm>
            <a:off x="324000" y="1142825"/>
            <a:ext cx="6054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line</a:t>
            </a:r>
            <a:endParaRPr/>
          </a:p>
        </p:txBody>
      </p:sp>
      <p:sp>
        <p:nvSpPr>
          <p:cNvPr id="1043" name="Google Shape;1043;p83"/>
          <p:cNvSpPr txBox="1"/>
          <p:nvPr>
            <p:ph idx="1" type="body"/>
          </p:nvPr>
        </p:nvSpPr>
        <p:spPr>
          <a:xfrm>
            <a:off x="1750850" y="1142825"/>
            <a:ext cx="815100" cy="3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49" name="Google Shape;1049;p84"/>
          <p:cNvSpPr txBox="1"/>
          <p:nvPr>
            <p:ph idx="1" type="body"/>
          </p:nvPr>
        </p:nvSpPr>
        <p:spPr>
          <a:xfrm>
            <a:off x="324000" y="759300"/>
            <a:ext cx="53475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Suggest some coordinates that are on</a:t>
            </a:r>
            <a:endParaRPr/>
          </a:p>
        </p:txBody>
      </p:sp>
      <p:sp>
        <p:nvSpPr>
          <p:cNvPr id="1050" name="Google Shape;1050;p84"/>
          <p:cNvSpPr txBox="1"/>
          <p:nvPr>
            <p:ph idx="1" type="body"/>
          </p:nvPr>
        </p:nvSpPr>
        <p:spPr>
          <a:xfrm>
            <a:off x="324000" y="1715037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(-4,-2) (-2,0) (1,3) (2,4) (3,5)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1051" name="Google Shape;1051;p84" title="y equals x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325" y="1193810"/>
            <a:ext cx="1366524" cy="3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4"/>
          <p:cNvSpPr txBox="1"/>
          <p:nvPr>
            <p:ph idx="1" type="body"/>
          </p:nvPr>
        </p:nvSpPr>
        <p:spPr>
          <a:xfrm>
            <a:off x="324000" y="2256625"/>
            <a:ext cx="8237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any of these also follow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053" name="Google Shape;1053;p84" title="y equals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7092" y="2656888"/>
            <a:ext cx="961404" cy="30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84"/>
          <p:cNvSpPr txBox="1"/>
          <p:nvPr>
            <p:ph idx="1" type="body"/>
          </p:nvPr>
        </p:nvSpPr>
        <p:spPr>
          <a:xfrm>
            <a:off x="324000" y="3088700"/>
            <a:ext cx="7728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(2,4)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4"/>
          <p:cNvSpPr txBox="1"/>
          <p:nvPr>
            <p:ph idx="1" type="body"/>
          </p:nvPr>
        </p:nvSpPr>
        <p:spPr>
          <a:xfrm>
            <a:off x="324000" y="3621000"/>
            <a:ext cx="13665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1056" name="Google Shape;1056;p84" title="y equals x pl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500" y="3643095"/>
            <a:ext cx="1366524" cy="308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&quot;&gt;&lt;mi&gt;y&lt;/mi&gt;&lt;mo&gt;=&lt;/mo&gt;&lt;mn&gt;2&lt;/mn&gt;&lt;mi&gt;x&lt;/mi&gt;&lt;/math&gt;" id="1057" name="Google Shape;1057;p84" title="y equals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330" y="3643100"/>
            <a:ext cx="961404" cy="3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8850" y="2430557"/>
            <a:ext cx="2335900" cy="238984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9" name="Google Shape;1059;p84"/>
          <p:cNvSpPr txBox="1"/>
          <p:nvPr>
            <p:ph idx="1" type="body"/>
          </p:nvPr>
        </p:nvSpPr>
        <p:spPr>
          <a:xfrm>
            <a:off x="324000" y="1156200"/>
            <a:ext cx="1153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line   </a:t>
            </a:r>
            <a:endParaRPr/>
          </a:p>
        </p:txBody>
      </p:sp>
      <p:sp>
        <p:nvSpPr>
          <p:cNvPr id="1060" name="Google Shape;1060;p84"/>
          <p:cNvSpPr txBox="1"/>
          <p:nvPr>
            <p:ph idx="1" type="body"/>
          </p:nvPr>
        </p:nvSpPr>
        <p:spPr>
          <a:xfrm>
            <a:off x="324000" y="2622225"/>
            <a:ext cx="1157400" cy="3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rule</a:t>
            </a:r>
            <a:endParaRPr/>
          </a:p>
        </p:txBody>
      </p:sp>
      <p:sp>
        <p:nvSpPr>
          <p:cNvPr id="1061" name="Google Shape;1061;p84"/>
          <p:cNvSpPr txBox="1"/>
          <p:nvPr>
            <p:ph idx="1" type="body"/>
          </p:nvPr>
        </p:nvSpPr>
        <p:spPr>
          <a:xfrm>
            <a:off x="2506550" y="2622225"/>
            <a:ext cx="6283800" cy="57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?    </a:t>
            </a:r>
            <a:endParaRPr/>
          </a:p>
        </p:txBody>
      </p:sp>
      <p:sp>
        <p:nvSpPr>
          <p:cNvPr id="1062" name="Google Shape;1062;p84"/>
          <p:cNvSpPr txBox="1"/>
          <p:nvPr>
            <p:ph idx="1" type="body"/>
          </p:nvPr>
        </p:nvSpPr>
        <p:spPr>
          <a:xfrm>
            <a:off x="324000" y="3999000"/>
            <a:ext cx="30456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will intersect at (2,4) </a:t>
            </a:r>
            <a:endParaRPr/>
          </a:p>
        </p:txBody>
      </p:sp>
      <p:sp>
        <p:nvSpPr>
          <p:cNvPr id="1063" name="Google Shape;1063;p84"/>
          <p:cNvSpPr txBox="1"/>
          <p:nvPr>
            <p:ph idx="1" type="body"/>
          </p:nvPr>
        </p:nvSpPr>
        <p:spPr>
          <a:xfrm>
            <a:off x="3143850" y="3621000"/>
            <a:ext cx="712500" cy="4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69" name="Google Shape;1069;p8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two rules which apply to the coordinate (4,6)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4&quot;&gt;&lt;mi&gt;x&lt;/mi&gt;&lt;mo&gt;=&lt;/mo&gt;&lt;mn&gt;4&lt;/mn&gt;&lt;/math&gt;" id="1070" name="Google Shape;1070;p85" title="x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025" y="2556162"/>
            <a:ext cx="932400" cy="287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071" name="Google Shape;1071;p85" title="y equals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027" y="3348133"/>
            <a:ext cx="950400" cy="276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6&quot;&gt;&lt;mi&gt;y&lt;/mi&gt;&lt;mo&gt;=&lt;/mo&gt;&lt;mn&gt;6&lt;/mn&gt;&lt;/math&gt;" id="1072" name="Google Shape;1072;p85" title="y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731" y="4100412"/>
            <a:ext cx="914982" cy="36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073" name="Google Shape;1073;p85" title="x equal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025" y="1718002"/>
            <a:ext cx="950400" cy="29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333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333" y="40906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81" name="Google Shape;1081;p8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two rules which apply to the coordinate (3,5)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&quot;&gt;&lt;mi&gt;x&lt;/mi&gt;&lt;mo&gt;=&lt;/mo&gt;&lt;mn&gt;2&lt;/mn&gt;&lt;/math&gt;" id="1082" name="Google Shape;1082;p86" title="x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025" y="1718002"/>
            <a:ext cx="950400" cy="295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2&quot;&gt;&lt;mi&gt;y&lt;/mi&gt;&lt;mo&gt;=&lt;/mo&gt;&lt;mi&gt;x&lt;/mi&gt;&lt;mo&gt;+&lt;/mo&gt;&lt;mn&gt;2&lt;/mn&gt;&lt;/math&gt;" id="1083" name="Google Shape;1083;p86" title="y equals x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724" y="2517712"/>
            <a:ext cx="1615604" cy="36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id="1084" name="Google Shape;1084;p86" title="y equals x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7725" y="3309045"/>
            <a:ext cx="1615600" cy="364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5&quot;&gt;&lt;mi&gt;y&lt;/mi&gt;&lt;mo&gt;=&lt;/mo&gt;&lt;mn&gt;5&lt;/mn&gt;&lt;/math&gt;" id="1085" name="Google Shape;1085;p86" title="y equals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025" y="4146251"/>
            <a:ext cx="907879" cy="36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333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333" y="40906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093" name="Google Shape;1093;p8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two rules which apply to the coordinate (-3,3)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x&quot;&gt;&lt;mi&gt;y&lt;/mi&gt;&lt;mo&gt;=&lt;/mo&gt;&lt;mi&gt;x&lt;/mi&gt;&lt;/math&gt;" id="1094" name="Google Shape;1094;p87" title="y equals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6848" y="1755710"/>
            <a:ext cx="950400" cy="2740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x&quot;&gt;&lt;mi&gt;y&lt;/mi&gt;&lt;mo&gt;=&lt;/mo&gt;&lt;mo&gt;−&lt;/mo&gt;&lt;mi&gt;x&lt;/mi&gt;&lt;/math&gt;" id="1095" name="Google Shape;1095;p87" title="y equals negative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947" y="3328165"/>
            <a:ext cx="1281600" cy="276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6&quot;&gt;&lt;mi&gt;y&lt;/mi&gt;&lt;mo&gt;=&lt;/mo&gt;&lt;mi&gt;x&lt;/mi&gt;&lt;mo&gt;+&lt;/mo&gt;&lt;mn&gt;6&lt;/mn&gt;&lt;/math&gt;" id="1096" name="Google Shape;1096;p87" title="y equals x plu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7914" y="2455095"/>
            <a:ext cx="1645200" cy="366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3&quot;&gt;&lt;mi&gt;y&lt;/mi&gt;&lt;mo&gt;=&lt;/mo&gt;&lt;mi&gt;x&lt;/mi&gt;&lt;mo&gt;−&lt;/mo&gt;&lt;mn&gt;3&lt;/mn&gt;&lt;/math&gt;" id="1097" name="Google Shape;1097;p87" title="y equals x minus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5939" y="4059572"/>
            <a:ext cx="1667239" cy="37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51333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35887" y="329728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05" name="Google Shape;1105;p8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Pick two rules which apply to the coordinate (-2,4)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x+6&quot;&gt;&lt;mi&gt;y&lt;/mi&gt;&lt;mo&gt;=&lt;/mo&gt;&lt;mi&gt;x&lt;/mi&gt;&lt;mo&gt;+&lt;/mo&gt;&lt;mn&gt;6&lt;/mn&gt;&lt;/math&gt;" id="1106" name="Google Shape;1106;p88" title="y equals x plu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544" y="1707625"/>
            <a:ext cx="1692000" cy="382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2x&quot;&gt;&lt;mi&gt;y&lt;/mi&gt;&lt;mo&gt;=&lt;/mo&gt;&lt;mo&gt;−&lt;/mo&gt;&lt;mn&gt;2&lt;/mn&gt;&lt;mi&gt;x&lt;/mi&gt;&lt;/math&gt;" id="1107" name="Google Shape;1107;p88" title="y equals negative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487" y="3310400"/>
            <a:ext cx="1492630" cy="38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id="1108" name="Google Shape;1108;p88" title="y equals x min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473" y="2524174"/>
            <a:ext cx="1692000" cy="381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4x&quot;&gt;&lt;mi&gt;y&lt;/mi&gt;&lt;mo&gt;=&lt;/mo&gt;&lt;mn&gt;4&lt;/mn&gt;&lt;mi&gt;x&lt;/mi&gt;&lt;/math&gt;" id="1109" name="Google Shape;1109;p88" title="y equals 4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550" y="4097350"/>
            <a:ext cx="1189541" cy="38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8164" y="1652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0441" y="329728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17" name="Google Shape;1117;p8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 coordinate that follows both rules. You may wish to use the axes to help. </a:t>
            </a:r>
            <a:endParaRPr/>
          </a:p>
        </p:txBody>
      </p:sp>
      <p:pic>
        <p:nvPicPr>
          <p:cNvPr id="1118" name="Google Shape;1118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33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9" name="Google Shape;111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0821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0" name="Google Shape;112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008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1" name="Google Shape;1121;p89"/>
          <p:cNvSpPr txBox="1"/>
          <p:nvPr>
            <p:ph idx="1" type="body"/>
          </p:nvPr>
        </p:nvSpPr>
        <p:spPr>
          <a:xfrm>
            <a:off x="324000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122" name="Google Shape;1122;p89"/>
          <p:cNvSpPr txBox="1"/>
          <p:nvPr>
            <p:ph idx="1" type="body"/>
          </p:nvPr>
        </p:nvSpPr>
        <p:spPr>
          <a:xfrm>
            <a:off x="3170825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123" name="Google Shape;1123;p89"/>
          <p:cNvSpPr txBox="1"/>
          <p:nvPr>
            <p:ph idx="1" type="body"/>
          </p:nvPr>
        </p:nvSpPr>
        <p:spPr>
          <a:xfrm>
            <a:off x="5883600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-3\ ,\ y=4&quot;&gt;&lt;mi&gt;x&lt;/mi&gt;&lt;mo&gt;=&lt;/mo&gt;&lt;mo&gt;−&lt;/mo&gt;&lt;mn&gt;3&lt;/mn&gt;&lt;mtext&gt;&lt;/mtext&gt;&lt;mo&gt;,&lt;/mo&gt;&lt;mtext&gt;&lt;/mtext&gt;&lt;mi&gt;y&lt;/mi&gt;&lt;mo&gt;=&lt;/mo&gt;&lt;mn&gt;4&lt;/mn&gt;&lt;/math&gt;" id="1124" name="Google Shape;1124;p89" title="x equals negative 3 comma y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14" y="1842788"/>
            <a:ext cx="2202173" cy="317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\ ,\ y=-1&quot;&gt;&lt;mi&gt;x&lt;/mi&gt;&lt;mo&gt;=&lt;/mo&gt;&lt;mn&gt;2&lt;/mn&gt;&lt;mtext&gt;&lt;/mtext&gt;&lt;mo&gt;,&lt;/mo&gt;&lt;mtext&gt;&lt;/mtext&gt;&lt;mi&gt;y&lt;/mi&gt;&lt;mo&gt;=&lt;/mo&gt;&lt;mo&gt;−&lt;/mo&gt;&lt;mn&gt;1&lt;/mn&gt;&lt;/math&gt;" id="1125" name="Google Shape;1125;p89" title="x equals 2 comma y equals negative 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0458" y="1829145"/>
            <a:ext cx="2183082" cy="31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3\ ,\ y=0&quot;&gt;&lt;mi&gt;x&lt;/mi&gt;&lt;mo&gt;=&lt;/mo&gt;&lt;mo&gt;−&lt;/mo&gt;&lt;mn&gt;3&lt;/mn&gt;&lt;mtext&gt;&lt;/mtext&gt;&lt;mo&gt;,&lt;/mo&gt;&lt;mtext&gt;&lt;/mtext&gt;&lt;mi&gt;y&lt;/mi&gt;&lt;mo&gt;=&lt;/mo&gt;&lt;mn&gt;0&lt;/mn&gt;&lt;/math&gt;" id="1126" name="Google Shape;1126;p89" title="x equals negative 3 comma y equals 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1525" y="1829145"/>
            <a:ext cx="2214180" cy="3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32" name="Google Shape;1132;p9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 coordinate that follows both rules. You may wish to use the axes to help. </a:t>
            </a:r>
            <a:endParaRPr/>
          </a:p>
        </p:txBody>
      </p:sp>
      <p:pic>
        <p:nvPicPr>
          <p:cNvPr id="1133" name="Google Shape;113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33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4" name="Google Shape;113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0821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5" name="Google Shape;113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008" y="2355496"/>
            <a:ext cx="2518550" cy="23941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6" name="Google Shape;1136;p90"/>
          <p:cNvSpPr txBox="1"/>
          <p:nvPr>
            <p:ph idx="1" type="body"/>
          </p:nvPr>
        </p:nvSpPr>
        <p:spPr>
          <a:xfrm>
            <a:off x="324000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/>
          </a:p>
        </p:txBody>
      </p:sp>
      <p:sp>
        <p:nvSpPr>
          <p:cNvPr id="1137" name="Google Shape;1137;p90"/>
          <p:cNvSpPr txBox="1"/>
          <p:nvPr>
            <p:ph idx="1" type="body"/>
          </p:nvPr>
        </p:nvSpPr>
        <p:spPr>
          <a:xfrm>
            <a:off x="3170825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</a:t>
            </a:r>
            <a:r>
              <a:rPr lang="en-GB"/>
              <a:t>)</a:t>
            </a:r>
            <a:endParaRPr/>
          </a:p>
        </p:txBody>
      </p:sp>
      <p:sp>
        <p:nvSpPr>
          <p:cNvPr id="1138" name="Google Shape;1138;p90"/>
          <p:cNvSpPr txBox="1"/>
          <p:nvPr>
            <p:ph idx="1" type="body"/>
          </p:nvPr>
        </p:nvSpPr>
        <p:spPr>
          <a:xfrm>
            <a:off x="5927034" y="17987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,\ y=2x&quot;&gt;&lt;mi&gt;x&lt;/mi&gt;&lt;mo&gt;=&lt;/mo&gt;&lt;mn&gt;2&lt;/mn&gt;&lt;mo&gt;,&lt;/mo&gt;&lt;mtext&gt;&lt;/mtext&gt;&lt;mi&gt;y&lt;/mi&gt;&lt;mo&gt;=&lt;/mo&gt;&lt;mn&gt;2&lt;/mn&gt;&lt;mi&gt;x&lt;/mi&gt;&lt;/math&gt;" id="1139" name="Google Shape;1139;p90" title="x equals 2 comma y equals 2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6299" y="1847700"/>
            <a:ext cx="1823307" cy="280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,\ y=x+2&quot;&gt;&lt;mi&gt;y&lt;/mi&gt;&lt;mo&gt;=&lt;/mo&gt;&lt;mn&gt;3&lt;/mn&gt;&lt;mi&gt;x&lt;/mi&gt;&lt;mo&gt;,&lt;/mo&gt;&lt;mtext&gt;&lt;/mtext&gt;&lt;mi&gt;y&lt;/mi&gt;&lt;mo&gt;=&lt;/mo&gt;&lt;mi&gt;x&lt;/mi&gt;&lt;mo&gt;+&lt;/mo&gt;&lt;mn&gt;2&lt;/mn&gt;&lt;/math&gt;" id="1140" name="Google Shape;1140;p90" title="y equals 3 x comma y equals x plus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1067" y="1830324"/>
            <a:ext cx="2451600" cy="292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,\ \ y=4&quot;&gt;&lt;mi&gt;y&lt;/mi&gt;&lt;mo&gt;=&lt;/mo&gt;&lt;mi&gt;x&lt;/mi&gt;&lt;mo&gt;,&lt;/mo&gt;&lt;mtext&gt;&lt;/mtext&gt;&lt;mtext&gt;&lt;/mtext&gt;&lt;mi&gt;y&lt;/mi&gt;&lt;mo&gt;=&lt;/mo&gt;&lt;mn&gt;4&lt;/mn&gt;&lt;/math&gt;" id="1141" name="Google Shape;1141;p90" title="y equals x comma y equal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2896" y="1846894"/>
            <a:ext cx="1723758" cy="2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47" name="Google Shape;1147;p91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Where do each pair of lines intersect?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(list some coordinates that fit the rules to help you) </a:t>
            </a:r>
            <a:endParaRPr sz="1800"/>
          </a:p>
        </p:txBody>
      </p:sp>
      <p:graphicFrame>
        <p:nvGraphicFramePr>
          <p:cNvPr id="1148" name="Google Shape;1148;p91"/>
          <p:cNvGraphicFramePr/>
          <p:nvPr/>
        </p:nvGraphicFramePr>
        <p:xfrm>
          <a:off x="381000" y="146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{CE919E24-CE20-47F7-9B5B-7612AAFC54D7}</a:tableStyleId>
              </a:tblPr>
              <a:tblGrid>
                <a:gridCol w="670600"/>
              </a:tblGrid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2x,\ \ y=x-1&quot;&gt;&lt;mi&gt;y&lt;/mi&gt;&lt;mo&gt;=&lt;/mo&gt;&lt;mn&gt;2&lt;/mn&gt;&lt;mi&gt;x&lt;/mi&gt;&lt;mo&gt;,&lt;/mo&gt;&lt;mtext&gt;&lt;/mtext&gt;&lt;mtext&gt;&lt;/mtext&gt;&lt;mi&gt;y&lt;/mi&gt;&lt;mo&gt;=&lt;/mo&gt;&lt;mi&gt;x&lt;/mi&gt;&lt;mo&gt;−&lt;/mo&gt;&lt;mn&gt;1&lt;/mn&gt;&lt;/math&gt;" id="1149" name="Google Shape;1149;p91" title="y equals 2 x comma y equals x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438" y="3832725"/>
            <a:ext cx="2434677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,\ \ x=4&quot;&gt;&lt;mi&gt;y&lt;/mi&gt;&lt;mo&gt;=&lt;/mo&gt;&lt;mi&gt;x&lt;/mi&gt;&lt;mo&gt;+&lt;/mo&gt;&lt;mn&gt;5&lt;/mn&gt;&lt;mo&gt;,&lt;/mo&gt;&lt;mtext&gt;&lt;/mtext&gt;&lt;mtext&gt;&lt;/mtext&gt;&lt;mi&gt;x&lt;/mi&gt;&lt;mo&gt;=&lt;/mo&gt;&lt;mn&gt;4&lt;/mn&gt;&lt;/math&gt;" id="1150" name="Google Shape;1150;p91" title="y equals x plus 5 comma x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00" y="1592047"/>
            <a:ext cx="2253600" cy="283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5&quot;&gt;&lt;mi&gt;y&lt;/mi&gt;&lt;mo&gt;=&lt;/mo&gt;&lt;mn&gt;2&lt;/mn&gt;&lt;mi&gt;x&lt;/mi&gt;&lt;mo&gt;,&lt;/mo&gt;&lt;mtext&gt;&lt;/mtext&gt;&lt;mtext&gt;&lt;/mtext&gt;&lt;mi&gt;y&lt;/mi&gt;&lt;mo&gt;=&lt;/mo&gt;&lt;mi&gt;x&lt;/mi&gt;&lt;mo&gt;+&lt;/mo&gt;&lt;mn&gt;5&lt;/mn&gt;&lt;/math&gt;" id="1151" name="Google Shape;1151;p91" title="y equals 2 x comma y equals x pl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924" y="3307125"/>
            <a:ext cx="2445820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1&quot;&gt;&lt;mi&gt;y&lt;/mi&gt;&lt;mo&gt;=&lt;/mo&gt;&lt;mn&gt;2&lt;/mn&gt;&lt;mi&gt;x&lt;/mi&gt;&lt;mo&gt;,&lt;/mo&gt;&lt;mtext&gt;&lt;/mtext&gt;&lt;mtext&gt;&lt;/mtext&gt;&lt;mi&gt;y&lt;/mi&gt;&lt;mo&gt;=&lt;/mo&gt;&lt;mi&gt;x&lt;/mi&gt;&lt;mo&gt;+&lt;/mo&gt;&lt;mn&gt;1&lt;/mn&gt;&lt;/math&gt;" id="1152" name="Google Shape;1152;p91" title="y equals 2 x comma y equals x plu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501" y="2170660"/>
            <a:ext cx="2434550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3&quot;&gt;&lt;mi&gt;y&lt;/mi&gt;&lt;mo&gt;=&lt;/mo&gt;&lt;mn&gt;2&lt;/mn&gt;&lt;mi&gt;x&lt;/mi&gt;&lt;mo&gt;,&lt;/mo&gt;&lt;mtext&gt;&lt;/mtext&gt;&lt;mtext&gt;&lt;/mtext&gt;&lt;mi&gt;y&lt;/mi&gt;&lt;mo&gt;=&lt;/mo&gt;&lt;mi&gt;x&lt;/mi&gt;&lt;mo&gt;+&lt;/mo&gt;&lt;mn&gt;3&lt;/mn&gt;&lt;/math&gt;" id="1153" name="Google Shape;1153;p91" title="y equals 2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0938" y="2781525"/>
            <a:ext cx="2445666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&quot;&gt;&lt;mi&gt;y&lt;/mi&gt;&lt;mo&gt;=&lt;/mo&gt;&lt;mn&gt;2&lt;/mn&gt;&lt;mi&gt;x&lt;/mi&gt;&lt;mo&gt;,&lt;/mo&gt;&lt;mtext&gt;&lt;/mtext&gt;&lt;mtext&gt;&lt;/mtext&gt;&lt;mi&gt;y&lt;/mi&gt;&lt;mo&gt;=&lt;/mo&gt;&lt;mi&gt;x&lt;/mi&gt;&lt;/math&gt;" id="1154" name="Google Shape;1154;p91" title="y equals 2 x comma y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500" y="4443600"/>
            <a:ext cx="1928717" cy="28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60" name="Google Shape;1160;p92"/>
          <p:cNvSpPr txBox="1"/>
          <p:nvPr>
            <p:ph idx="1" type="body"/>
          </p:nvPr>
        </p:nvSpPr>
        <p:spPr>
          <a:xfrm>
            <a:off x="324000" y="80205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Where do each pair of lines intersect? </a:t>
            </a:r>
            <a:endParaRPr/>
          </a:p>
        </p:txBody>
      </p:sp>
      <p:graphicFrame>
        <p:nvGraphicFramePr>
          <p:cNvPr id="1161" name="Google Shape;1161;p92"/>
          <p:cNvGraphicFramePr/>
          <p:nvPr/>
        </p:nvGraphicFramePr>
        <p:xfrm>
          <a:off x="365575" y="1322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{CE919E24-CE20-47F7-9B5B-7612AAFC54D7}</a:tableStyleId>
              </a:tblPr>
              <a:tblGrid>
                <a:gridCol w="670600"/>
              </a:tblGrid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-x,\ \ y=x-4&quot;&gt;&lt;mi&gt;y&lt;/mi&gt;&lt;mo&gt;=&lt;/mo&gt;&lt;mo&gt;−&lt;/mo&gt;&lt;mi&gt;x&lt;/mi&gt;&lt;mo&gt;,&lt;/mo&gt;&lt;mtext&gt;&lt;/mtext&gt;&lt;mtext&gt;&lt;/mtext&gt;&lt;mi&gt;y&lt;/mi&gt;&lt;mo&gt;=&lt;/mo&gt;&lt;mi&gt;x&lt;/mi&gt;&lt;mo&gt;−&lt;/mo&gt;&lt;mn&gt;4&lt;/mn&gt;&lt;/math&gt;" id="1162" name="Google Shape;1162;p92" title="y equals negative x comma y equals x minu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012" y="2128936"/>
            <a:ext cx="2585731" cy="29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x,\ \ y=x+4&quot;&gt;&lt;mi&gt;y&lt;/mi&gt;&lt;mo&gt;=&lt;/mo&gt;&lt;mo&gt;−&lt;/mo&gt;&lt;mi&gt;x&lt;/mi&gt;&lt;mo&gt;,&lt;/mo&gt;&lt;mtext&gt;&lt;/mtext&gt;&lt;mtext&gt;&lt;/mtext&gt;&lt;mi&gt;y&lt;/mi&gt;&lt;mo&gt;=&lt;/mo&gt;&lt;mi&gt;x&lt;/mi&gt;&lt;mo&gt;+&lt;/mo&gt;&lt;mn&gt;4&lt;/mn&gt;&lt;/math&gt;" id="1163" name="Google Shape;1163;p92" title="y equals negative x comma y equals x pl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012" y="2808342"/>
            <a:ext cx="2477807" cy="2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4x,\ \ y=x+6&quot;&gt;&lt;mi&gt;y&lt;/mi&gt;&lt;mo&gt;=&lt;/mo&gt;&lt;mn&gt;4&lt;/mn&gt;&lt;mi&gt;x&lt;/mi&gt;&lt;mo&gt;,&lt;/mo&gt;&lt;mtext&gt;&lt;/mtext&gt;&lt;mtext&gt;&lt;/mtext&gt;&lt;mi&gt;y&lt;/mi&gt;&lt;mo&gt;=&lt;/mo&gt;&lt;mi&gt;x&lt;/mi&gt;&lt;mo&gt;+&lt;/mo&gt;&lt;mn&gt;6&lt;/mn&gt;&lt;/math&gt;" id="1164" name="Google Shape;1164;p92" title="y equals 4 x comma y equals x plu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012" y="3513100"/>
            <a:ext cx="2523863" cy="29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y=6,\ \ y=x&quot;&gt;&lt;mi&gt;x&lt;/mi&gt;&lt;mo&gt;+&lt;/mo&gt;&lt;mi&gt;y&lt;/mi&gt;&lt;mo&gt;=&lt;/mo&gt;&lt;mn&gt;6&lt;/mn&gt;&lt;mo&gt;,&lt;/mo&gt;&lt;mtext&gt;&lt;/mtext&gt;&lt;mtext&gt;&lt;/mtext&gt;&lt;mi&gt;y&lt;/mi&gt;&lt;mo&gt;=&lt;/mo&gt;&lt;mi&gt;x&lt;/mi&gt;&lt;/math&gt;" id="1165" name="Google Shape;1165;p92" title="x plus y equals 6 comma y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012" y="1450088"/>
            <a:ext cx="2262901" cy="2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,\ \ y=x+3&quot;&gt;&lt;mi&gt;y&lt;/mi&gt;&lt;mo&gt;=&lt;/mo&gt;&lt;mfrac&gt;&lt;mn&gt;1&lt;/mn&gt;&lt;mn&gt;2&lt;/mn&gt;&lt;/mfrac&gt;&lt;mi&gt;x&lt;/mi&gt;&lt;mo&gt;,&lt;/mo&gt;&lt;mtext&gt;&lt;/mtext&gt;&lt;mtext&gt;&lt;/mtext&gt;&lt;mi&gt;y&lt;/mi&gt;&lt;mo&gt;=&lt;/mo&gt;&lt;mi&gt;x&lt;/mi&gt;&lt;mo&gt;+&lt;/mo&gt;&lt;mn&gt;3&lt;/mn&gt;&lt;/math&gt;" id="1166" name="Google Shape;1166;p92" title="y equals one half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012" y="4059473"/>
            <a:ext cx="2477800" cy="64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72" name="Google Shape;1172;p9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 coordinate that follows both rules. You may wish to use the axes to help. </a:t>
            </a:r>
            <a:endParaRPr/>
          </a:p>
        </p:txBody>
      </p:sp>
      <p:sp>
        <p:nvSpPr>
          <p:cNvPr id="1173" name="Google Shape;1173;p93"/>
          <p:cNvSpPr txBox="1"/>
          <p:nvPr>
            <p:ph idx="1" type="body"/>
          </p:nvPr>
        </p:nvSpPr>
        <p:spPr>
          <a:xfrm>
            <a:off x="324000" y="1524842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174" name="Google Shape;1174;p93"/>
          <p:cNvSpPr txBox="1"/>
          <p:nvPr>
            <p:ph idx="1" type="body"/>
          </p:nvPr>
        </p:nvSpPr>
        <p:spPr>
          <a:xfrm>
            <a:off x="3112883" y="15701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175" name="Google Shape;1175;p93"/>
          <p:cNvSpPr txBox="1"/>
          <p:nvPr>
            <p:ph idx="1" type="body"/>
          </p:nvPr>
        </p:nvSpPr>
        <p:spPr>
          <a:xfrm>
            <a:off x="5883600" y="15701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-3\ ,\ y=4&quot;&gt;&lt;mi&gt;x&lt;/mi&gt;&lt;mo&gt;=&lt;/mo&gt;&lt;mo&gt;−&lt;/mo&gt;&lt;mn&gt;3&lt;/mn&gt;&lt;mtext&gt;&lt;/mtext&gt;&lt;mo&gt;,&lt;/mo&gt;&lt;mtext&gt;&lt;/mtext&gt;&lt;mi&gt;y&lt;/mi&gt;&lt;mo&gt;=&lt;/mo&gt;&lt;mn&gt;4&lt;/mn&gt;&lt;/math&gt;" id="1176" name="Google Shape;1176;p93" title="x equals negative 3 comma 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314" y="1568879"/>
            <a:ext cx="2202173" cy="317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2\ ,\ y=-1&quot;&gt;&lt;mi&gt;x&lt;/mi&gt;&lt;mo&gt;=&lt;/mo&gt;&lt;mn&gt;2&lt;/mn&gt;&lt;mtext&gt;&lt;/mtext&gt;&lt;mo&gt;,&lt;/mo&gt;&lt;mtext&gt;&lt;/mtext&gt;&lt;mi&gt;y&lt;/mi&gt;&lt;mo&gt;=&lt;/mo&gt;&lt;mo&gt;−&lt;/mo&gt;&lt;mn&gt;1&lt;/mn&gt;&lt;/math&gt;" id="1177" name="Google Shape;1177;p93" title="x equals 2 comma y equals negative 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440" y="1568879"/>
            <a:ext cx="2183082" cy="31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3\ ,\ y=0&quot;&gt;&lt;mi&gt;x&lt;/mi&gt;&lt;mo&gt;=&lt;/mo&gt;&lt;mo&gt;−&lt;/mo&gt;&lt;mn&gt;3&lt;/mn&gt;&lt;mtext&gt;&lt;/mtext&gt;&lt;mo&gt;,&lt;/mo&gt;&lt;mtext&gt;&lt;/mtext&gt;&lt;mi&gt;y&lt;/mi&gt;&lt;mo&gt;=&lt;/mo&gt;&lt;mn&gt;0&lt;/mn&gt;&lt;/math&gt;" id="1178" name="Google Shape;1178;p93" title="x equals negative 3 comma y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1525" y="1568879"/>
            <a:ext cx="2214180" cy="31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390275"/>
            <a:ext cx="2518550" cy="24054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0" name="Google Shape;1180;p93"/>
          <p:cNvSpPr txBox="1"/>
          <p:nvPr>
            <p:ph idx="1" type="body"/>
          </p:nvPr>
        </p:nvSpPr>
        <p:spPr>
          <a:xfrm>
            <a:off x="645290" y="1907124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(-3,4)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81" name="Google Shape;1181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2883" y="2381874"/>
            <a:ext cx="2502001" cy="24222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2" name="Google Shape;1182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83600" y="2375011"/>
            <a:ext cx="2571747" cy="24222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3" name="Google Shape;1183;p93"/>
          <p:cNvSpPr txBox="1"/>
          <p:nvPr>
            <p:ph idx="1" type="body"/>
          </p:nvPr>
        </p:nvSpPr>
        <p:spPr>
          <a:xfrm>
            <a:off x="3480440" y="1907124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,-1)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93"/>
          <p:cNvSpPr txBox="1"/>
          <p:nvPr>
            <p:ph idx="1" type="body"/>
          </p:nvPr>
        </p:nvSpPr>
        <p:spPr>
          <a:xfrm>
            <a:off x="6251525" y="1907124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(-3,0)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190" name="Google Shape;1190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a coordinate that follows both rules. You may wish to use the axes to help. </a:t>
            </a:r>
            <a:endParaRPr/>
          </a:p>
        </p:txBody>
      </p:sp>
      <p:sp>
        <p:nvSpPr>
          <p:cNvPr id="1191" name="Google Shape;1191;p94"/>
          <p:cNvSpPr txBox="1"/>
          <p:nvPr>
            <p:ph idx="1" type="body"/>
          </p:nvPr>
        </p:nvSpPr>
        <p:spPr>
          <a:xfrm>
            <a:off x="324000" y="14939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/>
          </a:p>
        </p:txBody>
      </p:sp>
      <p:sp>
        <p:nvSpPr>
          <p:cNvPr id="1192" name="Google Shape;1192;p94"/>
          <p:cNvSpPr txBox="1"/>
          <p:nvPr>
            <p:ph idx="1" type="body"/>
          </p:nvPr>
        </p:nvSpPr>
        <p:spPr>
          <a:xfrm>
            <a:off x="3098155" y="14939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e)</a:t>
            </a:r>
            <a:endParaRPr/>
          </a:p>
        </p:txBody>
      </p:sp>
      <p:sp>
        <p:nvSpPr>
          <p:cNvPr id="1193" name="Google Shape;1193;p94"/>
          <p:cNvSpPr txBox="1"/>
          <p:nvPr>
            <p:ph idx="1" type="body"/>
          </p:nvPr>
        </p:nvSpPr>
        <p:spPr>
          <a:xfrm>
            <a:off x="5927024" y="1493950"/>
            <a:ext cx="373200" cy="3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=2,\ y=2x&quot;&gt;&lt;mi&gt;x&lt;/mi&gt;&lt;mo&gt;=&lt;/mo&gt;&lt;mn&gt;2&lt;/mn&gt;&lt;mo&gt;,&lt;/mo&gt;&lt;mtext&gt;&lt;/mtext&gt;&lt;mi&gt;y&lt;/mi&gt;&lt;mo&gt;=&lt;/mo&gt;&lt;mn&gt;2&lt;/mn&gt;&lt;mi&gt;x&lt;/mi&gt;&lt;/math&gt;" id="1194" name="Google Shape;1194;p94" title="x equals 2 comma y equals 2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99" y="1525524"/>
            <a:ext cx="1823307" cy="2800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3x,\ y=x+2&quot;&gt;&lt;mi&gt;y&lt;/mi&gt;&lt;mo&gt;=&lt;/mo&gt;&lt;mn&gt;3&lt;/mn&gt;&lt;mi&gt;x&lt;/mi&gt;&lt;mo&gt;,&lt;/mo&gt;&lt;mtext&gt;&lt;/mtext&gt;&lt;mi&gt;y&lt;/mi&gt;&lt;mo&gt;=&lt;/mo&gt;&lt;mi&gt;x&lt;/mi&gt;&lt;mo&gt;+&lt;/mo&gt;&lt;mn&gt;2&lt;/mn&gt;&lt;/math&gt;" id="1195" name="Google Shape;1195;p94" title="y equals 3 x comma y equals x plu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067" y="1525524"/>
            <a:ext cx="2451600" cy="2922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,\ \ y=4&quot;&gt;&lt;mi&gt;y&lt;/mi&gt;&lt;mo&gt;=&lt;/mo&gt;&lt;mi&gt;x&lt;/mi&gt;&lt;mo&gt;,&lt;/mo&gt;&lt;mtext&gt;&lt;/mtext&gt;&lt;mtext&gt;&lt;/mtext&gt;&lt;mi&gt;y&lt;/mi&gt;&lt;mo&gt;=&lt;/mo&gt;&lt;mn&gt;4&lt;/mn&gt;&lt;/math&gt;" id="1196" name="Google Shape;1196;p94" title="y equals x comma y equal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2896" y="1525524"/>
            <a:ext cx="1723758" cy="2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4"/>
          <p:cNvSpPr txBox="1"/>
          <p:nvPr>
            <p:ph idx="1" type="body"/>
          </p:nvPr>
        </p:nvSpPr>
        <p:spPr>
          <a:xfrm>
            <a:off x="645290" y="1907124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(2,4)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8" name="Google Shape;1198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379182"/>
            <a:ext cx="2518550" cy="244121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9" name="Google Shape;1199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8155" y="2370565"/>
            <a:ext cx="2573265" cy="24412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0" name="Google Shape;1200;p94"/>
          <p:cNvSpPr txBox="1"/>
          <p:nvPr>
            <p:ph idx="1" type="body"/>
          </p:nvPr>
        </p:nvSpPr>
        <p:spPr>
          <a:xfrm>
            <a:off x="3532890" y="1907124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(4,4)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01" name="Google Shape;1201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27024" y="2358947"/>
            <a:ext cx="2573249" cy="246447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2" name="Google Shape;1202;p94"/>
          <p:cNvSpPr txBox="1"/>
          <p:nvPr>
            <p:ph idx="1" type="body"/>
          </p:nvPr>
        </p:nvSpPr>
        <p:spPr>
          <a:xfrm>
            <a:off x="6191065" y="1872387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(1,3)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208" name="Google Shape;1208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Where do each pair of lines intersect?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(list some coordinates that fit the rules to help you) </a:t>
            </a:r>
            <a:endParaRPr sz="1800"/>
          </a:p>
        </p:txBody>
      </p:sp>
      <p:graphicFrame>
        <p:nvGraphicFramePr>
          <p:cNvPr id="1209" name="Google Shape;1209;p95"/>
          <p:cNvGraphicFramePr/>
          <p:nvPr/>
        </p:nvGraphicFramePr>
        <p:xfrm>
          <a:off x="381000" y="146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{CE919E24-CE20-47F7-9B5B-7612AAFC54D7}</a:tableStyleId>
              </a:tblPr>
              <a:tblGrid>
                <a:gridCol w="670600"/>
              </a:tblGrid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2x,\ \ y=x-1&quot;&gt;&lt;mi&gt;y&lt;/mi&gt;&lt;mo&gt;=&lt;/mo&gt;&lt;mn&gt;2&lt;/mn&gt;&lt;mi&gt;x&lt;/mi&gt;&lt;mo&gt;,&lt;/mo&gt;&lt;mtext&gt;&lt;/mtext&gt;&lt;mtext&gt;&lt;/mtext&gt;&lt;mi&gt;y&lt;/mi&gt;&lt;mo&gt;=&lt;/mo&gt;&lt;mi&gt;x&lt;/mi&gt;&lt;mo&gt;−&lt;/mo&gt;&lt;mn&gt;1&lt;/mn&gt;&lt;/math&gt;" id="1210" name="Google Shape;1210;p95" title="y equals 2 x comma y equals x minus 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438" y="3832725"/>
            <a:ext cx="2434677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x+5,\ \ x=4&quot;&gt;&lt;mi&gt;y&lt;/mi&gt;&lt;mo&gt;=&lt;/mo&gt;&lt;mi&gt;x&lt;/mi&gt;&lt;mo&gt;+&lt;/mo&gt;&lt;mn&gt;5&lt;/mn&gt;&lt;mo&gt;,&lt;/mo&gt;&lt;mtext&gt;&lt;/mtext&gt;&lt;mtext&gt;&lt;/mtext&gt;&lt;mi&gt;x&lt;/mi&gt;&lt;mo&gt;=&lt;/mo&gt;&lt;mn&gt;4&lt;/mn&gt;&lt;/math&gt;" id="1211" name="Google Shape;1211;p95" title="y equals x plus 5 comma x equal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500" y="1592047"/>
            <a:ext cx="2253600" cy="2834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5&quot;&gt;&lt;mi&gt;y&lt;/mi&gt;&lt;mo&gt;=&lt;/mo&gt;&lt;mn&gt;2&lt;/mn&gt;&lt;mi&gt;x&lt;/mi&gt;&lt;mo&gt;,&lt;/mo&gt;&lt;mtext&gt;&lt;/mtext&gt;&lt;mtext&gt;&lt;/mtext&gt;&lt;mi&gt;y&lt;/mi&gt;&lt;mo&gt;=&lt;/mo&gt;&lt;mi&gt;x&lt;/mi&gt;&lt;mo&gt;+&lt;/mo&gt;&lt;mn&gt;5&lt;/mn&gt;&lt;/math&gt;" id="1212" name="Google Shape;1212;p95" title="y equals 2 x comma y equals x plus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9924" y="3307125"/>
            <a:ext cx="2445820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1&quot;&gt;&lt;mi&gt;y&lt;/mi&gt;&lt;mo&gt;=&lt;/mo&gt;&lt;mn&gt;2&lt;/mn&gt;&lt;mi&gt;x&lt;/mi&gt;&lt;mo&gt;,&lt;/mo&gt;&lt;mtext&gt;&lt;/mtext&gt;&lt;mtext&gt;&lt;/mtext&gt;&lt;mi&gt;y&lt;/mi&gt;&lt;mo&gt;=&lt;/mo&gt;&lt;mi&gt;x&lt;/mi&gt;&lt;mo&gt;+&lt;/mo&gt;&lt;mn&gt;1&lt;/mn&gt;&lt;/math&gt;" id="1213" name="Google Shape;1213;p95" title="y equals 2 x comma y equals x plu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501" y="2170660"/>
            <a:ext cx="2434550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+3&quot;&gt;&lt;mi&gt;y&lt;/mi&gt;&lt;mo&gt;=&lt;/mo&gt;&lt;mn&gt;2&lt;/mn&gt;&lt;mi&gt;x&lt;/mi&gt;&lt;mo&gt;,&lt;/mo&gt;&lt;mtext&gt;&lt;/mtext&gt;&lt;mtext&gt;&lt;/mtext&gt;&lt;mi&gt;y&lt;/mi&gt;&lt;mo&gt;=&lt;/mo&gt;&lt;mi&gt;x&lt;/mi&gt;&lt;mo&gt;+&lt;/mo&gt;&lt;mn&gt;3&lt;/mn&gt;&lt;/math&gt;" id="1214" name="Google Shape;1214;p95" title="y equals 2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0938" y="2781525"/>
            <a:ext cx="2445666" cy="28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2x,\ \ y=x&quot;&gt;&lt;mi&gt;y&lt;/mi&gt;&lt;mo&gt;=&lt;/mo&gt;&lt;mn&gt;2&lt;/mn&gt;&lt;mi&gt;x&lt;/mi&gt;&lt;mo&gt;,&lt;/mo&gt;&lt;mtext&gt;&lt;/mtext&gt;&lt;mtext&gt;&lt;/mtext&gt;&lt;mi&gt;y&lt;/mi&gt;&lt;mo&gt;=&lt;/mo&gt;&lt;mi&gt;x&lt;/mi&gt;&lt;/math&gt;" id="1215" name="Google Shape;1215;p95" title="y equals 2 x comma y equals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6500" y="4443600"/>
            <a:ext cx="1928717" cy="28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95"/>
          <p:cNvSpPr txBox="1"/>
          <p:nvPr>
            <p:ph idx="1" type="body"/>
          </p:nvPr>
        </p:nvSpPr>
        <p:spPr>
          <a:xfrm>
            <a:off x="4337390" y="1537989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(4,9)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95"/>
          <p:cNvSpPr txBox="1"/>
          <p:nvPr>
            <p:ph idx="1" type="body"/>
          </p:nvPr>
        </p:nvSpPr>
        <p:spPr>
          <a:xfrm>
            <a:off x="4337390" y="2112662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(1,2)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8" name="Google Shape;1218;p95"/>
          <p:cNvSpPr txBox="1"/>
          <p:nvPr>
            <p:ph idx="1" type="body"/>
          </p:nvPr>
        </p:nvSpPr>
        <p:spPr>
          <a:xfrm>
            <a:off x="4337390" y="2687336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(3,6)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9" name="Google Shape;1219;p95"/>
          <p:cNvSpPr txBox="1"/>
          <p:nvPr>
            <p:ph idx="1" type="body"/>
          </p:nvPr>
        </p:nvSpPr>
        <p:spPr>
          <a:xfrm>
            <a:off x="4337390" y="3262009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(5,10)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95"/>
          <p:cNvSpPr txBox="1"/>
          <p:nvPr>
            <p:ph idx="1" type="body"/>
          </p:nvPr>
        </p:nvSpPr>
        <p:spPr>
          <a:xfrm>
            <a:off x="4337390" y="3836683"/>
            <a:ext cx="993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(-1,-2)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95"/>
          <p:cNvSpPr txBox="1"/>
          <p:nvPr>
            <p:ph idx="1" type="body"/>
          </p:nvPr>
        </p:nvSpPr>
        <p:spPr>
          <a:xfrm>
            <a:off x="4337390" y="4411356"/>
            <a:ext cx="993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(0,0)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Finding the coordinates where two lines intersect</a:t>
            </a:r>
            <a:endParaRPr/>
          </a:p>
        </p:txBody>
      </p:sp>
      <p:sp>
        <p:nvSpPr>
          <p:cNvPr id="1227" name="Google Shape;1227;p96"/>
          <p:cNvSpPr txBox="1"/>
          <p:nvPr>
            <p:ph idx="1" type="body"/>
          </p:nvPr>
        </p:nvSpPr>
        <p:spPr>
          <a:xfrm>
            <a:off x="324000" y="755475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Where do each pair of lines intersect? </a:t>
            </a:r>
            <a:endParaRPr/>
          </a:p>
        </p:txBody>
      </p:sp>
      <p:graphicFrame>
        <p:nvGraphicFramePr>
          <p:cNvPr id="1228" name="Google Shape;1228;p96"/>
          <p:cNvGraphicFramePr/>
          <p:nvPr/>
        </p:nvGraphicFramePr>
        <p:xfrm>
          <a:off x="365575" y="1322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{CE919E24-CE20-47F7-9B5B-7612AAFC54D7}</a:tableStyleId>
              </a:tblPr>
              <a:tblGrid>
                <a:gridCol w="670600"/>
              </a:tblGrid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k)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y=-x,\ \ y=x-4&quot;&gt;&lt;mi&gt;y&lt;/mi&gt;&lt;mo&gt;=&lt;/mo&gt;&lt;mo&gt;−&lt;/mo&gt;&lt;mi&gt;x&lt;/mi&gt;&lt;mo&gt;,&lt;/mo&gt;&lt;mtext&gt;&lt;/mtext&gt;&lt;mtext&gt;&lt;/mtext&gt;&lt;mi&gt;y&lt;/mi&gt;&lt;mo&gt;=&lt;/mo&gt;&lt;mi&gt;x&lt;/mi&gt;&lt;mo&gt;−&lt;/mo&gt;&lt;mn&gt;4&lt;/mn&gt;&lt;/math&gt;" id="1229" name="Google Shape;1229;p96" title="y equals negative x comma y equals x minu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012" y="2128936"/>
            <a:ext cx="2585731" cy="29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x,\ \ y=x+4&quot;&gt;&lt;mi&gt;y&lt;/mi&gt;&lt;mo&gt;=&lt;/mo&gt;&lt;mo&gt;−&lt;/mo&gt;&lt;mi&gt;x&lt;/mi&gt;&lt;mo&gt;,&lt;/mo&gt;&lt;mtext&gt;&lt;/mtext&gt;&lt;mtext&gt;&lt;/mtext&gt;&lt;mi&gt;y&lt;/mi&gt;&lt;mo&gt;=&lt;/mo&gt;&lt;mi&gt;x&lt;/mi&gt;&lt;mo&gt;+&lt;/mo&gt;&lt;mn&gt;4&lt;/mn&gt;&lt;/math&gt;" id="1230" name="Google Shape;1230;p96" title="y equals negative x comma y equals x pl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012" y="2808342"/>
            <a:ext cx="2477807" cy="2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4x,\ \ y=x+6&quot;&gt;&lt;mi&gt;y&lt;/mi&gt;&lt;mo&gt;=&lt;/mo&gt;&lt;mn&gt;4&lt;/mn&gt;&lt;mi&gt;x&lt;/mi&gt;&lt;mo&gt;,&lt;/mo&gt;&lt;mtext&gt;&lt;/mtext&gt;&lt;mtext&gt;&lt;/mtext&gt;&lt;mi&gt;y&lt;/mi&gt;&lt;mo&gt;=&lt;/mo&gt;&lt;mi&gt;x&lt;/mi&gt;&lt;mo&gt;+&lt;/mo&gt;&lt;mn&gt;6&lt;/mn&gt;&lt;/math&gt;" id="1231" name="Google Shape;1231;p96" title="y equals 4 x comma y equals x plu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8012" y="3513100"/>
            <a:ext cx="2523863" cy="29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y=6,\ \ y=x&quot;&gt;&lt;mi&gt;x&lt;/mi&gt;&lt;mo&gt;+&lt;/mo&gt;&lt;mi&gt;y&lt;/mi&gt;&lt;mo&gt;=&lt;/mo&gt;&lt;mn&gt;6&lt;/mn&gt;&lt;mo&gt;,&lt;/mo&gt;&lt;mtext&gt;&lt;/mtext&gt;&lt;mtext&gt;&lt;/mtext&gt;&lt;mi&gt;y&lt;/mi&gt;&lt;mo&gt;=&lt;/mo&gt;&lt;mi&gt;x&lt;/mi&gt;&lt;/math&gt;" id="1232" name="Google Shape;1232;p96" title="x plus y equals 6 comma y equals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012" y="1450088"/>
            <a:ext cx="2262901" cy="28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\frac{1}{2}x,\ \ y=x+3&quot;&gt;&lt;mi&gt;y&lt;/mi&gt;&lt;mo&gt;=&lt;/mo&gt;&lt;mfrac&gt;&lt;mn&gt;1&lt;/mn&gt;&lt;mn&gt;2&lt;/mn&gt;&lt;/mfrac&gt;&lt;mi&gt;x&lt;/mi&gt;&lt;mo&gt;,&lt;/mo&gt;&lt;mtext&gt;&lt;/mtext&gt;&lt;mtext&gt;&lt;/mtext&gt;&lt;mi&gt;y&lt;/mi&gt;&lt;mo&gt;=&lt;/mo&gt;&lt;mi&gt;x&lt;/mi&gt;&lt;mo&gt;+&lt;/mo&gt;&lt;mn&gt;3&lt;/mn&gt;&lt;/math&gt;" id="1233" name="Google Shape;1233;p96" title="y equals one half x comma y equals x pl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8012" y="4059473"/>
            <a:ext cx="2477800" cy="647821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96"/>
          <p:cNvSpPr txBox="1"/>
          <p:nvPr>
            <p:ph idx="1" type="body"/>
          </p:nvPr>
        </p:nvSpPr>
        <p:spPr>
          <a:xfrm>
            <a:off x="4261190" y="1408805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(3,3)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96"/>
          <p:cNvSpPr txBox="1"/>
          <p:nvPr>
            <p:ph idx="1" type="body"/>
          </p:nvPr>
        </p:nvSpPr>
        <p:spPr>
          <a:xfrm>
            <a:off x="4261190" y="2112698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,-2)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6" name="Google Shape;1236;p96"/>
          <p:cNvSpPr txBox="1"/>
          <p:nvPr>
            <p:ph idx="1" type="body"/>
          </p:nvPr>
        </p:nvSpPr>
        <p:spPr>
          <a:xfrm>
            <a:off x="4261190" y="2816590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(-2,2)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7" name="Google Shape;1237;p96"/>
          <p:cNvSpPr txBox="1"/>
          <p:nvPr>
            <p:ph idx="1" type="body"/>
          </p:nvPr>
        </p:nvSpPr>
        <p:spPr>
          <a:xfrm>
            <a:off x="4261190" y="3520483"/>
            <a:ext cx="8442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(2,8)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8" name="Google Shape;1238;p96"/>
          <p:cNvSpPr txBox="1"/>
          <p:nvPr>
            <p:ph idx="1" type="body"/>
          </p:nvPr>
        </p:nvSpPr>
        <p:spPr>
          <a:xfrm>
            <a:off x="4261190" y="4224376"/>
            <a:ext cx="993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(-6,-3)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7"/>
          <p:cNvSpPr txBox="1"/>
          <p:nvPr>
            <p:ph idx="1" type="body"/>
          </p:nvPr>
        </p:nvSpPr>
        <p:spPr>
          <a:xfrm>
            <a:off x="324000" y="829800"/>
            <a:ext cx="8113800" cy="3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work out the horizontal or vertical distance between coordinates.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can find where two lines intersect by finding a coordinate that follows the rule of both lines.</a:t>
            </a:r>
            <a:endParaRPr/>
          </a:p>
        </p:txBody>
      </p:sp>
      <p:sp>
        <p:nvSpPr>
          <p:cNvPr id="1244" name="Google Shape;1244;p9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plotting coordinates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50" name="Google Shape;1250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