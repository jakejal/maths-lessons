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4FCD9D-1019-4F0C-AD4B-7D8A181049BA}">
  <a:tblStyle styleId="{EB4FCD9D-1019-4F0C-AD4B-7D8A181049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e97ab277e7_0_8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e97ab277e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24.png"/><Relationship Id="rId13" Type="http://schemas.openxmlformats.org/officeDocument/2006/relationships/image" Target="../media/image23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22.png"/><Relationship Id="rId14" Type="http://schemas.openxmlformats.org/officeDocument/2006/relationships/image" Target="../media/image26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image" Target="../media/image15.png"/><Relationship Id="rId8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32.png"/><Relationship Id="rId13" Type="http://schemas.openxmlformats.org/officeDocument/2006/relationships/image" Target="../media/image33.png"/><Relationship Id="rId12" Type="http://schemas.openxmlformats.org/officeDocument/2006/relationships/image" Target="../media/image35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14.png"/><Relationship Id="rId9" Type="http://schemas.openxmlformats.org/officeDocument/2006/relationships/image" Target="../media/image31.png"/><Relationship Id="rId5" Type="http://schemas.openxmlformats.org/officeDocument/2006/relationships/image" Target="../media/image29.png"/><Relationship Id="rId6" Type="http://schemas.openxmlformats.org/officeDocument/2006/relationships/image" Target="../media/image28.png"/><Relationship Id="rId7" Type="http://schemas.openxmlformats.org/officeDocument/2006/relationships/image" Target="../media/image36.png"/><Relationship Id="rId8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5156607" y="8800719"/>
            <a:ext cx="346200" cy="1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plotting coordinates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76400" y="1749900"/>
            <a:ext cx="66240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missing coordinates to make each shape a square.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250" y="2205245"/>
            <a:ext cx="1927793" cy="2168764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5" name="Google Shape;175;p20"/>
          <p:cNvSpPr txBox="1"/>
          <p:nvPr/>
        </p:nvSpPr>
        <p:spPr>
          <a:xfrm>
            <a:off x="1966037" y="3582214"/>
            <a:ext cx="541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(7,4)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1966037" y="2274908"/>
            <a:ext cx="541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(7,9)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 rotWithShape="1">
          <a:blip r:embed="rId4">
            <a:alphaModFix/>
          </a:blip>
          <a:srcRect b="0" l="0" r="13755" t="0"/>
          <a:stretch/>
        </p:blipFill>
        <p:spPr>
          <a:xfrm>
            <a:off x="4157309" y="2205245"/>
            <a:ext cx="1927795" cy="216876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8" name="Google Shape;178;p20"/>
          <p:cNvSpPr txBox="1"/>
          <p:nvPr/>
        </p:nvSpPr>
        <p:spPr>
          <a:xfrm>
            <a:off x="5464713" y="2561322"/>
            <a:ext cx="10407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(4,2)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464713" y="3747696"/>
            <a:ext cx="10407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(4,-5)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0" name="Google Shape;180;p20"/>
          <p:cNvCxnSpPr/>
          <p:nvPr/>
        </p:nvCxnSpPr>
        <p:spPr>
          <a:xfrm rot="10800000">
            <a:off x="976691" y="2553073"/>
            <a:ext cx="0" cy="980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1" name="Google Shape;181;p20"/>
          <p:cNvSpPr txBox="1"/>
          <p:nvPr/>
        </p:nvSpPr>
        <p:spPr>
          <a:xfrm>
            <a:off x="855319" y="2950435"/>
            <a:ext cx="1296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530696" y="2317621"/>
            <a:ext cx="1296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>
            <a:off x="1112887" y="2486780"/>
            <a:ext cx="896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4" name="Google Shape;184;p20"/>
          <p:cNvCxnSpPr/>
          <p:nvPr/>
        </p:nvCxnSpPr>
        <p:spPr>
          <a:xfrm rot="10800000">
            <a:off x="4732779" y="2934941"/>
            <a:ext cx="0" cy="709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5" name="Google Shape;185;p20"/>
          <p:cNvSpPr txBox="1"/>
          <p:nvPr/>
        </p:nvSpPr>
        <p:spPr>
          <a:xfrm>
            <a:off x="4602975" y="3194568"/>
            <a:ext cx="1296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5143312" y="2658166"/>
            <a:ext cx="1296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7" name="Google Shape;187;p20"/>
          <p:cNvCxnSpPr/>
          <p:nvPr/>
        </p:nvCxnSpPr>
        <p:spPr>
          <a:xfrm>
            <a:off x="4820670" y="2854592"/>
            <a:ext cx="717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8" name="Google Shape;188;p20"/>
          <p:cNvSpPr txBox="1"/>
          <p:nvPr/>
        </p:nvSpPr>
        <p:spPr>
          <a:xfrm>
            <a:off x="605254" y="1978618"/>
            <a:ext cx="2826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135553" y="1978618"/>
            <a:ext cx="2826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0" name="Google Shape;19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800" y="5005537"/>
            <a:ext cx="2562513" cy="203976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1" name="Google Shape;191;p20"/>
          <p:cNvSpPr txBox="1"/>
          <p:nvPr/>
        </p:nvSpPr>
        <p:spPr>
          <a:xfrm>
            <a:off x="2628139" y="6495483"/>
            <a:ext cx="5895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(40,7)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6">
            <a:alphaModFix/>
          </a:blip>
          <a:srcRect b="0" l="0" r="11956" t="0"/>
          <a:stretch/>
        </p:blipFill>
        <p:spPr>
          <a:xfrm>
            <a:off x="4157545" y="5036538"/>
            <a:ext cx="2854211" cy="1587538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3" name="Google Shape;193;p20"/>
          <p:cNvSpPr txBox="1"/>
          <p:nvPr/>
        </p:nvSpPr>
        <p:spPr>
          <a:xfrm>
            <a:off x="6466772" y="6319479"/>
            <a:ext cx="5595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(5,-5)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1323581" y="5360207"/>
            <a:ext cx="3036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5" name="Google Shape;195;p20"/>
          <p:cNvCxnSpPr/>
          <p:nvPr/>
        </p:nvCxnSpPr>
        <p:spPr>
          <a:xfrm>
            <a:off x="1014626" y="5541751"/>
            <a:ext cx="916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6" name="Google Shape;196;p20"/>
          <p:cNvCxnSpPr/>
          <p:nvPr/>
        </p:nvCxnSpPr>
        <p:spPr>
          <a:xfrm>
            <a:off x="4522715" y="5457614"/>
            <a:ext cx="0" cy="331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7" name="Google Shape;197;p20"/>
          <p:cNvSpPr txBox="1"/>
          <p:nvPr/>
        </p:nvSpPr>
        <p:spPr>
          <a:xfrm>
            <a:off x="2291888" y="5776980"/>
            <a:ext cx="3036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8" name="Google Shape;198;p20"/>
          <p:cNvCxnSpPr/>
          <p:nvPr/>
        </p:nvCxnSpPr>
        <p:spPr>
          <a:xfrm>
            <a:off x="1968237" y="5984824"/>
            <a:ext cx="900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9" name="Google Shape;199;p20"/>
          <p:cNvSpPr txBox="1"/>
          <p:nvPr/>
        </p:nvSpPr>
        <p:spPr>
          <a:xfrm>
            <a:off x="5072905" y="5190010"/>
            <a:ext cx="3726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0" name="Google Shape;200;p20"/>
          <p:cNvCxnSpPr/>
          <p:nvPr/>
        </p:nvCxnSpPr>
        <p:spPr>
          <a:xfrm>
            <a:off x="4634054" y="5402036"/>
            <a:ext cx="1011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1" name="Google Shape;201;p20"/>
          <p:cNvSpPr txBox="1"/>
          <p:nvPr/>
        </p:nvSpPr>
        <p:spPr>
          <a:xfrm>
            <a:off x="4371920" y="5513311"/>
            <a:ext cx="1245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6160228" y="5539445"/>
            <a:ext cx="3726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6571456" y="5506651"/>
            <a:ext cx="9945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(5,2)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4" name="Google Shape;204;p20"/>
          <p:cNvCxnSpPr/>
          <p:nvPr/>
        </p:nvCxnSpPr>
        <p:spPr>
          <a:xfrm>
            <a:off x="6848092" y="5806421"/>
            <a:ext cx="0" cy="320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5" name="Google Shape;205;p20"/>
          <p:cNvSpPr txBox="1"/>
          <p:nvPr/>
        </p:nvSpPr>
        <p:spPr>
          <a:xfrm>
            <a:off x="6875834" y="5865333"/>
            <a:ext cx="1245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6" name="Google Shape;206;p20"/>
          <p:cNvCxnSpPr/>
          <p:nvPr/>
        </p:nvCxnSpPr>
        <p:spPr>
          <a:xfrm>
            <a:off x="5739492" y="5756346"/>
            <a:ext cx="1011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7" name="Google Shape;207;p20"/>
          <p:cNvSpPr txBox="1"/>
          <p:nvPr/>
        </p:nvSpPr>
        <p:spPr>
          <a:xfrm>
            <a:off x="476700" y="4498800"/>
            <a:ext cx="30882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2a) These two rectangles are the same size. Work out the missing coordinate D.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172302" y="4486650"/>
            <a:ext cx="30882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2b) These two rectangles are the same size. Work out the missing coordinate 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9" name="Google Shape;20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68600" y="7809775"/>
            <a:ext cx="2460559" cy="21034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0" name="Google Shape;210;p20"/>
          <p:cNvSpPr txBox="1"/>
          <p:nvPr/>
        </p:nvSpPr>
        <p:spPr>
          <a:xfrm>
            <a:off x="5521423" y="9629337"/>
            <a:ext cx="684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(7,-12)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1" name="Google Shape;21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6700" y="7841487"/>
            <a:ext cx="2748633" cy="196216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2" name="Google Shape;212;p20"/>
          <p:cNvSpPr txBox="1"/>
          <p:nvPr/>
        </p:nvSpPr>
        <p:spPr>
          <a:xfrm>
            <a:off x="1573925" y="9529775"/>
            <a:ext cx="14004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(-2,-16)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1289089" y="8406454"/>
            <a:ext cx="3249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4" name="Google Shape;214;p20"/>
          <p:cNvCxnSpPr/>
          <p:nvPr/>
        </p:nvCxnSpPr>
        <p:spPr>
          <a:xfrm>
            <a:off x="887525" y="8586289"/>
            <a:ext cx="945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5" name="Google Shape;215;p20"/>
          <p:cNvSpPr txBox="1"/>
          <p:nvPr/>
        </p:nvSpPr>
        <p:spPr>
          <a:xfrm>
            <a:off x="1963089" y="8685381"/>
            <a:ext cx="3249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6" name="Google Shape;216;p20"/>
          <p:cNvCxnSpPr/>
          <p:nvPr/>
        </p:nvCxnSpPr>
        <p:spPr>
          <a:xfrm rot="10800000">
            <a:off x="1923043" y="8647942"/>
            <a:ext cx="0" cy="300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7" name="Google Shape;217;p20"/>
          <p:cNvSpPr txBox="1"/>
          <p:nvPr/>
        </p:nvSpPr>
        <p:spPr>
          <a:xfrm>
            <a:off x="1654937" y="9059746"/>
            <a:ext cx="2067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8" name="Google Shape;218;p20"/>
          <p:cNvCxnSpPr/>
          <p:nvPr/>
        </p:nvCxnSpPr>
        <p:spPr>
          <a:xfrm rot="10800000">
            <a:off x="1830752" y="9001095"/>
            <a:ext cx="0" cy="300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9" name="Google Shape;219;p20"/>
          <p:cNvCxnSpPr/>
          <p:nvPr/>
        </p:nvCxnSpPr>
        <p:spPr>
          <a:xfrm>
            <a:off x="4737583" y="8456755"/>
            <a:ext cx="995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0" name="Google Shape;220;p20"/>
          <p:cNvCxnSpPr/>
          <p:nvPr/>
        </p:nvCxnSpPr>
        <p:spPr>
          <a:xfrm rot="10800000">
            <a:off x="4633530" y="8498028"/>
            <a:ext cx="0" cy="380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1" name="Google Shape;221;p20"/>
          <p:cNvSpPr txBox="1"/>
          <p:nvPr/>
        </p:nvSpPr>
        <p:spPr>
          <a:xfrm>
            <a:off x="5078094" y="8265529"/>
            <a:ext cx="3063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4480404" y="8558648"/>
            <a:ext cx="3063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23" name="Google Shape;223;p20"/>
          <p:cNvCxnSpPr/>
          <p:nvPr/>
        </p:nvCxnSpPr>
        <p:spPr>
          <a:xfrm>
            <a:off x="5811737" y="8456755"/>
            <a:ext cx="352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4" name="Google Shape;224;p20"/>
          <p:cNvSpPr txBox="1"/>
          <p:nvPr/>
        </p:nvSpPr>
        <p:spPr>
          <a:xfrm>
            <a:off x="5938155" y="8265529"/>
            <a:ext cx="3063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25" name="Google Shape;225;p20"/>
          <p:cNvCxnSpPr/>
          <p:nvPr/>
        </p:nvCxnSpPr>
        <p:spPr>
          <a:xfrm>
            <a:off x="6211226" y="8568809"/>
            <a:ext cx="0" cy="967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6" name="Google Shape;226;p20"/>
          <p:cNvSpPr txBox="1"/>
          <p:nvPr/>
        </p:nvSpPr>
        <p:spPr>
          <a:xfrm>
            <a:off x="6204139" y="8265524"/>
            <a:ext cx="4251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(7,0)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6263523" y="8876411"/>
            <a:ext cx="3063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4033720" y="7138160"/>
            <a:ext cx="28542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2d) Below are two identical triangles. Work out the missing coordinate A.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476400" y="7170375"/>
            <a:ext cx="33036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2c) These two rectangles are the same size. The length is double the width. Work out the missing coordinate B.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0" name="Google Shape;230;p20"/>
          <p:cNvCxnSpPr/>
          <p:nvPr/>
        </p:nvCxnSpPr>
        <p:spPr>
          <a:xfrm>
            <a:off x="442950" y="9963975"/>
            <a:ext cx="6650100" cy="3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20"/>
          <p:cNvSpPr txBox="1"/>
          <p:nvPr/>
        </p:nvSpPr>
        <p:spPr>
          <a:xfrm>
            <a:off x="468000" y="1329825"/>
            <a:ext cx="5885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Calculating horizontal and vertical distance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7" name="Google Shape;237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plotting coordinates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490354" y="1525863"/>
            <a:ext cx="66114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a coordinate that follows both rules. You may wish to use the axes to help.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90354" y="1952104"/>
            <a:ext cx="299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2728634" y="1988467"/>
            <a:ext cx="299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952335" y="1988467"/>
            <a:ext cx="299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x=-3\ ,\ y=4&quot;&gt;&lt;mi&gt;x&lt;/mi&gt;&lt;mo&gt;=&lt;/mo&gt;&lt;mo&gt;−&lt;/mo&gt;&lt;mn&gt;3&lt;/mn&gt;&lt;mtext&gt;&lt;/mtext&gt;&lt;mo&gt;,&lt;/mo&gt;&lt;mtext&gt;&lt;/mtext&gt;&lt;mi&gt;y&lt;/mi&gt;&lt;mo&gt;=&lt;/mo&gt;&lt;mn&gt;4&lt;/mn&gt;&lt;/math&gt;" id="243" name="Google Shape;243;p21" title="x equals negative 3 comma y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679" y="1969950"/>
            <a:ext cx="1209025" cy="20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2\ ,\ y=-1&quot;&gt;&lt;mi&gt;x&lt;/mi&gt;&lt;mo&gt;=&lt;/mo&gt;&lt;mn&gt;2&lt;/mn&gt;&lt;mtext&gt;&lt;/mtext&gt;&lt;mo&gt;,&lt;/mo&gt;&lt;mtext&gt;&lt;/mtext&gt;&lt;mi&gt;y&lt;/mi&gt;&lt;mo&gt;=&lt;/mo&gt;&lt;mo&gt;−&lt;/mo&gt;&lt;mn&gt;1&lt;/mn&gt;&lt;/math&gt;" id="244" name="Google Shape;244;p21" title="x equals 2 comma y equals negative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8876" y="1969950"/>
            <a:ext cx="1226700" cy="20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-3\ ,\ y=0&quot;&gt;&lt;mi&gt;x&lt;/mi&gt;&lt;mo&gt;=&lt;/mo&gt;&lt;mo&gt;−&lt;/mo&gt;&lt;mn&gt;3&lt;/mn&gt;&lt;mtext&gt;&lt;/mtext&gt;&lt;mo&gt;,&lt;/mo&gt;&lt;mtext&gt;&lt;/mtext&gt;&lt;mi&gt;y&lt;/mi&gt;&lt;mo&gt;=&lt;/mo&gt;&lt;mn&gt;0&lt;/mn&gt;&lt;/math&gt;" id="245" name="Google Shape;245;p21" title="x equals negative 3 comma y equals 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9877" y="1989000"/>
            <a:ext cx="1243588" cy="20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354" y="2875278"/>
            <a:ext cx="2021319" cy="193053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7" name="Google Shape;247;p21"/>
          <p:cNvSpPr txBox="1"/>
          <p:nvPr/>
        </p:nvSpPr>
        <p:spPr>
          <a:xfrm>
            <a:off x="748212" y="2411314"/>
            <a:ext cx="6774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(-3,4)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48" name="Google Shape;248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28634" y="2868535"/>
            <a:ext cx="2008037" cy="194401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9" name="Google Shape;249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52335" y="2863027"/>
            <a:ext cx="2064012" cy="19440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0" name="Google Shape;250;p21"/>
          <p:cNvSpPr txBox="1"/>
          <p:nvPr/>
        </p:nvSpPr>
        <p:spPr>
          <a:xfrm>
            <a:off x="2947425" y="2411314"/>
            <a:ext cx="6774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(2,-1)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5247622" y="2411314"/>
            <a:ext cx="6774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(-3,0)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77450" y="864000"/>
            <a:ext cx="5885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Finding the coordinates where two lines intersect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484054" y="5346938"/>
            <a:ext cx="6614700" cy="2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a coordinate that follows both rules. You may wish to use the axes to help.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484054" y="5632056"/>
            <a:ext cx="299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2711684" y="5632056"/>
            <a:ext cx="299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4983250" y="5632056"/>
            <a:ext cx="299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x=2,\ y=2x&quot;&gt;&lt;mi&gt;x&lt;/mi&gt;&lt;mo&gt;=&lt;/mo&gt;&lt;mn&gt;2&lt;/mn&gt;&lt;mo&gt;,&lt;/mo&gt;&lt;mtext&gt;&lt;/mtext&gt;&lt;mi&gt;y&lt;/mi&gt;&lt;mo&gt;=&lt;/mo&gt;&lt;mn&gt;2&lt;/mn&gt;&lt;mi&gt;x&lt;/mi&gt;&lt;/math&gt;" id="257" name="Google Shape;257;p21" title="x equals 2 comma y equals 2 x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0183" y="5632060"/>
            <a:ext cx="1306012" cy="2000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3x,\ y=x+2&quot;&gt;&lt;mi&gt;y&lt;/mi&gt;&lt;mo&gt;=&lt;/mo&gt;&lt;mn&gt;3&lt;/mn&gt;&lt;mi&gt;x&lt;/mi&gt;&lt;mo&gt;,&lt;/mo&gt;&lt;mtext&gt;&lt;/mtext&gt;&lt;mi&gt;y&lt;/mi&gt;&lt;mo&gt;=&lt;/mo&gt;&lt;mi&gt;x&lt;/mi&gt;&lt;mo&gt;+&lt;/mo&gt;&lt;mn&gt;2&lt;/mn&gt;&lt;/math&gt;" id="258" name="Google Shape;258;p21" title="y equals 3 x comma y equals x plus 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76044" y="5632060"/>
            <a:ext cx="1756051" cy="20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,\ \ y=4&quot;&gt;&lt;mi&gt;y&lt;/mi&gt;&lt;mo&gt;=&lt;/mo&gt;&lt;mi&gt;x&lt;/mi&gt;&lt;mo&gt;,&lt;/mo&gt;&lt;mtext&gt;&lt;/mtext&gt;&lt;mtext&gt;&lt;/mtext&gt;&lt;mi&gt;y&lt;/mi&gt;&lt;mo&gt;=&lt;/mo&gt;&lt;mn&gt;4&lt;/mn&gt;&lt;/math&gt;" id="259" name="Google Shape;259;p21" title="y equals x comma y equals 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948579" y="5632060"/>
            <a:ext cx="1234706" cy="200091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>
            <a:off x="665848" y="6059082"/>
            <a:ext cx="6780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(2,4)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61" name="Google Shape;261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84054" y="6571490"/>
            <a:ext cx="2022381" cy="196028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2" name="Google Shape;262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711684" y="6564571"/>
            <a:ext cx="2066317" cy="196028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3" name="Google Shape;263;p21"/>
          <p:cNvSpPr txBox="1"/>
          <p:nvPr/>
        </p:nvSpPr>
        <p:spPr>
          <a:xfrm>
            <a:off x="2908374" y="6059082"/>
            <a:ext cx="6780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(4,4)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64" name="Google Shape;264;p2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983250" y="6555242"/>
            <a:ext cx="2066303" cy="1978958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5" name="Google Shape;265;p21"/>
          <p:cNvSpPr txBox="1"/>
          <p:nvPr/>
        </p:nvSpPr>
        <p:spPr>
          <a:xfrm>
            <a:off x="5138123" y="6031188"/>
            <a:ext cx="6780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(1,3)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71" name="Google Shape;271;p22"/>
          <p:cNvSpPr txBox="1"/>
          <p:nvPr>
            <p:ph idx="1" type="subTitle"/>
          </p:nvPr>
        </p:nvSpPr>
        <p:spPr>
          <a:xfrm>
            <a:off x="1463400" y="360000"/>
            <a:ext cx="47826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Problem solving with plotting coordinates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468000" y="8640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Where do each pair of lines intersect?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(list some coordinates that fit the rules to help you)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73" name="Google Shape;273;p22"/>
          <p:cNvGraphicFramePr/>
          <p:nvPr/>
        </p:nvGraphicFramePr>
        <p:xfrm>
          <a:off x="468000" y="147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{EB4FCD9D-1019-4F0C-AD4B-7D8A181049BA}</a:tableStyleId>
              </a:tblPr>
              <a:tblGrid>
                <a:gridCol w="670600"/>
              </a:tblGrid>
              <a:tr h="44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y=2x,\ \ y=x-1&quot;&gt;&lt;mi&gt;y&lt;/mi&gt;&lt;mo&gt;=&lt;/mo&gt;&lt;mn&gt;2&lt;/mn&gt;&lt;mi&gt;x&lt;/mi&gt;&lt;mo&gt;,&lt;/mo&gt;&lt;mtext&gt;&lt;/mtext&gt;&lt;mtext&gt;&lt;/mtext&gt;&lt;mi&gt;y&lt;/mi&gt;&lt;mo&gt;=&lt;/mo&gt;&lt;mi&gt;x&lt;/mi&gt;&lt;mo&gt;−&lt;/mo&gt;&lt;mn&gt;1&lt;/mn&gt;&lt;/math&gt;" id="274" name="Google Shape;274;p22" title="y equals 2 x comma y equals x minu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745" y="3284226"/>
            <a:ext cx="1879177" cy="218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+5,\ \ x=4&quot;&gt;&lt;mi&gt;y&lt;/mi&gt;&lt;mo&gt;=&lt;/mo&gt;&lt;mi&gt;x&lt;/mi&gt;&lt;mo&gt;+&lt;/mo&gt;&lt;mn&gt;5&lt;/mn&gt;&lt;mo&gt;,&lt;/mo&gt;&lt;mtext&gt;&lt;/mtext&gt;&lt;mtext&gt;&lt;/mtext&gt;&lt;mi&gt;x&lt;/mi&gt;&lt;mo&gt;=&lt;/mo&gt;&lt;mn&gt;4&lt;/mn&gt;&lt;/math&gt;" id="275" name="Google Shape;275;p22" title="y equals x plus 5 comma x equals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793" y="1554772"/>
            <a:ext cx="1739415" cy="2187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2x,\ \ y=x+5&quot;&gt;&lt;mi&gt;y&lt;/mi&gt;&lt;mo&gt;=&lt;/mo&gt;&lt;mn&gt;2&lt;/mn&gt;&lt;mi&gt;x&lt;/mi&gt;&lt;mo&gt;,&lt;/mo&gt;&lt;mtext&gt;&lt;/mtext&gt;&lt;mtext&gt;&lt;/mtext&gt;&lt;mi&gt;y&lt;/mi&gt;&lt;mo&gt;=&lt;/mo&gt;&lt;mi&gt;x&lt;/mi&gt;&lt;mo&gt;+&lt;/mo&gt;&lt;mn&gt;5&lt;/mn&gt;&lt;/math&gt;" id="276" name="Google Shape;276;p22" title="y equals 2 x comma y equals x plus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5873" y="2878545"/>
            <a:ext cx="1887777" cy="218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2x,\ \ y=x+1&quot;&gt;&lt;mi&gt;y&lt;/mi&gt;&lt;mo&gt;=&lt;/mo&gt;&lt;mn&gt;2&lt;/mn&gt;&lt;mi&gt;x&lt;/mi&gt;&lt;mo&gt;,&lt;/mo&gt;&lt;mtext&gt;&lt;/mtext&gt;&lt;mtext&gt;&lt;/mtext&gt;&lt;mi&gt;y&lt;/mi&gt;&lt;mo&gt;=&lt;/mo&gt;&lt;mi&gt;x&lt;/mi&gt;&lt;mo&gt;+&lt;/mo&gt;&lt;mn&gt;1&lt;/mn&gt;&lt;/math&gt;" id="277" name="Google Shape;277;p22" title="y equals 2 x comma y equals x plus 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7794" y="2001370"/>
            <a:ext cx="1879079" cy="218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2x,\ \ y=x+3&quot;&gt;&lt;mi&gt;y&lt;/mi&gt;&lt;mo&gt;=&lt;/mo&gt;&lt;mn&gt;2&lt;/mn&gt;&lt;mi&gt;x&lt;/mi&gt;&lt;mo&gt;,&lt;/mo&gt;&lt;mtext&gt;&lt;/mtext&gt;&lt;mtext&gt;&lt;/mtext&gt;&lt;mi&gt;y&lt;/mi&gt;&lt;mo&gt;=&lt;/mo&gt;&lt;mi&gt;x&lt;/mi&gt;&lt;mo&gt;+&lt;/mo&gt;&lt;mn&gt;3&lt;/mn&gt;&lt;/math&gt;" id="278" name="Google Shape;278;p22" title="y equals 2 x comma y equals x plus 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3500" y="2472863"/>
            <a:ext cx="1887659" cy="218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2x,\ \ y=x&quot;&gt;&lt;mi&gt;y&lt;/mi&gt;&lt;mo&gt;=&lt;/mo&gt;&lt;mn&gt;2&lt;/mn&gt;&lt;mi&gt;x&lt;/mi&gt;&lt;mo&gt;,&lt;/mo&gt;&lt;mtext&gt;&lt;/mtext&gt;&lt;mtext&gt;&lt;/mtext&gt;&lt;mi&gt;y&lt;/mi&gt;&lt;mo&gt;=&lt;/mo&gt;&lt;mi&gt;x&lt;/mi&gt;&lt;/math&gt;" id="279" name="Google Shape;279;p22" title="y equals 2 x comma y equals x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7793" y="3755726"/>
            <a:ext cx="1488658" cy="218799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2"/>
          <p:cNvSpPr txBox="1"/>
          <p:nvPr/>
        </p:nvSpPr>
        <p:spPr>
          <a:xfrm>
            <a:off x="3405065" y="1528389"/>
            <a:ext cx="844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(4,9)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3424115" y="1998287"/>
            <a:ext cx="844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(1,2)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3433640" y="2439611"/>
            <a:ext cx="844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(3,6)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3433640" y="2890459"/>
            <a:ext cx="844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(5,10)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>
            <a:off x="3433640" y="3312733"/>
            <a:ext cx="993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(-1,-2)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3433640" y="3735006"/>
            <a:ext cx="993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(0,0)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3433640" y="4215105"/>
            <a:ext cx="844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(3,3)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3433640" y="4735831"/>
            <a:ext cx="844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(2,-2)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3433640" y="5256557"/>
            <a:ext cx="844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(-2,2)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3433640" y="5808050"/>
            <a:ext cx="844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(2,8)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3433640" y="6359543"/>
            <a:ext cx="993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(-6,-3)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91" name="Google Shape;291;p22"/>
          <p:cNvGraphicFramePr/>
          <p:nvPr/>
        </p:nvGraphicFramePr>
        <p:xfrm>
          <a:off x="467988" y="41666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{EB4FCD9D-1019-4F0C-AD4B-7D8A181049BA}</a:tableStyleId>
              </a:tblPr>
              <a:tblGrid>
                <a:gridCol w="670600"/>
              </a:tblGrid>
              <a:tr h="49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y=-x,\ \ y=x-4&quot;&gt;&lt;mi&gt;y&lt;/mi&gt;&lt;mo&gt;=&lt;/mo&gt;&lt;mo&gt;−&lt;/mo&gt;&lt;mi&gt;x&lt;/mi&gt;&lt;mo&gt;,&lt;/mo&gt;&lt;mtext&gt;&lt;/mtext&gt;&lt;mtext&gt;&lt;/mtext&gt;&lt;mi&gt;y&lt;/mi&gt;&lt;mo&gt;=&lt;/mo&gt;&lt;mi&gt;x&lt;/mi&gt;&lt;mo&gt;−&lt;/mo&gt;&lt;mn&gt;4&lt;/mn&gt;&lt;/math&gt;" id="292" name="Google Shape;292;p22" title="y equals negative x comma y equals x minus 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6813" y="4763375"/>
            <a:ext cx="1967300" cy="222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-x,\ \ y=x+4&quot;&gt;&lt;mi&gt;y&lt;/mi&gt;&lt;mo&gt;=&lt;/mo&gt;&lt;mo&gt;−&lt;/mo&gt;&lt;mi&gt;x&lt;/mi&gt;&lt;mo&gt;,&lt;/mo&gt;&lt;mtext&gt;&lt;/mtext&gt;&lt;mtext&gt;&lt;/mtext&gt;&lt;mi&gt;y&lt;/mi&gt;&lt;mo&gt;=&lt;/mo&gt;&lt;mi&gt;x&lt;/mi&gt;&lt;mo&gt;+&lt;/mo&gt;&lt;mn&gt;4&lt;/mn&gt;&lt;/math&gt;" id="293" name="Google Shape;293;p22" title="y equals negative x comma y equals x plus 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36813" y="5280282"/>
            <a:ext cx="1885188" cy="2131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4x,\ \ y=x+6&quot;&gt;&lt;mi&gt;y&lt;/mi&gt;&lt;mo&gt;=&lt;/mo&gt;&lt;mn&gt;4&lt;/mn&gt;&lt;mi&gt;x&lt;/mi&gt;&lt;mo&gt;,&lt;/mo&gt;&lt;mtext&gt;&lt;/mtext&gt;&lt;mtext&gt;&lt;/mtext&gt;&lt;mi&gt;y&lt;/mi&gt;&lt;mo&gt;=&lt;/mo&gt;&lt;mi&gt;x&lt;/mi&gt;&lt;mo&gt;+&lt;/mo&gt;&lt;mn&gt;6&lt;/mn&gt;&lt;/math&gt;" id="294" name="Google Shape;294;p22" title="y equals 4 x comma y equals x plus 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36813" y="5816478"/>
            <a:ext cx="1920229" cy="222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+y=6,\ \ y=x&quot;&gt;&lt;mi&gt;x&lt;/mi&gt;&lt;mo&gt;+&lt;/mo&gt;&lt;mi&gt;y&lt;/mi&gt;&lt;mo&gt;=&lt;/mo&gt;&lt;mn&gt;6&lt;/mn&gt;&lt;mo&gt;,&lt;/mo&gt;&lt;mtext&gt;&lt;/mtext&gt;&lt;mtext&gt;&lt;/mtext&gt;&lt;mi&gt;y&lt;/mi&gt;&lt;mo&gt;=&lt;/mo&gt;&lt;mi&gt;x&lt;/mi&gt;&lt;/math&gt;" id="295" name="Google Shape;295;p22" title="x plus y equals 6 comma y equals x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36813" y="4246892"/>
            <a:ext cx="1721682" cy="2131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\frac{1}{2}x,\ \ y=x+3&quot;&gt;&lt;mi&gt;y&lt;/mi&gt;&lt;mo&gt;=&lt;/mo&gt;&lt;mfrac&gt;&lt;mn&gt;1&lt;/mn&gt;&lt;mn&gt;2&lt;/mn&gt;&lt;/mfrac&gt;&lt;mi&gt;x&lt;/mi&gt;&lt;mo&gt;,&lt;/mo&gt;&lt;mtext&gt;&lt;/mtext&gt;&lt;mtext&gt;&lt;/mtext&gt;&lt;mi&gt;y&lt;/mi&gt;&lt;mo&gt;=&lt;/mo&gt;&lt;mi&gt;x&lt;/mi&gt;&lt;mo&gt;+&lt;/mo&gt;&lt;mn&gt;3&lt;/mn&gt;&lt;/math&gt;" id="296" name="Google Shape;296;p22" title="y equals one half x comma y equals x plus 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36813" y="6232170"/>
            <a:ext cx="1885183" cy="492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