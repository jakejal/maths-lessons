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Additive relationships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661513" y="2468328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63" y="1797325"/>
            <a:ext cx="64839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 Draw a bar model to support if 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14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Rearranging additive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767949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 + 76 = 134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020237" y="2468328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63" y="2184720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707221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817730" y="2184720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0"/>
          <p:cNvSpPr/>
          <p:nvPr/>
        </p:nvSpPr>
        <p:spPr>
          <a:xfrm>
            <a:off x="661513" y="4379895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348496" y="4792270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020237" y="4379895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707221" y="4432407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63" y="4096287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817730" y="4096287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3986" y="6175648"/>
            <a:ext cx="3779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is rearranging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83986" y="7386661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83986" y="8972344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4749" y="8146021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254" y="6379111"/>
            <a:ext cx="466123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3622103" y="6169993"/>
            <a:ext cx="2818647" cy="69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 flipH="1">
            <a:off x="3862219" y="6204004"/>
            <a:ext cx="267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a lot of it as ‘swapping positions’ in the equation.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7435352"/>
            <a:ext cx="2550723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 flipH="1">
            <a:off x="950614" y="7490768"/>
            <a:ext cx="224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9042999"/>
            <a:ext cx="2602476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 flipH="1">
            <a:off x="950464" y="8210922"/>
            <a:ext cx="247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73 − 49 =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8192450"/>
            <a:ext cx="2602476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 flipH="1">
            <a:off x="950464" y="9061466"/>
            <a:ext cx="247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4134" y="7055725"/>
            <a:ext cx="6610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 decide if Lucas is correct and write a sentence to justify your decision.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77238" y="1102800"/>
            <a:ext cx="6614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in these rearrangements: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The sum of multiple terms as a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50104" y="2424697"/>
            <a:ext cx="18549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50104" y="2806819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7238" y="1583061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7238" y="3324033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7999" y="2448927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850103" y="3299803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850103" y="3681934"/>
            <a:ext cx="2072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850113" y="1568076"/>
            <a:ext cx="1571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850113" y="1950198"/>
            <a:ext cx="1664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065344" y="2424697"/>
            <a:ext cx="1781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065345" y="2806819"/>
            <a:ext cx="2141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692460" y="1583061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692460" y="3324033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683220" y="2448927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065344" y="3299812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065345" y="3681934"/>
            <a:ext cx="2141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(4 − 7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065334" y="1568076"/>
            <a:ext cx="1571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065334" y="1950198"/>
            <a:ext cx="1664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86634" y="4354225"/>
            <a:ext cx="5472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has done really well in this lesson but has made a few errors. Mark his work on rearranging and write a sentence to explain any errors you spot.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865369" y="5324023"/>
            <a:ext cx="1884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865369" y="5712159"/>
            <a:ext cx="19404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7249" y="5348635"/>
            <a:ext cx="2637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159357" y="5336954"/>
            <a:ext cx="19404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 = 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159359" y="5725107"/>
            <a:ext cx="1614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743082" y="5348635"/>
            <a:ext cx="2637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844" y="4480503"/>
            <a:ext cx="881104" cy="101616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68000" y="7361556"/>
            <a:ext cx="2793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69227" y="7351612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= 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869227" y="7726763"/>
            <a:ext cx="1648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434413" y="7361556"/>
            <a:ext cx="2793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875413" y="7335498"/>
            <a:ext cx="1709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875413" y="7746660"/>
            <a:ext cx="1916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69227" y="8121790"/>
            <a:ext cx="14988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869224" y="8532945"/>
            <a:ext cx="1151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875413" y="8177698"/>
            <a:ext cx="1916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75414" y="8638560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14 − 2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440147" y="1958875"/>
            <a:ext cx="2793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553677" y="2760175"/>
            <a:ext cx="4071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579325" y="3651172"/>
            <a:ext cx="4071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653895" y="1958875"/>
            <a:ext cx="2793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754073" y="2773523"/>
            <a:ext cx="4071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793073" y="3651172"/>
            <a:ext cx="407100" cy="24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Additive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2024-02-06T11:41:58.753</cp:lastPrinted>
  <dcterms:created xsi:type="dcterms:W3CDTF">2024-02-06T11:41:58Z</dcterms:created>
  <dcterms:modified xsi:type="dcterms:W3CDTF">2024-02-06T11:38:57Z</dcterms:modified>
</cp:coreProperties>
</file>