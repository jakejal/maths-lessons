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43" name="Shape 243"/>
        <p:cNvGrpSpPr/>
        <p:nvPr/>
      </p:nvGrpSpPr>
      <p:grpSpPr>
        <a:xfrm>
          <a:off x="0" y="0"/>
          <a:ext cx="0" cy="0"/>
        </a:xfrm>
      </p:grpSpPr>
      <p:sp>
        <p:nvSpPr>
          <p:cNvPr id="244" name="Google Shape;244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image" Target="../media/image11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Additive relationships</a:t>
            </a:r>
            <a:endParaRPr/>
          </a:p>
        </p:txBody>
      </p:sp>
      <p:sp>
        <p:nvSpPr>
          <p:cNvPr id="173" name="Google Shape;173;p20"/>
          <p:cNvSpPr/>
          <p:nvPr/>
        </p:nvSpPr>
        <p:spPr>
          <a:xfrm>
            <a:off x="661513" y="2468328"/>
            <a:ext cx="3071700" cy="7668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63" y="1797325"/>
            <a:ext cx="6483900" cy="5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Write the family of rearrangements for the below equations. Draw a bar model to support if needed.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8000" y="1414525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Rearranging additive relationships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767949" y="2520839"/>
            <a:ext cx="13149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58 + 76 = 134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767949" y="2880702"/>
            <a:ext cx="13149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76 + 58 = 134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2348496" y="2520839"/>
            <a:ext cx="13149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134 − 76 = 58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4020237" y="2468328"/>
            <a:ext cx="3071700" cy="7668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4126673" y="2520839"/>
            <a:ext cx="13149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 +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19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4126673" y="2880702"/>
            <a:ext cx="13149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+ 11 = 19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5707221" y="2520839"/>
            <a:ext cx="13149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19 −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11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5707221" y="2880702"/>
            <a:ext cx="13149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19 − 11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68063" y="2184720"/>
            <a:ext cx="2544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3817730" y="2184720"/>
            <a:ext cx="2544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6" name="Google Shape;186;p20"/>
          <p:cNvGrpSpPr/>
          <p:nvPr/>
        </p:nvGrpSpPr>
        <p:grpSpPr>
          <a:xfrm>
            <a:off x="4282880" y="3359338"/>
            <a:ext cx="2427184" cy="652691"/>
            <a:chOff x="5170675" y="3227875"/>
            <a:chExt cx="3083705" cy="829235"/>
          </a:xfrm>
        </p:grpSpPr>
        <p:sp>
          <p:nvSpPr>
            <p:cNvPr id="187" name="Google Shape;187;p20"/>
            <p:cNvSpPr txBox="1"/>
            <p:nvPr/>
          </p:nvSpPr>
          <p:spPr>
            <a:xfrm>
              <a:off x="5170675" y="3232225"/>
              <a:ext cx="1254300" cy="4137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36000" rIns="36000" bIns="36000" anchor="ctr" anchorCtr="0">
              <a:noAutofit/>
            </a:bodyPr>
            <a:lstStyle/>
            <a:p>
              <a:pPr marL="0" lvl="0" indent="0" algn="ctr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11</a:t>
              </a:r>
              <a:endPara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8" name="Google Shape;188;p20"/>
            <p:cNvSpPr txBox="1"/>
            <p:nvPr/>
          </p:nvSpPr>
          <p:spPr>
            <a:xfrm>
              <a:off x="5170680" y="3643410"/>
              <a:ext cx="3083700" cy="4137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36000" rIns="36000" bIns="36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19</a:t>
              </a:r>
              <a:endParaRPr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9" name="Google Shape;189;p20"/>
            <p:cNvSpPr txBox="1"/>
            <p:nvPr/>
          </p:nvSpPr>
          <p:spPr>
            <a:xfrm>
              <a:off x="6424976" y="3227875"/>
              <a:ext cx="1829400" cy="4137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36000" rIns="36000" bIns="36000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 i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endPara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90" name="Google Shape;190;p20"/>
          <p:cNvGrpSpPr/>
          <p:nvPr/>
        </p:nvGrpSpPr>
        <p:grpSpPr>
          <a:xfrm>
            <a:off x="777040" y="3377460"/>
            <a:ext cx="2427185" cy="652683"/>
            <a:chOff x="716553" y="3250898"/>
            <a:chExt cx="3083707" cy="829225"/>
          </a:xfrm>
        </p:grpSpPr>
        <p:sp>
          <p:nvSpPr>
            <p:cNvPr id="191" name="Google Shape;191;p20"/>
            <p:cNvSpPr txBox="1"/>
            <p:nvPr/>
          </p:nvSpPr>
          <p:spPr>
            <a:xfrm>
              <a:off x="716560" y="3666423"/>
              <a:ext cx="3083700" cy="4137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36000" rIns="36000" bIns="36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2" name="Google Shape;192;p20"/>
            <p:cNvSpPr txBox="1"/>
            <p:nvPr/>
          </p:nvSpPr>
          <p:spPr>
            <a:xfrm>
              <a:off x="2815638" y="3250898"/>
              <a:ext cx="984600" cy="4137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36000" rIns="36000" bIns="36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93" name="Google Shape;193;p20"/>
            <p:cNvGrpSpPr/>
            <p:nvPr/>
          </p:nvGrpSpPr>
          <p:grpSpPr>
            <a:xfrm>
              <a:off x="716560" y="3250898"/>
              <a:ext cx="3083700" cy="829225"/>
              <a:chOff x="4526560" y="3784298"/>
              <a:chExt cx="3083700" cy="829225"/>
            </a:xfrm>
          </p:grpSpPr>
          <p:sp>
            <p:nvSpPr>
              <p:cNvPr id="194" name="Google Shape;194;p20"/>
              <p:cNvSpPr txBox="1"/>
              <p:nvPr/>
            </p:nvSpPr>
            <p:spPr>
              <a:xfrm>
                <a:off x="4526560" y="4199823"/>
                <a:ext cx="3083700" cy="413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36000" tIns="36000" rIns="36000" bIns="3600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5.36</a:t>
                </a: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5" name="Google Shape;195;p20"/>
              <p:cNvSpPr txBox="1"/>
              <p:nvPr/>
            </p:nvSpPr>
            <p:spPr>
              <a:xfrm>
                <a:off x="6625638" y="3784298"/>
                <a:ext cx="984600" cy="413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36000" tIns="36000" rIns="36000" bIns="3600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1.9</a:t>
                </a: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96" name="Google Shape;196;p20"/>
            <p:cNvGrpSpPr/>
            <p:nvPr/>
          </p:nvGrpSpPr>
          <p:grpSpPr>
            <a:xfrm>
              <a:off x="716553" y="3250900"/>
              <a:ext cx="3083707" cy="829223"/>
              <a:chOff x="4526553" y="3784300"/>
              <a:chExt cx="3083707" cy="829223"/>
            </a:xfrm>
          </p:grpSpPr>
          <p:sp>
            <p:nvSpPr>
              <p:cNvPr id="197" name="Google Shape;197;p20"/>
              <p:cNvSpPr txBox="1"/>
              <p:nvPr/>
            </p:nvSpPr>
            <p:spPr>
              <a:xfrm>
                <a:off x="4526553" y="3788650"/>
                <a:ext cx="1426800" cy="413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36000" tIns="36000" rIns="36000" bIns="3600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58</a:t>
                </a: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8" name="Google Shape;198;p20"/>
              <p:cNvSpPr txBox="1"/>
              <p:nvPr/>
            </p:nvSpPr>
            <p:spPr>
              <a:xfrm>
                <a:off x="4526560" y="4199823"/>
                <a:ext cx="3083700" cy="413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36000" tIns="36000" rIns="36000" bIns="3600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134</a:t>
                </a: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9" name="Google Shape;199;p20"/>
              <p:cNvSpPr txBox="1"/>
              <p:nvPr/>
            </p:nvSpPr>
            <p:spPr>
              <a:xfrm>
                <a:off x="5939858" y="3784300"/>
                <a:ext cx="1670400" cy="4137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36000" tIns="36000" rIns="36000" bIns="3600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76</a:t>
                </a: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200" name="Google Shape;200;p20"/>
          <p:cNvSpPr txBox="1"/>
          <p:nvPr/>
        </p:nvSpPr>
        <p:spPr>
          <a:xfrm>
            <a:off x="2348496" y="2880702"/>
            <a:ext cx="13149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134 − 58 = 76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01" name="Google Shape;201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2" name="Google Shape;202;p20"/>
          <p:cNvSpPr/>
          <p:nvPr/>
        </p:nvSpPr>
        <p:spPr>
          <a:xfrm>
            <a:off x="661513" y="4379895"/>
            <a:ext cx="3071700" cy="7668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767949" y="4432407"/>
            <a:ext cx="13149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+ 3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767949" y="4792270"/>
            <a:ext cx="13149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+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2348496" y="4432407"/>
            <a:ext cx="13149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− 3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2348496" y="4792270"/>
            <a:ext cx="13149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4020237" y="4379895"/>
            <a:ext cx="3071700" cy="7668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4126673" y="4432407"/>
            <a:ext cx="13149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100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4126673" y="4792270"/>
            <a:ext cx="13149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+ 5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100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5707221" y="4432407"/>
            <a:ext cx="13149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100 − 2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5707221" y="4792270"/>
            <a:ext cx="13149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100 − 5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468063" y="4096287"/>
            <a:ext cx="2544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3817730" y="4096287"/>
            <a:ext cx="254400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4" name="Google Shape;214;p20"/>
          <p:cNvGrpSpPr/>
          <p:nvPr/>
        </p:nvGrpSpPr>
        <p:grpSpPr>
          <a:xfrm>
            <a:off x="857062" y="5334835"/>
            <a:ext cx="2427184" cy="652691"/>
            <a:chOff x="5170675" y="3227875"/>
            <a:chExt cx="3083705" cy="829235"/>
          </a:xfrm>
        </p:grpSpPr>
        <p:sp>
          <p:nvSpPr>
            <p:cNvPr id="215" name="Google Shape;215;p20"/>
            <p:cNvSpPr txBox="1"/>
            <p:nvPr/>
          </p:nvSpPr>
          <p:spPr>
            <a:xfrm>
              <a:off x="5170675" y="3232225"/>
              <a:ext cx="1254300" cy="4137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36000" rIns="36000" bIns="36000" anchor="ctr" anchorCtr="0">
              <a:noAutofit/>
            </a:bodyPr>
            <a:lstStyle/>
            <a:p>
              <a:pPr marL="0" lvl="0" indent="0" algn="ctr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6" name="Google Shape;216;p20"/>
            <p:cNvSpPr txBox="1"/>
            <p:nvPr/>
          </p:nvSpPr>
          <p:spPr>
            <a:xfrm>
              <a:off x="5170680" y="3643410"/>
              <a:ext cx="3083700" cy="4137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36000" rIns="36000" bIns="36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 i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7" name="Google Shape;217;p20"/>
            <p:cNvSpPr txBox="1"/>
            <p:nvPr/>
          </p:nvSpPr>
          <p:spPr>
            <a:xfrm>
              <a:off x="6424976" y="3227875"/>
              <a:ext cx="1829400" cy="4137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36000" rIns="36000" bIns="36000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 i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18" name="Google Shape;218;p20"/>
          <p:cNvGrpSpPr/>
          <p:nvPr/>
        </p:nvGrpSpPr>
        <p:grpSpPr>
          <a:xfrm>
            <a:off x="4275763" y="5334835"/>
            <a:ext cx="2427184" cy="652691"/>
            <a:chOff x="5170675" y="3227875"/>
            <a:chExt cx="3083705" cy="829235"/>
          </a:xfrm>
        </p:grpSpPr>
        <p:sp>
          <p:nvSpPr>
            <p:cNvPr id="219" name="Google Shape;219;p20"/>
            <p:cNvSpPr txBox="1"/>
            <p:nvPr/>
          </p:nvSpPr>
          <p:spPr>
            <a:xfrm>
              <a:off x="5170675" y="3232225"/>
              <a:ext cx="1254300" cy="4137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36000" rIns="36000" bIns="36000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r>
                <a:rPr lang="en-GB" sz="1200" i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-GB" sz="1200" baseline="30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0" name="Google Shape;220;p20"/>
            <p:cNvSpPr txBox="1"/>
            <p:nvPr/>
          </p:nvSpPr>
          <p:spPr>
            <a:xfrm>
              <a:off x="5170680" y="3643410"/>
              <a:ext cx="3083700" cy="4137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36000" rIns="36000" bIns="3600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100</a:t>
              </a:r>
              <a:endParaRPr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1" name="Google Shape;221;p20"/>
            <p:cNvSpPr txBox="1"/>
            <p:nvPr/>
          </p:nvSpPr>
          <p:spPr>
            <a:xfrm>
              <a:off x="6424976" y="3227875"/>
              <a:ext cx="1829400" cy="4137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6000" tIns="36000" rIns="36000" bIns="36000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r>
                <a:rPr lang="en-GB" sz="1200" i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22" name="Google Shape;222;p20"/>
          <p:cNvSpPr txBox="1"/>
          <p:nvPr/>
        </p:nvSpPr>
        <p:spPr>
          <a:xfrm>
            <a:off x="483986" y="6175648"/>
            <a:ext cx="37791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Lucas is rearranging equations.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483986" y="7386661"/>
            <a:ext cx="2595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483986" y="8972344"/>
            <a:ext cx="2595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474749" y="8146021"/>
            <a:ext cx="2595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6" name="Google Shape;22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4254" y="6379111"/>
            <a:ext cx="466123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0"/>
          <p:cNvPicPr preferRelativeResize="0"/>
          <p:nvPr/>
        </p:nvPicPr>
        <p:blipFill>
          <a:blip r:embed="rId4">
            <a:alphaModFix/>
          </a:blip>
          <a:srcRect r="57905" b="43690"/>
          <a:stretch>
            <a:fillRect/>
          </a:stretch>
        </p:blipFill>
        <p:spPr>
          <a:xfrm flipH="1">
            <a:off x="3622103" y="6169993"/>
            <a:ext cx="2818647" cy="690934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0"/>
          <p:cNvSpPr txBox="1"/>
          <p:nvPr/>
        </p:nvSpPr>
        <p:spPr>
          <a:xfrm flipH="1">
            <a:off x="3862219" y="6204004"/>
            <a:ext cx="2670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 see a lot of it as ‘swapping positions’ in the equation.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9" name="Google Shape;229;p20"/>
          <p:cNvPicPr preferRelativeResize="0"/>
          <p:nvPr/>
        </p:nvPicPr>
        <p:blipFill>
          <a:blip r:embed="rId4">
            <a:alphaModFix/>
          </a:blip>
          <a:srcRect r="57905" b="43690"/>
          <a:stretch>
            <a:fillRect/>
          </a:stretch>
        </p:blipFill>
        <p:spPr>
          <a:xfrm>
            <a:off x="784275" y="7435352"/>
            <a:ext cx="2550723" cy="539699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0"/>
          <p:cNvSpPr txBox="1"/>
          <p:nvPr/>
        </p:nvSpPr>
        <p:spPr>
          <a:xfrm flipH="1">
            <a:off x="950614" y="7490768"/>
            <a:ext cx="2241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If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+ 5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= 52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52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is also true.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1" name="Google Shape;231;p20"/>
          <p:cNvPicPr preferRelativeResize="0"/>
          <p:nvPr/>
        </p:nvPicPr>
        <p:blipFill>
          <a:blip r:embed="rId4">
            <a:alphaModFix/>
          </a:blip>
          <a:srcRect r="57905" b="43690"/>
          <a:stretch>
            <a:fillRect/>
          </a:stretch>
        </p:blipFill>
        <p:spPr>
          <a:xfrm>
            <a:off x="784275" y="9042999"/>
            <a:ext cx="2602476" cy="539699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0"/>
          <p:cNvSpPr txBox="1"/>
          <p:nvPr/>
        </p:nvSpPr>
        <p:spPr>
          <a:xfrm flipH="1">
            <a:off x="950464" y="8210922"/>
            <a:ext cx="2477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If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73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8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= 49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73 − 49 = 8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is also true.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3" name="Google Shape;233;p20"/>
          <p:cNvPicPr preferRelativeResize="0"/>
          <p:nvPr/>
        </p:nvPicPr>
        <p:blipFill>
          <a:blip r:embed="rId4">
            <a:alphaModFix/>
          </a:blip>
          <a:srcRect r="57905" b="43690"/>
          <a:stretch>
            <a:fillRect/>
          </a:stretch>
        </p:blipFill>
        <p:spPr>
          <a:xfrm>
            <a:off x="784275" y="8192450"/>
            <a:ext cx="2602476" cy="539699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0"/>
          <p:cNvSpPr txBox="1"/>
          <p:nvPr/>
        </p:nvSpPr>
        <p:spPr>
          <a:xfrm flipH="1">
            <a:off x="950464" y="9061466"/>
            <a:ext cx="2477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If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2 = 8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− 2 =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is also true.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p20"/>
          <p:cNvSpPr txBox="1"/>
          <p:nvPr/>
        </p:nvSpPr>
        <p:spPr>
          <a:xfrm>
            <a:off x="494134" y="7055725"/>
            <a:ext cx="66105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each case decide if Lucas is correct and write a sentence to justify your decision.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 flipH="1">
            <a:off x="3484999" y="7478850"/>
            <a:ext cx="94830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+ 5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= 52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52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" name="Google Shape;237;p20"/>
          <p:cNvSpPr txBox="1"/>
          <p:nvPr/>
        </p:nvSpPr>
        <p:spPr>
          <a:xfrm flipH="1">
            <a:off x="4433200" y="7501850"/>
            <a:ext cx="198900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True. This is an example of the commutativity of addition.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8" name="Google Shape;238;p20"/>
          <p:cNvSpPr txBox="1"/>
          <p:nvPr/>
        </p:nvSpPr>
        <p:spPr>
          <a:xfrm flipH="1">
            <a:off x="3436775" y="8187550"/>
            <a:ext cx="94830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73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8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= 49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73 − 49 = 8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20"/>
          <p:cNvSpPr txBox="1"/>
          <p:nvPr/>
        </p:nvSpPr>
        <p:spPr>
          <a:xfrm flipH="1">
            <a:off x="4384900" y="8187550"/>
            <a:ext cx="2818800" cy="5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True.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and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49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can swap positions because we can think of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73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as the sum.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 flipH="1">
            <a:off x="4225975" y="9053975"/>
            <a:ext cx="2818800" cy="5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Not true.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and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can not swap positions.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 flipH="1">
            <a:off x="3427550" y="9079775"/>
            <a:ext cx="94830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2 = 8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− 2 =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 flipH="1">
            <a:off x="4226125" y="9551875"/>
            <a:ext cx="2878500" cy="5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is the sum so only the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and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can swap positions.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46" name="Shape 246"/>
        <p:cNvGrpSpPr/>
        <p:nvPr/>
      </p:nvGrpSpPr>
      <p:grpSpPr>
        <a:xfrm>
          <a:off x="0" y="0"/>
          <a:ext cx="0" cy="0"/>
        </a:xfrm>
      </p:grpSpPr>
      <p:sp>
        <p:nvSpPr>
          <p:cNvPr id="247" name="Google Shape;247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48" name="Google Shape;248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Additive relationships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477238" y="1102800"/>
            <a:ext cx="66147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Fill in the blanks in these rearrangements: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468000" y="72000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The sum of multiple terms as a term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850104" y="2424697"/>
            <a:ext cx="1854900" cy="3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+ 8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+ 9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850104" y="2806819"/>
            <a:ext cx="1910400" cy="3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10 − (8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+ 9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477238" y="1583061"/>
            <a:ext cx="2598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477238" y="3324033"/>
            <a:ext cx="2598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467999" y="2448927"/>
            <a:ext cx="2598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850103" y="3299803"/>
            <a:ext cx="1910400" cy="3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3x</a:t>
            </a:r>
            <a:r>
              <a:rPr lang="en-GB" sz="1200" i="1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+ 7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 i="1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− 4 = 10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850103" y="3681934"/>
            <a:ext cx="2072700" cy="3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3x</a:t>
            </a:r>
            <a:r>
              <a:rPr lang="en-GB" sz="1200" i="1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10 − (7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 i="1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− 4)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850113" y="1568076"/>
            <a:ext cx="1571700" cy="3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+ 8 = 13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850113" y="1950198"/>
            <a:ext cx="1664100" cy="3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13 − (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+ 8)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4065344" y="2424697"/>
            <a:ext cx="1781100" cy="3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+ 8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+ 9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p21"/>
          <p:cNvSpPr txBox="1"/>
          <p:nvPr/>
        </p:nvSpPr>
        <p:spPr>
          <a:xfrm>
            <a:off x="4065345" y="2806819"/>
            <a:ext cx="2141400" cy="3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10 − (7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+ 8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3692460" y="1583061"/>
            <a:ext cx="2598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3692460" y="3324033"/>
            <a:ext cx="2598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3683220" y="2448927"/>
            <a:ext cx="2598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4065344" y="3299812"/>
            <a:ext cx="1910400" cy="3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3x</a:t>
            </a:r>
            <a:r>
              <a:rPr lang="en-GB" sz="1200" i="1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− 7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 i="1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+ 4 = 10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4065345" y="3681934"/>
            <a:ext cx="2141400" cy="3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3x</a:t>
            </a:r>
            <a:r>
              <a:rPr lang="en-GB" sz="1200" i="1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10 − (4 − 7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 i="1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4065334" y="1568076"/>
            <a:ext cx="1571700" cy="3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+ 8 = 13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4065334" y="1950198"/>
            <a:ext cx="1664100" cy="3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13 − (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+ 8)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486634" y="4354225"/>
            <a:ext cx="5472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Alex has done really well in this lesson but has made a few errors. Mark his work on rearranging and write a sentence to explain any errors you spot.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865369" y="5324023"/>
            <a:ext cx="18840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7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865369" y="5712159"/>
            <a:ext cx="19404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7 − (3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477249" y="5348635"/>
            <a:ext cx="263700" cy="3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4159357" y="5336954"/>
            <a:ext cx="19404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9x</a:t>
            </a:r>
            <a:r>
              <a:rPr lang="en-GB" sz="1200" i="1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 i="1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 = 8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4159359" y="5725107"/>
            <a:ext cx="16140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9x</a:t>
            </a:r>
            <a:r>
              <a:rPr lang="en-GB" sz="1200" i="1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8 − (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 i="1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7" name="Google Shape;277;p21"/>
          <p:cNvSpPr txBox="1"/>
          <p:nvPr/>
        </p:nvSpPr>
        <p:spPr>
          <a:xfrm>
            <a:off x="3743082" y="5348635"/>
            <a:ext cx="263700" cy="3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78" name="Google Shape;27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0844" y="4480503"/>
            <a:ext cx="881104" cy="10161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24094" y="5699019"/>
            <a:ext cx="322988" cy="341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51641" y="5642380"/>
            <a:ext cx="322988" cy="342367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1"/>
          <p:cNvSpPr txBox="1"/>
          <p:nvPr/>
        </p:nvSpPr>
        <p:spPr>
          <a:xfrm>
            <a:off x="4159360" y="6160161"/>
            <a:ext cx="27198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 i="1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and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need to be grouped before subtracting.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4159359" y="6905969"/>
            <a:ext cx="16140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9x</a:t>
            </a:r>
            <a:r>
              <a:rPr lang="en-GB" sz="1200" i="1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8 − (1 −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 i="1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3" name="Google Shape;28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1496" y="6752090"/>
            <a:ext cx="322988" cy="341828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1"/>
          <p:cNvSpPr txBox="1"/>
          <p:nvPr/>
        </p:nvSpPr>
        <p:spPr>
          <a:xfrm>
            <a:off x="468000" y="7361556"/>
            <a:ext cx="279300" cy="3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869227" y="7351612"/>
            <a:ext cx="14394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+ 5 = 7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>
            <a:off x="869227" y="7726763"/>
            <a:ext cx="16482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7 − (3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+ 5)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7" name="Google Shape;287;p21"/>
          <p:cNvSpPr txBox="1"/>
          <p:nvPr/>
        </p:nvSpPr>
        <p:spPr>
          <a:xfrm>
            <a:off x="4434413" y="7361556"/>
            <a:ext cx="279300" cy="3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4875413" y="7335498"/>
            <a:ext cx="17097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1200" i="1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− 4 = 10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4875413" y="7746660"/>
            <a:ext cx="19167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10 − (2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1200" i="1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− 4)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>
            <a:off x="869227" y="8121790"/>
            <a:ext cx="14988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7 − 3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+ 5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" name="Google Shape;291;p21"/>
          <p:cNvSpPr txBox="1"/>
          <p:nvPr/>
        </p:nvSpPr>
        <p:spPr>
          <a:xfrm>
            <a:off x="869224" y="8532945"/>
            <a:ext cx="1151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12 − 3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" name="Google Shape;292;p21"/>
          <p:cNvSpPr txBox="1"/>
          <p:nvPr/>
        </p:nvSpPr>
        <p:spPr>
          <a:xfrm>
            <a:off x="4875413" y="8177698"/>
            <a:ext cx="19167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10 − 2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1200" i="1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+ 4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" name="Google Shape;293;p21"/>
          <p:cNvSpPr txBox="1"/>
          <p:nvPr/>
        </p:nvSpPr>
        <p:spPr>
          <a:xfrm>
            <a:off x="4875414" y="8638560"/>
            <a:ext cx="14394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14 − 2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1200" i="1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4" name="Google Shape;29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31768" y="7732719"/>
            <a:ext cx="314919" cy="333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32280" y="8166034"/>
            <a:ext cx="314919" cy="333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6961" y="9486708"/>
            <a:ext cx="342150" cy="362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63382" y="8551086"/>
            <a:ext cx="314919" cy="333813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1"/>
          <p:cNvSpPr txBox="1"/>
          <p:nvPr/>
        </p:nvSpPr>
        <p:spPr>
          <a:xfrm>
            <a:off x="2778510" y="8039842"/>
            <a:ext cx="19167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We need to subtract both terms inside the brackets.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9" name="Google Shape;299;p21"/>
          <p:cNvSpPr txBox="1"/>
          <p:nvPr/>
        </p:nvSpPr>
        <p:spPr>
          <a:xfrm>
            <a:off x="869227" y="8947856"/>
            <a:ext cx="16482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7 − (3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+ 5)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" name="Google Shape;300;p21"/>
          <p:cNvSpPr txBox="1"/>
          <p:nvPr/>
        </p:nvSpPr>
        <p:spPr>
          <a:xfrm>
            <a:off x="869228" y="9277045"/>
            <a:ext cx="14394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7 − 3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− 5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p21"/>
          <p:cNvSpPr txBox="1"/>
          <p:nvPr/>
        </p:nvSpPr>
        <p:spPr>
          <a:xfrm>
            <a:off x="869228" y="9590106"/>
            <a:ext cx="14394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2 − 3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2" name="Google Shape;30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77081" y="7742661"/>
            <a:ext cx="314919" cy="333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5289" y="8183642"/>
            <a:ext cx="314919" cy="333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0434" y="8650693"/>
            <a:ext cx="314919" cy="333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109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Additive relationships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2024-02-06T11:38:54.412</cp:lastPrinted>
  <dcterms:created xsi:type="dcterms:W3CDTF">2024-02-06T11:38:54Z</dcterms:created>
  <dcterms:modified xsi:type="dcterms:W3CDTF">2024-02-06T11:42:18Z</dcterms:modified>
</cp:coreProperties>
</file>