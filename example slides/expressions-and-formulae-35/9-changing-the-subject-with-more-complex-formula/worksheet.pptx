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with more complex formula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723372"/>
            <a:ext cx="6610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Rearrange each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74475"/>
            <a:ext cx="6624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Changing the subject with two steps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2081027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3344268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873829" y="3344268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883063" y="2081027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877554" y="2081031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301443" y="2065962"/>
            <a:ext cx="112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/>
          </a:p>
        </p:txBody>
      </p:sp>
      <p:sp>
        <p:nvSpPr>
          <p:cNvPr id="170" name="Google Shape;170;p20"/>
          <p:cNvSpPr txBox="1"/>
          <p:nvPr/>
        </p:nvSpPr>
        <p:spPr>
          <a:xfrm>
            <a:off x="877554" y="3335038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301443" y="3335038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4965175"/>
            <a:ext cx="2631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921367" y="4965175"/>
            <a:ext cx="2631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 descr="&lt;math xmlns=&quot;http://www.w3.org/1998/Math/MathML&quot; display=&quot;block&quot; data-is-equatio=&quot;1&quot; data-latex=&quot;\frac{c+3}{9}=d&quot;&gt;&lt;mfrac&gt;&lt;mrow&gt;&lt;mi&gt;c&lt;/mi&gt;&lt;mo&gt;+&lt;/mo&gt;&lt;mn&gt;3&lt;/mn&gt;&lt;/mrow&gt;&lt;mn&gt;9&lt;/mn&gt;&lt;/mfrac&gt;&lt;mo&gt;=&lt;/mo&gt;&lt;mi&gt;d&lt;/mi&gt;&lt;/math&gt;" title="the fraction with numerator c plus 3 and denominator 9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950" y="5013751"/>
            <a:ext cx="846522" cy="432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isplay=&quot;block&quot; data-is-equatio=&quot;1&quot; data-latex=&quot;\frac{c}{9}+3=d&quot;&gt;&lt;mfrac&gt;&lt;mi&gt;c&lt;/mi&gt;&lt;mn&gt;9&lt;/mn&gt;&lt;/mfrac&gt;&lt;mo&gt;+&lt;/mo&gt;&lt;mn&gt;3&lt;/mn&gt;&lt;mo&gt;=&lt;/mo&gt;&lt;mi&gt;d&lt;/mi&gt;&lt;/math&gt;" title="c over 9 plus 3 equals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275" y="5011076"/>
            <a:ext cx="837377" cy="37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72925" y="6546925"/>
            <a:ext cx="54720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has been rearranging these equations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2925" y="7207397"/>
            <a:ext cx="248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918512" y="7207397"/>
            <a:ext cx="248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022294" y="7207397"/>
            <a:ext cx="248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64330" y="7212892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215592" y="7572234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18 − 3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20" descr="&lt;math xmlns=&quot;http://www.w3.org/1998/Math/MathML&quot; display=&quot;block&quot; data-is-equatio=&quot;1&quot; data-latex=&quot;\frac{y}{2}-5=x&quot;&gt;&lt;mfrac&gt;&lt;mi&gt;y&lt;/mi&gt;&lt;mn&gt;2&lt;/mn&gt;&lt;/mfrac&gt;&lt;mo&gt;−&lt;/mo&gt;&lt;mn&gt;5&lt;/mn&gt;&lt;mo&gt;=&lt;/mo&gt;&lt;mi&gt;x&lt;/mi&gt;&lt;/math&gt;" title="y over 2 minus 5 equal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1681" y="7175813"/>
            <a:ext cx="924486" cy="4108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3686831" y="7765313"/>
            <a:ext cx="10833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915014" y="8232820"/>
            <a:ext cx="10833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364086" y="7212892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616120" y="7648434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y=\frac{7x+3}{2}&quot;&gt;&lt;mi&gt;y&lt;/mi&gt;&lt;mo&gt;=&lt;/mo&gt;&lt;mfrac&gt;&lt;mrow&gt;&lt;mn&gt;7&lt;/mn&gt;&lt;mi&gt;x&lt;/mi&gt;&lt;mo&gt;+&lt;/mo&gt;&lt;mn&gt;3&lt;/mn&gt;&lt;/mrow&gt;&lt;mn&gt;2&lt;/mn&gt;&lt;/mfrac&gt;&lt;/math&gt;" title="y equals the fraction with numerator 7 x plus 3 and denominato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1001" y="8113137"/>
            <a:ext cx="924469" cy="41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8255" y="9239284"/>
            <a:ext cx="553516" cy="72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32774" y="7539996"/>
            <a:ext cx="248018" cy="26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93756" y="8159791"/>
            <a:ext cx="248018" cy="26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33062" y="8352868"/>
            <a:ext cx="248018" cy="26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9">
            <a:alphaModFix/>
          </a:blip>
          <a:srcRect r="57905" b="43690"/>
          <a:stretch>
            <a:fillRect/>
          </a:stretch>
        </p:blipFill>
        <p:spPr>
          <a:xfrm flipH="1">
            <a:off x="1031775" y="8615625"/>
            <a:ext cx="2134825" cy="134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 flipH="1">
            <a:off x="1249900" y="8678400"/>
            <a:ext cx="1834500" cy="9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checked my answers and they are all wrong. Can you help me spot where I went wrong?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 flipH="1">
            <a:off x="467993" y="6768150"/>
            <a:ext cx="66240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each case circle Laura’s errors and write a sentence to explain what she should do differently.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the subject with more complex formula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91671" y="1068010"/>
            <a:ext cx="66003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Rearrange each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7998" y="720000"/>
            <a:ext cx="64419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Rearranging more complex formula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91671" y="1425115"/>
            <a:ext cx="2592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915395" y="1425115"/>
            <a:ext cx="2592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229714" y="1425115"/>
            <a:ext cx="2592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071237" y="1454927"/>
            <a:ext cx="162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sp>
        <p:nvSpPr>
          <p:cNvPr id="209" name="Google Shape;209;p21"/>
          <p:cNvSpPr txBox="1"/>
          <p:nvPr/>
        </p:nvSpPr>
        <p:spPr>
          <a:xfrm>
            <a:off x="3427981" y="1454927"/>
            <a:ext cx="162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sp>
        <p:nvSpPr>
          <p:cNvPr id="210" name="Google Shape;210;p21"/>
          <p:cNvSpPr txBox="1"/>
          <p:nvPr/>
        </p:nvSpPr>
        <p:spPr>
          <a:xfrm>
            <a:off x="5985851" y="1454927"/>
            <a:ext cx="13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1200"/>
          </a:p>
        </p:txBody>
      </p:sp>
      <p:sp>
        <p:nvSpPr>
          <p:cNvPr id="211" name="Google Shape;211;p21"/>
          <p:cNvSpPr txBox="1"/>
          <p:nvPr/>
        </p:nvSpPr>
        <p:spPr>
          <a:xfrm>
            <a:off x="468473" y="3393850"/>
            <a:ext cx="287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2915395" y="3393850"/>
            <a:ext cx="287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229714" y="3393850"/>
            <a:ext cx="287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327803" y="3416674"/>
            <a:ext cx="148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 sz="1200"/>
          </a:p>
        </p:txBody>
      </p:sp>
      <p:pic>
        <p:nvPicPr>
          <p:cNvPr id="215" name="Google Shape;215;p21" descr="&lt;math xmlns=&quot;http://www.w3.org/1998/Math/MathML&quot; display=&quot;block&quot; data-is-equatio=&quot;1&quot; data-latex=&quot;y=\frac{4}{x^2}&quot;&gt;&lt;mi&gt;y&lt;/mi&gt;&lt;mo&gt;=&lt;/mo&gt;&lt;mfrac&gt;&lt;mn&gt;4&lt;/mn&gt;&lt;msup&gt;&lt;mi&gt;x&lt;/mi&gt;&lt;mn&gt;2&lt;/mn&gt;&lt;/msup&gt;&lt;/mfrac&gt;&lt;/math&gt;" title="y equals the fraction with numerator 4 and denominator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886" y="3397257"/>
            <a:ext cx="599436" cy="43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&lt;math xmlns=&quot;http://www.w3.org/1998/Math/MathML&quot; display=&quot;block&quot; data-is-equatio=&quot;1&quot; data-latex=&quot;y=\frac{x^2}{4}&quot;&gt;&lt;mi&gt;y&lt;/mi&gt;&lt;mo&gt;=&lt;/mo&gt;&lt;mfrac&gt;&lt;msup&gt;&lt;mi&gt;x&lt;/mi&gt;&lt;mn&gt;2&lt;/mn&gt;&lt;/msup&gt;&lt;mn&gt;4&lt;/mn&gt;&lt;/mfrac&gt;&lt;/math&gt;" title="y equals the fraction with numerator x squared and denominato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4753" y="3358525"/>
            <a:ext cx="615211" cy="46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&lt;math xmlns=&quot;http://www.w3.org/1998/Math/MathML&quot; display=&quot;block&quot; data-is-equatio=&quot;1&quot; data-latex=&quot;\sqrt{3x}=y&quot;&gt;&lt;msqrt&gt;&lt;mn&gt;3&lt;/mn&gt;&lt;mi&gt;x&lt;/mi&gt;&lt;/msqrt&gt;&lt;mo&gt;=&lt;/mo&gt;&lt;mi&gt;y&lt;/mi&gt;&lt;/math&gt;" title="the square root of 3 x equals 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8573" y="5821196"/>
            <a:ext cx="798523" cy="27508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468000" y="5770825"/>
            <a:ext cx="2685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2990206" y="5770825"/>
            <a:ext cx="2685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395383" y="5770825"/>
            <a:ext cx="2685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 descr="&lt;math xmlns=&quot;http://www.w3.org/1998/Math/MathML&quot; display=&quot;block&quot; data-is-equatio=&quot;1&quot; data-latex=&quot;3x=\sqrt{y}&quot;&gt;&lt;mn&gt;3&lt;/mn&gt;&lt;mi&gt;x&lt;/mi&gt;&lt;mo&gt;=&lt;/mo&gt;&lt;msqrt&gt;&lt;mi&gt;y&lt;/mi&gt;&lt;/msqrt&gt;&lt;/math&gt;" title="3 x equals the square root of 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0825" y="5835221"/>
            <a:ext cx="798524" cy="27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&lt;math xmlns=&quot;http://www.w3.org/1998/Math/MathML&quot; display=&quot;block&quot; data-is-equatio=&quot;1&quot; data-latex=&quot;3\sqrt{x}=y&quot;&gt;&lt;mn&gt;3&lt;/mn&gt;&lt;msqrt&gt;&lt;mi&gt;x&lt;/mi&gt;&lt;/msqrt&gt;&lt;mo&gt;=&lt;/mo&gt;&lt;mi&gt;y&lt;/mi&gt;&lt;/math&gt;" title="3 the square root of x equals 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75088" y="5818325"/>
            <a:ext cx="798520" cy="271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Changing the subject with more complex formula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2024-02-06T11:39:56.688</cp:lastPrinted>
  <dcterms:created xsi:type="dcterms:W3CDTF">2024-02-06T11:39:56Z</dcterms:created>
  <dcterms:modified xsi:type="dcterms:W3CDTF">2024-02-06T11:40:07Z</dcterms:modified>
</cp:coreProperties>
</file>