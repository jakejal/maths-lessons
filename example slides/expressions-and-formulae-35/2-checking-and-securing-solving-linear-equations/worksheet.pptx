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6DE66C2-4E9C-423D-8717-ACD210E31ED3}">
  <a:tblStyle styleId="{D6DE66C2-4E9C-423D-8717-ACD210E31E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b3d31f9aed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3d31f9ae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solving linear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14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Solving equations involving a bracketed expression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2037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Spot the mistake in each method to solve an equation involving brackets.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544203" y="2437161"/>
          <a:ext cx="1910225" cy="1241042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25000"/>
                <a:gridCol w="272000"/>
                <a:gridCol w="713225"/>
              </a:tblGrid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5084669" y="2437138"/>
          <a:ext cx="1941350" cy="960717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42575"/>
                <a:gridCol w="272000"/>
                <a:gridCol w="726775"/>
              </a:tblGrid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65" name="Google Shape;165;p20"/>
          <p:cNvCxnSpPr/>
          <p:nvPr/>
        </p:nvCxnSpPr>
        <p:spPr>
          <a:xfrm flipH="1">
            <a:off x="2687838" y="2070650"/>
            <a:ext cx="0" cy="2702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0"/>
          <p:cNvCxnSpPr/>
          <p:nvPr/>
        </p:nvCxnSpPr>
        <p:spPr>
          <a:xfrm flipH="1">
            <a:off x="5067575" y="2070650"/>
            <a:ext cx="0" cy="2689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" name="Google Shape;167;p20"/>
          <p:cNvSpPr/>
          <p:nvPr/>
        </p:nvSpPr>
        <p:spPr>
          <a:xfrm>
            <a:off x="468000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92933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078933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3080294" y="2465883"/>
          <a:ext cx="1969150" cy="1261592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58275"/>
                <a:gridCol w="272000"/>
                <a:gridCol w="738875"/>
              </a:tblGrid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2889682" y="5782426"/>
          <a:ext cx="1941350" cy="1251892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42575"/>
                <a:gridCol w="272000"/>
                <a:gridCol w="726775"/>
              </a:tblGrid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2" name="Google Shape;172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922" y="5822476"/>
            <a:ext cx="83754" cy="2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>
            <a:graphicFrameLocks noGrp="1"/>
          </p:cNvGraphicFramePr>
          <p:nvPr/>
        </p:nvGraphicFramePr>
        <p:xfrm>
          <a:off x="5517784" y="5735662"/>
          <a:ext cx="1717000" cy="381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815900"/>
                <a:gridCol w="272000"/>
                <a:gridCol w="629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4" name="Google Shape;174;p20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427" y="5782427"/>
            <a:ext cx="91854" cy="292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\frac{30}{4}-\frac{24}{4}x\ =\ 6&quot;&gt;&lt;mfrac&gt;&lt;mn&gt;30&lt;/mn&gt;&lt;mn&gt;4&lt;/mn&gt;&lt;/mfrac&gt;&lt;mo&gt;−&lt;/mo&gt;&lt;mfrac&gt;&lt;mn&gt;24&lt;/mn&gt;&lt;mn&gt;4&lt;/mn&gt;&lt;/mfrac&gt;&lt;mi&gt;x&lt;/mi&gt;&lt;mtext&gt;&lt;/mtext&gt;&lt;mo&gt;=&lt;/mo&gt;&lt;mtext&gt;&lt;/mtext&gt;&lt;mn&gt;6&lt;/mn&gt;&lt;/math&gt;" title="30 over 4 minus 24 over 4 x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8640" y="6091884"/>
            <a:ext cx="868755" cy="27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-\frac{24}{4}x\ =\ -\frac{3}{2}&quot;&gt;&lt;mo&gt;−&lt;/mo&gt;&lt;mfrac&gt;&lt;mn&gt;24&lt;/mn&gt;&lt;mn&gt;4&lt;/mn&gt;&lt;/mfrac&gt;&lt;mi&gt;x&lt;/mi&gt;&lt;mtext&gt;&lt;/mtext&gt;&lt;mo&gt;=&lt;/mo&gt;&lt;mtext&gt;&lt;/mtext&gt;&lt;mo&gt;−&lt;/mo&gt;&lt;mfrac&gt;&lt;mn&gt;3&lt;/mn&gt;&lt;mn&gt;2&lt;/mn&gt;&lt;/mfrac&gt;&lt;/math&gt;" title="negative 24 over 4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6105" y="6422708"/>
            <a:ext cx="789684" cy="26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&lt;math xmlns=&quot;http://www.w3.org/1998/Math/MathML&quot; display=&quot;block&quot; data-is-equatio=&quot;1&quot; data-latex=&quot;x\ =\ -\frac{3}{2}\times\frac{4}{24}&quot;&gt;&lt;mi&gt;x&lt;/mi&gt;&lt;mtext&gt;&lt;/mtext&gt;&lt;mo&gt;=&lt;/mo&gt;&lt;mtext&gt;&lt;/mtext&gt;&lt;mo&gt;−&lt;/mo&gt;&lt;mfrac&gt;&lt;mn&gt;3&lt;/mn&gt;&lt;mn&gt;2&lt;/mn&gt;&lt;/mfrac&gt;&lt;mo&gt;×&lt;/mo&gt;&lt;mfrac&gt;&lt;mn&gt;4&lt;/mn&gt;&lt;mn&gt;24&lt;/mn&gt;&lt;/mfrac&gt;&lt;/math&gt;" title="x equals negative three halves times 4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2405" y="6717531"/>
            <a:ext cx="789687" cy="24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x\ =\ -\frac{1}{4}&quot;&gt;&lt;mi&gt;x&lt;/mi&gt;&lt;mtext&gt;&lt;/mtext&gt;&lt;mo&gt;=&lt;/mo&gt;&lt;mtext&gt;&lt;/mtext&gt;&lt;mo&gt;−&lt;/mo&gt;&lt;mfrac&gt;&lt;mn&gt;1&lt;/mn&gt;&lt;mn&gt;4&lt;/mn&gt;&lt;/mfrac&gt;&lt;/math&gt;" title="x equals negative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6937" y="6996164"/>
            <a:ext cx="495789" cy="246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0"/>
          <p:cNvCxnSpPr/>
          <p:nvPr/>
        </p:nvCxnSpPr>
        <p:spPr>
          <a:xfrm flipH="1">
            <a:off x="2690180" y="5625738"/>
            <a:ext cx="0" cy="2453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0"/>
          <p:cNvCxnSpPr/>
          <p:nvPr/>
        </p:nvCxnSpPr>
        <p:spPr>
          <a:xfrm flipH="1">
            <a:off x="5067180" y="5569038"/>
            <a:ext cx="0" cy="2483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0"/>
          <p:cNvSpPr/>
          <p:nvPr/>
        </p:nvSpPr>
        <p:spPr>
          <a:xfrm>
            <a:off x="48281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79293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7893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488187" y="5801732"/>
          <a:ext cx="1992950" cy="1271553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71725"/>
                <a:gridCol w="272000"/>
                <a:gridCol w="749225"/>
              </a:tblGrid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solving linear equations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720000"/>
            <a:ext cx="66240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118843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780000" y="1188425"/>
            <a:ext cx="3312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>
            <a:graphicFrameLocks noGrp="1"/>
          </p:cNvGraphicFramePr>
          <p:nvPr/>
        </p:nvGraphicFramePr>
        <p:xfrm>
          <a:off x="10803" y="1494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1"/>
          <p:cNvGraphicFramePr>
            <a:graphicFrameLocks noGrp="1"/>
          </p:cNvGraphicFramePr>
          <p:nvPr/>
        </p:nvGraphicFramePr>
        <p:xfrm>
          <a:off x="3780004" y="1422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233325"/>
                <a:gridCol w="315025"/>
                <a:gridCol w="950950"/>
              </a:tblGrid>
              <a:tr h="579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/>
        </p:nvSpPr>
        <p:spPr>
          <a:xfrm>
            <a:off x="468000" y="3574450"/>
            <a:ext cx="6624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4109168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780000" y="4109175"/>
            <a:ext cx="3312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1"/>
          <p:cNvGraphicFramePr>
            <a:graphicFrameLocks noGrp="1"/>
          </p:cNvGraphicFramePr>
          <p:nvPr/>
        </p:nvGraphicFramePr>
        <p:xfrm>
          <a:off x="173516" y="4376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21"/>
          <p:cNvGraphicFramePr>
            <a:graphicFrameLocks noGrp="1"/>
          </p:cNvGraphicFramePr>
          <p:nvPr/>
        </p:nvGraphicFramePr>
        <p:xfrm>
          <a:off x="4167191" y="4376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468000" y="6049650"/>
            <a:ext cx="66240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2c)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11163" y="651808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780000" y="6518075"/>
            <a:ext cx="25872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800" y="6905424"/>
            <a:ext cx="1383910" cy="42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275" y="6905750"/>
            <a:ext cx="1395499" cy="4271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1"/>
          <p:cNvCxnSpPr/>
          <p:nvPr/>
        </p:nvCxnSpPr>
        <p:spPr>
          <a:xfrm>
            <a:off x="4598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1" name="Google Shape;211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solving linear equations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14" name="Google Shape;214;p22"/>
          <p:cNvGraphicFramePr>
            <a:graphicFrameLocks noGrp="1"/>
          </p:cNvGraphicFramePr>
          <p:nvPr/>
        </p:nvGraphicFramePr>
        <p:xfrm>
          <a:off x="2991468" y="1722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07875"/>
                <a:gridCol w="261625"/>
                <a:gridCol w="774500"/>
              </a:tblGrid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2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Solving equations with multiple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68000" y="1025850"/>
            <a:ext cx="6624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solutions to the equations are given. Fill in the steps to show how to get to these answers.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methods may also be valid.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7" name="Google Shape;217;p22"/>
          <p:cNvGraphicFramePr>
            <a:graphicFrameLocks noGrp="1"/>
          </p:cNvGraphicFramePr>
          <p:nvPr/>
        </p:nvGraphicFramePr>
        <p:xfrm>
          <a:off x="467993" y="1739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926850"/>
                <a:gridCol w="242650"/>
                <a:gridCol w="774500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7(9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8" name="Google Shape;218;p22"/>
          <p:cNvCxnSpPr/>
          <p:nvPr/>
        </p:nvCxnSpPr>
        <p:spPr>
          <a:xfrm flipH="1">
            <a:off x="2796750" y="1374000"/>
            <a:ext cx="0" cy="42669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9" name="Google Shape;219;p22"/>
          <p:cNvGraphicFramePr>
            <a:graphicFrameLocks noGrp="1"/>
          </p:cNvGraphicFramePr>
          <p:nvPr/>
        </p:nvGraphicFramePr>
        <p:xfrm>
          <a:off x="5130193" y="1732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302600"/>
                <a:gridCol w="212175"/>
                <a:gridCol w="559275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20" name="Google Shape;220;p22"/>
          <p:cNvCxnSpPr/>
          <p:nvPr/>
        </p:nvCxnSpPr>
        <p:spPr>
          <a:xfrm flipH="1">
            <a:off x="4953600" y="1374000"/>
            <a:ext cx="0" cy="42537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2"/>
          <p:cNvSpPr/>
          <p:nvPr/>
        </p:nvSpPr>
        <p:spPr>
          <a:xfrm>
            <a:off x="483250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845450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997967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2"/>
          <p:cNvGraphicFramePr>
            <a:graphicFrameLocks noGrp="1"/>
          </p:cNvGraphicFramePr>
          <p:nvPr/>
        </p:nvGraphicFramePr>
        <p:xfrm>
          <a:off x="2901574" y="364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430425"/>
                <a:gridCol w="202700"/>
                <a:gridCol w="440925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− 9) − 4(3 − 2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22"/>
          <p:cNvGraphicFramePr>
            <a:graphicFrameLocks noGrp="1"/>
          </p:cNvGraphicFramePr>
          <p:nvPr/>
        </p:nvGraphicFramePr>
        <p:xfrm>
          <a:off x="472018" y="364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434650"/>
                <a:gridCol w="200000"/>
                <a:gridCol w="455100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− 2(3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2"/>
          <p:cNvGraphicFramePr>
            <a:graphicFrameLocks noGrp="1"/>
          </p:cNvGraphicFramePr>
          <p:nvPr/>
        </p:nvGraphicFramePr>
        <p:xfrm>
          <a:off x="5062719" y="3631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167625"/>
                <a:gridCol w="233625"/>
                <a:gridCol w="672800"/>
              </a:tblGrid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+ 4)+5)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/>
          <p:nvPr/>
        </p:nvSpPr>
        <p:spPr>
          <a:xfrm>
            <a:off x="468000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845450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997967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68000" y="5723325"/>
            <a:ext cx="6624000" cy="5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these equations twice. Firstly by expanding first, secondly by simplifying before expanding. Write a sentence to compare the efficiency.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68000" y="6216052"/>
            <a:ext cx="277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2"/>
          <p:cNvGraphicFramePr>
            <a:graphicFrameLocks noGrp="1"/>
          </p:cNvGraphicFramePr>
          <p:nvPr/>
        </p:nvGraphicFramePr>
        <p:xfrm>
          <a:off x="718843" y="6176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365000"/>
                <a:gridCol w="272000"/>
                <a:gridCol w="440900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2"/>
          <p:cNvGraphicFramePr>
            <a:graphicFrameLocks noGrp="1"/>
          </p:cNvGraphicFramePr>
          <p:nvPr/>
        </p:nvGraphicFramePr>
        <p:xfrm>
          <a:off x="5032193" y="6170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279400"/>
                <a:gridCol w="272000"/>
                <a:gridCol w="413250"/>
              </a:tblGrid>
              <a:tr h="3239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2"/>
          <p:cNvSpPr txBox="1"/>
          <p:nvPr/>
        </p:nvSpPr>
        <p:spPr>
          <a:xfrm>
            <a:off x="467405" y="7802240"/>
            <a:ext cx="277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2"/>
          <p:cNvGraphicFramePr>
            <a:graphicFrameLocks noGrp="1"/>
          </p:cNvGraphicFramePr>
          <p:nvPr/>
        </p:nvGraphicFramePr>
        <p:xfrm>
          <a:off x="718844" y="7762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019275"/>
                <a:gridCol w="272000"/>
                <a:gridCol w="1439425"/>
              </a:tblGrid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22"/>
          <p:cNvGraphicFramePr>
            <a:graphicFrameLocks noGrp="1"/>
          </p:cNvGraphicFramePr>
          <p:nvPr/>
        </p:nvGraphicFramePr>
        <p:xfrm>
          <a:off x="4448908" y="7832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{D6DE66C2-4E9C-423D-8717-ACD210E31ED3}</a:tableStyleId>
              </a:tblPr>
              <a:tblGrid>
                <a:gridCol w="1016825"/>
                <a:gridCol w="272000"/>
                <a:gridCol w="1435950"/>
              </a:tblGrid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Checking and securing solving linear equations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2024-02-06T11:40:18.303</cp:lastPrinted>
  <dcterms:created xsi:type="dcterms:W3CDTF">2024-02-06T11:40:18Z</dcterms:created>
  <dcterms:modified xsi:type="dcterms:W3CDTF">2024-02-06T11:40:30Z</dcterms:modified>
</cp:coreProperties>
</file>