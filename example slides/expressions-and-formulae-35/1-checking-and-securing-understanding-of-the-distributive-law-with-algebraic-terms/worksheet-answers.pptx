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6" name="Shape 256"/>
        <p:cNvGrpSpPr/>
        <p:nvPr/>
      </p:nvGrpSpPr>
      <p:grpSpPr>
        <a:xfrm>
          <a:off x="0" y="0"/>
          <a:ext cx="0" cy="0"/>
        </a:xfrm>
      </p:grpSpPr>
      <p:sp>
        <p:nvSpPr>
          <p:cNvPr id="257" name="Google Shape;25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and securing understanding of the distributive law with algebraic terms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2109025"/>
            <a:ext cx="64080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area models to write these expressions in expanded form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4750" y="17262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Multiplying expressions by a term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810161" y="2678612"/>
            <a:ext cx="23037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810170" y="2678645"/>
            <a:ext cx="9522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 flipH="1">
            <a:off x="671352" y="2707260"/>
            <a:ext cx="0" cy="45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8" name="Google Shape;178;p20"/>
          <p:cNvSpPr txBox="1"/>
          <p:nvPr/>
        </p:nvSpPr>
        <p:spPr>
          <a:xfrm>
            <a:off x="468000" y="2759893"/>
            <a:ext cx="163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071511" y="2355154"/>
            <a:ext cx="21420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+  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>
            <a:off x="787878" y="2597416"/>
            <a:ext cx="95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1740691" y="2597416"/>
            <a:ext cx="1362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2" name="Google Shape;182;p20"/>
          <p:cNvSpPr txBox="1"/>
          <p:nvPr/>
        </p:nvSpPr>
        <p:spPr>
          <a:xfrm>
            <a:off x="468000" y="3231059"/>
            <a:ext cx="3304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+ 6) ≡ 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+ 18</a:t>
            </a:r>
            <a:endParaRPr sz="1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071524" y="3715102"/>
            <a:ext cx="21420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+  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>
            <a:off x="787890" y="3957363"/>
            <a:ext cx="95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1740704" y="3957363"/>
            <a:ext cx="1362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6" name="Google Shape;186;p20"/>
          <p:cNvSpPr txBox="1"/>
          <p:nvPr/>
        </p:nvSpPr>
        <p:spPr>
          <a:xfrm>
            <a:off x="468013" y="4591006"/>
            <a:ext cx="3304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≡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− 18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553872" y="2338646"/>
            <a:ext cx="21420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     +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>
            <a:off x="4092410" y="2580908"/>
            <a:ext cx="1322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5454222" y="2580900"/>
            <a:ext cx="952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0" name="Google Shape;190;p20"/>
          <p:cNvSpPr txBox="1"/>
          <p:nvPr/>
        </p:nvSpPr>
        <p:spPr>
          <a:xfrm>
            <a:off x="3772532" y="3231059"/>
            <a:ext cx="3304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3(6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≡ 18 − 6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≡ −6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18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810173" y="4038131"/>
            <a:ext cx="23037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810182" y="4038164"/>
            <a:ext cx="9522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 flipH="1">
            <a:off x="671365" y="4066780"/>
            <a:ext cx="0" cy="45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4" name="Google Shape;194;p20"/>
          <p:cNvSpPr txBox="1"/>
          <p:nvPr/>
        </p:nvSpPr>
        <p:spPr>
          <a:xfrm>
            <a:off x="468013" y="4119412"/>
            <a:ext cx="163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092406" y="2666591"/>
            <a:ext cx="23037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440268" y="2666585"/>
            <a:ext cx="9522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" name="Google Shape;197;p20"/>
          <p:cNvCxnSpPr/>
          <p:nvPr/>
        </p:nvCxnSpPr>
        <p:spPr>
          <a:xfrm flipH="1">
            <a:off x="3963613" y="2698798"/>
            <a:ext cx="0" cy="45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8" name="Google Shape;198;p20"/>
          <p:cNvSpPr txBox="1"/>
          <p:nvPr/>
        </p:nvSpPr>
        <p:spPr>
          <a:xfrm>
            <a:off x="3760261" y="2751430"/>
            <a:ext cx="163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264971" y="3702208"/>
            <a:ext cx="21420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+  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4107358" y="3957363"/>
            <a:ext cx="95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1" name="Google Shape;201;p20"/>
          <p:cNvCxnSpPr/>
          <p:nvPr/>
        </p:nvCxnSpPr>
        <p:spPr>
          <a:xfrm>
            <a:off x="5060171" y="3957363"/>
            <a:ext cx="1362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2" name="Google Shape;202;p20"/>
          <p:cNvSpPr txBox="1"/>
          <p:nvPr/>
        </p:nvSpPr>
        <p:spPr>
          <a:xfrm>
            <a:off x="3787480" y="4591006"/>
            <a:ext cx="3304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≡ −6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18 ≡ 18 − 6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129641" y="4038131"/>
            <a:ext cx="23037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129650" y="4038164"/>
            <a:ext cx="9522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 flipH="1">
            <a:off x="3990833" y="4066780"/>
            <a:ext cx="0" cy="45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6" name="Google Shape;206;p20"/>
          <p:cNvSpPr txBox="1"/>
          <p:nvPr/>
        </p:nvSpPr>
        <p:spPr>
          <a:xfrm>
            <a:off x="3695065" y="4119403"/>
            <a:ext cx="3744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812222" y="2677348"/>
            <a:ext cx="9528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1765076" y="2692400"/>
            <a:ext cx="13620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18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812235" y="4038170"/>
            <a:ext cx="9528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1765088" y="4038170"/>
            <a:ext cx="13620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18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4092406" y="2666613"/>
            <a:ext cx="13620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18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439909" y="2666613"/>
            <a:ext cx="9528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4129291" y="4038170"/>
            <a:ext cx="9528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083156" y="4038170"/>
            <a:ext cx="13620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18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67595" y="5464950"/>
            <a:ext cx="6622500" cy="24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area models to write these expressions in expanded form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778730" y="6079098"/>
            <a:ext cx="1947600" cy="526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778734" y="6079164"/>
            <a:ext cx="526800" cy="526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20"/>
          <p:cNvCxnSpPr/>
          <p:nvPr/>
        </p:nvCxnSpPr>
        <p:spPr>
          <a:xfrm flipH="1">
            <a:off x="652507" y="6108708"/>
            <a:ext cx="0" cy="504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9" name="Google Shape;219;p20"/>
          <p:cNvSpPr txBox="1"/>
          <p:nvPr/>
        </p:nvSpPr>
        <p:spPr>
          <a:xfrm>
            <a:off x="503952" y="6182982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832604" y="5744831"/>
            <a:ext cx="19476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+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" name="Google Shape;221;p20"/>
          <p:cNvCxnSpPr/>
          <p:nvPr/>
        </p:nvCxnSpPr>
        <p:spPr>
          <a:xfrm>
            <a:off x="758465" y="5995192"/>
            <a:ext cx="54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2" name="Google Shape;222;p20"/>
          <p:cNvCxnSpPr/>
          <p:nvPr/>
        </p:nvCxnSpPr>
        <p:spPr>
          <a:xfrm>
            <a:off x="1307133" y="6000920"/>
            <a:ext cx="139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3" name="Google Shape;223;p20"/>
          <p:cNvSpPr txBox="1"/>
          <p:nvPr/>
        </p:nvSpPr>
        <p:spPr>
          <a:xfrm>
            <a:off x="479653" y="6712842"/>
            <a:ext cx="30048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+ 10) 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3688076" y="6717704"/>
            <a:ext cx="30048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+ 10) ≡ 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807464" y="7374142"/>
            <a:ext cx="1947600" cy="1049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807462" y="7374142"/>
            <a:ext cx="528000" cy="1049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" name="Google Shape;227;p20"/>
          <p:cNvCxnSpPr/>
          <p:nvPr/>
        </p:nvCxnSpPr>
        <p:spPr>
          <a:xfrm flipH="1">
            <a:off x="712177" y="7410080"/>
            <a:ext cx="0" cy="1016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8" name="Google Shape;228;p20"/>
          <p:cNvSpPr txBox="1"/>
          <p:nvPr/>
        </p:nvSpPr>
        <p:spPr>
          <a:xfrm>
            <a:off x="466001" y="7746211"/>
            <a:ext cx="2133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889551" y="7096441"/>
            <a:ext cx="1470300" cy="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+ 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" name="Google Shape;230;p20"/>
          <p:cNvCxnSpPr/>
          <p:nvPr/>
        </p:nvCxnSpPr>
        <p:spPr>
          <a:xfrm>
            <a:off x="792161" y="7324998"/>
            <a:ext cx="559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1" name="Google Shape;231;p20"/>
          <p:cNvCxnSpPr/>
          <p:nvPr/>
        </p:nvCxnSpPr>
        <p:spPr>
          <a:xfrm>
            <a:off x="1352019" y="7324983"/>
            <a:ext cx="1391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2" name="Google Shape;232;p20"/>
          <p:cNvSpPr txBox="1"/>
          <p:nvPr/>
        </p:nvSpPr>
        <p:spPr>
          <a:xfrm>
            <a:off x="479653" y="8473131"/>
            <a:ext cx="30048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+ 10) ≡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3991172" y="7343453"/>
            <a:ext cx="2454300" cy="1050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991177" y="7343520"/>
            <a:ext cx="1053300" cy="1053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5" name="Google Shape;235;p20"/>
          <p:cNvCxnSpPr/>
          <p:nvPr/>
        </p:nvCxnSpPr>
        <p:spPr>
          <a:xfrm flipH="1">
            <a:off x="3864949" y="7373063"/>
            <a:ext cx="0" cy="1029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6" name="Google Shape;236;p20"/>
          <p:cNvSpPr txBox="1"/>
          <p:nvPr/>
        </p:nvSpPr>
        <p:spPr>
          <a:xfrm>
            <a:off x="3520802" y="7713775"/>
            <a:ext cx="3441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4228821" y="6995838"/>
            <a:ext cx="19476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8" name="Google Shape;238;p20"/>
          <p:cNvCxnSpPr/>
          <p:nvPr/>
        </p:nvCxnSpPr>
        <p:spPr>
          <a:xfrm>
            <a:off x="3970908" y="7264907"/>
            <a:ext cx="1073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9" name="Google Shape;239;p20"/>
          <p:cNvCxnSpPr/>
          <p:nvPr/>
        </p:nvCxnSpPr>
        <p:spPr>
          <a:xfrm>
            <a:off x="5073442" y="7264907"/>
            <a:ext cx="1353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0" name="Google Shape;240;p20"/>
          <p:cNvSpPr txBox="1"/>
          <p:nvPr/>
        </p:nvSpPr>
        <p:spPr>
          <a:xfrm>
            <a:off x="3688076" y="8446281"/>
            <a:ext cx="30048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+ 10) ≡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778730" y="6088582"/>
            <a:ext cx="528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1297596" y="6070996"/>
            <a:ext cx="14289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808087" y="7387869"/>
            <a:ext cx="528000" cy="10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1337907" y="7387869"/>
            <a:ext cx="1428900" cy="10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3991172" y="6079096"/>
            <a:ext cx="2454300" cy="5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3991177" y="6079162"/>
            <a:ext cx="1053300" cy="526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7" name="Google Shape;247;p20"/>
          <p:cNvCxnSpPr/>
          <p:nvPr/>
        </p:nvCxnSpPr>
        <p:spPr>
          <a:xfrm flipH="1">
            <a:off x="3864949" y="6108706"/>
            <a:ext cx="0" cy="493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8" name="Google Shape;248;p20"/>
          <p:cNvSpPr txBox="1"/>
          <p:nvPr/>
        </p:nvSpPr>
        <p:spPr>
          <a:xfrm>
            <a:off x="4228821" y="5744829"/>
            <a:ext cx="19476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9" name="Google Shape;249;p20"/>
          <p:cNvCxnSpPr/>
          <p:nvPr/>
        </p:nvCxnSpPr>
        <p:spPr>
          <a:xfrm>
            <a:off x="3970908" y="6000550"/>
            <a:ext cx="1073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0" name="Google Shape;250;p20"/>
          <p:cNvCxnSpPr/>
          <p:nvPr/>
        </p:nvCxnSpPr>
        <p:spPr>
          <a:xfrm>
            <a:off x="5073442" y="6000550"/>
            <a:ext cx="1353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1" name="Google Shape;251;p20"/>
          <p:cNvSpPr txBox="1"/>
          <p:nvPr/>
        </p:nvSpPr>
        <p:spPr>
          <a:xfrm>
            <a:off x="3649910" y="6201552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3991172" y="6069248"/>
            <a:ext cx="10533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5035698" y="6090823"/>
            <a:ext cx="14289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3991172" y="7343453"/>
            <a:ext cx="1053300" cy="10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5035698" y="7347211"/>
            <a:ext cx="1399200" cy="10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61" name="Google Shape;26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understanding of the distributive law with algebraic terms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cxnSp>
        <p:nvCxnSpPr>
          <p:cNvPr id="264" name="Google Shape;264;p21"/>
          <p:cNvCxnSpPr/>
          <p:nvPr/>
        </p:nvCxnSpPr>
        <p:spPr>
          <a:xfrm>
            <a:off x="474757" y="33425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5" name="Google Shape;265;p21"/>
          <p:cNvSpPr txBox="1"/>
          <p:nvPr/>
        </p:nvSpPr>
        <p:spPr>
          <a:xfrm>
            <a:off x="468000" y="720000"/>
            <a:ext cx="3312000" cy="3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each of these in expanded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+ 4) ≡ 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+ 20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+ 4) ≡ 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+ 20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4) ≡ 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20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4) ≡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40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10(4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≡ 40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+ 4)≡ 40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+ 40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+ 4) ≡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− 40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3779875" y="717300"/>
            <a:ext cx="3312000" cy="30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+ 4) ≡ 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+ 4) ≡ 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≡ 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≡ 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y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y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74750" y="3496875"/>
            <a:ext cx="66105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Multiplying and simplifying multiple expressions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68000" y="3759000"/>
            <a:ext cx="61263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Expand and simplify where possible.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+ 6) + 5(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b)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7(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5) + 2(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+ 13)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c)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1) + 6(5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d)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7)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7)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3457003" y="4316099"/>
            <a:ext cx="3621600" cy="3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7)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4)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3(4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2(4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(8y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916045" y="4453217"/>
            <a:ext cx="18273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+ 24 + 5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+ 34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916045" y="5172165"/>
            <a:ext cx="18273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35 + 2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916045" y="5891113"/>
            <a:ext cx="18273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− 18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+ 31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− 18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916045" y="6634151"/>
            <a:ext cx="18273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3913634" y="4615132"/>
            <a:ext cx="18273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28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3913634" y="5299673"/>
            <a:ext cx="18273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3913634" y="6054075"/>
            <a:ext cx="24060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(−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3913634" y="6352149"/>
            <a:ext cx="24060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3913634" y="6706874"/>
            <a:ext cx="24060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41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74750" y="7059350"/>
            <a:ext cx="5622600" cy="27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All four of these expressions are equivalent to each other.                           Fill in the missing terms.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7(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3) + 4(2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+ 6.5)</a:t>
            </a: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4) + 3(3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       ) </a:t>
            </a: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5(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5(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2) </a:t>
            </a: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7(3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1639393" y="9025503"/>
            <a:ext cx="288300" cy="205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1077420" y="8543552"/>
            <a:ext cx="288300" cy="205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2026587" y="8104077"/>
            <a:ext cx="288300" cy="205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3542341" y="7593626"/>
            <a:ext cx="16770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≡ 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2296942" y="7593626"/>
            <a:ext cx="16770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≡ 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21 + 8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2428793" y="8108704"/>
            <a:ext cx="16770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≡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+ 8 + 9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?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2057200" y="8092378"/>
            <a:ext cx="252900" cy="1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3659909" y="8118152"/>
            <a:ext cx="8856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?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2376690" y="8571822"/>
            <a:ext cx="16770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≡ ?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5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3651409" y="8571825"/>
            <a:ext cx="8856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?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1143405" y="8563463"/>
            <a:ext cx="252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2567018" y="9035602"/>
            <a:ext cx="16770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≡ 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3255702" y="9035602"/>
            <a:ext cx="16770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≡ 5(3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1719062" y="9025507"/>
            <a:ext cx="1290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105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Checking and securing understanding of the distributive law with algebraic terms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2024-02-06T11:40:07.223</cp:lastPrinted>
  <dcterms:created xsi:type="dcterms:W3CDTF">2024-02-06T11:40:07Z</dcterms:created>
  <dcterms:modified xsi:type="dcterms:W3CDTF">2024-02-06T11:37:06Z</dcterms:modified>
</cp:coreProperties>
</file>