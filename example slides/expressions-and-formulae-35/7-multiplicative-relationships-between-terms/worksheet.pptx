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5" name="Shape 195"/>
        <p:cNvGrpSpPr/>
        <p:nvPr/>
      </p:nvGrpSpPr>
      <p:grpSpPr>
        <a:xfrm>
          <a:off x="0" y="0"/>
          <a:ext cx="0" cy="0"/>
        </a:xfrm>
      </p:grpSpPr>
      <p:sp>
        <p:nvSpPr>
          <p:cNvPr id="196" name="Google Shape;196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17.png" /><Relationship Id="rId11" Type="http://schemas.openxmlformats.org/officeDocument/2006/relationships/image" Target="../media/image18.png" /><Relationship Id="rId12" Type="http://schemas.openxmlformats.org/officeDocument/2006/relationships/image" Target="../media/image19.png" /><Relationship Id="rId13" Type="http://schemas.openxmlformats.org/officeDocument/2006/relationships/image" Target="../media/image20.png" /><Relationship Id="rId14" Type="http://schemas.openxmlformats.org/officeDocument/2006/relationships/image" Target="../media/image21.png" /><Relationship Id="rId15" Type="http://schemas.openxmlformats.org/officeDocument/2006/relationships/image" Target="../media/image22.png" /><Relationship Id="rId16" Type="http://schemas.openxmlformats.org/officeDocument/2006/relationships/image" Target="../media/image23.png" /><Relationship Id="rId17" Type="http://schemas.openxmlformats.org/officeDocument/2006/relationships/image" Target="../media/image24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0.png" /><Relationship Id="rId4" Type="http://schemas.openxmlformats.org/officeDocument/2006/relationships/image" Target="../media/image11.png" /><Relationship Id="rId5" Type="http://schemas.openxmlformats.org/officeDocument/2006/relationships/image" Target="../media/image12.png" /><Relationship Id="rId6" Type="http://schemas.openxmlformats.org/officeDocument/2006/relationships/image" Target="../media/image13.png" /><Relationship Id="rId7" Type="http://schemas.openxmlformats.org/officeDocument/2006/relationships/image" Target="../media/image14.png" /><Relationship Id="rId8" Type="http://schemas.openxmlformats.org/officeDocument/2006/relationships/image" Target="../media/image15.png" /><Relationship Id="rId9" Type="http://schemas.openxmlformats.org/officeDocument/2006/relationships/image" Target="../media/image1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Multiplicative relationships between terms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824025"/>
            <a:ext cx="66240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the family of rearrangements for the below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4412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The structure of multiplicative relationships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715377" y="2319072"/>
            <a:ext cx="2642400" cy="1240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865918" y="2432688"/>
            <a:ext cx="12828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× 7 = 84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712248" y="3735955"/>
            <a:ext cx="2642400" cy="1240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865929" y="3817058"/>
            <a:ext cx="11382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×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68000" y="2121077"/>
            <a:ext cx="252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68000" y="3546924"/>
            <a:ext cx="252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3607768" y="2121077"/>
            <a:ext cx="252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3607768" y="3546924"/>
            <a:ext cx="252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3863239" y="2319072"/>
            <a:ext cx="3228600" cy="1240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3983600" y="2432688"/>
            <a:ext cx="16608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0.3 × 2.7 = 0.81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3859915" y="3735954"/>
            <a:ext cx="2476200" cy="1240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192898" y="3817058"/>
            <a:ext cx="11382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80797" y="5290872"/>
            <a:ext cx="5520000" cy="5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volume of a cuboid can be calculated as ‘length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width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height’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428" y="5910137"/>
            <a:ext cx="1139291" cy="1764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p20"/>
          <p:cNvCxnSpPr/>
          <p:nvPr/>
        </p:nvCxnSpPr>
        <p:spPr>
          <a:xfrm>
            <a:off x="517573" y="7530810"/>
            <a:ext cx="266700" cy="147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8" name="Google Shape;178;p20"/>
          <p:cNvCxnSpPr/>
          <p:nvPr/>
        </p:nvCxnSpPr>
        <p:spPr>
          <a:xfrm rot="10800000" flipH="1">
            <a:off x="881720" y="7263989"/>
            <a:ext cx="725400" cy="410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9" name="Google Shape;179;p20"/>
          <p:cNvCxnSpPr/>
          <p:nvPr/>
        </p:nvCxnSpPr>
        <p:spPr>
          <a:xfrm rot="10800000">
            <a:off x="1620588" y="6108084"/>
            <a:ext cx="900" cy="1100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0" name="Google Shape;180;p20"/>
          <p:cNvSpPr txBox="1"/>
          <p:nvPr/>
        </p:nvSpPr>
        <p:spPr>
          <a:xfrm>
            <a:off x="1652697" y="6544501"/>
            <a:ext cx="162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1288443" y="7447826"/>
            <a:ext cx="162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81145" y="7581093"/>
            <a:ext cx="162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1932813" y="5907070"/>
            <a:ext cx="5172000" cy="4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missing parts of these rearrangements.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4" name="Google Shape;184;p20" descr="&lt;math xmlns=&quot;http://www.w3.org/1998/Math/MathML&quot; display=&quot;block&quot; data-is-equatio=&quot;1&quot; data-latex=&quot;\frac{V}{w}=lh&quot;&gt;&lt;mfrac&gt;&lt;mi&gt;V&lt;/mi&gt;&lt;mi&gt;w&lt;/mi&gt;&lt;/mfrac&gt;&lt;mo&gt;=&lt;/mo&gt;&lt;mi&gt;l&lt;/mi&gt;&lt;mi&gt;h&lt;/mi&gt;&lt;/math&gt;" title="V over w equals l 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1177" y="6388030"/>
            <a:ext cx="708646" cy="471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&lt;math xmlns=&quot;http://www.w3.org/1998/Math/MathML&quot; display=&quot;block&quot; data-is-equatio=&quot;1&quot; data-latex=&quot;\frac{V}{h}=lw&quot;&gt;&lt;mfrac&gt;&lt;mi&gt;V&lt;/mi&gt;&lt;mi&gt;h&lt;/mi&gt;&lt;/mfrac&gt;&lt;mo&gt;=&lt;/mo&gt;&lt;mi&gt;l&lt;/mi&gt;&lt;mi&gt;w&lt;/mi&gt;&lt;/math&gt;" title="V over h equals l w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6750" y="6385600"/>
            <a:ext cx="767126" cy="471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&lt;math xmlns=&quot;http://www.w3.org/1998/Math/MathML&quot; display=&quot;block&quot; data-is-equatio=&quot;1&quot; data-latex=&quot;\frac{V}{lw}=h&quot;&gt;&lt;mfrac&gt;&lt;mi&gt;V&lt;/mi&gt;&lt;mrow&gt;&lt;mi&gt;l&lt;/mi&gt;&lt;mi&gt;w&lt;/mi&gt;&lt;/mrow&gt;&lt;/mfrac&gt;&lt;mo&gt;=&lt;/mo&gt;&lt;mi&gt;h&lt;/mi&gt;&lt;/math&gt;" title="V over l w equals 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66750" y="7208671"/>
            <a:ext cx="700405" cy="465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&lt;math xmlns=&quot;http://www.w3.org/1998/Math/MathML&quot; display=&quot;block&quot; data-is-equatio=&quot;1&quot; data-latex=&quot;\frac{V}{wh}=l&quot;&gt;&lt;mfrac&gt;&lt;mi&gt;V&lt;/mi&gt;&lt;mrow&gt;&lt;mi&gt;w&lt;/mi&gt;&lt;mi&gt;h&lt;/mi&gt;&lt;/mrow&gt;&lt;/mfrac&gt;&lt;mo&gt;=&lt;/mo&gt;&lt;mi&gt;l&lt;/mi&gt;&lt;/math&gt;" title="V over w h equals l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06023" y="7207116"/>
            <a:ext cx="708646" cy="47128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2340463" y="6307453"/>
            <a:ext cx="1113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= lwh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 flipH="1">
            <a:off x="1811244" y="6936143"/>
            <a:ext cx="17253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, the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product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of the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original multiplicative relationship remained the numerator.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0" name="Google Shape;190;p20"/>
          <p:cNvCxnSpPr/>
          <p:nvPr/>
        </p:nvCxnSpPr>
        <p:spPr>
          <a:xfrm>
            <a:off x="428532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" name="Google Shape;191;p20"/>
          <p:cNvSpPr/>
          <p:nvPr/>
        </p:nvSpPr>
        <p:spPr>
          <a:xfrm>
            <a:off x="3724074" y="6697224"/>
            <a:ext cx="252000" cy="268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845A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3724075" y="7497197"/>
            <a:ext cx="345600" cy="268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845A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5688200" y="7340272"/>
            <a:ext cx="345600" cy="268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845A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5577293" y="6475472"/>
            <a:ext cx="345600" cy="268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845A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8" name="Shape 198"/>
        <p:cNvGrpSpPr/>
        <p:nvPr/>
      </p:nvGrpSpPr>
      <p:grpSpPr>
        <a:xfrm>
          <a:off x="0" y="0"/>
          <a:ext cx="0" cy="0"/>
        </a:xfrm>
      </p:grpSpPr>
      <p:sp>
        <p:nvSpPr>
          <p:cNvPr id="199" name="Google Shape;19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0" name="Google Shape;200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Multiplicative relationships between terms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anf Industry</a:t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3863239" y="1597846"/>
            <a:ext cx="3228600" cy="1240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 descr="&lt;math xmlns=&quot;http://www.w3.org/1998/Math/MathML&quot; display=&quot;block&quot; data-is-equatio=&quot;1&quot; data-latex=&quot;\frac{0.82}{0.2}=4.1&quot;&gt;&lt;mfrac&gt;&lt;mn&gt;0.82&lt;/mn&gt;&lt;mn&gt;0.2&lt;/mn&gt;&lt;/mfrac&gt;&lt;mo&gt;=&lt;/mo&gt;&lt;mn&gt;4.1&lt;/mn&gt;&lt;/math&gt;" title="0.82 over 0.2 equals 4.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080" y="2255264"/>
            <a:ext cx="999993" cy="47278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468000" y="1102800"/>
            <a:ext cx="66240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the family of rearrangements for the below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Rearranging multiplicative relationships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715377" y="1597846"/>
            <a:ext cx="2642400" cy="1240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712248" y="2921515"/>
            <a:ext cx="2642400" cy="1334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468000" y="1399851"/>
            <a:ext cx="252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68000" y="2825695"/>
            <a:ext cx="252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3607768" y="1399851"/>
            <a:ext cx="252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3607768" y="2825695"/>
            <a:ext cx="252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3859915" y="2921398"/>
            <a:ext cx="2808300" cy="1334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4" name="Google Shape;214;p21" descr="&lt;math xmlns=&quot;http://www.w3.org/1998/Math/MathML&quot; display=&quot;block&quot; data-is-equatio=&quot;1&quot; data-latex=&quot;\frac{95}{5}=19&quot;&gt;&lt;mfrac&gt;&lt;mn&gt;95&lt;/mn&gt;&lt;mn&gt;5&lt;/mn&gt;&lt;/mfrac&gt;&lt;mo&gt;=&lt;/mo&gt;&lt;mn&gt;19&lt;/mn&gt;&lt;/math&gt;" title="95 over 5 equals 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1438" y="1653900"/>
            <a:ext cx="782420" cy="473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&lt;math xmlns=&quot;http://www.w3.org/1998/Math/MathML&quot; display=&quot;block&quot; data-is-equatio=&quot;1&quot; data-latex=&quot;\begin{array}{l}\frac{56}{y}=7\end{array}&quot;&gt;&lt;mtable columnalign=&quot;left&quot; columnspacing=&quot;1em&quot; rowspacing=&quot;4pt&quot;&gt;&lt;mtr&gt;&lt;mtd&gt;&lt;mfrac&gt;&lt;mn&gt;56&lt;/mn&gt;&lt;mi&gt;y&lt;/mi&gt;&lt;/mfrac&gt;&lt;mo&gt;=&lt;/mo&gt;&lt;mn&gt;7&lt;/mn&gt;&lt;/mtd&gt;&lt;/mtr&gt;&lt;/mtable&gt;&lt;/math&gt;" title="1 lines Line 1: 56 over y equals 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98800" y="3039598"/>
            <a:ext cx="765134" cy="411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&lt;math xmlns=&quot;http://www.w3.org/1998/Math/MathML&quot; display=&quot;block&quot; data-is-equatio=&quot;1&quot; data-latex=&quot;\begin{array}{l}\frac{P}{F}=A\end{array}&quot;&gt;&lt;mtable columnalign=&quot;left&quot; columnspacing=&quot;1em&quot; rowspacing=&quot;4pt&quot;&gt;&lt;mtr&gt;&lt;mtd&gt;&lt;mfrac&gt;&lt;mi&gt;P&lt;/mi&gt;&lt;mi&gt;F&lt;/mi&gt;&lt;/mfrac&gt;&lt;mo&gt;=&lt;/mo&gt;&lt;mi&gt;A&lt;/mi&gt;&lt;/mtd&gt;&lt;/mtr&gt;&lt;/mtable&gt;&lt;/math&gt;" title="1 lines Line 1: P over F equals A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40167" y="3663934"/>
            <a:ext cx="769976" cy="382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>
            <a:off x="768225" y="6436174"/>
            <a:ext cx="3208924" cy="647476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476958" y="4459400"/>
            <a:ext cx="64140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Lucas is rearranging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76958" y="5585293"/>
            <a:ext cx="2517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76958" y="7188024"/>
            <a:ext cx="2517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67999" y="6391138"/>
            <a:ext cx="2517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2" name="Google Shape;222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36476" y="4747476"/>
            <a:ext cx="418169" cy="46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 flipH="1">
            <a:off x="3267601" y="4479275"/>
            <a:ext cx="2385024" cy="50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 flipH="1">
            <a:off x="3540504" y="4505346"/>
            <a:ext cx="25908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just ‘swap positions’ in the equation.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5" name="Google Shape;225;p21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>
            <a:off x="768225" y="5632525"/>
            <a:ext cx="3145124" cy="64747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 flipH="1">
            <a:off x="1692109" y="5831803"/>
            <a:ext cx="10713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can swap to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7" name="Google Shape;227;p21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>
            <a:off x="768225" y="7256549"/>
            <a:ext cx="3208924" cy="64747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479125" y="5269575"/>
            <a:ext cx="66240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each case decide if Lucas is correct and write a sentence to justify your decision.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9" name="Google Shape;229;p21" descr="&lt;math xmlns=&quot;http://www.w3.org/1998/Math/MathML&quot; display=&quot;block&quot; data-is-equatio=&quot;1&quot; data-latex=&quot;\begin{array}{l}\frac{72}{9}=8\end{array}&quot;&gt;&lt;mtable columnalign=&quot;left&quot; columnspacing=&quot;1em&quot; rowspacing=&quot;4pt&quot;&gt;&lt;mtr&gt;&lt;mtd&gt;&lt;mfrac&gt;&lt;mn&gt;72&lt;/mn&gt;&lt;mn&gt;9&lt;/mn&gt;&lt;/mfrac&gt;&lt;mo&gt;=&lt;/mo&gt;&lt;mn&gt;8&lt;/mn&gt;&lt;/mtd&gt;&lt;/mtr&gt;&lt;/mtable&gt;&lt;/math&gt;" title="1 lines Line 1: 72 over 9 equals 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23663" y="5763049"/>
            <a:ext cx="687648" cy="35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&lt;math xmlns=&quot;http://www.w3.org/1998/Math/MathML&quot; display=&quot;block&quot; data-is-equatio=&quot;1&quot; data-latex=&quot;\begin{array}{l}\frac{72}{8}=9\end{array}&quot;&gt;&lt;mtable columnalign=&quot;left&quot; columnspacing=&quot;1em&quot; rowspacing=&quot;4pt&quot;&gt;&lt;mtr&gt;&lt;mtd&gt;&lt;mfrac&gt;&lt;mn&gt;72&lt;/mn&gt;&lt;mn&gt;8&lt;/mn&gt;&lt;/mfrac&gt;&lt;mo&gt;=&lt;/mo&gt;&lt;mn&gt;9&lt;/mn&gt;&lt;/mtd&gt;&lt;/mtr&gt;&lt;/mtable&gt;&lt;/math&gt;" title="1 lines Line 1: 72 over 8 equals 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59291" y="5756225"/>
            <a:ext cx="697932" cy="35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 descr="&lt;math xmlns=&quot;http://www.w3.org/1998/Math/MathML&quot; display=&quot;block&quot; data-is-equatio=&quot;1&quot; data-latex=&quot;\begin{array}{l}\frac{5}{b}=h\end{array}&quot;&gt;&lt;mtable columnalign=&quot;left&quot; columnspacing=&quot;1em&quot; rowspacing=&quot;4pt&quot;&gt;&lt;mtr&gt;&lt;mtd&gt;&lt;mfrac&gt;&lt;mn&gt;5&lt;/mn&gt;&lt;mi&gt;b&lt;/mi&gt;&lt;/mfrac&gt;&lt;mo&gt;=&lt;/mo&gt;&lt;mi&gt;h&lt;/mi&gt;&lt;/mtd&gt;&lt;/mtr&gt;&lt;/mtable&gt;&lt;/math&gt;" title="1 lines Line 1: 5 over b equals h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696914" y="6562098"/>
            <a:ext cx="601692" cy="35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&lt;math xmlns=&quot;http://www.w3.org/1998/Math/MathML&quot; display=&quot;block&quot; data-is-equatio=&quot;1&quot; data-latex=&quot;\begin{array}{l}\frac{5}{h}=b\end{array}&quot;&gt;&lt;mtable columnalign=&quot;left&quot; columnspacing=&quot;1em&quot; rowspacing=&quot;4pt&quot;&gt;&lt;mtr&gt;&lt;mtd&gt;&lt;mfrac&gt;&lt;mn&gt;5&lt;/mn&gt;&lt;mi&gt;h&lt;/mi&gt;&lt;/mfrac&gt;&lt;mo&gt;=&lt;/mo&gt;&lt;mi&gt;b&lt;/mi&gt;&lt;/mtd&gt;&lt;/mtr&gt;&lt;/mtable&gt;&lt;/math&gt;" title="1 lines Line 1: 5 over h equals b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36553" y="6561419"/>
            <a:ext cx="601687" cy="35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 descr="&lt;math xmlns=&quot;http://www.w3.org/1998/Math/MathML&quot; display=&quot;block&quot; data-is-equatio=&quot;1&quot; data-latex=&quot;\begin{array}{l}\frac{13}{x}=2\end{array}&quot;&gt;&lt;mtable columnalign=&quot;left&quot; columnspacing=&quot;1em&quot; rowspacing=&quot;4pt&quot;&gt;&lt;mtr&gt;&lt;mtd&gt;&lt;mfrac&gt;&lt;mn&gt;13&lt;/mn&gt;&lt;mi&gt;x&lt;/mi&gt;&lt;/mfrac&gt;&lt;mo&gt;=&lt;/mo&gt;&lt;mn&gt;2&lt;/mn&gt;&lt;/mtd&gt;&lt;/mtr&gt;&lt;/mtable&gt;&lt;/math&gt;" title="1 lines Line 1: 13 over x equals 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90950" y="7394270"/>
            <a:ext cx="698619" cy="342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&lt;math xmlns=&quot;http://www.w3.org/1998/Math/MathML&quot; display=&quot;block&quot; data-is-equatio=&quot;1&quot; data-latex=&quot;\begin{array}{l}\frac{2}{x}=13\end{array}&quot;&gt;&lt;mtable columnalign=&quot;left&quot; columnspacing=&quot;1em&quot; rowspacing=&quot;4pt&quot;&gt;&lt;mtr&gt;&lt;mtd&gt;&lt;mfrac&gt;&lt;mn&gt;2&lt;/mn&gt;&lt;mi&gt;x&lt;/mi&gt;&lt;/mfrac&gt;&lt;mo&gt;=&lt;/mo&gt;&lt;mn&gt;13&lt;/mn&gt;&lt;/mtd&gt;&lt;/mtr&gt;&lt;/mtable&gt;&lt;/math&gt;" title="1 lines Line 1: 2 over x equals 1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692183" y="7400223"/>
            <a:ext cx="738668" cy="338187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 flipH="1">
            <a:off x="1692109" y="6634264"/>
            <a:ext cx="10713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can swap to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 flipH="1">
            <a:off x="1692109" y="7463603"/>
            <a:ext cx="10713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can swap to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479138" y="7984897"/>
            <a:ext cx="55179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Rearrange each equation into the form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× b = c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479138" y="8287683"/>
            <a:ext cx="2502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2827417" y="8287683"/>
            <a:ext cx="2502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704261" y="8287683"/>
            <a:ext cx="2502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1" name="Google Shape;241;p21" descr="&lt;math xmlns=&quot;http://www.w3.org/1998/Math/MathML&quot; display=&quot;block&quot; data-is-equatio=&quot;1&quot; data-latex=&quot;\frac{x}{8}=y&quot;&gt;&lt;mfrac&gt;&lt;mi&gt;x&lt;/mi&gt;&lt;mn&gt;8&lt;/mn&gt;&lt;/mfrac&gt;&lt;mo&gt;=&lt;/mo&gt;&lt;mi&gt;y&lt;/mi&gt;&lt;/math&gt;" title="x over 8 equals y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09908" y="8269537"/>
            <a:ext cx="480166" cy="348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&lt;math xmlns=&quot;http://www.w3.org/1998/Math/MathML&quot; display=&quot;block&quot; data-is-equatio=&quot;1&quot; data-latex=&quot;\frac{x}{3y}=y&quot;&gt;&lt;mfrac&gt;&lt;mi&gt;x&lt;/mi&gt;&lt;mrow&gt;&lt;mn&gt;3&lt;/mn&gt;&lt;mi&gt;y&lt;/mi&gt;&lt;/mrow&gt;&lt;/mfrac&gt;&lt;mo&gt;=&lt;/mo&gt;&lt;mi&gt;y&lt;/mi&gt;&lt;/math&gt;" title="x over 3 y equals y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205639" y="8285341"/>
            <a:ext cx="517755" cy="348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&lt;math xmlns=&quot;http://www.w3.org/1998/Math/MathML&quot; display=&quot;block&quot; data-is-equatio=&quot;1&quot; data-latex=&quot;\frac{5x}{3yz}=4z^2&quot;&gt;&lt;mfrac&gt;&lt;mrow&gt;&lt;mn&gt;5&lt;/mn&gt;&lt;mi&gt;x&lt;/mi&gt;&lt;/mrow&gt;&lt;mrow&gt;&lt;mn&gt;3&lt;/mn&gt;&lt;mi&gt;y&lt;/mi&gt;&lt;mi&gt;z&lt;/mi&gt;&lt;/mrow&gt;&lt;/mfrac&gt;&lt;mo&gt;=&lt;/mo&gt;&lt;mn&gt;4&lt;/mn&gt;&lt;msup&gt;&lt;mi&gt;z&lt;/mi&gt;&lt;mn&gt;2&lt;/mn&gt;&lt;/msup&gt;&lt;/math&gt;" title="5 x over 3 y z equals 4 z squared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173998" y="8273600"/>
            <a:ext cx="668730" cy="348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Multiplicative relationships between terms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2024-02-06T11:39:00.666</cp:lastPrinted>
  <dcterms:created xsi:type="dcterms:W3CDTF">2024-02-06T11:39:00Z</dcterms:created>
  <dcterms:modified xsi:type="dcterms:W3CDTF">2024-02-06T11:39:10Z</dcterms:modified>
</cp:coreProperties>
</file>